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2"/>
  </p:notesMasterIdLst>
  <p:sldIdLst>
    <p:sldId id="257" r:id="rId3"/>
    <p:sldId id="756" r:id="rId4"/>
    <p:sldId id="759" r:id="rId5"/>
    <p:sldId id="758" r:id="rId6"/>
    <p:sldId id="760" r:id="rId7"/>
    <p:sldId id="761" r:id="rId8"/>
    <p:sldId id="762" r:id="rId9"/>
    <p:sldId id="754" r:id="rId10"/>
    <p:sldId id="7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CF4A1-8050-4D8D-B281-F6DCB28A4B9E}" v="93" dt="2026-02-10T15:49:54.289"/>
    <p1510:client id="{F98CDD87-50E5-412C-9367-E734F662734D}" v="1554" dt="2026-02-11T15:05:40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6" autoAdjust="0"/>
    <p:restoredTop sz="94980" autoAdjust="0"/>
  </p:normalViewPr>
  <p:slideViewPr>
    <p:cSldViewPr>
      <p:cViewPr varScale="1">
        <p:scale>
          <a:sx n="75" d="100"/>
          <a:sy n="75" d="100"/>
        </p:scale>
        <p:origin x="965" y="2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483E5226-797A-4F5C-8DD1-0182E2847075}"/>
    <pc:docChg chg="custSel modSld">
      <pc:chgData name="Laurianne Estrada" userId="877d0e272dd2d022" providerId="LiveId" clId="{483E5226-797A-4F5C-8DD1-0182E2847075}" dt="2026-02-10T15:49:54.289" v="120" actId="20577"/>
      <pc:docMkLst>
        <pc:docMk/>
      </pc:docMkLst>
      <pc:sldChg chg="modSp mod">
        <pc:chgData name="Laurianne Estrada" userId="877d0e272dd2d022" providerId="LiveId" clId="{483E5226-797A-4F5C-8DD1-0182E2847075}" dt="2026-02-10T15:21:34.614" v="0" actId="20577"/>
        <pc:sldMkLst>
          <pc:docMk/>
          <pc:sldMk cId="1122933745" sldId="758"/>
        </pc:sldMkLst>
        <pc:spChg chg="mod">
          <ac:chgData name="Laurianne Estrada" userId="877d0e272dd2d022" providerId="LiveId" clId="{483E5226-797A-4F5C-8DD1-0182E2847075}" dt="2026-02-10T15:21:34.614" v="0" actId="20577"/>
          <ac:spMkLst>
            <pc:docMk/>
            <pc:sldMk cId="1122933745" sldId="758"/>
            <ac:spMk id="5" creationId="{E042DE29-068C-84CD-F179-A91D2FEF1D65}"/>
          </ac:spMkLst>
        </pc:spChg>
      </pc:sldChg>
      <pc:sldChg chg="addSp delSp modSp mod">
        <pc:chgData name="Laurianne Estrada" userId="877d0e272dd2d022" providerId="LiveId" clId="{483E5226-797A-4F5C-8DD1-0182E2847075}" dt="2026-02-10T15:48:10.414" v="53" actId="1076"/>
        <pc:sldMkLst>
          <pc:docMk/>
          <pc:sldMk cId="184267417" sldId="759"/>
        </pc:sldMkLst>
        <pc:spChg chg="add mod">
          <ac:chgData name="Laurianne Estrada" userId="877d0e272dd2d022" providerId="LiveId" clId="{483E5226-797A-4F5C-8DD1-0182E2847075}" dt="2026-02-10T15:47:45.964" v="32" actId="767"/>
          <ac:spMkLst>
            <pc:docMk/>
            <pc:sldMk cId="184267417" sldId="759"/>
            <ac:spMk id="8" creationId="{A6C7A789-C13D-8922-2E47-54CDA7AD9DF6}"/>
          </ac:spMkLst>
        </pc:spChg>
        <pc:spChg chg="add mod">
          <ac:chgData name="Laurianne Estrada" userId="877d0e272dd2d022" providerId="LiveId" clId="{483E5226-797A-4F5C-8DD1-0182E2847075}" dt="2026-02-10T15:47:50.949" v="33" actId="767"/>
          <ac:spMkLst>
            <pc:docMk/>
            <pc:sldMk cId="184267417" sldId="759"/>
            <ac:spMk id="9" creationId="{D9FC2F7C-17F4-4652-2BED-656D4DCE6171}"/>
          </ac:spMkLst>
        </pc:spChg>
        <pc:spChg chg="add mod">
          <ac:chgData name="Laurianne Estrada" userId="877d0e272dd2d022" providerId="LiveId" clId="{483E5226-797A-4F5C-8DD1-0182E2847075}" dt="2026-02-10T15:48:10.414" v="53" actId="1076"/>
          <ac:spMkLst>
            <pc:docMk/>
            <pc:sldMk cId="184267417" sldId="759"/>
            <ac:spMk id="10" creationId="{293FC5CC-A0BF-1910-3386-B67E8BEB40CA}"/>
          </ac:spMkLst>
        </pc:spChg>
        <pc:cxnChg chg="add del">
          <ac:chgData name="Laurianne Estrada" userId="877d0e272dd2d022" providerId="LiveId" clId="{483E5226-797A-4F5C-8DD1-0182E2847075}" dt="2026-02-10T15:47:26.062" v="28" actId="478"/>
          <ac:cxnSpMkLst>
            <pc:docMk/>
            <pc:sldMk cId="184267417" sldId="759"/>
            <ac:cxnSpMk id="5" creationId="{A73C8A34-9FE0-E1CD-51F8-F40A2684ECAD}"/>
          </ac:cxnSpMkLst>
        </pc:cxnChg>
        <pc:cxnChg chg="add mod">
          <ac:chgData name="Laurianne Estrada" userId="877d0e272dd2d022" providerId="LiveId" clId="{483E5226-797A-4F5C-8DD1-0182E2847075}" dt="2026-02-10T15:47:43.035" v="31" actId="14861"/>
          <ac:cxnSpMkLst>
            <pc:docMk/>
            <pc:sldMk cId="184267417" sldId="759"/>
            <ac:cxnSpMk id="7" creationId="{153844FF-29DD-21B7-7E80-CDF768D9B299}"/>
          </ac:cxnSpMkLst>
        </pc:cxnChg>
      </pc:sldChg>
      <pc:sldChg chg="addSp delSp modSp mod">
        <pc:chgData name="Laurianne Estrada" userId="877d0e272dd2d022" providerId="LiveId" clId="{483E5226-797A-4F5C-8DD1-0182E2847075}" dt="2026-02-10T15:49:54.289" v="120" actId="20577"/>
        <pc:sldMkLst>
          <pc:docMk/>
          <pc:sldMk cId="501976108" sldId="761"/>
        </pc:sldMkLst>
        <pc:spChg chg="add del mod">
          <ac:chgData name="Laurianne Estrada" userId="877d0e272dd2d022" providerId="LiveId" clId="{483E5226-797A-4F5C-8DD1-0182E2847075}" dt="2026-02-10T15:46:30.229" v="25" actId="478"/>
          <ac:spMkLst>
            <pc:docMk/>
            <pc:sldMk cId="501976108" sldId="761"/>
            <ac:spMk id="6" creationId="{84A18591-1B81-84EB-9970-D35C3C374431}"/>
          </ac:spMkLst>
        </pc:spChg>
        <pc:spChg chg="mod">
          <ac:chgData name="Laurianne Estrada" userId="877d0e272dd2d022" providerId="LiveId" clId="{483E5226-797A-4F5C-8DD1-0182E2847075}" dt="2026-02-10T15:49:54.289" v="120" actId="20577"/>
          <ac:spMkLst>
            <pc:docMk/>
            <pc:sldMk cId="501976108" sldId="761"/>
            <ac:spMk id="21" creationId="{C069F978-00C8-0AD8-510D-38601B53376F}"/>
          </ac:spMkLst>
        </pc:spChg>
        <pc:spChg chg="mod">
          <ac:chgData name="Laurianne Estrada" userId="877d0e272dd2d022" providerId="LiveId" clId="{483E5226-797A-4F5C-8DD1-0182E2847075}" dt="2026-02-10T15:46:33.696" v="26" actId="1076"/>
          <ac:spMkLst>
            <pc:docMk/>
            <pc:sldMk cId="501976108" sldId="761"/>
            <ac:spMk id="25" creationId="{EE5535E6-649D-9540-96B8-423785581717}"/>
          </ac:spMkLst>
        </pc:spChg>
        <pc:spChg chg="del mod">
          <ac:chgData name="Laurianne Estrada" userId="877d0e272dd2d022" providerId="LiveId" clId="{483E5226-797A-4F5C-8DD1-0182E2847075}" dt="2026-02-10T15:25:39.794" v="3" actId="478"/>
          <ac:spMkLst>
            <pc:docMk/>
            <pc:sldMk cId="501976108" sldId="761"/>
            <ac:spMk id="26" creationId="{3D7E0DF3-45E3-B138-2158-E6F7A377A923}"/>
          </ac:spMkLst>
        </pc:spChg>
        <pc:inkChg chg="add del">
          <ac:chgData name="Laurianne Estrada" userId="877d0e272dd2d022" providerId="LiveId" clId="{483E5226-797A-4F5C-8DD1-0182E2847075}" dt="2026-02-10T15:38:16.020" v="5"/>
          <ac:inkMkLst>
            <pc:docMk/>
            <pc:sldMk cId="501976108" sldId="761"/>
            <ac:inkMk id="3" creationId="{6D53573E-D497-AE98-58CA-9675408C146E}"/>
          </ac:inkMkLst>
        </pc:inkChg>
      </pc:sldChg>
    </pc:docChg>
  </pc:docChgLst>
  <pc:docChgLst>
    <pc:chgData name="Laurianne Estrada" userId="877d0e272dd2d022" providerId="LiveId" clId="{040CF046-855B-40D4-AA10-B18205945E28}"/>
    <pc:docChg chg="undo custSel addSld delSld modSld sldOrd">
      <pc:chgData name="Laurianne Estrada" userId="877d0e272dd2d022" providerId="LiveId" clId="{040CF046-855B-40D4-AA10-B18205945E28}" dt="2026-02-11T15:05:40.346" v="4765"/>
      <pc:docMkLst>
        <pc:docMk/>
      </pc:docMkLst>
      <pc:sldChg chg="addSp delSp modSp mod">
        <pc:chgData name="Laurianne Estrada" userId="877d0e272dd2d022" providerId="LiveId" clId="{040CF046-855B-40D4-AA10-B18205945E28}" dt="2026-02-09T16:17:01.044" v="345" actId="14100"/>
        <pc:sldMkLst>
          <pc:docMk/>
          <pc:sldMk cId="0" sldId="257"/>
        </pc:sldMkLst>
        <pc:spChg chg="mod">
          <ac:chgData name="Laurianne Estrada" userId="877d0e272dd2d022" providerId="LiveId" clId="{040CF046-855B-40D4-AA10-B18205945E28}" dt="2026-02-09T16:13:44.254" v="222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Estrada" userId="877d0e272dd2d022" providerId="LiveId" clId="{040CF046-855B-40D4-AA10-B18205945E28}" dt="2026-02-09T16:17:01.044" v="345" actId="14100"/>
          <ac:spMkLst>
            <pc:docMk/>
            <pc:sldMk cId="0" sldId="257"/>
            <ac:spMk id="11265" creationId="{F04FAD1C-D935-4EA9-860A-A5EDAC21AB78}"/>
          </ac:spMkLst>
        </pc:spChg>
      </pc:sldChg>
      <pc:sldChg chg="addSp delSp modSp mod modShow">
        <pc:chgData name="Laurianne Estrada" userId="877d0e272dd2d022" providerId="LiveId" clId="{040CF046-855B-40D4-AA10-B18205945E28}" dt="2026-02-10T19:05:19.011" v="4490"/>
        <pc:sldMkLst>
          <pc:docMk/>
          <pc:sldMk cId="4028037368" sldId="754"/>
        </pc:sldMkLst>
        <pc:spChg chg="mod">
          <ac:chgData name="Laurianne Estrada" userId="877d0e272dd2d022" providerId="LiveId" clId="{040CF046-855B-40D4-AA10-B18205945E28}" dt="2026-02-09T16:41:56.080" v="654" actId="20577"/>
          <ac:spMkLst>
            <pc:docMk/>
            <pc:sldMk cId="4028037368" sldId="754"/>
            <ac:spMk id="2" creationId="{E94454D7-AAE4-4F58-44F4-C5D719DC15B6}"/>
          </ac:spMkLst>
        </pc:spChg>
        <pc:spChg chg="mod">
          <ac:chgData name="Laurianne Estrada" userId="877d0e272dd2d022" providerId="LiveId" clId="{040CF046-855B-40D4-AA10-B18205945E28}" dt="2026-02-10T19:05:19.011" v="4490"/>
          <ac:spMkLst>
            <pc:docMk/>
            <pc:sldMk cId="4028037368" sldId="754"/>
            <ac:spMk id="6" creationId="{60F2D18D-32D5-DD1D-09E4-B00E9873BEAE}"/>
          </ac:spMkLst>
        </pc:spChg>
        <pc:spChg chg="mod">
          <ac:chgData name="Laurianne Estrada" userId="877d0e272dd2d022" providerId="LiveId" clId="{040CF046-855B-40D4-AA10-B18205945E28}" dt="2026-02-09T16:42:12.271" v="655"/>
          <ac:spMkLst>
            <pc:docMk/>
            <pc:sldMk cId="4028037368" sldId="754"/>
            <ac:spMk id="16" creationId="{FFAEB9D9-B742-6C49-9D86-243FC0D553A2}"/>
          </ac:spMkLst>
        </pc:spChg>
        <pc:spChg chg="add mod">
          <ac:chgData name="Laurianne Estrada" userId="877d0e272dd2d022" providerId="LiveId" clId="{040CF046-855B-40D4-AA10-B18205945E28}" dt="2026-02-09T16:43:48.686" v="669" actId="1076"/>
          <ac:spMkLst>
            <pc:docMk/>
            <pc:sldMk cId="4028037368" sldId="754"/>
            <ac:spMk id="24" creationId="{AE559637-7032-E02F-1386-6AEA71A3BE37}"/>
          </ac:spMkLst>
        </pc:spChg>
        <pc:spChg chg="add mod">
          <ac:chgData name="Laurianne Estrada" userId="877d0e272dd2d022" providerId="LiveId" clId="{040CF046-855B-40D4-AA10-B18205945E28}" dt="2026-02-09T16:44:49.455" v="683" actId="1035"/>
          <ac:spMkLst>
            <pc:docMk/>
            <pc:sldMk cId="4028037368" sldId="754"/>
            <ac:spMk id="26" creationId="{E220F883-D8D3-BA3F-5BB8-EFAB6890ABC3}"/>
          </ac:spMkLst>
        </pc:spChg>
        <pc:spChg chg="add mod">
          <ac:chgData name="Laurianne Estrada" userId="877d0e272dd2d022" providerId="LiveId" clId="{040CF046-855B-40D4-AA10-B18205945E28}" dt="2026-02-09T16:49:21.775" v="765" actId="1076"/>
          <ac:spMkLst>
            <pc:docMk/>
            <pc:sldMk cId="4028037368" sldId="754"/>
            <ac:spMk id="28" creationId="{DFB8125D-9FA7-F0DA-070C-1E0931DC38D4}"/>
          </ac:spMkLst>
        </pc:spChg>
        <pc:spChg chg="add mod">
          <ac:chgData name="Laurianne Estrada" userId="877d0e272dd2d022" providerId="LiveId" clId="{040CF046-855B-40D4-AA10-B18205945E28}" dt="2026-02-09T16:45:11.750" v="699" actId="1076"/>
          <ac:spMkLst>
            <pc:docMk/>
            <pc:sldMk cId="4028037368" sldId="754"/>
            <ac:spMk id="29" creationId="{37B2722D-F60B-709F-6F0D-EA674CDA41C9}"/>
          </ac:spMkLst>
        </pc:spChg>
        <pc:spChg chg="add mod">
          <ac:chgData name="Laurianne Estrada" userId="877d0e272dd2d022" providerId="LiveId" clId="{040CF046-855B-40D4-AA10-B18205945E28}" dt="2026-02-09T16:45:18.603" v="702" actId="1076"/>
          <ac:spMkLst>
            <pc:docMk/>
            <pc:sldMk cId="4028037368" sldId="754"/>
            <ac:spMk id="30" creationId="{C60DD13A-DC41-EEFD-1CB2-5DC059633CC1}"/>
          </ac:spMkLst>
        </pc:spChg>
        <pc:spChg chg="add mod">
          <ac:chgData name="Laurianne Estrada" userId="877d0e272dd2d022" providerId="LiveId" clId="{040CF046-855B-40D4-AA10-B18205945E28}" dt="2026-02-09T16:45:20.611" v="703" actId="1076"/>
          <ac:spMkLst>
            <pc:docMk/>
            <pc:sldMk cId="4028037368" sldId="754"/>
            <ac:spMk id="31" creationId="{69DB6E7B-CD6E-1F37-84E8-278A325D7FE1}"/>
          </ac:spMkLst>
        </pc:spChg>
        <pc:grpChg chg="add mod">
          <ac:chgData name="Laurianne Estrada" userId="877d0e272dd2d022" providerId="LiveId" clId="{040CF046-855B-40D4-AA10-B18205945E28}" dt="2026-02-10T19:05:19.011" v="4490"/>
          <ac:grpSpMkLst>
            <pc:docMk/>
            <pc:sldMk cId="4028037368" sldId="754"/>
            <ac:grpSpMk id="3" creationId="{0DC5918E-BB92-5E90-1499-514649E12C95}"/>
          </ac:grpSpMkLst>
        </pc:grpChg>
        <pc:grpChg chg="del">
          <ac:chgData name="Laurianne Estrada" userId="877d0e272dd2d022" providerId="LiveId" clId="{040CF046-855B-40D4-AA10-B18205945E28}" dt="2026-02-10T19:05:18.779" v="4489" actId="478"/>
          <ac:grpSpMkLst>
            <pc:docMk/>
            <pc:sldMk cId="4028037368" sldId="754"/>
            <ac:grpSpMk id="11" creationId="{BEDBEBF4-E338-B232-1A2A-60DF72A7BAEB}"/>
          </ac:grpSpMkLst>
        </pc:grpChg>
        <pc:grpChg chg="add mod">
          <ac:chgData name="Laurianne Estrada" userId="877d0e272dd2d022" providerId="LiveId" clId="{040CF046-855B-40D4-AA10-B18205945E28}" dt="2026-02-09T16:44:54.618" v="697" actId="1035"/>
          <ac:grpSpMkLst>
            <pc:docMk/>
            <pc:sldMk cId="4028037368" sldId="754"/>
            <ac:grpSpMk id="14" creationId="{804DF2A8-1B6C-DCFA-C752-3ADEF2FF2FC9}"/>
          </ac:grpSpMkLst>
        </pc:grpChg>
        <pc:picChg chg="mod">
          <ac:chgData name="Laurianne Estrada" userId="877d0e272dd2d022" providerId="LiveId" clId="{040CF046-855B-40D4-AA10-B18205945E28}" dt="2026-02-10T19:05:19.011" v="4490"/>
          <ac:picMkLst>
            <pc:docMk/>
            <pc:sldMk cId="4028037368" sldId="754"/>
            <ac:picMk id="5" creationId="{ECF42F00-16B9-EF3B-79B2-13A45B77F8FC}"/>
          </ac:picMkLst>
        </pc:picChg>
        <pc:picChg chg="mod">
          <ac:chgData name="Laurianne Estrada" userId="877d0e272dd2d022" providerId="LiveId" clId="{040CF046-855B-40D4-AA10-B18205945E28}" dt="2026-02-10T19:05:19.011" v="4490"/>
          <ac:picMkLst>
            <pc:docMk/>
            <pc:sldMk cId="4028037368" sldId="754"/>
            <ac:picMk id="7" creationId="{6788D3B2-B9CD-50FD-D252-F8C738F6778A}"/>
          </ac:picMkLst>
        </pc:picChg>
        <pc:picChg chg="mod">
          <ac:chgData name="Laurianne Estrada" userId="877d0e272dd2d022" providerId="LiveId" clId="{040CF046-855B-40D4-AA10-B18205945E28}" dt="2026-02-09T16:42:12.271" v="655"/>
          <ac:picMkLst>
            <pc:docMk/>
            <pc:sldMk cId="4028037368" sldId="754"/>
            <ac:picMk id="15" creationId="{C27AEE87-0E51-F24B-A486-D200A5C5E5F1}"/>
          </ac:picMkLst>
        </pc:picChg>
      </pc:sldChg>
      <pc:sldChg chg="addSp delSp modSp new mod ord">
        <pc:chgData name="Laurianne Estrada" userId="877d0e272dd2d022" providerId="LiveId" clId="{040CF046-855B-40D4-AA10-B18205945E28}" dt="2026-02-10T18:17:01.093" v="3043" actId="21"/>
        <pc:sldMkLst>
          <pc:docMk/>
          <pc:sldMk cId="3559804124" sldId="756"/>
        </pc:sldMkLst>
        <pc:spChg chg="mod">
          <ac:chgData name="Laurianne Estrada" userId="877d0e272dd2d022" providerId="LiveId" clId="{040CF046-855B-40D4-AA10-B18205945E28}" dt="2026-02-09T16:34:39.719" v="533" actId="1076"/>
          <ac:spMkLst>
            <pc:docMk/>
            <pc:sldMk cId="3559804124" sldId="756"/>
            <ac:spMk id="2" creationId="{D9EAE521-5707-D1E3-B910-1DD6C1963E34}"/>
          </ac:spMkLst>
        </pc:spChg>
        <pc:spChg chg="add del mod">
          <ac:chgData name="Laurianne Estrada" userId="877d0e272dd2d022" providerId="LiveId" clId="{040CF046-855B-40D4-AA10-B18205945E28}" dt="2026-02-10T18:17:01.093" v="3043" actId="21"/>
          <ac:spMkLst>
            <pc:docMk/>
            <pc:sldMk cId="3559804124" sldId="756"/>
            <ac:spMk id="3" creationId="{222BD09F-D9AE-A4AD-F00F-781E05A1768A}"/>
          </ac:spMkLst>
        </pc:spChg>
        <pc:picChg chg="add mod">
          <ac:chgData name="Laurianne Estrada" userId="877d0e272dd2d022" providerId="LiveId" clId="{040CF046-855B-40D4-AA10-B18205945E28}" dt="2026-02-09T16:33:43.566" v="433" actId="1076"/>
          <ac:picMkLst>
            <pc:docMk/>
            <pc:sldMk cId="3559804124" sldId="756"/>
            <ac:picMk id="5" creationId="{A816B6E2-3E4C-AE09-CD0A-161B5E1A8204}"/>
          </ac:picMkLst>
        </pc:picChg>
      </pc:sldChg>
      <pc:sldChg chg="addSp delSp modSp add mod">
        <pc:chgData name="Laurianne Estrada" userId="877d0e272dd2d022" providerId="LiveId" clId="{040CF046-855B-40D4-AA10-B18205945E28}" dt="2026-02-10T19:05:41.138" v="4494" actId="1076"/>
        <pc:sldMkLst>
          <pc:docMk/>
          <pc:sldMk cId="530928000" sldId="757"/>
        </pc:sldMkLst>
        <pc:spChg chg="add mod">
          <ac:chgData name="Laurianne Estrada" userId="877d0e272dd2d022" providerId="LiveId" clId="{040CF046-855B-40D4-AA10-B18205945E28}" dt="2026-02-10T19:05:41.138" v="4494" actId="1076"/>
          <ac:spMkLst>
            <pc:docMk/>
            <pc:sldMk cId="530928000" sldId="757"/>
            <ac:spMk id="5" creationId="{A0E5AD82-3A44-8E1F-531B-42D5F0D41758}"/>
          </ac:spMkLst>
        </pc:spChg>
        <pc:spChg chg="add mod">
          <ac:chgData name="Laurianne Estrada" userId="877d0e272dd2d022" providerId="LiveId" clId="{040CF046-855B-40D4-AA10-B18205945E28}" dt="2026-02-10T19:05:41.138" v="4494" actId="1076"/>
          <ac:spMkLst>
            <pc:docMk/>
            <pc:sldMk cId="530928000" sldId="757"/>
            <ac:spMk id="7" creationId="{36997622-F632-FDC2-887B-E99203C65F59}"/>
          </ac:spMkLst>
        </pc:spChg>
        <pc:spChg chg="add mod">
          <ac:chgData name="Laurianne Estrada" userId="877d0e272dd2d022" providerId="LiveId" clId="{040CF046-855B-40D4-AA10-B18205945E28}" dt="2026-02-10T19:05:41.138" v="4494" actId="1076"/>
          <ac:spMkLst>
            <pc:docMk/>
            <pc:sldMk cId="530928000" sldId="757"/>
            <ac:spMk id="9" creationId="{2D03AB25-A785-9784-C82C-2E73BA027D2E}"/>
          </ac:spMkLst>
        </pc:spChg>
        <pc:grpChg chg="mod">
          <ac:chgData name="Laurianne Estrada" userId="877d0e272dd2d022" providerId="LiveId" clId="{040CF046-855B-40D4-AA10-B18205945E28}" dt="2026-02-10T19:05:41.138" v="4494" actId="1076"/>
          <ac:grpSpMkLst>
            <pc:docMk/>
            <pc:sldMk cId="530928000" sldId="757"/>
            <ac:grpSpMk id="17" creationId="{213632E9-9B04-7065-4BB2-E3DB0A875364}"/>
          </ac:grpSpMkLst>
        </pc:grpChg>
        <pc:grpChg chg="del mod">
          <ac:chgData name="Laurianne Estrada" userId="877d0e272dd2d022" providerId="LiveId" clId="{040CF046-855B-40D4-AA10-B18205945E28}" dt="2026-02-10T19:05:24.389" v="4491" actId="478"/>
          <ac:grpSpMkLst>
            <pc:docMk/>
            <pc:sldMk cId="530928000" sldId="757"/>
            <ac:grpSpMk id="20" creationId="{1B2CF0A8-F60B-2311-8305-D4C9D89C0833}"/>
          </ac:grpSpMkLst>
        </pc:grpChg>
      </pc:sldChg>
      <pc:sldChg chg="addSp delSp modSp new mod">
        <pc:chgData name="Laurianne Estrada" userId="877d0e272dd2d022" providerId="LiveId" clId="{040CF046-855B-40D4-AA10-B18205945E28}" dt="2026-02-10T18:57:43.060" v="4046" actId="20577"/>
        <pc:sldMkLst>
          <pc:docMk/>
          <pc:sldMk cId="1122933745" sldId="758"/>
        </pc:sldMkLst>
        <pc:spChg chg="mod">
          <ac:chgData name="Laurianne Estrada" userId="877d0e272dd2d022" providerId="LiveId" clId="{040CF046-855B-40D4-AA10-B18205945E28}" dt="2026-02-09T16:59:13.716" v="903" actId="1076"/>
          <ac:spMkLst>
            <pc:docMk/>
            <pc:sldMk cId="1122933745" sldId="758"/>
            <ac:spMk id="2" creationId="{53C872D2-31E4-7D44-29DB-36C733C19481}"/>
          </ac:spMkLst>
        </pc:spChg>
        <pc:spChg chg="add mod">
          <ac:chgData name="Laurianne Estrada" userId="877d0e272dd2d022" providerId="LiveId" clId="{040CF046-855B-40D4-AA10-B18205945E28}" dt="2026-02-10T18:42:13.562" v="3311" actId="20577"/>
          <ac:spMkLst>
            <pc:docMk/>
            <pc:sldMk cId="1122933745" sldId="758"/>
            <ac:spMk id="5" creationId="{E042DE29-068C-84CD-F179-A91D2FEF1D65}"/>
          </ac:spMkLst>
        </pc:spChg>
        <pc:spChg chg="add del mod">
          <ac:chgData name="Laurianne Estrada" userId="877d0e272dd2d022" providerId="LiveId" clId="{040CF046-855B-40D4-AA10-B18205945E28}" dt="2026-02-10T18:17:10.329" v="3047" actId="21"/>
          <ac:spMkLst>
            <pc:docMk/>
            <pc:sldMk cId="1122933745" sldId="758"/>
            <ac:spMk id="6" creationId="{222BD09F-D9AE-A4AD-F00F-781E05A1768A}"/>
          </ac:spMkLst>
        </pc:spChg>
        <pc:graphicFrameChg chg="add mod modGraphic">
          <ac:chgData name="Laurianne Estrada" userId="877d0e272dd2d022" providerId="LiveId" clId="{040CF046-855B-40D4-AA10-B18205945E28}" dt="2026-02-10T18:57:43.060" v="4046" actId="20577"/>
          <ac:graphicFrameMkLst>
            <pc:docMk/>
            <pc:sldMk cId="1122933745" sldId="758"/>
            <ac:graphicFrameMk id="3" creationId="{B9CFA32C-5FA1-3250-A91E-6344D30E2546}"/>
          </ac:graphicFrameMkLst>
        </pc:graphicFrameChg>
      </pc:sldChg>
      <pc:sldChg chg="addSp delSp modSp new mod ord modAnim">
        <pc:chgData name="Laurianne Estrada" userId="877d0e272dd2d022" providerId="LiveId" clId="{040CF046-855B-40D4-AA10-B18205945E28}" dt="2026-02-10T18:27:01.959" v="3183"/>
        <pc:sldMkLst>
          <pc:docMk/>
          <pc:sldMk cId="184267417" sldId="759"/>
        </pc:sldMkLst>
        <pc:spChg chg="mod">
          <ac:chgData name="Laurianne Estrada" userId="877d0e272dd2d022" providerId="LiveId" clId="{040CF046-855B-40D4-AA10-B18205945E28}" dt="2026-02-09T16:59:56.242" v="910" actId="1076"/>
          <ac:spMkLst>
            <pc:docMk/>
            <pc:sldMk cId="184267417" sldId="759"/>
            <ac:spMk id="2" creationId="{7799536A-E2E5-AF03-475E-CDF6B0BE27E0}"/>
          </ac:spMkLst>
        </pc:spChg>
        <pc:spChg chg="add mod">
          <ac:chgData name="Laurianne Estrada" userId="877d0e272dd2d022" providerId="LiveId" clId="{040CF046-855B-40D4-AA10-B18205945E28}" dt="2026-02-10T18:19:11.287" v="3108" actId="1076"/>
          <ac:spMkLst>
            <pc:docMk/>
            <pc:sldMk cId="184267417" sldId="759"/>
            <ac:spMk id="6" creationId="{222BD09F-D9AE-A4AD-F00F-781E05A1768A}"/>
          </ac:spMkLst>
        </pc:spChg>
        <pc:spChg chg="del mod">
          <ac:chgData name="Laurianne Estrada" userId="877d0e272dd2d022" providerId="LiveId" clId="{040CF046-855B-40D4-AA10-B18205945E28}" dt="2026-02-10T18:18:43.063" v="3107" actId="478"/>
          <ac:spMkLst>
            <pc:docMk/>
            <pc:sldMk cId="184267417" sldId="759"/>
            <ac:spMk id="8" creationId="{A6C7A789-C13D-8922-2E47-54CDA7AD9DF6}"/>
          </ac:spMkLst>
        </pc:spChg>
        <pc:spChg chg="del">
          <ac:chgData name="Laurianne Estrada" userId="877d0e272dd2d022" providerId="LiveId" clId="{040CF046-855B-40D4-AA10-B18205945E28}" dt="2026-02-10T18:18:40.129" v="3105" actId="478"/>
          <ac:spMkLst>
            <pc:docMk/>
            <pc:sldMk cId="184267417" sldId="759"/>
            <ac:spMk id="9" creationId="{D9FC2F7C-17F4-4652-2BED-656D4DCE6171}"/>
          </ac:spMkLst>
        </pc:spChg>
        <pc:spChg chg="del mod">
          <ac:chgData name="Laurianne Estrada" userId="877d0e272dd2d022" providerId="LiveId" clId="{040CF046-855B-40D4-AA10-B18205945E28}" dt="2026-02-10T18:19:57.759" v="3163" actId="478"/>
          <ac:spMkLst>
            <pc:docMk/>
            <pc:sldMk cId="184267417" sldId="759"/>
            <ac:spMk id="10" creationId="{293FC5CC-A0BF-1910-3386-B67E8BEB40CA}"/>
          </ac:spMkLst>
        </pc:spChg>
        <pc:spChg chg="add mod">
          <ac:chgData name="Laurianne Estrada" userId="877d0e272dd2d022" providerId="LiveId" clId="{040CF046-855B-40D4-AA10-B18205945E28}" dt="2026-02-10T18:26:35.555" v="3180" actId="1076"/>
          <ac:spMkLst>
            <pc:docMk/>
            <pc:sldMk cId="184267417" sldId="759"/>
            <ac:spMk id="11" creationId="{CC9CC379-E9E7-CB25-E349-4FFC57B2B80C}"/>
          </ac:spMkLst>
        </pc:spChg>
        <pc:spChg chg="add mod">
          <ac:chgData name="Laurianne Estrada" userId="877d0e272dd2d022" providerId="LiveId" clId="{040CF046-855B-40D4-AA10-B18205945E28}" dt="2026-02-10T18:26:38.980" v="3181" actId="1076"/>
          <ac:spMkLst>
            <pc:docMk/>
            <pc:sldMk cId="184267417" sldId="759"/>
            <ac:spMk id="13" creationId="{AEC2925B-D4C7-6783-CD7B-0D0DA7FD2F08}"/>
          </ac:spMkLst>
        </pc:spChg>
        <pc:spChg chg="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27" creationId="{5421C028-1907-ED00-4FD0-3753E623C08C}"/>
          </ac:spMkLst>
        </pc:spChg>
        <pc:spChg chg="mod">
          <ac:chgData name="Laurianne Estrada" userId="877d0e272dd2d022" providerId="LiveId" clId="{040CF046-855B-40D4-AA10-B18205945E28}" dt="2026-02-10T18:20:07.323" v="3168" actId="14100"/>
          <ac:spMkLst>
            <pc:docMk/>
            <pc:sldMk cId="184267417" sldId="759"/>
            <ac:spMk id="30" creationId="{CBAFE3A7-C0BB-5BD5-A14E-0E57DDC5373A}"/>
          </ac:spMkLst>
        </pc:spChg>
        <pc:spChg chg="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33" creationId="{F6F98996-6F1D-A610-F2FA-8A91ACC5495D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35" creationId="{81C9DEA4-0BDF-BF11-D9B5-1320C3082336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37" creationId="{C8881C07-B892-7AFB-EC17-9026BFF250FF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38" creationId="{62E00DB2-16A0-9118-7F4A-77962D987C79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39" creationId="{8B73070E-3186-E07D-81CE-647BFAEE0AE5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41" creationId="{F8E548D6-C1DE-4451-474E-DC8E4C066832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42" creationId="{E128F481-B36E-7998-933E-34E731DAA80B}"/>
          </ac:spMkLst>
        </pc:spChg>
        <pc:spChg chg="add mod">
          <ac:chgData name="Laurianne Estrada" userId="877d0e272dd2d022" providerId="LiveId" clId="{040CF046-855B-40D4-AA10-B18205945E28}" dt="2026-02-09T17:00:28.285" v="913"/>
          <ac:spMkLst>
            <pc:docMk/>
            <pc:sldMk cId="184267417" sldId="759"/>
            <ac:spMk id="43" creationId="{EB9E6639-0F4F-A4A2-FF3B-5BDBEEA0B95A}"/>
          </ac:spMkLst>
        </pc:spChg>
        <pc:spChg chg="del">
          <ac:chgData name="Laurianne Estrada" userId="877d0e272dd2d022" providerId="LiveId" clId="{040CF046-855B-40D4-AA10-B18205945E28}" dt="2026-02-10T18:21:05.463" v="3170" actId="478"/>
          <ac:spMkLst>
            <pc:docMk/>
            <pc:sldMk cId="184267417" sldId="759"/>
            <ac:spMk id="44" creationId="{C1EA6C8F-592E-0B41-B270-55DB4A0F87A3}"/>
          </ac:spMkLst>
        </pc:spChg>
        <pc:spChg chg="del">
          <ac:chgData name="Laurianne Estrada" userId="877d0e272dd2d022" providerId="LiveId" clId="{040CF046-855B-40D4-AA10-B18205945E28}" dt="2026-02-10T18:21:06.231" v="3171" actId="478"/>
          <ac:spMkLst>
            <pc:docMk/>
            <pc:sldMk cId="184267417" sldId="759"/>
            <ac:spMk id="45" creationId="{B8B955CE-7B36-4CBA-A74C-F377D5E79AE2}"/>
          </ac:spMkLst>
        </pc:spChg>
        <pc:grpChg chg="mod">
          <ac:chgData name="Laurianne Estrada" userId="877d0e272dd2d022" providerId="LiveId" clId="{040CF046-855B-40D4-AA10-B18205945E28}" dt="2026-02-10T18:20:00.868" v="3166"/>
          <ac:grpSpMkLst>
            <pc:docMk/>
            <pc:sldMk cId="184267417" sldId="759"/>
            <ac:grpSpMk id="28" creationId="{1CCCFD95-9F08-A6DB-4E7F-B8A9465AF74E}"/>
          </ac:grpSpMkLst>
        </pc:grpChg>
        <pc:picChg chg="mod">
          <ac:chgData name="Laurianne Estrada" userId="877d0e272dd2d022" providerId="LiveId" clId="{040CF046-855B-40D4-AA10-B18205945E28}" dt="2026-02-10T18:20:00.868" v="3166"/>
          <ac:picMkLst>
            <pc:docMk/>
            <pc:sldMk cId="184267417" sldId="759"/>
            <ac:picMk id="29" creationId="{BA726014-B565-1406-274E-58D4985F7394}"/>
          </ac:picMkLst>
        </pc:picChg>
        <pc:cxnChg chg="del mod">
          <ac:chgData name="Laurianne Estrada" userId="877d0e272dd2d022" providerId="LiveId" clId="{040CF046-855B-40D4-AA10-B18205945E28}" dt="2026-02-10T18:20:10.243" v="3169" actId="478"/>
          <ac:cxnSpMkLst>
            <pc:docMk/>
            <pc:sldMk cId="184267417" sldId="759"/>
            <ac:cxnSpMk id="7" creationId="{153844FF-29DD-21B7-7E80-CDF768D9B299}"/>
          </ac:cxnSpMkLst>
        </pc:cxnChg>
      </pc:sldChg>
      <pc:sldChg chg="addSp delSp modSp new mod modAnim modNotesTx">
        <pc:chgData name="Laurianne Estrada" userId="877d0e272dd2d022" providerId="LiveId" clId="{040CF046-855B-40D4-AA10-B18205945E28}" dt="2026-02-11T14:20:04.016" v="4653" actId="20577"/>
        <pc:sldMkLst>
          <pc:docMk/>
          <pc:sldMk cId="245033426" sldId="760"/>
        </pc:sldMkLst>
        <pc:spChg chg="mod">
          <ac:chgData name="Laurianne Estrada" userId="877d0e272dd2d022" providerId="LiveId" clId="{040CF046-855B-40D4-AA10-B18205945E28}" dt="2026-02-09T17:22:46.146" v="922" actId="1076"/>
          <ac:spMkLst>
            <pc:docMk/>
            <pc:sldMk cId="245033426" sldId="760"/>
            <ac:spMk id="2" creationId="{FB340250-FC14-679D-F096-761B3313C3D4}"/>
          </ac:spMkLst>
        </pc:spChg>
        <pc:spChg chg="add mod">
          <ac:chgData name="Laurianne Estrada" userId="877d0e272dd2d022" providerId="LiveId" clId="{040CF046-855B-40D4-AA10-B18205945E28}" dt="2026-02-09T18:12:35.225" v="1586" actId="1035"/>
          <ac:spMkLst>
            <pc:docMk/>
            <pc:sldMk cId="245033426" sldId="760"/>
            <ac:spMk id="6" creationId="{B0E34B2C-BE1B-E367-2D6A-0A9CAE1D2FDA}"/>
          </ac:spMkLst>
        </pc:spChg>
        <pc:spChg chg="add del mod">
          <ac:chgData name="Laurianne Estrada" userId="877d0e272dd2d022" providerId="LiveId" clId="{040CF046-855B-40D4-AA10-B18205945E28}" dt="2026-02-10T18:43:02.215" v="3317" actId="1076"/>
          <ac:spMkLst>
            <pc:docMk/>
            <pc:sldMk cId="245033426" sldId="760"/>
            <ac:spMk id="7" creationId="{2E031469-B65B-5127-2F7A-B891E8ECB4A5}"/>
          </ac:spMkLst>
        </pc:spChg>
        <pc:spChg chg="add mod">
          <ac:chgData name="Laurianne Estrada" userId="877d0e272dd2d022" providerId="LiveId" clId="{040CF046-855B-40D4-AA10-B18205945E28}" dt="2026-02-09T18:12:42.462" v="1591" actId="1035"/>
          <ac:spMkLst>
            <pc:docMk/>
            <pc:sldMk cId="245033426" sldId="760"/>
            <ac:spMk id="9" creationId="{9C3DEB95-EE4F-F12C-B0DF-4BCF5CEAF224}"/>
          </ac:spMkLst>
        </pc:spChg>
        <pc:spChg chg="add del mod">
          <ac:chgData name="Laurianne Estrada" userId="877d0e272dd2d022" providerId="LiveId" clId="{040CF046-855B-40D4-AA10-B18205945E28}" dt="2026-02-10T18:28:33.169" v="3185" actId="478"/>
          <ac:spMkLst>
            <pc:docMk/>
            <pc:sldMk cId="245033426" sldId="760"/>
            <ac:spMk id="10" creationId="{7CD476B8-D657-0979-5664-40D91E7E3085}"/>
          </ac:spMkLst>
        </pc:spChg>
        <pc:spChg chg="add del mod">
          <ac:chgData name="Laurianne Estrada" userId="877d0e272dd2d022" providerId="LiveId" clId="{040CF046-855B-40D4-AA10-B18205945E28}" dt="2026-02-10T18:28:33.169" v="3185" actId="478"/>
          <ac:spMkLst>
            <pc:docMk/>
            <pc:sldMk cId="245033426" sldId="760"/>
            <ac:spMk id="11" creationId="{C46BD4DF-A9EC-272C-CEA3-76E6CBBB848A}"/>
          </ac:spMkLst>
        </pc:spChg>
        <pc:spChg chg="add mod">
          <ac:chgData name="Laurianne Estrada" userId="877d0e272dd2d022" providerId="LiveId" clId="{040CF046-855B-40D4-AA10-B18205945E28}" dt="2026-02-10T18:51:55.315" v="3949" actId="20577"/>
          <ac:spMkLst>
            <pc:docMk/>
            <pc:sldMk cId="245033426" sldId="760"/>
            <ac:spMk id="14" creationId="{91427AB8-69AF-4332-C560-2FB56373ED5A}"/>
          </ac:spMkLst>
        </pc:spChg>
        <pc:spChg chg="add mod">
          <ac:chgData name="Laurianne Estrada" userId="877d0e272dd2d022" providerId="LiveId" clId="{040CF046-855B-40D4-AA10-B18205945E28}" dt="2026-02-10T18:51:57.718" v="3951" actId="20577"/>
          <ac:spMkLst>
            <pc:docMk/>
            <pc:sldMk cId="245033426" sldId="760"/>
            <ac:spMk id="16" creationId="{FBEF9A54-205E-22E9-39B8-8D9EA3379A1B}"/>
          </ac:spMkLst>
        </pc:spChg>
        <pc:graphicFrameChg chg="add mod">
          <ac:chgData name="Laurianne Estrada" userId="877d0e272dd2d022" providerId="LiveId" clId="{040CF046-855B-40D4-AA10-B18205945E28}" dt="2026-02-10T18:43:21.406" v="3318" actId="1076"/>
          <ac:graphicFrameMkLst>
            <pc:docMk/>
            <pc:sldMk cId="245033426" sldId="760"/>
            <ac:graphicFrameMk id="5" creationId="{663B8BA2-82A7-91C5-E9DC-F5F63A31B615}"/>
          </ac:graphicFrameMkLst>
        </pc:graphicFrameChg>
        <pc:graphicFrameChg chg="add mod modGraphic">
          <ac:chgData name="Laurianne Estrada" userId="877d0e272dd2d022" providerId="LiveId" clId="{040CF046-855B-40D4-AA10-B18205945E28}" dt="2026-02-10T18:43:02.215" v="3317" actId="1076"/>
          <ac:graphicFrameMkLst>
            <pc:docMk/>
            <pc:sldMk cId="245033426" sldId="760"/>
            <ac:graphicFrameMk id="8" creationId="{C27E5B12-E81A-B64D-94B2-10303AE8832C}"/>
          </ac:graphicFrameMkLst>
        </pc:graphicFrameChg>
        <pc:graphicFrameChg chg="add del mod modGraphic">
          <ac:chgData name="Laurianne Estrada" userId="877d0e272dd2d022" providerId="LiveId" clId="{040CF046-855B-40D4-AA10-B18205945E28}" dt="2026-02-10T18:28:33.169" v="3185" actId="478"/>
          <ac:graphicFrameMkLst>
            <pc:docMk/>
            <pc:sldMk cId="245033426" sldId="760"/>
            <ac:graphicFrameMk id="12" creationId="{6B53B489-4B82-BE37-AD82-1AFDE16AE818}"/>
          </ac:graphicFrameMkLst>
        </pc:graphicFrameChg>
        <pc:graphicFrameChg chg="add del mod modGraphic">
          <ac:chgData name="Laurianne Estrada" userId="877d0e272dd2d022" providerId="LiveId" clId="{040CF046-855B-40D4-AA10-B18205945E28}" dt="2026-02-10T18:28:33.169" v="3185" actId="478"/>
          <ac:graphicFrameMkLst>
            <pc:docMk/>
            <pc:sldMk cId="245033426" sldId="760"/>
            <ac:graphicFrameMk id="13" creationId="{DF48D284-4934-2956-AC73-E913B51A7872}"/>
          </ac:graphicFrameMkLst>
        </pc:graphicFrameChg>
        <pc:cxnChg chg="add mod">
          <ac:chgData name="Laurianne Estrada" userId="877d0e272dd2d022" providerId="LiveId" clId="{040CF046-855B-40D4-AA10-B18205945E28}" dt="2026-02-10T18:44:03.080" v="3330" actId="1076"/>
          <ac:cxnSpMkLst>
            <pc:docMk/>
            <pc:sldMk cId="245033426" sldId="760"/>
            <ac:cxnSpMk id="15" creationId="{2D772DE8-FB6E-47B9-9605-49058CC00DFD}"/>
          </ac:cxnSpMkLst>
        </pc:cxnChg>
      </pc:sldChg>
      <pc:sldChg chg="addSp delSp modSp new mod modAnim modNotesTx">
        <pc:chgData name="Laurianne Estrada" userId="877d0e272dd2d022" providerId="LiveId" clId="{040CF046-855B-40D4-AA10-B18205945E28}" dt="2026-02-11T15:03:41.653" v="4694" actId="20577"/>
        <pc:sldMkLst>
          <pc:docMk/>
          <pc:sldMk cId="501976108" sldId="761"/>
        </pc:sldMkLst>
        <pc:spChg chg="mod">
          <ac:chgData name="Laurianne Estrada" userId="877d0e272dd2d022" providerId="LiveId" clId="{040CF046-855B-40D4-AA10-B18205945E28}" dt="2026-02-09T18:10:13.291" v="1575" actId="1076"/>
          <ac:spMkLst>
            <pc:docMk/>
            <pc:sldMk cId="501976108" sldId="761"/>
            <ac:spMk id="2" creationId="{C53BE531-DF4C-6819-058C-3661428B2A13}"/>
          </ac:spMkLst>
        </pc:spChg>
        <pc:spChg chg="add mod">
          <ac:chgData name="Laurianne Estrada" userId="877d0e272dd2d022" providerId="LiveId" clId="{040CF046-855B-40D4-AA10-B18205945E28}" dt="2026-02-10T18:52:03.489" v="3953" actId="20577"/>
          <ac:spMkLst>
            <pc:docMk/>
            <pc:sldMk cId="501976108" sldId="761"/>
            <ac:spMk id="3" creationId="{D21E5058-C75F-65CD-A7C4-FAA29D19DACC}"/>
          </ac:spMkLst>
        </pc:spChg>
        <pc:spChg chg="add mod">
          <ac:chgData name="Laurianne Estrada" userId="877d0e272dd2d022" providerId="LiveId" clId="{040CF046-855B-40D4-AA10-B18205945E28}" dt="2026-02-09T18:12:56.825" v="1596"/>
          <ac:spMkLst>
            <pc:docMk/>
            <pc:sldMk cId="501976108" sldId="761"/>
            <ac:spMk id="11" creationId="{A1D028A4-FCF1-7197-49A9-484782A5A7D5}"/>
          </ac:spMkLst>
        </pc:spChg>
        <pc:spChg chg="add del mod">
          <ac:chgData name="Laurianne Estrada" userId="877d0e272dd2d022" providerId="LiveId" clId="{040CF046-855B-40D4-AA10-B18205945E28}" dt="2026-02-10T18:29:32.832" v="3213" actId="478"/>
          <ac:spMkLst>
            <pc:docMk/>
            <pc:sldMk cId="501976108" sldId="761"/>
            <ac:spMk id="12" creationId="{D408DE38-690F-A797-39F1-53C0AF6D6E9C}"/>
          </ac:spMkLst>
        </pc:spChg>
        <pc:spChg chg="add mod">
          <ac:chgData name="Laurianne Estrada" userId="877d0e272dd2d022" providerId="LiveId" clId="{040CF046-855B-40D4-AA10-B18205945E28}" dt="2026-02-09T18:12:56.825" v="1596"/>
          <ac:spMkLst>
            <pc:docMk/>
            <pc:sldMk cId="501976108" sldId="761"/>
            <ac:spMk id="13" creationId="{69E01A20-7CD8-A811-7E18-B0A9F333DD8A}"/>
          </ac:spMkLst>
        </pc:spChg>
        <pc:spChg chg="add del mod">
          <ac:chgData name="Laurianne Estrada" userId="877d0e272dd2d022" providerId="LiveId" clId="{040CF046-855B-40D4-AA10-B18205945E28}" dt="2026-02-10T18:28:40.852" v="3186" actId="21"/>
          <ac:spMkLst>
            <pc:docMk/>
            <pc:sldMk cId="501976108" sldId="761"/>
            <ac:spMk id="16" creationId="{FBEF9A54-205E-22E9-39B8-8D9EA3379A1B}"/>
          </ac:spMkLst>
        </pc:spChg>
        <pc:spChg chg="add mod">
          <ac:chgData name="Laurianne Estrada" userId="877d0e272dd2d022" providerId="LiveId" clId="{040CF046-855B-40D4-AA10-B18205945E28}" dt="2026-02-10T18:52:12.827" v="3957" actId="20577"/>
          <ac:spMkLst>
            <pc:docMk/>
            <pc:sldMk cId="501976108" sldId="761"/>
            <ac:spMk id="19" creationId="{9C19FB68-ECBF-C5C6-0608-24BFD3518DFC}"/>
          </ac:spMkLst>
        </pc:spChg>
        <pc:spChg chg="add mod">
          <ac:chgData name="Laurianne Estrada" userId="877d0e272dd2d022" providerId="LiveId" clId="{040CF046-855B-40D4-AA10-B18205945E28}" dt="2026-02-10T18:52:06.180" v="3955" actId="20577"/>
          <ac:spMkLst>
            <pc:docMk/>
            <pc:sldMk cId="501976108" sldId="761"/>
            <ac:spMk id="20" creationId="{741A3AE2-F446-2C27-51E8-AC1B99F86097}"/>
          </ac:spMkLst>
        </pc:spChg>
        <pc:spChg chg="add mod">
          <ac:chgData name="Laurianne Estrada" userId="877d0e272dd2d022" providerId="LiveId" clId="{040CF046-855B-40D4-AA10-B18205945E28}" dt="2026-02-11T15:03:41.653" v="4694" actId="20577"/>
          <ac:spMkLst>
            <pc:docMk/>
            <pc:sldMk cId="501976108" sldId="761"/>
            <ac:spMk id="21" creationId="{C069F978-00C8-0AD8-510D-38601B53376F}"/>
          </ac:spMkLst>
        </pc:spChg>
        <pc:spChg chg="add mod">
          <ac:chgData name="Laurianne Estrada" userId="877d0e272dd2d022" providerId="LiveId" clId="{040CF046-855B-40D4-AA10-B18205945E28}" dt="2026-02-10T18:31:34.736" v="3275" actId="1076"/>
          <ac:spMkLst>
            <pc:docMk/>
            <pc:sldMk cId="501976108" sldId="761"/>
            <ac:spMk id="24" creationId="{0E80BBB6-C3C4-0D5C-BC18-8966A754D45B}"/>
          </ac:spMkLst>
        </pc:spChg>
        <pc:spChg chg="add mod">
          <ac:chgData name="Laurianne Estrada" userId="877d0e272dd2d022" providerId="LiveId" clId="{040CF046-855B-40D4-AA10-B18205945E28}" dt="2026-02-10T18:31:34.736" v="3275" actId="1076"/>
          <ac:spMkLst>
            <pc:docMk/>
            <pc:sldMk cId="501976108" sldId="761"/>
            <ac:spMk id="25" creationId="{EE5535E6-649D-9540-96B8-423785581717}"/>
          </ac:spMkLst>
        </pc:spChg>
        <pc:graphicFrameChg chg="add del mod modGraphic">
          <ac:chgData name="Laurianne Estrada" userId="877d0e272dd2d022" providerId="LiveId" clId="{040CF046-855B-40D4-AA10-B18205945E28}" dt="2026-02-10T18:28:40.852" v="3186" actId="21"/>
          <ac:graphicFrameMkLst>
            <pc:docMk/>
            <pc:sldMk cId="501976108" sldId="761"/>
            <ac:graphicFrameMk id="5" creationId="{663B8BA2-82A7-91C5-E9DC-F5F63A31B615}"/>
          </ac:graphicFrameMkLst>
        </pc:graphicFrameChg>
        <pc:graphicFrameChg chg="add mod modGraphic">
          <ac:chgData name="Laurianne Estrada" userId="877d0e272dd2d022" providerId="LiveId" clId="{040CF046-855B-40D4-AA10-B18205945E28}" dt="2026-02-10T18:30:50.459" v="3229" actId="1076"/>
          <ac:graphicFrameMkLst>
            <pc:docMk/>
            <pc:sldMk cId="501976108" sldId="761"/>
            <ac:graphicFrameMk id="22" creationId="{07FA6363-E8BF-D97C-BAD7-E8647032D8EE}"/>
          </ac:graphicFrameMkLst>
        </pc:graphicFrameChg>
      </pc:sldChg>
      <pc:sldChg chg="addSp delSp modSp new mod addAnim delAnim modAnim">
        <pc:chgData name="Laurianne Estrada" userId="877d0e272dd2d022" providerId="LiveId" clId="{040CF046-855B-40D4-AA10-B18205945E28}" dt="2026-02-11T15:05:40.346" v="4765"/>
        <pc:sldMkLst>
          <pc:docMk/>
          <pc:sldMk cId="858915133" sldId="762"/>
        </pc:sldMkLst>
        <pc:spChg chg="mod">
          <ac:chgData name="Laurianne Estrada" userId="877d0e272dd2d022" providerId="LiveId" clId="{040CF046-855B-40D4-AA10-B18205945E28}" dt="2026-02-10T18:58:14.446" v="4093" actId="20577"/>
          <ac:spMkLst>
            <pc:docMk/>
            <pc:sldMk cId="858915133" sldId="762"/>
            <ac:spMk id="2" creationId="{4D4DFB29-5B3F-8E50-49BA-AB5790B3995E}"/>
          </ac:spMkLst>
        </pc:spChg>
        <pc:spChg chg="add mod">
          <ac:chgData name="Laurianne Estrada" userId="877d0e272dd2d022" providerId="LiveId" clId="{040CF046-855B-40D4-AA10-B18205945E28}" dt="2026-02-11T15:04:20.769" v="4731" actId="1035"/>
          <ac:spMkLst>
            <pc:docMk/>
            <pc:sldMk cId="858915133" sldId="762"/>
            <ac:spMk id="3" creationId="{9C30F6DC-DAE9-53B1-1708-B77E8FE6CC1E}"/>
          </ac:spMkLst>
        </pc:spChg>
        <pc:spChg chg="add mod">
          <ac:chgData name="Laurianne Estrada" userId="877d0e272dd2d022" providerId="LiveId" clId="{040CF046-855B-40D4-AA10-B18205945E28}" dt="2026-02-11T15:04:20.769" v="4731" actId="1035"/>
          <ac:spMkLst>
            <pc:docMk/>
            <pc:sldMk cId="858915133" sldId="762"/>
            <ac:spMk id="6" creationId="{4C7F1CDB-E90D-8A81-7D03-19C7C877AA44}"/>
          </ac:spMkLst>
        </pc:spChg>
        <pc:spChg chg="add mod">
          <ac:chgData name="Laurianne Estrada" userId="877d0e272dd2d022" providerId="LiveId" clId="{040CF046-855B-40D4-AA10-B18205945E28}" dt="2026-02-11T15:05:03.523" v="4761" actId="1076"/>
          <ac:spMkLst>
            <pc:docMk/>
            <pc:sldMk cId="858915133" sldId="762"/>
            <ac:spMk id="7" creationId="{DA4E94F3-D3AB-AC88-1B5E-A74272E6A748}"/>
          </ac:spMkLst>
        </pc:spChg>
        <pc:spChg chg="add mod">
          <ac:chgData name="Laurianne Estrada" userId="877d0e272dd2d022" providerId="LiveId" clId="{040CF046-855B-40D4-AA10-B18205945E28}" dt="2026-02-11T15:04:20.769" v="4731" actId="1035"/>
          <ac:spMkLst>
            <pc:docMk/>
            <pc:sldMk cId="858915133" sldId="762"/>
            <ac:spMk id="8" creationId="{FA56EDCA-35C8-D281-94F5-1968DFB57C2E}"/>
          </ac:spMkLst>
        </pc:spChg>
        <pc:spChg chg="add mod">
          <ac:chgData name="Laurianne Estrada" userId="877d0e272dd2d022" providerId="LiveId" clId="{040CF046-855B-40D4-AA10-B18205945E28}" dt="2026-02-11T15:04:20.769" v="4731" actId="1035"/>
          <ac:spMkLst>
            <pc:docMk/>
            <pc:sldMk cId="858915133" sldId="762"/>
            <ac:spMk id="9" creationId="{519D404D-648A-F90E-BAAF-452C5587F8A8}"/>
          </ac:spMkLst>
        </pc:spChg>
        <pc:spChg chg="add mod">
          <ac:chgData name="Laurianne Estrada" userId="877d0e272dd2d022" providerId="LiveId" clId="{040CF046-855B-40D4-AA10-B18205945E28}" dt="2026-02-11T15:04:20.769" v="4731" actId="1035"/>
          <ac:spMkLst>
            <pc:docMk/>
            <pc:sldMk cId="858915133" sldId="762"/>
            <ac:spMk id="10" creationId="{15532952-C94F-BCD3-7009-DC9D62B2FDE9}"/>
          </ac:spMkLst>
        </pc:spChg>
        <pc:spChg chg="add mod">
          <ac:chgData name="Laurianne Estrada" userId="877d0e272dd2d022" providerId="LiveId" clId="{040CF046-855B-40D4-AA10-B18205945E28}" dt="2026-02-11T15:05:03.523" v="4761" actId="1076"/>
          <ac:spMkLst>
            <pc:docMk/>
            <pc:sldMk cId="858915133" sldId="762"/>
            <ac:spMk id="11" creationId="{EC91BCA3-CF53-11CB-DB9E-B3B522656F32}"/>
          </ac:spMkLst>
        </pc:spChg>
        <pc:spChg chg="add mod">
          <ac:chgData name="Laurianne Estrada" userId="877d0e272dd2d022" providerId="LiveId" clId="{040CF046-855B-40D4-AA10-B18205945E28}" dt="2026-02-11T15:04:20.769" v="4731" actId="1035"/>
          <ac:spMkLst>
            <pc:docMk/>
            <pc:sldMk cId="858915133" sldId="762"/>
            <ac:spMk id="13" creationId="{A6357F6D-5F69-4657-AE09-EAE86D9E5620}"/>
          </ac:spMkLst>
        </pc:spChg>
        <pc:spChg chg="add mod">
          <ac:chgData name="Laurianne Estrada" userId="877d0e272dd2d022" providerId="LiveId" clId="{040CF046-855B-40D4-AA10-B18205945E28}" dt="2026-02-11T15:04:58.712" v="4760" actId="1076"/>
          <ac:spMkLst>
            <pc:docMk/>
            <pc:sldMk cId="858915133" sldId="762"/>
            <ac:spMk id="14" creationId="{8E0180C1-2852-9C53-AE93-19E67A03A099}"/>
          </ac:spMkLst>
        </pc:spChg>
        <pc:graphicFrameChg chg="add mod modGraphic">
          <ac:chgData name="Laurianne Estrada" userId="877d0e272dd2d022" providerId="LiveId" clId="{040CF046-855B-40D4-AA10-B18205945E28}" dt="2026-02-10T18:53:56.141" v="4011" actId="1076"/>
          <ac:graphicFrameMkLst>
            <pc:docMk/>
            <pc:sldMk cId="858915133" sldId="762"/>
            <ac:graphicFrameMk id="5" creationId="{ABEEB782-B1BC-A145-ED5E-8D8595E6600C}"/>
          </ac:graphicFrameMkLst>
        </pc:graphicFrameChg>
        <pc:cxnChg chg="add mod">
          <ac:chgData name="Laurianne Estrada" userId="877d0e272dd2d022" providerId="LiveId" clId="{040CF046-855B-40D4-AA10-B18205945E28}" dt="2026-02-11T15:05:03.523" v="4761" actId="1076"/>
          <ac:cxnSpMkLst>
            <pc:docMk/>
            <pc:sldMk cId="858915133" sldId="762"/>
            <ac:cxnSpMk id="12" creationId="{3C108061-B826-49E1-BB64-3E31AEB4775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9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NF270 DATA2: concentration of KCl in chi calculation was set to 10mM but was supposed to be 1mM. That is why the paper says -140mM but here it says -44mM.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54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Mackie &amp; Meares model: 1) polymer chains are hard obstacles and the ion must diffuse around these through the water volume pockets (tortuosity). 2) no specific interactions. 3) uniform swelling. 4) small, simple ions (Na+, Cl-). 5) polymer chains arranged in a cubic lattice.</a:t>
            </a:r>
          </a:p>
          <a:p>
            <a:endParaRPr lang="en-US" dirty="0"/>
          </a:p>
          <a:p>
            <a:r>
              <a:rPr lang="en-US" dirty="0"/>
              <a:t>Stuck at solving the system of equations for </a:t>
            </a:r>
            <a:r>
              <a:rPr lang="en-US" dirty="0" err="1"/>
              <a:t>c,int</a:t>
            </a:r>
            <a:r>
              <a:rPr lang="en-US" dirty="0"/>
              <a:t>. Will be working through this as next steps, but generally this is the current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27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89A7-1099-2EFA-1877-4A1EF1AF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27182-6194-AE56-AC49-CC6490430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934FA-49EE-C23D-85B3-46888379E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004E7-2003-015A-24D2-EFA03E36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3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25ECE-DF27-6C95-A4DA-4C0F90B2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AD6D8-2B20-FEDE-3477-93221851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8357B-44FC-A53F-7FDF-06BA64849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78443-A8D8-E640-EE92-24CB23E97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6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2/23/2026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2/23/2026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2/23/2026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6.svg"/><Relationship Id="rId21" Type="http://schemas.openxmlformats.org/officeDocument/2006/relationships/image" Target="../media/image23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svg"/><Relationship Id="rId15" Type="http://schemas.openxmlformats.org/officeDocument/2006/relationships/image" Target="../media/image17.png"/><Relationship Id="rId10" Type="http://schemas.openxmlformats.org/officeDocument/2006/relationships/image" Target="../media/image13.sv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5.xml"/><Relationship Id="rId11" Type="http://schemas.openxmlformats.org/officeDocument/2006/relationships/image" Target="../media/image280.png"/><Relationship Id="rId15" Type="http://schemas.openxmlformats.org/officeDocument/2006/relationships/image" Target="../media/image12.png"/><Relationship Id="rId10" Type="http://schemas.openxmlformats.org/officeDocument/2006/relationships/image" Target="../media/image270.png"/><Relationship Id="rId4" Type="http://schemas.openxmlformats.org/officeDocument/2006/relationships/image" Target="../media/image6.svg"/><Relationship Id="rId9" Type="http://schemas.openxmlformats.org/officeDocument/2006/relationships/image" Target="../media/image260.png"/><Relationship Id="rId1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.png"/><Relationship Id="rId5" Type="http://schemas.openxmlformats.org/officeDocument/2006/relationships/image" Target="../media/image400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295400"/>
            <a:ext cx="11582400" cy="3372485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Investigating the Impact of Multicomponent Interactions on Solute Transport via High-Throughput Experiments</a:t>
            </a:r>
            <a:endParaRPr lang="en-US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76200" y="5715000"/>
            <a:ext cx="9220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Laurianne Estrada, Jonathan A. Ouimet, Keshav K. Rangan, Shammah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Lilonfe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Molly Dougher, Zhicheng Lu, Alexander Dowling, William Phillip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2.11.26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E521-5707-D1E3-B910-1DD6C19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400"/>
            <a:ext cx="9874315" cy="639233"/>
          </a:xfrm>
        </p:spPr>
        <p:txBody>
          <a:bodyPr/>
          <a:lstStyle/>
          <a:p>
            <a:r>
              <a:rPr lang="en-US" dirty="0"/>
              <a:t>Figure S1 – Membrane Transport Schematic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89AAA-BB9C-A1C7-D30D-E6CBE31CD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6B6E2-3E4C-AE09-CD0A-161B5E1A8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8121715" cy="5133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0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536A-E2E5-AF03-475E-CDF6B0BE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18607"/>
            <a:ext cx="10058400" cy="639233"/>
          </a:xfrm>
        </p:spPr>
        <p:txBody>
          <a:bodyPr/>
          <a:lstStyle/>
          <a:p>
            <a:r>
              <a:rPr lang="en-US" sz="4400" b="1" dirty="0"/>
              <a:t>Transport and Thermodynamic Equations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5686C-CA0B-B59D-60AE-A6D7D3F91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3</a:t>
            </a:fld>
            <a:endParaRPr lang="en-US" alt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605349-CDC6-27E7-9122-5F0A82F55907}"/>
              </a:ext>
            </a:extLst>
          </p:cNvPr>
          <p:cNvGrpSpPr/>
          <p:nvPr/>
        </p:nvGrpSpPr>
        <p:grpSpPr>
          <a:xfrm>
            <a:off x="76200" y="2546372"/>
            <a:ext cx="2819400" cy="685800"/>
            <a:chOff x="152400" y="3000408"/>
            <a:chExt cx="2819400" cy="685800"/>
          </a:xfrm>
        </p:grpSpPr>
        <p:pic>
          <p:nvPicPr>
            <p:cNvPr id="26" name="Graphic 25" descr="Badge outline">
              <a:extLst>
                <a:ext uri="{FF2B5EF4-FFF2-40B4-BE49-F238E27FC236}">
                  <a16:creationId xmlns:a16="http://schemas.microsoft.com/office/drawing/2014/main" id="{79B2C997-70E7-4E4B-E5B6-3C62ED54E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400" y="3000408"/>
              <a:ext cx="685800" cy="6858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21C028-1907-ED00-4FD0-3753E623C08C}"/>
                </a:ext>
              </a:extLst>
            </p:cNvPr>
            <p:cNvSpPr txBox="1"/>
            <p:nvPr/>
          </p:nvSpPr>
          <p:spPr>
            <a:xfrm>
              <a:off x="762000" y="3112475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Boundary Layer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CCFD95-9F08-A6DB-4E7F-B8A9465AF74E}"/>
              </a:ext>
            </a:extLst>
          </p:cNvPr>
          <p:cNvGrpSpPr/>
          <p:nvPr/>
        </p:nvGrpSpPr>
        <p:grpSpPr>
          <a:xfrm>
            <a:off x="76200" y="4064027"/>
            <a:ext cx="5638800" cy="943064"/>
            <a:chOff x="3886200" y="4419600"/>
            <a:chExt cx="5638800" cy="943064"/>
          </a:xfrm>
        </p:grpSpPr>
        <p:pic>
          <p:nvPicPr>
            <p:cNvPr id="29" name="Graphic 28" descr="Badge 3 outline">
              <a:extLst>
                <a:ext uri="{FF2B5EF4-FFF2-40B4-BE49-F238E27FC236}">
                  <a16:creationId xmlns:a16="http://schemas.microsoft.com/office/drawing/2014/main" id="{BA726014-B565-1406-274E-58D4985F7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86200" y="4419600"/>
              <a:ext cx="685800" cy="685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AFE3A7-C0BB-5BD5-A14E-0E57DDC5373A}"/>
                    </a:ext>
                  </a:extLst>
                </p:cNvPr>
                <p:cNvSpPr txBox="1"/>
                <p:nvPr/>
              </p:nvSpPr>
              <p:spPr>
                <a:xfrm>
                  <a:off x="4501515" y="4531667"/>
                  <a:ext cx="502348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Membrane: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𝜒</m:t>
                      </m:r>
                    </m:oMath>
                  </a14:m>
                  <a:r>
                    <a:rPr lang="en-US" sz="2400" dirty="0"/>
                    <a:t> is found in each term</a:t>
                  </a: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AFE3A7-C0BB-5BD5-A14E-0E57DDC53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1515" y="4531667"/>
                  <a:ext cx="5023485" cy="830997"/>
                </a:xfrm>
                <a:prstGeom prst="rect">
                  <a:avLst/>
                </a:prstGeom>
                <a:blipFill>
                  <a:blip r:embed="rId6"/>
                  <a:stretch>
                    <a:fillRect l="-1818" t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C7F297-9A82-62EA-7E1E-0C70816BD9B8}"/>
              </a:ext>
            </a:extLst>
          </p:cNvPr>
          <p:cNvGrpSpPr/>
          <p:nvPr/>
        </p:nvGrpSpPr>
        <p:grpSpPr>
          <a:xfrm>
            <a:off x="76200" y="1065983"/>
            <a:ext cx="2590800" cy="692182"/>
            <a:chOff x="76200" y="1065983"/>
            <a:chExt cx="2590800" cy="692182"/>
          </a:xfrm>
        </p:grpSpPr>
        <p:pic>
          <p:nvPicPr>
            <p:cNvPr id="32" name="Graphic 31" descr="Badge 1 outline">
              <a:extLst>
                <a:ext uri="{FF2B5EF4-FFF2-40B4-BE49-F238E27FC236}">
                  <a16:creationId xmlns:a16="http://schemas.microsoft.com/office/drawing/2014/main" id="{DD311163-FF0C-8529-5DF2-691250FD0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200" y="1065983"/>
              <a:ext cx="685800" cy="6858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F98996-6F1D-A610-F2FA-8A91ACC5495D}"/>
                </a:ext>
              </a:extLst>
            </p:cNvPr>
            <p:cNvSpPr txBox="1"/>
            <p:nvPr/>
          </p:nvSpPr>
          <p:spPr>
            <a:xfrm>
              <a:off x="1371600" y="1158214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Bulk</a:t>
              </a:r>
            </a:p>
          </p:txBody>
        </p:sp>
        <p:pic>
          <p:nvPicPr>
            <p:cNvPr id="34" name="Graphic 33" descr="Badge 4 outline">
              <a:extLst>
                <a:ext uri="{FF2B5EF4-FFF2-40B4-BE49-F238E27FC236}">
                  <a16:creationId xmlns:a16="http://schemas.microsoft.com/office/drawing/2014/main" id="{E379B6C6-3850-A29E-7ECB-DB20F6BF4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85800" y="1072365"/>
              <a:ext cx="685800" cy="6858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C9DEA4-0BDF-BF11-D9B5-1320C3082336}"/>
                  </a:ext>
                </a:extLst>
              </p:cNvPr>
              <p:cNvSpPr txBox="1"/>
              <p:nvPr/>
            </p:nvSpPr>
            <p:spPr>
              <a:xfrm>
                <a:off x="-381000" y="1852343"/>
                <a:ext cx="4581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C9DEA4-0BDF-BF11-D9B5-1320C3082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00" y="1852343"/>
                <a:ext cx="4581939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9C159B-74FB-EFA6-C3C8-328F590985C0}"/>
                  </a:ext>
                </a:extLst>
              </p:cNvPr>
              <p:cNvSpPr txBox="1"/>
              <p:nvPr/>
            </p:nvSpPr>
            <p:spPr>
              <a:xfrm>
                <a:off x="4229100" y="1852343"/>
                <a:ext cx="4581939" cy="37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9C159B-74FB-EFA6-C3C8-328F59098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0" y="1852343"/>
                <a:ext cx="4581939" cy="376450"/>
              </a:xfrm>
              <a:prstGeom prst="rect">
                <a:avLst/>
              </a:prstGeom>
              <a:blipFill>
                <a:blip r:embed="rId1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881C07-B892-7AFB-EC17-9026BFF250FF}"/>
                  </a:ext>
                </a:extLst>
              </p:cNvPr>
              <p:cNvSpPr txBox="1"/>
              <p:nvPr/>
            </p:nvSpPr>
            <p:spPr>
              <a:xfrm>
                <a:off x="8839200" y="1852343"/>
                <a:ext cx="36397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881C07-B892-7AFB-EC17-9026BFF25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1852343"/>
                <a:ext cx="3639709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2E00DB2-16A0-9118-7F4A-77962D987C79}"/>
                  </a:ext>
                </a:extLst>
              </p:cNvPr>
              <p:cNvSpPr txBox="1"/>
              <p:nvPr/>
            </p:nvSpPr>
            <p:spPr>
              <a:xfrm>
                <a:off x="-209550" y="3439741"/>
                <a:ext cx="4381500" cy="3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2E00DB2-16A0-9118-7F4A-77962D987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9550" y="3439741"/>
                <a:ext cx="4381500" cy="398827"/>
              </a:xfrm>
              <a:prstGeom prst="rect">
                <a:avLst/>
              </a:prstGeom>
              <a:blipFill>
                <a:blip r:embed="rId1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73070E-3186-E07D-81CE-647BFAEE0AE5}"/>
                  </a:ext>
                </a:extLst>
              </p:cNvPr>
              <p:cNvSpPr txBox="1"/>
              <p:nvPr/>
            </p:nvSpPr>
            <p:spPr>
              <a:xfrm>
                <a:off x="4030399" y="3439741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73070E-3186-E07D-81CE-647BFAEE0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399" y="3439741"/>
                <a:ext cx="4295030" cy="399148"/>
              </a:xfrm>
              <a:prstGeom prst="rect">
                <a:avLst/>
              </a:prstGeom>
              <a:blipFill>
                <a:blip r:embed="rId1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62CC86-ADE0-F4DB-791D-8FB6665DF1FE}"/>
                  </a:ext>
                </a:extLst>
              </p:cNvPr>
              <p:cNvSpPr txBox="1"/>
              <p:nvPr/>
            </p:nvSpPr>
            <p:spPr>
              <a:xfrm>
                <a:off x="8183879" y="3439741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62CC86-ADE0-F4DB-791D-8FB6665D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879" y="3439741"/>
                <a:ext cx="4295030" cy="399148"/>
              </a:xfrm>
              <a:prstGeom prst="rect">
                <a:avLst/>
              </a:prstGeom>
              <a:blipFill>
                <a:blip r:embed="rId1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E548D6-C1DE-4451-474E-DC8E4C066832}"/>
                  </a:ext>
                </a:extLst>
              </p:cNvPr>
              <p:cNvSpPr txBox="1"/>
              <p:nvPr/>
            </p:nvSpPr>
            <p:spPr>
              <a:xfrm>
                <a:off x="-438150" y="4874535"/>
                <a:ext cx="4581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E548D6-C1DE-4451-474E-DC8E4C06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8150" y="4874535"/>
                <a:ext cx="4581939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128F481-B36E-7998-933E-34E731DAA80B}"/>
                  </a:ext>
                </a:extLst>
              </p:cNvPr>
              <p:cNvSpPr txBox="1"/>
              <p:nvPr/>
            </p:nvSpPr>
            <p:spPr>
              <a:xfrm>
                <a:off x="4171950" y="4874535"/>
                <a:ext cx="4581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128F481-B36E-7998-933E-34E731DAA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50" y="4874535"/>
                <a:ext cx="4581939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9E6639-0F4F-A4A2-FF3B-5BDBEEA0B95A}"/>
                  </a:ext>
                </a:extLst>
              </p:cNvPr>
              <p:cNvSpPr txBox="1"/>
              <p:nvPr/>
            </p:nvSpPr>
            <p:spPr>
              <a:xfrm>
                <a:off x="8782050" y="4874535"/>
                <a:ext cx="36397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9E6639-0F4F-A4A2-FF3B-5BDBEEA0B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050" y="4874535"/>
                <a:ext cx="3639709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22BD09F-D9AE-A4AD-F00F-781E05A1768A}"/>
              </a:ext>
            </a:extLst>
          </p:cNvPr>
          <p:cNvSpPr txBox="1"/>
          <p:nvPr/>
        </p:nvSpPr>
        <p:spPr>
          <a:xfrm>
            <a:off x="9702800" y="1018933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cations, one anion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9CC379-E9E7-CB25-E349-4FFC57B2B80C}"/>
                  </a:ext>
                </a:extLst>
              </p:cNvPr>
              <p:cNvSpPr txBox="1"/>
              <p:nvPr/>
            </p:nvSpPr>
            <p:spPr>
              <a:xfrm>
                <a:off x="2194560" y="5492182"/>
                <a:ext cx="3522980" cy="787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9CC379-E9E7-CB25-E349-4FFC57B2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5492182"/>
                <a:ext cx="3522980" cy="787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C2925B-D4C7-6783-CD7B-0D0DA7FD2F08}"/>
                  </a:ext>
                </a:extLst>
              </p:cNvPr>
              <p:cNvSpPr txBox="1"/>
              <p:nvPr/>
            </p:nvSpPr>
            <p:spPr>
              <a:xfrm>
                <a:off x="6474462" y="5492181"/>
                <a:ext cx="3256280" cy="787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C2925B-D4C7-6783-CD7B-0D0DA7FD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462" y="5492181"/>
                <a:ext cx="3256280" cy="787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6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72D2-31E4-7D44-29DB-36C733C1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6558"/>
            <a:ext cx="8940800" cy="639233"/>
          </a:xfrm>
        </p:spPr>
        <p:txBody>
          <a:bodyPr/>
          <a:lstStyle/>
          <a:p>
            <a:r>
              <a:rPr lang="en-US" b="1" dirty="0"/>
              <a:t>Back-of-the-Envelope Calculations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1C848-80A9-D536-53C4-2A5C0F03A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9CFA32C-5FA1-3250-A91E-6344D30E25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3842660"/>
                  </p:ext>
                </p:extLst>
              </p:nvPr>
            </p:nvGraphicFramePr>
            <p:xfrm>
              <a:off x="304800" y="1571507"/>
              <a:ext cx="6629400" cy="368629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179490">
                      <a:extLst>
                        <a:ext uri="{9D8B030D-6E8A-4147-A177-3AD203B41FA5}">
                          <a16:colId xmlns:a16="http://schemas.microsoft.com/office/drawing/2014/main" val="3782194072"/>
                        </a:ext>
                      </a:extLst>
                    </a:gridCol>
                    <a:gridCol w="2269720">
                      <a:extLst>
                        <a:ext uri="{9D8B030D-6E8A-4147-A177-3AD203B41FA5}">
                          <a16:colId xmlns:a16="http://schemas.microsoft.com/office/drawing/2014/main" val="2546555668"/>
                        </a:ext>
                      </a:extLst>
                    </a:gridCol>
                    <a:gridCol w="2180190">
                      <a:extLst>
                        <a:ext uri="{9D8B030D-6E8A-4147-A177-3AD203B41FA5}">
                          <a16:colId xmlns:a16="http://schemas.microsoft.com/office/drawing/2014/main" val="4032464875"/>
                        </a:ext>
                      </a:extLst>
                    </a:gridCol>
                  </a:tblGrid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Reasonable Estimates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3099260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membrane charge density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40701165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584057514"/>
                      </a:ext>
                    </a:extLst>
                  </a:tr>
                  <a:tr h="24426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23914212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04204983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boundary layer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4460352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boundary layer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98116296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boundary layer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41908"/>
                      </a:ext>
                    </a:extLst>
                  </a:tr>
                  <a:tr h="270206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𝑖𝑛𝑡</m:t>
                                    </m:r>
                                  </m:sup>
                                </m:sSubSup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00400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0475272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0420562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62848313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>
                              <a:effectLst/>
                            </a:rPr>
                            <a:t> 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8988641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49482281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142221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9CFA32C-5FA1-3250-A91E-6344D30E25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3842660"/>
                  </p:ext>
                </p:extLst>
              </p:nvPr>
            </p:nvGraphicFramePr>
            <p:xfrm>
              <a:off x="304800" y="1571507"/>
              <a:ext cx="6629400" cy="368629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179490">
                      <a:extLst>
                        <a:ext uri="{9D8B030D-6E8A-4147-A177-3AD203B41FA5}">
                          <a16:colId xmlns:a16="http://schemas.microsoft.com/office/drawing/2014/main" val="3782194072"/>
                        </a:ext>
                      </a:extLst>
                    </a:gridCol>
                    <a:gridCol w="2269720">
                      <a:extLst>
                        <a:ext uri="{9D8B030D-6E8A-4147-A177-3AD203B41FA5}">
                          <a16:colId xmlns:a16="http://schemas.microsoft.com/office/drawing/2014/main" val="2546555668"/>
                        </a:ext>
                      </a:extLst>
                    </a:gridCol>
                    <a:gridCol w="2180190">
                      <a:extLst>
                        <a:ext uri="{9D8B030D-6E8A-4147-A177-3AD203B41FA5}">
                          <a16:colId xmlns:a16="http://schemas.microsoft.com/office/drawing/2014/main" val="4032464875"/>
                        </a:ext>
                      </a:extLst>
                    </a:gridCol>
                  </a:tblGrid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Reasonable Estimates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3099260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559" t="-112500" r="-204469" b="-1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96774" t="-112500" r="-96774" b="-1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04469" t="-112500" r="-559" b="-1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0701165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212500" r="-204469" b="-1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212500" r="-96774" b="-1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212500" r="-559" b="-1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057514"/>
                      </a:ext>
                    </a:extLst>
                  </a:tr>
                  <a:tr h="2442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312500" r="-204469" b="-1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312500" r="-96774" b="-1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312500" r="-559" b="-1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3914212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383721" r="-204469" b="-9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383721" r="-96774" b="-9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383721" r="-559" b="-946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4204983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483721" r="-204469" b="-8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483721" r="-96774" b="-846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483721" r="-559" b="-846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460352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570455" r="-204469" b="-7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570455" r="-96774" b="-7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570455" r="-559" b="-7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116296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670455" r="-204469" b="-6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670455" r="-96774" b="-6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670455" r="-559" b="-6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41908"/>
                      </a:ext>
                    </a:extLst>
                  </a:tr>
                  <a:tr h="2702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770455" r="-204469" b="-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770455" r="-96774" b="-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770455" r="-559" b="-5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00400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982051" r="-204469" b="-4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982051" r="-96774" b="-4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982051" r="-559" b="-49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475272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110526" r="-204469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1110526" r="-96774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0420562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62848313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310526" r="-204469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>
                              <a:effectLst/>
                            </a:rPr>
                            <a:t> 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8988641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374359" r="-204469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49482281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513158" r="-204469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1422210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42DE29-068C-84CD-F179-A91D2FEF1D65}"/>
                  </a:ext>
                </a:extLst>
              </p:cNvPr>
              <p:cNvSpPr txBox="1"/>
              <p:nvPr/>
            </p:nvSpPr>
            <p:spPr>
              <a:xfrm>
                <a:off x="7696200" y="1981200"/>
                <a:ext cx="3886200" cy="2358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Calculate the </a:t>
                </a:r>
                <a:r>
                  <a:rPr lang="en-US" i="1" dirty="0"/>
                  <a:t>reasonable estimates</a:t>
                </a:r>
                <a:r>
                  <a:rPr lang="en-US" dirty="0"/>
                  <a:t> parameters.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χ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int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the unknowns.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42DE29-068C-84CD-F179-A91D2FEF1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1981200"/>
                <a:ext cx="3886200" cy="2358081"/>
              </a:xfrm>
              <a:prstGeom prst="rect">
                <a:avLst/>
              </a:prstGeom>
              <a:blipFill>
                <a:blip r:embed="rId4"/>
                <a:stretch>
                  <a:fillRect l="-1413" t="-1292" b="-3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93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0250-FC14-679D-F096-761B3313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"/>
            <a:ext cx="8940800" cy="639233"/>
          </a:xfrm>
        </p:spPr>
        <p:txBody>
          <a:bodyPr/>
          <a:lstStyle/>
          <a:p>
            <a:r>
              <a:rPr lang="en-US" b="1" dirty="0"/>
              <a:t>Back-of-the-Envelope Calculations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44621-400E-60CF-091D-09594FFE4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34B2C-BE1B-E367-2D6A-0A9CAE1D2FDA}"/>
              </a:ext>
            </a:extLst>
          </p:cNvPr>
          <p:cNvSpPr txBox="1"/>
          <p:nvPr/>
        </p:nvSpPr>
        <p:spPr>
          <a:xfrm>
            <a:off x="304800" y="990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Experiment: </a:t>
            </a:r>
            <a:r>
              <a:rPr lang="en-US" b="1" dirty="0"/>
              <a:t>NF270_MC2_05.08.24_E1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31469-B65B-5127-2F7A-B891E8ECB4A5}"/>
              </a:ext>
            </a:extLst>
          </p:cNvPr>
          <p:cNvSpPr txBox="1"/>
          <p:nvPr/>
        </p:nvSpPr>
        <p:spPr>
          <a:xfrm>
            <a:off x="8153400" y="174601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vial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27E5B12-E81A-B64D-94B2-10303AE88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8319985"/>
                  </p:ext>
                </p:extLst>
              </p:nvPr>
            </p:nvGraphicFramePr>
            <p:xfrm>
              <a:off x="8153400" y="2115344"/>
              <a:ext cx="2438400" cy="3657599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288606211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446612720"/>
                        </a:ext>
                      </a:extLst>
                    </a:gridCol>
                  </a:tblGrid>
                  <a:tr h="192079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9305860"/>
                      </a:ext>
                    </a:extLst>
                  </a:tr>
                  <a:tr h="2255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7.07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52196521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10.30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350956703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27.67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239183366"/>
                      </a:ext>
                    </a:extLst>
                  </a:tr>
                  <a:tr h="43199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>
                              <a:effectLst/>
                            </a:rPr>
                            <a:t>2.56</a:t>
                          </a:r>
                          <a:endParaRPr lang="en-US" sz="1200" b="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74632586"/>
                      </a:ext>
                    </a:extLst>
                  </a:tr>
                  <a:tr h="43199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4.11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5800458"/>
                      </a:ext>
                    </a:extLst>
                  </a:tr>
                  <a:tr h="43199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10.78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7591884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</a:t>
                          </a:r>
                          <a:r>
                            <a:rPr lang="en-US" sz="1200" b="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</a:rPr>
                            <a:t>/s)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1.33e-9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23803363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</a:t>
                          </a:r>
                          <a:r>
                            <a:rPr lang="en-US" sz="1200" b="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</a:rPr>
                            <a:t>/s)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0.79e-9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16386882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</a:t>
                          </a:r>
                          <a:r>
                            <a:rPr lang="en-US" sz="1200" b="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</a:rPr>
                            <a:t>/s)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2.03e-9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764120094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(m</a:t>
                          </a:r>
                          <a:r>
                            <a:rPr lang="en-US" sz="1200" b="0" kern="100" baseline="30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/m</a:t>
                          </a:r>
                          <a:r>
                            <a:rPr lang="en-US" sz="1200" b="0" kern="100" baseline="30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*s)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9.11e-6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90068133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82135011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40862416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-1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976621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27E5B12-E81A-B64D-94B2-10303AE88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8319985"/>
                  </p:ext>
                </p:extLst>
              </p:nvPr>
            </p:nvGraphicFramePr>
            <p:xfrm>
              <a:off x="8153400" y="2115344"/>
              <a:ext cx="2438400" cy="3657599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288606211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446612720"/>
                        </a:ext>
                      </a:extLst>
                    </a:gridCol>
                  </a:tblGrid>
                  <a:tr h="192079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9305860"/>
                      </a:ext>
                    </a:extLst>
                  </a:tr>
                  <a:tr h="2255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498" t="-108108" r="-100498" b="-14621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7.07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52196521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220000" r="-100498" b="-144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10.30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350956703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311111" r="-100498" b="-13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27.67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239183366"/>
                      </a:ext>
                    </a:extLst>
                  </a:tr>
                  <a:tr h="431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208451" r="-100498" b="-5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>
                              <a:effectLst/>
                            </a:rPr>
                            <a:t>2.56</a:t>
                          </a:r>
                          <a:endParaRPr lang="en-US" sz="1200" b="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74632586"/>
                      </a:ext>
                    </a:extLst>
                  </a:tr>
                  <a:tr h="431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308451" r="-100498" b="-4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4.11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5800458"/>
                      </a:ext>
                    </a:extLst>
                  </a:tr>
                  <a:tr h="431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408451" r="-100498" b="-3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10.78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7591884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031429" r="-100498" b="-63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1.33e-9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23803363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100000" r="-10049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0.79e-9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16386882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234286" r="-100498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2.03e-9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764120094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297222" r="-100498" b="-3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9.11e-6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90068133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437143" r="-100498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82135011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494444" r="-100498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40862416"/>
                      </a:ext>
                    </a:extLst>
                  </a:tr>
                  <a:tr h="21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498" t="-1640000" r="-100498" b="-2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-1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9766219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3DEB95-EE4F-F12C-B0DF-4BCF5CEAF224}"/>
              </a:ext>
            </a:extLst>
          </p:cNvPr>
          <p:cNvSpPr txBox="1"/>
          <p:nvPr/>
        </p:nvSpPr>
        <p:spPr>
          <a:xfrm>
            <a:off x="304800" y="1371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Salts: NaCl, CaCl</a:t>
            </a:r>
            <a:r>
              <a:rPr lang="en-US" baseline="-250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427AB8-69AF-4332-C560-2FB56373ED5A}"/>
              </a:ext>
            </a:extLst>
          </p:cNvPr>
          <p:cNvSpPr txBox="1"/>
          <p:nvPr/>
        </p:nvSpPr>
        <p:spPr>
          <a:xfrm>
            <a:off x="609600" y="27432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 known parameters from experimental data</a:t>
            </a: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63B8BA2-82A7-91C5-E9DC-F5F63A31B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4265435"/>
                  </p:ext>
                </p:extLst>
              </p:nvPr>
            </p:nvGraphicFramePr>
            <p:xfrm>
              <a:off x="1981200" y="4864612"/>
              <a:ext cx="3352800" cy="124357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676136">
                      <a:extLst>
                        <a:ext uri="{9D8B030D-6E8A-4147-A177-3AD203B41FA5}">
                          <a16:colId xmlns:a16="http://schemas.microsoft.com/office/drawing/2014/main" val="26712308"/>
                        </a:ext>
                      </a:extLst>
                    </a:gridCol>
                    <a:gridCol w="1676664">
                      <a:extLst>
                        <a:ext uri="{9D8B030D-6E8A-4147-A177-3AD203B41FA5}">
                          <a16:colId xmlns:a16="http://schemas.microsoft.com/office/drawing/2014/main" val="686942321"/>
                        </a:ext>
                      </a:extLst>
                    </a:gridCol>
                  </a:tblGrid>
                  <a:tr h="28714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879471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-44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873067441"/>
                      </a:ext>
                    </a:extLst>
                  </a:tr>
                  <a:tr h="382149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100e-9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0067835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i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0.21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364711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63B8BA2-82A7-91C5-E9DC-F5F63A31B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4265435"/>
                  </p:ext>
                </p:extLst>
              </p:nvPr>
            </p:nvGraphicFramePr>
            <p:xfrm>
              <a:off x="1981200" y="4864612"/>
              <a:ext cx="3352800" cy="124357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676136">
                      <a:extLst>
                        <a:ext uri="{9D8B030D-6E8A-4147-A177-3AD203B41FA5}">
                          <a16:colId xmlns:a16="http://schemas.microsoft.com/office/drawing/2014/main" val="26712308"/>
                        </a:ext>
                      </a:extLst>
                    </a:gridCol>
                    <a:gridCol w="1676664">
                      <a:extLst>
                        <a:ext uri="{9D8B030D-6E8A-4147-A177-3AD203B41FA5}">
                          <a16:colId xmlns:a16="http://schemas.microsoft.com/office/drawing/2014/main" val="686942321"/>
                        </a:ext>
                      </a:extLst>
                    </a:gridCol>
                  </a:tblGrid>
                  <a:tr h="28714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879471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727" t="-117021" r="-101091" b="-240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-44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873067441"/>
                      </a:ext>
                    </a:extLst>
                  </a:tr>
                  <a:tr h="382149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100e-9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0067835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27" t="-351064" r="-101091" b="-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0.21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364711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BEF9A54-205E-22E9-39B8-8D9EA3379A1B}"/>
              </a:ext>
            </a:extLst>
          </p:cNvPr>
          <p:cNvSpPr txBox="1"/>
          <p:nvPr/>
        </p:nvSpPr>
        <p:spPr>
          <a:xfrm>
            <a:off x="609600" y="4223873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Calculate the reasonable estimate parameters from the literature.</a:t>
            </a:r>
            <a:endParaRPr lang="en-US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772DE8-FB6E-47B9-9605-49058CC00DFD}"/>
              </a:ext>
            </a:extLst>
          </p:cNvPr>
          <p:cNvCxnSpPr/>
          <p:nvPr/>
        </p:nvCxnSpPr>
        <p:spPr>
          <a:xfrm>
            <a:off x="5715000" y="2953266"/>
            <a:ext cx="22098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3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E531-DF4C-6819-058C-3661428B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7583"/>
            <a:ext cx="8940800" cy="639233"/>
          </a:xfrm>
        </p:spPr>
        <p:txBody>
          <a:bodyPr/>
          <a:lstStyle/>
          <a:p>
            <a:r>
              <a:rPr lang="en-US" b="1" dirty="0"/>
              <a:t>Back-of-the-Envelope Calculations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2396B-C21B-3DF7-9726-1748B140A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028A4-FCF1-7197-49A9-484782A5A7D5}"/>
              </a:ext>
            </a:extLst>
          </p:cNvPr>
          <p:cNvSpPr txBox="1"/>
          <p:nvPr/>
        </p:nvSpPr>
        <p:spPr>
          <a:xfrm>
            <a:off x="304800" y="990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Experiment: </a:t>
            </a:r>
            <a:r>
              <a:rPr lang="en-US" b="1" dirty="0"/>
              <a:t>NF270_MC2_05.08.24_E1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01A20-7CD8-A811-7E18-B0A9F333DD8A}"/>
              </a:ext>
            </a:extLst>
          </p:cNvPr>
          <p:cNvSpPr txBox="1"/>
          <p:nvPr/>
        </p:nvSpPr>
        <p:spPr>
          <a:xfrm>
            <a:off x="304800" y="1371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Salts: NaCl, CaCl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19FB68-ECBF-C5C6-0608-24BFD3518DFC}"/>
                  </a:ext>
                </a:extLst>
              </p:cNvPr>
              <p:cNvSpPr txBox="1"/>
              <p:nvPr/>
            </p:nvSpPr>
            <p:spPr>
              <a:xfrm>
                <a:off x="787403" y="3807655"/>
                <a:ext cx="5765797" cy="2344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1b. Boundary Layer,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=0.23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0.57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0.67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0.24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0.43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o</m:t>
                        </m:r>
                      </m:sup>
                    </m:sSup>
                  </m:oMath>
                </a14:m>
                <a:r>
                  <a:rPr lang="en-US" sz="1600" dirty="0"/>
                  <a:t>: average velocity, stir bar rate*radius = 350*pi*0.0254/2/60 m/s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1600" dirty="0"/>
                  <a:t>: kinematic viscosity = 1.003E-6 m2/s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: stirred cell diameter = 0.0254 m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19FB68-ECBF-C5C6-0608-24BFD3518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3" y="3807655"/>
                <a:ext cx="5765797" cy="2344296"/>
              </a:xfrm>
              <a:prstGeom prst="rect">
                <a:avLst/>
              </a:prstGeom>
              <a:blipFill>
                <a:blip r:embed="rId3"/>
                <a:stretch>
                  <a:fillRect l="-529" t="-781" b="-2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1A3AE2-F446-2C27-51E8-AC1B99F86097}"/>
                  </a:ext>
                </a:extLst>
              </p:cNvPr>
              <p:cNvSpPr txBox="1"/>
              <p:nvPr/>
            </p:nvSpPr>
            <p:spPr>
              <a:xfrm>
                <a:off x="787403" y="2514600"/>
                <a:ext cx="3835400" cy="84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1a. Mackie &amp; Meares to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sz="16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1A3AE2-F446-2C27-51E8-AC1B99F86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3" y="2514600"/>
                <a:ext cx="3835400" cy="844655"/>
              </a:xfrm>
              <a:prstGeom prst="rect">
                <a:avLst/>
              </a:prstGeom>
              <a:blipFill>
                <a:blip r:embed="rId4"/>
                <a:stretch>
                  <a:fillRect l="-795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69F978-00C8-0AD8-510D-38601B53376F}"/>
                  </a:ext>
                </a:extLst>
              </p:cNvPr>
              <p:cNvSpPr txBox="1"/>
              <p:nvPr/>
            </p:nvSpPr>
            <p:spPr>
              <a:xfrm>
                <a:off x="7481516" y="4718724"/>
                <a:ext cx="3719884" cy="638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1</a:t>
                </a:r>
                <a:r>
                  <a:rPr lang="en-US" sz="1600" dirty="0">
                    <a:solidFill>
                      <a:schemeClr val="tx1"/>
                    </a:solidFill>
                  </a:rPr>
                  <a:t>c.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by solving </a:t>
                </a:r>
                <a:r>
                  <a:rPr lang="en-US" sz="1600" dirty="0"/>
                  <a:t>the following</a:t>
                </a:r>
                <a:r>
                  <a:rPr lang="en-US" sz="1600" dirty="0">
                    <a:solidFill>
                      <a:schemeClr val="tx1"/>
                    </a:solidFill>
                  </a:rPr>
                  <a:t> system of equations: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69F978-00C8-0AD8-510D-38601B533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516" y="4718724"/>
                <a:ext cx="3719884" cy="638765"/>
              </a:xfrm>
              <a:prstGeom prst="rect">
                <a:avLst/>
              </a:prstGeom>
              <a:blipFill>
                <a:blip r:embed="rId5"/>
                <a:stretch>
                  <a:fillRect l="-818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07FA6363-E8BF-D97C-BAD7-E8647032D8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0656243"/>
                  </p:ext>
                </p:extLst>
              </p:nvPr>
            </p:nvGraphicFramePr>
            <p:xfrm>
              <a:off x="6781800" y="1283040"/>
              <a:ext cx="4597401" cy="299746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298340">
                      <a:extLst>
                        <a:ext uri="{9D8B030D-6E8A-4147-A177-3AD203B41FA5}">
                          <a16:colId xmlns:a16="http://schemas.microsoft.com/office/drawing/2014/main" val="402512779"/>
                        </a:ext>
                      </a:extLst>
                    </a:gridCol>
                    <a:gridCol w="2299061">
                      <a:extLst>
                        <a:ext uri="{9D8B030D-6E8A-4147-A177-3AD203B41FA5}">
                          <a16:colId xmlns:a16="http://schemas.microsoft.com/office/drawing/2014/main" val="2660651477"/>
                        </a:ext>
                      </a:extLst>
                    </a:gridCol>
                  </a:tblGrid>
                  <a:tr h="26275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776336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</a:t>
                          </a:r>
                          <a:r>
                            <a:rPr lang="en-US" sz="1200" b="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</a:rPr>
                            <a:t>/s)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1.83e-11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88845520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(m</a:t>
                          </a:r>
                          <a:r>
                            <a:rPr lang="en-US" sz="1200" b="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</a:rPr>
                            <a:t>/s)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1.09e-11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9351128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</a:t>
                          </a:r>
                          <a:r>
                            <a:rPr lang="en-US" sz="1200" b="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1200" b="0" kern="100" dirty="0">
                              <a:effectLst/>
                            </a:rPr>
                            <a:t>/s)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2.79e-11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59956279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𝑁𝑎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8.80e-5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23578235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𝐶𝑎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7.41e-5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746729237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𝐶𝑙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1.01e-4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73194249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𝑖𝑛𝑡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 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277680093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𝑖𝑛𝑡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 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13429034"/>
                      </a:ext>
                    </a:extLst>
                  </a:tr>
                  <a:tr h="30499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𝑖𝑛𝑡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 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9245539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07FA6363-E8BF-D97C-BAD7-E8647032D8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0656243"/>
                  </p:ext>
                </p:extLst>
              </p:nvPr>
            </p:nvGraphicFramePr>
            <p:xfrm>
              <a:off x="6781800" y="1283040"/>
              <a:ext cx="4597401" cy="299746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298340">
                      <a:extLst>
                        <a:ext uri="{9D8B030D-6E8A-4147-A177-3AD203B41FA5}">
                          <a16:colId xmlns:a16="http://schemas.microsoft.com/office/drawing/2014/main" val="402512779"/>
                        </a:ext>
                      </a:extLst>
                    </a:gridCol>
                    <a:gridCol w="2299061">
                      <a:extLst>
                        <a:ext uri="{9D8B030D-6E8A-4147-A177-3AD203B41FA5}">
                          <a16:colId xmlns:a16="http://schemas.microsoft.com/office/drawing/2014/main" val="2660651477"/>
                        </a:ext>
                      </a:extLst>
                    </a:gridCol>
                  </a:tblGrid>
                  <a:tr h="26275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776336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265" t="-102000" r="-100796" b="-8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1.83e-11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88845520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202000" r="-100796" b="-7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1.09e-11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9351128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302000" r="-100796" b="-6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2.79e-11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59956279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402000" r="-100796" b="-5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8.80e-5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23578235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502000" r="-100796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7.41e-5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746729237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602000" r="-100796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1.01e-4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673194249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702000" r="-100796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 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277680093"/>
                      </a:ext>
                    </a:extLst>
                  </a:tr>
                  <a:tr h="303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802000" r="-100796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 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13429034"/>
                      </a:ext>
                    </a:extLst>
                  </a:tr>
                  <a:tr h="304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65" t="-902000" r="-10079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 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9245539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80BBB6-C3C4-0D5C-BC18-8966A754D45B}"/>
                  </a:ext>
                </a:extLst>
              </p:cNvPr>
              <p:cNvSpPr txBox="1"/>
              <p:nvPr/>
            </p:nvSpPr>
            <p:spPr>
              <a:xfrm>
                <a:off x="6977381" y="5439877"/>
                <a:ext cx="4381500" cy="364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80BBB6-C3C4-0D5C-BC18-8966A754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381" y="5439877"/>
                <a:ext cx="4381500" cy="364780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5535E6-649D-9540-96B8-423785581717}"/>
                  </a:ext>
                </a:extLst>
              </p:cNvPr>
              <p:cNvSpPr txBox="1"/>
              <p:nvPr/>
            </p:nvSpPr>
            <p:spPr>
              <a:xfrm>
                <a:off x="7020616" y="5969433"/>
                <a:ext cx="4295030" cy="365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5535E6-649D-9540-96B8-423785581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616" y="5969433"/>
                <a:ext cx="4295030" cy="365036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21E5058-C75F-65CD-A7C4-FAA29D19DACC}"/>
              </a:ext>
            </a:extLst>
          </p:cNvPr>
          <p:cNvSpPr txBox="1"/>
          <p:nvPr/>
        </p:nvSpPr>
        <p:spPr>
          <a:xfrm>
            <a:off x="228600" y="1922562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Calculate the reasonable estimate parameters.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50197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FB29-5B3F-8E50-49BA-AB5790B3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" y="137583"/>
            <a:ext cx="8940800" cy="639233"/>
          </a:xfrm>
        </p:spPr>
        <p:txBody>
          <a:bodyPr/>
          <a:lstStyle/>
          <a:p>
            <a:r>
              <a:rPr lang="en-US" b="1" dirty="0"/>
              <a:t>Next Steps &amp; Upcoming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2B18-B4E3-7E86-1B66-C9DBC877F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7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E94F3-D3AB-AC88-1B5E-A74272E6A748}"/>
                  </a:ext>
                </a:extLst>
              </p:cNvPr>
              <p:cNvSpPr txBox="1"/>
              <p:nvPr/>
            </p:nvSpPr>
            <p:spPr>
              <a:xfrm>
                <a:off x="531163" y="4877452"/>
                <a:ext cx="4608513" cy="1686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Next order of business: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914400" lvl="1" indent="-457200"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914400" lvl="1" indent="-457200">
                  <a:buAutoNum type="arabicPeriod"/>
                </a:pPr>
                <a:r>
                  <a:rPr lang="en-US" sz="2000" dirty="0"/>
                  <a:t>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sz="2000" dirty="0"/>
                  <a:t> </a:t>
                </a:r>
              </a:p>
              <a:p>
                <a:pPr marL="914400" lvl="1" indent="-457200"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914400" lvl="1" indent="-457200">
                  <a:buAutoNum type="arabicPeriod"/>
                </a:pPr>
                <a:r>
                  <a:rPr lang="en-US" sz="2000" dirty="0"/>
                  <a:t>Repeat for vials 1-10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E94F3-D3AB-AC88-1B5E-A74272E6A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63" y="4877452"/>
                <a:ext cx="4608513" cy="1686487"/>
              </a:xfrm>
              <a:prstGeom prst="rect">
                <a:avLst/>
              </a:prstGeom>
              <a:blipFill>
                <a:blip r:embed="rId2"/>
                <a:stretch>
                  <a:fillRect l="-1323" t="-1805" b="-5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C30F6DC-DAE9-53B1-1708-B77E8FE6CC1E}"/>
              </a:ext>
            </a:extLst>
          </p:cNvPr>
          <p:cNvSpPr txBox="1"/>
          <p:nvPr/>
        </p:nvSpPr>
        <p:spPr>
          <a:xfrm>
            <a:off x="609600" y="990600"/>
            <a:ext cx="424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Calculate the unknown variables.</a:t>
            </a: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BEEB782-B1BC-A145-ED5E-8D8595E66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220276"/>
                  </p:ext>
                </p:extLst>
              </p:nvPr>
            </p:nvGraphicFramePr>
            <p:xfrm>
              <a:off x="8458200" y="1295400"/>
              <a:ext cx="2637390" cy="3612687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637390">
                      <a:extLst>
                        <a:ext uri="{9D8B030D-6E8A-4147-A177-3AD203B41FA5}">
                          <a16:colId xmlns:a16="http://schemas.microsoft.com/office/drawing/2014/main" val="4032464875"/>
                        </a:ext>
                      </a:extLst>
                    </a:gridCol>
                  </a:tblGrid>
                  <a:tr h="333404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3099260"/>
                      </a:ext>
                    </a:extLst>
                  </a:tr>
                  <a:tr h="34822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40701165"/>
                      </a:ext>
                    </a:extLst>
                  </a:tr>
                  <a:tr h="34822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584057514"/>
                      </a:ext>
                    </a:extLst>
                  </a:tr>
                  <a:tr h="3498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23914212"/>
                      </a:ext>
                    </a:extLst>
                  </a:tr>
                  <a:tr h="37091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04204983"/>
                      </a:ext>
                    </a:extLst>
                  </a:tr>
                  <a:tr h="37091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4460352"/>
                      </a:ext>
                    </a:extLst>
                  </a:tr>
                  <a:tr h="385384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98116296"/>
                      </a:ext>
                    </a:extLst>
                  </a:tr>
                  <a:tr h="385384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41908"/>
                      </a:ext>
                    </a:extLst>
                  </a:tr>
                  <a:tr h="38700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004002"/>
                      </a:ext>
                    </a:extLst>
                  </a:tr>
                  <a:tr h="333404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04752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BEEB782-B1BC-A145-ED5E-8D8595E66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220276"/>
                  </p:ext>
                </p:extLst>
              </p:nvPr>
            </p:nvGraphicFramePr>
            <p:xfrm>
              <a:off x="8458200" y="1295400"/>
              <a:ext cx="2637390" cy="3612687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637390">
                      <a:extLst>
                        <a:ext uri="{9D8B030D-6E8A-4147-A177-3AD203B41FA5}">
                          <a16:colId xmlns:a16="http://schemas.microsoft.com/office/drawing/2014/main" val="4032464875"/>
                        </a:ext>
                      </a:extLst>
                    </a:gridCol>
                  </a:tblGrid>
                  <a:tr h="333404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3099260"/>
                      </a:ext>
                    </a:extLst>
                  </a:tr>
                  <a:tr h="348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30" t="-108772" r="-461" b="-849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0701165"/>
                      </a:ext>
                    </a:extLst>
                  </a:tr>
                  <a:tr h="348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208772" r="-461" b="-749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057514"/>
                      </a:ext>
                    </a:extLst>
                  </a:tr>
                  <a:tr h="349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303448" r="-461" b="-636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3914212"/>
                      </a:ext>
                    </a:extLst>
                  </a:tr>
                  <a:tr h="3709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383607" r="-461" b="-5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4204983"/>
                      </a:ext>
                    </a:extLst>
                  </a:tr>
                  <a:tr h="3709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483607" r="-461" b="-4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460352"/>
                      </a:ext>
                    </a:extLst>
                  </a:tr>
                  <a:tr h="3853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565079" r="-461" b="-292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116296"/>
                      </a:ext>
                    </a:extLst>
                  </a:tr>
                  <a:tr h="3853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654688" r="-461" b="-1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41908"/>
                      </a:ext>
                    </a:extLst>
                  </a:tr>
                  <a:tr h="3870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766667" r="-461" b="-9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004002"/>
                      </a:ext>
                    </a:extLst>
                  </a:tr>
                  <a:tr h="3334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30" t="-992727" r="-461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47527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7F1CDB-E90D-8A81-7D03-19C7C877AA44}"/>
                  </a:ext>
                </a:extLst>
              </p:cNvPr>
              <p:cNvSpPr txBox="1"/>
              <p:nvPr/>
            </p:nvSpPr>
            <p:spPr>
              <a:xfrm>
                <a:off x="1219200" y="1539962"/>
                <a:ext cx="5943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2a</a:t>
                </a:r>
                <a:r>
                  <a:rPr lang="en-US" dirty="0">
                    <a:solidFill>
                      <a:schemeClr val="tx1"/>
                    </a:solidFill>
                  </a:rPr>
                  <a:t>.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by solving </a:t>
                </a:r>
                <a:r>
                  <a:rPr lang="en-US" dirty="0"/>
                  <a:t>the following</a:t>
                </a:r>
                <a:r>
                  <a:rPr lang="en-US" dirty="0">
                    <a:solidFill>
                      <a:schemeClr val="tx1"/>
                    </a:solidFill>
                  </a:rPr>
                  <a:t> system of equations: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7F1CDB-E90D-8A81-7D03-19C7C877A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539962"/>
                <a:ext cx="5943600" cy="369332"/>
              </a:xfrm>
              <a:prstGeom prst="rect">
                <a:avLst/>
              </a:prstGeom>
              <a:blipFill>
                <a:blip r:embed="rId4"/>
                <a:stretch>
                  <a:fillRect l="-821" t="-10000" r="-41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56EDCA-35C8-D281-94F5-1968DFB57C2E}"/>
                  </a:ext>
                </a:extLst>
              </p:cNvPr>
              <p:cNvSpPr txBox="1"/>
              <p:nvPr/>
            </p:nvSpPr>
            <p:spPr>
              <a:xfrm>
                <a:off x="2161540" y="2105977"/>
                <a:ext cx="4381500" cy="3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56EDCA-35C8-D281-94F5-1968DFB57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540" y="2105977"/>
                <a:ext cx="4381500" cy="398827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9D404D-648A-F90E-BAAF-452C5587F8A8}"/>
                  </a:ext>
                </a:extLst>
              </p:cNvPr>
              <p:cNvSpPr txBox="1"/>
              <p:nvPr/>
            </p:nvSpPr>
            <p:spPr>
              <a:xfrm>
                <a:off x="2161540" y="2684297"/>
                <a:ext cx="4581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9D404D-648A-F90E-BAAF-452C5587F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540" y="2684297"/>
                <a:ext cx="4581939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532952-C94F-BCD3-7009-DC9D62B2FDE9}"/>
                  </a:ext>
                </a:extLst>
              </p:cNvPr>
              <p:cNvSpPr txBox="1"/>
              <p:nvPr/>
            </p:nvSpPr>
            <p:spPr>
              <a:xfrm>
                <a:off x="1227105" y="3124200"/>
                <a:ext cx="6781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2b</a:t>
                </a:r>
                <a:r>
                  <a:rPr lang="en-US" dirty="0">
                    <a:solidFill>
                      <a:schemeClr val="tx1"/>
                    </a:solidFill>
                  </a:rPr>
                  <a:t>. Calculate the partition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532952-C94F-BCD3-7009-DC9D62B2F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105" y="3124200"/>
                <a:ext cx="6781800" cy="369332"/>
              </a:xfrm>
              <a:prstGeom prst="rect">
                <a:avLst/>
              </a:prstGeom>
              <a:blipFill>
                <a:blip r:embed="rId7"/>
                <a:stretch>
                  <a:fillRect l="-719"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91BCA3-CF53-11CB-DB9E-B3B522656F32}"/>
                  </a:ext>
                </a:extLst>
              </p:cNvPr>
              <p:cNvSpPr txBox="1"/>
              <p:nvPr/>
            </p:nvSpPr>
            <p:spPr>
              <a:xfrm>
                <a:off x="4709470" y="5509250"/>
                <a:ext cx="6598869" cy="715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These calculations allow us to solve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bSup>
                  </m:oMath>
                </a14:m>
                <a:r>
                  <a:rPr lang="en-US" sz="2000" dirty="0"/>
                  <a:t> and back out a solute permeability coefficient, B, for each salt in each vial. 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91BCA3-CF53-11CB-DB9E-B3B52265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470" y="5509250"/>
                <a:ext cx="6598869" cy="715837"/>
              </a:xfrm>
              <a:prstGeom prst="rect">
                <a:avLst/>
              </a:prstGeom>
              <a:blipFill>
                <a:blip r:embed="rId8"/>
                <a:stretch>
                  <a:fillRect l="-1017" t="-512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108061-B826-49E1-BB64-3E31AEB47752}"/>
              </a:ext>
            </a:extLst>
          </p:cNvPr>
          <p:cNvCxnSpPr>
            <a:cxnSpLocks/>
          </p:cNvCxnSpPr>
          <p:nvPr/>
        </p:nvCxnSpPr>
        <p:spPr>
          <a:xfrm>
            <a:off x="3022599" y="5816755"/>
            <a:ext cx="14045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357F6D-5F69-4657-AE09-EAE86D9E5620}"/>
                  </a:ext>
                </a:extLst>
              </p:cNvPr>
              <p:cNvSpPr txBox="1"/>
              <p:nvPr/>
            </p:nvSpPr>
            <p:spPr>
              <a:xfrm>
                <a:off x="1219200" y="3673025"/>
                <a:ext cx="6781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2c</a:t>
                </a:r>
                <a:r>
                  <a:rPr lang="en-US" dirty="0">
                    <a:solidFill>
                      <a:schemeClr val="tx1"/>
                    </a:solidFill>
                  </a:rPr>
                  <a:t>. Calculate the </a:t>
                </a:r>
                <a:r>
                  <a:rPr lang="en-US" dirty="0"/>
                  <a:t>solute permeability</a:t>
                </a:r>
                <a:r>
                  <a:rPr lang="en-US" dirty="0">
                    <a:solidFill>
                      <a:schemeClr val="tx1"/>
                    </a:solidFill>
                  </a:rPr>
                  <a:t>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357F6D-5F69-4657-AE09-EAE86D9E5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673025"/>
                <a:ext cx="6781800" cy="369332"/>
              </a:xfrm>
              <a:prstGeom prst="rect">
                <a:avLst/>
              </a:prstGeom>
              <a:blipFill>
                <a:blip r:embed="rId9"/>
                <a:stretch>
                  <a:fillRect l="-71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0180C1-2852-9C53-AE93-19E67A03A099}"/>
                  </a:ext>
                </a:extLst>
              </p:cNvPr>
              <p:cNvSpPr txBox="1"/>
              <p:nvPr/>
            </p:nvSpPr>
            <p:spPr>
              <a:xfrm>
                <a:off x="3429000" y="4078440"/>
                <a:ext cx="1244763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0180C1-2852-9C53-AE93-19E67A03A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078440"/>
                <a:ext cx="1244763" cy="565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91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1E70EE-B582-0DE1-76FC-AEC25EE1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995D900-1D0B-592A-3F82-DDEB85B48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9FA4D-83B4-73BC-FF3B-56D71927989A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454D7-AAE4-4F58-44F4-C5D719D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Full equations</a:t>
            </a:r>
            <a:endParaRPr lang="en-US" sz="3600" dirty="0">
              <a:ea typeface="+mj-ea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4DF2A8-1B6C-DCFA-C752-3ADEF2FF2FC9}"/>
              </a:ext>
            </a:extLst>
          </p:cNvPr>
          <p:cNvGrpSpPr/>
          <p:nvPr/>
        </p:nvGrpSpPr>
        <p:grpSpPr>
          <a:xfrm>
            <a:off x="4638" y="3810000"/>
            <a:ext cx="2819400" cy="685800"/>
            <a:chOff x="152400" y="3000408"/>
            <a:chExt cx="2819400" cy="685800"/>
          </a:xfrm>
        </p:grpSpPr>
        <p:pic>
          <p:nvPicPr>
            <p:cNvPr id="15" name="Graphic 14" descr="Badge outline">
              <a:extLst>
                <a:ext uri="{FF2B5EF4-FFF2-40B4-BE49-F238E27FC236}">
                  <a16:creationId xmlns:a16="http://schemas.microsoft.com/office/drawing/2014/main" id="{C27AEE87-0E51-F24B-A486-D200A5C5E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2400" y="3000408"/>
              <a:ext cx="685800" cy="685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FAEB9D9-B742-6C49-9D86-243FC0D553A2}"/>
                </a:ext>
              </a:extLst>
            </p:cNvPr>
            <p:cNvSpPr txBox="1"/>
            <p:nvPr/>
          </p:nvSpPr>
          <p:spPr>
            <a:xfrm>
              <a:off x="762000" y="3112475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Boundary Layer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59637-7032-E02F-1386-6AEA71A3BE37}"/>
                  </a:ext>
                </a:extLst>
              </p:cNvPr>
              <p:cNvSpPr txBox="1"/>
              <p:nvPr/>
            </p:nvSpPr>
            <p:spPr>
              <a:xfrm>
                <a:off x="345219" y="1656623"/>
                <a:ext cx="11501562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59637-7032-E02F-1386-6AEA71A3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19" y="1656623"/>
                <a:ext cx="11501562" cy="6491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20F883-D8D3-BA3F-5BB8-EFAB6890ABC3}"/>
                  </a:ext>
                </a:extLst>
              </p:cNvPr>
              <p:cNvSpPr txBox="1"/>
              <p:nvPr/>
            </p:nvSpPr>
            <p:spPr>
              <a:xfrm>
                <a:off x="134118" y="2362200"/>
                <a:ext cx="11923764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20F883-D8D3-BA3F-5BB8-EFAB6890A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8" y="2362200"/>
                <a:ext cx="11923764" cy="6491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8125D-9FA7-F0DA-070C-1E0931DC38D4}"/>
                  </a:ext>
                </a:extLst>
              </p:cNvPr>
              <p:cNvSpPr txBox="1"/>
              <p:nvPr/>
            </p:nvSpPr>
            <p:spPr>
              <a:xfrm>
                <a:off x="5181600" y="3301500"/>
                <a:ext cx="2036196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8125D-9FA7-F0DA-070C-1E0931DC3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301500"/>
                <a:ext cx="2036196" cy="5451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B2722D-F60B-709F-6F0D-EA674CDA41C9}"/>
                  </a:ext>
                </a:extLst>
              </p:cNvPr>
              <p:cNvSpPr txBox="1"/>
              <p:nvPr/>
            </p:nvSpPr>
            <p:spPr>
              <a:xfrm>
                <a:off x="380337" y="4570287"/>
                <a:ext cx="4381500" cy="3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B2722D-F60B-709F-6F0D-EA674CDA4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37" y="4570287"/>
                <a:ext cx="4381500" cy="398827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DD13A-DC41-EEFD-1CB2-5DC059633CC1}"/>
                  </a:ext>
                </a:extLst>
              </p:cNvPr>
              <p:cNvSpPr txBox="1"/>
              <p:nvPr/>
            </p:nvSpPr>
            <p:spPr>
              <a:xfrm>
                <a:off x="403197" y="5272635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DD13A-DC41-EEFD-1CB2-5DC059633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7" y="5272635"/>
                <a:ext cx="4295030" cy="399148"/>
              </a:xfrm>
              <a:prstGeom prst="rect">
                <a:avLst/>
              </a:prstGeom>
              <a:blipFill>
                <a:blip r:embed="rId11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DB6E7B-CD6E-1F37-84E8-278A325D7FE1}"/>
                  </a:ext>
                </a:extLst>
              </p:cNvPr>
              <p:cNvSpPr txBox="1"/>
              <p:nvPr/>
            </p:nvSpPr>
            <p:spPr>
              <a:xfrm>
                <a:off x="380337" y="6054735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DB6E7B-CD6E-1F37-84E8-278A325D7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37" y="6054735"/>
                <a:ext cx="4295030" cy="399148"/>
              </a:xfrm>
              <a:prstGeom prst="rect">
                <a:avLst/>
              </a:prstGeom>
              <a:blipFill>
                <a:blip r:embed="rId1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DC5918E-BB92-5E90-1499-514649E12C95}"/>
              </a:ext>
            </a:extLst>
          </p:cNvPr>
          <p:cNvGrpSpPr/>
          <p:nvPr/>
        </p:nvGrpSpPr>
        <p:grpSpPr>
          <a:xfrm>
            <a:off x="76200" y="1065983"/>
            <a:ext cx="2590800" cy="692182"/>
            <a:chOff x="76200" y="1065983"/>
            <a:chExt cx="2590800" cy="692182"/>
          </a:xfrm>
        </p:grpSpPr>
        <p:pic>
          <p:nvPicPr>
            <p:cNvPr id="5" name="Graphic 4" descr="Badge 1 outline">
              <a:extLst>
                <a:ext uri="{FF2B5EF4-FFF2-40B4-BE49-F238E27FC236}">
                  <a16:creationId xmlns:a16="http://schemas.microsoft.com/office/drawing/2014/main" id="{ECF42F00-16B9-EF3B-79B2-13A45B77F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200" y="1065983"/>
              <a:ext cx="685800" cy="6858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F2D18D-32D5-DD1D-09E4-B00E9873BEAE}"/>
                </a:ext>
              </a:extLst>
            </p:cNvPr>
            <p:cNvSpPr txBox="1"/>
            <p:nvPr/>
          </p:nvSpPr>
          <p:spPr>
            <a:xfrm>
              <a:off x="1371600" y="1158214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Bulk</a:t>
              </a:r>
            </a:p>
          </p:txBody>
        </p:sp>
        <p:pic>
          <p:nvPicPr>
            <p:cNvPr id="7" name="Graphic 6" descr="Badge 4 outline">
              <a:extLst>
                <a:ext uri="{FF2B5EF4-FFF2-40B4-BE49-F238E27FC236}">
                  <a16:creationId xmlns:a16="http://schemas.microsoft.com/office/drawing/2014/main" id="{6788D3B2-B9CD-50FD-D252-F8C738F67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5800" y="1072365"/>
              <a:ext cx="685800" cy="68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803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C59EC1-ECBD-CF4B-3B71-2833CF2D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38A8CFAB-162B-9A30-FEAC-8CF265AAA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07A31-241B-FB02-ADB0-81A6481162F9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BAAC4-5CFB-BDDD-F966-C0DDFF5A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Full equations</a:t>
            </a:r>
            <a:endParaRPr lang="en-US" sz="3600" dirty="0">
              <a:ea typeface="+mj-ea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3632E9-9B04-7065-4BB2-E3DB0A875364}"/>
              </a:ext>
            </a:extLst>
          </p:cNvPr>
          <p:cNvGrpSpPr/>
          <p:nvPr/>
        </p:nvGrpSpPr>
        <p:grpSpPr>
          <a:xfrm>
            <a:off x="31143" y="1664671"/>
            <a:ext cx="2286000" cy="685800"/>
            <a:chOff x="3886200" y="4419600"/>
            <a:chExt cx="2286000" cy="685800"/>
          </a:xfrm>
        </p:grpSpPr>
        <p:pic>
          <p:nvPicPr>
            <p:cNvPr id="18" name="Graphic 17" descr="Badge 3 outline">
              <a:extLst>
                <a:ext uri="{FF2B5EF4-FFF2-40B4-BE49-F238E27FC236}">
                  <a16:creationId xmlns:a16="http://schemas.microsoft.com/office/drawing/2014/main" id="{FC3D47B8-E1D2-F0F5-93A4-002815F31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86200" y="4419600"/>
              <a:ext cx="685800" cy="6858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E44C29-CA63-183B-0F16-858ECF7C4FC1}"/>
                </a:ext>
              </a:extLst>
            </p:cNvPr>
            <p:cNvSpPr txBox="1"/>
            <p:nvPr/>
          </p:nvSpPr>
          <p:spPr>
            <a:xfrm>
              <a:off x="4501515" y="4531667"/>
              <a:ext cx="16706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Membrane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E5AD82-3A44-8E1F-531B-42D5F0D41758}"/>
                  </a:ext>
                </a:extLst>
              </p:cNvPr>
              <p:cNvSpPr txBox="1"/>
              <p:nvPr/>
            </p:nvSpPr>
            <p:spPr>
              <a:xfrm>
                <a:off x="4953000" y="3810000"/>
                <a:ext cx="3030109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E5AD82-3A44-8E1F-531B-42D5F0D41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810000"/>
                <a:ext cx="3030109" cy="545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997622-F632-FDC2-887B-E99203C65F59}"/>
                  </a:ext>
                </a:extLst>
              </p:cNvPr>
              <p:cNvSpPr txBox="1"/>
              <p:nvPr/>
            </p:nvSpPr>
            <p:spPr>
              <a:xfrm>
                <a:off x="-114300" y="2338022"/>
                <a:ext cx="12344400" cy="430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85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50" b="0" i="1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8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997622-F632-FDC2-887B-E99203C65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300" y="2338022"/>
                <a:ext cx="12344400" cy="430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03AB25-A785-9784-C82C-2E73BA027D2E}"/>
                  </a:ext>
                </a:extLst>
              </p:cNvPr>
              <p:cNvSpPr txBox="1"/>
              <p:nvPr/>
            </p:nvSpPr>
            <p:spPr>
              <a:xfrm>
                <a:off x="57150" y="3178575"/>
                <a:ext cx="12077700" cy="430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85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50" b="0" i="1" smtClean="0">
                                      <a:latin typeface="Cambria Math" panose="02040503050406030204" pitchFamily="18" charset="0"/>
                                    </a:rPr>
                                    <m:t>-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85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03AB25-A785-9784-C82C-2E73BA027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" y="3178575"/>
                <a:ext cx="12077700" cy="4304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92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163405</TotalTime>
  <Words>930</Words>
  <Application>Microsoft Office PowerPoint</Application>
  <PresentationFormat>Widescreen</PresentationFormat>
  <Paragraphs>204</Paragraphs>
  <Slides>9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GalaxiePolaris-Bold</vt:lpstr>
      <vt:lpstr>GalaxiePolaris-Book</vt:lpstr>
      <vt:lpstr>GalaxiePolaris-Medium</vt:lpstr>
      <vt:lpstr>Garamond</vt:lpstr>
      <vt:lpstr>Times New Roman</vt:lpstr>
      <vt:lpstr>Office Theme</vt:lpstr>
      <vt:lpstr>brand_standards_PPT_template_1W</vt:lpstr>
      <vt:lpstr>Investigating the Impact of Multicomponent Interactions on Solute Transport via High-Throughput Experiments</vt:lpstr>
      <vt:lpstr>Figure S1 – Membrane Transport Schematic</vt:lpstr>
      <vt:lpstr>Transport and Thermodynamic Equations</vt:lpstr>
      <vt:lpstr>Back-of-the-Envelope Calculations</vt:lpstr>
      <vt:lpstr>Back-of-the-Envelope Calculations</vt:lpstr>
      <vt:lpstr>Back-of-the-Envelope Calculations</vt:lpstr>
      <vt:lpstr>Next Steps &amp; Upcoming Work</vt:lpstr>
      <vt:lpstr>Full equations</vt:lpstr>
      <vt:lpstr>Full equations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Estrada</cp:lastModifiedBy>
  <cp:revision>10</cp:revision>
  <cp:lastPrinted>2023-07-13T18:14:11Z</cp:lastPrinted>
  <dcterms:created xsi:type="dcterms:W3CDTF">2022-05-09T22:03:52Z</dcterms:created>
  <dcterms:modified xsi:type="dcterms:W3CDTF">2026-02-23T19:07:06Z</dcterms:modified>
</cp:coreProperties>
</file>