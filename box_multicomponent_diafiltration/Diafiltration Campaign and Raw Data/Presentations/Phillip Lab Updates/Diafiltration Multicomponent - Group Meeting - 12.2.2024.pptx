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0"/>
  </p:notesMasterIdLst>
  <p:sldIdLst>
    <p:sldId id="257" r:id="rId3"/>
    <p:sldId id="738" r:id="rId4"/>
    <p:sldId id="743" r:id="rId5"/>
    <p:sldId id="740" r:id="rId6"/>
    <p:sldId id="741" r:id="rId7"/>
    <p:sldId id="742" r:id="rId8"/>
    <p:sldId id="74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DC41F-30C2-4412-815D-216DD056990C}" v="733" dt="2024-12-02T16:00:37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6" autoAdjust="0"/>
    <p:restoredTop sz="90482" autoAdjust="0"/>
  </p:normalViewPr>
  <p:slideViewPr>
    <p:cSldViewPr>
      <p:cViewPr>
        <p:scale>
          <a:sx n="70" d="100"/>
          <a:sy n="70" d="100"/>
        </p:scale>
        <p:origin x="1157" y="1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Lair" userId="877d0e272dd2d022" providerId="LiveId" clId="{1020E764-7D77-4C96-98F0-277F4DB9C8ED}"/>
    <pc:docChg chg="undo custSel addSld delSld modSld sldOrd addSection delSection">
      <pc:chgData name="Laurianne Lair" userId="877d0e272dd2d022" providerId="LiveId" clId="{1020E764-7D77-4C96-98F0-277F4DB9C8ED}" dt="2024-11-26T16:32:05.020" v="71503" actId="1076"/>
      <pc:docMkLst>
        <pc:docMk/>
      </pc:docMkLst>
      <pc:sldChg chg="addSp modSp mod modNotesTx">
        <pc:chgData name="Laurianne Lair" userId="877d0e272dd2d022" providerId="LiveId" clId="{1020E764-7D77-4C96-98F0-277F4DB9C8ED}" dt="2024-11-16T22:02:25.231" v="39262" actId="20577"/>
        <pc:sldMkLst>
          <pc:docMk/>
          <pc:sldMk cId="0" sldId="257"/>
        </pc:sldMkLst>
        <pc:spChg chg="add mod">
          <ac:chgData name="Laurianne Lair" userId="877d0e272dd2d022" providerId="LiveId" clId="{1020E764-7D77-4C96-98F0-277F4DB9C8ED}" dt="2024-11-13T16:42:42.855" v="32232" actId="1076"/>
          <ac:spMkLst>
            <pc:docMk/>
            <pc:sldMk cId="0" sldId="257"/>
            <ac:spMk id="3" creationId="{8B6252C2-482F-6B99-9C12-EDCE0C8C72D0}"/>
          </ac:spMkLst>
        </pc:spChg>
        <pc:spChg chg="mod">
          <ac:chgData name="Laurianne Lair" userId="877d0e272dd2d022" providerId="LiveId" clId="{1020E764-7D77-4C96-98F0-277F4DB9C8ED}" dt="2024-11-13T16:42:38.871" v="32231" actId="1076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1020E764-7D77-4C96-98F0-277F4DB9C8ED}" dt="2024-11-13T23:22:32.641" v="32500" actId="20577"/>
          <ac:spMkLst>
            <pc:docMk/>
            <pc:sldMk cId="0" sldId="257"/>
            <ac:spMk id="11265" creationId="{F04FAD1C-D935-4EA9-860A-A5EDAC21AB78}"/>
          </ac:spMkLst>
        </pc:spChg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544932440" sldId="275"/>
        </pc:sldMkLst>
      </pc:sldChg>
      <pc:sldChg chg="add mod ord modShow">
        <pc:chgData name="Laurianne Lair" userId="877d0e272dd2d022" providerId="LiveId" clId="{1020E764-7D77-4C96-98F0-277F4DB9C8ED}" dt="2024-11-16T15:12:21.546" v="38782"/>
        <pc:sldMkLst>
          <pc:docMk/>
          <pc:sldMk cId="4100267567" sldId="482"/>
        </pc:sldMkLst>
      </pc:sldChg>
      <pc:sldChg chg="del ord">
        <pc:chgData name="Laurianne Lair" userId="877d0e272dd2d022" providerId="LiveId" clId="{1020E764-7D77-4C96-98F0-277F4DB9C8ED}" dt="2024-11-15T13:54:55.415" v="33812" actId="2696"/>
        <pc:sldMkLst>
          <pc:docMk/>
          <pc:sldMk cId="1880788562" sldId="502"/>
        </pc:sldMkLst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1189721621" sldId="504"/>
        </pc:sldMkLst>
      </pc:sldChg>
      <pc:sldChg chg="addSp delSp modSp mod ord delAnim">
        <pc:chgData name="Laurianne Lair" userId="877d0e272dd2d022" providerId="LiveId" clId="{1020E764-7D77-4C96-98F0-277F4DB9C8ED}" dt="2024-11-15T15:20:00.943" v="35176" actId="14100"/>
        <pc:sldMkLst>
          <pc:docMk/>
          <pc:sldMk cId="4255396742" sldId="539"/>
        </pc:sldMkLst>
        <pc:spChg chg="del">
          <ac:chgData name="Laurianne Lair" userId="877d0e272dd2d022" providerId="LiveId" clId="{1020E764-7D77-4C96-98F0-277F4DB9C8ED}" dt="2024-11-15T13:55:34.453" v="33817" actId="478"/>
          <ac:spMkLst>
            <pc:docMk/>
            <pc:sldMk cId="4255396742" sldId="539"/>
            <ac:spMk id="2" creationId="{8BCD176F-A145-EC7D-8F0A-D5035D0DE72A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" creationId="{1AA43B42-9A61-956C-9F52-7EFF862A579A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9" creationId="{319D586B-6ED2-65D5-76B5-D0C6CA91047F}"/>
          </ac:spMkLst>
        </pc:spChg>
        <pc:spChg chg="mod">
          <ac:chgData name="Laurianne Lair" userId="877d0e272dd2d022" providerId="LiveId" clId="{1020E764-7D77-4C96-98F0-277F4DB9C8ED}" dt="2024-11-15T13:59:09.504" v="33997" actId="20577"/>
          <ac:spMkLst>
            <pc:docMk/>
            <pc:sldMk cId="4255396742" sldId="539"/>
            <ac:spMk id="10" creationId="{2B3D608F-7561-74BA-A29D-E64C187B5384}"/>
          </ac:spMkLst>
        </pc:spChg>
        <pc:spChg chg="add mod">
          <ac:chgData name="Laurianne Lair" userId="877d0e272dd2d022" providerId="LiveId" clId="{1020E764-7D77-4C96-98F0-277F4DB9C8ED}" dt="2024-11-15T14:33:34.683" v="34333" actId="1076"/>
          <ac:spMkLst>
            <pc:docMk/>
            <pc:sldMk cId="4255396742" sldId="539"/>
            <ac:spMk id="13" creationId="{3189DCA5-5EAA-4709-1BAD-F60881FBE49F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14" creationId="{BA8B39EF-1180-0EE7-8D89-FBF201163CBD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15" creationId="{D04FBD9B-5334-FD9C-016D-ABE6C343C15E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16" creationId="{E7CA68E8-C6E6-D539-2FCA-30928BE545D0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18" creationId="{E09DF4EE-3FB1-99D5-892A-3D42B2F7BC10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1" creationId="{C7C6D274-C093-0BC3-89E1-2ADF8EA709BE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3" creationId="{C0B572FF-7137-DF88-C287-138115D9F1DE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7" creationId="{5145127B-3D86-21E2-4890-FBF6ACC0420D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8" creationId="{9C5D6E94-2DA5-A83A-689D-54E60253186E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39" creationId="{ABB7403A-8ECB-1935-5686-1EA1964E113C}"/>
          </ac:spMkLst>
        </pc:spChg>
        <pc:spChg chg="del">
          <ac:chgData name="Laurianne Lair" userId="877d0e272dd2d022" providerId="LiveId" clId="{1020E764-7D77-4C96-98F0-277F4DB9C8ED}" dt="2024-11-15T13:55:32.492" v="33816" actId="478"/>
          <ac:spMkLst>
            <pc:docMk/>
            <pc:sldMk cId="4255396742" sldId="539"/>
            <ac:spMk id="40" creationId="{02A4EE70-0228-4995-790F-138DD4213384}"/>
          </ac:spMkLst>
        </pc:spChg>
        <pc:spChg chg="add mod">
          <ac:chgData name="Laurianne Lair" userId="877d0e272dd2d022" providerId="LiveId" clId="{1020E764-7D77-4C96-98F0-277F4DB9C8ED}" dt="2024-11-15T14:52:34.196" v="34575" actId="1036"/>
          <ac:spMkLst>
            <pc:docMk/>
            <pc:sldMk cId="4255396742" sldId="539"/>
            <ac:spMk id="44" creationId="{A06BD60B-D350-6579-1010-CD1DFD755375}"/>
          </ac:spMkLst>
        </pc:spChg>
        <pc:spChg chg="add mod">
          <ac:chgData name="Laurianne Lair" userId="877d0e272dd2d022" providerId="LiveId" clId="{1020E764-7D77-4C96-98F0-277F4DB9C8ED}" dt="2024-11-15T14:52:34.196" v="34575" actId="1036"/>
          <ac:spMkLst>
            <pc:docMk/>
            <pc:sldMk cId="4255396742" sldId="539"/>
            <ac:spMk id="45" creationId="{F1FF7618-2353-7940-143F-B6A7FACE56AB}"/>
          </ac:spMkLst>
        </pc:spChg>
        <pc:spChg chg="add mod">
          <ac:chgData name="Laurianne Lair" userId="877d0e272dd2d022" providerId="LiveId" clId="{1020E764-7D77-4C96-98F0-277F4DB9C8ED}" dt="2024-11-15T14:52:34.196" v="34575" actId="1036"/>
          <ac:spMkLst>
            <pc:docMk/>
            <pc:sldMk cId="4255396742" sldId="539"/>
            <ac:spMk id="46" creationId="{5BD5EFE3-CF93-36B2-39FE-08358E759858}"/>
          </ac:spMkLst>
        </pc:spChg>
        <pc:spChg chg="add mod">
          <ac:chgData name="Laurianne Lair" userId="877d0e272dd2d022" providerId="LiveId" clId="{1020E764-7D77-4C96-98F0-277F4DB9C8ED}" dt="2024-11-15T14:52:34.196" v="34575" actId="1036"/>
          <ac:spMkLst>
            <pc:docMk/>
            <pc:sldMk cId="4255396742" sldId="539"/>
            <ac:spMk id="47" creationId="{D5CC3F6C-7539-24E8-A1D0-C552E2A6EB7A}"/>
          </ac:spMkLst>
        </pc:spChg>
        <pc:spChg chg="add del mod">
          <ac:chgData name="Laurianne Lair" userId="877d0e272dd2d022" providerId="LiveId" clId="{1020E764-7D77-4C96-98F0-277F4DB9C8ED}" dt="2024-11-15T14:52:27.203" v="34567" actId="478"/>
          <ac:spMkLst>
            <pc:docMk/>
            <pc:sldMk cId="4255396742" sldId="539"/>
            <ac:spMk id="52" creationId="{C87A96DA-037D-4405-3654-02F644477862}"/>
          </ac:spMkLst>
        </pc:spChg>
        <pc:spChg chg="add del mod">
          <ac:chgData name="Laurianne Lair" userId="877d0e272dd2d022" providerId="LiveId" clId="{1020E764-7D77-4C96-98F0-277F4DB9C8ED}" dt="2024-11-15T15:06:53.617" v="34805" actId="478"/>
          <ac:spMkLst>
            <pc:docMk/>
            <pc:sldMk cId="4255396742" sldId="539"/>
            <ac:spMk id="53" creationId="{83F7D692-C610-4EE0-241E-606E6417D317}"/>
          </ac:spMkLst>
        </pc:spChg>
        <pc:spChg chg="add">
          <ac:chgData name="Laurianne Lair" userId="877d0e272dd2d022" providerId="LiveId" clId="{1020E764-7D77-4C96-98F0-277F4DB9C8ED}" dt="2024-11-15T15:06:18.710" v="34795"/>
          <ac:spMkLst>
            <pc:docMk/>
            <pc:sldMk cId="4255396742" sldId="539"/>
            <ac:spMk id="54" creationId="{A7B22170-560B-1D19-94D2-E3BCA51736B4}"/>
          </ac:spMkLst>
        </pc:spChg>
        <pc:spChg chg="add mod">
          <ac:chgData name="Laurianne Lair" userId="877d0e272dd2d022" providerId="LiveId" clId="{1020E764-7D77-4C96-98F0-277F4DB9C8ED}" dt="2024-11-15T15:19:18.022" v="35162" actId="1076"/>
          <ac:spMkLst>
            <pc:docMk/>
            <pc:sldMk cId="4255396742" sldId="539"/>
            <ac:spMk id="55" creationId="{970EB160-9CDD-76A9-3D5F-3875CBAB1894}"/>
          </ac:spMkLst>
        </pc:spChg>
        <pc:spChg chg="add mod">
          <ac:chgData name="Laurianne Lair" userId="877d0e272dd2d022" providerId="LiveId" clId="{1020E764-7D77-4C96-98F0-277F4DB9C8ED}" dt="2024-11-15T15:19:13.903" v="35161" actId="1076"/>
          <ac:spMkLst>
            <pc:docMk/>
            <pc:sldMk cId="4255396742" sldId="539"/>
            <ac:spMk id="56" creationId="{C6B45E50-C827-2F54-8611-2E120A9E9561}"/>
          </ac:spMkLst>
        </pc:spChg>
        <pc:spChg chg="add mod">
          <ac:chgData name="Laurianne Lair" userId="877d0e272dd2d022" providerId="LiveId" clId="{1020E764-7D77-4C96-98F0-277F4DB9C8ED}" dt="2024-11-15T15:19:11.118" v="35160" actId="1076"/>
          <ac:spMkLst>
            <pc:docMk/>
            <pc:sldMk cId="4255396742" sldId="539"/>
            <ac:spMk id="58" creationId="{E76DBBF1-C95F-C89C-0572-49705B437D48}"/>
          </ac:spMkLst>
        </pc:spChg>
        <pc:spChg chg="add mod">
          <ac:chgData name="Laurianne Lair" userId="877d0e272dd2d022" providerId="LiveId" clId="{1020E764-7D77-4C96-98F0-277F4DB9C8ED}" dt="2024-11-15T15:19:49.325" v="35168" actId="1076"/>
          <ac:spMkLst>
            <pc:docMk/>
            <pc:sldMk cId="4255396742" sldId="539"/>
            <ac:spMk id="60" creationId="{2ABEA41D-A6D0-7843-4A4B-21D83E1C1CA3}"/>
          </ac:spMkLst>
        </pc:spChg>
        <pc:graphicFrameChg chg="add mod modGraphic">
          <ac:chgData name="Laurianne Lair" userId="877d0e272dd2d022" providerId="LiveId" clId="{1020E764-7D77-4C96-98F0-277F4DB9C8ED}" dt="2024-11-15T14:56:27.382" v="34645" actId="1076"/>
          <ac:graphicFrameMkLst>
            <pc:docMk/>
            <pc:sldMk cId="4255396742" sldId="539"/>
            <ac:graphicFrameMk id="34" creationId="{4DB60F97-3252-88B9-950B-C37EF73B1B6F}"/>
          </ac:graphicFrameMkLst>
        </pc:graphicFrameChg>
        <pc:graphicFrameChg chg="del">
          <ac:chgData name="Laurianne Lair" userId="877d0e272dd2d022" providerId="LiveId" clId="{1020E764-7D77-4C96-98F0-277F4DB9C8ED}" dt="2024-11-15T13:55:32.492" v="33816" actId="478"/>
          <ac:graphicFrameMkLst>
            <pc:docMk/>
            <pc:sldMk cId="4255396742" sldId="539"/>
            <ac:graphicFrameMk id="41" creationId="{33432629-E3E3-5CD5-614F-600C817C2AF8}"/>
          </ac:graphicFrameMkLst>
        </pc:graphicFrameChg>
        <pc:graphicFrameChg chg="del">
          <ac:chgData name="Laurianne Lair" userId="877d0e272dd2d022" providerId="LiveId" clId="{1020E764-7D77-4C96-98F0-277F4DB9C8ED}" dt="2024-11-15T13:55:32.492" v="33816" actId="478"/>
          <ac:graphicFrameMkLst>
            <pc:docMk/>
            <pc:sldMk cId="4255396742" sldId="539"/>
            <ac:graphicFrameMk id="42" creationId="{88B2DFC9-B7D5-8ACB-7C53-29F3079D6C09}"/>
          </ac:graphicFrameMkLst>
        </pc:graphicFrameChg>
        <pc:graphicFrameChg chg="del">
          <ac:chgData name="Laurianne Lair" userId="877d0e272dd2d022" providerId="LiveId" clId="{1020E764-7D77-4C96-98F0-277F4DB9C8ED}" dt="2024-11-15T13:55:32.492" v="33816" actId="478"/>
          <ac:graphicFrameMkLst>
            <pc:docMk/>
            <pc:sldMk cId="4255396742" sldId="539"/>
            <ac:graphicFrameMk id="43" creationId="{F2FA4F4E-09B7-DA08-7116-63F406072F80}"/>
          </ac:graphicFrameMkLst>
        </pc:graphicFrameChg>
        <pc:graphicFrameChg chg="add del mod">
          <ac:chgData name="Laurianne Lair" userId="877d0e272dd2d022" providerId="LiveId" clId="{1020E764-7D77-4C96-98F0-277F4DB9C8ED}" dt="2024-11-15T14:33:04.992" v="34323" actId="478"/>
          <ac:graphicFrameMkLst>
            <pc:docMk/>
            <pc:sldMk cId="4255396742" sldId="539"/>
            <ac:graphicFrameMk id="48" creationId="{711E79A4-BF82-3ADD-6BFD-594B26631C96}"/>
          </ac:graphicFrameMkLst>
        </pc:graphicFrameChg>
        <pc:picChg chg="add mod">
          <ac:chgData name="Laurianne Lair" userId="877d0e272dd2d022" providerId="LiveId" clId="{1020E764-7D77-4C96-98F0-277F4DB9C8ED}" dt="2024-11-15T14:33:07.947" v="34324" actId="1076"/>
          <ac:picMkLst>
            <pc:docMk/>
            <pc:sldMk cId="4255396742" sldId="539"/>
            <ac:picMk id="4" creationId="{41D61D55-E6B9-53C5-9237-02F03ABF73E7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5" creationId="{3F2B54B4-39EC-440A-6553-E3B00838E42B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6" creationId="{84BE6664-5579-8DA3-936F-8D627845CEB2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7" creationId="{2CCD27CF-A442-60F1-BE16-5A5C0084C866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8" creationId="{F50DF0A5-6F26-25C0-89D1-F75987779195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28" creationId="{1269DB26-2922-1326-EB51-D8CB6EA03DFF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29" creationId="{36CDC3B3-4465-9DC3-39DF-B3BAB6BBF223}"/>
          </ac:picMkLst>
        </pc:picChg>
        <pc:picChg chg="del">
          <ac:chgData name="Laurianne Lair" userId="877d0e272dd2d022" providerId="LiveId" clId="{1020E764-7D77-4C96-98F0-277F4DB9C8ED}" dt="2024-11-15T13:55:32.492" v="33816" actId="478"/>
          <ac:picMkLst>
            <pc:docMk/>
            <pc:sldMk cId="4255396742" sldId="539"/>
            <ac:picMk id="30" creationId="{B1CC0F11-270C-8895-198E-B73857B27215}"/>
          </ac:picMkLst>
        </pc:picChg>
        <pc:picChg chg="add mod">
          <ac:chgData name="Laurianne Lair" userId="877d0e272dd2d022" providerId="LiveId" clId="{1020E764-7D77-4C96-98F0-277F4DB9C8ED}" dt="2024-11-15T15:20:00.943" v="35176" actId="14100"/>
          <ac:picMkLst>
            <pc:docMk/>
            <pc:sldMk cId="4255396742" sldId="539"/>
            <ac:picMk id="62" creationId="{502C48C4-52AA-C44C-C824-3B60EFE395DF}"/>
          </ac:picMkLst>
        </pc:picChg>
        <pc:cxnChg chg="add mod">
          <ac:chgData name="Laurianne Lair" userId="877d0e272dd2d022" providerId="LiveId" clId="{1020E764-7D77-4C96-98F0-277F4DB9C8ED}" dt="2024-11-15T14:33:44.899" v="34336" actId="14100"/>
          <ac:cxnSpMkLst>
            <pc:docMk/>
            <pc:sldMk cId="4255396742" sldId="539"/>
            <ac:cxnSpMk id="12" creationId="{62D1B121-E43E-19D7-8AF1-3309C09A5C07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17" creationId="{E3025D41-5964-2A03-E216-6289AFFBED63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19" creationId="{08B5A9ED-233C-A2E1-C414-8125B74E789C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0" creationId="{D0B46C5B-B131-E33A-E9D7-2727DCBAD6A4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1" creationId="{6A2FFE96-8C45-9C0E-BB85-42203C4FA0C4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2" creationId="{0EDF1E35-2F45-9401-D2CA-7F5D332085FD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3" creationId="{36B37F00-8FA3-4BAA-CB4C-DA9994B5118E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4" creationId="{D96406C3-D7DF-45C4-80E8-0E928BF4D571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5" creationId="{4CF98D45-3BFC-5319-4265-E82576CB04C7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6" creationId="{13084841-9967-4D4A-E684-02E50DD4C3CA}"/>
          </ac:cxnSpMkLst>
        </pc:cxnChg>
        <pc:cxnChg chg="del">
          <ac:chgData name="Laurianne Lair" userId="877d0e272dd2d022" providerId="LiveId" clId="{1020E764-7D77-4C96-98F0-277F4DB9C8ED}" dt="2024-11-15T13:55:32.492" v="33816" actId="478"/>
          <ac:cxnSpMkLst>
            <pc:docMk/>
            <pc:sldMk cId="4255396742" sldId="539"/>
            <ac:cxnSpMk id="27" creationId="{A18CD44B-936B-3A62-8C01-75AC420244D1}"/>
          </ac:cxnSpMkLst>
        </pc:cxnChg>
        <pc:cxnChg chg="add del mod">
          <ac:chgData name="Laurianne Lair" userId="877d0e272dd2d022" providerId="LiveId" clId="{1020E764-7D77-4C96-98F0-277F4DB9C8ED}" dt="2024-11-15T14:52:28.983" v="34568" actId="478"/>
          <ac:cxnSpMkLst>
            <pc:docMk/>
            <pc:sldMk cId="4255396742" sldId="539"/>
            <ac:cxnSpMk id="51" creationId="{3F56F8EA-B751-83AC-FFC9-2305C3BDFFF2}"/>
          </ac:cxnSpMkLst>
        </pc:cxnChg>
      </pc:sldChg>
      <pc:sldChg chg="modSp add mod ord modShow">
        <pc:chgData name="Laurianne Lair" userId="877d0e272dd2d022" providerId="LiveId" clId="{1020E764-7D77-4C96-98F0-277F4DB9C8ED}" dt="2024-11-26T16:32:05.020" v="71503" actId="1076"/>
        <pc:sldMkLst>
          <pc:docMk/>
          <pc:sldMk cId="3271533192" sldId="545"/>
        </pc:sldMkLst>
        <pc:spChg chg="mod">
          <ac:chgData name="Laurianne Lair" userId="877d0e272dd2d022" providerId="LiveId" clId="{1020E764-7D77-4C96-98F0-277F4DB9C8ED}" dt="2024-11-26T16:32:02.558" v="71502" actId="14100"/>
          <ac:spMkLst>
            <pc:docMk/>
            <pc:sldMk cId="3271533192" sldId="545"/>
            <ac:spMk id="29" creationId="{D8425F22-0403-83C7-8A78-D1F4725FB9F3}"/>
          </ac:spMkLst>
        </pc:spChg>
        <pc:spChg chg="mod">
          <ac:chgData name="Laurianne Lair" userId="877d0e272dd2d022" providerId="LiveId" clId="{1020E764-7D77-4C96-98F0-277F4DB9C8ED}" dt="2024-11-26T16:32:05.020" v="71503" actId="1076"/>
          <ac:spMkLst>
            <pc:docMk/>
            <pc:sldMk cId="3271533192" sldId="545"/>
            <ac:spMk id="31" creationId="{A63CCCA9-8261-E493-8E96-27274074009B}"/>
          </ac:spMkLst>
        </pc:spChg>
      </pc:sldChg>
      <pc:sldChg chg="modSp add mod modShow">
        <pc:chgData name="Laurianne Lair" userId="877d0e272dd2d022" providerId="LiveId" clId="{1020E764-7D77-4C96-98F0-277F4DB9C8ED}" dt="2024-11-16T15:09:43.005" v="38737" actId="729"/>
        <pc:sldMkLst>
          <pc:docMk/>
          <pc:sldMk cId="1919900640" sldId="547"/>
        </pc:sldMkLst>
        <pc:spChg chg="mod">
          <ac:chgData name="Laurianne Lair" userId="877d0e272dd2d022" providerId="LiveId" clId="{1020E764-7D77-4C96-98F0-277F4DB9C8ED}" dt="2024-11-16T15:03:25" v="38732" actId="1076"/>
          <ac:spMkLst>
            <pc:docMk/>
            <pc:sldMk cId="1919900640" sldId="547"/>
            <ac:spMk id="7" creationId="{D4615E0F-42FB-EFB0-F3D4-7553FD1F5908}"/>
          </ac:spMkLst>
        </pc:spChg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2198760520" sldId="553"/>
        </pc:sldMkLst>
      </pc:sldChg>
      <pc:sldChg chg="modSp add mod ord modShow">
        <pc:chgData name="Laurianne Lair" userId="877d0e272dd2d022" providerId="LiveId" clId="{1020E764-7D77-4C96-98F0-277F4DB9C8ED}" dt="2024-11-16T15:12:21.546" v="38782"/>
        <pc:sldMkLst>
          <pc:docMk/>
          <pc:sldMk cId="81246824" sldId="561"/>
        </pc:sldMkLst>
        <pc:spChg chg="mod">
          <ac:chgData name="Laurianne Lair" userId="877d0e272dd2d022" providerId="LiveId" clId="{1020E764-7D77-4C96-98F0-277F4DB9C8ED}" dt="2024-11-16T15:11:58.359" v="38780" actId="1076"/>
          <ac:spMkLst>
            <pc:docMk/>
            <pc:sldMk cId="81246824" sldId="561"/>
            <ac:spMk id="7" creationId="{D4615E0F-42FB-EFB0-F3D4-7553FD1F5908}"/>
          </ac:spMkLst>
        </pc:spChg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1476563436" sldId="564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151504639" sldId="565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047703517" sldId="566"/>
        </pc:sldMkLst>
      </pc:sldChg>
      <pc:sldChg chg="mod modShow">
        <pc:chgData name="Laurianne Lair" userId="877d0e272dd2d022" providerId="LiveId" clId="{1020E764-7D77-4C96-98F0-277F4DB9C8ED}" dt="2024-11-17T18:07:11.175" v="67173" actId="729"/>
        <pc:sldMkLst>
          <pc:docMk/>
          <pc:sldMk cId="1394856239" sldId="569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834725893" sldId="570"/>
        </pc:sldMkLst>
      </pc:sldChg>
      <pc:sldChg chg="modSp del mod">
        <pc:chgData name="Laurianne Lair" userId="877d0e272dd2d022" providerId="LiveId" clId="{1020E764-7D77-4C96-98F0-277F4DB9C8ED}" dt="2024-11-16T01:19:17.586" v="37361" actId="2696"/>
        <pc:sldMkLst>
          <pc:docMk/>
          <pc:sldMk cId="1410445220" sldId="593"/>
        </pc:sldMkLst>
        <pc:spChg chg="mod">
          <ac:chgData name="Laurianne Lair" userId="877d0e272dd2d022" providerId="LiveId" clId="{1020E764-7D77-4C96-98F0-277F4DB9C8ED}" dt="2024-11-14T19:29:14.436" v="33366" actId="20577"/>
          <ac:spMkLst>
            <pc:docMk/>
            <pc:sldMk cId="1410445220" sldId="593"/>
            <ac:spMk id="3" creationId="{F14321F0-EFE8-AE89-95F4-9782FDE126AC}"/>
          </ac:spMkLst>
        </pc:spChg>
      </pc:sldChg>
      <pc:sldChg chg="delSp modSp add mod modShow">
        <pc:chgData name="Laurianne Lair" userId="877d0e272dd2d022" providerId="LiveId" clId="{1020E764-7D77-4C96-98F0-277F4DB9C8ED}" dt="2024-11-17T17:56:38.047" v="67108" actId="1076"/>
        <pc:sldMkLst>
          <pc:docMk/>
          <pc:sldMk cId="3562194338" sldId="601"/>
        </pc:sldMkLst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4" creationId="{8E32DCBC-69E8-980F-4095-95BE253C2C77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6" creationId="{825EDEE7-2CB3-0A72-DD8C-1F2066CD2CC9}"/>
          </ac:spMkLst>
        </pc:spChg>
        <pc:spChg chg="mod">
          <ac:chgData name="Laurianne Lair" userId="877d0e272dd2d022" providerId="LiveId" clId="{1020E764-7D77-4C96-98F0-277F4DB9C8ED}" dt="2024-11-17T17:56:38.047" v="67108" actId="1076"/>
          <ac:spMkLst>
            <pc:docMk/>
            <pc:sldMk cId="3562194338" sldId="601"/>
            <ac:spMk id="8" creationId="{B170056C-8DC1-A00C-10B5-79DD6426792A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9" creationId="{739D0160-7135-7E48-F5CF-C21B30BACDEC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10" creationId="{248E5528-81D1-7B7C-28F6-7CCA02E1F9BD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12" creationId="{38E8AFD2-B58E-FD38-06AE-2514284329BB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14" creationId="{BC36B9A5-FAE8-71B6-F61F-32263BE206EB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16" creationId="{63C4F7AA-F3B5-BBE5-0744-FF568925A2E9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19" creationId="{F465C77F-F996-F298-7DF2-C690B0ED96BA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21" creationId="{765B4062-4D42-A64C-3130-B27ECF5374C4}"/>
          </ac:spMkLst>
        </pc:spChg>
        <pc:spChg chg="mod">
          <ac:chgData name="Laurianne Lair" userId="877d0e272dd2d022" providerId="LiveId" clId="{1020E764-7D77-4C96-98F0-277F4DB9C8ED}" dt="2024-11-17T17:56:35.724" v="67107" actId="1076"/>
          <ac:spMkLst>
            <pc:docMk/>
            <pc:sldMk cId="3562194338" sldId="601"/>
            <ac:spMk id="22" creationId="{A7656E95-140E-51B4-F09C-A2BAEA8933EF}"/>
          </ac:spMkLst>
        </pc:spChg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3562194338" sldId="601"/>
            <ac:spMk id="42" creationId="{A35B8F52-4F43-F9A1-4706-5D340F592297}"/>
          </ac:spMkLst>
        </pc:spChg>
        <pc:cxnChg chg="del">
          <ac:chgData name="Laurianne Lair" userId="877d0e272dd2d022" providerId="LiveId" clId="{1020E764-7D77-4C96-98F0-277F4DB9C8ED}" dt="2024-11-17T17:56:31.540" v="67106" actId="478"/>
          <ac:cxnSpMkLst>
            <pc:docMk/>
            <pc:sldMk cId="3562194338" sldId="601"/>
            <ac:cxnSpMk id="3" creationId="{ABA9AEA5-1650-B355-C2F6-E472DC96A53C}"/>
          </ac:cxnSpMkLst>
        </pc:cxnChg>
      </pc:sldChg>
      <pc:sldChg chg="delSp modSp add mod modShow">
        <pc:chgData name="Laurianne Lair" userId="877d0e272dd2d022" providerId="LiveId" clId="{1020E764-7D77-4C96-98F0-277F4DB9C8ED}" dt="2024-11-17T17:56:40.623" v="67109" actId="478"/>
        <pc:sldMkLst>
          <pc:docMk/>
          <pc:sldMk cId="2706574567" sldId="605"/>
        </pc:sldMkLst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2706574567" sldId="605"/>
            <ac:spMk id="42" creationId="{A35B8F52-4F43-F9A1-4706-5D340F592297}"/>
          </ac:spMkLst>
        </pc:spChg>
        <pc:cxnChg chg="del">
          <ac:chgData name="Laurianne Lair" userId="877d0e272dd2d022" providerId="LiveId" clId="{1020E764-7D77-4C96-98F0-277F4DB9C8ED}" dt="2024-11-17T17:56:40.623" v="67109" actId="478"/>
          <ac:cxnSpMkLst>
            <pc:docMk/>
            <pc:sldMk cId="2706574567" sldId="605"/>
            <ac:cxnSpMk id="4" creationId="{5B4AD735-ADB8-292D-A073-A53C33605FB4}"/>
          </ac:cxnSpMkLst>
        </pc:cxnChg>
      </pc:sldChg>
      <pc:sldChg chg="delSp modSp add mod modShow">
        <pc:chgData name="Laurianne Lair" userId="877d0e272dd2d022" providerId="LiveId" clId="{1020E764-7D77-4C96-98F0-277F4DB9C8ED}" dt="2024-11-17T17:56:43.725" v="67110" actId="478"/>
        <pc:sldMkLst>
          <pc:docMk/>
          <pc:sldMk cId="117797162" sldId="606"/>
        </pc:sldMkLst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117797162" sldId="606"/>
            <ac:spMk id="42" creationId="{A35B8F52-4F43-F9A1-4706-5D340F592297}"/>
          </ac:spMkLst>
        </pc:spChg>
        <pc:cxnChg chg="del">
          <ac:chgData name="Laurianne Lair" userId="877d0e272dd2d022" providerId="LiveId" clId="{1020E764-7D77-4C96-98F0-277F4DB9C8ED}" dt="2024-11-17T17:56:43.725" v="67110" actId="478"/>
          <ac:cxnSpMkLst>
            <pc:docMk/>
            <pc:sldMk cId="117797162" sldId="606"/>
            <ac:cxnSpMk id="3" creationId="{2E82AFC2-75B6-051E-EDAD-BBAE3418C624}"/>
          </ac:cxnSpMkLst>
        </pc:cxnChg>
      </pc:sldChg>
      <pc:sldChg chg="modSp add">
        <pc:chgData name="Laurianne Lair" userId="877d0e272dd2d022" providerId="LiveId" clId="{1020E764-7D77-4C96-98F0-277F4DB9C8ED}" dt="2024-11-17T17:56:16.068" v="67104"/>
        <pc:sldMkLst>
          <pc:docMk/>
          <pc:sldMk cId="2665557235" sldId="607"/>
        </pc:sldMkLst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2665557235" sldId="607"/>
            <ac:spMk id="42" creationId="{A35B8F52-4F43-F9A1-4706-5D340F592297}"/>
          </ac:spMkLst>
        </pc:spChg>
      </pc:sldChg>
      <pc:sldChg chg="delSp modSp add mod modShow">
        <pc:chgData name="Laurianne Lair" userId="877d0e272dd2d022" providerId="LiveId" clId="{1020E764-7D77-4C96-98F0-277F4DB9C8ED}" dt="2024-11-17T17:56:58.564" v="67113" actId="1076"/>
        <pc:sldMkLst>
          <pc:docMk/>
          <pc:sldMk cId="2485012595" sldId="608"/>
        </pc:sldMkLst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3" creationId="{CF3887A8-6D23-53DA-577C-D0E8EF2EF409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4" creationId="{45A9527A-32A1-31BA-454A-7B1FD0F5B5C8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5" creationId="{5AC63DA8-80B3-BD80-FC7B-4D217226B074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10" creationId="{27CEAE0C-961B-CDD3-16D1-9EE130996804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11" creationId="{B7C548C2-01D8-4BF8-53F3-0996880B63F6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13" creationId="{C30B267C-48D7-FACD-8AA0-D0F571DFF7F7}"/>
          </ac:spMkLst>
        </pc:spChg>
        <pc:spChg chg="mod">
          <ac:chgData name="Laurianne Lair" userId="877d0e272dd2d022" providerId="LiveId" clId="{1020E764-7D77-4C96-98F0-277F4DB9C8ED}" dt="2024-11-17T17:56:58.564" v="67113" actId="1076"/>
          <ac:spMkLst>
            <pc:docMk/>
            <pc:sldMk cId="2485012595" sldId="608"/>
            <ac:spMk id="16" creationId="{9301F393-387F-B351-5975-BC79B719BDDD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19" creationId="{46E014BD-1585-5981-0C6E-CD748A53B971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21" creationId="{747F5D97-19B3-2185-984B-40A526A8193F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23" creationId="{AFB35716-E719-EB64-F7E9-8C9836EB9129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28" creationId="{77C8B212-7C1B-A8BD-C115-1556FC586CCA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30" creationId="{91416D71-B12F-A42F-16C5-C0BD4C42BD34}"/>
          </ac:spMkLst>
        </pc:spChg>
        <pc:spChg chg="mod">
          <ac:chgData name="Laurianne Lair" userId="877d0e272dd2d022" providerId="LiveId" clId="{1020E764-7D77-4C96-98F0-277F4DB9C8ED}" dt="2024-11-17T17:56:55.370" v="67112" actId="1076"/>
          <ac:spMkLst>
            <pc:docMk/>
            <pc:sldMk cId="2485012595" sldId="608"/>
            <ac:spMk id="32" creationId="{A6C9EB5B-2B5A-F2B4-DD84-663C7A4AA483}"/>
          </ac:spMkLst>
        </pc:spChg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2485012595" sldId="608"/>
            <ac:spMk id="42" creationId="{A35B8F52-4F43-F9A1-4706-5D340F592297}"/>
          </ac:spMkLst>
        </pc:spChg>
        <pc:cxnChg chg="del">
          <ac:chgData name="Laurianne Lair" userId="877d0e272dd2d022" providerId="LiveId" clId="{1020E764-7D77-4C96-98F0-277F4DB9C8ED}" dt="2024-11-17T17:56:49.493" v="67111" actId="478"/>
          <ac:cxnSpMkLst>
            <pc:docMk/>
            <pc:sldMk cId="2485012595" sldId="608"/>
            <ac:cxnSpMk id="6" creationId="{05C1014B-9097-F28A-F588-09E166B9B41F}"/>
          </ac:cxnSpMkLst>
        </pc:cxnChg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3834367780" sldId="610"/>
        </pc:sldMkLst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3834367780" sldId="610"/>
            <ac:spMk id="42" creationId="{A35B8F52-4F43-F9A1-4706-5D340F592297}"/>
          </ac:spMkLst>
        </pc:spChg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2737194843" sldId="611"/>
        </pc:sldMkLst>
        <pc:spChg chg="mod">
          <ac:chgData name="Laurianne Lair" userId="877d0e272dd2d022" providerId="LiveId" clId="{1020E764-7D77-4C96-98F0-277F4DB9C8ED}" dt="2024-11-17T17:56:16.068" v="67104"/>
          <ac:spMkLst>
            <pc:docMk/>
            <pc:sldMk cId="2737194843" sldId="611"/>
            <ac:spMk id="42" creationId="{A35B8F52-4F43-F9A1-4706-5D340F592297}"/>
          </ac:spMkLst>
        </pc:spChg>
      </pc:sldChg>
      <pc:sldChg chg="addSp delSp modSp mod delAnim modAnim modNotesTx">
        <pc:chgData name="Laurianne Lair" userId="877d0e272dd2d022" providerId="LiveId" clId="{1020E764-7D77-4C96-98F0-277F4DB9C8ED}" dt="2024-11-18T13:04:08.341" v="71443" actId="20577"/>
        <pc:sldMkLst>
          <pc:docMk/>
          <pc:sldMk cId="1326803350" sldId="643"/>
        </pc:sldMkLst>
        <pc:spChg chg="mod">
          <ac:chgData name="Laurianne Lair" userId="877d0e272dd2d022" providerId="LiveId" clId="{1020E764-7D77-4C96-98F0-277F4DB9C8ED}" dt="2024-11-11T15:08:11.508" v="12113" actId="20577"/>
          <ac:spMkLst>
            <pc:docMk/>
            <pc:sldMk cId="1326803350" sldId="643"/>
            <ac:spMk id="2" creationId="{76BF0584-4CD1-7D4C-A5AC-A701C898CD05}"/>
          </ac:spMkLst>
        </pc:spChg>
        <pc:spChg chg="add del mod">
          <ac:chgData name="Laurianne Lair" userId="877d0e272dd2d022" providerId="LiveId" clId="{1020E764-7D77-4C96-98F0-277F4DB9C8ED}" dt="2024-11-11T15:06:46.186" v="11838" actId="478"/>
          <ac:spMkLst>
            <pc:docMk/>
            <pc:sldMk cId="1326803350" sldId="643"/>
            <ac:spMk id="16" creationId="{FF47E1ED-25ED-713A-FAE9-0304A1F8871E}"/>
          </ac:spMkLst>
        </pc:spChg>
        <pc:spChg chg="add mod">
          <ac:chgData name="Laurianne Lair" userId="877d0e272dd2d022" providerId="LiveId" clId="{1020E764-7D77-4C96-98F0-277F4DB9C8ED}" dt="2024-11-11T15:08:58.472" v="12124" actId="20577"/>
          <ac:spMkLst>
            <pc:docMk/>
            <pc:sldMk cId="1326803350" sldId="643"/>
            <ac:spMk id="17" creationId="{9600FB26-FE7B-31E6-8A5E-2D00324BC17E}"/>
          </ac:spMkLst>
        </pc:spChg>
        <pc:spChg chg="add mod">
          <ac:chgData name="Laurianne Lair" userId="877d0e272dd2d022" providerId="LiveId" clId="{1020E764-7D77-4C96-98F0-277F4DB9C8ED}" dt="2024-11-11T15:09:00.919" v="12125" actId="20577"/>
          <ac:spMkLst>
            <pc:docMk/>
            <pc:sldMk cId="1326803350" sldId="643"/>
            <ac:spMk id="18" creationId="{776DED58-7CDE-1286-5B46-9672B4C1DF8B}"/>
          </ac:spMkLst>
        </pc:spChg>
        <pc:spChg chg="add del mod">
          <ac:chgData name="Laurianne Lair" userId="877d0e272dd2d022" providerId="LiveId" clId="{1020E764-7D77-4C96-98F0-277F4DB9C8ED}" dt="2024-11-11T15:06:47.048" v="11839" actId="478"/>
          <ac:spMkLst>
            <pc:docMk/>
            <pc:sldMk cId="1326803350" sldId="643"/>
            <ac:spMk id="22" creationId="{17034F4B-0EFA-B43E-94BB-B1ABD41BB321}"/>
          </ac:spMkLst>
        </pc:spChg>
        <pc:spChg chg="add mod">
          <ac:chgData name="Laurianne Lair" userId="877d0e272dd2d022" providerId="LiveId" clId="{1020E764-7D77-4C96-98F0-277F4DB9C8ED}" dt="2024-11-11T15:08:41.623" v="12118" actId="1076"/>
          <ac:spMkLst>
            <pc:docMk/>
            <pc:sldMk cId="1326803350" sldId="643"/>
            <ac:spMk id="24" creationId="{88A29BBF-F975-27C5-4528-0F32F82F82FF}"/>
          </ac:spMkLst>
        </pc:spChg>
        <pc:spChg chg="add del mod">
          <ac:chgData name="Laurianne Lair" userId="877d0e272dd2d022" providerId="LiveId" clId="{1020E764-7D77-4C96-98F0-277F4DB9C8ED}" dt="2024-11-11T15:08:35.824" v="12117"/>
          <ac:spMkLst>
            <pc:docMk/>
            <pc:sldMk cId="1326803350" sldId="643"/>
            <ac:spMk id="25" creationId="{4FFD542D-FC8A-C8D9-3712-8125FD76B268}"/>
          </ac:spMkLst>
        </pc:spChg>
        <pc:spChg chg="mod">
          <ac:chgData name="Laurianne Lair" userId="877d0e272dd2d022" providerId="LiveId" clId="{1020E764-7D77-4C96-98F0-277F4DB9C8ED}" dt="2024-11-11T15:03:16.314" v="11361" actId="404"/>
          <ac:spMkLst>
            <pc:docMk/>
            <pc:sldMk cId="1326803350" sldId="643"/>
            <ac:spMk id="120" creationId="{D2DE6CF6-BDA1-F24D-6C64-EC3919F9914E}"/>
          </ac:spMkLst>
        </pc:spChg>
        <pc:grpChg chg="del mod">
          <ac:chgData name="Laurianne Lair" userId="877d0e272dd2d022" providerId="LiveId" clId="{1020E764-7D77-4C96-98F0-277F4DB9C8ED}" dt="2024-11-11T14:47:49.883" v="10881" actId="478"/>
          <ac:grpSpMkLst>
            <pc:docMk/>
            <pc:sldMk cId="1326803350" sldId="643"/>
            <ac:grpSpMk id="133" creationId="{8776C905-75B8-3C0E-C6B3-29C6DCE99F96}"/>
          </ac:grpSpMkLst>
        </pc:grpChg>
        <pc:grpChg chg="del mod">
          <ac:chgData name="Laurianne Lair" userId="877d0e272dd2d022" providerId="LiveId" clId="{1020E764-7D77-4C96-98F0-277F4DB9C8ED}" dt="2024-11-11T14:47:50.354" v="10882" actId="478"/>
          <ac:grpSpMkLst>
            <pc:docMk/>
            <pc:sldMk cId="1326803350" sldId="643"/>
            <ac:grpSpMk id="134" creationId="{AF1FF6F0-29D6-5AA0-6128-226BB935325D}"/>
          </ac:grpSpMkLst>
        </pc:grpChg>
        <pc:graphicFrameChg chg="add mod">
          <ac:chgData name="Laurianne Lair" userId="877d0e272dd2d022" providerId="LiveId" clId="{1020E764-7D77-4C96-98F0-277F4DB9C8ED}" dt="2024-11-11T15:08:50.104" v="12120" actId="1076"/>
          <ac:graphicFrameMkLst>
            <pc:docMk/>
            <pc:sldMk cId="1326803350" sldId="643"/>
            <ac:graphicFrameMk id="19" creationId="{33CDDEB1-9484-C123-172C-E81DEB132EB3}"/>
          </ac:graphicFrameMkLst>
        </pc:graphicFrameChg>
        <pc:graphicFrameChg chg="add mod">
          <ac:chgData name="Laurianne Lair" userId="877d0e272dd2d022" providerId="LiveId" clId="{1020E764-7D77-4C96-98F0-277F4DB9C8ED}" dt="2024-11-11T15:08:53.653" v="12122" actId="1076"/>
          <ac:graphicFrameMkLst>
            <pc:docMk/>
            <pc:sldMk cId="1326803350" sldId="643"/>
            <ac:graphicFrameMk id="20" creationId="{C083281E-D1FC-2269-0EBD-1FD8B6550FFB}"/>
          </ac:graphicFrameMkLst>
        </pc:graphicFrameChg>
        <pc:picChg chg="mod">
          <ac:chgData name="Laurianne Lair" userId="877d0e272dd2d022" providerId="LiveId" clId="{1020E764-7D77-4C96-98F0-277F4DB9C8ED}" dt="2024-11-13T23:26:39.059" v="32528" actId="1076"/>
          <ac:picMkLst>
            <pc:docMk/>
            <pc:sldMk cId="1326803350" sldId="643"/>
            <ac:picMk id="5" creationId="{D5976E3A-AD82-3330-5F3B-5E1AED7F5C1D}"/>
          </ac:picMkLst>
        </pc:picChg>
        <pc:picChg chg="add del mod">
          <ac:chgData name="Laurianne Lair" userId="877d0e272dd2d022" providerId="LiveId" clId="{1020E764-7D77-4C96-98F0-277F4DB9C8ED}" dt="2024-11-11T15:06:45.315" v="11837" actId="478"/>
          <ac:picMkLst>
            <pc:docMk/>
            <pc:sldMk cId="1326803350" sldId="643"/>
            <ac:picMk id="15" creationId="{120BA00A-920B-21B0-3BB0-0EB3894E83FE}"/>
          </ac:picMkLst>
        </pc:picChg>
        <pc:picChg chg="add del mod">
          <ac:chgData name="Laurianne Lair" userId="877d0e272dd2d022" providerId="LiveId" clId="{1020E764-7D77-4C96-98F0-277F4DB9C8ED}" dt="2024-11-11T15:08:35.824" v="12115" actId="478"/>
          <ac:picMkLst>
            <pc:docMk/>
            <pc:sldMk cId="1326803350" sldId="643"/>
            <ac:picMk id="26" creationId="{6ADC935D-717C-87ED-FBDB-6DA765ED22C7}"/>
          </ac:picMkLst>
        </pc:picChg>
      </pc:sldChg>
      <pc:sldChg chg="addSp delSp modSp mod ord modNotesTx">
        <pc:chgData name="Laurianne Lair" userId="877d0e272dd2d022" providerId="LiveId" clId="{1020E764-7D77-4C96-98F0-277F4DB9C8ED}" dt="2024-11-16T23:19:05.974" v="52498" actId="20577"/>
        <pc:sldMkLst>
          <pc:docMk/>
          <pc:sldMk cId="2922693038" sldId="654"/>
        </pc:sldMkLst>
        <pc:spChg chg="add mod">
          <ac:chgData name="Laurianne Lair" userId="877d0e272dd2d022" providerId="LiveId" clId="{1020E764-7D77-4C96-98F0-277F4DB9C8ED}" dt="2024-11-11T23:32:49.473" v="24091" actId="1076"/>
          <ac:spMkLst>
            <pc:docMk/>
            <pc:sldMk cId="2922693038" sldId="654"/>
            <ac:spMk id="5" creationId="{2787D0C7-441C-DC03-92F3-B3F75997FFD0}"/>
          </ac:spMkLst>
        </pc:spChg>
        <pc:spChg chg="del">
          <ac:chgData name="Laurianne Lair" userId="877d0e272dd2d022" providerId="LiveId" clId="{1020E764-7D77-4C96-98F0-277F4DB9C8ED}" dt="2024-11-08T16:33:22.763" v="28" actId="478"/>
          <ac:spMkLst>
            <pc:docMk/>
            <pc:sldMk cId="2922693038" sldId="654"/>
            <ac:spMk id="5" creationId="{30B63DD3-12F6-A4C4-636A-CFD1C85D8DD4}"/>
          </ac:spMkLst>
        </pc:spChg>
        <pc:spChg chg="add mod">
          <ac:chgData name="Laurianne Lair" userId="877d0e272dd2d022" providerId="LiveId" clId="{1020E764-7D77-4C96-98F0-277F4DB9C8ED}" dt="2024-11-08T16:33:23.046" v="29"/>
          <ac:spMkLst>
            <pc:docMk/>
            <pc:sldMk cId="2922693038" sldId="654"/>
            <ac:spMk id="6" creationId="{69A1A5F3-E7B3-D537-C35F-06B3CE7E560A}"/>
          </ac:spMkLst>
        </pc:spChg>
        <pc:spChg chg="add mod">
          <ac:chgData name="Laurianne Lair" userId="877d0e272dd2d022" providerId="LiveId" clId="{1020E764-7D77-4C96-98F0-277F4DB9C8ED}" dt="2024-11-11T23:32:46.211" v="24090" actId="1076"/>
          <ac:spMkLst>
            <pc:docMk/>
            <pc:sldMk cId="2922693038" sldId="654"/>
            <ac:spMk id="7" creationId="{B3173702-B741-6B11-71C4-947D366ED8A1}"/>
          </ac:spMkLst>
        </pc:spChg>
        <pc:spChg chg="del mod">
          <ac:chgData name="Laurianne Lair" userId="877d0e272dd2d022" providerId="LiveId" clId="{1020E764-7D77-4C96-98F0-277F4DB9C8ED}" dt="2024-11-13T13:31:28.750" v="29412" actId="478"/>
          <ac:spMkLst>
            <pc:docMk/>
            <pc:sldMk cId="2922693038" sldId="654"/>
            <ac:spMk id="16" creationId="{E503A6CA-144A-579F-5E4A-6EA95AD281B9}"/>
          </ac:spMkLst>
        </pc:spChg>
        <pc:spChg chg="mod">
          <ac:chgData name="Laurianne Lair" userId="877d0e272dd2d022" providerId="LiveId" clId="{1020E764-7D77-4C96-98F0-277F4DB9C8ED}" dt="2024-11-13T13:31:31.981" v="29413" actId="1076"/>
          <ac:spMkLst>
            <pc:docMk/>
            <pc:sldMk cId="2922693038" sldId="654"/>
            <ac:spMk id="43" creationId="{82185BE0-DD9B-C129-A8AA-FD8E65DB0A49}"/>
          </ac:spMkLst>
        </pc:spChg>
        <pc:spChg chg="mod">
          <ac:chgData name="Laurianne Lair" userId="877d0e272dd2d022" providerId="LiveId" clId="{1020E764-7D77-4C96-98F0-277F4DB9C8ED}" dt="2024-11-13T13:31:31.981" v="29413" actId="1076"/>
          <ac:spMkLst>
            <pc:docMk/>
            <pc:sldMk cId="2922693038" sldId="654"/>
            <ac:spMk id="44" creationId="{ABB03FD3-7AF1-15EC-7C61-0018D10471F7}"/>
          </ac:spMkLst>
        </pc:spChg>
        <pc:graphicFrameChg chg="add mod">
          <ac:chgData name="Laurianne Lair" userId="877d0e272dd2d022" providerId="LiveId" clId="{1020E764-7D77-4C96-98F0-277F4DB9C8ED}" dt="2024-11-13T23:10:06.743" v="32352" actId="1038"/>
          <ac:graphicFrameMkLst>
            <pc:docMk/>
            <pc:sldMk cId="2922693038" sldId="654"/>
            <ac:graphicFrameMk id="8" creationId="{93B0A462-72B5-62A8-4FA5-B7FC9CF181D9}"/>
          </ac:graphicFrameMkLst>
        </pc:graphicFrameChg>
        <pc:graphicFrameChg chg="del">
          <ac:chgData name="Laurianne Lair" userId="877d0e272dd2d022" providerId="LiveId" clId="{1020E764-7D77-4C96-98F0-277F4DB9C8ED}" dt="2024-11-13T23:10:01.618" v="32342" actId="478"/>
          <ac:graphicFrameMkLst>
            <pc:docMk/>
            <pc:sldMk cId="2922693038" sldId="654"/>
            <ac:graphicFrameMk id="40" creationId="{33B50D63-F877-1142-78E4-FE96212EF074}"/>
          </ac:graphicFrameMkLst>
        </pc:graphicFrameChg>
        <pc:picChg chg="mod">
          <ac:chgData name="Laurianne Lair" userId="877d0e272dd2d022" providerId="LiveId" clId="{1020E764-7D77-4C96-98F0-277F4DB9C8ED}" dt="2024-11-13T13:31:31.981" v="29413" actId="1076"/>
          <ac:picMkLst>
            <pc:docMk/>
            <pc:sldMk cId="2922693038" sldId="654"/>
            <ac:picMk id="4" creationId="{3742997C-DDB3-DC5A-6F3A-CAC102B6EF93}"/>
          </ac:picMkLst>
        </pc:picChg>
      </pc:sldChg>
      <pc:sldChg chg="addSp delSp modSp mod modAnim modNotesTx">
        <pc:chgData name="Laurianne Lair" userId="877d0e272dd2d022" providerId="LiveId" clId="{1020E764-7D77-4C96-98F0-277F4DB9C8ED}" dt="2024-11-16T23:11:11.196" v="50263" actId="20577"/>
        <pc:sldMkLst>
          <pc:docMk/>
          <pc:sldMk cId="2815548228" sldId="662"/>
        </pc:sldMkLst>
        <pc:spChg chg="del">
          <ac:chgData name="Laurianne Lair" userId="877d0e272dd2d022" providerId="LiveId" clId="{1020E764-7D77-4C96-98F0-277F4DB9C8ED}" dt="2024-11-08T16:33:16.155" v="24" actId="478"/>
          <ac:spMkLst>
            <pc:docMk/>
            <pc:sldMk cId="2815548228" sldId="662"/>
            <ac:spMk id="4" creationId="{11B9100E-D0EA-4A6F-B437-65497A8B1461}"/>
          </ac:spMkLst>
        </pc:spChg>
        <pc:spChg chg="add mod">
          <ac:chgData name="Laurianne Lair" userId="877d0e272dd2d022" providerId="LiveId" clId="{1020E764-7D77-4C96-98F0-277F4DB9C8ED}" dt="2024-11-13T16:35:18.275" v="32030" actId="20577"/>
          <ac:spMkLst>
            <pc:docMk/>
            <pc:sldMk cId="2815548228" sldId="662"/>
            <ac:spMk id="4" creationId="{A7C5C7BC-B5C6-8591-E44D-3757D86F5DCE}"/>
          </ac:spMkLst>
        </pc:spChg>
        <pc:spChg chg="add mod">
          <ac:chgData name="Laurianne Lair" userId="877d0e272dd2d022" providerId="LiveId" clId="{1020E764-7D77-4C96-98F0-277F4DB9C8ED}" dt="2024-11-08T16:33:16.457" v="25"/>
          <ac:spMkLst>
            <pc:docMk/>
            <pc:sldMk cId="2815548228" sldId="662"/>
            <ac:spMk id="6" creationId="{895271B8-97E2-001E-5D9D-5B7C3592CA47}"/>
          </ac:spMkLst>
        </pc:spChg>
      </pc:sldChg>
      <pc:sldChg chg="addSp modSp mod modNotesTx">
        <pc:chgData name="Laurianne Lair" userId="877d0e272dd2d022" providerId="LiveId" clId="{1020E764-7D77-4C96-98F0-277F4DB9C8ED}" dt="2024-11-17T18:34:12.565" v="67558" actId="20577"/>
        <pc:sldMkLst>
          <pc:docMk/>
          <pc:sldMk cId="207612167" sldId="665"/>
        </pc:sldMkLst>
        <pc:spChg chg="mod">
          <ac:chgData name="Laurianne Lair" userId="877d0e272dd2d022" providerId="LiveId" clId="{1020E764-7D77-4C96-98F0-277F4DB9C8ED}" dt="2024-11-17T00:14:37.113" v="66732" actId="14100"/>
          <ac:spMkLst>
            <pc:docMk/>
            <pc:sldMk cId="207612167" sldId="665"/>
            <ac:spMk id="10" creationId="{D3A2F13A-F4A4-74D1-16BE-A53E3B9233DE}"/>
          </ac:spMkLst>
        </pc:spChg>
        <pc:spChg chg="add mod">
          <ac:chgData name="Laurianne Lair" userId="877d0e272dd2d022" providerId="LiveId" clId="{1020E764-7D77-4C96-98F0-277F4DB9C8ED}" dt="2024-11-17T00:14:42.884" v="66747" actId="20577"/>
          <ac:spMkLst>
            <pc:docMk/>
            <pc:sldMk cId="207612167" sldId="665"/>
            <ac:spMk id="11" creationId="{E5518FB0-24C1-4331-72DB-2FD1D72F3133}"/>
          </ac:spMkLst>
        </pc:spChg>
        <pc:spChg chg="mod">
          <ac:chgData name="Laurianne Lair" userId="877d0e272dd2d022" providerId="LiveId" clId="{1020E764-7D77-4C96-98F0-277F4DB9C8ED}" dt="2024-11-17T18:34:12.565" v="67558" actId="20577"/>
          <ac:spMkLst>
            <pc:docMk/>
            <pc:sldMk cId="207612167" sldId="665"/>
            <ac:spMk id="42" creationId="{A35B8F52-4F43-F9A1-4706-5D340F592297}"/>
          </ac:spMkLst>
        </pc:spChg>
      </pc:sldChg>
      <pc:sldChg chg="del ord">
        <pc:chgData name="Laurianne Lair" userId="877d0e272dd2d022" providerId="LiveId" clId="{1020E764-7D77-4C96-98F0-277F4DB9C8ED}" dt="2024-11-15T13:55:04.654" v="33814" actId="2696"/>
        <pc:sldMkLst>
          <pc:docMk/>
          <pc:sldMk cId="2600655653" sldId="666"/>
        </pc:sldMkLst>
      </pc:sldChg>
      <pc:sldChg chg="delSp modSp mod ord">
        <pc:chgData name="Laurianne Lair" userId="877d0e272dd2d022" providerId="LiveId" clId="{1020E764-7D77-4C96-98F0-277F4DB9C8ED}" dt="2024-11-15T13:56:02.076" v="33897" actId="20577"/>
        <pc:sldMkLst>
          <pc:docMk/>
          <pc:sldMk cId="3401228219" sldId="667"/>
        </pc:sldMkLst>
        <pc:spChg chg="mod">
          <ac:chgData name="Laurianne Lair" userId="877d0e272dd2d022" providerId="LiveId" clId="{1020E764-7D77-4C96-98F0-277F4DB9C8ED}" dt="2024-11-15T13:56:02.076" v="33897" actId="20577"/>
          <ac:spMkLst>
            <pc:docMk/>
            <pc:sldMk cId="3401228219" sldId="667"/>
            <ac:spMk id="10" creationId="{2B3D608F-7561-74BA-A29D-E64C187B5384}"/>
          </ac:spMkLst>
        </pc:spChg>
        <pc:spChg chg="mod">
          <ac:chgData name="Laurianne Lair" userId="877d0e272dd2d022" providerId="LiveId" clId="{1020E764-7D77-4C96-98F0-277F4DB9C8ED}" dt="2024-11-15T13:37:45.061" v="33733" actId="947"/>
          <ac:spMkLst>
            <pc:docMk/>
            <pc:sldMk cId="3401228219" sldId="667"/>
            <ac:spMk id="53" creationId="{20E5E18B-8301-BD66-897D-09C1E7746B6D}"/>
          </ac:spMkLst>
        </pc:spChg>
        <pc:spChg chg="del">
          <ac:chgData name="Laurianne Lair" userId="877d0e272dd2d022" providerId="LiveId" clId="{1020E764-7D77-4C96-98F0-277F4DB9C8ED}" dt="2024-11-15T13:55:57.068" v="33876" actId="478"/>
          <ac:spMkLst>
            <pc:docMk/>
            <pc:sldMk cId="3401228219" sldId="667"/>
            <ac:spMk id="55" creationId="{67BAD14B-01C0-997B-CB54-1E488D15A55D}"/>
          </ac:spMkLst>
        </pc:spChg>
      </pc:sldChg>
      <pc:sldChg chg="addSp delSp modSp mod delAnim modNotesTx">
        <pc:chgData name="Laurianne Lair" userId="877d0e272dd2d022" providerId="LiveId" clId="{1020E764-7D77-4C96-98F0-277F4DB9C8ED}" dt="2024-11-17T18:25:35.963" v="67308" actId="20577"/>
        <pc:sldMkLst>
          <pc:docMk/>
          <pc:sldMk cId="383163146" sldId="670"/>
        </pc:sldMkLst>
        <pc:spChg chg="mod">
          <ac:chgData name="Laurianne Lair" userId="877d0e272dd2d022" providerId="LiveId" clId="{1020E764-7D77-4C96-98F0-277F4DB9C8ED}" dt="2024-11-17T18:25:35.963" v="67308" actId="20577"/>
          <ac:spMkLst>
            <pc:docMk/>
            <pc:sldMk cId="383163146" sldId="670"/>
            <ac:spMk id="2" creationId="{76BF0584-4CD1-7D4C-A5AC-A701C898CD05}"/>
          </ac:spMkLst>
        </pc:spChg>
        <pc:spChg chg="del">
          <ac:chgData name="Laurianne Lair" userId="877d0e272dd2d022" providerId="LiveId" clId="{1020E764-7D77-4C96-98F0-277F4DB9C8ED}" dt="2024-11-11T15:23:45.471" v="13256" actId="478"/>
          <ac:spMkLst>
            <pc:docMk/>
            <pc:sldMk cId="383163146" sldId="670"/>
            <ac:spMk id="4" creationId="{0E79499D-B7DB-C791-4D3E-C172651FCB26}"/>
          </ac:spMkLst>
        </pc:spChg>
        <pc:spChg chg="mod">
          <ac:chgData name="Laurianne Lair" userId="877d0e272dd2d022" providerId="LiveId" clId="{1020E764-7D77-4C96-98F0-277F4DB9C8ED}" dt="2024-11-11T15:38:51.929" v="13603" actId="1076"/>
          <ac:spMkLst>
            <pc:docMk/>
            <pc:sldMk cId="383163146" sldId="670"/>
            <ac:spMk id="9" creationId="{FF5C1638-B845-43EA-83EB-B6C5BD393191}"/>
          </ac:spMkLst>
        </pc:spChg>
        <pc:spChg chg="mod">
          <ac:chgData name="Laurianne Lair" userId="877d0e272dd2d022" providerId="LiveId" clId="{1020E764-7D77-4C96-98F0-277F4DB9C8ED}" dt="2024-11-11T15:41:07.849" v="13799" actId="1076"/>
          <ac:spMkLst>
            <pc:docMk/>
            <pc:sldMk cId="383163146" sldId="670"/>
            <ac:spMk id="13" creationId="{C781712E-E919-DE2F-D315-FFC89447E360}"/>
          </ac:spMkLst>
        </pc:spChg>
        <pc:spChg chg="mod">
          <ac:chgData name="Laurianne Lair" userId="877d0e272dd2d022" providerId="LiveId" clId="{1020E764-7D77-4C96-98F0-277F4DB9C8ED}" dt="2024-11-11T15:38:55.170" v="13604" actId="1076"/>
          <ac:spMkLst>
            <pc:docMk/>
            <pc:sldMk cId="383163146" sldId="670"/>
            <ac:spMk id="14" creationId="{8FF3533D-7773-D805-26C4-E56BB6BD6BBC}"/>
          </ac:spMkLst>
        </pc:spChg>
        <pc:spChg chg="del">
          <ac:chgData name="Laurianne Lair" userId="877d0e272dd2d022" providerId="LiveId" clId="{1020E764-7D77-4C96-98F0-277F4DB9C8ED}" dt="2024-11-08T16:32:42.904" v="10" actId="478"/>
          <ac:spMkLst>
            <pc:docMk/>
            <pc:sldMk cId="383163146" sldId="670"/>
            <ac:spMk id="18" creationId="{CAB29353-BE58-EF2B-DA3A-31F06025AC73}"/>
          </ac:spMkLst>
        </pc:spChg>
        <pc:spChg chg="add mod">
          <ac:chgData name="Laurianne Lair" userId="877d0e272dd2d022" providerId="LiveId" clId="{1020E764-7D77-4C96-98F0-277F4DB9C8ED}" dt="2024-11-08T16:32:43.175" v="11"/>
          <ac:spMkLst>
            <pc:docMk/>
            <pc:sldMk cId="383163146" sldId="670"/>
            <ac:spMk id="19" creationId="{0039F294-859D-5E21-C42A-9CF365C3F55A}"/>
          </ac:spMkLst>
        </pc:spChg>
        <pc:spChg chg="mod">
          <ac:chgData name="Laurianne Lair" userId="877d0e272dd2d022" providerId="LiveId" clId="{1020E764-7D77-4C96-98F0-277F4DB9C8ED}" dt="2024-11-11T15:40:59.889" v="13798" actId="404"/>
          <ac:spMkLst>
            <pc:docMk/>
            <pc:sldMk cId="383163146" sldId="670"/>
            <ac:spMk id="35" creationId="{C5FEBD41-88A4-8892-BB2C-EE1CB33C70B2}"/>
          </ac:spMkLst>
        </pc:spChg>
        <pc:spChg chg="mod">
          <ac:chgData name="Laurianne Lair" userId="877d0e272dd2d022" providerId="LiveId" clId="{1020E764-7D77-4C96-98F0-277F4DB9C8ED}" dt="2024-11-11T15:26:13.742" v="13309" actId="1076"/>
          <ac:spMkLst>
            <pc:docMk/>
            <pc:sldMk cId="383163146" sldId="670"/>
            <ac:spMk id="36" creationId="{DFCD2369-580D-57F6-A355-460124BFB32C}"/>
          </ac:spMkLst>
        </pc:spChg>
        <pc:spChg chg="del mod">
          <ac:chgData name="Laurianne Lair" userId="877d0e272dd2d022" providerId="LiveId" clId="{1020E764-7D77-4C96-98F0-277F4DB9C8ED}" dt="2024-11-11T15:38:16.586" v="13594" actId="478"/>
          <ac:spMkLst>
            <pc:docMk/>
            <pc:sldMk cId="383163146" sldId="670"/>
            <ac:spMk id="48" creationId="{FEF6B688-460F-4EEF-8711-FB76EBC50EF1}"/>
          </ac:spMkLst>
        </pc:spChg>
        <pc:spChg chg="del mod">
          <ac:chgData name="Laurianne Lair" userId="877d0e272dd2d022" providerId="LiveId" clId="{1020E764-7D77-4C96-98F0-277F4DB9C8ED}" dt="2024-11-11T15:37:42.869" v="13584" actId="478"/>
          <ac:spMkLst>
            <pc:docMk/>
            <pc:sldMk cId="383163146" sldId="670"/>
            <ac:spMk id="53" creationId="{40855999-D73D-73E9-6492-745DB369739C}"/>
          </ac:spMkLst>
        </pc:spChg>
        <pc:spChg chg="del mod">
          <ac:chgData name="Laurianne Lair" userId="877d0e272dd2d022" providerId="LiveId" clId="{1020E764-7D77-4C96-98F0-277F4DB9C8ED}" dt="2024-11-11T15:37:49.927" v="13587" actId="478"/>
          <ac:spMkLst>
            <pc:docMk/>
            <pc:sldMk cId="383163146" sldId="670"/>
            <ac:spMk id="55" creationId="{E72147DD-BE61-741A-98C5-E1CE37329623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0" creationId="{3F2B65DE-B758-D223-507D-0B8538FECEDC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1" creationId="{F4A64FA9-D31D-FCA0-22E9-D2E07E520947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2" creationId="{C9D3A240-7C6C-2BEB-3294-0FFB125141B6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3" creationId="{2B4E4490-F77E-A612-7139-0E71E560FE35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4" creationId="{021F9E76-ED1A-E20A-8B4F-E45732D5AD2E}"/>
          </ac:spMkLst>
        </pc:spChg>
        <pc:spChg chg="del">
          <ac:chgData name="Laurianne Lair" userId="877d0e272dd2d022" providerId="LiveId" clId="{1020E764-7D77-4C96-98F0-277F4DB9C8ED}" dt="2024-11-11T15:23:43.095" v="13253" actId="478"/>
          <ac:spMkLst>
            <pc:docMk/>
            <pc:sldMk cId="383163146" sldId="670"/>
            <ac:spMk id="65" creationId="{3C6D1CD8-89B0-C576-DD3B-A92D4B8185B2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6" creationId="{4C8F94A0-0D87-5C33-453D-FB2909207225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8" creationId="{8EC59FE9-3690-2529-AEE5-224CEA725B41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69" creationId="{698AA4BE-C5F5-3EE1-37B4-2BDF1AF584DC}"/>
          </ac:spMkLst>
        </pc:spChg>
        <pc:spChg chg="add mod">
          <ac:chgData name="Laurianne Lair" userId="877d0e272dd2d022" providerId="LiveId" clId="{1020E764-7D77-4C96-98F0-277F4DB9C8ED}" dt="2024-11-11T15:39:07.749" v="13609" actId="1076"/>
          <ac:spMkLst>
            <pc:docMk/>
            <pc:sldMk cId="383163146" sldId="670"/>
            <ac:spMk id="70" creationId="{141A3AFC-9FA8-113C-CD11-6D9738D99B83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74" creationId="{3013742E-3F04-83FB-75E9-27444E758199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75" creationId="{8D4A7E64-4DD9-9B53-C751-4F9F937EA27A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76" creationId="{81FB68CF-9901-E0B0-94BD-A68A83FB5155}"/>
          </ac:spMkLst>
        </pc:spChg>
        <pc:spChg chg="mod">
          <ac:chgData name="Laurianne Lair" userId="877d0e272dd2d022" providerId="LiveId" clId="{1020E764-7D77-4C96-98F0-277F4DB9C8ED}" dt="2024-11-11T15:38:08.277" v="13588"/>
          <ac:spMkLst>
            <pc:docMk/>
            <pc:sldMk cId="383163146" sldId="670"/>
            <ac:spMk id="77" creationId="{1727A3F4-B295-B644-518B-BEB3609AD005}"/>
          </ac:spMkLst>
        </pc:spChg>
        <pc:spChg chg="add mod">
          <ac:chgData name="Laurianne Lair" userId="877d0e272dd2d022" providerId="LiveId" clId="{1020E764-7D77-4C96-98F0-277F4DB9C8ED}" dt="2024-11-11T23:00:24.356" v="23012" actId="20577"/>
          <ac:spMkLst>
            <pc:docMk/>
            <pc:sldMk cId="383163146" sldId="670"/>
            <ac:spMk id="79" creationId="{51419D07-17AD-205E-653E-DA65D28AAE8D}"/>
          </ac:spMkLst>
        </pc:spChg>
        <pc:spChg chg="del">
          <ac:chgData name="Laurianne Lair" userId="877d0e272dd2d022" providerId="LiveId" clId="{1020E764-7D77-4C96-98F0-277F4DB9C8ED}" dt="2024-11-11T15:23:43.095" v="13253" actId="478"/>
          <ac:spMkLst>
            <pc:docMk/>
            <pc:sldMk cId="383163146" sldId="670"/>
            <ac:spMk id="80" creationId="{F218CBB1-E703-BD6A-A151-1227CF0F3476}"/>
          </ac:spMkLst>
        </pc:spChg>
        <pc:spChg chg="del">
          <ac:chgData name="Laurianne Lair" userId="877d0e272dd2d022" providerId="LiveId" clId="{1020E764-7D77-4C96-98F0-277F4DB9C8ED}" dt="2024-11-11T15:23:43.095" v="13253" actId="478"/>
          <ac:spMkLst>
            <pc:docMk/>
            <pc:sldMk cId="383163146" sldId="670"/>
            <ac:spMk id="81" creationId="{E844EFC5-B379-A189-9DEA-5878694C395F}"/>
          </ac:spMkLst>
        </pc:spChg>
        <pc:spChg chg="del">
          <ac:chgData name="Laurianne Lair" userId="877d0e272dd2d022" providerId="LiveId" clId="{1020E764-7D77-4C96-98F0-277F4DB9C8ED}" dt="2024-11-11T15:23:43.095" v="13253" actId="478"/>
          <ac:spMkLst>
            <pc:docMk/>
            <pc:sldMk cId="383163146" sldId="670"/>
            <ac:spMk id="85" creationId="{AC891910-AD86-43AD-21B6-7F97B78E2D85}"/>
          </ac:spMkLst>
        </pc:spChg>
        <pc:spChg chg="add mod">
          <ac:chgData name="Laurianne Lair" userId="877d0e272dd2d022" providerId="LiveId" clId="{1020E764-7D77-4C96-98F0-277F4DB9C8ED}" dt="2024-11-13T15:48:02.920" v="31871" actId="20577"/>
          <ac:spMkLst>
            <pc:docMk/>
            <pc:sldMk cId="383163146" sldId="670"/>
            <ac:spMk id="86" creationId="{FDE4F0C9-CC7F-35C2-6AFB-39A1AE67F325}"/>
          </ac:spMkLst>
        </pc:spChg>
        <pc:spChg chg="add mod">
          <ac:chgData name="Laurianne Lair" userId="877d0e272dd2d022" providerId="LiveId" clId="{1020E764-7D77-4C96-98F0-277F4DB9C8ED}" dt="2024-11-11T15:41:25.534" v="13806" actId="1076"/>
          <ac:spMkLst>
            <pc:docMk/>
            <pc:sldMk cId="383163146" sldId="670"/>
            <ac:spMk id="87" creationId="{077DABDD-5B2E-57A5-34AD-5441E9AE6407}"/>
          </ac:spMkLst>
        </pc:spChg>
        <pc:spChg chg="add mod">
          <ac:chgData name="Laurianne Lair" userId="877d0e272dd2d022" providerId="LiveId" clId="{1020E764-7D77-4C96-98F0-277F4DB9C8ED}" dt="2024-11-11T15:41:27.090" v="13807" actId="1076"/>
          <ac:spMkLst>
            <pc:docMk/>
            <pc:sldMk cId="383163146" sldId="670"/>
            <ac:spMk id="88" creationId="{3096B2A3-EFBC-E30D-3D0F-5B9A3248187E}"/>
          </ac:spMkLst>
        </pc:spChg>
        <pc:spChg chg="add mod">
          <ac:chgData name="Laurianne Lair" userId="877d0e272dd2d022" providerId="LiveId" clId="{1020E764-7D77-4C96-98F0-277F4DB9C8ED}" dt="2024-11-11T15:39:05.144" v="13607" actId="1076"/>
          <ac:spMkLst>
            <pc:docMk/>
            <pc:sldMk cId="383163146" sldId="670"/>
            <ac:spMk id="90" creationId="{C30B23A5-931F-E102-1A51-0260BF9CD949}"/>
          </ac:spMkLst>
        </pc:spChg>
        <pc:spChg chg="add mod">
          <ac:chgData name="Laurianne Lair" userId="877d0e272dd2d022" providerId="LiveId" clId="{1020E764-7D77-4C96-98F0-277F4DB9C8ED}" dt="2024-11-11T15:39:12.373" v="13611" actId="1076"/>
          <ac:spMkLst>
            <pc:docMk/>
            <pc:sldMk cId="383163146" sldId="670"/>
            <ac:spMk id="93" creationId="{E6BC704E-9060-90BA-65D0-C7052FD94FD4}"/>
          </ac:spMkLst>
        </pc:spChg>
        <pc:spChg chg="add mod">
          <ac:chgData name="Laurianne Lair" userId="877d0e272dd2d022" providerId="LiveId" clId="{1020E764-7D77-4C96-98F0-277F4DB9C8ED}" dt="2024-11-11T15:39:16.393" v="13614" actId="1076"/>
          <ac:spMkLst>
            <pc:docMk/>
            <pc:sldMk cId="383163146" sldId="670"/>
            <ac:spMk id="94" creationId="{EE78163B-75A9-230B-F248-F66142A7DF35}"/>
          </ac:spMkLst>
        </pc:spChg>
        <pc:spChg chg="del mod">
          <ac:chgData name="Laurianne Lair" userId="877d0e272dd2d022" providerId="LiveId" clId="{1020E764-7D77-4C96-98F0-277F4DB9C8ED}" dt="2024-11-11T15:37:47.609" v="13586" actId="478"/>
          <ac:spMkLst>
            <pc:docMk/>
            <pc:sldMk cId="383163146" sldId="670"/>
            <ac:spMk id="102" creationId="{2229F0BD-7538-4837-FF27-008A446698E7}"/>
          </ac:spMkLst>
        </pc:spChg>
        <pc:spChg chg="del">
          <ac:chgData name="Laurianne Lair" userId="877d0e272dd2d022" providerId="LiveId" clId="{1020E764-7D77-4C96-98F0-277F4DB9C8ED}" dt="2024-11-11T15:23:47.124" v="13258" actId="478"/>
          <ac:spMkLst>
            <pc:docMk/>
            <pc:sldMk cId="383163146" sldId="670"/>
            <ac:spMk id="122" creationId="{98887CD4-75EA-C66B-9D89-3D1C68D455B2}"/>
          </ac:spMkLst>
        </pc:spChg>
        <pc:spChg chg="del mod">
          <ac:chgData name="Laurianne Lair" userId="877d0e272dd2d022" providerId="LiveId" clId="{1020E764-7D77-4C96-98F0-277F4DB9C8ED}" dt="2024-11-11T15:23:47.863" v="13259" actId="478"/>
          <ac:spMkLst>
            <pc:docMk/>
            <pc:sldMk cId="383163146" sldId="670"/>
            <ac:spMk id="123" creationId="{5CC03D3E-7884-2163-64B6-00E18F1D7EF2}"/>
          </ac:spMkLst>
        </pc:spChg>
        <pc:grpChg chg="mod">
          <ac:chgData name="Laurianne Lair" userId="877d0e272dd2d022" providerId="LiveId" clId="{1020E764-7D77-4C96-98F0-277F4DB9C8ED}" dt="2024-11-11T15:26:09.951" v="13308" actId="1076"/>
          <ac:grpSpMkLst>
            <pc:docMk/>
            <pc:sldMk cId="383163146" sldId="670"/>
            <ac:grpSpMk id="5" creationId="{AA0BC1B3-95D4-734E-2E22-628005895328}"/>
          </ac:grpSpMkLst>
        </pc:grpChg>
        <pc:grpChg chg="add mod">
          <ac:chgData name="Laurianne Lair" userId="877d0e272dd2d022" providerId="LiveId" clId="{1020E764-7D77-4C96-98F0-277F4DB9C8ED}" dt="2024-11-11T15:39:01.336" v="13606" actId="1076"/>
          <ac:grpSpMkLst>
            <pc:docMk/>
            <pc:sldMk cId="383163146" sldId="670"/>
            <ac:grpSpMk id="58" creationId="{87649DE1-1D64-4F22-02D2-148888DC88CC}"/>
          </ac:grpSpMkLst>
        </pc:grpChg>
        <pc:grpChg chg="add mod">
          <ac:chgData name="Laurianne Lair" userId="877d0e272dd2d022" providerId="LiveId" clId="{1020E764-7D77-4C96-98F0-277F4DB9C8ED}" dt="2024-11-11T15:39:15.269" v="13613" actId="1076"/>
          <ac:grpSpMkLst>
            <pc:docMk/>
            <pc:sldMk cId="383163146" sldId="670"/>
            <ac:grpSpMk id="67" creationId="{1B7AA4EB-9083-51BE-3619-0CB574CC287B}"/>
          </ac:grpSpMkLst>
        </pc:grpChg>
        <pc:grpChg chg="add mod">
          <ac:chgData name="Laurianne Lair" userId="877d0e272dd2d022" providerId="LiveId" clId="{1020E764-7D77-4C96-98F0-277F4DB9C8ED}" dt="2024-11-11T15:39:11.413" v="13610" actId="1076"/>
          <ac:grpSpMkLst>
            <pc:docMk/>
            <pc:sldMk cId="383163146" sldId="670"/>
            <ac:grpSpMk id="71" creationId="{56186F26-9EE8-85BF-B6F9-F589CF7E8D96}"/>
          </ac:grpSpMkLst>
        </pc:grpChg>
        <pc:grpChg chg="mod">
          <ac:chgData name="Laurianne Lair" userId="877d0e272dd2d022" providerId="LiveId" clId="{1020E764-7D77-4C96-98F0-277F4DB9C8ED}" dt="2024-11-11T15:38:08.277" v="13588"/>
          <ac:grpSpMkLst>
            <pc:docMk/>
            <pc:sldMk cId="383163146" sldId="670"/>
            <ac:grpSpMk id="72" creationId="{6DD95D64-1DC9-40FB-F268-BA34F4159F29}"/>
          </ac:grpSpMkLst>
        </pc:grpChg>
        <pc:grpChg chg="mod">
          <ac:chgData name="Laurianne Lair" userId="877d0e272dd2d022" providerId="LiveId" clId="{1020E764-7D77-4C96-98F0-277F4DB9C8ED}" dt="2024-11-11T15:38:08.277" v="13588"/>
          <ac:grpSpMkLst>
            <pc:docMk/>
            <pc:sldMk cId="383163146" sldId="670"/>
            <ac:grpSpMk id="73" creationId="{8ED9B923-1B4C-C5C5-B5A2-B36D2F1EEC8E}"/>
          </ac:grpSpMkLst>
        </pc:grpChg>
        <pc:graphicFrameChg chg="mod">
          <ac:chgData name="Laurianne Lair" userId="877d0e272dd2d022" providerId="LiveId" clId="{1020E764-7D77-4C96-98F0-277F4DB9C8ED}" dt="2024-11-11T15:24:15" v="13267" actId="1076"/>
          <ac:graphicFrameMkLst>
            <pc:docMk/>
            <pc:sldMk cId="383163146" sldId="670"/>
            <ac:graphicFrameMk id="3" creationId="{37199A29-9049-B3D4-8DEE-2B41103FC515}"/>
          </ac:graphicFrameMkLst>
        </pc:graphicFrameChg>
        <pc:graphicFrameChg chg="del">
          <ac:chgData name="Laurianne Lair" userId="877d0e272dd2d022" providerId="LiveId" clId="{1020E764-7D77-4C96-98F0-277F4DB9C8ED}" dt="2024-11-11T15:23:43.095" v="13253" actId="478"/>
          <ac:graphicFrameMkLst>
            <pc:docMk/>
            <pc:sldMk cId="383163146" sldId="670"/>
            <ac:graphicFrameMk id="7" creationId="{1CDA0DF8-0138-BEA2-975B-9693453D8AA4}"/>
          </ac:graphicFrameMkLst>
        </pc:graphicFrameChg>
        <pc:graphicFrameChg chg="del">
          <ac:chgData name="Laurianne Lair" userId="877d0e272dd2d022" providerId="LiveId" clId="{1020E764-7D77-4C96-98F0-277F4DB9C8ED}" dt="2024-11-11T15:23:43.491" v="13254" actId="478"/>
          <ac:graphicFrameMkLst>
            <pc:docMk/>
            <pc:sldMk cId="383163146" sldId="670"/>
            <ac:graphicFrameMk id="10" creationId="{29913D18-879F-158E-7641-73C4758FBD03}"/>
          </ac:graphicFrameMkLst>
        </pc:graphicFrameChg>
        <pc:graphicFrameChg chg="del">
          <ac:chgData name="Laurianne Lair" userId="877d0e272dd2d022" providerId="LiveId" clId="{1020E764-7D77-4C96-98F0-277F4DB9C8ED}" dt="2024-11-11T15:23:44.464" v="13255" actId="478"/>
          <ac:graphicFrameMkLst>
            <pc:docMk/>
            <pc:sldMk cId="383163146" sldId="670"/>
            <ac:graphicFrameMk id="11" creationId="{289FAD25-E61D-7862-1996-546B505A09D5}"/>
          </ac:graphicFrameMkLst>
        </pc:graphicFrameChg>
        <pc:graphicFrameChg chg="del">
          <ac:chgData name="Laurianne Lair" userId="877d0e272dd2d022" providerId="LiveId" clId="{1020E764-7D77-4C96-98F0-277F4DB9C8ED}" dt="2024-11-11T15:23:43.095" v="13253" actId="478"/>
          <ac:graphicFrameMkLst>
            <pc:docMk/>
            <pc:sldMk cId="383163146" sldId="670"/>
            <ac:graphicFrameMk id="78" creationId="{4FC0F314-F66F-04A5-FCB0-A60A316B94D2}"/>
          </ac:graphicFrameMkLst>
        </pc:graphicFrameChg>
        <pc:graphicFrameChg chg="del">
          <ac:chgData name="Laurianne Lair" userId="877d0e272dd2d022" providerId="LiveId" clId="{1020E764-7D77-4C96-98F0-277F4DB9C8ED}" dt="2024-11-11T15:23:43.095" v="13253" actId="478"/>
          <ac:graphicFrameMkLst>
            <pc:docMk/>
            <pc:sldMk cId="383163146" sldId="670"/>
            <ac:graphicFrameMk id="83" creationId="{A886ECC0-0A03-BD66-88E1-7637978E2DD5}"/>
          </ac:graphicFrameMkLst>
        </pc:graphicFrameChg>
        <pc:picChg chg="del mod">
          <ac:chgData name="Laurianne Lair" userId="877d0e272dd2d022" providerId="LiveId" clId="{1020E764-7D77-4C96-98F0-277F4DB9C8ED}" dt="2024-11-11T15:38:13.642" v="13590" actId="478"/>
          <ac:picMkLst>
            <pc:docMk/>
            <pc:sldMk cId="383163146" sldId="670"/>
            <ac:picMk id="12" creationId="{7B60475D-F8D9-CA8A-703C-D66F3B7DA109}"/>
          </ac:picMkLst>
        </pc:picChg>
        <pc:picChg chg="del mod">
          <ac:chgData name="Laurianne Lair" userId="877d0e272dd2d022" providerId="LiveId" clId="{1020E764-7D77-4C96-98F0-277F4DB9C8ED}" dt="2024-11-11T15:38:14.335" v="13591" actId="478"/>
          <ac:picMkLst>
            <pc:docMk/>
            <pc:sldMk cId="383163146" sldId="670"/>
            <ac:picMk id="40" creationId="{0FDA166F-1376-2027-46A4-BF45DD43C1F8}"/>
          </ac:picMkLst>
        </pc:picChg>
        <pc:picChg chg="add mod">
          <ac:chgData name="Laurianne Lair" userId="877d0e272dd2d022" providerId="LiveId" clId="{1020E764-7D77-4C96-98F0-277F4DB9C8ED}" dt="2024-11-11T15:39:05.144" v="13607" actId="1076"/>
          <ac:picMkLst>
            <pc:docMk/>
            <pc:sldMk cId="383163146" sldId="670"/>
            <ac:picMk id="57" creationId="{7E313782-DB91-26E7-0749-5A7C322FACCA}"/>
          </ac:picMkLst>
        </pc:picChg>
        <pc:picChg chg="add mod">
          <ac:chgData name="Laurianne Lair" userId="877d0e272dd2d022" providerId="LiveId" clId="{1020E764-7D77-4C96-98F0-277F4DB9C8ED}" dt="2024-11-11T15:39:05.144" v="13607" actId="1076"/>
          <ac:picMkLst>
            <pc:docMk/>
            <pc:sldMk cId="383163146" sldId="670"/>
            <ac:picMk id="89" creationId="{99375E8B-5C60-F146-AC63-9E07037146CD}"/>
          </ac:picMkLst>
        </pc:picChg>
        <pc:cxnChg chg="mod">
          <ac:chgData name="Laurianne Lair" userId="877d0e272dd2d022" providerId="LiveId" clId="{1020E764-7D77-4C96-98F0-277F4DB9C8ED}" dt="2024-11-11T15:26:18.846" v="13311" actId="14100"/>
          <ac:cxnSpMkLst>
            <pc:docMk/>
            <pc:sldMk cId="383163146" sldId="670"/>
            <ac:cxnSpMk id="37" creationId="{9FD79970-641D-8583-488B-3DFFE283806D}"/>
          </ac:cxnSpMkLst>
        </pc:cxnChg>
        <pc:cxnChg chg="mod">
          <ac:chgData name="Laurianne Lair" userId="877d0e272dd2d022" providerId="LiveId" clId="{1020E764-7D77-4C96-98F0-277F4DB9C8ED}" dt="2024-11-11T15:26:16.006" v="13310" actId="14100"/>
          <ac:cxnSpMkLst>
            <pc:docMk/>
            <pc:sldMk cId="383163146" sldId="670"/>
            <ac:cxnSpMk id="38" creationId="{6995EB9B-79DE-E39D-E9F3-F399417005A5}"/>
          </ac:cxnSpMkLst>
        </pc:cxnChg>
        <pc:cxnChg chg="del mod">
          <ac:chgData name="Laurianne Lair" userId="877d0e272dd2d022" providerId="LiveId" clId="{1020E764-7D77-4C96-98F0-277F4DB9C8ED}" dt="2024-11-11T15:38:15.957" v="13593" actId="478"/>
          <ac:cxnSpMkLst>
            <pc:docMk/>
            <pc:sldMk cId="383163146" sldId="670"/>
            <ac:cxnSpMk id="50" creationId="{1F36ACCE-6BB5-8C5D-8F27-5A0FB31B4157}"/>
          </ac:cxnSpMkLst>
        </pc:cxnChg>
        <pc:cxnChg chg="del mod">
          <ac:chgData name="Laurianne Lair" userId="877d0e272dd2d022" providerId="LiveId" clId="{1020E764-7D77-4C96-98F0-277F4DB9C8ED}" dt="2024-11-11T15:38:15.106" v="13592" actId="478"/>
          <ac:cxnSpMkLst>
            <pc:docMk/>
            <pc:sldMk cId="383163146" sldId="670"/>
            <ac:cxnSpMk id="51" creationId="{88CB8F28-B5E9-F08E-9D06-42897C2B53DF}"/>
          </ac:cxnSpMkLst>
        </pc:cxnChg>
        <pc:cxnChg chg="mod">
          <ac:chgData name="Laurianne Lair" userId="877d0e272dd2d022" providerId="LiveId" clId="{1020E764-7D77-4C96-98F0-277F4DB9C8ED}" dt="2024-11-11T15:38:08.277" v="13588"/>
          <ac:cxnSpMkLst>
            <pc:docMk/>
            <pc:sldMk cId="383163146" sldId="670"/>
            <ac:cxnSpMk id="59" creationId="{D02D7840-543E-1FA4-8D70-2E908D291D77}"/>
          </ac:cxnSpMkLst>
        </pc:cxnChg>
        <pc:cxnChg chg="del">
          <ac:chgData name="Laurianne Lair" userId="877d0e272dd2d022" providerId="LiveId" clId="{1020E764-7D77-4C96-98F0-277F4DB9C8ED}" dt="2024-11-11T15:23:43.095" v="13253" actId="478"/>
          <ac:cxnSpMkLst>
            <pc:docMk/>
            <pc:sldMk cId="383163146" sldId="670"/>
            <ac:cxnSpMk id="84" creationId="{A0C17109-6396-834E-AF13-C88248AE9AFB}"/>
          </ac:cxnSpMkLst>
        </pc:cxnChg>
        <pc:cxnChg chg="add mod">
          <ac:chgData name="Laurianne Lair" userId="877d0e272dd2d022" providerId="LiveId" clId="{1020E764-7D77-4C96-98F0-277F4DB9C8ED}" dt="2024-11-11T15:39:05.144" v="13607" actId="1076"/>
          <ac:cxnSpMkLst>
            <pc:docMk/>
            <pc:sldMk cId="383163146" sldId="670"/>
            <ac:cxnSpMk id="91" creationId="{077997D4-0E34-4773-E30F-D768B3F5E8B9}"/>
          </ac:cxnSpMkLst>
        </pc:cxnChg>
        <pc:cxnChg chg="add mod">
          <ac:chgData name="Laurianne Lair" userId="877d0e272dd2d022" providerId="LiveId" clId="{1020E764-7D77-4C96-98F0-277F4DB9C8ED}" dt="2024-11-11T15:39:05.144" v="13607" actId="1076"/>
          <ac:cxnSpMkLst>
            <pc:docMk/>
            <pc:sldMk cId="383163146" sldId="670"/>
            <ac:cxnSpMk id="92" creationId="{F0F2770E-1069-47E0-0FE1-F985ECBA6267}"/>
          </ac:cxnSpMkLst>
        </pc:cxnChg>
      </pc:sldChg>
      <pc:sldChg chg="addSp delSp modSp mod ord">
        <pc:chgData name="Laurianne Lair" userId="877d0e272dd2d022" providerId="LiveId" clId="{1020E764-7D77-4C96-98F0-277F4DB9C8ED}" dt="2024-11-15T13:56:11.958" v="33920" actId="478"/>
        <pc:sldMkLst>
          <pc:docMk/>
          <pc:sldMk cId="700889858" sldId="673"/>
        </pc:sldMkLst>
        <pc:spChg chg="mod">
          <ac:chgData name="Laurianne Lair" userId="877d0e272dd2d022" providerId="LiveId" clId="{1020E764-7D77-4C96-98F0-277F4DB9C8ED}" dt="2024-11-15T13:56:10.048" v="33918" actId="20577"/>
          <ac:spMkLst>
            <pc:docMk/>
            <pc:sldMk cId="700889858" sldId="673"/>
            <ac:spMk id="2" creationId="{6A1C2FB1-55CA-403A-8F45-A047482C0FA6}"/>
          </ac:spMkLst>
        </pc:spChg>
        <pc:spChg chg="add mod">
          <ac:chgData name="Laurianne Lair" userId="877d0e272dd2d022" providerId="LiveId" clId="{1020E764-7D77-4C96-98F0-277F4DB9C8ED}" dt="2024-11-15T13:46:24.194" v="33735" actId="1076"/>
          <ac:spMkLst>
            <pc:docMk/>
            <pc:sldMk cId="700889858" sldId="673"/>
            <ac:spMk id="3" creationId="{C9965959-5C3D-E91D-6209-E80277AA3A78}"/>
          </ac:spMkLst>
        </pc:spChg>
        <pc:spChg chg="add del mod">
          <ac:chgData name="Laurianne Lair" userId="877d0e272dd2d022" providerId="LiveId" clId="{1020E764-7D77-4C96-98F0-277F4DB9C8ED}" dt="2024-11-15T13:46:30.913" v="33738" actId="478"/>
          <ac:spMkLst>
            <pc:docMk/>
            <pc:sldMk cId="700889858" sldId="673"/>
            <ac:spMk id="5" creationId="{BAB1596E-B3BA-BC46-C168-90052C5572CB}"/>
          </ac:spMkLst>
        </pc:spChg>
        <pc:spChg chg="add mod">
          <ac:chgData name="Laurianne Lair" userId="877d0e272dd2d022" providerId="LiveId" clId="{1020E764-7D77-4C96-98F0-277F4DB9C8ED}" dt="2024-11-15T13:48:01.722" v="33748" actId="1076"/>
          <ac:spMkLst>
            <pc:docMk/>
            <pc:sldMk cId="700889858" sldId="673"/>
            <ac:spMk id="6" creationId="{55B71B7D-C8E4-E300-76C1-357060598FED}"/>
          </ac:spMkLst>
        </pc:spChg>
        <pc:spChg chg="add mod">
          <ac:chgData name="Laurianne Lair" userId="877d0e272dd2d022" providerId="LiveId" clId="{1020E764-7D77-4C96-98F0-277F4DB9C8ED}" dt="2024-11-15T13:48:05.229" v="33750" actId="1076"/>
          <ac:spMkLst>
            <pc:docMk/>
            <pc:sldMk cId="700889858" sldId="673"/>
            <ac:spMk id="7" creationId="{226BFAE3-A97E-DFEF-647F-D329E6BF3DD4}"/>
          </ac:spMkLst>
        </pc:spChg>
        <pc:spChg chg="add mod">
          <ac:chgData name="Laurianne Lair" userId="877d0e272dd2d022" providerId="LiveId" clId="{1020E764-7D77-4C96-98F0-277F4DB9C8ED}" dt="2024-11-15T13:48:59.075" v="33758" actId="1076"/>
          <ac:spMkLst>
            <pc:docMk/>
            <pc:sldMk cId="700889858" sldId="673"/>
            <ac:spMk id="8" creationId="{C1C979FA-D058-9E4C-BA60-2B6D90BE80B9}"/>
          </ac:spMkLst>
        </pc:spChg>
        <pc:spChg chg="add mod">
          <ac:chgData name="Laurianne Lair" userId="877d0e272dd2d022" providerId="LiveId" clId="{1020E764-7D77-4C96-98F0-277F4DB9C8ED}" dt="2024-11-15T13:48:55.888" v="33757" actId="1076"/>
          <ac:spMkLst>
            <pc:docMk/>
            <pc:sldMk cId="700889858" sldId="673"/>
            <ac:spMk id="9" creationId="{2E194038-48DB-9474-2CC3-0D8323ED6545}"/>
          </ac:spMkLst>
        </pc:spChg>
        <pc:spChg chg="del mod">
          <ac:chgData name="Laurianne Lair" userId="877d0e272dd2d022" providerId="LiveId" clId="{1020E764-7D77-4C96-98F0-277F4DB9C8ED}" dt="2024-11-15T13:56:11.958" v="33920" actId="478"/>
          <ac:spMkLst>
            <pc:docMk/>
            <pc:sldMk cId="700889858" sldId="673"/>
            <ac:spMk id="13" creationId="{EDA64A33-6E9B-8390-9F17-170836816858}"/>
          </ac:spMkLst>
        </pc:spChg>
        <pc:spChg chg="mod">
          <ac:chgData name="Laurianne Lair" userId="877d0e272dd2d022" providerId="LiveId" clId="{1020E764-7D77-4C96-98F0-277F4DB9C8ED}" dt="2024-11-15T13:47:33.501" v="33743" actId="20577"/>
          <ac:spMkLst>
            <pc:docMk/>
            <pc:sldMk cId="700889858" sldId="673"/>
            <ac:spMk id="39" creationId="{84110596-1898-BC18-5315-C443760EF2B3}"/>
          </ac:spMkLst>
        </pc:spChg>
        <pc:spChg chg="mod">
          <ac:chgData name="Laurianne Lair" userId="877d0e272dd2d022" providerId="LiveId" clId="{1020E764-7D77-4C96-98F0-277F4DB9C8ED}" dt="2024-11-15T13:47:28.693" v="33741" actId="1076"/>
          <ac:spMkLst>
            <pc:docMk/>
            <pc:sldMk cId="700889858" sldId="673"/>
            <ac:spMk id="40" creationId="{A42552E5-AC7B-6707-EDBD-64E2BC6E446A}"/>
          </ac:spMkLst>
        </pc:spChg>
        <pc:picChg chg="add del mod">
          <ac:chgData name="Laurianne Lair" userId="877d0e272dd2d022" providerId="LiveId" clId="{1020E764-7D77-4C96-98F0-277F4DB9C8ED}" dt="2024-11-15T13:52:38.911" v="33764" actId="478"/>
          <ac:picMkLst>
            <pc:docMk/>
            <pc:sldMk cId="700889858" sldId="673"/>
            <ac:picMk id="11" creationId="{02824332-725B-0406-4425-F1ECB0577E5C}"/>
          </ac:picMkLst>
        </pc:picChg>
      </pc:sldChg>
      <pc:sldChg chg="addSp delSp modSp mod addAnim delAnim modAnim modNotesTx">
        <pc:chgData name="Laurianne Lair" userId="877d0e272dd2d022" providerId="LiveId" clId="{1020E764-7D77-4C96-98F0-277F4DB9C8ED}" dt="2024-11-17T22:18:52.304" v="71161" actId="1076"/>
        <pc:sldMkLst>
          <pc:docMk/>
          <pc:sldMk cId="2253510222" sldId="676"/>
        </pc:sldMkLst>
        <pc:spChg chg="mod">
          <ac:chgData name="Laurianne Lair" userId="877d0e272dd2d022" providerId="LiveId" clId="{1020E764-7D77-4C96-98F0-277F4DB9C8ED}" dt="2024-11-14T17:32:17.647" v="32844" actId="14100"/>
          <ac:spMkLst>
            <pc:docMk/>
            <pc:sldMk cId="2253510222" sldId="676"/>
            <ac:spMk id="3" creationId="{8240AD1E-04BC-B4C2-16F8-2445407862C1}"/>
          </ac:spMkLst>
        </pc:spChg>
        <pc:spChg chg="del">
          <ac:chgData name="Laurianne Lair" userId="877d0e272dd2d022" providerId="LiveId" clId="{1020E764-7D77-4C96-98F0-277F4DB9C8ED}" dt="2024-11-08T16:32:45.722" v="12" actId="478"/>
          <ac:spMkLst>
            <pc:docMk/>
            <pc:sldMk cId="2253510222" sldId="676"/>
            <ac:spMk id="5" creationId="{21B69ED7-1BFD-4533-8428-75DDA3BBBA8D}"/>
          </ac:spMkLst>
        </pc:spChg>
        <pc:spChg chg="add mod">
          <ac:chgData name="Laurianne Lair" userId="877d0e272dd2d022" providerId="LiveId" clId="{1020E764-7D77-4C96-98F0-277F4DB9C8ED}" dt="2024-11-08T16:32:45.975" v="13"/>
          <ac:spMkLst>
            <pc:docMk/>
            <pc:sldMk cId="2253510222" sldId="676"/>
            <ac:spMk id="6" creationId="{17889F46-7FC4-C767-E140-D9A0F97F8091}"/>
          </ac:spMkLst>
        </pc:spChg>
        <pc:spChg chg="add del mod">
          <ac:chgData name="Laurianne Lair" userId="877d0e272dd2d022" providerId="LiveId" clId="{1020E764-7D77-4C96-98F0-277F4DB9C8ED}" dt="2024-11-14T17:20:31.727" v="32807" actId="478"/>
          <ac:spMkLst>
            <pc:docMk/>
            <pc:sldMk cId="2253510222" sldId="676"/>
            <ac:spMk id="7" creationId="{8F0EBA56-8D7B-C290-2E9A-527C0FEEDF3B}"/>
          </ac:spMkLst>
        </pc:spChg>
        <pc:spChg chg="add del mod">
          <ac:chgData name="Laurianne Lair" userId="877d0e272dd2d022" providerId="LiveId" clId="{1020E764-7D77-4C96-98F0-277F4DB9C8ED}" dt="2024-11-13T13:12:12.270" v="28598" actId="21"/>
          <ac:spMkLst>
            <pc:docMk/>
            <pc:sldMk cId="2253510222" sldId="676"/>
            <ac:spMk id="9" creationId="{0E97E031-0947-8C81-D0C5-013D737B51CC}"/>
          </ac:spMkLst>
        </pc:spChg>
        <pc:spChg chg="add del mod">
          <ac:chgData name="Laurianne Lair" userId="877d0e272dd2d022" providerId="LiveId" clId="{1020E764-7D77-4C96-98F0-277F4DB9C8ED}" dt="2024-11-11T23:13:24.099" v="23249" actId="478"/>
          <ac:spMkLst>
            <pc:docMk/>
            <pc:sldMk cId="2253510222" sldId="676"/>
            <ac:spMk id="9" creationId="{80344F25-E642-054B-6416-33F0807703D5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13" creationId="{AAB1CD88-209C-45B2-D310-14D743056409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14" creationId="{53E542A0-5514-DEF0-4020-3859D79C3597}"/>
          </ac:spMkLst>
        </pc:spChg>
        <pc:spChg chg="add del mod">
          <ac:chgData name="Laurianne Lair" userId="877d0e272dd2d022" providerId="LiveId" clId="{1020E764-7D77-4C96-98F0-277F4DB9C8ED}" dt="2024-11-11T23:10:52.359" v="23021" actId="478"/>
          <ac:spMkLst>
            <pc:docMk/>
            <pc:sldMk cId="2253510222" sldId="676"/>
            <ac:spMk id="15" creationId="{29D07052-4006-0433-A20B-7054807E027D}"/>
          </ac:spMkLst>
        </pc:spChg>
        <pc:spChg chg="add mod">
          <ac:chgData name="Laurianne Lair" userId="877d0e272dd2d022" providerId="LiveId" clId="{1020E764-7D77-4C96-98F0-277F4DB9C8ED}" dt="2024-11-17T22:18:52.304" v="71161" actId="1076"/>
          <ac:spMkLst>
            <pc:docMk/>
            <pc:sldMk cId="2253510222" sldId="676"/>
            <ac:spMk id="15" creationId="{B024907D-DDA0-9C2A-29A1-A3A27D1279A7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16" creationId="{A74E6ECA-1BE4-258C-E071-93E3F829D326}"/>
          </ac:spMkLst>
        </pc:spChg>
        <pc:spChg chg="add mod">
          <ac:chgData name="Laurianne Lair" userId="877d0e272dd2d022" providerId="LiveId" clId="{1020E764-7D77-4C96-98F0-277F4DB9C8ED}" dt="2024-11-14T17:34:42.890" v="32905" actId="1076"/>
          <ac:spMkLst>
            <pc:docMk/>
            <pc:sldMk cId="2253510222" sldId="676"/>
            <ac:spMk id="22" creationId="{C2957523-1728-CB52-098B-EBB8DBC511A7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46" creationId="{73E99B87-7CCF-D3DF-FC5E-95AFBE5B68B3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47" creationId="{67A44840-115C-BAD9-F006-DE5192B784D6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48" creationId="{A8E6C32E-1DA0-46BA-576F-34A9440CDB1C}"/>
          </ac:spMkLst>
        </pc:spChg>
        <pc:spChg chg="mod">
          <ac:chgData name="Laurianne Lair" userId="877d0e272dd2d022" providerId="LiveId" clId="{1020E764-7D77-4C96-98F0-277F4DB9C8ED}" dt="2024-11-11T23:11:08.776" v="23026" actId="1076"/>
          <ac:spMkLst>
            <pc:docMk/>
            <pc:sldMk cId="2253510222" sldId="676"/>
            <ac:spMk id="49" creationId="{B29FB9B1-9BA2-90E4-6031-D923D4AFFC61}"/>
          </ac:spMkLst>
        </pc:spChg>
        <pc:spChg chg="mod">
          <ac:chgData name="Laurianne Lair" userId="877d0e272dd2d022" providerId="LiveId" clId="{1020E764-7D77-4C96-98F0-277F4DB9C8ED}" dt="2024-11-11T23:11:25.325" v="23033" actId="1076"/>
          <ac:spMkLst>
            <pc:docMk/>
            <pc:sldMk cId="2253510222" sldId="676"/>
            <ac:spMk id="50" creationId="{841CD76B-08AB-D0E7-D544-2F83A654C315}"/>
          </ac:spMkLst>
        </pc:spChg>
        <pc:spChg chg="del mod">
          <ac:chgData name="Laurianne Lair" userId="877d0e272dd2d022" providerId="LiveId" clId="{1020E764-7D77-4C96-98F0-277F4DB9C8ED}" dt="2024-11-11T15:46:08.712" v="14407" actId="478"/>
          <ac:spMkLst>
            <pc:docMk/>
            <pc:sldMk cId="2253510222" sldId="676"/>
            <ac:spMk id="69" creationId="{88ACA399-1EAE-9C2C-3408-3F5A9C86C223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18" creationId="{F0CCA506-DC51-5F4F-3011-24163A95DB9F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19" creationId="{6975567E-B341-0674-4183-FF67AC8A6E91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22" creationId="{D95DDBBF-D91F-A1A2-412F-41C45F595B43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24" creationId="{4D825405-A187-D2CB-CE5C-CA38E87D34E0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26" creationId="{15A20DB7-8AC3-F738-D38F-E125D1D0BF42}"/>
          </ac:spMkLst>
        </pc:spChg>
        <pc:spChg chg="del">
          <ac:chgData name="Laurianne Lair" userId="877d0e272dd2d022" providerId="LiveId" clId="{1020E764-7D77-4C96-98F0-277F4DB9C8ED}" dt="2024-11-11T15:36:11.029" v="13506" actId="478"/>
          <ac:spMkLst>
            <pc:docMk/>
            <pc:sldMk cId="2253510222" sldId="676"/>
            <ac:spMk id="129" creationId="{4F12EE0C-00F0-2FAA-2527-BF1148703EA3}"/>
          </ac:spMkLst>
        </pc:spChg>
        <pc:grpChg chg="del">
          <ac:chgData name="Laurianne Lair" userId="877d0e272dd2d022" providerId="LiveId" clId="{1020E764-7D77-4C96-98F0-277F4DB9C8ED}" dt="2024-11-11T15:36:11.029" v="13506" actId="478"/>
          <ac:grpSpMkLst>
            <pc:docMk/>
            <pc:sldMk cId="2253510222" sldId="676"/>
            <ac:grpSpMk id="98" creationId="{623A7BA1-2B6C-55E9-570E-F3B720A43D7E}"/>
          </ac:grpSpMkLst>
        </pc:grpChg>
        <pc:graphicFrameChg chg="add del mod">
          <ac:chgData name="Laurianne Lair" userId="877d0e272dd2d022" providerId="LiveId" clId="{1020E764-7D77-4C96-98F0-277F4DB9C8ED}" dt="2024-11-11T23:14:55.750" v="23413" actId="478"/>
          <ac:graphicFrameMkLst>
            <pc:docMk/>
            <pc:sldMk cId="2253510222" sldId="676"/>
            <ac:graphicFrameMk id="5" creationId="{D3E61A9D-0B5B-E491-7A3F-50BACF83D1FA}"/>
          </ac:graphicFrameMkLst>
        </pc:graphicFrameChg>
        <pc:graphicFrameChg chg="add del mod modGraphic">
          <ac:chgData name="Laurianne Lair" userId="877d0e272dd2d022" providerId="LiveId" clId="{1020E764-7D77-4C96-98F0-277F4DB9C8ED}" dt="2024-11-11T23:10:54.222" v="23022" actId="478"/>
          <ac:graphicFrameMkLst>
            <pc:docMk/>
            <pc:sldMk cId="2253510222" sldId="676"/>
            <ac:graphicFrameMk id="8" creationId="{C3197EA7-BAA6-1861-E626-24C3DDC845DB}"/>
          </ac:graphicFrameMkLst>
        </pc:graphicFrameChg>
        <pc:graphicFrameChg chg="del mod">
          <ac:chgData name="Laurianne Lair" userId="877d0e272dd2d022" providerId="LiveId" clId="{1020E764-7D77-4C96-98F0-277F4DB9C8ED}" dt="2024-11-11T16:10:06.032" v="15000" actId="478"/>
          <ac:graphicFrameMkLst>
            <pc:docMk/>
            <pc:sldMk cId="2253510222" sldId="676"/>
            <ac:graphicFrameMk id="9" creationId="{46D98E08-6C87-E789-1731-20E3F8856752}"/>
          </ac:graphicFrameMkLst>
        </pc:graphicFrameChg>
        <pc:graphicFrameChg chg="add del mod">
          <ac:chgData name="Laurianne Lair" userId="877d0e272dd2d022" providerId="LiveId" clId="{1020E764-7D77-4C96-98F0-277F4DB9C8ED}" dt="2024-11-11T16:10:04.881" v="14999" actId="478"/>
          <ac:graphicFrameMkLst>
            <pc:docMk/>
            <pc:sldMk cId="2253510222" sldId="676"/>
            <ac:graphicFrameMk id="17" creationId="{6716214C-E176-11CA-D463-99B44765D268}"/>
          </ac:graphicFrameMkLst>
        </pc:graphicFrameChg>
        <pc:graphicFrameChg chg="add del mod">
          <ac:chgData name="Laurianne Lair" userId="877d0e272dd2d022" providerId="LiveId" clId="{1020E764-7D77-4C96-98F0-277F4DB9C8ED}" dt="2024-11-14T19:56:55.343" v="33464" actId="478"/>
          <ac:graphicFrameMkLst>
            <pc:docMk/>
            <pc:sldMk cId="2253510222" sldId="676"/>
            <ac:graphicFrameMk id="17" creationId="{BE2793D4-A300-4A80-BB1D-E72ACDE3665E}"/>
          </ac:graphicFrameMkLst>
        </pc:graphicFrameChg>
        <pc:graphicFrameChg chg="add mod">
          <ac:chgData name="Laurianne Lair" userId="877d0e272dd2d022" providerId="LiveId" clId="{1020E764-7D77-4C96-98F0-277F4DB9C8ED}" dt="2024-11-11T23:11:46.586" v="23045" actId="1076"/>
          <ac:graphicFrameMkLst>
            <pc:docMk/>
            <pc:sldMk cId="2253510222" sldId="676"/>
            <ac:graphicFrameMk id="20" creationId="{5B8F63C4-A2D6-F125-24DD-520B73C7CBE0}"/>
          </ac:graphicFrameMkLst>
        </pc:graphicFrameChg>
        <pc:graphicFrameChg chg="add mod">
          <ac:chgData name="Laurianne Lair" userId="877d0e272dd2d022" providerId="LiveId" clId="{1020E764-7D77-4C96-98F0-277F4DB9C8ED}" dt="2024-11-11T23:12:26.536" v="23058" actId="1038"/>
          <ac:graphicFrameMkLst>
            <pc:docMk/>
            <pc:sldMk cId="2253510222" sldId="676"/>
            <ac:graphicFrameMk id="21" creationId="{D9AF2948-343C-DC03-58A8-CC231F4268F6}"/>
          </ac:graphicFrameMkLst>
        </pc:graphicFrameChg>
        <pc:graphicFrameChg chg="add mod">
          <ac:chgData name="Laurianne Lair" userId="877d0e272dd2d022" providerId="LiveId" clId="{1020E764-7D77-4C96-98F0-277F4DB9C8ED}" dt="2024-11-14T19:57:12.587" v="33470" actId="1076"/>
          <ac:graphicFrameMkLst>
            <pc:docMk/>
            <pc:sldMk cId="2253510222" sldId="676"/>
            <ac:graphicFrameMk id="23" creationId="{38DDC915-D9C9-29C1-931F-4C03FBC04A4E}"/>
          </ac:graphicFrameMkLst>
        </pc:graphicFrameChg>
        <pc:graphicFrameChg chg="del">
          <ac:chgData name="Laurianne Lair" userId="877d0e272dd2d022" providerId="LiveId" clId="{1020E764-7D77-4C96-98F0-277F4DB9C8ED}" dt="2024-11-11T15:36:11.029" v="13506" actId="478"/>
          <ac:graphicFrameMkLst>
            <pc:docMk/>
            <pc:sldMk cId="2253510222" sldId="676"/>
            <ac:graphicFrameMk id="96" creationId="{289456A3-858A-0827-9CD4-26ACF8521698}"/>
          </ac:graphicFrameMkLst>
        </pc:graphicFrameChg>
        <pc:picChg chg="add del mod">
          <ac:chgData name="Laurianne Lair" userId="877d0e272dd2d022" providerId="LiveId" clId="{1020E764-7D77-4C96-98F0-277F4DB9C8ED}" dt="2024-11-13T13:12:12.270" v="28598" actId="21"/>
          <ac:picMkLst>
            <pc:docMk/>
            <pc:sldMk cId="2253510222" sldId="676"/>
            <ac:picMk id="8" creationId="{2A6C28C6-2EFF-1C40-92D6-D9A7DB613638}"/>
          </ac:picMkLst>
        </pc:picChg>
        <pc:picChg chg="mod">
          <ac:chgData name="Laurianne Lair" userId="877d0e272dd2d022" providerId="LiveId" clId="{1020E764-7D77-4C96-98F0-277F4DB9C8ED}" dt="2024-11-11T23:11:08.776" v="23026" actId="1076"/>
          <ac:picMkLst>
            <pc:docMk/>
            <pc:sldMk cId="2253510222" sldId="676"/>
            <ac:picMk id="10" creationId="{D8E2741B-979B-65C7-4590-051EB3A1B795}"/>
          </ac:picMkLst>
        </pc:picChg>
        <pc:picChg chg="mod">
          <ac:chgData name="Laurianne Lair" userId="877d0e272dd2d022" providerId="LiveId" clId="{1020E764-7D77-4C96-98F0-277F4DB9C8ED}" dt="2024-11-11T23:11:08.776" v="23026" actId="1076"/>
          <ac:picMkLst>
            <pc:docMk/>
            <pc:sldMk cId="2253510222" sldId="676"/>
            <ac:picMk id="41" creationId="{30AD4F8B-E3C5-92EC-3799-D4FC88A1E324}"/>
          </ac:picMkLst>
        </pc:picChg>
        <pc:picChg chg="del">
          <ac:chgData name="Laurianne Lair" userId="877d0e272dd2d022" providerId="LiveId" clId="{1020E764-7D77-4C96-98F0-277F4DB9C8ED}" dt="2024-11-11T15:36:11.029" v="13506" actId="478"/>
          <ac:picMkLst>
            <pc:docMk/>
            <pc:sldMk cId="2253510222" sldId="676"/>
            <ac:picMk id="123" creationId="{A64D726A-3C0B-ED28-472D-E0102F843DE1}"/>
          </ac:picMkLst>
        </pc:picChg>
        <pc:picChg chg="del">
          <ac:chgData name="Laurianne Lair" userId="877d0e272dd2d022" providerId="LiveId" clId="{1020E764-7D77-4C96-98F0-277F4DB9C8ED}" dt="2024-11-11T15:36:11.029" v="13506" actId="478"/>
          <ac:picMkLst>
            <pc:docMk/>
            <pc:sldMk cId="2253510222" sldId="676"/>
            <ac:picMk id="125" creationId="{0BF5C39D-0E27-AAD5-5DCE-ED8A288E74BD}"/>
          </ac:picMkLst>
        </pc:pic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11" creationId="{967E6A97-B959-9EC1-2D65-574BC4F3923A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12" creationId="{92B426C2-E858-2D25-C1A5-181E7169EEFE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18" creationId="{ACDAD74A-A6A0-F2F0-3A13-95A8C6AC6A9A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19" creationId="{9A5F112C-7ADE-A216-FB46-C04DB7AAA11D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30" creationId="{4520CA07-1925-6DD6-AC33-5ECC113C7333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31" creationId="{0FE94B21-4D4F-4403-5805-2CEB5C101D3E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39" creationId="{316EFA3D-5FC3-16DE-D109-50313D183799}"/>
          </ac:cxnSpMkLst>
        </pc:cxnChg>
        <pc:cxnChg chg="mod">
          <ac:chgData name="Laurianne Lair" userId="877d0e272dd2d022" providerId="LiveId" clId="{1020E764-7D77-4C96-98F0-277F4DB9C8ED}" dt="2024-11-11T23:11:08.776" v="23026" actId="1076"/>
          <ac:cxnSpMkLst>
            <pc:docMk/>
            <pc:sldMk cId="2253510222" sldId="676"/>
            <ac:cxnSpMk id="44" creationId="{19947C28-B243-1994-E205-451F6934B966}"/>
          </ac:cxnSpMkLst>
        </pc:cxnChg>
        <pc:cxnChg chg="del mod">
          <ac:chgData name="Laurianne Lair" userId="877d0e272dd2d022" providerId="LiveId" clId="{1020E764-7D77-4C96-98F0-277F4DB9C8ED}" dt="2024-11-11T15:36:11.029" v="13506" actId="478"/>
          <ac:cxnSpMkLst>
            <pc:docMk/>
            <pc:sldMk cId="2253510222" sldId="676"/>
            <ac:cxnSpMk id="120" creationId="{AE6E7A79-4BCD-ED1A-D581-6EBBAAE6A4DB}"/>
          </ac:cxnSpMkLst>
        </pc:cxnChg>
        <pc:cxnChg chg="del mod">
          <ac:chgData name="Laurianne Lair" userId="877d0e272dd2d022" providerId="LiveId" clId="{1020E764-7D77-4C96-98F0-277F4DB9C8ED}" dt="2024-11-11T15:36:11.029" v="13506" actId="478"/>
          <ac:cxnSpMkLst>
            <pc:docMk/>
            <pc:sldMk cId="2253510222" sldId="676"/>
            <ac:cxnSpMk id="121" creationId="{7CFDC3A4-D874-C99C-AADA-638466447E11}"/>
          </ac:cxnSpMkLst>
        </pc:cxnChg>
        <pc:cxnChg chg="del">
          <ac:chgData name="Laurianne Lair" userId="877d0e272dd2d022" providerId="LiveId" clId="{1020E764-7D77-4C96-98F0-277F4DB9C8ED}" dt="2024-11-11T15:36:11.029" v="13506" actId="478"/>
          <ac:cxnSpMkLst>
            <pc:docMk/>
            <pc:sldMk cId="2253510222" sldId="676"/>
            <ac:cxnSpMk id="127" creationId="{FF668A03-B809-CD28-56DB-14AA019E9700}"/>
          </ac:cxnSpMkLst>
        </pc:cxnChg>
        <pc:cxnChg chg="del mod">
          <ac:chgData name="Laurianne Lair" userId="877d0e272dd2d022" providerId="LiveId" clId="{1020E764-7D77-4C96-98F0-277F4DB9C8ED}" dt="2024-11-11T15:36:11.029" v="13506" actId="478"/>
          <ac:cxnSpMkLst>
            <pc:docMk/>
            <pc:sldMk cId="2253510222" sldId="676"/>
            <ac:cxnSpMk id="128" creationId="{F57520AA-C6C2-94DC-935B-09587D456E7A}"/>
          </ac:cxnSpMkLst>
        </pc:cxnChg>
      </pc:sldChg>
      <pc:sldChg chg="addSp delSp modSp mod addAnim delAnim modNotesTx">
        <pc:chgData name="Laurianne Lair" userId="877d0e272dd2d022" providerId="LiveId" clId="{1020E764-7D77-4C96-98F0-277F4DB9C8ED}" dt="2024-11-16T23:23:14.576" v="53957" actId="20577"/>
        <pc:sldMkLst>
          <pc:docMk/>
          <pc:sldMk cId="1234415022" sldId="679"/>
        </pc:sldMkLst>
        <pc:spChg chg="add del mod">
          <ac:chgData name="Laurianne Lair" userId="877d0e272dd2d022" providerId="LiveId" clId="{1020E764-7D77-4C96-98F0-277F4DB9C8ED}" dt="2024-11-13T13:31:37.110" v="29414" actId="478"/>
          <ac:spMkLst>
            <pc:docMk/>
            <pc:sldMk cId="1234415022" sldId="679"/>
            <ac:spMk id="3" creationId="{1A04BED9-2D54-C060-E860-97C5585A1EA8}"/>
          </ac:spMkLst>
        </pc:spChg>
        <pc:spChg chg="del">
          <ac:chgData name="Laurianne Lair" userId="877d0e272dd2d022" providerId="LiveId" clId="{1020E764-7D77-4C96-98F0-277F4DB9C8ED}" dt="2024-11-08T16:33:26.986" v="30" actId="478"/>
          <ac:spMkLst>
            <pc:docMk/>
            <pc:sldMk cId="1234415022" sldId="679"/>
            <ac:spMk id="4" creationId="{82BA34C2-3D1B-8DAD-33CB-ED89728C1F7F}"/>
          </ac:spMkLst>
        </pc:spChg>
        <pc:spChg chg="add mod">
          <ac:chgData name="Laurianne Lair" userId="877d0e272dd2d022" providerId="LiveId" clId="{1020E764-7D77-4C96-98F0-277F4DB9C8ED}" dt="2024-11-08T16:33:28.563" v="31"/>
          <ac:spMkLst>
            <pc:docMk/>
            <pc:sldMk cId="1234415022" sldId="679"/>
            <ac:spMk id="11" creationId="{C9D4C878-CF21-A746-A8F6-EB0EAED7F425}"/>
          </ac:spMkLst>
        </pc:spChg>
        <pc:graphicFrameChg chg="del mod">
          <ac:chgData name="Laurianne Lair" userId="877d0e272dd2d022" providerId="LiveId" clId="{1020E764-7D77-4C96-98F0-277F4DB9C8ED}" dt="2024-11-11T17:30:05.534" v="22545" actId="478"/>
          <ac:graphicFrameMkLst>
            <pc:docMk/>
            <pc:sldMk cId="1234415022" sldId="679"/>
            <ac:graphicFrameMk id="7" creationId="{24B17779-5953-78B0-8CDC-30CE71DB173C}"/>
          </ac:graphicFrameMkLst>
        </pc:graphicFrameChg>
        <pc:graphicFrameChg chg="mod">
          <ac:chgData name="Laurianne Lair" userId="877d0e272dd2d022" providerId="LiveId" clId="{1020E764-7D77-4C96-98F0-277F4DB9C8ED}" dt="2024-11-11T17:31:52.948" v="22554"/>
          <ac:graphicFrameMkLst>
            <pc:docMk/>
            <pc:sldMk cId="1234415022" sldId="679"/>
            <ac:graphicFrameMk id="8" creationId="{FA956AD2-7970-F4CC-F637-7828F2A2474F}"/>
          </ac:graphicFrameMkLst>
        </pc:graphicFrameChg>
        <pc:graphicFrameChg chg="add mod ord">
          <ac:chgData name="Laurianne Lair" userId="877d0e272dd2d022" providerId="LiveId" clId="{1020E764-7D77-4C96-98F0-277F4DB9C8ED}" dt="2024-11-11T17:30:28.236" v="22549" actId="167"/>
          <ac:graphicFrameMkLst>
            <pc:docMk/>
            <pc:sldMk cId="1234415022" sldId="679"/>
            <ac:graphicFrameMk id="12" creationId="{F87E6D01-9C4D-2AA3-F6F3-A786E4450AD8}"/>
          </ac:graphicFrameMkLst>
        </pc:graphicFrameChg>
        <pc:picChg chg="add del">
          <ac:chgData name="Laurianne Lair" userId="877d0e272dd2d022" providerId="LiveId" clId="{1020E764-7D77-4C96-98F0-277F4DB9C8ED}" dt="2024-11-13T13:31:37.597" v="29415" actId="478"/>
          <ac:picMkLst>
            <pc:docMk/>
            <pc:sldMk cId="1234415022" sldId="679"/>
            <ac:picMk id="6" creationId="{9B7CAFD5-EE6B-E71B-95AD-2271444615ED}"/>
          </ac:picMkLst>
        </pc:picChg>
        <pc:cxnChg chg="mod">
          <ac:chgData name="Laurianne Lair" userId="877d0e272dd2d022" providerId="LiveId" clId="{1020E764-7D77-4C96-98F0-277F4DB9C8ED}" dt="2024-11-11T17:30:33.264" v="22550" actId="14100"/>
          <ac:cxnSpMkLst>
            <pc:docMk/>
            <pc:sldMk cId="1234415022" sldId="679"/>
            <ac:cxnSpMk id="16" creationId="{DE6E10E8-9F1B-2553-DC26-E3AEBB08DC35}"/>
          </ac:cxnSpMkLst>
        </pc:cxnChg>
      </pc:sldChg>
      <pc:sldChg chg="addSp delSp modSp mod modNotesTx">
        <pc:chgData name="Laurianne Lair" userId="877d0e272dd2d022" providerId="LiveId" clId="{1020E764-7D77-4C96-98F0-277F4DB9C8ED}" dt="2024-11-17T18:41:15.105" v="67655" actId="6549"/>
        <pc:sldMkLst>
          <pc:docMk/>
          <pc:sldMk cId="3924516789" sldId="682"/>
        </pc:sldMkLst>
        <pc:spChg chg="mod">
          <ac:chgData name="Laurianne Lair" userId="877d0e272dd2d022" providerId="LiveId" clId="{1020E764-7D77-4C96-98F0-277F4DB9C8ED}" dt="2024-11-11T22:59:43.334" v="23006" actId="20577"/>
          <ac:spMkLst>
            <pc:docMk/>
            <pc:sldMk cId="3924516789" sldId="682"/>
            <ac:spMk id="86" creationId="{D5C2DE6C-22A9-C6AB-1524-B95DCB7E1FE7}"/>
          </ac:spMkLst>
        </pc:spChg>
        <pc:spChg chg="mod">
          <ac:chgData name="Laurianne Lair" userId="877d0e272dd2d022" providerId="LiveId" clId="{1020E764-7D77-4C96-98F0-277F4DB9C8ED}" dt="2024-11-11T22:59:48.820" v="23011" actId="20577"/>
          <ac:spMkLst>
            <pc:docMk/>
            <pc:sldMk cId="3924516789" sldId="682"/>
            <ac:spMk id="136" creationId="{19D5FCB6-E9B7-50FF-4924-1A27846652F3}"/>
          </ac:spMkLst>
        </pc:spChg>
        <pc:spChg chg="mod">
          <ac:chgData name="Laurianne Lair" userId="877d0e272dd2d022" providerId="LiveId" clId="{1020E764-7D77-4C96-98F0-277F4DB9C8ED}" dt="2024-11-11T22:59:48.820" v="23011" actId="20577"/>
          <ac:spMkLst>
            <pc:docMk/>
            <pc:sldMk cId="3924516789" sldId="682"/>
            <ac:spMk id="137" creationId="{4858E05A-B372-309A-1CBE-675CD9B36685}"/>
          </ac:spMkLst>
        </pc:spChg>
        <pc:spChg chg="mod">
          <ac:chgData name="Laurianne Lair" userId="877d0e272dd2d022" providerId="LiveId" clId="{1020E764-7D77-4C96-98F0-277F4DB9C8ED}" dt="2024-11-11T22:59:48.820" v="23011" actId="20577"/>
          <ac:spMkLst>
            <pc:docMk/>
            <pc:sldMk cId="3924516789" sldId="682"/>
            <ac:spMk id="138" creationId="{E71DFDF2-5441-8946-09D2-3201417E7741}"/>
          </ac:spMkLst>
        </pc:spChg>
        <pc:spChg chg="mod">
          <ac:chgData name="Laurianne Lair" userId="877d0e272dd2d022" providerId="LiveId" clId="{1020E764-7D77-4C96-98F0-277F4DB9C8ED}" dt="2024-11-11T22:59:40.008" v="23002" actId="20577"/>
          <ac:spMkLst>
            <pc:docMk/>
            <pc:sldMk cId="3924516789" sldId="682"/>
            <ac:spMk id="141" creationId="{3875CB41-81F7-30A7-98DF-69770C449C6F}"/>
          </ac:spMkLst>
        </pc:spChg>
        <pc:spChg chg="mod">
          <ac:chgData name="Laurianne Lair" userId="877d0e272dd2d022" providerId="LiveId" clId="{1020E764-7D77-4C96-98F0-277F4DB9C8ED}" dt="2024-11-11T22:59:40.008" v="23002" actId="20577"/>
          <ac:spMkLst>
            <pc:docMk/>
            <pc:sldMk cId="3924516789" sldId="682"/>
            <ac:spMk id="142" creationId="{A114EDAA-12BF-B021-DB47-EE88D5F70708}"/>
          </ac:spMkLst>
        </pc:spChg>
        <pc:spChg chg="mod">
          <ac:chgData name="Laurianne Lair" userId="877d0e272dd2d022" providerId="LiveId" clId="{1020E764-7D77-4C96-98F0-277F4DB9C8ED}" dt="2024-11-11T22:59:33.534" v="22998" actId="20577"/>
          <ac:spMkLst>
            <pc:docMk/>
            <pc:sldMk cId="3924516789" sldId="682"/>
            <ac:spMk id="145" creationId="{D0433292-BF15-4B39-338B-5E1944E951A6}"/>
          </ac:spMkLst>
        </pc:spChg>
        <pc:spChg chg="mod">
          <ac:chgData name="Laurianne Lair" userId="877d0e272dd2d022" providerId="LiveId" clId="{1020E764-7D77-4C96-98F0-277F4DB9C8ED}" dt="2024-11-11T22:59:33.534" v="22998" actId="20577"/>
          <ac:spMkLst>
            <pc:docMk/>
            <pc:sldMk cId="3924516789" sldId="682"/>
            <ac:spMk id="146" creationId="{F10F8862-94FE-6512-4B96-B3A6C78A125B}"/>
          </ac:spMkLst>
        </pc:spChg>
        <pc:spChg chg="mod topLvl">
          <ac:chgData name="Laurianne Lair" userId="877d0e272dd2d022" providerId="LiveId" clId="{1020E764-7D77-4C96-98F0-277F4DB9C8ED}" dt="2024-11-11T22:59:30.116" v="22994" actId="20577"/>
          <ac:spMkLst>
            <pc:docMk/>
            <pc:sldMk cId="3924516789" sldId="682"/>
            <ac:spMk id="150" creationId="{81087152-9CD3-B35F-668A-06C5C9CD87AE}"/>
          </ac:spMkLst>
        </pc:spChg>
        <pc:spChg chg="add del mod topLvl">
          <ac:chgData name="Laurianne Lair" userId="877d0e272dd2d022" providerId="LiveId" clId="{1020E764-7D77-4C96-98F0-277F4DB9C8ED}" dt="2024-11-11T22:59:30.116" v="22994" actId="20577"/>
          <ac:spMkLst>
            <pc:docMk/>
            <pc:sldMk cId="3924516789" sldId="682"/>
            <ac:spMk id="151" creationId="{8905B175-0530-F197-96F0-22AAA77B75CA}"/>
          </ac:spMkLst>
        </pc:spChg>
        <pc:grpChg chg="add del mod">
          <ac:chgData name="Laurianne Lair" userId="877d0e272dd2d022" providerId="LiveId" clId="{1020E764-7D77-4C96-98F0-277F4DB9C8ED}" dt="2024-11-11T22:59:30.116" v="22994" actId="20577"/>
          <ac:grpSpMkLst>
            <pc:docMk/>
            <pc:sldMk cId="3924516789" sldId="682"/>
            <ac:grpSpMk id="76" creationId="{61F0D694-C3F2-C69C-388B-BE34D96E8F93}"/>
          </ac:grpSpMkLst>
        </pc:grpChg>
        <pc:grpChg chg="mod">
          <ac:chgData name="Laurianne Lair" userId="877d0e272dd2d022" providerId="LiveId" clId="{1020E764-7D77-4C96-98F0-277F4DB9C8ED}" dt="2024-11-11T22:59:33.534" v="22998" actId="20577"/>
          <ac:grpSpMkLst>
            <pc:docMk/>
            <pc:sldMk cId="3924516789" sldId="682"/>
            <ac:grpSpMk id="77" creationId="{B0014585-F4D5-D424-A5E1-5882242801C1}"/>
          </ac:grpSpMkLst>
        </pc:grpChg>
        <pc:grpChg chg="mod">
          <ac:chgData name="Laurianne Lair" userId="877d0e272dd2d022" providerId="LiveId" clId="{1020E764-7D77-4C96-98F0-277F4DB9C8ED}" dt="2024-11-11T22:59:40.008" v="23002" actId="20577"/>
          <ac:grpSpMkLst>
            <pc:docMk/>
            <pc:sldMk cId="3924516789" sldId="682"/>
            <ac:grpSpMk id="87" creationId="{C0495942-9E86-31E1-F97F-E7E55CA30511}"/>
          </ac:grpSpMkLst>
        </pc:grpChg>
        <pc:grpChg chg="mod">
          <ac:chgData name="Laurianne Lair" userId="877d0e272dd2d022" providerId="LiveId" clId="{1020E764-7D77-4C96-98F0-277F4DB9C8ED}" dt="2024-11-11T22:59:48.820" v="23011" actId="20577"/>
          <ac:grpSpMkLst>
            <pc:docMk/>
            <pc:sldMk cId="3924516789" sldId="682"/>
            <ac:grpSpMk id="100" creationId="{70177E3D-DD77-1924-E039-58194E4AB1AD}"/>
          </ac:grpSpMkLst>
        </pc:grpChg>
        <pc:grpChg chg="mod">
          <ac:chgData name="Laurianne Lair" userId="877d0e272dd2d022" providerId="LiveId" clId="{1020E764-7D77-4C96-98F0-277F4DB9C8ED}" dt="2024-11-11T22:59:48.820" v="23011" actId="20577"/>
          <ac:grpSpMkLst>
            <pc:docMk/>
            <pc:sldMk cId="3924516789" sldId="682"/>
            <ac:grpSpMk id="133" creationId="{6B4A093A-F3ED-F82A-9AB6-0B0D21AE033C}"/>
          </ac:grpSpMkLst>
        </pc:grpChg>
        <pc:grpChg chg="mod">
          <ac:chgData name="Laurianne Lair" userId="877d0e272dd2d022" providerId="LiveId" clId="{1020E764-7D77-4C96-98F0-277F4DB9C8ED}" dt="2024-11-11T22:59:48.820" v="23011" actId="20577"/>
          <ac:grpSpMkLst>
            <pc:docMk/>
            <pc:sldMk cId="3924516789" sldId="682"/>
            <ac:grpSpMk id="134" creationId="{0D4B4B83-13EA-90C2-05DE-F633E63E1AEB}"/>
          </ac:grpSpMkLst>
        </pc:grpChg>
        <pc:grpChg chg="mod">
          <ac:chgData name="Laurianne Lair" userId="877d0e272dd2d022" providerId="LiveId" clId="{1020E764-7D77-4C96-98F0-277F4DB9C8ED}" dt="2024-11-11T15:10:13.081" v="12156" actId="1076"/>
          <ac:grpSpMkLst>
            <pc:docMk/>
            <pc:sldMk cId="3924516789" sldId="682"/>
            <ac:grpSpMk id="264" creationId="{4C01C1D3-DA2F-7236-C5F6-95FD5B60FC36}"/>
          </ac:grpSpMkLst>
        </pc:grpChg>
        <pc:graphicFrameChg chg="add del mod">
          <ac:chgData name="Laurianne Lair" userId="877d0e272dd2d022" providerId="LiveId" clId="{1020E764-7D77-4C96-98F0-277F4DB9C8ED}" dt="2024-11-13T13:37:23.240" v="29764"/>
          <ac:graphicFrameMkLst>
            <pc:docMk/>
            <pc:sldMk cId="3924516789" sldId="682"/>
            <ac:graphicFrameMk id="113" creationId="{51143037-0C66-51FB-0DF2-D0815A77B8B1}"/>
          </ac:graphicFrameMkLst>
        </pc:graphicFrameChg>
        <pc:picChg chg="add del mod">
          <ac:chgData name="Laurianne Lair" userId="877d0e272dd2d022" providerId="LiveId" clId="{1020E764-7D77-4C96-98F0-277F4DB9C8ED}" dt="2024-11-13T13:09:53.335" v="28556" actId="478"/>
          <ac:picMkLst>
            <pc:docMk/>
            <pc:sldMk cId="3924516789" sldId="682"/>
            <ac:picMk id="3" creationId="{D8FBFA8D-E3BD-9C39-2364-73F0C8C44FE2}"/>
          </ac:picMkLst>
        </pc:picChg>
        <pc:picChg chg="mod">
          <ac:chgData name="Laurianne Lair" userId="877d0e272dd2d022" providerId="LiveId" clId="{1020E764-7D77-4C96-98F0-277F4DB9C8ED}" dt="2024-11-13T23:27:53.022" v="32557" actId="197"/>
          <ac:picMkLst>
            <pc:docMk/>
            <pc:sldMk cId="3924516789" sldId="682"/>
            <ac:picMk id="53" creationId="{30AB13FA-960C-A1BE-CD2F-C33CEC321A5F}"/>
          </ac:picMkLst>
        </pc:picChg>
        <pc:cxnChg chg="mod">
          <ac:chgData name="Laurianne Lair" userId="877d0e272dd2d022" providerId="LiveId" clId="{1020E764-7D77-4C96-98F0-277F4DB9C8ED}" dt="2024-11-11T22:59:48.820" v="23011" actId="20577"/>
          <ac:cxnSpMkLst>
            <pc:docMk/>
            <pc:sldMk cId="3924516789" sldId="682"/>
            <ac:cxnSpMk id="135" creationId="{4AED5F05-73C9-7E66-30E2-6A0E040E0C3E}"/>
          </ac:cxnSpMkLst>
        </pc:cxnChg>
      </pc:sldChg>
      <pc:sldChg chg="addSp delSp modSp mod ord delAnim modAnim modNotesTx">
        <pc:chgData name="Laurianne Lair" userId="877d0e272dd2d022" providerId="LiveId" clId="{1020E764-7D77-4C96-98F0-277F4DB9C8ED}" dt="2024-11-18T12:28:34.785" v="71364" actId="208"/>
        <pc:sldMkLst>
          <pc:docMk/>
          <pc:sldMk cId="3383353871" sldId="685"/>
        </pc:sldMkLst>
        <pc:spChg chg="mod">
          <ac:chgData name="Laurianne Lair" userId="877d0e272dd2d022" providerId="LiveId" clId="{1020E764-7D77-4C96-98F0-277F4DB9C8ED}" dt="2024-11-17T18:25:03.838" v="67267" actId="20577"/>
          <ac:spMkLst>
            <pc:docMk/>
            <pc:sldMk cId="3383353871" sldId="685"/>
            <ac:spMk id="2" creationId="{76BF0584-4CD1-7D4C-A5AC-A701C898CD05}"/>
          </ac:spMkLst>
        </pc:spChg>
        <pc:spChg chg="add del mod ord">
          <ac:chgData name="Laurianne Lair" userId="877d0e272dd2d022" providerId="LiveId" clId="{1020E764-7D77-4C96-98F0-277F4DB9C8ED}" dt="2024-11-17T18:39:37.655" v="67627" actId="478"/>
          <ac:spMkLst>
            <pc:docMk/>
            <pc:sldMk cId="3383353871" sldId="685"/>
            <ac:spMk id="3" creationId="{E23F0197-730B-EA9E-6E54-AEC7644560AF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9" creationId="{3BF25830-4333-A9F0-EBC8-BACC81A464AD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0" creationId="{EEB8070E-2844-3FA6-76F1-897DEE0A794A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1" creationId="{6D956C9B-E1FA-8725-B67E-87D9363B9B0A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5" creationId="{E8AE286A-44DD-9A64-1FA5-827C116CBBC9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6" creationId="{FC727824-BED3-A386-CEDF-1AE1EC055A9F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7" creationId="{8C8754B0-5E09-5407-E620-978C4EB9D5DD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8" creationId="{30896852-9626-D0E8-305F-C5813ECDF696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9" creationId="{617AD4FF-566A-60EB-0AFF-0E3AABA59250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0" creationId="{23685FAF-761B-E229-A439-C1971FF66AEE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1" creationId="{7C2F2C86-1813-40EF-8B99-CAD24808E415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2" creationId="{C4B17D98-A6AC-88CA-4DFA-DCBEF610931D}"/>
          </ac:spMkLst>
        </pc:spChg>
        <pc:spChg chg="mod">
          <ac:chgData name="Laurianne Lair" userId="877d0e272dd2d022" providerId="LiveId" clId="{1020E764-7D77-4C96-98F0-277F4DB9C8ED}" dt="2024-11-18T12:28:34.785" v="71364" actId="208"/>
          <ac:spMkLst>
            <pc:docMk/>
            <pc:sldMk cId="3383353871" sldId="685"/>
            <ac:spMk id="23" creationId="{51C229B6-06D4-920A-1DA8-EF16D3ECD971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4" creationId="{61057972-F378-1AD1-32CE-5E2E997095A2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5" creationId="{24291E5E-90C5-4DCB-47EC-30170DF77AFA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6" creationId="{8695BAFD-961D-9A31-6850-C26985D73F2E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8" creationId="{4502F91C-B18A-D2D1-CEDA-35963E215D85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29" creationId="{65313CD2-4D6A-ABFF-B61A-0CBED14B970C}"/>
          </ac:spMkLst>
        </pc:spChg>
        <pc:spChg chg="add 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31" creationId="{5C5B3E91-A79F-8593-ACD3-47C0984DBACC}"/>
          </ac:spMkLst>
        </pc:spChg>
        <pc:spChg chg="add mod">
          <ac:chgData name="Laurianne Lair" userId="877d0e272dd2d022" providerId="LiveId" clId="{1020E764-7D77-4C96-98F0-277F4DB9C8ED}" dt="2024-11-16T22:29:03.793" v="43699" actId="114"/>
          <ac:spMkLst>
            <pc:docMk/>
            <pc:sldMk cId="3383353871" sldId="685"/>
            <ac:spMk id="33" creationId="{CB379795-104D-AB1D-9058-34267FAEA483}"/>
          </ac:spMkLst>
        </pc:spChg>
        <pc:spChg chg="add del mod">
          <ac:chgData name="Laurianne Lair" userId="877d0e272dd2d022" providerId="LiveId" clId="{1020E764-7D77-4C96-98F0-277F4DB9C8ED}" dt="2024-11-11T14:35:33.852" v="10579" actId="478"/>
          <ac:spMkLst>
            <pc:docMk/>
            <pc:sldMk cId="3383353871" sldId="685"/>
            <ac:spMk id="34" creationId="{CBD43942-ACE1-2718-03DF-159D70ACCB0C}"/>
          </ac:spMkLst>
        </pc:spChg>
        <pc:spChg chg="add mod">
          <ac:chgData name="Laurianne Lair" userId="877d0e272dd2d022" providerId="LiveId" clId="{1020E764-7D77-4C96-98F0-277F4DB9C8ED}" dt="2024-11-11T14:42:53.832" v="10877" actId="1037"/>
          <ac:spMkLst>
            <pc:docMk/>
            <pc:sldMk cId="3383353871" sldId="685"/>
            <ac:spMk id="35" creationId="{965C868C-58DA-A0C7-8BB6-6B5D15E5D249}"/>
          </ac:spMkLst>
        </pc:spChg>
        <pc:spChg chg="add del mod">
          <ac:chgData name="Laurianne Lair" userId="877d0e272dd2d022" providerId="LiveId" clId="{1020E764-7D77-4C96-98F0-277F4DB9C8ED}" dt="2024-11-16T22:17:56.668" v="41560" actId="478"/>
          <ac:spMkLst>
            <pc:docMk/>
            <pc:sldMk cId="3383353871" sldId="685"/>
            <ac:spMk id="51" creationId="{82F7144F-0B9A-1EB1-E82D-1316A1428EFB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76" creationId="{EF77A943-F13C-ADBE-D4E5-52387E78CD5F}"/>
          </ac:spMkLst>
        </pc:spChg>
        <pc:spChg chg="mod">
          <ac:chgData name="Laurianne Lair" userId="877d0e272dd2d022" providerId="LiveId" clId="{1020E764-7D77-4C96-98F0-277F4DB9C8ED}" dt="2024-11-16T22:29:12.545" v="43707" actId="1037"/>
          <ac:spMkLst>
            <pc:docMk/>
            <pc:sldMk cId="3383353871" sldId="685"/>
            <ac:spMk id="77" creationId="{3E77E1E5-B45C-D07C-FBC1-23A74C9FD609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17" creationId="{BDB669E2-D641-320C-E91A-08AC5F4F9401}"/>
          </ac:spMkLst>
        </pc:spChg>
        <pc:spChg chg="mod">
          <ac:chgData name="Laurianne Lair" userId="877d0e272dd2d022" providerId="LiveId" clId="{1020E764-7D77-4C96-98F0-277F4DB9C8ED}" dt="2024-11-11T14:37:01.834" v="10651" actId="20577"/>
          <ac:spMkLst>
            <pc:docMk/>
            <pc:sldMk cId="3383353871" sldId="685"/>
            <ac:spMk id="119" creationId="{5D78101A-3770-4813-4CB7-1CFB087921D1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24" creationId="{80EC10AF-2117-5D25-5CA3-E9479755A4A4}"/>
          </ac:spMkLst>
        </pc:spChg>
        <pc:spChg chg="mod">
          <ac:chgData name="Laurianne Lair" userId="877d0e272dd2d022" providerId="LiveId" clId="{1020E764-7D77-4C96-98F0-277F4DB9C8ED}" dt="2024-11-11T14:37:01.834" v="10651" actId="20577"/>
          <ac:spMkLst>
            <pc:docMk/>
            <pc:sldMk cId="3383353871" sldId="685"/>
            <ac:spMk id="125" creationId="{7C5936D6-ABC5-88A8-32B0-D456CE6CBA4E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31" creationId="{7E188F67-3715-B292-2E79-1692FEAC686E}"/>
          </ac:spMkLst>
        </pc:spChg>
        <pc:spChg chg="mod">
          <ac:chgData name="Laurianne Lair" userId="877d0e272dd2d022" providerId="LiveId" clId="{1020E764-7D77-4C96-98F0-277F4DB9C8ED}" dt="2024-11-11T14:37:05.977" v="10655" actId="20577"/>
          <ac:spMkLst>
            <pc:docMk/>
            <pc:sldMk cId="3383353871" sldId="685"/>
            <ac:spMk id="133" creationId="{EF438D98-A017-41C8-C7CB-0261EF666971}"/>
          </ac:spMkLst>
        </pc:spChg>
        <pc:spChg chg="mod">
          <ac:chgData name="Laurianne Lair" userId="877d0e272dd2d022" providerId="LiveId" clId="{1020E764-7D77-4C96-98F0-277F4DB9C8ED}" dt="2024-11-11T14:37:05.977" v="10655" actId="20577"/>
          <ac:spMkLst>
            <pc:docMk/>
            <pc:sldMk cId="3383353871" sldId="685"/>
            <ac:spMk id="134" creationId="{61184722-A340-490E-25C4-C4E1076B5912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35" creationId="{1C000050-ED7E-AFA4-B361-552B0AEA62E1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40" creationId="{886DCD37-C693-159C-8AFD-A11A15314C45}"/>
          </ac:spMkLst>
        </pc:spChg>
        <pc:spChg chg="mod">
          <ac:chgData name="Laurianne Lair" userId="877d0e272dd2d022" providerId="LiveId" clId="{1020E764-7D77-4C96-98F0-277F4DB9C8ED}" dt="2024-11-11T14:37:08.834" v="10659" actId="20577"/>
          <ac:spMkLst>
            <pc:docMk/>
            <pc:sldMk cId="3383353871" sldId="685"/>
            <ac:spMk id="142" creationId="{82669BC2-9432-4BA5-A686-6576678EE859}"/>
          </ac:spMkLst>
        </pc:spChg>
        <pc:spChg chg="mod">
          <ac:chgData name="Laurianne Lair" userId="877d0e272dd2d022" providerId="LiveId" clId="{1020E764-7D77-4C96-98F0-277F4DB9C8ED}" dt="2024-11-11T14:37:08.834" v="10659" actId="20577"/>
          <ac:spMkLst>
            <pc:docMk/>
            <pc:sldMk cId="3383353871" sldId="685"/>
            <ac:spMk id="143" creationId="{87056FA1-6811-14C9-3F09-6EFF43D6B2AD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45" creationId="{350F54A5-A9D3-7C25-DABE-28A96A365673}"/>
          </ac:spMkLst>
        </pc:spChg>
        <pc:spChg chg="mod">
          <ac:chgData name="Laurianne Lair" userId="877d0e272dd2d022" providerId="LiveId" clId="{1020E764-7D77-4C96-98F0-277F4DB9C8ED}" dt="2024-11-11T14:37:08.834" v="10659" actId="20577"/>
          <ac:spMkLst>
            <pc:docMk/>
            <pc:sldMk cId="3383353871" sldId="685"/>
            <ac:spMk id="147" creationId="{6F4B9D87-500E-23F8-E394-FD75A10FE87A}"/>
          </ac:spMkLst>
        </pc:spChg>
        <pc:spChg chg="mod">
          <ac:chgData name="Laurianne Lair" userId="877d0e272dd2d022" providerId="LiveId" clId="{1020E764-7D77-4C96-98F0-277F4DB9C8ED}" dt="2024-11-11T14:39:34.616" v="10697" actId="1076"/>
          <ac:spMkLst>
            <pc:docMk/>
            <pc:sldMk cId="3383353871" sldId="685"/>
            <ac:spMk id="150" creationId="{975F46B4-D17F-97E4-315E-0FD2E6FDBC23}"/>
          </ac:spMkLst>
        </pc:spChg>
        <pc:spChg chg="mod">
          <ac:chgData name="Laurianne Lair" userId="877d0e272dd2d022" providerId="LiveId" clId="{1020E764-7D77-4C96-98F0-277F4DB9C8ED}" dt="2024-11-16T22:28:46.746" v="43689" actId="20577"/>
          <ac:spMkLst>
            <pc:docMk/>
            <pc:sldMk cId="3383353871" sldId="685"/>
            <ac:spMk id="162" creationId="{803EDFA5-31F3-84B2-E99E-2A4DBE962910}"/>
          </ac:spMkLst>
        </pc:spChg>
        <pc:spChg chg="mod">
          <ac:chgData name="Laurianne Lair" userId="877d0e272dd2d022" providerId="LiveId" clId="{1020E764-7D77-4C96-98F0-277F4DB9C8ED}" dt="2024-11-16T22:28:46.746" v="43689" actId="20577"/>
          <ac:spMkLst>
            <pc:docMk/>
            <pc:sldMk cId="3383353871" sldId="685"/>
            <ac:spMk id="163" creationId="{1F52B6CE-0D08-D297-7CC9-AB897C13057C}"/>
          </ac:spMkLst>
        </pc:s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4" creationId="{CFE6F203-C4F3-609E-92A2-42D2E9C3FEE6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89" creationId="{014C565F-796F-FDC2-BA69-B1A7EDC87F41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90" creationId="{63F5C3FA-2C1E-9ADB-5105-5F1DCBA5DA96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95" creationId="{615AE843-2780-8F3C-5D03-EF336E8F108E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08" creationId="{A31A690E-0D69-3261-7EDE-03B8EFFF6C0A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09" creationId="{AC7448BA-DEB6-CB08-050C-8C77DA1870A7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13" creationId="{27892A77-3DA0-0371-0A2E-D9670168215E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14" creationId="{4D77DD1B-71FD-2C25-7D6E-C8FD36C98595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15" creationId="{FF2532B8-4CB0-9397-7CE1-3700A2151CE8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22" creationId="{FEDA4958-7833-099F-FC0E-A183ECB5A6AB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28" creationId="{A5DB803A-4CE7-5F87-C68F-2A0A55C7011A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32" creationId="{FBA96034-F4F5-F90D-0651-9B6FFBEE8D22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36" creationId="{F63C0B06-AA21-7DE8-A6BA-D023D3BA6D03}"/>
          </ac:grpSpMkLst>
        </pc:grpChg>
        <pc:grpChg chg="mod">
          <ac:chgData name="Laurianne Lair" userId="877d0e272dd2d022" providerId="LiveId" clId="{1020E764-7D77-4C96-98F0-277F4DB9C8ED}" dt="2024-11-11T14:37:08.834" v="10659" actId="20577"/>
          <ac:grpSpMkLst>
            <pc:docMk/>
            <pc:sldMk cId="3383353871" sldId="685"/>
            <ac:grpSpMk id="139" creationId="{9D9BCCD1-7735-6115-09A5-6EC2AC7EF428}"/>
          </ac:grpSpMkLst>
        </pc:grpChg>
        <pc:grpChg chg="mod">
          <ac:chgData name="Laurianne Lair" userId="877d0e272dd2d022" providerId="LiveId" clId="{1020E764-7D77-4C96-98F0-277F4DB9C8ED}" dt="2024-11-11T14:37:08.834" v="10659" actId="20577"/>
          <ac:grpSpMkLst>
            <pc:docMk/>
            <pc:sldMk cId="3383353871" sldId="685"/>
            <ac:grpSpMk id="144" creationId="{4D818C6A-CFAD-AE2B-ACDA-BAFD70CF8723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48" creationId="{1A857ED3-F81B-E481-C7B9-A7C9716A8616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51" creationId="{79C88B5B-EDF3-A6D1-18F2-D323AFBC0B8E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54" creationId="{00ABE872-683C-B367-9FC6-7008E10DCA99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57" creationId="{76EA0D94-5190-88C9-E5D3-D4AC56F761B9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60" creationId="{0A8FCD20-1392-9CBA-B34A-4BB44D213EF3}"/>
          </ac:grpSpMkLst>
        </pc:grpChg>
        <pc:grpChg chg="mod">
          <ac:chgData name="Laurianne Lair" userId="877d0e272dd2d022" providerId="LiveId" clId="{1020E764-7D77-4C96-98F0-277F4DB9C8ED}" dt="2024-11-16T22:28:46.746" v="43689" actId="20577"/>
          <ac:grpSpMkLst>
            <pc:docMk/>
            <pc:sldMk cId="3383353871" sldId="685"/>
            <ac:grpSpMk id="161" creationId="{BF7D4002-35BF-A0BF-18B6-03ADCDE25F0E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66" creationId="{BFE30EA2-2F5E-3E04-32CA-63E5E5D7329E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69" creationId="{7E61430E-5032-60D2-6A54-97805BDA2652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72" creationId="{2DF45F48-1368-681E-F5ED-28D5C5393931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73" creationId="{1ABD4C66-89B5-7AB5-71FD-5974C8D6784A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76" creationId="{3E832080-1665-6705-6085-802266E880FD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80" creationId="{0D532711-B4BA-4A4E-7BAA-246ECF76E313}"/>
          </ac:grpSpMkLst>
        </pc:grpChg>
        <pc:grpChg chg="mod">
          <ac:chgData name="Laurianne Lair" userId="877d0e272dd2d022" providerId="LiveId" clId="{1020E764-7D77-4C96-98F0-277F4DB9C8ED}" dt="2024-11-11T14:39:34.616" v="10697" actId="1076"/>
          <ac:grpSpMkLst>
            <pc:docMk/>
            <pc:sldMk cId="3383353871" sldId="685"/>
            <ac:grpSpMk id="186" creationId="{705B5259-795B-4B2E-CED5-E87A60DF0427}"/>
          </ac:grpSpMkLst>
        </pc:grpChg>
        <pc:picChg chg="add del mod">
          <ac:chgData name="Laurianne Lair" userId="877d0e272dd2d022" providerId="LiveId" clId="{1020E764-7D77-4C96-98F0-277F4DB9C8ED}" dt="2024-11-16T22:17:55.946" v="41559" actId="478"/>
          <ac:picMkLst>
            <pc:docMk/>
            <pc:sldMk cId="3383353871" sldId="685"/>
            <ac:picMk id="52" creationId="{AFBACFBC-01E1-8156-A783-272B029F8E74}"/>
          </ac:picMkLst>
        </pc:picChg>
        <pc:cxnChg chg="mod">
          <ac:chgData name="Laurianne Lair" userId="877d0e272dd2d022" providerId="LiveId" clId="{1020E764-7D77-4C96-98F0-277F4DB9C8ED}" dt="2024-11-11T14:39:34.616" v="10697" actId="1076"/>
          <ac:cxnSpMkLst>
            <pc:docMk/>
            <pc:sldMk cId="3383353871" sldId="685"/>
            <ac:cxnSpMk id="27" creationId="{8220769F-A36B-0B8C-672A-3292219AD6C0}"/>
          </ac:cxnSpMkLst>
        </pc:cxnChg>
        <pc:cxnChg chg="mod">
          <ac:chgData name="Laurianne Lair" userId="877d0e272dd2d022" providerId="LiveId" clId="{1020E764-7D77-4C96-98F0-277F4DB9C8ED}" dt="2024-11-11T14:39:34.616" v="10697" actId="1076"/>
          <ac:cxnSpMkLst>
            <pc:docMk/>
            <pc:sldMk cId="3383353871" sldId="685"/>
            <ac:cxnSpMk id="30" creationId="{652B3771-5A08-9A87-81FE-FFA810B56087}"/>
          </ac:cxnSpMkLst>
        </pc:cxnChg>
        <pc:cxnChg chg="mod">
          <ac:chgData name="Laurianne Lair" userId="877d0e272dd2d022" providerId="LiveId" clId="{1020E764-7D77-4C96-98F0-277F4DB9C8ED}" dt="2024-11-11T14:39:34.616" v="10697" actId="1076"/>
          <ac:cxnSpMkLst>
            <pc:docMk/>
            <pc:sldMk cId="3383353871" sldId="685"/>
            <ac:cxnSpMk id="38" creationId="{900D6D27-ADA3-31F8-CD30-39B6598770A5}"/>
          </ac:cxnSpMkLst>
        </pc:cxnChg>
        <pc:cxnChg chg="mod">
          <ac:chgData name="Laurianne Lair" userId="877d0e272dd2d022" providerId="LiveId" clId="{1020E764-7D77-4C96-98F0-277F4DB9C8ED}" dt="2024-11-11T14:39:34.616" v="10697" actId="1076"/>
          <ac:cxnSpMkLst>
            <pc:docMk/>
            <pc:sldMk cId="3383353871" sldId="685"/>
            <ac:cxnSpMk id="40" creationId="{C1B0FAD8-BC3B-6E05-2962-BD5BE081DFBA}"/>
          </ac:cxnSpMkLst>
        </pc:cxnChg>
        <pc:cxnChg chg="mod">
          <ac:chgData name="Laurianne Lair" userId="877d0e272dd2d022" providerId="LiveId" clId="{1020E764-7D77-4C96-98F0-277F4DB9C8ED}" dt="2024-11-11T14:39:34.616" v="10697" actId="1076"/>
          <ac:cxnSpMkLst>
            <pc:docMk/>
            <pc:sldMk cId="3383353871" sldId="685"/>
            <ac:cxnSpMk id="141" creationId="{08995EF7-0F34-378C-3176-7A46BA129D2C}"/>
          </ac:cxnSpMkLst>
        </pc:cxnChg>
        <pc:cxnChg chg="mod">
          <ac:chgData name="Laurianne Lair" userId="877d0e272dd2d022" providerId="LiveId" clId="{1020E764-7D77-4C96-98F0-277F4DB9C8ED}" dt="2024-11-11T14:37:08.834" v="10659" actId="20577"/>
          <ac:cxnSpMkLst>
            <pc:docMk/>
            <pc:sldMk cId="3383353871" sldId="685"/>
            <ac:cxnSpMk id="146" creationId="{AD2E34A1-970C-1129-257F-67759757BA1E}"/>
          </ac:cxnSpMkLst>
        </pc:cxnChg>
      </pc:sldChg>
      <pc:sldChg chg="addSp modSp mod modAnim modNotesTx">
        <pc:chgData name="Laurianne Lair" userId="877d0e272dd2d022" providerId="LiveId" clId="{1020E764-7D77-4C96-98F0-277F4DB9C8ED}" dt="2024-11-16T22:15:08.313" v="40930" actId="20577"/>
        <pc:sldMkLst>
          <pc:docMk/>
          <pc:sldMk cId="275756174" sldId="687"/>
        </pc:sldMkLst>
        <pc:spChg chg="add mod">
          <ac:chgData name="Laurianne Lair" userId="877d0e272dd2d022" providerId="LiveId" clId="{1020E764-7D77-4C96-98F0-277F4DB9C8ED}" dt="2024-11-13T23:25:58.458" v="32523" actId="1037"/>
          <ac:spMkLst>
            <pc:docMk/>
            <pc:sldMk cId="275756174" sldId="687"/>
            <ac:spMk id="4" creationId="{5EF354C3-63C4-9958-5D4E-2BE2DA773794}"/>
          </ac:spMkLst>
        </pc:spChg>
        <pc:spChg chg="mod">
          <ac:chgData name="Laurianne Lair" userId="877d0e272dd2d022" providerId="LiveId" clId="{1020E764-7D77-4C96-98F0-277F4DB9C8ED}" dt="2024-11-13T23:25:48.729" v="32517" actId="1076"/>
          <ac:spMkLst>
            <pc:docMk/>
            <pc:sldMk cId="275756174" sldId="687"/>
            <ac:spMk id="120" creationId="{D2DE6CF6-BDA1-F24D-6C64-EC3919F9914E}"/>
          </ac:spMkLst>
        </pc:spChg>
      </pc:sldChg>
      <pc:sldChg chg="del ord">
        <pc:chgData name="Laurianne Lair" userId="877d0e272dd2d022" providerId="LiveId" clId="{1020E764-7D77-4C96-98F0-277F4DB9C8ED}" dt="2024-11-15T13:55:00.615" v="33813" actId="2696"/>
        <pc:sldMkLst>
          <pc:docMk/>
          <pc:sldMk cId="3418092123" sldId="688"/>
        </pc:sldMkLst>
      </pc:sldChg>
      <pc:sldChg chg="ord">
        <pc:chgData name="Laurianne Lair" userId="877d0e272dd2d022" providerId="LiveId" clId="{1020E764-7D77-4C96-98F0-277F4DB9C8ED}" dt="2024-11-15T15:41:20.337" v="35630"/>
        <pc:sldMkLst>
          <pc:docMk/>
          <pc:sldMk cId="2166894092" sldId="689"/>
        </pc:sldMkLst>
      </pc:sldChg>
      <pc:sldChg chg="del ord">
        <pc:chgData name="Laurianne Lair" userId="877d0e272dd2d022" providerId="LiveId" clId="{1020E764-7D77-4C96-98F0-277F4DB9C8ED}" dt="2024-11-15T15:42:14.520" v="35636" actId="2696"/>
        <pc:sldMkLst>
          <pc:docMk/>
          <pc:sldMk cId="2650961023" sldId="690"/>
        </pc:sldMkLst>
      </pc:sldChg>
      <pc:sldChg chg="addSp delSp modSp mod ord delAnim modAnim">
        <pc:chgData name="Laurianne Lair" userId="877d0e272dd2d022" providerId="LiveId" clId="{1020E764-7D77-4C96-98F0-277F4DB9C8ED}" dt="2024-11-15T13:56:31.124" v="33953" actId="478"/>
        <pc:sldMkLst>
          <pc:docMk/>
          <pc:sldMk cId="1678944947" sldId="695"/>
        </pc:sldMkLst>
        <pc:spChg chg="mod">
          <ac:chgData name="Laurianne Lair" userId="877d0e272dd2d022" providerId="LiveId" clId="{1020E764-7D77-4C96-98F0-277F4DB9C8ED}" dt="2024-11-13T23:12:27.672" v="32396" actId="20577"/>
          <ac:spMkLst>
            <pc:docMk/>
            <pc:sldMk cId="1678944947" sldId="695"/>
            <ac:spMk id="2" creationId="{020405A4-F193-FBB3-F635-8F493F74413C}"/>
          </ac:spMkLst>
        </pc:spChg>
        <pc:spChg chg="mod">
          <ac:chgData name="Laurianne Lair" userId="877d0e272dd2d022" providerId="LiveId" clId="{1020E764-7D77-4C96-98F0-277F4DB9C8ED}" dt="2024-11-13T23:12:33.019" v="32397" actId="1076"/>
          <ac:spMkLst>
            <pc:docMk/>
            <pc:sldMk cId="1678944947" sldId="695"/>
            <ac:spMk id="4" creationId="{4C9F9BFA-122E-80F7-B7D4-198C3F13714D}"/>
          </ac:spMkLst>
        </pc:spChg>
        <pc:spChg chg="mod">
          <ac:chgData name="Laurianne Lair" userId="877d0e272dd2d022" providerId="LiveId" clId="{1020E764-7D77-4C96-98F0-277F4DB9C8ED}" dt="2024-11-13T23:12:33.019" v="32397" actId="1076"/>
          <ac:spMkLst>
            <pc:docMk/>
            <pc:sldMk cId="1678944947" sldId="695"/>
            <ac:spMk id="5" creationId="{FCAEC914-7B4B-0E04-5787-9F01CE323279}"/>
          </ac:spMkLst>
        </pc:spChg>
        <pc:spChg chg="mod">
          <ac:chgData name="Laurianne Lair" userId="877d0e272dd2d022" providerId="LiveId" clId="{1020E764-7D77-4C96-98F0-277F4DB9C8ED}" dt="2024-11-13T23:12:33.019" v="32397" actId="1076"/>
          <ac:spMkLst>
            <pc:docMk/>
            <pc:sldMk cId="1678944947" sldId="695"/>
            <ac:spMk id="6" creationId="{B30E6261-2E28-927C-557E-0907F0B0C045}"/>
          </ac:spMkLst>
        </pc:spChg>
        <pc:spChg chg="mod">
          <ac:chgData name="Laurianne Lair" userId="877d0e272dd2d022" providerId="LiveId" clId="{1020E764-7D77-4C96-98F0-277F4DB9C8ED}" dt="2024-11-13T23:12:33.019" v="32397" actId="1076"/>
          <ac:spMkLst>
            <pc:docMk/>
            <pc:sldMk cId="1678944947" sldId="695"/>
            <ac:spMk id="9" creationId="{3B9B1175-5203-0EA8-32A2-68BABF178E1A}"/>
          </ac:spMkLst>
        </pc:spChg>
        <pc:spChg chg="mod">
          <ac:chgData name="Laurianne Lair" userId="877d0e272dd2d022" providerId="LiveId" clId="{1020E764-7D77-4C96-98F0-277F4DB9C8ED}" dt="2024-11-13T23:12:33.019" v="32397" actId="1076"/>
          <ac:spMkLst>
            <pc:docMk/>
            <pc:sldMk cId="1678944947" sldId="695"/>
            <ac:spMk id="10" creationId="{A4DBC653-5BFB-3A2C-8719-DA9D092D0D7F}"/>
          </ac:spMkLst>
        </pc:spChg>
        <pc:spChg chg="add mod">
          <ac:chgData name="Laurianne Lair" userId="877d0e272dd2d022" providerId="LiveId" clId="{1020E764-7D77-4C96-98F0-277F4DB9C8ED}" dt="2024-11-13T23:13:25.712" v="32418" actId="20577"/>
          <ac:spMkLst>
            <pc:docMk/>
            <pc:sldMk cId="1678944947" sldId="695"/>
            <ac:spMk id="12" creationId="{C7A18A3E-957A-A033-8EB5-6EF7128AA625}"/>
          </ac:spMkLst>
        </pc:spChg>
        <pc:spChg chg="add mod">
          <ac:chgData name="Laurianne Lair" userId="877d0e272dd2d022" providerId="LiveId" clId="{1020E764-7D77-4C96-98F0-277F4DB9C8ED}" dt="2024-11-13T23:16:33.723" v="32466" actId="20577"/>
          <ac:spMkLst>
            <pc:docMk/>
            <pc:sldMk cId="1678944947" sldId="695"/>
            <ac:spMk id="14" creationId="{6CD83817-54F3-DBB9-8E68-173EDA7A22E4}"/>
          </ac:spMkLst>
        </pc:spChg>
        <pc:spChg chg="del">
          <ac:chgData name="Laurianne Lair" userId="877d0e272dd2d022" providerId="LiveId" clId="{1020E764-7D77-4C96-98F0-277F4DB9C8ED}" dt="2024-11-15T13:56:31.124" v="33953" actId="478"/>
          <ac:spMkLst>
            <pc:docMk/>
            <pc:sldMk cId="1678944947" sldId="695"/>
            <ac:spMk id="15" creationId="{5F50BF6F-7896-B556-3374-C13494E5E71B}"/>
          </ac:spMkLst>
        </pc:spChg>
        <pc:spChg chg="add mod">
          <ac:chgData name="Laurianne Lair" userId="877d0e272dd2d022" providerId="LiveId" clId="{1020E764-7D77-4C96-98F0-277F4DB9C8ED}" dt="2024-11-13T23:16:30.163" v="32463"/>
          <ac:spMkLst>
            <pc:docMk/>
            <pc:sldMk cId="1678944947" sldId="695"/>
            <ac:spMk id="16" creationId="{E85EEB60-E309-3F9B-D235-C7F5EA9C3AE2}"/>
          </ac:spMkLst>
        </pc:spChg>
        <pc:spChg chg="add mod">
          <ac:chgData name="Laurianne Lair" userId="877d0e272dd2d022" providerId="LiveId" clId="{1020E764-7D77-4C96-98F0-277F4DB9C8ED}" dt="2024-11-13T23:20:31.047" v="32481" actId="1076"/>
          <ac:spMkLst>
            <pc:docMk/>
            <pc:sldMk cId="1678944947" sldId="695"/>
            <ac:spMk id="24" creationId="{5ED26FEA-08ED-CE0C-288F-8C69FA7328C9}"/>
          </ac:spMkLst>
        </pc:spChg>
        <pc:spChg chg="mod">
          <ac:chgData name="Laurianne Lair" userId="877d0e272dd2d022" providerId="LiveId" clId="{1020E764-7D77-4C96-98F0-277F4DB9C8ED}" dt="2024-11-13T23:13:15.480" v="32411" actId="14100"/>
          <ac:spMkLst>
            <pc:docMk/>
            <pc:sldMk cId="1678944947" sldId="695"/>
            <ac:spMk id="25" creationId="{06C924AF-C3A1-9F30-5097-1BB2BB860AFE}"/>
          </ac:spMkLst>
        </pc:spChg>
        <pc:spChg chg="mod">
          <ac:chgData name="Laurianne Lair" userId="877d0e272dd2d022" providerId="LiveId" clId="{1020E764-7D77-4C96-98F0-277F4DB9C8ED}" dt="2024-11-13T23:16:15.776" v="32442" actId="20577"/>
          <ac:spMkLst>
            <pc:docMk/>
            <pc:sldMk cId="1678944947" sldId="695"/>
            <ac:spMk id="26" creationId="{ABD45154-EC61-C0A9-26CB-CF97AECBB554}"/>
          </ac:spMkLst>
        </pc:spChg>
        <pc:spChg chg="mod">
          <ac:chgData name="Laurianne Lair" userId="877d0e272dd2d022" providerId="LiveId" clId="{1020E764-7D77-4C96-98F0-277F4DB9C8ED}" dt="2024-11-13T23:16:18.280" v="32447" actId="20577"/>
          <ac:spMkLst>
            <pc:docMk/>
            <pc:sldMk cId="1678944947" sldId="695"/>
            <ac:spMk id="27" creationId="{003FA7E2-A51A-CD32-118C-E4774BC4A63E}"/>
          </ac:spMkLst>
        </pc:spChg>
        <pc:spChg chg="mod">
          <ac:chgData name="Laurianne Lair" userId="877d0e272dd2d022" providerId="LiveId" clId="{1020E764-7D77-4C96-98F0-277F4DB9C8ED}" dt="2024-11-13T23:16:21.102" v="32452" actId="20577"/>
          <ac:spMkLst>
            <pc:docMk/>
            <pc:sldMk cId="1678944947" sldId="695"/>
            <ac:spMk id="28" creationId="{7BD5C780-E1F6-7FA4-16B9-EE3D93C441CF}"/>
          </ac:spMkLst>
        </pc:spChg>
        <pc:spChg chg="mod">
          <ac:chgData name="Laurianne Lair" userId="877d0e272dd2d022" providerId="LiveId" clId="{1020E764-7D77-4C96-98F0-277F4DB9C8ED}" dt="2024-11-13T23:16:25.688" v="32462" actId="20577"/>
          <ac:spMkLst>
            <pc:docMk/>
            <pc:sldMk cId="1678944947" sldId="695"/>
            <ac:spMk id="29" creationId="{75EEE313-5E9B-2535-D893-6284E454B696}"/>
          </ac:spMkLst>
        </pc:spChg>
        <pc:spChg chg="mod">
          <ac:chgData name="Laurianne Lair" userId="877d0e272dd2d022" providerId="LiveId" clId="{1020E764-7D77-4C96-98F0-277F4DB9C8ED}" dt="2024-11-13T23:16:23.253" v="32457" actId="20577"/>
          <ac:spMkLst>
            <pc:docMk/>
            <pc:sldMk cId="1678944947" sldId="695"/>
            <ac:spMk id="30" creationId="{79627211-DBA5-64DD-0FCF-6E94684B3926}"/>
          </ac:spMkLst>
        </pc:spChg>
        <pc:spChg chg="add mod">
          <ac:chgData name="Laurianne Lair" userId="877d0e272dd2d022" providerId="LiveId" clId="{1020E764-7D77-4C96-98F0-277F4DB9C8ED}" dt="2024-11-13T23:20:36.812" v="32485" actId="20577"/>
          <ac:spMkLst>
            <pc:docMk/>
            <pc:sldMk cId="1678944947" sldId="695"/>
            <ac:spMk id="31" creationId="{1787FB82-2A64-C566-486E-66FE9A86AAC4}"/>
          </ac:spMkLst>
        </pc:spChg>
        <pc:spChg chg="add mod">
          <ac:chgData name="Laurianne Lair" userId="877d0e272dd2d022" providerId="LiveId" clId="{1020E764-7D77-4C96-98F0-277F4DB9C8ED}" dt="2024-11-13T23:20:43.481" v="32489" actId="20577"/>
          <ac:spMkLst>
            <pc:docMk/>
            <pc:sldMk cId="1678944947" sldId="695"/>
            <ac:spMk id="32" creationId="{7567D7C4-80B1-D18D-2B3D-0568BCCEE3F8}"/>
          </ac:spMkLst>
        </pc:spChg>
        <pc:spChg chg="add mod">
          <ac:chgData name="Laurianne Lair" userId="877d0e272dd2d022" providerId="LiveId" clId="{1020E764-7D77-4C96-98F0-277F4DB9C8ED}" dt="2024-11-13T23:20:49.719" v="32491" actId="1076"/>
          <ac:spMkLst>
            <pc:docMk/>
            <pc:sldMk cId="1678944947" sldId="695"/>
            <ac:spMk id="33" creationId="{2D2F184D-C10E-8352-3B0D-D647A6934867}"/>
          </ac:spMkLst>
        </pc:spChg>
        <pc:spChg chg="add mod">
          <ac:chgData name="Laurianne Lair" userId="877d0e272dd2d022" providerId="LiveId" clId="{1020E764-7D77-4C96-98F0-277F4DB9C8ED}" dt="2024-11-14T13:31:19.523" v="32805" actId="1076"/>
          <ac:spMkLst>
            <pc:docMk/>
            <pc:sldMk cId="1678944947" sldId="695"/>
            <ac:spMk id="34" creationId="{66DD131C-7737-FCF0-A161-73FA4203E6EB}"/>
          </ac:spMkLst>
        </pc:spChg>
        <pc:spChg chg="add del mod">
          <ac:chgData name="Laurianne Lair" userId="877d0e272dd2d022" providerId="LiveId" clId="{1020E764-7D77-4C96-98F0-277F4DB9C8ED}" dt="2024-11-14T13:31:21.675" v="32806" actId="478"/>
          <ac:spMkLst>
            <pc:docMk/>
            <pc:sldMk cId="1678944947" sldId="695"/>
            <ac:spMk id="35" creationId="{57EFC961-5E30-9DF9-17F4-66B2757EAC67}"/>
          </ac:spMkLst>
        </pc:spChg>
        <pc:spChg chg="add mod">
          <ac:chgData name="Laurianne Lair" userId="877d0e272dd2d022" providerId="LiveId" clId="{1020E764-7D77-4C96-98F0-277F4DB9C8ED}" dt="2024-11-14T13:26:34.881" v="32795" actId="1076"/>
          <ac:spMkLst>
            <pc:docMk/>
            <pc:sldMk cId="1678944947" sldId="695"/>
            <ac:spMk id="36" creationId="{F2ADAC70-35E5-9A85-10F4-376C8FB3BF15}"/>
          </ac:spMkLst>
        </pc:spChg>
        <pc:spChg chg="add mod">
          <ac:chgData name="Laurianne Lair" userId="877d0e272dd2d022" providerId="LiveId" clId="{1020E764-7D77-4C96-98F0-277F4DB9C8ED}" dt="2024-11-14T13:26:42.333" v="32796" actId="1076"/>
          <ac:spMkLst>
            <pc:docMk/>
            <pc:sldMk cId="1678944947" sldId="695"/>
            <ac:spMk id="37" creationId="{EEC5ED06-F9FE-193B-52F6-D315EFAAED8B}"/>
          </ac:spMkLst>
        </pc:spChg>
        <pc:spChg chg="add mod">
          <ac:chgData name="Laurianne Lair" userId="877d0e272dd2d022" providerId="LiveId" clId="{1020E764-7D77-4C96-98F0-277F4DB9C8ED}" dt="2024-11-14T13:26:45.514" v="32797" actId="1076"/>
          <ac:spMkLst>
            <pc:docMk/>
            <pc:sldMk cId="1678944947" sldId="695"/>
            <ac:spMk id="38" creationId="{423B88D0-D19B-1DC9-962A-4C593F0449B0}"/>
          </ac:spMkLst>
        </pc:spChg>
        <pc:graphicFrameChg chg="mod">
          <ac:chgData name="Laurianne Lair" userId="877d0e272dd2d022" providerId="LiveId" clId="{1020E764-7D77-4C96-98F0-277F4DB9C8ED}" dt="2024-11-13T23:12:33.019" v="32397" actId="1076"/>
          <ac:graphicFrameMkLst>
            <pc:docMk/>
            <pc:sldMk cId="1678944947" sldId="695"/>
            <ac:graphicFrameMk id="3" creationId="{2BE5BEA0-FCBE-E608-E1FC-3889F7DEFA20}"/>
          </ac:graphicFrameMkLst>
        </pc:graphicFrameChg>
        <pc:graphicFrameChg chg="mod">
          <ac:chgData name="Laurianne Lair" userId="877d0e272dd2d022" providerId="LiveId" clId="{1020E764-7D77-4C96-98F0-277F4DB9C8ED}" dt="2024-11-13T23:12:33.019" v="32397" actId="1076"/>
          <ac:graphicFrameMkLst>
            <pc:docMk/>
            <pc:sldMk cId="1678944947" sldId="695"/>
            <ac:graphicFrameMk id="7" creationId="{6E722576-2028-8B91-D711-D796FEAC8219}"/>
          </ac:graphicFrameMkLst>
        </pc:graphicFrameChg>
        <pc:graphicFrameChg chg="add del mod">
          <ac:chgData name="Laurianne Lair" userId="877d0e272dd2d022" providerId="LiveId" clId="{1020E764-7D77-4C96-98F0-277F4DB9C8ED}" dt="2024-11-14T13:31:04.552" v="32798" actId="478"/>
          <ac:graphicFrameMkLst>
            <pc:docMk/>
            <pc:sldMk cId="1678944947" sldId="695"/>
            <ac:graphicFrameMk id="11" creationId="{FB8FCD23-11E3-1989-6DB5-F699A9C8B4C5}"/>
          </ac:graphicFrameMkLst>
        </pc:graphicFrameChg>
        <pc:graphicFrameChg chg="add mod">
          <ac:chgData name="Laurianne Lair" userId="877d0e272dd2d022" providerId="LiveId" clId="{1020E764-7D77-4C96-98F0-277F4DB9C8ED}" dt="2024-11-13T23:15:56.232" v="32422" actId="1076"/>
          <ac:graphicFrameMkLst>
            <pc:docMk/>
            <pc:sldMk cId="1678944947" sldId="695"/>
            <ac:graphicFrameMk id="13" creationId="{8093095D-4DF7-F7B0-064E-A0E5626BA0F6}"/>
          </ac:graphicFrameMkLst>
        </pc:graphicFrameChg>
        <pc:graphicFrameChg chg="add mod">
          <ac:chgData name="Laurianne Lair" userId="877d0e272dd2d022" providerId="LiveId" clId="{1020E764-7D77-4C96-98F0-277F4DB9C8ED}" dt="2024-11-13T23:19:50.708" v="32470" actId="1076"/>
          <ac:graphicFrameMkLst>
            <pc:docMk/>
            <pc:sldMk cId="1678944947" sldId="695"/>
            <ac:graphicFrameMk id="18" creationId="{71D8A69F-7D13-A604-7F5F-0F5BAF009283}"/>
          </ac:graphicFrameMkLst>
        </pc:graphicFrameChg>
        <pc:graphicFrameChg chg="del">
          <ac:chgData name="Laurianne Lair" userId="877d0e272dd2d022" providerId="LiveId" clId="{1020E764-7D77-4C96-98F0-277F4DB9C8ED}" dt="2024-11-13T23:08:52.933" v="32332" actId="478"/>
          <ac:graphicFrameMkLst>
            <pc:docMk/>
            <pc:sldMk cId="1678944947" sldId="695"/>
            <ac:graphicFrameMk id="19" creationId="{E609A899-9899-A1B7-66A9-85B079105AD1}"/>
          </ac:graphicFrameMkLst>
        </pc:graphicFrameChg>
        <pc:graphicFrameChg chg="mod">
          <ac:chgData name="Laurianne Lair" userId="877d0e272dd2d022" providerId="LiveId" clId="{1020E764-7D77-4C96-98F0-277F4DB9C8ED}" dt="2024-11-13T23:12:47.244" v="32399" actId="1076"/>
          <ac:graphicFrameMkLst>
            <pc:docMk/>
            <pc:sldMk cId="1678944947" sldId="695"/>
            <ac:graphicFrameMk id="20" creationId="{9155C721-B182-B5E4-D725-27098AB327E2}"/>
          </ac:graphicFrameMkLst>
        </pc:graphicFrameChg>
        <pc:graphicFrameChg chg="mod">
          <ac:chgData name="Laurianne Lair" userId="877d0e272dd2d022" providerId="LiveId" clId="{1020E764-7D77-4C96-98F0-277F4DB9C8ED}" dt="2024-11-13T23:12:47.244" v="32399" actId="1076"/>
          <ac:graphicFrameMkLst>
            <pc:docMk/>
            <pc:sldMk cId="1678944947" sldId="695"/>
            <ac:graphicFrameMk id="21" creationId="{4B9A17CD-8B52-52EA-4104-404815711F0D}"/>
          </ac:graphicFrameMkLst>
        </pc:graphicFrameChg>
        <pc:graphicFrameChg chg="mod">
          <ac:chgData name="Laurianne Lair" userId="877d0e272dd2d022" providerId="LiveId" clId="{1020E764-7D77-4C96-98F0-277F4DB9C8ED}" dt="2024-11-13T23:12:54.243" v="32402" actId="14100"/>
          <ac:graphicFrameMkLst>
            <pc:docMk/>
            <pc:sldMk cId="1678944947" sldId="695"/>
            <ac:graphicFrameMk id="22" creationId="{FBC67CDB-8483-F27E-A54F-038ACCB1EFD0}"/>
          </ac:graphicFrameMkLst>
        </pc:graphicFrameChg>
        <pc:graphicFrameChg chg="mod">
          <ac:chgData name="Laurianne Lair" userId="877d0e272dd2d022" providerId="LiveId" clId="{1020E764-7D77-4C96-98F0-277F4DB9C8ED}" dt="2024-11-13T23:13:04.530" v="32405" actId="14100"/>
          <ac:graphicFrameMkLst>
            <pc:docMk/>
            <pc:sldMk cId="1678944947" sldId="695"/>
            <ac:graphicFrameMk id="23" creationId="{545F523E-E472-B5E1-F172-917F4F60314B}"/>
          </ac:graphicFrameMkLst>
        </pc:graphicFrameChg>
        <pc:graphicFrameChg chg="add mod ord">
          <ac:chgData name="Laurianne Lair" userId="877d0e272dd2d022" providerId="LiveId" clId="{1020E764-7D77-4C96-98F0-277F4DB9C8ED}" dt="2024-11-14T13:31:17.333" v="32804" actId="167"/>
          <ac:graphicFrameMkLst>
            <pc:docMk/>
            <pc:sldMk cId="1678944947" sldId="695"/>
            <ac:graphicFrameMk id="39" creationId="{543A0ADB-CF18-5EAD-B778-27DF55EF48E2}"/>
          </ac:graphicFrameMkLst>
        </pc:graphicFrameChg>
        <pc:cxnChg chg="mod">
          <ac:chgData name="Laurianne Lair" userId="877d0e272dd2d022" providerId="LiveId" clId="{1020E764-7D77-4C96-98F0-277F4DB9C8ED}" dt="2024-11-13T23:12:33.019" v="32397" actId="1076"/>
          <ac:cxnSpMkLst>
            <pc:docMk/>
            <pc:sldMk cId="1678944947" sldId="695"/>
            <ac:cxnSpMk id="8" creationId="{6ECF0644-647C-3055-34EE-BB458B7A9FF9}"/>
          </ac:cxnSpMkLst>
        </pc:cxnChg>
      </pc:sldChg>
      <pc:sldChg chg="del ord">
        <pc:chgData name="Laurianne Lair" userId="877d0e272dd2d022" providerId="LiveId" clId="{1020E764-7D77-4C96-98F0-277F4DB9C8ED}" dt="2024-11-16T01:10:07.503" v="37319" actId="2696"/>
        <pc:sldMkLst>
          <pc:docMk/>
          <pc:sldMk cId="1320760817" sldId="696"/>
        </pc:sldMkLst>
      </pc:sldChg>
      <pc:sldChg chg="addSp delSp modSp del mod">
        <pc:chgData name="Laurianne Lair" userId="877d0e272dd2d022" providerId="LiveId" clId="{1020E764-7D77-4C96-98F0-277F4DB9C8ED}" dt="2024-11-11T15:56:23.368" v="14518" actId="2696"/>
        <pc:sldMkLst>
          <pc:docMk/>
          <pc:sldMk cId="3354226776" sldId="698"/>
        </pc:sldMkLst>
        <pc:spChg chg="del">
          <ac:chgData name="Laurianne Lair" userId="877d0e272dd2d022" providerId="LiveId" clId="{1020E764-7D77-4C96-98F0-277F4DB9C8ED}" dt="2024-11-08T16:32:52.214" v="16" actId="478"/>
          <ac:spMkLst>
            <pc:docMk/>
            <pc:sldMk cId="3354226776" sldId="698"/>
            <ac:spMk id="5" creationId="{2B4873D8-0F4F-6745-2E51-8FC8AB526A47}"/>
          </ac:spMkLst>
        </pc:spChg>
        <pc:spChg chg="add mod">
          <ac:chgData name="Laurianne Lair" userId="877d0e272dd2d022" providerId="LiveId" clId="{1020E764-7D77-4C96-98F0-277F4DB9C8ED}" dt="2024-11-08T16:32:52.437" v="17"/>
          <ac:spMkLst>
            <pc:docMk/>
            <pc:sldMk cId="3354226776" sldId="698"/>
            <ac:spMk id="6" creationId="{0E015990-05CE-FFE4-A3E3-A92241D45D72}"/>
          </ac:spMkLst>
        </pc:spChg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12926480" sldId="699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2719270922" sldId="700"/>
        </pc:sldMkLst>
      </pc:sldChg>
      <pc:sldChg chg="del">
        <pc:chgData name="Laurianne Lair" userId="877d0e272dd2d022" providerId="LiveId" clId="{1020E764-7D77-4C96-98F0-277F4DB9C8ED}" dt="2024-11-14T19:28:33.332" v="33338" actId="2696"/>
        <pc:sldMkLst>
          <pc:docMk/>
          <pc:sldMk cId="1363743996" sldId="705"/>
        </pc:sldMkLst>
      </pc:sldChg>
      <pc:sldChg chg="delSp mod ord delAnim">
        <pc:chgData name="Laurianne Lair" userId="877d0e272dd2d022" providerId="LiveId" clId="{1020E764-7D77-4C96-98F0-277F4DB9C8ED}" dt="2024-11-15T15:41:29.115" v="35631" actId="478"/>
        <pc:sldMkLst>
          <pc:docMk/>
          <pc:sldMk cId="1002037995" sldId="706"/>
        </pc:sldMkLst>
        <pc:spChg chg="del">
          <ac:chgData name="Laurianne Lair" userId="877d0e272dd2d022" providerId="LiveId" clId="{1020E764-7D77-4C96-98F0-277F4DB9C8ED}" dt="2024-11-15T15:41:29.115" v="35631" actId="478"/>
          <ac:spMkLst>
            <pc:docMk/>
            <pc:sldMk cId="1002037995" sldId="706"/>
            <ac:spMk id="3" creationId="{1A04BED9-2D54-C060-E860-97C5585A1EA8}"/>
          </ac:spMkLst>
        </pc:spChg>
      </pc:sldChg>
      <pc:sldChg chg="addSp delSp modSp del mod ord modNotesTx">
        <pc:chgData name="Laurianne Lair" userId="877d0e272dd2d022" providerId="LiveId" clId="{1020E764-7D77-4C96-98F0-277F4DB9C8ED}" dt="2024-11-11T16:18:04.898" v="16166" actId="2696"/>
        <pc:sldMkLst>
          <pc:docMk/>
          <pc:sldMk cId="2937967171" sldId="707"/>
        </pc:sldMkLst>
        <pc:spChg chg="del">
          <ac:chgData name="Laurianne Lair" userId="877d0e272dd2d022" providerId="LiveId" clId="{1020E764-7D77-4C96-98F0-277F4DB9C8ED}" dt="2024-11-08T16:32:49.365" v="14" actId="478"/>
          <ac:spMkLst>
            <pc:docMk/>
            <pc:sldMk cId="2937967171" sldId="707"/>
            <ac:spMk id="12" creationId="{695B3FB2-05D0-7BD8-C4C6-AFF3EA18F943}"/>
          </ac:spMkLst>
        </pc:spChg>
        <pc:spChg chg="add mod">
          <ac:chgData name="Laurianne Lair" userId="877d0e272dd2d022" providerId="LiveId" clId="{1020E764-7D77-4C96-98F0-277F4DB9C8ED}" dt="2024-11-08T16:32:49.628" v="15"/>
          <ac:spMkLst>
            <pc:docMk/>
            <pc:sldMk cId="2937967171" sldId="707"/>
            <ac:spMk id="13" creationId="{E9B81A67-D1E9-DA17-D619-C37EE01C9789}"/>
          </ac:spMkLst>
        </pc:spChg>
      </pc:sldChg>
      <pc:sldChg chg="addSp delSp modSp mod delAnim modAnim modNotesTx">
        <pc:chgData name="Laurianne Lair" userId="877d0e272dd2d022" providerId="LiveId" clId="{1020E764-7D77-4C96-98F0-277F4DB9C8ED}" dt="2024-11-17T19:18:31.258" v="67784" actId="6549"/>
        <pc:sldMkLst>
          <pc:docMk/>
          <pc:sldMk cId="1749142133" sldId="708"/>
        </pc:sldMkLst>
        <pc:spChg chg="mod">
          <ac:chgData name="Laurianne Lair" userId="877d0e272dd2d022" providerId="LiveId" clId="{1020E764-7D77-4C96-98F0-277F4DB9C8ED}" dt="2024-11-13T13:24:23.663" v="29112" actId="404"/>
          <ac:spMkLst>
            <pc:docMk/>
            <pc:sldMk cId="1749142133" sldId="708"/>
            <ac:spMk id="2" creationId="{76BF0584-4CD1-7D4C-A5AC-A701C898CD05}"/>
          </ac:spMkLst>
        </pc:spChg>
        <pc:spChg chg="del">
          <ac:chgData name="Laurianne Lair" userId="877d0e272dd2d022" providerId="LiveId" clId="{1020E764-7D77-4C96-98F0-277F4DB9C8ED}" dt="2024-11-08T16:33:19.702" v="26" actId="478"/>
          <ac:spMkLst>
            <pc:docMk/>
            <pc:sldMk cId="1749142133" sldId="708"/>
            <ac:spMk id="5" creationId="{61A096A7-8A95-001B-8118-4CB5B18BFB8F}"/>
          </ac:spMkLst>
        </pc:spChg>
        <pc:spChg chg="add mod">
          <ac:chgData name="Laurianne Lair" userId="877d0e272dd2d022" providerId="LiveId" clId="{1020E764-7D77-4C96-98F0-277F4DB9C8ED}" dt="2024-11-08T16:33:19.942" v="27"/>
          <ac:spMkLst>
            <pc:docMk/>
            <pc:sldMk cId="1749142133" sldId="708"/>
            <ac:spMk id="6" creationId="{706BA763-DC5E-9BB4-5103-6DF52CED2C3D}"/>
          </ac:spMkLst>
        </pc:spChg>
        <pc:spChg chg="add mod ord">
          <ac:chgData name="Laurianne Lair" userId="877d0e272dd2d022" providerId="LiveId" clId="{1020E764-7D77-4C96-98F0-277F4DB9C8ED}" dt="2024-11-13T13:26:56.515" v="29178" actId="1076"/>
          <ac:spMkLst>
            <pc:docMk/>
            <pc:sldMk cId="1749142133" sldId="708"/>
            <ac:spMk id="10" creationId="{DE2A19B9-EBF7-6143-9B79-D2C803EF6F3F}"/>
          </ac:spMkLst>
        </pc:spChg>
        <pc:spChg chg="add mod ord">
          <ac:chgData name="Laurianne Lair" userId="877d0e272dd2d022" providerId="LiveId" clId="{1020E764-7D77-4C96-98F0-277F4DB9C8ED}" dt="2024-11-13T13:26:56.515" v="29178" actId="1076"/>
          <ac:spMkLst>
            <pc:docMk/>
            <pc:sldMk cId="1749142133" sldId="708"/>
            <ac:spMk id="11" creationId="{C6C77568-18F4-64D9-C51C-D7837AD813E8}"/>
          </ac:spMkLst>
        </pc:spChg>
        <pc:spChg chg="add mod ord">
          <ac:chgData name="Laurianne Lair" userId="877d0e272dd2d022" providerId="LiveId" clId="{1020E764-7D77-4C96-98F0-277F4DB9C8ED}" dt="2024-11-13T13:26:56.515" v="29178" actId="1076"/>
          <ac:spMkLst>
            <pc:docMk/>
            <pc:sldMk cId="1749142133" sldId="708"/>
            <ac:spMk id="12" creationId="{94DEE8CF-3E3E-A60F-C0B8-7EB1FF80833E}"/>
          </ac:spMkLst>
        </pc:spChg>
        <pc:spChg chg="add mod">
          <ac:chgData name="Laurianne Lair" userId="877d0e272dd2d022" providerId="LiveId" clId="{1020E764-7D77-4C96-98F0-277F4DB9C8ED}" dt="2024-11-13T13:26:48.075" v="29177" actId="1076"/>
          <ac:spMkLst>
            <pc:docMk/>
            <pc:sldMk cId="1749142133" sldId="708"/>
            <ac:spMk id="16" creationId="{B454DF42-C991-B6DD-B019-C39B806DD83B}"/>
          </ac:spMkLst>
        </pc:spChg>
        <pc:spChg chg="add mod">
          <ac:chgData name="Laurianne Lair" userId="877d0e272dd2d022" providerId="LiveId" clId="{1020E764-7D77-4C96-98F0-277F4DB9C8ED}" dt="2024-11-13T13:26:48.075" v="29177" actId="1076"/>
          <ac:spMkLst>
            <pc:docMk/>
            <pc:sldMk cId="1749142133" sldId="708"/>
            <ac:spMk id="18" creationId="{3EA0B44C-040C-89EF-4FF0-E8E5B9AC045F}"/>
          </ac:spMkLst>
        </pc:spChg>
        <pc:spChg chg="add mod">
          <ac:chgData name="Laurianne Lair" userId="877d0e272dd2d022" providerId="LiveId" clId="{1020E764-7D77-4C96-98F0-277F4DB9C8ED}" dt="2024-11-13T13:31:10.316" v="29410" actId="1076"/>
          <ac:spMkLst>
            <pc:docMk/>
            <pc:sldMk cId="1749142133" sldId="708"/>
            <ac:spMk id="19" creationId="{9A8AC39C-6D6A-7CC3-1A55-7373A0B03641}"/>
          </ac:spMkLst>
        </pc:spChg>
        <pc:spChg chg="del">
          <ac:chgData name="Laurianne Lair" userId="877d0e272dd2d022" providerId="LiveId" clId="{1020E764-7D77-4C96-98F0-277F4DB9C8ED}" dt="2024-11-13T13:23:13.957" v="28948" actId="478"/>
          <ac:spMkLst>
            <pc:docMk/>
            <pc:sldMk cId="1749142133" sldId="708"/>
            <ac:spMk id="24" creationId="{0C0A82CD-2B88-4BA1-605B-17126FAB32AA}"/>
          </ac:spMkLst>
        </pc:spChg>
        <pc:spChg chg="del">
          <ac:chgData name="Laurianne Lair" userId="877d0e272dd2d022" providerId="LiveId" clId="{1020E764-7D77-4C96-98F0-277F4DB9C8ED}" dt="2024-11-13T13:23:12.694" v="28947" actId="478"/>
          <ac:spMkLst>
            <pc:docMk/>
            <pc:sldMk cId="1749142133" sldId="708"/>
            <ac:spMk id="26" creationId="{DF6848E3-DFBC-9357-E938-FBA2D5F3E986}"/>
          </ac:spMkLst>
        </pc:spChg>
        <pc:spChg chg="del">
          <ac:chgData name="Laurianne Lair" userId="877d0e272dd2d022" providerId="LiveId" clId="{1020E764-7D77-4C96-98F0-277F4DB9C8ED}" dt="2024-11-13T13:23:09.354" v="28943" actId="478"/>
          <ac:spMkLst>
            <pc:docMk/>
            <pc:sldMk cId="1749142133" sldId="708"/>
            <ac:spMk id="39" creationId="{5309B6BA-66A0-B3C6-DCE7-1129A3F40CB4}"/>
          </ac:spMkLst>
        </pc:spChg>
        <pc:grpChg chg="add mod">
          <ac:chgData name="Laurianne Lair" userId="877d0e272dd2d022" providerId="LiveId" clId="{1020E764-7D77-4C96-98F0-277F4DB9C8ED}" dt="2024-11-13T13:26:56.515" v="29178" actId="1076"/>
          <ac:grpSpMkLst>
            <pc:docMk/>
            <pc:sldMk cId="1749142133" sldId="708"/>
            <ac:grpSpMk id="5" creationId="{FEB6D7A2-9DE0-2F29-3E55-2FE1A7CC50D6}"/>
          </ac:grpSpMkLst>
        </pc:grpChg>
        <pc:graphicFrameChg chg="del mod">
          <ac:chgData name="Laurianne Lair" userId="877d0e272dd2d022" providerId="LiveId" clId="{1020E764-7D77-4C96-98F0-277F4DB9C8ED}" dt="2024-11-13T13:23:10.194" v="28944" actId="478"/>
          <ac:graphicFrameMkLst>
            <pc:docMk/>
            <pc:sldMk cId="1749142133" sldId="708"/>
            <ac:graphicFrameMk id="3" creationId="{55D9178B-5249-7F7E-AF6B-C846697499C4}"/>
          </ac:graphicFrameMkLst>
        </pc:graphicFrameChg>
        <pc:graphicFrameChg chg="add mod">
          <ac:chgData name="Laurianne Lair" userId="877d0e272dd2d022" providerId="LiveId" clId="{1020E764-7D77-4C96-98F0-277F4DB9C8ED}" dt="2024-11-13T13:26:48.075" v="29177" actId="1076"/>
          <ac:graphicFrameMkLst>
            <pc:docMk/>
            <pc:sldMk cId="1749142133" sldId="708"/>
            <ac:graphicFrameMk id="13" creationId="{72CB6FAC-BDA6-68F9-F5F1-864A4133A38F}"/>
          </ac:graphicFrameMkLst>
        </pc:graphicFrameChg>
        <pc:picChg chg="mod">
          <ac:chgData name="Laurianne Lair" userId="877d0e272dd2d022" providerId="LiveId" clId="{1020E764-7D77-4C96-98F0-277F4DB9C8ED}" dt="2024-11-13T13:22:38.775" v="28934"/>
          <ac:picMkLst>
            <pc:docMk/>
            <pc:sldMk cId="1749142133" sldId="708"/>
            <ac:picMk id="7" creationId="{BD7D021E-8F75-FBEC-ABAD-68695174C936}"/>
          </ac:picMkLst>
        </pc:picChg>
        <pc:picChg chg="mod">
          <ac:chgData name="Laurianne Lair" userId="877d0e272dd2d022" providerId="LiveId" clId="{1020E764-7D77-4C96-98F0-277F4DB9C8ED}" dt="2024-11-13T13:22:38.775" v="28934"/>
          <ac:picMkLst>
            <pc:docMk/>
            <pc:sldMk cId="1749142133" sldId="708"/>
            <ac:picMk id="8" creationId="{18A2E772-D71A-01A5-1800-1A01B6C7AB38}"/>
          </ac:picMkLst>
        </pc:picChg>
        <pc:picChg chg="mod">
          <ac:chgData name="Laurianne Lair" userId="877d0e272dd2d022" providerId="LiveId" clId="{1020E764-7D77-4C96-98F0-277F4DB9C8ED}" dt="2024-11-13T13:22:38.775" v="28934"/>
          <ac:picMkLst>
            <pc:docMk/>
            <pc:sldMk cId="1749142133" sldId="708"/>
            <ac:picMk id="9" creationId="{58323075-7F78-AC24-6013-DA2C2CE33927}"/>
          </ac:picMkLst>
        </pc:picChg>
        <pc:cxnChg chg="add mod">
          <ac:chgData name="Laurianne Lair" userId="877d0e272dd2d022" providerId="LiveId" clId="{1020E764-7D77-4C96-98F0-277F4DB9C8ED}" dt="2024-11-13T13:26:48.075" v="29177" actId="1076"/>
          <ac:cxnSpMkLst>
            <pc:docMk/>
            <pc:sldMk cId="1749142133" sldId="708"/>
            <ac:cxnSpMk id="14" creationId="{45F4EDA3-2492-BB16-D403-9F1EAA535B07}"/>
          </ac:cxnSpMkLst>
        </pc:cxnChg>
        <pc:cxnChg chg="add mod">
          <ac:chgData name="Laurianne Lair" userId="877d0e272dd2d022" providerId="LiveId" clId="{1020E764-7D77-4C96-98F0-277F4DB9C8ED}" dt="2024-11-13T13:26:48.075" v="29177" actId="1076"/>
          <ac:cxnSpMkLst>
            <pc:docMk/>
            <pc:sldMk cId="1749142133" sldId="708"/>
            <ac:cxnSpMk id="15" creationId="{EF9426B0-6033-DAF5-9251-D6AD35A4843E}"/>
          </ac:cxnSpMkLst>
        </pc:cxnChg>
        <pc:cxnChg chg="add mod">
          <ac:chgData name="Laurianne Lair" userId="877d0e272dd2d022" providerId="LiveId" clId="{1020E764-7D77-4C96-98F0-277F4DB9C8ED}" dt="2024-11-13T13:26:48.075" v="29177" actId="1076"/>
          <ac:cxnSpMkLst>
            <pc:docMk/>
            <pc:sldMk cId="1749142133" sldId="708"/>
            <ac:cxnSpMk id="17" creationId="{CB770118-0C25-FBC6-9F6F-DDC39EAD1FE3}"/>
          </ac:cxnSpMkLst>
        </pc:cxnChg>
        <pc:cxnChg chg="del">
          <ac:chgData name="Laurianne Lair" userId="877d0e272dd2d022" providerId="LiveId" clId="{1020E764-7D77-4C96-98F0-277F4DB9C8ED}" dt="2024-11-13T13:23:11.183" v="28945" actId="478"/>
          <ac:cxnSpMkLst>
            <pc:docMk/>
            <pc:sldMk cId="1749142133" sldId="708"/>
            <ac:cxnSpMk id="21" creationId="{CF9B948D-9411-1263-C53A-FDB59EC0184F}"/>
          </ac:cxnSpMkLst>
        </pc:cxnChg>
        <pc:cxnChg chg="del">
          <ac:chgData name="Laurianne Lair" userId="877d0e272dd2d022" providerId="LiveId" clId="{1020E764-7D77-4C96-98F0-277F4DB9C8ED}" dt="2024-11-13T13:23:14.651" v="28949" actId="478"/>
          <ac:cxnSpMkLst>
            <pc:docMk/>
            <pc:sldMk cId="1749142133" sldId="708"/>
            <ac:cxnSpMk id="23" creationId="{AC3F9197-7D4F-3A63-9D99-526F47D2DA79}"/>
          </ac:cxnSpMkLst>
        </pc:cxnChg>
        <pc:cxnChg chg="del">
          <ac:chgData name="Laurianne Lair" userId="877d0e272dd2d022" providerId="LiveId" clId="{1020E764-7D77-4C96-98F0-277F4DB9C8ED}" dt="2024-11-13T13:23:11.967" v="28946" actId="478"/>
          <ac:cxnSpMkLst>
            <pc:docMk/>
            <pc:sldMk cId="1749142133" sldId="708"/>
            <ac:cxnSpMk id="25" creationId="{6A7B0859-5D1D-8815-51BB-0F38DA0E4F2B}"/>
          </ac:cxnSpMkLst>
        </pc:cxnChg>
      </pc:sldChg>
      <pc:sldChg chg="addSp delSp modSp del mod">
        <pc:chgData name="Laurianne Lair" userId="877d0e272dd2d022" providerId="LiveId" clId="{1020E764-7D77-4C96-98F0-277F4DB9C8ED}" dt="2024-11-11T15:56:10.153" v="14517" actId="2696"/>
        <pc:sldMkLst>
          <pc:docMk/>
          <pc:sldMk cId="1616501390" sldId="709"/>
        </pc:sldMkLst>
        <pc:spChg chg="del">
          <ac:chgData name="Laurianne Lair" userId="877d0e272dd2d022" providerId="LiveId" clId="{1020E764-7D77-4C96-98F0-277F4DB9C8ED}" dt="2024-11-08T16:32:54.884" v="18" actId="478"/>
          <ac:spMkLst>
            <pc:docMk/>
            <pc:sldMk cId="1616501390" sldId="709"/>
            <ac:spMk id="14" creationId="{5DCEBBF1-C6CC-E6C6-C2A1-11004EDA5D04}"/>
          </ac:spMkLst>
        </pc:spChg>
        <pc:spChg chg="add mod">
          <ac:chgData name="Laurianne Lair" userId="877d0e272dd2d022" providerId="LiveId" clId="{1020E764-7D77-4C96-98F0-277F4DB9C8ED}" dt="2024-11-08T16:32:55.231" v="19"/>
          <ac:spMkLst>
            <pc:docMk/>
            <pc:sldMk cId="1616501390" sldId="709"/>
            <ac:spMk id="15" creationId="{CC21AEB2-8325-4316-396D-DB3D0AA1F5EE}"/>
          </ac:spMkLst>
        </pc:spChg>
      </pc:sldChg>
      <pc:sldChg chg="delSp del mod ord">
        <pc:chgData name="Laurianne Lair" userId="877d0e272dd2d022" providerId="LiveId" clId="{1020E764-7D77-4C96-98F0-277F4DB9C8ED}" dt="2024-11-15T13:53:39.785" v="33781" actId="2696"/>
        <pc:sldMkLst>
          <pc:docMk/>
          <pc:sldMk cId="2337260705" sldId="711"/>
        </pc:sldMkLst>
        <pc:spChg chg="del">
          <ac:chgData name="Laurianne Lair" userId="877d0e272dd2d022" providerId="LiveId" clId="{1020E764-7D77-4C96-98F0-277F4DB9C8ED}" dt="2024-11-15T13:53:34.511" v="33779" actId="21"/>
          <ac:spMkLst>
            <pc:docMk/>
            <pc:sldMk cId="2337260705" sldId="711"/>
            <ac:spMk id="3" creationId="{44AB284F-261C-BF3F-5940-2EF3375957E9}"/>
          </ac:spMkLst>
        </pc:spChg>
        <pc:spChg chg="del">
          <ac:chgData name="Laurianne Lair" userId="877d0e272dd2d022" providerId="LiveId" clId="{1020E764-7D77-4C96-98F0-277F4DB9C8ED}" dt="2024-11-15T13:53:34.511" v="33779" actId="21"/>
          <ac:spMkLst>
            <pc:docMk/>
            <pc:sldMk cId="2337260705" sldId="711"/>
            <ac:spMk id="5" creationId="{8D73B1DF-298A-3073-8A5C-6C6752A321F5}"/>
          </ac:spMkLst>
        </pc:spChg>
        <pc:spChg chg="del">
          <ac:chgData name="Laurianne Lair" userId="877d0e272dd2d022" providerId="LiveId" clId="{1020E764-7D77-4C96-98F0-277F4DB9C8ED}" dt="2024-11-15T13:53:34.511" v="33779" actId="21"/>
          <ac:spMkLst>
            <pc:docMk/>
            <pc:sldMk cId="2337260705" sldId="711"/>
            <ac:spMk id="6" creationId="{D435CA9C-2715-B3B4-E655-0B771DFDC4C6}"/>
          </ac:spMkLst>
        </pc:spChg>
      </pc:sldChg>
      <pc:sldChg chg="addSp delSp modSp mod delAnim modNotesTx">
        <pc:chgData name="Laurianne Lair" userId="877d0e272dd2d022" providerId="LiveId" clId="{1020E764-7D77-4C96-98F0-277F4DB9C8ED}" dt="2024-11-23T21:28:45.620" v="71501" actId="14100"/>
        <pc:sldMkLst>
          <pc:docMk/>
          <pc:sldMk cId="124887383" sldId="712"/>
        </pc:sldMkLst>
        <pc:spChg chg="mod">
          <ac:chgData name="Laurianne Lair" userId="877d0e272dd2d022" providerId="LiveId" clId="{1020E764-7D77-4C96-98F0-277F4DB9C8ED}" dt="2024-11-17T18:29:34.736" v="67449" actId="20577"/>
          <ac:spMkLst>
            <pc:docMk/>
            <pc:sldMk cId="124887383" sldId="712"/>
            <ac:spMk id="2" creationId="{CDECFDB8-BE96-2CC8-A1A4-46BE8F478260}"/>
          </ac:spMkLst>
        </pc:spChg>
        <pc:spChg chg="del">
          <ac:chgData name="Laurianne Lair" userId="877d0e272dd2d022" providerId="LiveId" clId="{1020E764-7D77-4C96-98F0-277F4DB9C8ED}" dt="2024-11-08T16:33:40.317" v="38" actId="478"/>
          <ac:spMkLst>
            <pc:docMk/>
            <pc:sldMk cId="124887383" sldId="712"/>
            <ac:spMk id="4" creationId="{14E75939-5BE8-351E-A48C-7EC108646C5E}"/>
          </ac:spMkLst>
        </pc:spChg>
        <pc:spChg chg="add mod">
          <ac:chgData name="Laurianne Lair" userId="877d0e272dd2d022" providerId="LiveId" clId="{1020E764-7D77-4C96-98F0-277F4DB9C8ED}" dt="2024-11-08T16:33:40.600" v="39"/>
          <ac:spMkLst>
            <pc:docMk/>
            <pc:sldMk cId="124887383" sldId="712"/>
            <ac:spMk id="5" creationId="{F29B3015-5A7D-5685-118A-AAFCA437384B}"/>
          </ac:spMkLst>
        </pc:spChg>
        <pc:spChg chg="add mod">
          <ac:chgData name="Laurianne Lair" userId="877d0e272dd2d022" providerId="LiveId" clId="{1020E764-7D77-4C96-98F0-277F4DB9C8ED}" dt="2024-11-23T21:28:36.867" v="71499" actId="1076"/>
          <ac:spMkLst>
            <pc:docMk/>
            <pc:sldMk cId="124887383" sldId="712"/>
            <ac:spMk id="8" creationId="{504DF962-46B1-E2F3-B481-99456BE7AE83}"/>
          </ac:spMkLst>
        </pc:spChg>
        <pc:spChg chg="add mod">
          <ac:chgData name="Laurianne Lair" userId="877d0e272dd2d022" providerId="LiveId" clId="{1020E764-7D77-4C96-98F0-277F4DB9C8ED}" dt="2024-11-23T21:28:40.982" v="71500" actId="1076"/>
          <ac:spMkLst>
            <pc:docMk/>
            <pc:sldMk cId="124887383" sldId="712"/>
            <ac:spMk id="9" creationId="{CC9C6FDE-673F-EA23-2B97-5D47DE5DA3E5}"/>
          </ac:spMkLst>
        </pc:spChg>
        <pc:spChg chg="mod">
          <ac:chgData name="Laurianne Lair" userId="877d0e272dd2d022" providerId="LiveId" clId="{1020E764-7D77-4C96-98F0-277F4DB9C8ED}" dt="2024-11-13T16:39:20.198" v="32102" actId="20577"/>
          <ac:spMkLst>
            <pc:docMk/>
            <pc:sldMk cId="124887383" sldId="712"/>
            <ac:spMk id="42" creationId="{827C7FD8-E55F-02E7-D7BD-5770C1AA848C}"/>
          </ac:spMkLst>
        </pc:spChg>
        <pc:graphicFrameChg chg="add mod">
          <ac:chgData name="Laurianne Lair" userId="877d0e272dd2d022" providerId="LiveId" clId="{1020E764-7D77-4C96-98F0-277F4DB9C8ED}" dt="2024-11-11T18:00:54.493" v="22834" actId="1076"/>
          <ac:graphicFrameMkLst>
            <pc:docMk/>
            <pc:sldMk cId="124887383" sldId="712"/>
            <ac:graphicFrameMk id="6" creationId="{82AE21BC-DB3E-2F89-FA37-B8C12EDA2093}"/>
          </ac:graphicFrameMkLst>
        </pc:graphicFrameChg>
        <pc:graphicFrameChg chg="add mod">
          <ac:chgData name="Laurianne Lair" userId="877d0e272dd2d022" providerId="LiveId" clId="{1020E764-7D77-4C96-98F0-277F4DB9C8ED}" dt="2024-11-11T18:00:57.665" v="22836" actId="1076"/>
          <ac:graphicFrameMkLst>
            <pc:docMk/>
            <pc:sldMk cId="124887383" sldId="712"/>
            <ac:graphicFrameMk id="7" creationId="{DF642FC9-9771-C3FB-7DE2-7C46FCB7FCA7}"/>
          </ac:graphicFrameMkLst>
        </pc:graphicFrameChg>
        <pc:graphicFrameChg chg="del">
          <ac:chgData name="Laurianne Lair" userId="877d0e272dd2d022" providerId="LiveId" clId="{1020E764-7D77-4C96-98F0-277F4DB9C8ED}" dt="2024-11-11T17:57:19.348" v="22788" actId="478"/>
          <ac:graphicFrameMkLst>
            <pc:docMk/>
            <pc:sldMk cId="124887383" sldId="712"/>
            <ac:graphicFrameMk id="8" creationId="{F6550966-BDE3-303A-EAD8-AA3F63B07A39}"/>
          </ac:graphicFrameMkLst>
        </pc:graphicFrameChg>
        <pc:graphicFrameChg chg="del">
          <ac:chgData name="Laurianne Lair" userId="877d0e272dd2d022" providerId="LiveId" clId="{1020E764-7D77-4C96-98F0-277F4DB9C8ED}" dt="2024-11-11T17:57:18.783" v="22787" actId="478"/>
          <ac:graphicFrameMkLst>
            <pc:docMk/>
            <pc:sldMk cId="124887383" sldId="712"/>
            <ac:graphicFrameMk id="10" creationId="{84B9331A-E78E-F07B-22B1-7FA728B68675}"/>
          </ac:graphicFrameMkLst>
        </pc:graphicFrameChg>
        <pc:cxnChg chg="add mod">
          <ac:chgData name="Laurianne Lair" userId="877d0e272dd2d022" providerId="LiveId" clId="{1020E764-7D77-4C96-98F0-277F4DB9C8ED}" dt="2024-11-23T21:28:45.620" v="71501" actId="14100"/>
          <ac:cxnSpMkLst>
            <pc:docMk/>
            <pc:sldMk cId="124887383" sldId="712"/>
            <ac:cxnSpMk id="4" creationId="{F37487AF-C630-F1BE-6F8A-14F9A524BCF7}"/>
          </ac:cxnSpMkLst>
        </pc:cxnChg>
      </pc:sldChg>
      <pc:sldChg chg="addSp delSp modSp mod delAnim modAnim modNotesTx">
        <pc:chgData name="Laurianne Lair" userId="877d0e272dd2d022" providerId="LiveId" clId="{1020E764-7D77-4C96-98F0-277F4DB9C8ED}" dt="2024-11-17T18:01:28.376" v="67157" actId="14100"/>
        <pc:sldMkLst>
          <pc:docMk/>
          <pc:sldMk cId="728864519" sldId="714"/>
        </pc:sldMkLst>
        <pc:spChg chg="del mod">
          <ac:chgData name="Laurianne Lair" userId="877d0e272dd2d022" providerId="LiveId" clId="{1020E764-7D77-4C96-98F0-277F4DB9C8ED}" dt="2024-11-11T16:23:29.091" v="16754" actId="478"/>
          <ac:spMkLst>
            <pc:docMk/>
            <pc:sldMk cId="728864519" sldId="714"/>
            <ac:spMk id="3" creationId="{3427FB12-C451-C5C5-D5EC-D6E702E165BD}"/>
          </ac:spMkLst>
        </pc:spChg>
        <pc:spChg chg="mod">
          <ac:chgData name="Laurianne Lair" userId="877d0e272dd2d022" providerId="LiveId" clId="{1020E764-7D77-4C96-98F0-277F4DB9C8ED}" dt="2024-11-11T16:22:25.991" v="16716" actId="164"/>
          <ac:spMkLst>
            <pc:docMk/>
            <pc:sldMk cId="728864519" sldId="714"/>
            <ac:spMk id="4" creationId="{A4483F65-C1BD-07E6-AED3-86E8FA8DA799}"/>
          </ac:spMkLst>
        </pc:spChg>
        <pc:spChg chg="mod">
          <ac:chgData name="Laurianne Lair" userId="877d0e272dd2d022" providerId="LiveId" clId="{1020E764-7D77-4C96-98F0-277F4DB9C8ED}" dt="2024-11-11T16:22:23.181" v="16715" actId="164"/>
          <ac:spMkLst>
            <pc:docMk/>
            <pc:sldMk cId="728864519" sldId="714"/>
            <ac:spMk id="5" creationId="{5EFEF55D-731B-2331-E30E-1C9267353371}"/>
          </ac:spMkLst>
        </pc:spChg>
        <pc:spChg chg="mod">
          <ac:chgData name="Laurianne Lair" userId="877d0e272dd2d022" providerId="LiveId" clId="{1020E764-7D77-4C96-98F0-277F4DB9C8ED}" dt="2024-11-13T13:20:16.491" v="28933" actId="1076"/>
          <ac:spMkLst>
            <pc:docMk/>
            <pc:sldMk cId="728864519" sldId="714"/>
            <ac:spMk id="6" creationId="{B749D53D-1592-74E4-AFD6-02DB666EABBD}"/>
          </ac:spMkLst>
        </pc:spChg>
        <pc:spChg chg="del">
          <ac:chgData name="Laurianne Lair" userId="877d0e272dd2d022" providerId="LiveId" clId="{1020E764-7D77-4C96-98F0-277F4DB9C8ED}" dt="2024-11-08T16:32:58.514" v="20" actId="478"/>
          <ac:spMkLst>
            <pc:docMk/>
            <pc:sldMk cId="728864519" sldId="714"/>
            <ac:spMk id="8" creationId="{7E130566-13D4-4BBD-6166-944154839FFE}"/>
          </ac:spMkLst>
        </pc:spChg>
        <pc:spChg chg="add mod">
          <ac:chgData name="Laurianne Lair" userId="877d0e272dd2d022" providerId="LiveId" clId="{1020E764-7D77-4C96-98F0-277F4DB9C8ED}" dt="2024-11-08T16:32:58.765" v="21"/>
          <ac:spMkLst>
            <pc:docMk/>
            <pc:sldMk cId="728864519" sldId="714"/>
            <ac:spMk id="9" creationId="{66B9A243-1AFE-96F4-C3D9-A6199DABE769}"/>
          </ac:spMkLst>
        </pc:spChg>
        <pc:spChg chg="add del mod">
          <ac:chgData name="Laurianne Lair" userId="877d0e272dd2d022" providerId="LiveId" clId="{1020E764-7D77-4C96-98F0-277F4DB9C8ED}" dt="2024-11-11T16:24:24.234" v="16971" actId="478"/>
          <ac:spMkLst>
            <pc:docMk/>
            <pc:sldMk cId="728864519" sldId="714"/>
            <ac:spMk id="12" creationId="{845EED04-8E9E-F9F1-BA94-D9BEFFE11386}"/>
          </ac:spMkLst>
        </pc:spChg>
        <pc:spChg chg="mod">
          <ac:chgData name="Laurianne Lair" userId="877d0e272dd2d022" providerId="LiveId" clId="{1020E764-7D77-4C96-98F0-277F4DB9C8ED}" dt="2024-11-13T13:20:09.439" v="28932" actId="1076"/>
          <ac:spMkLst>
            <pc:docMk/>
            <pc:sldMk cId="728864519" sldId="714"/>
            <ac:spMk id="14" creationId="{EC479698-6172-5EBA-5009-CD88A69C0167}"/>
          </ac:spMkLst>
        </pc:spChg>
        <pc:spChg chg="add del mod">
          <ac:chgData name="Laurianne Lair" userId="877d0e272dd2d022" providerId="LiveId" clId="{1020E764-7D77-4C96-98F0-277F4DB9C8ED}" dt="2024-11-12T23:24:32.930" v="28382" actId="478"/>
          <ac:spMkLst>
            <pc:docMk/>
            <pc:sldMk cId="728864519" sldId="714"/>
            <ac:spMk id="15" creationId="{54344432-708E-F7A7-FA3A-DF925520D81A}"/>
          </ac:spMkLst>
        </pc:spChg>
        <pc:spChg chg="del">
          <ac:chgData name="Laurianne Lair" userId="877d0e272dd2d022" providerId="LiveId" clId="{1020E764-7D77-4C96-98F0-277F4DB9C8ED}" dt="2024-11-11T16:20:42.958" v="16494" actId="478"/>
          <ac:spMkLst>
            <pc:docMk/>
            <pc:sldMk cId="728864519" sldId="714"/>
            <ac:spMk id="19" creationId="{BE802082-D7AA-C870-3ED8-1295D10A1B6C}"/>
          </ac:spMkLst>
        </pc:spChg>
        <pc:spChg chg="del">
          <ac:chgData name="Laurianne Lair" userId="877d0e272dd2d022" providerId="LiveId" clId="{1020E764-7D77-4C96-98F0-277F4DB9C8ED}" dt="2024-11-11T16:22:29.947" v="16718" actId="478"/>
          <ac:spMkLst>
            <pc:docMk/>
            <pc:sldMk cId="728864519" sldId="714"/>
            <ac:spMk id="20" creationId="{078EB3AA-309D-490D-5388-C9935D00DAE0}"/>
          </ac:spMkLst>
        </pc:spChg>
        <pc:spChg chg="del">
          <ac:chgData name="Laurianne Lair" userId="877d0e272dd2d022" providerId="LiveId" clId="{1020E764-7D77-4C96-98F0-277F4DB9C8ED}" dt="2024-11-11T16:22:30.624" v="16719" actId="478"/>
          <ac:spMkLst>
            <pc:docMk/>
            <pc:sldMk cId="728864519" sldId="714"/>
            <ac:spMk id="21" creationId="{83BC2681-7B7A-E58A-6E8A-E343E6A133DE}"/>
          </ac:spMkLst>
        </pc:spChg>
        <pc:spChg chg="del mod">
          <ac:chgData name="Laurianne Lair" userId="877d0e272dd2d022" providerId="LiveId" clId="{1020E764-7D77-4C96-98F0-277F4DB9C8ED}" dt="2024-11-11T16:25:41.552" v="17002" actId="478"/>
          <ac:spMkLst>
            <pc:docMk/>
            <pc:sldMk cId="728864519" sldId="714"/>
            <ac:spMk id="24" creationId="{2A943C13-6DE0-C665-AAF3-75551639347B}"/>
          </ac:spMkLst>
        </pc:spChg>
        <pc:spChg chg="del mod">
          <ac:chgData name="Laurianne Lair" userId="877d0e272dd2d022" providerId="LiveId" clId="{1020E764-7D77-4C96-98F0-277F4DB9C8ED}" dt="2024-11-11T16:25:12.452" v="16990" actId="478"/>
          <ac:spMkLst>
            <pc:docMk/>
            <pc:sldMk cId="728864519" sldId="714"/>
            <ac:spMk id="28" creationId="{887DC42B-E960-2D6F-B65C-2A6591B87951}"/>
          </ac:spMkLst>
        </pc:spChg>
        <pc:spChg chg="mod">
          <ac:chgData name="Laurianne Lair" userId="877d0e272dd2d022" providerId="LiveId" clId="{1020E764-7D77-4C96-98F0-277F4DB9C8ED}" dt="2024-11-13T16:38:50.365" v="32088" actId="20577"/>
          <ac:spMkLst>
            <pc:docMk/>
            <pc:sldMk cId="728864519" sldId="714"/>
            <ac:spMk id="42" creationId="{C88B500B-34B5-B650-DF00-6249D6561FB9}"/>
          </ac:spMkLst>
        </pc:spChg>
        <pc:grpChg chg="add mod">
          <ac:chgData name="Laurianne Lair" userId="877d0e272dd2d022" providerId="LiveId" clId="{1020E764-7D77-4C96-98F0-277F4DB9C8ED}" dt="2024-11-13T13:20:06.991" v="28931" actId="14100"/>
          <ac:grpSpMkLst>
            <pc:docMk/>
            <pc:sldMk cId="728864519" sldId="714"/>
            <ac:grpSpMk id="10" creationId="{0C8A1A15-04F1-ABD8-A322-3D2622510A39}"/>
          </ac:grpSpMkLst>
        </pc:grpChg>
        <pc:grpChg chg="add mod">
          <ac:chgData name="Laurianne Lair" userId="877d0e272dd2d022" providerId="LiveId" clId="{1020E764-7D77-4C96-98F0-277F4DB9C8ED}" dt="2024-11-13T13:19:58.608" v="28929" actId="1076"/>
          <ac:grpSpMkLst>
            <pc:docMk/>
            <pc:sldMk cId="728864519" sldId="714"/>
            <ac:grpSpMk id="11" creationId="{51CB8E70-0D2A-8FDB-B512-A922810C30C1}"/>
          </ac:grpSpMkLst>
        </pc:grpChg>
        <pc:picChg chg="add del mod">
          <ac:chgData name="Laurianne Lair" userId="877d0e272dd2d022" providerId="LiveId" clId="{1020E764-7D77-4C96-98F0-277F4DB9C8ED}" dt="2024-11-12T23:24:33.326" v="28383" actId="478"/>
          <ac:picMkLst>
            <pc:docMk/>
            <pc:sldMk cId="728864519" sldId="714"/>
            <ac:picMk id="13" creationId="{7E32FE14-83FA-1908-A147-D15A811C5706}"/>
          </ac:picMkLst>
        </pc:picChg>
        <pc:picChg chg="del">
          <ac:chgData name="Laurianne Lair" userId="877d0e272dd2d022" providerId="LiveId" clId="{1020E764-7D77-4C96-98F0-277F4DB9C8ED}" dt="2024-11-11T16:20:43.398" v="16495" actId="478"/>
          <ac:picMkLst>
            <pc:docMk/>
            <pc:sldMk cId="728864519" sldId="714"/>
            <ac:picMk id="18" creationId="{3FFA1C45-C4C4-7D68-A870-E2E7A2848E90}"/>
          </ac:picMkLst>
        </pc:picChg>
        <pc:picChg chg="mod">
          <ac:chgData name="Laurianne Lair" userId="877d0e272dd2d022" providerId="LiveId" clId="{1020E764-7D77-4C96-98F0-277F4DB9C8ED}" dt="2024-11-11T16:22:25.991" v="16716" actId="164"/>
          <ac:picMkLst>
            <pc:docMk/>
            <pc:sldMk cId="728864519" sldId="714"/>
            <ac:picMk id="25" creationId="{84EB69C8-45F0-2B5C-1E54-2BC53E68F4A6}"/>
          </ac:picMkLst>
        </pc:picChg>
        <pc:picChg chg="mod">
          <ac:chgData name="Laurianne Lair" userId="877d0e272dd2d022" providerId="LiveId" clId="{1020E764-7D77-4C96-98F0-277F4DB9C8ED}" dt="2024-11-11T16:22:23.181" v="16715" actId="164"/>
          <ac:picMkLst>
            <pc:docMk/>
            <pc:sldMk cId="728864519" sldId="714"/>
            <ac:picMk id="27" creationId="{69560CF5-F07F-B673-E0C4-8934B5C9C7EA}"/>
          </ac:picMkLst>
        </pc:picChg>
        <pc:picChg chg="mod">
          <ac:chgData name="Laurianne Lair" userId="877d0e272dd2d022" providerId="LiveId" clId="{1020E764-7D77-4C96-98F0-277F4DB9C8ED}" dt="2024-11-13T13:19:49.952" v="28926" actId="1076"/>
          <ac:picMkLst>
            <pc:docMk/>
            <pc:sldMk cId="728864519" sldId="714"/>
            <ac:picMk id="32" creationId="{EA91581D-466E-C39A-B459-E4BF987F9AD7}"/>
          </ac:picMkLst>
        </pc:picChg>
        <pc:picChg chg="mod">
          <ac:chgData name="Laurianne Lair" userId="877d0e272dd2d022" providerId="LiveId" clId="{1020E764-7D77-4C96-98F0-277F4DB9C8ED}" dt="2024-11-13T13:19:56.612" v="28928" actId="14100"/>
          <ac:picMkLst>
            <pc:docMk/>
            <pc:sldMk cId="728864519" sldId="714"/>
            <ac:picMk id="38" creationId="{74F0DDB8-35D2-3FE8-1386-B2B76E932D9D}"/>
          </ac:picMkLst>
        </pc:picChg>
        <pc:cxnChg chg="add mod">
          <ac:chgData name="Laurianne Lair" userId="877d0e272dd2d022" providerId="LiveId" clId="{1020E764-7D77-4C96-98F0-277F4DB9C8ED}" dt="2024-11-16T16:37:38.760" v="38863" actId="14861"/>
          <ac:cxnSpMkLst>
            <pc:docMk/>
            <pc:sldMk cId="728864519" sldId="714"/>
            <ac:cxnSpMk id="8" creationId="{4377B547-7AE9-5488-262C-AD1D7D771811}"/>
          </ac:cxnSpMkLst>
        </pc:cxnChg>
        <pc:cxnChg chg="add mod">
          <ac:chgData name="Laurianne Lair" userId="877d0e272dd2d022" providerId="LiveId" clId="{1020E764-7D77-4C96-98F0-277F4DB9C8ED}" dt="2024-11-17T18:01:28.376" v="67157" actId="14100"/>
          <ac:cxnSpMkLst>
            <pc:docMk/>
            <pc:sldMk cId="728864519" sldId="714"/>
            <ac:cxnSpMk id="12" creationId="{ADA3DD75-5C00-BF55-AE01-0E8D49AF96A8}"/>
          </ac:cxnSpMkLst>
        </pc:cxnChg>
      </pc:sldChg>
      <pc:sldChg chg="addSp modSp mod">
        <pc:chgData name="Laurianne Lair" userId="877d0e272dd2d022" providerId="LiveId" clId="{1020E764-7D77-4C96-98F0-277F4DB9C8ED}" dt="2024-11-14T19:53:19.127" v="33457" actId="20577"/>
        <pc:sldMkLst>
          <pc:docMk/>
          <pc:sldMk cId="2609269681" sldId="715"/>
        </pc:sldMkLst>
        <pc:spChg chg="mod">
          <ac:chgData name="Laurianne Lair" userId="877d0e272dd2d022" providerId="LiveId" clId="{1020E764-7D77-4C96-98F0-277F4DB9C8ED}" dt="2024-11-14T19:49:29.193" v="33448" actId="20577"/>
          <ac:spMkLst>
            <pc:docMk/>
            <pc:sldMk cId="2609269681" sldId="715"/>
            <ac:spMk id="3" creationId="{E7EDE072-6962-72A3-6F84-7E967F40F951}"/>
          </ac:spMkLst>
        </pc:spChg>
        <pc:spChg chg="add mod">
          <ac:chgData name="Laurianne Lair" userId="877d0e272dd2d022" providerId="LiveId" clId="{1020E764-7D77-4C96-98F0-277F4DB9C8ED}" dt="2024-11-14T19:53:19.127" v="33457" actId="20577"/>
          <ac:spMkLst>
            <pc:docMk/>
            <pc:sldMk cId="2609269681" sldId="715"/>
            <ac:spMk id="4" creationId="{E1A5A0D3-FACF-0997-EEF0-F98B78625520}"/>
          </ac:spMkLst>
        </pc:spChg>
        <pc:spChg chg="add mod">
          <ac:chgData name="Laurianne Lair" userId="877d0e272dd2d022" providerId="LiveId" clId="{1020E764-7D77-4C96-98F0-277F4DB9C8ED}" dt="2024-11-14T18:29:39.693" v="33150" actId="1076"/>
          <ac:spMkLst>
            <pc:docMk/>
            <pc:sldMk cId="2609269681" sldId="715"/>
            <ac:spMk id="5" creationId="{AC098AFD-6247-5EBB-E017-16D67A5DCA23}"/>
          </ac:spMkLst>
        </pc:spChg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42750627" sldId="717"/>
        </pc:sldMkLst>
      </pc:sldChg>
      <pc:sldChg chg="addSp delSp modSp mod addAnim delAnim modAnim modNotesTx">
        <pc:chgData name="Laurianne Lair" userId="877d0e272dd2d022" providerId="LiveId" clId="{1020E764-7D77-4C96-98F0-277F4DB9C8ED}" dt="2024-11-18T14:57:05.122" v="71455" actId="167"/>
        <pc:sldMkLst>
          <pc:docMk/>
          <pc:sldMk cId="3677860632" sldId="718"/>
        </pc:sldMkLst>
        <pc:spChg chg="mod">
          <ac:chgData name="Laurianne Lair" userId="877d0e272dd2d022" providerId="LiveId" clId="{1020E764-7D77-4C96-98F0-277F4DB9C8ED}" dt="2024-11-17T18:27:45.172" v="67329" actId="20577"/>
          <ac:spMkLst>
            <pc:docMk/>
            <pc:sldMk cId="3677860632" sldId="718"/>
            <ac:spMk id="2" creationId="{DA7E281D-09BB-F611-4747-96AC08D13E72}"/>
          </ac:spMkLst>
        </pc:spChg>
        <pc:spChg chg="add del mod ord">
          <ac:chgData name="Laurianne Lair" userId="877d0e272dd2d022" providerId="LiveId" clId="{1020E764-7D77-4C96-98F0-277F4DB9C8ED}" dt="2024-11-16T16:35:49.626" v="38853" actId="478"/>
          <ac:spMkLst>
            <pc:docMk/>
            <pc:sldMk cId="3677860632" sldId="718"/>
            <ac:spMk id="4" creationId="{0E97E031-0947-8C81-D0C5-013D737B51CC}"/>
          </ac:spMkLst>
        </pc:spChg>
        <pc:spChg chg="del">
          <ac:chgData name="Laurianne Lair" userId="877d0e272dd2d022" providerId="LiveId" clId="{1020E764-7D77-4C96-98F0-277F4DB9C8ED}" dt="2024-11-12T20:01:21.381" v="26538" actId="478"/>
          <ac:spMkLst>
            <pc:docMk/>
            <pc:sldMk cId="3677860632" sldId="718"/>
            <ac:spMk id="4" creationId="{AE53FB1A-912C-7CCE-5C56-532E9DBE0736}"/>
          </ac:spMkLst>
        </pc:spChg>
        <pc:spChg chg="add del mod">
          <ac:chgData name="Laurianne Lair" userId="877d0e272dd2d022" providerId="LiveId" clId="{1020E764-7D77-4C96-98F0-277F4DB9C8ED}" dt="2024-11-13T13:15:16.217" v="28743" actId="478"/>
          <ac:spMkLst>
            <pc:docMk/>
            <pc:sldMk cId="3677860632" sldId="718"/>
            <ac:spMk id="5" creationId="{3911F16B-8B5B-F8AF-D7DE-9048ED3455F5}"/>
          </ac:spMkLst>
        </pc:spChg>
        <pc:spChg chg="del">
          <ac:chgData name="Laurianne Lair" userId="877d0e272dd2d022" providerId="LiveId" clId="{1020E764-7D77-4C96-98F0-277F4DB9C8ED}" dt="2024-11-12T20:01:20.590" v="26537" actId="478"/>
          <ac:spMkLst>
            <pc:docMk/>
            <pc:sldMk cId="3677860632" sldId="718"/>
            <ac:spMk id="5" creationId="{4DC79FE9-9AD0-E526-7F52-3EAC42B9BD0A}"/>
          </ac:spMkLst>
        </pc:spChg>
        <pc:spChg chg="del">
          <ac:chgData name="Laurianne Lair" userId="877d0e272dd2d022" providerId="LiveId" clId="{1020E764-7D77-4C96-98F0-277F4DB9C8ED}" dt="2024-11-08T16:33:02.027" v="22" actId="478"/>
          <ac:spMkLst>
            <pc:docMk/>
            <pc:sldMk cId="3677860632" sldId="718"/>
            <ac:spMk id="6" creationId="{7B06477C-114E-CFAF-6CB0-8FA2697F3EB4}"/>
          </ac:spMkLst>
        </pc:spChg>
        <pc:spChg chg="add del mod">
          <ac:chgData name="Laurianne Lair" userId="877d0e272dd2d022" providerId="LiveId" clId="{1020E764-7D77-4C96-98F0-277F4DB9C8ED}" dt="2024-11-12T21:33:57.966" v="26748" actId="478"/>
          <ac:spMkLst>
            <pc:docMk/>
            <pc:sldMk cId="3677860632" sldId="718"/>
            <ac:spMk id="6" creationId="{87DDAB12-FF51-B78A-E454-549DAEC78E83}"/>
          </ac:spMkLst>
        </pc:spChg>
        <pc:spChg chg="add mod">
          <ac:chgData name="Laurianne Lair" userId="877d0e272dd2d022" providerId="LiveId" clId="{1020E764-7D77-4C96-98F0-277F4DB9C8ED}" dt="2024-11-16T23:03:08.155" v="48495" actId="1076"/>
          <ac:spMkLst>
            <pc:docMk/>
            <pc:sldMk cId="3677860632" sldId="718"/>
            <ac:spMk id="8" creationId="{23F9F6F0-D714-75C4-88D4-948C44CB945B}"/>
          </ac:spMkLst>
        </pc:spChg>
        <pc:spChg chg="del mod">
          <ac:chgData name="Laurianne Lair" userId="877d0e272dd2d022" providerId="LiveId" clId="{1020E764-7D77-4C96-98F0-277F4DB9C8ED}" dt="2024-11-13T13:12:23.424" v="28600" actId="478"/>
          <ac:spMkLst>
            <pc:docMk/>
            <pc:sldMk cId="3677860632" sldId="718"/>
            <ac:spMk id="8" creationId="{8A97C64E-3188-D4DD-7AD9-5956024649D0}"/>
          </ac:spMkLst>
        </pc:spChg>
        <pc:spChg chg="add mod">
          <ac:chgData name="Laurianne Lair" userId="877d0e272dd2d022" providerId="LiveId" clId="{1020E764-7D77-4C96-98F0-277F4DB9C8ED}" dt="2024-11-08T16:33:02.283" v="23"/>
          <ac:spMkLst>
            <pc:docMk/>
            <pc:sldMk cId="3677860632" sldId="718"/>
            <ac:spMk id="9" creationId="{B1B1B9A6-93A4-0580-1AC4-96BD4D8636D5}"/>
          </ac:spMkLst>
        </pc:spChg>
        <pc:spChg chg="add mod">
          <ac:chgData name="Laurianne Lair" userId="877d0e272dd2d022" providerId="LiveId" clId="{1020E764-7D77-4C96-98F0-277F4DB9C8ED}" dt="2024-11-17T18:01:51.449" v="67160" actId="1076"/>
          <ac:spMkLst>
            <pc:docMk/>
            <pc:sldMk cId="3677860632" sldId="718"/>
            <ac:spMk id="11" creationId="{9F669026-6FDE-112D-7A21-9B1FA0FFFCBC}"/>
          </ac:spMkLst>
        </pc:spChg>
        <pc:spChg chg="add mod">
          <ac:chgData name="Laurianne Lair" userId="877d0e272dd2d022" providerId="LiveId" clId="{1020E764-7D77-4C96-98F0-277F4DB9C8ED}" dt="2024-11-16T23:03:16.397" v="48497" actId="1076"/>
          <ac:spMkLst>
            <pc:docMk/>
            <pc:sldMk cId="3677860632" sldId="718"/>
            <ac:spMk id="12" creationId="{F60B63B7-72A8-3475-4ECD-C7F382CC4CAF}"/>
          </ac:spMkLst>
        </pc:spChg>
        <pc:spChg chg="add del mod">
          <ac:chgData name="Laurianne Lair" userId="877d0e272dd2d022" providerId="LiveId" clId="{1020E764-7D77-4C96-98F0-277F4DB9C8ED}" dt="2024-11-12T21:13:29.710" v="26603" actId="478"/>
          <ac:spMkLst>
            <pc:docMk/>
            <pc:sldMk cId="3677860632" sldId="718"/>
            <ac:spMk id="16" creationId="{A6823DFC-8D92-B6ED-878B-40300FFB2494}"/>
          </ac:spMkLst>
        </pc:spChg>
        <pc:spChg chg="add del mod">
          <ac:chgData name="Laurianne Lair" userId="877d0e272dd2d022" providerId="LiveId" clId="{1020E764-7D77-4C96-98F0-277F4DB9C8ED}" dt="2024-11-12T21:24:44.123" v="26610" actId="478"/>
          <ac:spMkLst>
            <pc:docMk/>
            <pc:sldMk cId="3677860632" sldId="718"/>
            <ac:spMk id="19" creationId="{4D0EAAEE-C77A-B086-9365-C87420C14A20}"/>
          </ac:spMkLst>
        </pc:spChg>
        <pc:spChg chg="add mod">
          <ac:chgData name="Laurianne Lair" userId="877d0e272dd2d022" providerId="LiveId" clId="{1020E764-7D77-4C96-98F0-277F4DB9C8ED}" dt="2024-11-16T16:35:59.711" v="38857" actId="1076"/>
          <ac:spMkLst>
            <pc:docMk/>
            <pc:sldMk cId="3677860632" sldId="718"/>
            <ac:spMk id="20" creationId="{1B1A76BE-EF6D-060C-FB35-D845A9E04527}"/>
          </ac:spMkLst>
        </pc:spChg>
        <pc:spChg chg="add mod">
          <ac:chgData name="Laurianne Lair" userId="877d0e272dd2d022" providerId="LiveId" clId="{1020E764-7D77-4C96-98F0-277F4DB9C8ED}" dt="2024-11-16T16:35:59.711" v="38857" actId="1076"/>
          <ac:spMkLst>
            <pc:docMk/>
            <pc:sldMk cId="3677860632" sldId="718"/>
            <ac:spMk id="23" creationId="{48E90498-95D8-3CAF-7AA4-4593E427BFDB}"/>
          </ac:spMkLst>
        </pc:spChg>
        <pc:spChg chg="add mod">
          <ac:chgData name="Laurianne Lair" userId="877d0e272dd2d022" providerId="LiveId" clId="{1020E764-7D77-4C96-98F0-277F4DB9C8ED}" dt="2024-11-17T18:01:44.500" v="67158" actId="20577"/>
          <ac:spMkLst>
            <pc:docMk/>
            <pc:sldMk cId="3677860632" sldId="718"/>
            <ac:spMk id="26" creationId="{5C62C055-9167-FF6D-834F-DE6BD748B881}"/>
          </ac:spMkLst>
        </pc:spChg>
        <pc:spChg chg="add del mod">
          <ac:chgData name="Laurianne Lair" userId="877d0e272dd2d022" providerId="LiveId" clId="{1020E764-7D77-4C96-98F0-277F4DB9C8ED}" dt="2024-11-13T17:14:46.150" v="32247" actId="478"/>
          <ac:spMkLst>
            <pc:docMk/>
            <pc:sldMk cId="3677860632" sldId="718"/>
            <ac:spMk id="28" creationId="{93120924-3D98-4807-D6C9-F7C261F64A02}"/>
          </ac:spMkLst>
        </pc:spChg>
        <pc:spChg chg="mod">
          <ac:chgData name="Laurianne Lair" userId="877d0e272dd2d022" providerId="LiveId" clId="{1020E764-7D77-4C96-98F0-277F4DB9C8ED}" dt="2024-11-13T16:38:57.014" v="32090" actId="20577"/>
          <ac:spMkLst>
            <pc:docMk/>
            <pc:sldMk cId="3677860632" sldId="718"/>
            <ac:spMk id="42" creationId="{543DCE61-90EE-8047-E6CB-60735138B140}"/>
          </ac:spMkLst>
        </pc:spChg>
        <pc:graphicFrameChg chg="add mod ord">
          <ac:chgData name="Laurianne Lair" userId="877d0e272dd2d022" providerId="LiveId" clId="{1020E764-7D77-4C96-98F0-277F4DB9C8ED}" dt="2024-11-18T14:57:05.122" v="71455" actId="167"/>
          <ac:graphicFrameMkLst>
            <pc:docMk/>
            <pc:sldMk cId="3677860632" sldId="718"/>
            <ac:graphicFrameMk id="3" creationId="{92CC7DA8-8E56-7160-A866-F45AFD3B867C}"/>
          </ac:graphicFrameMkLst>
        </pc:graphicFrameChg>
        <pc:graphicFrameChg chg="add del mod ord">
          <ac:chgData name="Laurianne Lair" userId="877d0e272dd2d022" providerId="LiveId" clId="{1020E764-7D77-4C96-98F0-277F4DB9C8ED}" dt="2024-11-16T16:35:59.711" v="38857" actId="1076"/>
          <ac:graphicFrameMkLst>
            <pc:docMk/>
            <pc:sldMk cId="3677860632" sldId="718"/>
            <ac:graphicFrameMk id="6" creationId="{F4C7EC82-696C-0DB3-D310-914C67533409}"/>
          </ac:graphicFrameMkLst>
        </pc:graphicFrameChg>
        <pc:graphicFrameChg chg="add del mod">
          <ac:chgData name="Laurianne Lair" userId="877d0e272dd2d022" providerId="LiveId" clId="{1020E764-7D77-4C96-98F0-277F4DB9C8ED}" dt="2024-11-11T16:50:34.405" v="18987" actId="478"/>
          <ac:graphicFrameMkLst>
            <pc:docMk/>
            <pc:sldMk cId="3677860632" sldId="718"/>
            <ac:graphicFrameMk id="11" creationId="{11BD62B0-7434-71B8-69B3-A5FB7C3A4582}"/>
          </ac:graphicFrameMkLst>
        </pc:graphicFrameChg>
        <pc:graphicFrameChg chg="del">
          <ac:chgData name="Laurianne Lair" userId="877d0e272dd2d022" providerId="LiveId" clId="{1020E764-7D77-4C96-98F0-277F4DB9C8ED}" dt="2024-11-11T16:36:42.188" v="18507" actId="478"/>
          <ac:graphicFrameMkLst>
            <pc:docMk/>
            <pc:sldMk cId="3677860632" sldId="718"/>
            <ac:graphicFrameMk id="12" creationId="{4459A61E-79C9-509D-C178-24BB82968213}"/>
          </ac:graphicFrameMkLst>
        </pc:graphicFrameChg>
        <pc:graphicFrameChg chg="add del mod">
          <ac:chgData name="Laurianne Lair" userId="877d0e272dd2d022" providerId="LiveId" clId="{1020E764-7D77-4C96-98F0-277F4DB9C8ED}" dt="2024-11-18T14:56:43.270" v="71451" actId="478"/>
          <ac:graphicFrameMkLst>
            <pc:docMk/>
            <pc:sldMk cId="3677860632" sldId="718"/>
            <ac:graphicFrameMk id="13" creationId="{F2576E0D-F76B-BAA7-00E0-5745FB172DDE}"/>
          </ac:graphicFrameMkLst>
        </pc:graphicFrameChg>
        <pc:graphicFrameChg chg="add del mod">
          <ac:chgData name="Laurianne Lair" userId="877d0e272dd2d022" providerId="LiveId" clId="{1020E764-7D77-4C96-98F0-277F4DB9C8ED}" dt="2024-11-12T21:30:53.088" v="26669" actId="478"/>
          <ac:graphicFrameMkLst>
            <pc:docMk/>
            <pc:sldMk cId="3677860632" sldId="718"/>
            <ac:graphicFrameMk id="18" creationId="{F97BC002-E53E-F595-FC5C-BA970B01918A}"/>
          </ac:graphicFrameMkLst>
        </pc:graphicFrameChg>
        <pc:graphicFrameChg chg="add del mod">
          <ac:chgData name="Laurianne Lair" userId="877d0e272dd2d022" providerId="LiveId" clId="{1020E764-7D77-4C96-98F0-277F4DB9C8ED}" dt="2024-11-13T17:13:44.405" v="32233" actId="478"/>
          <ac:graphicFrameMkLst>
            <pc:docMk/>
            <pc:sldMk cId="3677860632" sldId="718"/>
            <ac:graphicFrameMk id="21" creationId="{7F931143-AF78-37B4-7120-2D4A11B10A96}"/>
          </ac:graphicFrameMkLst>
        </pc:graphicFrameChg>
        <pc:picChg chg="del">
          <ac:chgData name="Laurianne Lair" userId="877d0e272dd2d022" providerId="LiveId" clId="{1020E764-7D77-4C96-98F0-277F4DB9C8ED}" dt="2024-11-12T20:01:19.545" v="26536" actId="478"/>
          <ac:picMkLst>
            <pc:docMk/>
            <pc:sldMk cId="3677860632" sldId="718"/>
            <ac:picMk id="3" creationId="{23F9D779-505C-B300-78D3-AF906F165E94}"/>
          </ac:picMkLst>
        </pc:picChg>
        <pc:picChg chg="add del mod">
          <ac:chgData name="Laurianne Lair" userId="877d0e272dd2d022" providerId="LiveId" clId="{1020E764-7D77-4C96-98F0-277F4DB9C8ED}" dt="2024-11-16T16:35:53.658" v="38856" actId="478"/>
          <ac:picMkLst>
            <pc:docMk/>
            <pc:sldMk cId="3677860632" sldId="718"/>
            <ac:picMk id="3" creationId="{2A6C28C6-2EFF-1C40-92D6-D9A7DB613638}"/>
          </ac:picMkLst>
        </pc:picChg>
        <pc:picChg chg="del mod">
          <ac:chgData name="Laurianne Lair" userId="877d0e272dd2d022" providerId="LiveId" clId="{1020E764-7D77-4C96-98F0-277F4DB9C8ED}" dt="2024-11-13T13:12:22.255" v="28599" actId="478"/>
          <ac:picMkLst>
            <pc:docMk/>
            <pc:sldMk cId="3677860632" sldId="718"/>
            <ac:picMk id="7" creationId="{E1CC7D2A-80E4-4FAF-01DF-F12CE92D50A2}"/>
          </ac:picMkLst>
        </pc:picChg>
        <pc:picChg chg="add del mod">
          <ac:chgData name="Laurianne Lair" userId="877d0e272dd2d022" providerId="LiveId" clId="{1020E764-7D77-4C96-98F0-277F4DB9C8ED}" dt="2024-11-12T21:13:31.589" v="26604" actId="478"/>
          <ac:picMkLst>
            <pc:docMk/>
            <pc:sldMk cId="3677860632" sldId="718"/>
            <ac:picMk id="15" creationId="{55128DC9-25E4-4D61-F10F-1D526885272E}"/>
          </ac:picMkLst>
        </pc:picChg>
        <pc:cxnChg chg="add mod">
          <ac:chgData name="Laurianne Lair" userId="877d0e272dd2d022" providerId="LiveId" clId="{1020E764-7D77-4C96-98F0-277F4DB9C8ED}" dt="2024-11-16T23:01:54.839" v="48444" actId="14100"/>
          <ac:cxnSpMkLst>
            <pc:docMk/>
            <pc:sldMk cId="3677860632" sldId="718"/>
            <ac:cxnSpMk id="14" creationId="{8773777A-CCBA-90CC-4A47-B1A331A57D0E}"/>
          </ac:cxnSpMkLst>
        </pc:cxnChg>
        <pc:cxnChg chg="add mod">
          <ac:chgData name="Laurianne Lair" userId="877d0e272dd2d022" providerId="LiveId" clId="{1020E764-7D77-4C96-98F0-277F4DB9C8ED}" dt="2024-11-16T23:03:11.221" v="48496" actId="1076"/>
          <ac:cxnSpMkLst>
            <pc:docMk/>
            <pc:sldMk cId="3677860632" sldId="718"/>
            <ac:cxnSpMk id="15" creationId="{F569FFEA-B8C2-64ED-CB50-6E0F55E21AF8}"/>
          </ac:cxnSpMkLst>
        </pc:cxnChg>
        <pc:cxnChg chg="add del mod">
          <ac:chgData name="Laurianne Lair" userId="877d0e272dd2d022" providerId="LiveId" clId="{1020E764-7D77-4C96-98F0-277F4DB9C8ED}" dt="2024-11-13T17:14:46.846" v="32248" actId="478"/>
          <ac:cxnSpMkLst>
            <pc:docMk/>
            <pc:sldMk cId="3677860632" sldId="718"/>
            <ac:cxnSpMk id="25" creationId="{E118104B-5A3E-9D68-6B70-E5D396FCBDCA}"/>
          </ac:cxnSpMkLst>
        </pc:cxnChg>
        <pc:cxnChg chg="add mod">
          <ac:chgData name="Laurianne Lair" userId="877d0e272dd2d022" providerId="LiveId" clId="{1020E764-7D77-4C96-98F0-277F4DB9C8ED}" dt="2024-11-16T23:02:05.563" v="48447" actId="14100"/>
          <ac:cxnSpMkLst>
            <pc:docMk/>
            <pc:sldMk cId="3677860632" sldId="718"/>
            <ac:cxnSpMk id="27" creationId="{7D187004-42A2-FA5D-7D05-5DE6093CA817}"/>
          </ac:cxnSpMkLst>
        </pc:cxnChg>
      </pc:sldChg>
      <pc:sldChg chg="modSp mod">
        <pc:chgData name="Laurianne Lair" userId="877d0e272dd2d022" providerId="LiveId" clId="{1020E764-7D77-4C96-98F0-277F4DB9C8ED}" dt="2024-11-15T13:36:49.717" v="33729" actId="1076"/>
        <pc:sldMkLst>
          <pc:docMk/>
          <pc:sldMk cId="1681369536" sldId="721"/>
        </pc:sldMkLst>
        <pc:spChg chg="mod">
          <ac:chgData name="Laurianne Lair" userId="877d0e272dd2d022" providerId="LiveId" clId="{1020E764-7D77-4C96-98F0-277F4DB9C8ED}" dt="2024-11-15T13:36:49.717" v="33729" actId="1076"/>
          <ac:spMkLst>
            <pc:docMk/>
            <pc:sldMk cId="1681369536" sldId="721"/>
            <ac:spMk id="2" creationId="{3C5897F0-3436-8960-19BA-81F812E7028A}"/>
          </ac:spMkLst>
        </pc:spChg>
      </pc:sldChg>
      <pc:sldChg chg="del">
        <pc:chgData name="Laurianne Lair" userId="877d0e272dd2d022" providerId="LiveId" clId="{1020E764-7D77-4C96-98F0-277F4DB9C8ED}" dt="2024-11-15T15:41:05.860" v="35628" actId="2696"/>
        <pc:sldMkLst>
          <pc:docMk/>
          <pc:sldMk cId="2645257041" sldId="722"/>
        </pc:sldMkLst>
      </pc:sldChg>
      <pc:sldChg chg="addSp delSp modSp mod delAnim modAnim modNotesTx">
        <pc:chgData name="Laurianne Lair" userId="877d0e272dd2d022" providerId="LiveId" clId="{1020E764-7D77-4C96-98F0-277F4DB9C8ED}" dt="2024-11-17T22:22:12.929" v="71186" actId="167"/>
        <pc:sldMkLst>
          <pc:docMk/>
          <pc:sldMk cId="3449492606" sldId="723"/>
        </pc:sldMkLst>
        <pc:spChg chg="mod">
          <ac:chgData name="Laurianne Lair" userId="877d0e272dd2d022" providerId="LiveId" clId="{1020E764-7D77-4C96-98F0-277F4DB9C8ED}" dt="2024-11-17T18:29:48.135" v="67465" actId="20577"/>
          <ac:spMkLst>
            <pc:docMk/>
            <pc:sldMk cId="3449492606" sldId="723"/>
            <ac:spMk id="2" creationId="{11E54039-4B33-EB89-D928-C1B4CF55FFC5}"/>
          </ac:spMkLst>
        </pc:spChg>
        <pc:spChg chg="mod">
          <ac:chgData name="Laurianne Lair" userId="877d0e272dd2d022" providerId="LiveId" clId="{1020E764-7D77-4C96-98F0-277F4DB9C8ED}" dt="2024-11-13T13:34:35.351" v="29754" actId="1036"/>
          <ac:spMkLst>
            <pc:docMk/>
            <pc:sldMk cId="3449492606" sldId="723"/>
            <ac:spMk id="4" creationId="{CF6B24BC-6009-483D-65E5-91290E5625EB}"/>
          </ac:spMkLst>
        </pc:spChg>
        <pc:spChg chg="del">
          <ac:chgData name="Laurianne Lair" userId="877d0e272dd2d022" providerId="LiveId" clId="{1020E764-7D77-4C96-98F0-277F4DB9C8ED}" dt="2024-11-08T16:33:44.291" v="40" actId="478"/>
          <ac:spMkLst>
            <pc:docMk/>
            <pc:sldMk cId="3449492606" sldId="723"/>
            <ac:spMk id="6" creationId="{5B3C0271-384E-C400-7EBF-AAA7E1D60EEA}"/>
          </ac:spMkLst>
        </pc:spChg>
        <pc:spChg chg="add mod">
          <ac:chgData name="Laurianne Lair" userId="877d0e272dd2d022" providerId="LiveId" clId="{1020E764-7D77-4C96-98F0-277F4DB9C8ED}" dt="2024-11-08T16:33:44.552" v="41"/>
          <ac:spMkLst>
            <pc:docMk/>
            <pc:sldMk cId="3449492606" sldId="723"/>
            <ac:spMk id="7" creationId="{069A1B10-852B-DE73-A7FA-F74A5002C080}"/>
          </ac:spMkLst>
        </pc:spChg>
        <pc:spChg chg="add mod">
          <ac:chgData name="Laurianne Lair" userId="877d0e272dd2d022" providerId="LiveId" clId="{1020E764-7D77-4C96-98F0-277F4DB9C8ED}" dt="2024-11-12T20:00:31.089" v="26527" actId="1076"/>
          <ac:spMkLst>
            <pc:docMk/>
            <pc:sldMk cId="3449492606" sldId="723"/>
            <ac:spMk id="8" creationId="{AFE79A1E-FB57-6FFA-7C9C-4452FA5B1CA4}"/>
          </ac:spMkLst>
        </pc:spChg>
        <pc:spChg chg="mod ord">
          <ac:chgData name="Laurianne Lair" userId="877d0e272dd2d022" providerId="LiveId" clId="{1020E764-7D77-4C96-98F0-277F4DB9C8ED}" dt="2024-11-12T19:59:14.180" v="26483" actId="164"/>
          <ac:spMkLst>
            <pc:docMk/>
            <pc:sldMk cId="3449492606" sldId="723"/>
            <ac:spMk id="9" creationId="{42CB1BFF-2DDE-1515-68DC-7232F3F5C141}"/>
          </ac:spMkLst>
        </pc:spChg>
        <pc:spChg chg="mod">
          <ac:chgData name="Laurianne Lair" userId="877d0e272dd2d022" providerId="LiveId" clId="{1020E764-7D77-4C96-98F0-277F4DB9C8ED}" dt="2024-11-16T17:17:24.153" v="38890" actId="20577"/>
          <ac:spMkLst>
            <pc:docMk/>
            <pc:sldMk cId="3449492606" sldId="723"/>
            <ac:spMk id="12" creationId="{5ED3E726-B26C-C45F-C637-15993885D984}"/>
          </ac:spMkLst>
        </pc:spChg>
        <pc:spChg chg="add mod">
          <ac:chgData name="Laurianne Lair" userId="877d0e272dd2d022" providerId="LiveId" clId="{1020E764-7D77-4C96-98F0-277F4DB9C8ED}" dt="2024-11-12T21:40:19.411" v="26801" actId="1076"/>
          <ac:spMkLst>
            <pc:docMk/>
            <pc:sldMk cId="3449492606" sldId="723"/>
            <ac:spMk id="14" creationId="{89852264-8D84-30CC-4ED3-519BF75B539E}"/>
          </ac:spMkLst>
        </pc:spChg>
        <pc:spChg chg="mod">
          <ac:chgData name="Laurianne Lair" userId="877d0e272dd2d022" providerId="LiveId" clId="{1020E764-7D77-4C96-98F0-277F4DB9C8ED}" dt="2024-11-13T16:39:24.441" v="32106" actId="20577"/>
          <ac:spMkLst>
            <pc:docMk/>
            <pc:sldMk cId="3449492606" sldId="723"/>
            <ac:spMk id="42" creationId="{E5E1B407-4EBF-5D00-C379-E93BC97B3568}"/>
          </ac:spMkLst>
        </pc:spChg>
        <pc:grpChg chg="add mod">
          <ac:chgData name="Laurianne Lair" userId="877d0e272dd2d022" providerId="LiveId" clId="{1020E764-7D77-4C96-98F0-277F4DB9C8ED}" dt="2024-11-12T19:59:57.554" v="26520" actId="1076"/>
          <ac:grpSpMkLst>
            <pc:docMk/>
            <pc:sldMk cId="3449492606" sldId="723"/>
            <ac:grpSpMk id="5" creationId="{52248C6A-49DB-67C5-2499-A7FCCDD13E5A}"/>
          </ac:grpSpMkLst>
        </pc:grpChg>
        <pc:graphicFrameChg chg="del">
          <ac:chgData name="Laurianne Lair" userId="877d0e272dd2d022" providerId="LiveId" clId="{1020E764-7D77-4C96-98F0-277F4DB9C8ED}" dt="2024-11-11T17:59:22.904" v="22803" actId="478"/>
          <ac:graphicFrameMkLst>
            <pc:docMk/>
            <pc:sldMk cId="3449492606" sldId="723"/>
            <ac:graphicFrameMk id="5" creationId="{37F41BF6-F56E-E12B-1E9D-AB8E231D641C}"/>
          </ac:graphicFrameMkLst>
        </pc:graphicFrameChg>
        <pc:graphicFrameChg chg="del">
          <ac:chgData name="Laurianne Lair" userId="877d0e272dd2d022" providerId="LiveId" clId="{1020E764-7D77-4C96-98F0-277F4DB9C8ED}" dt="2024-11-11T17:58:24.413" v="22793" actId="478"/>
          <ac:graphicFrameMkLst>
            <pc:docMk/>
            <pc:sldMk cId="3449492606" sldId="723"/>
            <ac:graphicFrameMk id="8" creationId="{65566ADC-C83D-8B2B-A01E-180C3B0CAEB7}"/>
          </ac:graphicFrameMkLst>
        </pc:graphicFrameChg>
        <pc:graphicFrameChg chg="add mod">
          <ac:chgData name="Laurianne Lair" userId="877d0e272dd2d022" providerId="LiveId" clId="{1020E764-7D77-4C96-98F0-277F4DB9C8ED}" dt="2024-11-12T19:59:26.379" v="26503" actId="1076"/>
          <ac:graphicFrameMkLst>
            <pc:docMk/>
            <pc:sldMk cId="3449492606" sldId="723"/>
            <ac:graphicFrameMk id="10" creationId="{D1A2A523-9EB7-6D1D-343A-DBD1BB5AA49E}"/>
          </ac:graphicFrameMkLst>
        </pc:graphicFrameChg>
        <pc:graphicFrameChg chg="add mod ord">
          <ac:chgData name="Laurianne Lair" userId="877d0e272dd2d022" providerId="LiveId" clId="{1020E764-7D77-4C96-98F0-277F4DB9C8ED}" dt="2024-11-17T22:22:12.929" v="71186" actId="167"/>
          <ac:graphicFrameMkLst>
            <pc:docMk/>
            <pc:sldMk cId="3449492606" sldId="723"/>
            <ac:graphicFrameMk id="11" creationId="{769CD5E4-055A-8E14-A42E-8A2B8DFF50C1}"/>
          </ac:graphicFrameMkLst>
        </pc:graphicFrameChg>
        <pc:graphicFrameChg chg="add del mod">
          <ac:chgData name="Laurianne Lair" userId="877d0e272dd2d022" providerId="LiveId" clId="{1020E764-7D77-4C96-98F0-277F4DB9C8ED}" dt="2024-11-17T22:22:06.847" v="71183" actId="478"/>
          <ac:graphicFrameMkLst>
            <pc:docMk/>
            <pc:sldMk cId="3449492606" sldId="723"/>
            <ac:graphicFrameMk id="13" creationId="{770701BA-624C-96D9-16AD-F0F4E322F401}"/>
          </ac:graphicFrameMkLst>
        </pc:graphicFrameChg>
        <pc:picChg chg="add mod">
          <ac:chgData name="Laurianne Lair" userId="877d0e272dd2d022" providerId="LiveId" clId="{1020E764-7D77-4C96-98F0-277F4DB9C8ED}" dt="2024-11-13T13:32:07.440" v="29421" actId="1076"/>
          <ac:picMkLst>
            <pc:docMk/>
            <pc:sldMk cId="3449492606" sldId="723"/>
            <ac:picMk id="6" creationId="{2476705C-8A5A-619A-5BDD-58EF0D2B3EB2}"/>
          </ac:picMkLst>
        </pc:picChg>
        <pc:picChg chg="del mod">
          <ac:chgData name="Laurianne Lair" userId="877d0e272dd2d022" providerId="LiveId" clId="{1020E764-7D77-4C96-98F0-277F4DB9C8ED}" dt="2024-11-13T13:31:55.222" v="29418" actId="478"/>
          <ac:picMkLst>
            <pc:docMk/>
            <pc:sldMk cId="3449492606" sldId="723"/>
            <ac:picMk id="11" creationId="{CA7F18CC-9312-9113-DB9D-AF1E3F4924C5}"/>
          </ac:picMkLst>
        </pc:picChg>
        <pc:picChg chg="add mod">
          <ac:chgData name="Laurianne Lair" userId="877d0e272dd2d022" providerId="LiveId" clId="{1020E764-7D77-4C96-98F0-277F4DB9C8ED}" dt="2024-11-13T13:41:25.999" v="29915" actId="1076"/>
          <ac:picMkLst>
            <pc:docMk/>
            <pc:sldMk cId="3449492606" sldId="723"/>
            <ac:picMk id="15" creationId="{401FDF56-DABA-D9FC-2CB3-2325049E46D4}"/>
          </ac:picMkLst>
        </pc:picChg>
        <pc:cxnChg chg="add del">
          <ac:chgData name="Laurianne Lair" userId="877d0e272dd2d022" providerId="LiveId" clId="{1020E764-7D77-4C96-98F0-277F4DB9C8ED}" dt="2024-11-13T16:36:27.307" v="32075" actId="478"/>
          <ac:cxnSpMkLst>
            <pc:docMk/>
            <pc:sldMk cId="3449492606" sldId="723"/>
            <ac:cxnSpMk id="18" creationId="{8E474596-989B-5BC4-521F-0C4B04B46EE3}"/>
          </ac:cxnSpMkLst>
        </pc:cxnChg>
        <pc:cxnChg chg="add del">
          <ac:chgData name="Laurianne Lair" userId="877d0e272dd2d022" providerId="LiveId" clId="{1020E764-7D77-4C96-98F0-277F4DB9C8ED}" dt="2024-11-13T16:36:34.977" v="32077" actId="478"/>
          <ac:cxnSpMkLst>
            <pc:docMk/>
            <pc:sldMk cId="3449492606" sldId="723"/>
            <ac:cxnSpMk id="20" creationId="{D6E5198A-427C-81F1-BC0C-6AAA50396A02}"/>
          </ac:cxnSpMkLst>
        </pc:cxnChg>
        <pc:cxnChg chg="add mod">
          <ac:chgData name="Laurianne Lair" userId="877d0e272dd2d022" providerId="LiveId" clId="{1020E764-7D77-4C96-98F0-277F4DB9C8ED}" dt="2024-11-13T16:36:59.799" v="32082" actId="14100"/>
          <ac:cxnSpMkLst>
            <pc:docMk/>
            <pc:sldMk cId="3449492606" sldId="723"/>
            <ac:cxnSpMk id="21" creationId="{89011CFD-CF57-875A-1C41-1AA53D52FB4D}"/>
          </ac:cxnSpMkLst>
        </pc:cxnChg>
      </pc:sldChg>
      <pc:sldChg chg="delSp del mod ord delAnim">
        <pc:chgData name="Laurianne Lair" userId="877d0e272dd2d022" providerId="LiveId" clId="{1020E764-7D77-4C96-98F0-277F4DB9C8ED}" dt="2024-11-16T01:10:07.503" v="37319" actId="2696"/>
        <pc:sldMkLst>
          <pc:docMk/>
          <pc:sldMk cId="3202859798" sldId="724"/>
        </pc:sldMkLst>
        <pc:spChg chg="del">
          <ac:chgData name="Laurianne Lair" userId="877d0e272dd2d022" providerId="LiveId" clId="{1020E764-7D77-4C96-98F0-277F4DB9C8ED}" dt="2024-11-13T15:34:05.767" v="31844" actId="478"/>
          <ac:spMkLst>
            <pc:docMk/>
            <pc:sldMk cId="3202859798" sldId="724"/>
            <ac:spMk id="9" creationId="{1D2001DB-DEA6-75E7-7F31-F0A0B3279736}"/>
          </ac:spMkLst>
        </pc:spChg>
        <pc:picChg chg="del">
          <ac:chgData name="Laurianne Lair" userId="877d0e272dd2d022" providerId="LiveId" clId="{1020E764-7D77-4C96-98F0-277F4DB9C8ED}" dt="2024-11-13T15:34:04.997" v="31843" actId="478"/>
          <ac:picMkLst>
            <pc:docMk/>
            <pc:sldMk cId="3202859798" sldId="724"/>
            <ac:picMk id="19" creationId="{A328F3F6-3258-E124-2B09-B8F9720E8A48}"/>
          </ac:picMkLst>
        </pc:picChg>
      </pc:sldChg>
      <pc:sldChg chg="addSp delSp modSp mod modNotesTx">
        <pc:chgData name="Laurianne Lair" userId="877d0e272dd2d022" providerId="LiveId" clId="{1020E764-7D77-4C96-98F0-277F4DB9C8ED}" dt="2024-11-17T18:29:07.379" v="67373" actId="20577"/>
        <pc:sldMkLst>
          <pc:docMk/>
          <pc:sldMk cId="1681881839" sldId="727"/>
        </pc:sldMkLst>
        <pc:spChg chg="mod">
          <ac:chgData name="Laurianne Lair" userId="877d0e272dd2d022" providerId="LiveId" clId="{1020E764-7D77-4C96-98F0-277F4DB9C8ED}" dt="2024-11-17T18:29:07.379" v="67373" actId="20577"/>
          <ac:spMkLst>
            <pc:docMk/>
            <pc:sldMk cId="1681881839" sldId="727"/>
            <ac:spMk id="2" creationId="{61D5D715-1EFD-32EA-DB05-C9A942A2F422}"/>
          </ac:spMkLst>
        </pc:spChg>
        <pc:spChg chg="mod">
          <ac:chgData name="Laurianne Lair" userId="877d0e272dd2d022" providerId="LiveId" clId="{1020E764-7D77-4C96-98F0-277F4DB9C8ED}" dt="2024-11-13T16:36:07.821" v="32072" actId="1076"/>
          <ac:spMkLst>
            <pc:docMk/>
            <pc:sldMk cId="1681881839" sldId="727"/>
            <ac:spMk id="7" creationId="{791E39BF-39CD-3234-B8CB-2599F4569CD6}"/>
          </ac:spMkLst>
        </pc:spChg>
        <pc:spChg chg="mod">
          <ac:chgData name="Laurianne Lair" userId="877d0e272dd2d022" providerId="LiveId" clId="{1020E764-7D77-4C96-98F0-277F4DB9C8ED}" dt="2024-11-13T16:36:05.519" v="32071" actId="1076"/>
          <ac:spMkLst>
            <pc:docMk/>
            <pc:sldMk cId="1681881839" sldId="727"/>
            <ac:spMk id="8" creationId="{427BF9C1-04D6-0A28-F568-E71B7B6E48C6}"/>
          </ac:spMkLst>
        </pc:spChg>
        <pc:spChg chg="del mod">
          <ac:chgData name="Laurianne Lair" userId="877d0e272dd2d022" providerId="LiveId" clId="{1020E764-7D77-4C96-98F0-277F4DB9C8ED}" dt="2024-11-13T13:31:44.522" v="29416" actId="478"/>
          <ac:spMkLst>
            <pc:docMk/>
            <pc:sldMk cId="1681881839" sldId="727"/>
            <ac:spMk id="9" creationId="{DA88B89B-BAAD-C9AD-078B-72EAB1F9903B}"/>
          </ac:spMkLst>
        </pc:spChg>
        <pc:spChg chg="del">
          <ac:chgData name="Laurianne Lair" userId="877d0e272dd2d022" providerId="LiveId" clId="{1020E764-7D77-4C96-98F0-277F4DB9C8ED}" dt="2024-11-08T16:33:37.280" v="36" actId="478"/>
          <ac:spMkLst>
            <pc:docMk/>
            <pc:sldMk cId="1681881839" sldId="727"/>
            <ac:spMk id="10" creationId="{C4291908-9EC1-19C5-DCB6-837D3403FE0B}"/>
          </ac:spMkLst>
        </pc:spChg>
        <pc:spChg chg="add del mod">
          <ac:chgData name="Laurianne Lair" userId="877d0e272dd2d022" providerId="LiveId" clId="{1020E764-7D77-4C96-98F0-277F4DB9C8ED}" dt="2024-11-08T16:33:35.874" v="35" actId="478"/>
          <ac:spMkLst>
            <pc:docMk/>
            <pc:sldMk cId="1681881839" sldId="727"/>
            <ac:spMk id="11" creationId="{656CE7A5-A966-25C0-2B89-1B29B9D1CD8A}"/>
          </ac:spMkLst>
        </pc:spChg>
        <pc:spChg chg="add mod">
          <ac:chgData name="Laurianne Lair" userId="877d0e272dd2d022" providerId="LiveId" clId="{1020E764-7D77-4C96-98F0-277F4DB9C8ED}" dt="2024-11-08T16:33:37.547" v="37"/>
          <ac:spMkLst>
            <pc:docMk/>
            <pc:sldMk cId="1681881839" sldId="727"/>
            <ac:spMk id="13" creationId="{4FBE3356-FD05-9BDB-5775-5E8B1540ABC2}"/>
          </ac:spMkLst>
        </pc:spChg>
        <pc:spChg chg="mod">
          <ac:chgData name="Laurianne Lair" userId="877d0e272dd2d022" providerId="LiveId" clId="{1020E764-7D77-4C96-98F0-277F4DB9C8ED}" dt="2024-11-13T16:39:13.783" v="32098" actId="20577"/>
          <ac:spMkLst>
            <pc:docMk/>
            <pc:sldMk cId="1681881839" sldId="727"/>
            <ac:spMk id="42" creationId="{42388080-8C1D-5382-4B90-AD010DD2CC4D}"/>
          </ac:spMkLst>
        </pc:spChg>
        <pc:graphicFrameChg chg="del">
          <ac:chgData name="Laurianne Lair" userId="877d0e272dd2d022" providerId="LiveId" clId="{1020E764-7D77-4C96-98F0-277F4DB9C8ED}" dt="2024-11-11T17:44:17.719" v="22627" actId="478"/>
          <ac:graphicFrameMkLst>
            <pc:docMk/>
            <pc:sldMk cId="1681881839" sldId="727"/>
            <ac:graphicFrameMk id="6" creationId="{95532014-FCF0-CDAA-D050-918D381CD570}"/>
          </ac:graphicFrameMkLst>
        </pc:graphicFrameChg>
        <pc:graphicFrameChg chg="del">
          <ac:chgData name="Laurianne Lair" userId="877d0e272dd2d022" providerId="LiveId" clId="{1020E764-7D77-4C96-98F0-277F4DB9C8ED}" dt="2024-11-11T17:46:05.202" v="22629" actId="478"/>
          <ac:graphicFrameMkLst>
            <pc:docMk/>
            <pc:sldMk cId="1681881839" sldId="727"/>
            <ac:graphicFrameMk id="12" creationId="{EC8F26AE-915B-3104-4B29-162092D69A0B}"/>
          </ac:graphicFrameMkLst>
        </pc:graphicFrameChg>
        <pc:graphicFrameChg chg="add mod">
          <ac:chgData name="Laurianne Lair" userId="877d0e272dd2d022" providerId="LiveId" clId="{1020E764-7D77-4C96-98F0-277F4DB9C8ED}" dt="2024-11-11T17:44:17.954" v="22628"/>
          <ac:graphicFrameMkLst>
            <pc:docMk/>
            <pc:sldMk cId="1681881839" sldId="727"/>
            <ac:graphicFrameMk id="14" creationId="{037DA964-3DBB-A2CC-FA60-B3B01A649C95}"/>
          </ac:graphicFrameMkLst>
        </pc:graphicFrameChg>
        <pc:graphicFrameChg chg="add mod ord">
          <ac:chgData name="Laurianne Lair" userId="877d0e272dd2d022" providerId="LiveId" clId="{1020E764-7D77-4C96-98F0-277F4DB9C8ED}" dt="2024-11-11T17:55:45.889" v="22784" actId="1037"/>
          <ac:graphicFrameMkLst>
            <pc:docMk/>
            <pc:sldMk cId="1681881839" sldId="727"/>
            <ac:graphicFrameMk id="15" creationId="{730B1F94-D959-4B75-5484-5A1465D771D5}"/>
          </ac:graphicFrameMkLst>
        </pc:graphicFrameChg>
        <pc:picChg chg="del">
          <ac:chgData name="Laurianne Lair" userId="877d0e272dd2d022" providerId="LiveId" clId="{1020E764-7D77-4C96-98F0-277F4DB9C8ED}" dt="2024-11-13T13:31:45.127" v="29417" actId="478"/>
          <ac:picMkLst>
            <pc:docMk/>
            <pc:sldMk cId="1681881839" sldId="727"/>
            <ac:picMk id="19" creationId="{F50D3B22-7344-74AE-680D-9830EFA63413}"/>
          </ac:picMkLst>
        </pc:picChg>
        <pc:cxnChg chg="mod">
          <ac:chgData name="Laurianne Lair" userId="877d0e272dd2d022" providerId="LiveId" clId="{1020E764-7D77-4C96-98F0-277F4DB9C8ED}" dt="2024-11-13T16:36:12.854" v="32073" actId="14100"/>
          <ac:cxnSpMkLst>
            <pc:docMk/>
            <pc:sldMk cId="1681881839" sldId="727"/>
            <ac:cxnSpMk id="5" creationId="{9D574D9F-3A39-242D-5861-A7B11ED3F780}"/>
          </ac:cxnSpMkLst>
        </pc:cxnChg>
      </pc:sldChg>
      <pc:sldChg chg="addSp delSp modSp mod delAnim modAnim modNotesTx">
        <pc:chgData name="Laurianne Lair" userId="877d0e272dd2d022" providerId="LiveId" clId="{1020E764-7D77-4C96-98F0-277F4DB9C8ED}" dt="2024-11-17T18:28:58.826" v="67351" actId="20577"/>
        <pc:sldMkLst>
          <pc:docMk/>
          <pc:sldMk cId="1154243937" sldId="730"/>
        </pc:sldMkLst>
        <pc:spChg chg="mod">
          <ac:chgData name="Laurianne Lair" userId="877d0e272dd2d022" providerId="LiveId" clId="{1020E764-7D77-4C96-98F0-277F4DB9C8ED}" dt="2024-11-17T18:28:58.826" v="67351" actId="20577"/>
          <ac:spMkLst>
            <pc:docMk/>
            <pc:sldMk cId="1154243937" sldId="730"/>
            <ac:spMk id="2" creationId="{F40A7097-BC2C-684C-6F10-5975C9E8D01E}"/>
          </ac:spMkLst>
        </pc:spChg>
        <pc:spChg chg="del">
          <ac:chgData name="Laurianne Lair" userId="877d0e272dd2d022" providerId="LiveId" clId="{1020E764-7D77-4C96-98F0-277F4DB9C8ED}" dt="2024-11-11T17:43:38.547" v="22606" actId="478"/>
          <ac:spMkLst>
            <pc:docMk/>
            <pc:sldMk cId="1154243937" sldId="730"/>
            <ac:spMk id="5" creationId="{37C8C65D-9D95-1AD0-413E-B07296C70D84}"/>
          </ac:spMkLst>
        </pc:spChg>
        <pc:spChg chg="del">
          <ac:chgData name="Laurianne Lair" userId="877d0e272dd2d022" providerId="LiveId" clId="{1020E764-7D77-4C96-98F0-277F4DB9C8ED}" dt="2024-11-11T17:43:38.547" v="22606" actId="478"/>
          <ac:spMkLst>
            <pc:docMk/>
            <pc:sldMk cId="1154243937" sldId="730"/>
            <ac:spMk id="7" creationId="{0EC046DD-56CD-4555-3E47-14695CDA2059}"/>
          </ac:spMkLst>
        </pc:spChg>
        <pc:spChg chg="mod">
          <ac:chgData name="Laurianne Lair" userId="877d0e272dd2d022" providerId="LiveId" clId="{1020E764-7D77-4C96-98F0-277F4DB9C8ED}" dt="2024-11-11T17:50:51.986" v="22711" actId="1076"/>
          <ac:spMkLst>
            <pc:docMk/>
            <pc:sldMk cId="1154243937" sldId="730"/>
            <ac:spMk id="10" creationId="{7475AC6B-E60F-CF73-A786-66FC8E7B882F}"/>
          </ac:spMkLst>
        </pc:spChg>
        <pc:spChg chg="mod">
          <ac:chgData name="Laurianne Lair" userId="877d0e272dd2d022" providerId="LiveId" clId="{1020E764-7D77-4C96-98F0-277F4DB9C8ED}" dt="2024-11-11T17:51:03.463" v="22716" actId="1076"/>
          <ac:spMkLst>
            <pc:docMk/>
            <pc:sldMk cId="1154243937" sldId="730"/>
            <ac:spMk id="11" creationId="{E9B7E57E-8355-B152-6765-13A694D797B5}"/>
          </ac:spMkLst>
        </pc:spChg>
        <pc:spChg chg="del">
          <ac:chgData name="Laurianne Lair" userId="877d0e272dd2d022" providerId="LiveId" clId="{1020E764-7D77-4C96-98F0-277F4DB9C8ED}" dt="2024-11-11T17:43:38.547" v="22606" actId="478"/>
          <ac:spMkLst>
            <pc:docMk/>
            <pc:sldMk cId="1154243937" sldId="730"/>
            <ac:spMk id="12" creationId="{305BF1CD-08CF-BC7C-0734-B6996B7CE51F}"/>
          </ac:spMkLst>
        </pc:spChg>
        <pc:spChg chg="mod">
          <ac:chgData name="Laurianne Lair" userId="877d0e272dd2d022" providerId="LiveId" clId="{1020E764-7D77-4C96-98F0-277F4DB9C8ED}" dt="2024-11-11T17:51:15.370" v="22727" actId="1076"/>
          <ac:spMkLst>
            <pc:docMk/>
            <pc:sldMk cId="1154243937" sldId="730"/>
            <ac:spMk id="13" creationId="{731A8336-1C1C-35F6-2288-4D16879B7F9D}"/>
          </ac:spMkLst>
        </pc:spChg>
        <pc:spChg chg="del">
          <ac:chgData name="Laurianne Lair" userId="877d0e272dd2d022" providerId="LiveId" clId="{1020E764-7D77-4C96-98F0-277F4DB9C8ED}" dt="2024-11-08T16:33:32.046" v="32" actId="478"/>
          <ac:spMkLst>
            <pc:docMk/>
            <pc:sldMk cId="1154243937" sldId="730"/>
            <ac:spMk id="14" creationId="{103816E6-E9FA-1F54-7986-7D282097FD6E}"/>
          </ac:spMkLst>
        </pc:spChg>
        <pc:spChg chg="add mod">
          <ac:chgData name="Laurianne Lair" userId="877d0e272dd2d022" providerId="LiveId" clId="{1020E764-7D77-4C96-98F0-277F4DB9C8ED}" dt="2024-11-08T16:33:32.347" v="33"/>
          <ac:spMkLst>
            <pc:docMk/>
            <pc:sldMk cId="1154243937" sldId="730"/>
            <ac:spMk id="16" creationId="{71DF3ACF-435A-B585-C913-9E0D88D8AC04}"/>
          </ac:spMkLst>
        </pc:spChg>
        <pc:spChg chg="add del mod">
          <ac:chgData name="Laurianne Lair" userId="877d0e272dd2d022" providerId="LiveId" clId="{1020E764-7D77-4C96-98F0-277F4DB9C8ED}" dt="2024-11-11T17:51:20.045" v="22728" actId="478"/>
          <ac:spMkLst>
            <pc:docMk/>
            <pc:sldMk cId="1154243937" sldId="730"/>
            <ac:spMk id="21" creationId="{BF5AB99A-4591-A27D-C0CE-F6DE2662D734}"/>
          </ac:spMkLst>
        </pc:spChg>
        <pc:spChg chg="add del mod">
          <ac:chgData name="Laurianne Lair" userId="877d0e272dd2d022" providerId="LiveId" clId="{1020E764-7D77-4C96-98F0-277F4DB9C8ED}" dt="2024-11-11T17:49:21.490" v="22665" actId="478"/>
          <ac:spMkLst>
            <pc:docMk/>
            <pc:sldMk cId="1154243937" sldId="730"/>
            <ac:spMk id="22" creationId="{3B175551-489D-A6BB-30C5-BDE1DD4C1C10}"/>
          </ac:spMkLst>
        </pc:spChg>
        <pc:spChg chg="add del mod">
          <ac:chgData name="Laurianne Lair" userId="877d0e272dd2d022" providerId="LiveId" clId="{1020E764-7D77-4C96-98F0-277F4DB9C8ED}" dt="2024-11-11T17:49:22.229" v="22666" actId="478"/>
          <ac:spMkLst>
            <pc:docMk/>
            <pc:sldMk cId="1154243937" sldId="730"/>
            <ac:spMk id="23" creationId="{10EA45EC-90D3-687C-583A-EC3D0C079B04}"/>
          </ac:spMkLst>
        </pc:spChg>
        <pc:spChg chg="add del mod">
          <ac:chgData name="Laurianne Lair" userId="877d0e272dd2d022" providerId="LiveId" clId="{1020E764-7D77-4C96-98F0-277F4DB9C8ED}" dt="2024-11-11T17:49:27.298" v="22670" actId="478"/>
          <ac:spMkLst>
            <pc:docMk/>
            <pc:sldMk cId="1154243937" sldId="730"/>
            <ac:spMk id="24" creationId="{6B44B9FD-BFF7-F85C-F187-74D8154328A7}"/>
          </ac:spMkLst>
        </pc:spChg>
        <pc:spChg chg="add del mod">
          <ac:chgData name="Laurianne Lair" userId="877d0e272dd2d022" providerId="LiveId" clId="{1020E764-7D77-4C96-98F0-277F4DB9C8ED}" dt="2024-11-11T17:49:22.685" v="22667" actId="478"/>
          <ac:spMkLst>
            <pc:docMk/>
            <pc:sldMk cId="1154243937" sldId="730"/>
            <ac:spMk id="25" creationId="{E2F65CC2-8775-187B-B4A4-87361B9A03FB}"/>
          </ac:spMkLst>
        </pc:spChg>
        <pc:spChg chg="add mod">
          <ac:chgData name="Laurianne Lair" userId="877d0e272dd2d022" providerId="LiveId" clId="{1020E764-7D77-4C96-98F0-277F4DB9C8ED}" dt="2024-11-11T17:51:57.324" v="22757" actId="14861"/>
          <ac:spMkLst>
            <pc:docMk/>
            <pc:sldMk cId="1154243937" sldId="730"/>
            <ac:spMk id="28" creationId="{174B0ACB-A1E7-8330-13FD-B7D6B2C6B789}"/>
          </ac:spMkLst>
        </pc:spChg>
        <pc:spChg chg="add mod">
          <ac:chgData name="Laurianne Lair" userId="877d0e272dd2d022" providerId="LiveId" clId="{1020E764-7D77-4C96-98F0-277F4DB9C8ED}" dt="2024-11-11T17:52:20.350" v="22759" actId="1076"/>
          <ac:spMkLst>
            <pc:docMk/>
            <pc:sldMk cId="1154243937" sldId="730"/>
            <ac:spMk id="29" creationId="{57DD03DB-4ECF-7EF8-8884-6861A6610B35}"/>
          </ac:spMkLst>
        </pc:spChg>
        <pc:spChg chg="add mod">
          <ac:chgData name="Laurianne Lair" userId="877d0e272dd2d022" providerId="LiveId" clId="{1020E764-7D77-4C96-98F0-277F4DB9C8ED}" dt="2024-11-11T17:52:24.608" v="22761" actId="1076"/>
          <ac:spMkLst>
            <pc:docMk/>
            <pc:sldMk cId="1154243937" sldId="730"/>
            <ac:spMk id="30" creationId="{B0CB0460-05C4-EE2D-FD77-290983DDDCEF}"/>
          </ac:spMkLst>
        </pc:spChg>
        <pc:spChg chg="add del mod">
          <ac:chgData name="Laurianne Lair" userId="877d0e272dd2d022" providerId="LiveId" clId="{1020E764-7D77-4C96-98F0-277F4DB9C8ED}" dt="2024-11-11T18:00:43.486" v="22824" actId="478"/>
          <ac:spMkLst>
            <pc:docMk/>
            <pc:sldMk cId="1154243937" sldId="730"/>
            <ac:spMk id="31" creationId="{7A7FF627-1D89-0602-3713-61F200770F90}"/>
          </ac:spMkLst>
        </pc:spChg>
        <pc:spChg chg="mod">
          <ac:chgData name="Laurianne Lair" userId="877d0e272dd2d022" providerId="LiveId" clId="{1020E764-7D77-4C96-98F0-277F4DB9C8ED}" dt="2024-11-13T16:39:08.488" v="32094" actId="20577"/>
          <ac:spMkLst>
            <pc:docMk/>
            <pc:sldMk cId="1154243937" sldId="730"/>
            <ac:spMk id="42" creationId="{0F9E2EFD-9B98-1956-A656-D9F9E9C96223}"/>
          </ac:spMkLst>
        </pc:spChg>
        <pc:graphicFrameChg chg="del mod">
          <ac:chgData name="Laurianne Lair" userId="877d0e272dd2d022" providerId="LiveId" clId="{1020E764-7D77-4C96-98F0-277F4DB9C8ED}" dt="2024-11-11T17:43:29.285" v="22602" actId="478"/>
          <ac:graphicFrameMkLst>
            <pc:docMk/>
            <pc:sldMk cId="1154243937" sldId="730"/>
            <ac:graphicFrameMk id="3" creationId="{EED7A0DB-E4E2-A349-C4B6-9DBDD56E91E8}"/>
          </ac:graphicFrameMkLst>
        </pc:graphicFrameChg>
        <pc:graphicFrameChg chg="mod">
          <ac:chgData name="Laurianne Lair" userId="877d0e272dd2d022" providerId="LiveId" clId="{1020E764-7D77-4C96-98F0-277F4DB9C8ED}" dt="2024-11-11T17:43:36.790" v="22605" actId="1076"/>
          <ac:graphicFrameMkLst>
            <pc:docMk/>
            <pc:sldMk cId="1154243937" sldId="730"/>
            <ac:graphicFrameMk id="6" creationId="{8481747F-EDB4-3E70-C4D1-F2407773AA31}"/>
          </ac:graphicFrameMkLst>
        </pc:graphicFrameChg>
        <pc:graphicFrameChg chg="del mod">
          <ac:chgData name="Laurianne Lair" userId="877d0e272dd2d022" providerId="LiveId" clId="{1020E764-7D77-4C96-98F0-277F4DB9C8ED}" dt="2024-11-11T17:43:28.445" v="22601" actId="478"/>
          <ac:graphicFrameMkLst>
            <pc:docMk/>
            <pc:sldMk cId="1154243937" sldId="730"/>
            <ac:graphicFrameMk id="8" creationId="{39DDB22C-A8B3-CD70-07C8-876C7D9402E0}"/>
          </ac:graphicFrameMkLst>
        </pc:graphicFrameChg>
        <pc:graphicFrameChg chg="add del mod ord">
          <ac:chgData name="Laurianne Lair" userId="877d0e272dd2d022" providerId="LiveId" clId="{1020E764-7D77-4C96-98F0-277F4DB9C8ED}" dt="2024-11-11T17:51:43.245" v="22750" actId="1036"/>
          <ac:graphicFrameMkLst>
            <pc:docMk/>
            <pc:sldMk cId="1154243937" sldId="730"/>
            <ac:graphicFrameMk id="19" creationId="{936E94A9-3A92-1922-EC8B-3E1F16CB8749}"/>
          </ac:graphicFrameMkLst>
        </pc:graphicFrameChg>
        <pc:graphicFrameChg chg="add mod ord">
          <ac:chgData name="Laurianne Lair" userId="877d0e272dd2d022" providerId="LiveId" clId="{1020E764-7D77-4C96-98F0-277F4DB9C8ED}" dt="2024-11-11T17:50:21.127" v="22696" actId="167"/>
          <ac:graphicFrameMkLst>
            <pc:docMk/>
            <pc:sldMk cId="1154243937" sldId="730"/>
            <ac:graphicFrameMk id="26" creationId="{4C7DFB2D-37AC-243D-1A74-B6984C68C8BA}"/>
          </ac:graphicFrameMkLst>
        </pc:graphicFrameChg>
        <pc:graphicFrameChg chg="add mod ord">
          <ac:chgData name="Laurianne Lair" userId="877d0e272dd2d022" providerId="LiveId" clId="{1020E764-7D77-4C96-98F0-277F4DB9C8ED}" dt="2024-11-11T17:50:18.994" v="22695" actId="167"/>
          <ac:graphicFrameMkLst>
            <pc:docMk/>
            <pc:sldMk cId="1154243937" sldId="730"/>
            <ac:graphicFrameMk id="27" creationId="{4F83FB42-F877-1BA9-2CBC-14D5A3652757}"/>
          </ac:graphicFrameMkLst>
        </pc:graphicFrameChg>
        <pc:graphicFrameChg chg="del mod">
          <ac:chgData name="Laurianne Lair" userId="877d0e272dd2d022" providerId="LiveId" clId="{1020E764-7D77-4C96-98F0-277F4DB9C8ED}" dt="2024-11-11T17:43:30.197" v="22603" actId="478"/>
          <ac:graphicFrameMkLst>
            <pc:docMk/>
            <pc:sldMk cId="1154243937" sldId="730"/>
            <ac:graphicFrameMk id="33" creationId="{E6C92401-FD67-44C6-8212-4FCB27883C41}"/>
          </ac:graphicFrameMkLst>
        </pc:graphicFrameChg>
        <pc:picChg chg="add del mod">
          <ac:chgData name="Laurianne Lair" userId="877d0e272dd2d022" providerId="LiveId" clId="{1020E764-7D77-4C96-98F0-277F4DB9C8ED}" dt="2024-11-11T18:00:43.486" v="22824" actId="478"/>
          <ac:picMkLst>
            <pc:docMk/>
            <pc:sldMk cId="1154243937" sldId="730"/>
            <ac:picMk id="32" creationId="{CF73907A-F90F-9DF9-6CE5-4077CE86EEC0}"/>
          </ac:picMkLst>
        </pc:picChg>
        <pc:cxnChg chg="mod">
          <ac:chgData name="Laurianne Lair" userId="877d0e272dd2d022" providerId="LiveId" clId="{1020E764-7D77-4C96-98F0-277F4DB9C8ED}" dt="2024-11-11T17:50:49.734" v="22710" actId="1076"/>
          <ac:cxnSpMkLst>
            <pc:docMk/>
            <pc:sldMk cId="1154243937" sldId="730"/>
            <ac:cxnSpMk id="15" creationId="{70F0A93B-44CF-6D45-0F82-7CE7EEB940CA}"/>
          </ac:cxnSpMkLst>
        </pc:cxnChg>
        <pc:cxnChg chg="mod">
          <ac:chgData name="Laurianne Lair" userId="877d0e272dd2d022" providerId="LiveId" clId="{1020E764-7D77-4C96-98F0-277F4DB9C8ED}" dt="2024-11-11T17:51:01.340" v="22715" actId="1076"/>
          <ac:cxnSpMkLst>
            <pc:docMk/>
            <pc:sldMk cId="1154243937" sldId="730"/>
            <ac:cxnSpMk id="18" creationId="{56297808-3458-2C05-8DC6-EDAA55409C0A}"/>
          </ac:cxnSpMkLst>
        </pc:cxnChg>
        <pc:cxnChg chg="mod">
          <ac:chgData name="Laurianne Lair" userId="877d0e272dd2d022" providerId="LiveId" clId="{1020E764-7D77-4C96-98F0-277F4DB9C8ED}" dt="2024-11-11T17:51:11.096" v="22726" actId="1037"/>
          <ac:cxnSpMkLst>
            <pc:docMk/>
            <pc:sldMk cId="1154243937" sldId="730"/>
            <ac:cxnSpMk id="20" creationId="{ECAB2D5F-CDEB-56B2-FDC4-B815108B36E4}"/>
          </ac:cxnSpMkLst>
        </pc:cxnChg>
      </pc:sldChg>
      <pc:sldChg chg="del">
        <pc:chgData name="Laurianne Lair" userId="877d0e272dd2d022" providerId="LiveId" clId="{1020E764-7D77-4C96-98F0-277F4DB9C8ED}" dt="2024-11-14T19:28:47.925" v="33340" actId="2696"/>
        <pc:sldMkLst>
          <pc:docMk/>
          <pc:sldMk cId="1214608004" sldId="731"/>
        </pc:sldMkLst>
      </pc:sldChg>
      <pc:sldChg chg="del">
        <pc:chgData name="Laurianne Lair" userId="877d0e272dd2d022" providerId="LiveId" clId="{1020E764-7D77-4C96-98F0-277F4DB9C8ED}" dt="2024-11-14T19:28:43.266" v="33339" actId="2696"/>
        <pc:sldMkLst>
          <pc:docMk/>
          <pc:sldMk cId="3856258401" sldId="732"/>
        </pc:sldMkLst>
      </pc:sldChg>
      <pc:sldChg chg="modSp del modNotesTx">
        <pc:chgData name="Laurianne Lair" userId="877d0e272dd2d022" providerId="LiveId" clId="{1020E764-7D77-4C96-98F0-277F4DB9C8ED}" dt="2024-11-11T13:46:35.399" v="6622" actId="2696"/>
        <pc:sldMkLst>
          <pc:docMk/>
          <pc:sldMk cId="0" sldId="734"/>
        </pc:sldMkLst>
        <pc:spChg chg="mod">
          <ac:chgData name="Laurianne Lair" userId="877d0e272dd2d022" providerId="LiveId" clId="{1020E764-7D77-4C96-98F0-277F4DB9C8ED}" dt="2024-11-11T13:46:29.172" v="6620" actId="1076"/>
          <ac:spMkLst>
            <pc:docMk/>
            <pc:sldMk cId="0" sldId="734"/>
            <ac:spMk id="87" creationId="{4C5675A1-640D-41B6-834F-FE533FBC3160}"/>
          </ac:spMkLst>
        </pc:spChg>
        <pc:spChg chg="mod">
          <ac:chgData name="Laurianne Lair" userId="877d0e272dd2d022" providerId="LiveId" clId="{1020E764-7D77-4C96-98F0-277F4DB9C8ED}" dt="2024-11-11T13:46:29.172" v="6620" actId="1076"/>
          <ac:spMkLst>
            <pc:docMk/>
            <pc:sldMk cId="0" sldId="734"/>
            <ac:spMk id="90" creationId="{E58792D3-2816-402C-A408-39B15356E766}"/>
          </ac:spMkLst>
        </pc:spChg>
        <pc:grpChg chg="mod">
          <ac:chgData name="Laurianne Lair" userId="877d0e272dd2d022" providerId="LiveId" clId="{1020E764-7D77-4C96-98F0-277F4DB9C8ED}" dt="2024-11-11T13:46:29.172" v="6620" actId="1076"/>
          <ac:grpSpMkLst>
            <pc:docMk/>
            <pc:sldMk cId="0" sldId="734"/>
            <ac:grpSpMk id="85" creationId="{87986BD7-2DDD-447F-8E72-93D0AC8E053A}"/>
          </ac:grpSpMkLst>
        </pc:grpChg>
        <pc:grpChg chg="mod">
          <ac:chgData name="Laurianne Lair" userId="877d0e272dd2d022" providerId="LiveId" clId="{1020E764-7D77-4C96-98F0-277F4DB9C8ED}" dt="2024-11-11T13:46:29.172" v="6620" actId="1076"/>
          <ac:grpSpMkLst>
            <pc:docMk/>
            <pc:sldMk cId="0" sldId="734"/>
            <ac:grpSpMk id="88" creationId="{D1EB3627-E634-40FC-963E-FDD995E9DBA5}"/>
          </ac:grpSpMkLst>
        </pc:grpChg>
        <pc:picChg chg="mod">
          <ac:chgData name="Laurianne Lair" userId="877d0e272dd2d022" providerId="LiveId" clId="{1020E764-7D77-4C96-98F0-277F4DB9C8ED}" dt="2024-11-11T13:46:29.172" v="6620" actId="1076"/>
          <ac:picMkLst>
            <pc:docMk/>
            <pc:sldMk cId="0" sldId="734"/>
            <ac:picMk id="86" creationId="{777823AE-9D8B-4677-A00D-4F83DAD1B870}"/>
          </ac:picMkLst>
        </pc:picChg>
        <pc:picChg chg="mod">
          <ac:chgData name="Laurianne Lair" userId="877d0e272dd2d022" providerId="LiveId" clId="{1020E764-7D77-4C96-98F0-277F4DB9C8ED}" dt="2024-11-11T13:46:29.172" v="6620" actId="1076"/>
          <ac:picMkLst>
            <pc:docMk/>
            <pc:sldMk cId="0" sldId="734"/>
            <ac:picMk id="89" creationId="{3BAB4758-0EBB-4B04-B092-9A2EDADDABFF}"/>
          </ac:picMkLst>
        </pc:picChg>
        <pc:picChg chg="mod">
          <ac:chgData name="Laurianne Lair" userId="877d0e272dd2d022" providerId="LiveId" clId="{1020E764-7D77-4C96-98F0-277F4DB9C8ED}" dt="2024-11-11T13:46:29.172" v="6620" actId="1076"/>
          <ac:picMkLst>
            <pc:docMk/>
            <pc:sldMk cId="0" sldId="734"/>
            <ac:picMk id="92" creationId="{C286510E-594B-47E7-A8E0-2F252783147B}"/>
          </ac:picMkLst>
        </pc:picChg>
      </pc:sldChg>
      <pc:sldChg chg="addSp delSp modSp mod ord delAnim modAnim modNotesTx">
        <pc:chgData name="Laurianne Lair" userId="877d0e272dd2d022" providerId="LiveId" clId="{1020E764-7D77-4C96-98F0-277F4DB9C8ED}" dt="2024-11-18T12:28:15.430" v="71362" actId="208"/>
        <pc:sldMkLst>
          <pc:docMk/>
          <pc:sldMk cId="1234498781" sldId="735"/>
        </pc:sldMkLst>
        <pc:spChg chg="mod">
          <ac:chgData name="Laurianne Lair" userId="877d0e272dd2d022" providerId="LiveId" clId="{1020E764-7D77-4C96-98F0-277F4DB9C8ED}" dt="2024-11-11T14:28:22.965" v="9649" actId="20577"/>
          <ac:spMkLst>
            <pc:docMk/>
            <pc:sldMk cId="1234498781" sldId="735"/>
            <ac:spMk id="2" creationId="{BF9D7742-28C1-5F0B-BDC7-29FF4E4AC853}"/>
          </ac:spMkLst>
        </pc:spChg>
        <pc:spChg chg="mod">
          <ac:chgData name="Laurianne Lair" userId="877d0e272dd2d022" providerId="LiveId" clId="{1020E764-7D77-4C96-98F0-277F4DB9C8ED}" dt="2024-11-16T22:24:15.639" v="42781" actId="1076"/>
          <ac:spMkLst>
            <pc:docMk/>
            <pc:sldMk cId="1234498781" sldId="735"/>
            <ac:spMk id="3" creationId="{BB54BB2E-11E6-46F6-CB28-40F5AA06F3EC}"/>
          </ac:spMkLst>
        </pc:spChg>
        <pc:spChg chg="add mod">
          <ac:chgData name="Laurianne Lair" userId="877d0e272dd2d022" providerId="LiveId" clId="{1020E764-7D77-4C96-98F0-277F4DB9C8ED}" dt="2024-11-17T18:00:45.113" v="67123" actId="1076"/>
          <ac:spMkLst>
            <pc:docMk/>
            <pc:sldMk cId="1234498781" sldId="735"/>
            <ac:spMk id="4" creationId="{DEA24410-2F7F-DC9E-CA83-509D7251C45C}"/>
          </ac:spMkLst>
        </pc:spChg>
        <pc:spChg chg="mod">
          <ac:chgData name="Laurianne Lair" userId="877d0e272dd2d022" providerId="LiveId" clId="{1020E764-7D77-4C96-98F0-277F4DB9C8ED}" dt="2024-11-16T22:24:15.639" v="42781" actId="1076"/>
          <ac:spMkLst>
            <pc:docMk/>
            <pc:sldMk cId="1234498781" sldId="735"/>
            <ac:spMk id="5" creationId="{1ECD9A71-708A-BFB0-F000-5CA0611F1310}"/>
          </ac:spMkLst>
        </pc:spChg>
        <pc:spChg chg="mod">
          <ac:chgData name="Laurianne Lair" userId="877d0e272dd2d022" providerId="LiveId" clId="{1020E764-7D77-4C96-98F0-277F4DB9C8ED}" dt="2024-11-16T22:24:15.639" v="42781" actId="1076"/>
          <ac:spMkLst>
            <pc:docMk/>
            <pc:sldMk cId="1234498781" sldId="735"/>
            <ac:spMk id="8" creationId="{5449ED9A-6BDF-BDF0-539D-69DC0C791806}"/>
          </ac:spMkLst>
        </pc:spChg>
        <pc:spChg chg="mod">
          <ac:chgData name="Laurianne Lair" userId="877d0e272dd2d022" providerId="LiveId" clId="{1020E764-7D77-4C96-98F0-277F4DB9C8ED}" dt="2024-11-16T22:24:15.639" v="42781" actId="1076"/>
          <ac:spMkLst>
            <pc:docMk/>
            <pc:sldMk cId="1234498781" sldId="735"/>
            <ac:spMk id="13" creationId="{62712E03-DEF0-E35E-9D62-3027BF381EA1}"/>
          </ac:spMkLst>
        </pc:spChg>
        <pc:spChg chg="mod">
          <ac:chgData name="Laurianne Lair" userId="877d0e272dd2d022" providerId="LiveId" clId="{1020E764-7D77-4C96-98F0-277F4DB9C8ED}" dt="2024-11-16T22:24:15.639" v="42781" actId="1076"/>
          <ac:spMkLst>
            <pc:docMk/>
            <pc:sldMk cId="1234498781" sldId="735"/>
            <ac:spMk id="33" creationId="{A2ECAE68-3918-BE64-6ED9-484D04FEA202}"/>
          </ac:spMkLst>
        </pc:spChg>
        <pc:spChg chg="mod">
          <ac:chgData name="Laurianne Lair" userId="877d0e272dd2d022" providerId="LiveId" clId="{1020E764-7D77-4C96-98F0-277F4DB9C8ED}" dt="2024-11-11T14:27:41.168" v="9589" actId="1076"/>
          <ac:spMkLst>
            <pc:docMk/>
            <pc:sldMk cId="1234498781" sldId="735"/>
            <ac:spMk id="34" creationId="{2A16C4DA-D075-6874-3736-B3C3CDBE0FB9}"/>
          </ac:spMkLst>
        </pc:spChg>
        <pc:spChg chg="mod">
          <ac:chgData name="Laurianne Lair" userId="877d0e272dd2d022" providerId="LiveId" clId="{1020E764-7D77-4C96-98F0-277F4DB9C8ED}" dt="2024-11-17T18:00:54.945" v="67156" actId="1035"/>
          <ac:spMkLst>
            <pc:docMk/>
            <pc:sldMk cId="1234498781" sldId="735"/>
            <ac:spMk id="46" creationId="{D4496ABC-5602-A79F-5E2F-B4EB1DB79D68}"/>
          </ac:spMkLst>
        </pc:spChg>
        <pc:spChg chg="mod">
          <ac:chgData name="Laurianne Lair" userId="877d0e272dd2d022" providerId="LiveId" clId="{1020E764-7D77-4C96-98F0-277F4DB9C8ED}" dt="2024-11-17T18:00:54.945" v="67156" actId="1035"/>
          <ac:spMkLst>
            <pc:docMk/>
            <pc:sldMk cId="1234498781" sldId="735"/>
            <ac:spMk id="47" creationId="{159ECB9E-50ED-93A0-43DF-9E3B2EF28B70}"/>
          </ac:spMkLst>
        </pc:spChg>
        <pc:spChg chg="mod">
          <ac:chgData name="Laurianne Lair" userId="877d0e272dd2d022" providerId="LiveId" clId="{1020E764-7D77-4C96-98F0-277F4DB9C8ED}" dt="2024-11-18T12:28:15.430" v="71362" actId="208"/>
          <ac:spMkLst>
            <pc:docMk/>
            <pc:sldMk cId="1234498781" sldId="735"/>
            <ac:spMk id="48" creationId="{3D05F697-C7A7-8C14-6A64-055024D740A1}"/>
          </ac:spMkLst>
        </pc:spChg>
        <pc:spChg chg="add del mod">
          <ac:chgData name="Laurianne Lair" userId="877d0e272dd2d022" providerId="LiveId" clId="{1020E764-7D77-4C96-98F0-277F4DB9C8ED}" dt="2024-11-11T14:22:41.994" v="9120" actId="21"/>
          <ac:spMkLst>
            <pc:docMk/>
            <pc:sldMk cId="1234498781" sldId="735"/>
            <ac:spMk id="51" creationId="{82F7144F-0B9A-1EB1-E82D-1316A1428EFB}"/>
          </ac:spMkLst>
        </pc:spChg>
        <pc:spChg chg="mod">
          <ac:chgData name="Laurianne Lair" userId="877d0e272dd2d022" providerId="LiveId" clId="{1020E764-7D77-4C96-98F0-277F4DB9C8ED}" dt="2024-11-16T22:24:33.901" v="42787" actId="1076"/>
          <ac:spMkLst>
            <pc:docMk/>
            <pc:sldMk cId="1234498781" sldId="735"/>
            <ac:spMk id="190" creationId="{D2333A1F-8724-A413-1F22-4ED2925AC353}"/>
          </ac:spMkLst>
        </pc:spChg>
        <pc:grpChg chg="mod">
          <ac:chgData name="Laurianne Lair" userId="877d0e272dd2d022" providerId="LiveId" clId="{1020E764-7D77-4C96-98F0-277F4DB9C8ED}" dt="2024-11-17T18:00:54.945" v="67156" actId="1035"/>
          <ac:grpSpMkLst>
            <pc:docMk/>
            <pc:sldMk cId="1234498781" sldId="735"/>
            <ac:grpSpMk id="39" creationId="{2D2FB7EF-FA33-51BD-D4FB-266B86D60BB5}"/>
          </ac:grpSpMkLst>
        </pc:grpChg>
        <pc:grpChg chg="mod">
          <ac:chgData name="Laurianne Lair" userId="877d0e272dd2d022" providerId="LiveId" clId="{1020E764-7D77-4C96-98F0-277F4DB9C8ED}" dt="2024-11-17T18:00:54.945" v="67156" actId="1035"/>
          <ac:grpSpMkLst>
            <pc:docMk/>
            <pc:sldMk cId="1234498781" sldId="735"/>
            <ac:grpSpMk id="43" creationId="{A998966C-3CE7-5377-931F-37DCF28D7ED7}"/>
          </ac:grpSpMkLst>
        </pc:grpChg>
        <pc:picChg chg="add mod">
          <ac:chgData name="Laurianne Lair" userId="877d0e272dd2d022" providerId="LiveId" clId="{1020E764-7D77-4C96-98F0-277F4DB9C8ED}" dt="2024-11-17T18:00:43.005" v="67122" actId="1076"/>
          <ac:picMkLst>
            <pc:docMk/>
            <pc:sldMk cId="1234498781" sldId="735"/>
            <ac:picMk id="6" creationId="{8E11C629-4D85-6BAD-6FF8-06410D1BFD9F}"/>
          </ac:picMkLst>
        </pc:picChg>
        <pc:picChg chg="mod">
          <ac:chgData name="Laurianne Lair" userId="877d0e272dd2d022" providerId="LiveId" clId="{1020E764-7D77-4C96-98F0-277F4DB9C8ED}" dt="2024-11-17T18:00:54.945" v="67156" actId="1035"/>
          <ac:picMkLst>
            <pc:docMk/>
            <pc:sldMk cId="1234498781" sldId="735"/>
            <ac:picMk id="35" creationId="{B2BEA5E7-4285-D9E1-4DA2-BC5BFA36A36D}"/>
          </ac:picMkLst>
        </pc:picChg>
        <pc:picChg chg="add del mod">
          <ac:chgData name="Laurianne Lair" userId="877d0e272dd2d022" providerId="LiveId" clId="{1020E764-7D77-4C96-98F0-277F4DB9C8ED}" dt="2024-11-11T14:22:41.994" v="9120" actId="21"/>
          <ac:picMkLst>
            <pc:docMk/>
            <pc:sldMk cId="1234498781" sldId="735"/>
            <ac:picMk id="52" creationId="{AFBACFBC-01E1-8156-A783-272B029F8E74}"/>
          </ac:picMkLst>
        </pc:picChg>
        <pc:cxnChg chg="mod">
          <ac:chgData name="Laurianne Lair" userId="877d0e272dd2d022" providerId="LiveId" clId="{1020E764-7D77-4C96-98F0-277F4DB9C8ED}" dt="2024-11-17T18:00:54.945" v="67156" actId="1035"/>
          <ac:cxnSpMkLst>
            <pc:docMk/>
            <pc:sldMk cId="1234498781" sldId="735"/>
            <ac:cxnSpMk id="36" creationId="{55B0C296-3D52-DFB4-CC1B-3B2AD2F8C5C7}"/>
          </ac:cxnSpMkLst>
        </pc:cxnChg>
        <pc:cxnChg chg="mod">
          <ac:chgData name="Laurianne Lair" userId="877d0e272dd2d022" providerId="LiveId" clId="{1020E764-7D77-4C96-98F0-277F4DB9C8ED}" dt="2024-11-17T18:00:54.945" v="67156" actId="1035"/>
          <ac:cxnSpMkLst>
            <pc:docMk/>
            <pc:sldMk cId="1234498781" sldId="735"/>
            <ac:cxnSpMk id="37" creationId="{E1B2CB18-0719-E59A-AB57-7EBDD3E40AED}"/>
          </ac:cxnSpMkLst>
        </pc:cxnChg>
        <pc:cxnChg chg="mod">
          <ac:chgData name="Laurianne Lair" userId="877d0e272dd2d022" providerId="LiveId" clId="{1020E764-7D77-4C96-98F0-277F4DB9C8ED}" dt="2024-11-17T18:00:54.945" v="67156" actId="1035"/>
          <ac:cxnSpMkLst>
            <pc:docMk/>
            <pc:sldMk cId="1234498781" sldId="735"/>
            <ac:cxnSpMk id="49" creationId="{0DD156CF-B0B4-613C-9DC7-CEB243FB7474}"/>
          </ac:cxnSpMkLst>
        </pc:cxnChg>
        <pc:cxnChg chg="mod">
          <ac:chgData name="Laurianne Lair" userId="877d0e272dd2d022" providerId="LiveId" clId="{1020E764-7D77-4C96-98F0-277F4DB9C8ED}" dt="2024-11-17T18:00:54.945" v="67156" actId="1035"/>
          <ac:cxnSpMkLst>
            <pc:docMk/>
            <pc:sldMk cId="1234498781" sldId="735"/>
            <ac:cxnSpMk id="50" creationId="{18CB4DF1-3681-93D3-2CAF-7937D066D18A}"/>
          </ac:cxnSpMkLst>
        </pc:cxnChg>
      </pc:sldChg>
      <pc:sldChg chg="modNotesTx">
        <pc:chgData name="Laurianne Lair" userId="877d0e272dd2d022" providerId="LiveId" clId="{1020E764-7D77-4C96-98F0-277F4DB9C8ED}" dt="2024-11-16T22:43:48.729" v="45084" actId="20577"/>
        <pc:sldMkLst>
          <pc:docMk/>
          <pc:sldMk cId="4230701553" sldId="736"/>
        </pc:sldMkLst>
      </pc:sldChg>
      <pc:sldChg chg="addSp modSp mod modAnim modNotesTx">
        <pc:chgData name="Laurianne Lair" userId="877d0e272dd2d022" providerId="LiveId" clId="{1020E764-7D77-4C96-98F0-277F4DB9C8ED}" dt="2024-11-18T14:57:19.159" v="71456"/>
        <pc:sldMkLst>
          <pc:docMk/>
          <pc:sldMk cId="972140161" sldId="737"/>
        </pc:sldMkLst>
        <pc:spChg chg="mod">
          <ac:chgData name="Laurianne Lair" userId="877d0e272dd2d022" providerId="LiveId" clId="{1020E764-7D77-4C96-98F0-277F4DB9C8ED}" dt="2024-11-16T16:51:11.066" v="38868" actId="1076"/>
          <ac:spMkLst>
            <pc:docMk/>
            <pc:sldMk cId="972140161" sldId="737"/>
            <ac:spMk id="7" creationId="{E0B324DD-6455-918F-F59C-D0792B32246A}"/>
          </ac:spMkLst>
        </pc:spChg>
        <pc:spChg chg="add mod">
          <ac:chgData name="Laurianne Lair" userId="877d0e272dd2d022" providerId="LiveId" clId="{1020E764-7D77-4C96-98F0-277F4DB9C8ED}" dt="2024-11-16T16:51:57.035" v="38884" actId="1076"/>
          <ac:spMkLst>
            <pc:docMk/>
            <pc:sldMk cId="972140161" sldId="737"/>
            <ac:spMk id="10" creationId="{CA919516-89EC-DFD1-54BB-87FD16B8C853}"/>
          </ac:spMkLst>
        </pc:spChg>
        <pc:spChg chg="add mod">
          <ac:chgData name="Laurianne Lair" userId="877d0e272dd2d022" providerId="LiveId" clId="{1020E764-7D77-4C96-98F0-277F4DB9C8ED}" dt="2024-11-16T16:51:59.562" v="38885" actId="1076"/>
          <ac:spMkLst>
            <pc:docMk/>
            <pc:sldMk cId="972140161" sldId="737"/>
            <ac:spMk id="11" creationId="{929C7461-21E3-135E-1E21-643B33262F55}"/>
          </ac:spMkLst>
        </pc:spChg>
        <pc:grpChg chg="mod">
          <ac:chgData name="Laurianne Lair" userId="877d0e272dd2d022" providerId="LiveId" clId="{1020E764-7D77-4C96-98F0-277F4DB9C8ED}" dt="2024-11-16T16:51:11.066" v="38868" actId="1076"/>
          <ac:grpSpMkLst>
            <pc:docMk/>
            <pc:sldMk cId="972140161" sldId="737"/>
            <ac:grpSpMk id="6" creationId="{3F031C0A-64F3-C956-777C-20AD458A4491}"/>
          </ac:grpSpMkLst>
        </pc:grpChg>
        <pc:grpChg chg="mod">
          <ac:chgData name="Laurianne Lair" userId="877d0e272dd2d022" providerId="LiveId" clId="{1020E764-7D77-4C96-98F0-277F4DB9C8ED}" dt="2024-11-16T16:51:16.520" v="38869" actId="1076"/>
          <ac:grpSpMkLst>
            <pc:docMk/>
            <pc:sldMk cId="972140161" sldId="737"/>
            <ac:grpSpMk id="8" creationId="{295E0A2F-331B-17D9-86C1-7020E6B09410}"/>
          </ac:grpSpMkLst>
        </pc:grpChg>
        <pc:grpChg chg="mod">
          <ac:chgData name="Laurianne Lair" userId="877d0e272dd2d022" providerId="LiveId" clId="{1020E764-7D77-4C96-98F0-277F4DB9C8ED}" dt="2024-11-16T16:51:11.066" v="38868" actId="1076"/>
          <ac:grpSpMkLst>
            <pc:docMk/>
            <pc:sldMk cId="972140161" sldId="737"/>
            <ac:grpSpMk id="55" creationId="{75EF84D0-5AF3-DDF5-BA02-16F54D9D0C71}"/>
          </ac:grpSpMkLst>
        </pc:grpChg>
        <pc:picChg chg="mod">
          <ac:chgData name="Laurianne Lair" userId="877d0e272dd2d022" providerId="LiveId" clId="{1020E764-7D77-4C96-98F0-277F4DB9C8ED}" dt="2024-11-16T16:51:16.520" v="38869" actId="1076"/>
          <ac:picMkLst>
            <pc:docMk/>
            <pc:sldMk cId="972140161" sldId="737"/>
            <ac:picMk id="24" creationId="{BF49713A-31A1-5C1C-8F1E-8A09FCA0A605}"/>
          </ac:picMkLst>
        </pc:picChg>
        <pc:picChg chg="mod">
          <ac:chgData name="Laurianne Lair" userId="877d0e272dd2d022" providerId="LiveId" clId="{1020E764-7D77-4C96-98F0-277F4DB9C8ED}" dt="2024-11-16T16:51:16.520" v="38869" actId="1076"/>
          <ac:picMkLst>
            <pc:docMk/>
            <pc:sldMk cId="972140161" sldId="737"/>
            <ac:picMk id="25" creationId="{8C73B86F-EBC2-1253-EB15-2787924B1A7B}"/>
          </ac:picMkLst>
        </pc:picChg>
        <pc:picChg chg="mod">
          <ac:chgData name="Laurianne Lair" userId="877d0e272dd2d022" providerId="LiveId" clId="{1020E764-7D77-4C96-98F0-277F4DB9C8ED}" dt="2024-11-16T16:51:16.520" v="38869" actId="1076"/>
          <ac:picMkLst>
            <pc:docMk/>
            <pc:sldMk cId="972140161" sldId="737"/>
            <ac:picMk id="26" creationId="{48F278CC-74EE-E536-50C5-0914F7E524DF}"/>
          </ac:picMkLst>
        </pc:picChg>
      </pc:sldChg>
      <pc:sldChg chg="addSp delSp modSp mod modNotesTx">
        <pc:chgData name="Laurianne Lair" userId="877d0e272dd2d022" providerId="LiveId" clId="{1020E764-7D77-4C96-98F0-277F4DB9C8ED}" dt="2024-11-16T23:51:50.477" v="59933" actId="20577"/>
        <pc:sldMkLst>
          <pc:docMk/>
          <pc:sldMk cId="1234421618" sldId="738"/>
        </pc:sldMkLst>
        <pc:graphicFrameChg chg="del mod">
          <ac:chgData name="Laurianne Lair" userId="877d0e272dd2d022" providerId="LiveId" clId="{1020E764-7D77-4C96-98F0-277F4DB9C8ED}" dt="2024-11-12T23:59:51.264" v="28521" actId="478"/>
          <ac:graphicFrameMkLst>
            <pc:docMk/>
            <pc:sldMk cId="1234421618" sldId="738"/>
            <ac:graphicFrameMk id="113" creationId="{3B2CA0FC-17D8-6B04-B755-C57F571469B2}"/>
          </ac:graphicFrameMkLst>
        </pc:graphicFrameChg>
        <pc:picChg chg="add mod">
          <ac:chgData name="Laurianne Lair" userId="877d0e272dd2d022" providerId="LiveId" clId="{1020E764-7D77-4C96-98F0-277F4DB9C8ED}" dt="2024-11-13T00:00:02.972" v="28523" actId="1076"/>
          <ac:picMkLst>
            <pc:docMk/>
            <pc:sldMk cId="1234421618" sldId="738"/>
            <ac:picMk id="6" creationId="{DF396379-BB0B-4352-5730-FBCBA61BD23D}"/>
          </ac:picMkLst>
        </pc:picChg>
      </pc:sldChg>
      <pc:sldChg chg="del">
        <pc:chgData name="Laurianne Lair" userId="877d0e272dd2d022" providerId="LiveId" clId="{1020E764-7D77-4C96-98F0-277F4DB9C8ED}" dt="2024-11-13T14:00:17.945" v="30436" actId="2696"/>
        <pc:sldMkLst>
          <pc:docMk/>
          <pc:sldMk cId="4085480661" sldId="739"/>
        </pc:sldMkLst>
      </pc:sldChg>
      <pc:sldChg chg="addSp delSp modSp add mod ord delAnim modAnim modNotesTx">
        <pc:chgData name="Laurianne Lair" userId="877d0e272dd2d022" providerId="LiveId" clId="{1020E764-7D77-4C96-98F0-277F4DB9C8ED}" dt="2024-11-17T21:39:05.936" v="71124" actId="20577"/>
        <pc:sldMkLst>
          <pc:docMk/>
          <pc:sldMk cId="2678434687" sldId="740"/>
        </pc:sldMkLst>
        <pc:spChg chg="mod">
          <ac:chgData name="Laurianne Lair" userId="877d0e272dd2d022" providerId="LiveId" clId="{1020E764-7D77-4C96-98F0-277F4DB9C8ED}" dt="2024-11-11T23:55:25.475" v="25822" actId="313"/>
          <ac:spMkLst>
            <pc:docMk/>
            <pc:sldMk cId="2678434687" sldId="740"/>
            <ac:spMk id="2" creationId="{FB2288A0-A4B4-98FC-3204-F5BDB82CE699}"/>
          </ac:spMkLst>
        </pc:spChg>
        <pc:spChg chg="del">
          <ac:chgData name="Laurianne Lair" userId="877d0e272dd2d022" providerId="LiveId" clId="{1020E764-7D77-4C96-98F0-277F4DB9C8ED}" dt="2024-11-08T16:32:27.939" v="8" actId="478"/>
          <ac:spMkLst>
            <pc:docMk/>
            <pc:sldMk cId="2678434687" sldId="740"/>
            <ac:spMk id="4" creationId="{9EEFE76E-1DE2-1E25-5FB7-1AC017A4AB3A}"/>
          </ac:spMkLst>
        </pc:spChg>
        <pc:spChg chg="del">
          <ac:chgData name="Laurianne Lair" userId="877d0e272dd2d022" providerId="LiveId" clId="{1020E764-7D77-4C96-98F0-277F4DB9C8ED}" dt="2024-11-08T16:33:55.214" v="42" actId="478"/>
          <ac:spMkLst>
            <pc:docMk/>
            <pc:sldMk cId="2678434687" sldId="740"/>
            <ac:spMk id="6" creationId="{AE1BBB04-267D-EF8E-B0AA-ACF3877DD72B}"/>
          </ac:spMkLst>
        </pc:spChg>
        <pc:spChg chg="add mod">
          <ac:chgData name="Laurianne Lair" userId="877d0e272dd2d022" providerId="LiveId" clId="{1020E764-7D77-4C96-98F0-277F4DB9C8ED}" dt="2024-11-08T16:33:55.464" v="43"/>
          <ac:spMkLst>
            <pc:docMk/>
            <pc:sldMk cId="2678434687" sldId="740"/>
            <ac:spMk id="7" creationId="{F19CC82C-61D4-7D08-90B9-539628F0C73C}"/>
          </ac:spMkLst>
        </pc:spChg>
        <pc:spChg chg="del">
          <ac:chgData name="Laurianne Lair" userId="877d0e272dd2d022" providerId="LiveId" clId="{1020E764-7D77-4C96-98F0-277F4DB9C8ED}" dt="2024-11-08T16:32:27.196" v="7" actId="478"/>
          <ac:spMkLst>
            <pc:docMk/>
            <pc:sldMk cId="2678434687" sldId="740"/>
            <ac:spMk id="9" creationId="{0150C67F-D2F7-ED2B-B3D1-CA3C21735356}"/>
          </ac:spMkLst>
        </pc:spChg>
        <pc:spChg chg="del">
          <ac:chgData name="Laurianne Lair" userId="877d0e272dd2d022" providerId="LiveId" clId="{1020E764-7D77-4C96-98F0-277F4DB9C8ED}" dt="2024-11-08T16:36:51.421" v="325" actId="478"/>
          <ac:spMkLst>
            <pc:docMk/>
            <pc:sldMk cId="2678434687" sldId="740"/>
            <ac:spMk id="12" creationId="{3163AD2C-1517-67C8-EDCB-02F4D073ED4B}"/>
          </ac:spMkLst>
        </pc:spChg>
        <pc:spChg chg="add del">
          <ac:chgData name="Laurianne Lair" userId="877d0e272dd2d022" providerId="LiveId" clId="{1020E764-7D77-4C96-98F0-277F4DB9C8ED}" dt="2024-11-08T16:36:18.905" v="315" actId="478"/>
          <ac:spMkLst>
            <pc:docMk/>
            <pc:sldMk cId="2678434687" sldId="740"/>
            <ac:spMk id="13" creationId="{374A0638-B51C-FEDB-536E-E038A0646BE4}"/>
          </ac:spMkLst>
        </pc:spChg>
        <pc:spChg chg="add del mod">
          <ac:chgData name="Laurianne Lair" userId="877d0e272dd2d022" providerId="LiveId" clId="{1020E764-7D77-4C96-98F0-277F4DB9C8ED}" dt="2024-11-08T16:37:30.067" v="340" actId="478"/>
          <ac:spMkLst>
            <pc:docMk/>
            <pc:sldMk cId="2678434687" sldId="740"/>
            <ac:spMk id="16" creationId="{FF668D6F-9C26-6F2B-8148-26DF40521313}"/>
          </ac:spMkLst>
        </pc:spChg>
        <pc:spChg chg="add del mod">
          <ac:chgData name="Laurianne Lair" userId="877d0e272dd2d022" providerId="LiveId" clId="{1020E764-7D77-4C96-98F0-277F4DB9C8ED}" dt="2024-11-08T16:37:33.130" v="342" actId="478"/>
          <ac:spMkLst>
            <pc:docMk/>
            <pc:sldMk cId="2678434687" sldId="740"/>
            <ac:spMk id="18" creationId="{349CEBCF-DC74-7B41-2266-51865A1D538F}"/>
          </ac:spMkLst>
        </pc:spChg>
        <pc:spChg chg="add del mod">
          <ac:chgData name="Laurianne Lair" userId="877d0e272dd2d022" providerId="LiveId" clId="{1020E764-7D77-4C96-98F0-277F4DB9C8ED}" dt="2024-11-08T16:37:32.008" v="341" actId="478"/>
          <ac:spMkLst>
            <pc:docMk/>
            <pc:sldMk cId="2678434687" sldId="740"/>
            <ac:spMk id="19" creationId="{447FFDB5-288C-A582-7F5D-C37DCE99037B}"/>
          </ac:spMkLst>
        </pc:spChg>
        <pc:spChg chg="add mod">
          <ac:chgData name="Laurianne Lair" userId="877d0e272dd2d022" providerId="LiveId" clId="{1020E764-7D77-4C96-98F0-277F4DB9C8ED}" dt="2024-11-13T16:37:31.813" v="32086" actId="1076"/>
          <ac:spMkLst>
            <pc:docMk/>
            <pc:sldMk cId="2678434687" sldId="740"/>
            <ac:spMk id="21" creationId="{D79820A2-659B-D796-6F4A-864E7DDF2A02}"/>
          </ac:spMkLst>
        </pc:spChg>
        <pc:spChg chg="mod">
          <ac:chgData name="Laurianne Lair" userId="877d0e272dd2d022" providerId="LiveId" clId="{1020E764-7D77-4C96-98F0-277F4DB9C8ED}" dt="2024-11-13T16:39:30.621" v="32110" actId="20577"/>
          <ac:spMkLst>
            <pc:docMk/>
            <pc:sldMk cId="2678434687" sldId="740"/>
            <ac:spMk id="42" creationId="{C5245A22-D83D-94FF-2987-79BB44232B83}"/>
          </ac:spMkLst>
        </pc:spChg>
        <pc:graphicFrameChg chg="del">
          <ac:chgData name="Laurianne Lair" userId="877d0e272dd2d022" providerId="LiveId" clId="{1020E764-7D77-4C96-98F0-277F4DB9C8ED}" dt="2024-11-08T16:32:28.368" v="9" actId="478"/>
          <ac:graphicFrameMkLst>
            <pc:docMk/>
            <pc:sldMk cId="2678434687" sldId="740"/>
            <ac:graphicFrameMk id="5" creationId="{5291144D-86DD-F324-7069-1F1D1CA7E356}"/>
          </ac:graphicFrameMkLst>
        </pc:graphicFrameChg>
        <pc:graphicFrameChg chg="del">
          <ac:chgData name="Laurianne Lair" userId="877d0e272dd2d022" providerId="LiveId" clId="{1020E764-7D77-4C96-98F0-277F4DB9C8ED}" dt="2024-11-08T16:32:26.378" v="6" actId="478"/>
          <ac:graphicFrameMkLst>
            <pc:docMk/>
            <pc:sldMk cId="2678434687" sldId="740"/>
            <ac:graphicFrameMk id="8" creationId="{2AB479F1-3646-4E78-0879-7D39A76C8AEB}"/>
          </ac:graphicFrameMkLst>
        </pc:graphicFrameChg>
        <pc:picChg chg="add mod">
          <ac:chgData name="Laurianne Lair" userId="877d0e272dd2d022" providerId="LiveId" clId="{1020E764-7D77-4C96-98F0-277F4DB9C8ED}" dt="2024-11-13T13:49:08.833" v="30180" actId="1076"/>
          <ac:picMkLst>
            <pc:docMk/>
            <pc:sldMk cId="2678434687" sldId="740"/>
            <ac:picMk id="4" creationId="{29253A1C-0AFC-B2E7-351F-649B4BA6835C}"/>
          </ac:picMkLst>
        </pc:picChg>
        <pc:picChg chg="del">
          <ac:chgData name="Laurianne Lair" userId="877d0e272dd2d022" providerId="LiveId" clId="{1020E764-7D77-4C96-98F0-277F4DB9C8ED}" dt="2024-11-08T16:36:52.947" v="327" actId="478"/>
          <ac:picMkLst>
            <pc:docMk/>
            <pc:sldMk cId="2678434687" sldId="740"/>
            <ac:picMk id="11" creationId="{E2E3BF40-5067-8B33-49AF-9EFA2A4589D3}"/>
          </ac:picMkLst>
        </pc:picChg>
        <pc:picChg chg="add mod">
          <ac:chgData name="Laurianne Lair" userId="877d0e272dd2d022" providerId="LiveId" clId="{1020E764-7D77-4C96-98F0-277F4DB9C8ED}" dt="2024-11-12T21:52:51.242" v="27447" actId="1076"/>
          <ac:picMkLst>
            <pc:docMk/>
            <pc:sldMk cId="2678434687" sldId="740"/>
            <ac:picMk id="14" creationId="{8FF7B306-1D37-7932-3B58-D924707C8ACC}"/>
          </ac:picMkLst>
        </pc:picChg>
        <pc:picChg chg="add mod">
          <ac:chgData name="Laurianne Lair" userId="877d0e272dd2d022" providerId="LiveId" clId="{1020E764-7D77-4C96-98F0-277F4DB9C8ED}" dt="2024-11-12T21:54:20.659" v="27449" actId="1076"/>
          <ac:picMkLst>
            <pc:docMk/>
            <pc:sldMk cId="2678434687" sldId="740"/>
            <ac:picMk id="15" creationId="{B7359E17-738B-6F49-BA2F-2BDF6E4D55D2}"/>
          </ac:picMkLst>
        </pc:picChg>
        <pc:picChg chg="add del mod">
          <ac:chgData name="Laurianne Lair" userId="877d0e272dd2d022" providerId="LiveId" clId="{1020E764-7D77-4C96-98F0-277F4DB9C8ED}" dt="2024-11-13T13:47:16.574" v="30069" actId="478"/>
          <ac:picMkLst>
            <pc:docMk/>
            <pc:sldMk cId="2678434687" sldId="740"/>
            <ac:picMk id="20" creationId="{6DD125CC-E10A-CF9A-64E1-4F3F790E8EAF}"/>
          </ac:picMkLst>
        </pc:picChg>
      </pc:sldChg>
      <pc:sldChg chg="addSp delSp modSp add mod delAnim modAnim modNotesTx">
        <pc:chgData name="Laurianne Lair" userId="877d0e272dd2d022" providerId="LiveId" clId="{1020E764-7D77-4C96-98F0-277F4DB9C8ED}" dt="2024-11-18T02:02:35.174" v="71357" actId="20577"/>
        <pc:sldMkLst>
          <pc:docMk/>
          <pc:sldMk cId="3764595402" sldId="741"/>
        </pc:sldMkLst>
        <pc:spChg chg="mod">
          <ac:chgData name="Laurianne Lair" userId="877d0e272dd2d022" providerId="LiveId" clId="{1020E764-7D77-4C96-98F0-277F4DB9C8ED}" dt="2024-11-13T13:29:51.215" v="29398" actId="20577"/>
          <ac:spMkLst>
            <pc:docMk/>
            <pc:sldMk cId="3764595402" sldId="741"/>
            <ac:spMk id="2" creationId="{D4DC6DBB-B595-06A3-84E3-56E133CB46B5}"/>
          </ac:spMkLst>
        </pc:spChg>
        <pc:spChg chg="add mod">
          <ac:chgData name="Laurianne Lair" userId="877d0e272dd2d022" providerId="LiveId" clId="{1020E764-7D77-4C96-98F0-277F4DB9C8ED}" dt="2024-11-17T01:13:50.068" v="67075" actId="1582"/>
          <ac:spMkLst>
            <pc:docMk/>
            <pc:sldMk cId="3764595402" sldId="741"/>
            <ac:spMk id="5" creationId="{E5C2279F-1567-B23B-4B2B-79F35D52729A}"/>
          </ac:spMkLst>
        </pc:spChg>
        <pc:spChg chg="add mod">
          <ac:chgData name="Laurianne Lair" userId="877d0e272dd2d022" providerId="LiveId" clId="{1020E764-7D77-4C96-98F0-277F4DB9C8ED}" dt="2024-11-17T20:48:44.575" v="69869" actId="14100"/>
          <ac:spMkLst>
            <pc:docMk/>
            <pc:sldMk cId="3764595402" sldId="741"/>
            <ac:spMk id="6" creationId="{A8C3AD33-35D7-EA2D-6729-4A4BB2A364DD}"/>
          </ac:spMkLst>
        </pc:spChg>
        <pc:spChg chg="add mod">
          <ac:chgData name="Laurianne Lair" userId="877d0e272dd2d022" providerId="LiveId" clId="{1020E764-7D77-4C96-98F0-277F4DB9C8ED}" dt="2024-11-17T22:20:12.142" v="71181" actId="1038"/>
          <ac:spMkLst>
            <pc:docMk/>
            <pc:sldMk cId="3764595402" sldId="741"/>
            <ac:spMk id="8" creationId="{CBBA03AA-9489-E04B-DEC4-D74ABFADA890}"/>
          </ac:spMkLst>
        </pc:spChg>
        <pc:spChg chg="del mod topLvl">
          <ac:chgData name="Laurianne Lair" userId="877d0e272dd2d022" providerId="LiveId" clId="{1020E764-7D77-4C96-98F0-277F4DB9C8ED}" dt="2024-11-13T13:29:35.038" v="29393" actId="478"/>
          <ac:spMkLst>
            <pc:docMk/>
            <pc:sldMk cId="3764595402" sldId="741"/>
            <ac:spMk id="10" creationId="{923F7FCE-8C00-D97C-1BC2-B4CBDD160D80}"/>
          </ac:spMkLst>
        </pc:spChg>
        <pc:spChg chg="add del mod">
          <ac:chgData name="Laurianne Lair" userId="877d0e272dd2d022" providerId="LiveId" clId="{1020E764-7D77-4C96-98F0-277F4DB9C8ED}" dt="2024-11-13T13:29:19.858" v="29392" actId="478"/>
          <ac:spMkLst>
            <pc:docMk/>
            <pc:sldMk cId="3764595402" sldId="741"/>
            <ac:spMk id="11" creationId="{FF631E65-113B-4DB0-7195-22983C71DE9A}"/>
          </ac:spMkLst>
        </pc:spChg>
        <pc:spChg chg="add mod">
          <ac:chgData name="Laurianne Lair" userId="877d0e272dd2d022" providerId="LiveId" clId="{1020E764-7D77-4C96-98F0-277F4DB9C8ED}" dt="2024-11-13T13:29:40.400" v="29395" actId="1076"/>
          <ac:spMkLst>
            <pc:docMk/>
            <pc:sldMk cId="3764595402" sldId="741"/>
            <ac:spMk id="12" creationId="{261ECB72-2D01-2A91-9003-5D4009E863B6}"/>
          </ac:spMkLst>
        </pc:spChg>
        <pc:spChg chg="del">
          <ac:chgData name="Laurianne Lair" userId="877d0e272dd2d022" providerId="LiveId" clId="{1020E764-7D77-4C96-98F0-277F4DB9C8ED}" dt="2024-11-08T16:39:25.077" v="514" actId="478"/>
          <ac:spMkLst>
            <pc:docMk/>
            <pc:sldMk cId="3764595402" sldId="741"/>
            <ac:spMk id="12" creationId="{DDE146C1-B9F6-D1B1-1E22-A1292768F357}"/>
          </ac:spMkLst>
        </pc:spChg>
        <pc:spChg chg="del mod topLvl">
          <ac:chgData name="Laurianne Lair" userId="877d0e272dd2d022" providerId="LiveId" clId="{1020E764-7D77-4C96-98F0-277F4DB9C8ED}" dt="2024-11-13T13:29:35.038" v="29393" actId="478"/>
          <ac:spMkLst>
            <pc:docMk/>
            <pc:sldMk cId="3764595402" sldId="741"/>
            <ac:spMk id="13" creationId="{FC472ADE-BC58-481E-BAA8-9A6AC0C09E10}"/>
          </ac:spMkLst>
        </pc:spChg>
        <pc:spChg chg="del mod topLvl">
          <ac:chgData name="Laurianne Lair" userId="877d0e272dd2d022" providerId="LiveId" clId="{1020E764-7D77-4C96-98F0-277F4DB9C8ED}" dt="2024-11-13T13:29:35.038" v="29393" actId="478"/>
          <ac:spMkLst>
            <pc:docMk/>
            <pc:sldMk cId="3764595402" sldId="741"/>
            <ac:spMk id="14" creationId="{4EDA98B8-7B74-3ECC-F756-66B41D5CE532}"/>
          </ac:spMkLst>
        </pc:spChg>
        <pc:spChg chg="add mod">
          <ac:chgData name="Laurianne Lair" userId="877d0e272dd2d022" providerId="LiveId" clId="{1020E764-7D77-4C96-98F0-277F4DB9C8ED}" dt="2024-11-13T13:29:40.400" v="29395" actId="1076"/>
          <ac:spMkLst>
            <pc:docMk/>
            <pc:sldMk cId="3764595402" sldId="741"/>
            <ac:spMk id="18" creationId="{C0EBAB08-CABB-0BDC-A3B3-F2F2DA7790E1}"/>
          </ac:spMkLst>
        </pc:spChg>
        <pc:spChg chg="add mod">
          <ac:chgData name="Laurianne Lair" userId="877d0e272dd2d022" providerId="LiveId" clId="{1020E764-7D77-4C96-98F0-277F4DB9C8ED}" dt="2024-11-13T13:29:40.400" v="29395" actId="1076"/>
          <ac:spMkLst>
            <pc:docMk/>
            <pc:sldMk cId="3764595402" sldId="741"/>
            <ac:spMk id="19" creationId="{12889807-48B2-41EB-31DC-96174E65C5EB}"/>
          </ac:spMkLst>
        </pc:spChg>
        <pc:spChg chg="mod">
          <ac:chgData name="Laurianne Lair" userId="877d0e272dd2d022" providerId="LiveId" clId="{1020E764-7D77-4C96-98F0-277F4DB9C8ED}" dt="2024-11-13T16:39:35.525" v="32114" actId="20577"/>
          <ac:spMkLst>
            <pc:docMk/>
            <pc:sldMk cId="3764595402" sldId="741"/>
            <ac:spMk id="42" creationId="{80D35362-77BD-9F69-0E34-6AAE04FAA229}"/>
          </ac:spMkLst>
        </pc:spChg>
        <pc:grpChg chg="add del mod">
          <ac:chgData name="Laurianne Lair" userId="877d0e272dd2d022" providerId="LiveId" clId="{1020E764-7D77-4C96-98F0-277F4DB9C8ED}" dt="2024-11-08T16:39:45.102" v="522" actId="165"/>
          <ac:grpSpMkLst>
            <pc:docMk/>
            <pc:sldMk cId="3764595402" sldId="741"/>
            <ac:grpSpMk id="5" creationId="{DAB174ED-DC38-F81D-D844-7A7A9D4C1F48}"/>
          </ac:grpSpMkLst>
        </pc:grpChg>
        <pc:grpChg chg="add del mod">
          <ac:chgData name="Laurianne Lair" userId="877d0e272dd2d022" providerId="LiveId" clId="{1020E764-7D77-4C96-98F0-277F4DB9C8ED}" dt="2024-11-13T13:29:35.038" v="29393" actId="478"/>
          <ac:grpSpMkLst>
            <pc:docMk/>
            <pc:sldMk cId="3764595402" sldId="741"/>
            <ac:grpSpMk id="16" creationId="{2A2B6A5D-7C77-2FAF-A3E0-6B131BA393B5}"/>
          </ac:grpSpMkLst>
        </pc:grpChg>
        <pc:grpChg chg="add mod">
          <ac:chgData name="Laurianne Lair" userId="877d0e272dd2d022" providerId="LiveId" clId="{1020E764-7D77-4C96-98F0-277F4DB9C8ED}" dt="2024-11-17T20:48:31.630" v="69866" actId="1076"/>
          <ac:grpSpMkLst>
            <pc:docMk/>
            <pc:sldMk cId="3764595402" sldId="741"/>
            <ac:grpSpMk id="20" creationId="{996A2E46-2278-4AC8-F379-8DBADFA18DA8}"/>
          </ac:grpSpMkLst>
        </pc:grpChg>
        <pc:graphicFrameChg chg="add mod">
          <ac:chgData name="Laurianne Lair" userId="877d0e272dd2d022" providerId="LiveId" clId="{1020E764-7D77-4C96-98F0-277F4DB9C8ED}" dt="2024-11-13T13:29:46.067" v="29397" actId="1076"/>
          <ac:graphicFrameMkLst>
            <pc:docMk/>
            <pc:sldMk cId="3764595402" sldId="741"/>
            <ac:graphicFrameMk id="4" creationId="{F268C064-DDFE-8C74-B2F1-649ADEE3D0F2}"/>
          </ac:graphicFrameMkLst>
        </pc:graphicFrameChg>
        <pc:graphicFrameChg chg="add mod modGraphic">
          <ac:chgData name="Laurianne Lair" userId="877d0e272dd2d022" providerId="LiveId" clId="{1020E764-7D77-4C96-98F0-277F4DB9C8ED}" dt="2024-11-08T16:42:20.637" v="589" actId="1076"/>
          <ac:graphicFrameMkLst>
            <pc:docMk/>
            <pc:sldMk cId="3764595402" sldId="741"/>
            <ac:graphicFrameMk id="15" creationId="{5F7C47DD-AA96-3AB9-A14B-8E0BDAE558C1}"/>
          </ac:graphicFrameMkLst>
        </pc:graphicFrameChg>
        <pc:picChg chg="mod topLvl">
          <ac:chgData name="Laurianne Lair" userId="877d0e272dd2d022" providerId="LiveId" clId="{1020E764-7D77-4C96-98F0-277F4DB9C8ED}" dt="2024-11-08T16:40:01.812" v="528" actId="164"/>
          <ac:picMkLst>
            <pc:docMk/>
            <pc:sldMk cId="3764595402" sldId="741"/>
            <ac:picMk id="6" creationId="{51774FEB-EE67-D3FE-CAE5-4047ED80F052}"/>
          </ac:picMkLst>
        </pc:picChg>
        <pc:picChg chg="mod topLvl">
          <ac:chgData name="Laurianne Lair" userId="877d0e272dd2d022" providerId="LiveId" clId="{1020E764-7D77-4C96-98F0-277F4DB9C8ED}" dt="2024-11-08T16:40:01.812" v="528" actId="164"/>
          <ac:picMkLst>
            <pc:docMk/>
            <pc:sldMk cId="3764595402" sldId="741"/>
            <ac:picMk id="8" creationId="{7701FC1F-B5D5-9D86-6E67-36CB382E0E88}"/>
          </ac:picMkLst>
        </pc:picChg>
        <pc:picChg chg="mod topLvl">
          <ac:chgData name="Laurianne Lair" userId="877d0e272dd2d022" providerId="LiveId" clId="{1020E764-7D77-4C96-98F0-277F4DB9C8ED}" dt="2024-11-08T16:40:01.812" v="528" actId="164"/>
          <ac:picMkLst>
            <pc:docMk/>
            <pc:sldMk cId="3764595402" sldId="741"/>
            <ac:picMk id="9" creationId="{D0F31B7F-0BC3-4FCE-AE3E-B3E5E875887F}"/>
          </ac:picMkLst>
        </pc:picChg>
        <pc:picChg chg="del">
          <ac:chgData name="Laurianne Lair" userId="877d0e272dd2d022" providerId="LiveId" clId="{1020E764-7D77-4C96-98F0-277F4DB9C8ED}" dt="2024-11-08T16:39:25.579" v="515" actId="478"/>
          <ac:picMkLst>
            <pc:docMk/>
            <pc:sldMk cId="3764595402" sldId="741"/>
            <ac:picMk id="11" creationId="{88BF1BE1-0498-BE8D-FBEC-BFC5AB07F49D}"/>
          </ac:picMkLst>
        </pc:picChg>
        <pc:picChg chg="mod">
          <ac:chgData name="Laurianne Lair" userId="877d0e272dd2d022" providerId="LiveId" clId="{1020E764-7D77-4C96-98F0-277F4DB9C8ED}" dt="2024-11-13T13:29:35.930" v="29394"/>
          <ac:picMkLst>
            <pc:docMk/>
            <pc:sldMk cId="3764595402" sldId="741"/>
            <ac:picMk id="21" creationId="{03BAAD8E-BA0F-4E3C-C6F7-34171CD33037}"/>
          </ac:picMkLst>
        </pc:picChg>
        <pc:picChg chg="mod">
          <ac:chgData name="Laurianne Lair" userId="877d0e272dd2d022" providerId="LiveId" clId="{1020E764-7D77-4C96-98F0-277F4DB9C8ED}" dt="2024-11-13T13:29:35.930" v="29394"/>
          <ac:picMkLst>
            <pc:docMk/>
            <pc:sldMk cId="3764595402" sldId="741"/>
            <ac:picMk id="22" creationId="{B5123F7A-4BA7-3AF1-547A-17BEC96C4523}"/>
          </ac:picMkLst>
        </pc:picChg>
        <pc:picChg chg="mod">
          <ac:chgData name="Laurianne Lair" userId="877d0e272dd2d022" providerId="LiveId" clId="{1020E764-7D77-4C96-98F0-277F4DB9C8ED}" dt="2024-11-13T13:29:35.930" v="29394"/>
          <ac:picMkLst>
            <pc:docMk/>
            <pc:sldMk cId="3764595402" sldId="741"/>
            <ac:picMk id="23" creationId="{29F5D2A4-D976-6652-16DF-4154E652BADC}"/>
          </ac:picMkLst>
        </pc:picChg>
      </pc:sldChg>
      <pc:sldChg chg="addSp delSp modSp add mod ord delAnim modAnim modShow modNotesTx">
        <pc:chgData name="Laurianne Lair" userId="877d0e272dd2d022" providerId="LiveId" clId="{1020E764-7D77-4C96-98F0-277F4DB9C8ED}" dt="2024-11-17T18:24:26.815" v="67176"/>
        <pc:sldMkLst>
          <pc:docMk/>
          <pc:sldMk cId="816573062" sldId="742"/>
        </pc:sldMkLst>
        <pc:spChg chg="mod">
          <ac:chgData name="Laurianne Lair" userId="877d0e272dd2d022" providerId="LiveId" clId="{1020E764-7D77-4C96-98F0-277F4DB9C8ED}" dt="2024-11-13T00:18:34.090" v="28551" actId="20577"/>
          <ac:spMkLst>
            <pc:docMk/>
            <pc:sldMk cId="816573062" sldId="742"/>
            <ac:spMk id="2" creationId="{1DC392D8-E0AB-E9A3-1D0A-4E7DFCDD3E44}"/>
          </ac:spMkLst>
        </pc:spChg>
        <pc:spChg chg="add del mod">
          <ac:chgData name="Laurianne Lair" userId="877d0e272dd2d022" providerId="LiveId" clId="{1020E764-7D77-4C96-98F0-277F4DB9C8ED}" dt="2024-11-14T13:19:24.705" v="32589"/>
          <ac:spMkLst>
            <pc:docMk/>
            <pc:sldMk cId="816573062" sldId="742"/>
            <ac:spMk id="8" creationId="{8DA5E312-36CB-B618-D62E-40C925DFD1F7}"/>
          </ac:spMkLst>
        </pc:spChg>
        <pc:spChg chg="add del mod">
          <ac:chgData name="Laurianne Lair" userId="877d0e272dd2d022" providerId="LiveId" clId="{1020E764-7D77-4C96-98F0-277F4DB9C8ED}" dt="2024-11-12T00:03:00.953" v="25934" actId="478"/>
          <ac:spMkLst>
            <pc:docMk/>
            <pc:sldMk cId="816573062" sldId="742"/>
            <ac:spMk id="9" creationId="{B7038BF8-473C-6D41-BEAB-15E52263032B}"/>
          </ac:spMkLst>
        </pc:spChg>
        <pc:spChg chg="add mod">
          <ac:chgData name="Laurianne Lair" userId="877d0e272dd2d022" providerId="LiveId" clId="{1020E764-7D77-4C96-98F0-277F4DB9C8ED}" dt="2024-11-14T13:23:17.833" v="32736" actId="14100"/>
          <ac:spMkLst>
            <pc:docMk/>
            <pc:sldMk cId="816573062" sldId="742"/>
            <ac:spMk id="9" creationId="{F465BF1F-8B21-0154-0EC7-14096115092A}"/>
          </ac:spMkLst>
        </pc:spChg>
        <pc:spChg chg="add mod">
          <ac:chgData name="Laurianne Lair" userId="877d0e272dd2d022" providerId="LiveId" clId="{1020E764-7D77-4C96-98F0-277F4DB9C8ED}" dt="2024-11-14T13:23:49.223" v="32753" actId="1035"/>
          <ac:spMkLst>
            <pc:docMk/>
            <pc:sldMk cId="816573062" sldId="742"/>
            <ac:spMk id="10" creationId="{D7858FB9-A572-628B-95FC-9C3EEAD56BEA}"/>
          </ac:spMkLst>
        </pc:spChg>
        <pc:spChg chg="add del mod">
          <ac:chgData name="Laurianne Lair" userId="877d0e272dd2d022" providerId="LiveId" clId="{1020E764-7D77-4C96-98F0-277F4DB9C8ED}" dt="2024-11-12T22:10:57.363" v="27743" actId="478"/>
          <ac:spMkLst>
            <pc:docMk/>
            <pc:sldMk cId="816573062" sldId="742"/>
            <ac:spMk id="10" creationId="{D9126673-8FDC-C44C-0FCC-7AC2A42001C8}"/>
          </ac:spMkLst>
        </pc:spChg>
        <pc:spChg chg="del mod">
          <ac:chgData name="Laurianne Lair" userId="877d0e272dd2d022" providerId="LiveId" clId="{1020E764-7D77-4C96-98F0-277F4DB9C8ED}" dt="2024-11-13T13:30:22.552" v="29401" actId="478"/>
          <ac:spMkLst>
            <pc:docMk/>
            <pc:sldMk cId="816573062" sldId="742"/>
            <ac:spMk id="12" creationId="{100A6865-C9BA-FDA8-208B-684E313532BD}"/>
          </ac:spMkLst>
        </pc:spChg>
        <pc:spChg chg="add mod">
          <ac:chgData name="Laurianne Lair" userId="877d0e272dd2d022" providerId="LiveId" clId="{1020E764-7D77-4C96-98F0-277F4DB9C8ED}" dt="2024-11-14T13:24:02.568" v="32791" actId="1035"/>
          <ac:spMkLst>
            <pc:docMk/>
            <pc:sldMk cId="816573062" sldId="742"/>
            <ac:spMk id="13" creationId="{387C5B32-18DD-0A9A-4F7D-273B86BA9D92}"/>
          </ac:spMkLst>
        </pc:spChg>
        <pc:spChg chg="add del mod">
          <ac:chgData name="Laurianne Lair" userId="877d0e272dd2d022" providerId="LiveId" clId="{1020E764-7D77-4C96-98F0-277F4DB9C8ED}" dt="2024-11-12T22:10:56.182" v="27742" actId="478"/>
          <ac:spMkLst>
            <pc:docMk/>
            <pc:sldMk cId="816573062" sldId="742"/>
            <ac:spMk id="13" creationId="{5198A297-696C-D4C4-75D4-451745B3C586}"/>
          </ac:spMkLst>
        </pc:spChg>
        <pc:spChg chg="add mod">
          <ac:chgData name="Laurianne Lair" userId="877d0e272dd2d022" providerId="LiveId" clId="{1020E764-7D77-4C96-98F0-277F4DB9C8ED}" dt="2024-11-14T13:22:59.297" v="32730" actId="404"/>
          <ac:spMkLst>
            <pc:docMk/>
            <pc:sldMk cId="816573062" sldId="742"/>
            <ac:spMk id="14" creationId="{4819A0CB-4BB9-A943-6F31-BA11D3B2BF1F}"/>
          </ac:spMkLst>
        </pc:spChg>
        <pc:spChg chg="add del mod">
          <ac:chgData name="Laurianne Lair" userId="877d0e272dd2d022" providerId="LiveId" clId="{1020E764-7D77-4C96-98F0-277F4DB9C8ED}" dt="2024-11-12T22:06:50.369" v="27655" actId="478"/>
          <ac:spMkLst>
            <pc:docMk/>
            <pc:sldMk cId="816573062" sldId="742"/>
            <ac:spMk id="14" creationId="{B93426ED-344D-5CEA-81D6-9956F5F245B8}"/>
          </ac:spMkLst>
        </pc:spChg>
        <pc:spChg chg="add del mod">
          <ac:chgData name="Laurianne Lair" userId="877d0e272dd2d022" providerId="LiveId" clId="{1020E764-7D77-4C96-98F0-277F4DB9C8ED}" dt="2024-11-16T17:25:08.369" v="38892" actId="478"/>
          <ac:spMkLst>
            <pc:docMk/>
            <pc:sldMk cId="816573062" sldId="742"/>
            <ac:spMk id="15" creationId="{8F0A8D63-BCBC-EAB8-FFF4-915B38D89516}"/>
          </ac:spMkLst>
        </pc:spChg>
        <pc:spChg chg="add mod">
          <ac:chgData name="Laurianne Lair" userId="877d0e272dd2d022" providerId="LiveId" clId="{1020E764-7D77-4C96-98F0-277F4DB9C8ED}" dt="2024-11-17T00:03:19.336" v="63414" actId="20577"/>
          <ac:spMkLst>
            <pc:docMk/>
            <pc:sldMk cId="816573062" sldId="742"/>
            <ac:spMk id="16" creationId="{3889804F-3E53-E4F9-07E9-9B596E51F405}"/>
          </ac:spMkLst>
        </pc:spChg>
        <pc:spChg chg="add mod">
          <ac:chgData name="Laurianne Lair" userId="877d0e272dd2d022" providerId="LiveId" clId="{1020E764-7D77-4C96-98F0-277F4DB9C8ED}" dt="2024-11-17T00:00:01.311" v="62441" actId="1076"/>
          <ac:spMkLst>
            <pc:docMk/>
            <pc:sldMk cId="816573062" sldId="742"/>
            <ac:spMk id="18" creationId="{AB8948E8-8147-5C38-CB59-A62F87C328D8}"/>
          </ac:spMkLst>
        </pc:spChg>
        <pc:spChg chg="add mod">
          <ac:chgData name="Laurianne Lair" userId="877d0e272dd2d022" providerId="LiveId" clId="{1020E764-7D77-4C96-98F0-277F4DB9C8ED}" dt="2024-11-16T23:59:59.707" v="62440" actId="1076"/>
          <ac:spMkLst>
            <pc:docMk/>
            <pc:sldMk cId="816573062" sldId="742"/>
            <ac:spMk id="19" creationId="{10165144-6297-1937-67C3-091E18E92CBB}"/>
          </ac:spMkLst>
        </pc:spChg>
        <pc:spChg chg="add mod">
          <ac:chgData name="Laurianne Lair" userId="877d0e272dd2d022" providerId="LiveId" clId="{1020E764-7D77-4C96-98F0-277F4DB9C8ED}" dt="2024-11-14T13:23:55.091" v="32764" actId="1035"/>
          <ac:spMkLst>
            <pc:docMk/>
            <pc:sldMk cId="816573062" sldId="742"/>
            <ac:spMk id="20" creationId="{92FCB1A6-0385-08F2-0E98-AECDE29018C9}"/>
          </ac:spMkLst>
        </pc:spChg>
        <pc:spChg chg="add mod">
          <ac:chgData name="Laurianne Lair" userId="877d0e272dd2d022" providerId="LiveId" clId="{1020E764-7D77-4C96-98F0-277F4DB9C8ED}" dt="2024-11-14T13:23:59.944" v="32785" actId="1035"/>
          <ac:spMkLst>
            <pc:docMk/>
            <pc:sldMk cId="816573062" sldId="742"/>
            <ac:spMk id="21" creationId="{11C5CEC4-B82C-D86D-F39D-86CC12D5F07B}"/>
          </ac:spMkLst>
        </pc:spChg>
        <pc:spChg chg="mod">
          <ac:chgData name="Laurianne Lair" userId="877d0e272dd2d022" providerId="LiveId" clId="{1020E764-7D77-4C96-98F0-277F4DB9C8ED}" dt="2024-11-13T16:39:41.162" v="32116" actId="20577"/>
          <ac:spMkLst>
            <pc:docMk/>
            <pc:sldMk cId="816573062" sldId="742"/>
            <ac:spMk id="42" creationId="{104B9E43-40AA-9252-61FC-3D2BEE07D833}"/>
          </ac:spMkLst>
        </pc:spChg>
        <pc:grpChg chg="add mod ord">
          <ac:chgData name="Laurianne Lair" userId="877d0e272dd2d022" providerId="LiveId" clId="{1020E764-7D77-4C96-98F0-277F4DB9C8ED}" dt="2024-11-16T23:59:48.855" v="62436" actId="1076"/>
          <ac:grpSpMkLst>
            <pc:docMk/>
            <pc:sldMk cId="816573062" sldId="742"/>
            <ac:grpSpMk id="22" creationId="{004CFF82-2B8E-3B34-0140-01C6BD97BCCD}"/>
          </ac:grpSpMkLst>
        </pc:grpChg>
        <pc:graphicFrameChg chg="add del mod">
          <ac:chgData name="Laurianne Lair" userId="877d0e272dd2d022" providerId="LiveId" clId="{1020E764-7D77-4C96-98F0-277F4DB9C8ED}" dt="2024-11-12T22:10:55.474" v="27741" actId="478"/>
          <ac:graphicFrameMkLst>
            <pc:docMk/>
            <pc:sldMk cId="816573062" sldId="742"/>
            <ac:graphicFrameMk id="6" creationId="{49D38D94-90D0-CDBA-58A5-E5D0D37F668D}"/>
          </ac:graphicFrameMkLst>
        </pc:graphicFrameChg>
        <pc:picChg chg="add mod">
          <ac:chgData name="Laurianne Lair" userId="877d0e272dd2d022" providerId="LiveId" clId="{1020E764-7D77-4C96-98F0-277F4DB9C8ED}" dt="2024-11-16T23:59:51.330" v="62438" actId="1076"/>
          <ac:picMkLst>
            <pc:docMk/>
            <pc:sldMk cId="816573062" sldId="742"/>
            <ac:picMk id="4" creationId="{268A4796-9C67-98C5-D7FF-96BB29793056}"/>
          </ac:picMkLst>
        </pc:picChg>
        <pc:picChg chg="add del mod">
          <ac:chgData name="Laurianne Lair" userId="877d0e272dd2d022" providerId="LiveId" clId="{1020E764-7D77-4C96-98F0-277F4DB9C8ED}" dt="2024-11-11T17:59:55.278" v="22808" actId="478"/>
          <ac:picMkLst>
            <pc:docMk/>
            <pc:sldMk cId="816573062" sldId="742"/>
            <ac:picMk id="4" creationId="{6343B237-BF0C-66C6-8D1F-199ED673BA81}"/>
          </ac:picMkLst>
        </pc:picChg>
        <pc:picChg chg="add del mod ord">
          <ac:chgData name="Laurianne Lair" userId="877d0e272dd2d022" providerId="LiveId" clId="{1020E764-7D77-4C96-98F0-277F4DB9C8ED}" dt="2024-11-16T17:25:08.369" v="38892" actId="478"/>
          <ac:picMkLst>
            <pc:docMk/>
            <pc:sldMk cId="816573062" sldId="742"/>
            <ac:picMk id="5" creationId="{949238B9-ACAD-8D6A-6886-C1B87DDBB326}"/>
          </ac:picMkLst>
        </pc:picChg>
        <pc:picChg chg="add mod">
          <ac:chgData name="Laurianne Lair" userId="877d0e272dd2d022" providerId="LiveId" clId="{1020E764-7D77-4C96-98F0-277F4DB9C8ED}" dt="2024-11-16T23:59:59.707" v="62440" actId="1076"/>
          <ac:picMkLst>
            <pc:docMk/>
            <pc:sldMk cId="816573062" sldId="742"/>
            <ac:picMk id="6" creationId="{3672F6FE-49B4-9185-474F-1BA6FF173CBD}"/>
          </ac:picMkLst>
        </pc:picChg>
        <pc:picChg chg="add del mod">
          <ac:chgData name="Laurianne Lair" userId="877d0e272dd2d022" providerId="LiveId" clId="{1020E764-7D77-4C96-98F0-277F4DB9C8ED}" dt="2024-11-11T17:59:55.780" v="22809" actId="478"/>
          <ac:picMkLst>
            <pc:docMk/>
            <pc:sldMk cId="816573062" sldId="742"/>
            <ac:picMk id="6" creationId="{75F5ACE7-28A3-503A-69EF-4021675428F1}"/>
          </ac:picMkLst>
        </pc:picChg>
        <pc:picChg chg="add del mod">
          <ac:chgData name="Laurianne Lair" userId="877d0e272dd2d022" providerId="LiveId" clId="{1020E764-7D77-4C96-98F0-277F4DB9C8ED}" dt="2024-11-11T23:58:54.261" v="25913" actId="478"/>
          <ac:picMkLst>
            <pc:docMk/>
            <pc:sldMk cId="816573062" sldId="742"/>
            <ac:picMk id="8" creationId="{7FD5EB8B-D22B-9662-EBCA-51778536DECE}"/>
          </ac:picMkLst>
        </pc:picChg>
        <pc:picChg chg="del">
          <ac:chgData name="Laurianne Lair" userId="877d0e272dd2d022" providerId="LiveId" clId="{1020E764-7D77-4C96-98F0-277F4DB9C8ED}" dt="2024-11-13T13:30:21.834" v="29400" actId="478"/>
          <ac:picMkLst>
            <pc:docMk/>
            <pc:sldMk cId="816573062" sldId="742"/>
            <ac:picMk id="11" creationId="{19526860-9A14-5248-8D22-E41836CC6B94}"/>
          </ac:picMkLst>
        </pc:picChg>
      </pc:sldChg>
      <pc:sldChg chg="addSp delSp modSp add del mod ord addAnim delAnim modAnim">
        <pc:chgData name="Laurianne Lair" userId="877d0e272dd2d022" providerId="LiveId" clId="{1020E764-7D77-4C96-98F0-277F4DB9C8ED}" dt="2024-11-13T15:25:07.667" v="31823" actId="2696"/>
        <pc:sldMkLst>
          <pc:docMk/>
          <pc:sldMk cId="3211411446" sldId="743"/>
        </pc:sldMkLst>
        <pc:spChg chg="mod">
          <ac:chgData name="Laurianne Lair" userId="877d0e272dd2d022" providerId="LiveId" clId="{1020E764-7D77-4C96-98F0-277F4DB9C8ED}" dt="2024-11-08T16:34:31.001" v="113" actId="20577"/>
          <ac:spMkLst>
            <pc:docMk/>
            <pc:sldMk cId="3211411446" sldId="743"/>
            <ac:spMk id="2" creationId="{456109DE-411F-BDFE-CD71-C42CB72E9A41}"/>
          </ac:spMkLst>
        </pc:spChg>
        <pc:spChg chg="add del mod">
          <ac:chgData name="Laurianne Lair" userId="877d0e272dd2d022" providerId="LiveId" clId="{1020E764-7D77-4C96-98F0-277F4DB9C8ED}" dt="2024-11-13T15:15:48.176" v="31025" actId="478"/>
          <ac:spMkLst>
            <pc:docMk/>
            <pc:sldMk cId="3211411446" sldId="743"/>
            <ac:spMk id="4" creationId="{6572AF18-6647-B340-61E4-DF649AE1B095}"/>
          </ac:spMkLst>
        </pc:spChg>
        <pc:spChg chg="add del mod">
          <ac:chgData name="Laurianne Lair" userId="877d0e272dd2d022" providerId="LiveId" clId="{1020E764-7D77-4C96-98F0-277F4DB9C8ED}" dt="2024-11-13T15:15:45.918" v="31024" actId="478"/>
          <ac:spMkLst>
            <pc:docMk/>
            <pc:sldMk cId="3211411446" sldId="743"/>
            <ac:spMk id="5" creationId="{D4D392AA-CB38-F598-E00F-559B91BA29D8}"/>
          </ac:spMkLst>
        </pc:spChg>
        <pc:spChg chg="add mod">
          <ac:chgData name="Laurianne Lair" userId="877d0e272dd2d022" providerId="LiveId" clId="{1020E764-7D77-4C96-98F0-277F4DB9C8ED}" dt="2024-11-13T15:19:24.593" v="31271" actId="20577"/>
          <ac:spMkLst>
            <pc:docMk/>
            <pc:sldMk cId="3211411446" sldId="743"/>
            <ac:spMk id="6" creationId="{D2D5EAE5-6807-9D05-0929-E85402661929}"/>
          </ac:spMkLst>
        </pc:spChg>
        <pc:spChg chg="add del mod">
          <ac:chgData name="Laurianne Lair" userId="877d0e272dd2d022" providerId="LiveId" clId="{1020E764-7D77-4C96-98F0-277F4DB9C8ED}" dt="2024-11-08T17:30:32.015" v="4051" actId="478"/>
          <ac:spMkLst>
            <pc:docMk/>
            <pc:sldMk cId="3211411446" sldId="743"/>
            <ac:spMk id="9" creationId="{F6079F42-0808-706F-D5E1-84D9E887D8E8}"/>
          </ac:spMkLst>
        </pc:spChg>
        <pc:spChg chg="add mod">
          <ac:chgData name="Laurianne Lair" userId="877d0e272dd2d022" providerId="LiveId" clId="{1020E764-7D77-4C96-98F0-277F4DB9C8ED}" dt="2024-11-08T17:38:02.531" v="5055" actId="1076"/>
          <ac:spMkLst>
            <pc:docMk/>
            <pc:sldMk cId="3211411446" sldId="743"/>
            <ac:spMk id="10" creationId="{324EC857-C5BA-81CB-D19C-027D4D97D22A}"/>
          </ac:spMkLst>
        </pc:spChg>
        <pc:spChg chg="del">
          <ac:chgData name="Laurianne Lair" userId="877d0e272dd2d022" providerId="LiveId" clId="{1020E764-7D77-4C96-98F0-277F4DB9C8ED}" dt="2024-11-08T16:34:08.760" v="48" actId="478"/>
          <ac:spMkLst>
            <pc:docMk/>
            <pc:sldMk cId="3211411446" sldId="743"/>
            <ac:spMk id="12" creationId="{983294C6-46A0-13E5-0D70-BD883F9FF6A6}"/>
          </ac:spMkLst>
        </pc:spChg>
        <pc:picChg chg="del">
          <ac:chgData name="Laurianne Lair" userId="877d0e272dd2d022" providerId="LiveId" clId="{1020E764-7D77-4C96-98F0-277F4DB9C8ED}" dt="2024-11-08T16:34:09.333" v="49" actId="478"/>
          <ac:picMkLst>
            <pc:docMk/>
            <pc:sldMk cId="3211411446" sldId="743"/>
            <ac:picMk id="11" creationId="{4758E4E4-269F-563E-CD4A-477F4E050F50}"/>
          </ac:picMkLst>
        </pc:picChg>
      </pc:sldChg>
      <pc:sldChg chg="addSp delSp modSp add del mod ord delAnim modAnim modNotesTx">
        <pc:chgData name="Laurianne Lair" userId="877d0e272dd2d022" providerId="LiveId" clId="{1020E764-7D77-4C96-98F0-277F4DB9C8ED}" dt="2024-11-13T15:18:08.373" v="31065" actId="2696"/>
        <pc:sldMkLst>
          <pc:docMk/>
          <pc:sldMk cId="2778504880" sldId="744"/>
        </pc:sldMkLst>
        <pc:spChg chg="mod">
          <ac:chgData name="Laurianne Lair" userId="877d0e272dd2d022" providerId="LiveId" clId="{1020E764-7D77-4C96-98F0-277F4DB9C8ED}" dt="2024-11-08T16:34:49.283" v="141" actId="20577"/>
          <ac:spMkLst>
            <pc:docMk/>
            <pc:sldMk cId="2778504880" sldId="744"/>
            <ac:spMk id="2" creationId="{7B379008-D959-713C-1A4B-16C51A07C558}"/>
          </ac:spMkLst>
        </pc:spChg>
        <pc:spChg chg="add del mod">
          <ac:chgData name="Laurianne Lair" userId="877d0e272dd2d022" providerId="LiveId" clId="{1020E764-7D77-4C96-98F0-277F4DB9C8ED}" dt="2024-11-13T15:17:32.433" v="31057" actId="478"/>
          <ac:spMkLst>
            <pc:docMk/>
            <pc:sldMk cId="2778504880" sldId="744"/>
            <ac:spMk id="4" creationId="{A332C60D-51D9-AC59-0818-AE1255709B8F}"/>
          </ac:spMkLst>
        </pc:spChg>
        <pc:spChg chg="del">
          <ac:chgData name="Laurianne Lair" userId="877d0e272dd2d022" providerId="LiveId" clId="{1020E764-7D77-4C96-98F0-277F4DB9C8ED}" dt="2024-11-08T16:34:44.373" v="116" actId="478"/>
          <ac:spMkLst>
            <pc:docMk/>
            <pc:sldMk cId="2778504880" sldId="744"/>
            <ac:spMk id="4" creationId="{FEF46D4F-E2B5-77F1-620B-99BBB2D5788D}"/>
          </ac:spMkLst>
        </pc:spChg>
        <pc:spChg chg="add del mod">
          <ac:chgData name="Laurianne Lair" userId="877d0e272dd2d022" providerId="LiveId" clId="{1020E764-7D77-4C96-98F0-277F4DB9C8ED}" dt="2024-11-13T15:17:38.618" v="31060" actId="478"/>
          <ac:spMkLst>
            <pc:docMk/>
            <pc:sldMk cId="2778504880" sldId="744"/>
            <ac:spMk id="6" creationId="{F7E57144-2365-F881-9F59-1450B07AC634}"/>
          </ac:spMkLst>
        </pc:spChg>
        <pc:spChg chg="del">
          <ac:chgData name="Laurianne Lair" userId="877d0e272dd2d022" providerId="LiveId" clId="{1020E764-7D77-4C96-98F0-277F4DB9C8ED}" dt="2024-11-08T16:34:44.373" v="116" actId="478"/>
          <ac:spMkLst>
            <pc:docMk/>
            <pc:sldMk cId="2778504880" sldId="744"/>
            <ac:spMk id="9" creationId="{DDB4F486-1C52-8B9E-C37D-866869781977}"/>
          </ac:spMkLst>
        </pc:spChg>
        <pc:spChg chg="add del mod">
          <ac:chgData name="Laurianne Lair" userId="877d0e272dd2d022" providerId="LiveId" clId="{1020E764-7D77-4C96-98F0-277F4DB9C8ED}" dt="2024-11-13T15:17:30.091" v="31056" actId="478"/>
          <ac:spMkLst>
            <pc:docMk/>
            <pc:sldMk cId="2778504880" sldId="744"/>
            <ac:spMk id="10" creationId="{25A93781-9DA9-1646-C9E0-6361CCA923B6}"/>
          </ac:spMkLst>
        </pc:spChg>
        <pc:spChg chg="del">
          <ac:chgData name="Laurianne Lair" userId="877d0e272dd2d022" providerId="LiveId" clId="{1020E764-7D77-4C96-98F0-277F4DB9C8ED}" dt="2024-11-08T16:34:44.373" v="116" actId="478"/>
          <ac:spMkLst>
            <pc:docMk/>
            <pc:sldMk cId="2778504880" sldId="744"/>
            <ac:spMk id="12" creationId="{F3F6BA3A-119F-5B01-4A2C-8C2D3F162F31}"/>
          </ac:spMkLst>
        </pc:spChg>
        <pc:spChg chg="add mod">
          <ac:chgData name="Laurianne Lair" userId="877d0e272dd2d022" providerId="LiveId" clId="{1020E764-7D77-4C96-98F0-277F4DB9C8ED}" dt="2024-11-13T00:00:54.927" v="28525" actId="20577"/>
          <ac:spMkLst>
            <pc:docMk/>
            <pc:sldMk cId="2778504880" sldId="744"/>
            <ac:spMk id="13" creationId="{B0021422-D246-4104-F8AD-A6CE6CD7695C}"/>
          </ac:spMkLst>
        </pc:spChg>
        <pc:graphicFrameChg chg="del">
          <ac:chgData name="Laurianne Lair" userId="877d0e272dd2d022" providerId="LiveId" clId="{1020E764-7D77-4C96-98F0-277F4DB9C8ED}" dt="2024-11-08T16:34:44.373" v="116" actId="478"/>
          <ac:graphicFrameMkLst>
            <pc:docMk/>
            <pc:sldMk cId="2778504880" sldId="744"/>
            <ac:graphicFrameMk id="5" creationId="{90458C62-940E-5338-83B7-14CCBD7368F9}"/>
          </ac:graphicFrameMkLst>
        </pc:graphicFrameChg>
        <pc:graphicFrameChg chg="del">
          <ac:chgData name="Laurianne Lair" userId="877d0e272dd2d022" providerId="LiveId" clId="{1020E764-7D77-4C96-98F0-277F4DB9C8ED}" dt="2024-11-08T16:34:45.332" v="117" actId="478"/>
          <ac:graphicFrameMkLst>
            <pc:docMk/>
            <pc:sldMk cId="2778504880" sldId="744"/>
            <ac:graphicFrameMk id="8" creationId="{187FFC36-303E-F8D7-6C92-AAB51ADC67AD}"/>
          </ac:graphicFrameMkLst>
        </pc:graphicFrameChg>
        <pc:graphicFrameChg chg="add del mod">
          <ac:chgData name="Laurianne Lair" userId="877d0e272dd2d022" providerId="LiveId" clId="{1020E764-7D77-4C96-98F0-277F4DB9C8ED}" dt="2024-11-08T17:11:16.993" v="1857" actId="478"/>
          <ac:graphicFrameMkLst>
            <pc:docMk/>
            <pc:sldMk cId="2778504880" sldId="744"/>
            <ac:graphicFrameMk id="14" creationId="{87870740-3910-6B33-E9EC-9B8EBF2121D3}"/>
          </ac:graphicFrameMkLst>
        </pc:graphicFrameChg>
        <pc:graphicFrameChg chg="add del mod">
          <ac:chgData name="Laurianne Lair" userId="877d0e272dd2d022" providerId="LiveId" clId="{1020E764-7D77-4C96-98F0-277F4DB9C8ED}" dt="2024-11-08T17:11:19.833" v="1859" actId="478"/>
          <ac:graphicFrameMkLst>
            <pc:docMk/>
            <pc:sldMk cId="2778504880" sldId="744"/>
            <ac:graphicFrameMk id="15" creationId="{E0FF360A-3BC0-2A1A-E554-AFA412796B72}"/>
          </ac:graphicFrameMkLst>
        </pc:graphicFrameChg>
        <pc:graphicFrameChg chg="add del mod">
          <ac:chgData name="Laurianne Lair" userId="877d0e272dd2d022" providerId="LiveId" clId="{1020E764-7D77-4C96-98F0-277F4DB9C8ED}" dt="2024-11-08T17:11:22.736" v="1860" actId="478"/>
          <ac:graphicFrameMkLst>
            <pc:docMk/>
            <pc:sldMk cId="2778504880" sldId="744"/>
            <ac:graphicFrameMk id="16" creationId="{E84A6366-6E79-16CA-2EB1-24DE8CE039DA}"/>
          </ac:graphicFrameMkLst>
        </pc:graphicFrameChg>
        <pc:picChg chg="del">
          <ac:chgData name="Laurianne Lair" userId="877d0e272dd2d022" providerId="LiveId" clId="{1020E764-7D77-4C96-98F0-277F4DB9C8ED}" dt="2024-11-08T16:34:44.373" v="116" actId="478"/>
          <ac:picMkLst>
            <pc:docMk/>
            <pc:sldMk cId="2778504880" sldId="744"/>
            <ac:picMk id="11" creationId="{28E99EDB-C821-752B-1DB0-0E183397F0F5}"/>
          </ac:picMkLst>
        </pc:picChg>
      </pc:sldChg>
      <pc:sldChg chg="addSp delSp modSp add del mod ord addAnim delAnim modAnim modNotesTx">
        <pc:chgData name="Laurianne Lair" userId="877d0e272dd2d022" providerId="LiveId" clId="{1020E764-7D77-4C96-98F0-277F4DB9C8ED}" dt="2024-11-13T15:19:10.260" v="31270" actId="2696"/>
        <pc:sldMkLst>
          <pc:docMk/>
          <pc:sldMk cId="4115176380" sldId="745"/>
        </pc:sldMkLst>
        <pc:spChg chg="mod">
          <ac:chgData name="Laurianne Lair" userId="877d0e272dd2d022" providerId="LiveId" clId="{1020E764-7D77-4C96-98F0-277F4DB9C8ED}" dt="2024-11-08T16:35:11.842" v="173" actId="20577"/>
          <ac:spMkLst>
            <pc:docMk/>
            <pc:sldMk cId="4115176380" sldId="745"/>
            <ac:spMk id="2" creationId="{AC4976CE-DC2F-A7EC-0B96-8AC71328F061}"/>
          </ac:spMkLst>
        </pc:spChg>
        <pc:spChg chg="add del mod">
          <ac:chgData name="Laurianne Lair" userId="877d0e272dd2d022" providerId="LiveId" clId="{1020E764-7D77-4C96-98F0-277F4DB9C8ED}" dt="2024-11-13T13:13:33.262" v="28610" actId="21"/>
          <ac:spMkLst>
            <pc:docMk/>
            <pc:sldMk cId="4115176380" sldId="745"/>
            <ac:spMk id="4" creationId="{3911F16B-8B5B-F8AF-D7DE-9048ED3455F5}"/>
          </ac:spMkLst>
        </pc:spChg>
        <pc:spChg chg="del">
          <ac:chgData name="Laurianne Lair" userId="877d0e272dd2d022" providerId="LiveId" clId="{1020E764-7D77-4C96-98F0-277F4DB9C8ED}" dt="2024-11-08T16:35:03.621" v="144" actId="478"/>
          <ac:spMkLst>
            <pc:docMk/>
            <pc:sldMk cId="4115176380" sldId="745"/>
            <ac:spMk id="4" creationId="{B9F384C2-3C96-2F7D-A205-1ED2F6D16D83}"/>
          </ac:spMkLst>
        </pc:spChg>
        <pc:spChg chg="del">
          <ac:chgData name="Laurianne Lair" userId="877d0e272dd2d022" providerId="LiveId" clId="{1020E764-7D77-4C96-98F0-277F4DB9C8ED}" dt="2024-11-08T16:35:03.621" v="144" actId="478"/>
          <ac:spMkLst>
            <pc:docMk/>
            <pc:sldMk cId="4115176380" sldId="745"/>
            <ac:spMk id="5" creationId="{20B4AC86-78DC-3B31-8A6C-94944447E992}"/>
          </ac:spMkLst>
        </pc:spChg>
        <pc:spChg chg="add del mod">
          <ac:chgData name="Laurianne Lair" userId="877d0e272dd2d022" providerId="LiveId" clId="{1020E764-7D77-4C96-98F0-277F4DB9C8ED}" dt="2024-11-08T16:57:02.362" v="842"/>
          <ac:spMkLst>
            <pc:docMk/>
            <pc:sldMk cId="4115176380" sldId="745"/>
            <ac:spMk id="6" creationId="{B5B5AA82-D76A-0C43-A59F-95B19A78B255}"/>
          </ac:spMkLst>
        </pc:spChg>
        <pc:spChg chg="del">
          <ac:chgData name="Laurianne Lair" userId="877d0e272dd2d022" providerId="LiveId" clId="{1020E764-7D77-4C96-98F0-277F4DB9C8ED}" dt="2024-11-08T16:35:03.621" v="144" actId="478"/>
          <ac:spMkLst>
            <pc:docMk/>
            <pc:sldMk cId="4115176380" sldId="745"/>
            <ac:spMk id="8" creationId="{F3193159-E9A5-56DA-7A71-78C499AAC109}"/>
          </ac:spMkLst>
        </pc:spChg>
        <pc:spChg chg="add del mod">
          <ac:chgData name="Laurianne Lair" userId="877d0e272dd2d022" providerId="LiveId" clId="{1020E764-7D77-4C96-98F0-277F4DB9C8ED}" dt="2024-11-08T16:57:41.884" v="868" actId="478"/>
          <ac:spMkLst>
            <pc:docMk/>
            <pc:sldMk cId="4115176380" sldId="745"/>
            <ac:spMk id="13" creationId="{2589C976-D8BA-CB8C-7625-5DC0A8D349BD}"/>
          </ac:spMkLst>
        </pc:spChg>
        <pc:spChg chg="add del mod">
          <ac:chgData name="Laurianne Lair" userId="877d0e272dd2d022" providerId="LiveId" clId="{1020E764-7D77-4C96-98F0-277F4DB9C8ED}" dt="2024-11-12T23:33:49.719" v="28464" actId="478"/>
          <ac:spMkLst>
            <pc:docMk/>
            <pc:sldMk cId="4115176380" sldId="745"/>
            <ac:spMk id="14" creationId="{D1F851B9-FE81-8B41-347C-00915254A4A1}"/>
          </ac:spMkLst>
        </pc:spChg>
        <pc:spChg chg="add del mod">
          <ac:chgData name="Laurianne Lair" userId="877d0e272dd2d022" providerId="LiveId" clId="{1020E764-7D77-4C96-98F0-277F4DB9C8ED}" dt="2024-11-13T15:17:24.944" v="31054" actId="478"/>
          <ac:spMkLst>
            <pc:docMk/>
            <pc:sldMk cId="4115176380" sldId="745"/>
            <ac:spMk id="15" creationId="{1FCB36BD-8666-4640-E10F-87AB180E8E6B}"/>
          </ac:spMkLst>
        </pc:spChg>
        <pc:spChg chg="add del mod">
          <ac:chgData name="Laurianne Lair" userId="877d0e272dd2d022" providerId="LiveId" clId="{1020E764-7D77-4C96-98F0-277F4DB9C8ED}" dt="2024-11-13T15:17:23.188" v="31053" actId="478"/>
          <ac:spMkLst>
            <pc:docMk/>
            <pc:sldMk cId="4115176380" sldId="745"/>
            <ac:spMk id="16" creationId="{C2CBBB16-898B-3EFE-7A5B-07A48F0353BD}"/>
          </ac:spMkLst>
        </pc:spChg>
        <pc:spChg chg="add del mod">
          <ac:chgData name="Laurianne Lair" userId="877d0e272dd2d022" providerId="LiveId" clId="{1020E764-7D77-4C96-98F0-277F4DB9C8ED}" dt="2024-11-08T17:04:31.943" v="1385" actId="478"/>
          <ac:spMkLst>
            <pc:docMk/>
            <pc:sldMk cId="4115176380" sldId="745"/>
            <ac:spMk id="20" creationId="{80C2B638-1E2D-CED5-D5CF-CB36B10CCDAF}"/>
          </ac:spMkLst>
        </pc:spChg>
        <pc:spChg chg="add del mod">
          <ac:chgData name="Laurianne Lair" userId="877d0e272dd2d022" providerId="LiveId" clId="{1020E764-7D77-4C96-98F0-277F4DB9C8ED}" dt="2024-11-08T17:04:30.067" v="1384" actId="478"/>
          <ac:spMkLst>
            <pc:docMk/>
            <pc:sldMk cId="4115176380" sldId="745"/>
            <ac:spMk id="21" creationId="{BBEF2766-554E-3473-59D7-2A6F2B39219E}"/>
          </ac:spMkLst>
        </pc:spChg>
        <pc:spChg chg="add del mod">
          <ac:chgData name="Laurianne Lair" userId="877d0e272dd2d022" providerId="LiveId" clId="{1020E764-7D77-4C96-98F0-277F4DB9C8ED}" dt="2024-11-08T17:04:28.255" v="1383" actId="478"/>
          <ac:spMkLst>
            <pc:docMk/>
            <pc:sldMk cId="4115176380" sldId="745"/>
            <ac:spMk id="22" creationId="{70880EC2-07BA-2448-54E9-D21BAA05A12D}"/>
          </ac:spMkLst>
        </pc:spChg>
        <pc:spChg chg="add del mod">
          <ac:chgData name="Laurianne Lair" userId="877d0e272dd2d022" providerId="LiveId" clId="{1020E764-7D77-4C96-98F0-277F4DB9C8ED}" dt="2024-11-13T15:17:18.769" v="31051" actId="478"/>
          <ac:spMkLst>
            <pc:docMk/>
            <pc:sldMk cId="4115176380" sldId="745"/>
            <ac:spMk id="25" creationId="{ED860C64-E086-5BD3-D683-A335B39AA602}"/>
          </ac:spMkLst>
        </pc:spChg>
        <pc:graphicFrameChg chg="del">
          <ac:chgData name="Laurianne Lair" userId="877d0e272dd2d022" providerId="LiveId" clId="{1020E764-7D77-4C96-98F0-277F4DB9C8ED}" dt="2024-11-08T16:35:04.226" v="145" actId="478"/>
          <ac:graphicFrameMkLst>
            <pc:docMk/>
            <pc:sldMk cId="4115176380" sldId="745"/>
            <ac:graphicFrameMk id="12" creationId="{CFC1D4B0-C90B-F51A-A59B-80C59B309D24}"/>
          </ac:graphicFrameMkLst>
        </pc:graphicFrameChg>
        <pc:graphicFrameChg chg="add del mod">
          <ac:chgData name="Laurianne Lair" userId="877d0e272dd2d022" providerId="LiveId" clId="{1020E764-7D77-4C96-98F0-277F4DB9C8ED}" dt="2024-11-13T15:17:26.635" v="31055" actId="478"/>
          <ac:graphicFrameMkLst>
            <pc:docMk/>
            <pc:sldMk cId="4115176380" sldId="745"/>
            <ac:graphicFrameMk id="18" creationId="{25B27745-AD1A-3BC9-0A3F-28FCEA91E8DD}"/>
          </ac:graphicFrameMkLst>
        </pc:graphicFrameChg>
        <pc:graphicFrameChg chg="add del mod">
          <ac:chgData name="Laurianne Lair" userId="877d0e272dd2d022" providerId="LiveId" clId="{1020E764-7D77-4C96-98F0-277F4DB9C8ED}" dt="2024-11-13T15:17:26.635" v="31055" actId="478"/>
          <ac:graphicFrameMkLst>
            <pc:docMk/>
            <pc:sldMk cId="4115176380" sldId="745"/>
            <ac:graphicFrameMk id="19" creationId="{B7EC66B3-14CA-E9A0-6B8D-904BBFBD5779}"/>
          </ac:graphicFrameMkLst>
        </pc:graphicFrameChg>
        <pc:graphicFrameChg chg="add del mod">
          <ac:chgData name="Laurianne Lair" userId="877d0e272dd2d022" providerId="LiveId" clId="{1020E764-7D77-4C96-98F0-277F4DB9C8ED}" dt="2024-11-13T15:17:26.635" v="31055" actId="478"/>
          <ac:graphicFrameMkLst>
            <pc:docMk/>
            <pc:sldMk cId="4115176380" sldId="745"/>
            <ac:graphicFrameMk id="23" creationId="{7AFC7419-43DB-9BDB-F69D-5245BF189A50}"/>
          </ac:graphicFrameMkLst>
        </pc:graphicFrameChg>
        <pc:picChg chg="del">
          <ac:chgData name="Laurianne Lair" userId="877d0e272dd2d022" providerId="LiveId" clId="{1020E764-7D77-4C96-98F0-277F4DB9C8ED}" dt="2024-11-08T16:35:03.621" v="144" actId="478"/>
          <ac:picMkLst>
            <pc:docMk/>
            <pc:sldMk cId="4115176380" sldId="745"/>
            <ac:picMk id="3" creationId="{DFE256A6-DA50-28B1-1B47-0832A0CA9591}"/>
          </ac:picMkLst>
        </pc:picChg>
        <pc:picChg chg="del">
          <ac:chgData name="Laurianne Lair" userId="877d0e272dd2d022" providerId="LiveId" clId="{1020E764-7D77-4C96-98F0-277F4DB9C8ED}" dt="2024-11-08T16:35:03.621" v="144" actId="478"/>
          <ac:picMkLst>
            <pc:docMk/>
            <pc:sldMk cId="4115176380" sldId="745"/>
            <ac:picMk id="7" creationId="{330EABA3-BBD6-E58F-E8B8-F1AAD3445CF3}"/>
          </ac:picMkLst>
        </pc:picChg>
        <pc:picChg chg="add del mod">
          <ac:chgData name="Laurianne Lair" userId="877d0e272dd2d022" providerId="LiveId" clId="{1020E764-7D77-4C96-98F0-277F4DB9C8ED}" dt="2024-11-13T15:17:26.635" v="31055" actId="478"/>
          <ac:picMkLst>
            <pc:docMk/>
            <pc:sldMk cId="4115176380" sldId="745"/>
            <ac:picMk id="26" creationId="{D860E26A-8643-ABC0-F924-D7DB7F85EDDD}"/>
          </ac:picMkLst>
        </pc:picChg>
      </pc:sldChg>
      <pc:sldChg chg="delSp modSp add del mod">
        <pc:chgData name="Laurianne Lair" userId="877d0e272dd2d022" providerId="LiveId" clId="{1020E764-7D77-4C96-98F0-277F4DB9C8ED}" dt="2024-11-11T23:59:04.888" v="25917" actId="2696"/>
        <pc:sldMkLst>
          <pc:docMk/>
          <pc:sldMk cId="4263202886" sldId="746"/>
        </pc:sldMkLst>
        <pc:picChg chg="mod">
          <ac:chgData name="Laurianne Lair" userId="877d0e272dd2d022" providerId="LiveId" clId="{1020E764-7D77-4C96-98F0-277F4DB9C8ED}" dt="2024-11-08T16:45:14.324" v="822" actId="1076"/>
          <ac:picMkLst>
            <pc:docMk/>
            <pc:sldMk cId="4263202886" sldId="746"/>
            <ac:picMk id="4" creationId="{6CD7DBE5-E299-E459-EEE8-C00F9211C45C}"/>
          </ac:picMkLst>
        </pc:picChg>
        <pc:picChg chg="del">
          <ac:chgData name="Laurianne Lair" userId="877d0e272dd2d022" providerId="LiveId" clId="{1020E764-7D77-4C96-98F0-277F4DB9C8ED}" dt="2024-11-08T16:45:12.639" v="820" actId="478"/>
          <ac:picMkLst>
            <pc:docMk/>
            <pc:sldMk cId="4263202886" sldId="746"/>
            <ac:picMk id="5" creationId="{796CD108-652F-44DF-A31A-118FB5E4819C}"/>
          </ac:picMkLst>
        </pc:picChg>
        <pc:picChg chg="mod">
          <ac:chgData name="Laurianne Lair" userId="877d0e272dd2d022" providerId="LiveId" clId="{1020E764-7D77-4C96-98F0-277F4DB9C8ED}" dt="2024-11-08T16:45:15.479" v="823" actId="1076"/>
          <ac:picMkLst>
            <pc:docMk/>
            <pc:sldMk cId="4263202886" sldId="746"/>
            <ac:picMk id="6" creationId="{01F414F9-C120-91CC-81F3-E5ABFDB0025A}"/>
          </ac:picMkLst>
        </pc:picChg>
        <pc:picChg chg="del">
          <ac:chgData name="Laurianne Lair" userId="877d0e272dd2d022" providerId="LiveId" clId="{1020E764-7D77-4C96-98F0-277F4DB9C8ED}" dt="2024-11-08T16:45:13.090" v="821" actId="478"/>
          <ac:picMkLst>
            <pc:docMk/>
            <pc:sldMk cId="4263202886" sldId="746"/>
            <ac:picMk id="8" creationId="{08728949-00C0-4B3D-2071-8A5AB63863CB}"/>
          </ac:picMkLst>
        </pc:picChg>
      </pc:sldChg>
      <pc:sldChg chg="addSp delSp modSp add del mod">
        <pc:chgData name="Laurianne Lair" userId="877d0e272dd2d022" providerId="LiveId" clId="{1020E764-7D77-4C96-98F0-277F4DB9C8ED}" dt="2024-11-12T00:00:11.891" v="25926" actId="2696"/>
        <pc:sldMkLst>
          <pc:docMk/>
          <pc:sldMk cId="1602993060" sldId="747"/>
        </pc:sldMkLst>
        <pc:graphicFrameChg chg="add mod">
          <ac:chgData name="Laurianne Lair" userId="877d0e272dd2d022" providerId="LiveId" clId="{1020E764-7D77-4C96-98F0-277F4DB9C8ED}" dt="2024-11-11T23:59:10.233" v="25918" actId="1076"/>
          <ac:graphicFrameMkLst>
            <pc:docMk/>
            <pc:sldMk cId="1602993060" sldId="747"/>
            <ac:graphicFrameMk id="5" creationId="{A114CC97-BD0B-3DFE-818E-84E697E6889F}"/>
          </ac:graphicFrameMkLst>
        </pc:graphicFrameChg>
        <pc:picChg chg="del">
          <ac:chgData name="Laurianne Lair" userId="877d0e272dd2d022" providerId="LiveId" clId="{1020E764-7D77-4C96-98F0-277F4DB9C8ED}" dt="2024-11-08T16:45:19.416" v="825" actId="478"/>
          <ac:picMkLst>
            <pc:docMk/>
            <pc:sldMk cId="1602993060" sldId="747"/>
            <ac:picMk id="4" creationId="{F3408940-AC72-4AB8-A3EA-5468679FDE21}"/>
          </ac:picMkLst>
        </pc:picChg>
        <pc:picChg chg="del">
          <ac:chgData name="Laurianne Lair" userId="877d0e272dd2d022" providerId="LiveId" clId="{1020E764-7D77-4C96-98F0-277F4DB9C8ED}" dt="2024-11-08T16:45:19.877" v="826" actId="478"/>
          <ac:picMkLst>
            <pc:docMk/>
            <pc:sldMk cId="1602993060" sldId="747"/>
            <ac:picMk id="6" creationId="{88057C51-97A9-2CD8-5B40-36BBABE1538A}"/>
          </ac:picMkLst>
        </pc:picChg>
      </pc:sldChg>
      <pc:sldChg chg="addSp delSp modSp add mod ord addAnim delAnim modAnim modNotesTx">
        <pc:chgData name="Laurianne Lair" userId="877d0e272dd2d022" providerId="LiveId" clId="{1020E764-7D77-4C96-98F0-277F4DB9C8ED}" dt="2024-11-18T12:30:56.743" v="71365"/>
        <pc:sldMkLst>
          <pc:docMk/>
          <pc:sldMk cId="1550787772" sldId="748"/>
        </pc:sldMkLst>
        <pc:spChg chg="mod">
          <ac:chgData name="Laurianne Lair" userId="877d0e272dd2d022" providerId="LiveId" clId="{1020E764-7D77-4C96-98F0-277F4DB9C8ED}" dt="2024-11-17T20:12:20.457" v="68992" actId="403"/>
          <ac:spMkLst>
            <pc:docMk/>
            <pc:sldMk cId="1550787772" sldId="748"/>
            <ac:spMk id="2" creationId="{F6A1B829-63D5-EB74-A060-1D522FE8DFAE}"/>
          </ac:spMkLst>
        </pc:spChg>
        <pc:spChg chg="add mod">
          <ac:chgData name="Laurianne Lair" userId="877d0e272dd2d022" providerId="LiveId" clId="{1020E764-7D77-4C96-98F0-277F4DB9C8ED}" dt="2024-11-13T16:37:24.317" v="32085" actId="1076"/>
          <ac:spMkLst>
            <pc:docMk/>
            <pc:sldMk cId="1550787772" sldId="748"/>
            <ac:spMk id="3" creationId="{CB82A2AF-9C4D-7804-2332-9B00A3B694CC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3" creationId="{D70D6B4D-2169-5879-7DFF-C1EF1099FD53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7" creationId="{DFE7B952-C06E-2AB7-4313-947004688662}"/>
          </ac:spMkLst>
        </pc:spChg>
        <pc:spChg chg="add mod">
          <ac:chgData name="Laurianne Lair" userId="877d0e272dd2d022" providerId="LiveId" clId="{1020E764-7D77-4C96-98F0-277F4DB9C8ED}" dt="2024-11-12T23:49:44.619" v="28480" actId="1035"/>
          <ac:spMkLst>
            <pc:docMk/>
            <pc:sldMk cId="1550787772" sldId="748"/>
            <ac:spMk id="8" creationId="{70A7587D-AD6A-9284-A867-2CACA76B4BF1}"/>
          </ac:spMkLst>
        </pc:spChg>
        <pc:spChg chg="add del mod">
          <ac:chgData name="Laurianne Lair" userId="877d0e272dd2d022" providerId="LiveId" clId="{1020E764-7D77-4C96-98F0-277F4DB9C8ED}" dt="2024-11-12T16:17:46.176" v="26351" actId="21"/>
          <ac:spMkLst>
            <pc:docMk/>
            <pc:sldMk cId="1550787772" sldId="748"/>
            <ac:spMk id="9" creationId="{00E18715-6A51-AE85-F567-B078AAA4F430}"/>
          </ac:spMkLst>
        </pc:spChg>
        <pc:spChg chg="add mod">
          <ac:chgData name="Laurianne Lair" userId="877d0e272dd2d022" providerId="LiveId" clId="{1020E764-7D77-4C96-98F0-277F4DB9C8ED}" dt="2024-11-17T20:05:50.169" v="68195" actId="164"/>
          <ac:spMkLst>
            <pc:docMk/>
            <pc:sldMk cId="1550787772" sldId="748"/>
            <ac:spMk id="9" creationId="{C1E69A66-DA70-6875-7700-0297FDB018E8}"/>
          </ac:spMkLst>
        </pc:spChg>
        <pc:spChg chg="add mod">
          <ac:chgData name="Laurianne Lair" userId="877d0e272dd2d022" providerId="LiveId" clId="{1020E764-7D77-4C96-98F0-277F4DB9C8ED}" dt="2024-11-17T20:05:50.169" v="68195" actId="164"/>
          <ac:spMkLst>
            <pc:docMk/>
            <pc:sldMk cId="1550787772" sldId="748"/>
            <ac:spMk id="11" creationId="{59A63332-23A7-EAA9-33C8-FD4C5AB0B260}"/>
          </ac:spMkLst>
        </pc:spChg>
        <pc:spChg chg="add mod">
          <ac:chgData name="Laurianne Lair" userId="877d0e272dd2d022" providerId="LiveId" clId="{1020E764-7D77-4C96-98F0-277F4DB9C8ED}" dt="2024-11-17T20:03:52.946" v="68146" actId="767"/>
          <ac:spMkLst>
            <pc:docMk/>
            <pc:sldMk cId="1550787772" sldId="748"/>
            <ac:spMk id="12" creationId="{09183078-1BB3-2965-E58A-67FB8BD7300A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12" creationId="{72089A66-5BE5-2532-A75B-5E0D49B007A7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13" creationId="{4AED5144-BD69-64AC-BBC9-94B8AD7FCBDF}"/>
          </ac:spMkLst>
        </pc:spChg>
        <pc:spChg chg="add del mod">
          <ac:chgData name="Laurianne Lair" userId="877d0e272dd2d022" providerId="LiveId" clId="{1020E764-7D77-4C96-98F0-277F4DB9C8ED}" dt="2024-11-17T20:06:47.462" v="68204" actId="478"/>
          <ac:spMkLst>
            <pc:docMk/>
            <pc:sldMk cId="1550787772" sldId="748"/>
            <ac:spMk id="13" creationId="{8201BBCE-BEA0-6867-F1B5-D4BE25C1DC1C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14" creationId="{397BE37C-59D0-DD62-DEA2-CE424EC05FF3}"/>
          </ac:spMkLst>
        </pc:spChg>
        <pc:spChg chg="add del mod">
          <ac:chgData name="Laurianne Lair" userId="877d0e272dd2d022" providerId="LiveId" clId="{1020E764-7D77-4C96-98F0-277F4DB9C8ED}" dt="2024-11-12T16:17:43.984" v="26350" actId="478"/>
          <ac:spMkLst>
            <pc:docMk/>
            <pc:sldMk cId="1550787772" sldId="748"/>
            <ac:spMk id="15" creationId="{3679B227-BD23-BCFB-5F00-7D19A627DEBF}"/>
          </ac:spMkLst>
        </pc:spChg>
        <pc:spChg chg="add del">
          <ac:chgData name="Laurianne Lair" userId="877d0e272dd2d022" providerId="LiveId" clId="{1020E764-7D77-4C96-98F0-277F4DB9C8ED}" dt="2024-11-12T21:42:24.371" v="26959" actId="478"/>
          <ac:spMkLst>
            <pc:docMk/>
            <pc:sldMk cId="1550787772" sldId="748"/>
            <ac:spMk id="17" creationId="{B50B58DC-F060-C05D-48F7-CC7EF589859A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0" creationId="{8CCA1974-E67B-EE7A-3AF6-8A687EF3368D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3" creationId="{55E92D8B-6453-AE45-CBC8-70DA2A8A5A73}"/>
          </ac:spMkLst>
        </pc:spChg>
        <pc:spChg chg="del">
          <ac:chgData name="Laurianne Lair" userId="877d0e272dd2d022" providerId="LiveId" clId="{1020E764-7D77-4C96-98F0-277F4DB9C8ED}" dt="2024-11-08T16:54:38.932" v="837" actId="478"/>
          <ac:spMkLst>
            <pc:docMk/>
            <pc:sldMk cId="1550787772" sldId="748"/>
            <ac:spMk id="24" creationId="{F6F2B8E2-2A25-BB48-43D4-C4BD539ED460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5" creationId="{74DF182B-376A-F5D6-5486-F6BE6D9E768C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6" creationId="{0606B82E-7D3B-C1C2-E2A0-5E5613174641}"/>
          </ac:spMkLst>
        </pc:spChg>
        <pc:spChg chg="del">
          <ac:chgData name="Laurianne Lair" userId="877d0e272dd2d022" providerId="LiveId" clId="{1020E764-7D77-4C96-98F0-277F4DB9C8ED}" dt="2024-11-08T16:54:38.932" v="837" actId="478"/>
          <ac:spMkLst>
            <pc:docMk/>
            <pc:sldMk cId="1550787772" sldId="748"/>
            <ac:spMk id="26" creationId="{0BC22D2F-7866-E051-2BC9-8747BFB35849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7" creationId="{F0C5433D-D94D-92F3-04E4-E57B376DCA8D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29" creationId="{581BA041-387B-9F36-80F9-FF0AAC957742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0" creationId="{AE411FC0-72CF-FBAF-9B50-2FD7AAC036E0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1" creationId="{7FD93440-F2A1-1278-5C64-E7CCA4DEA5A2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4" creationId="{C92E50D5-6EC7-6C8D-02A1-B866BF644C4D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5" creationId="{BBB2FAE1-D96C-F11E-B3EB-64B2034E41E1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6" creationId="{32EB492E-248B-D2BA-CE04-43EB09A13196}"/>
          </ac:spMkLst>
        </pc:spChg>
        <pc:spChg chg="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7" creationId="{F41CBB8D-91EB-4475-90B5-13ED818E450D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38" creationId="{65D6E51A-A733-6E75-E308-24525FAD31E9}"/>
          </ac:spMkLst>
        </pc:spChg>
        <pc:spChg chg="del">
          <ac:chgData name="Laurianne Lair" userId="877d0e272dd2d022" providerId="LiveId" clId="{1020E764-7D77-4C96-98F0-277F4DB9C8ED}" dt="2024-11-08T16:54:38.932" v="837" actId="478"/>
          <ac:spMkLst>
            <pc:docMk/>
            <pc:sldMk cId="1550787772" sldId="748"/>
            <ac:spMk id="39" creationId="{02F6B2B9-B9C2-468B-745C-0CC82D32A424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0" creationId="{08034434-92F3-B532-6723-7BC3EB4594AC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1" creationId="{44B2B25D-2728-FE36-CA76-68BAF75C9AA6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2" creationId="{A292AAB4-CB0C-8375-E636-C36DAC5ADE5F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3" creationId="{C9D69F45-26BC-2C31-CEDB-5DCFA4D95854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4" creationId="{C2172C00-6CD3-3F9A-EEA8-ED8F2C907363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5" creationId="{3BA4601D-CF6C-B6E8-26A3-6D2A3A27E8A9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7" creationId="{A64B1719-884A-7EFA-AAF6-A296075EB620}"/>
          </ac:spMkLst>
        </pc:spChg>
        <pc:spChg chg="add mod">
          <ac:chgData name="Laurianne Lair" userId="877d0e272dd2d022" providerId="LiveId" clId="{1020E764-7D77-4C96-98F0-277F4DB9C8ED}" dt="2024-11-12T21:43:21.420" v="26966"/>
          <ac:spMkLst>
            <pc:docMk/>
            <pc:sldMk cId="1550787772" sldId="748"/>
            <ac:spMk id="48" creationId="{96EC85BC-30E2-204D-3707-827C46F18471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51" creationId="{0E2E8F66-B6A2-973D-998A-94F39DE96340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54" creationId="{440AF128-0AD5-220E-42C3-2123604E0667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56" creationId="{E2E29568-0370-8F25-7223-EEE34EA21FF4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57" creationId="{D03EE428-A863-41F5-4A92-1BCCDAD01C79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58" creationId="{01DB60A3-FEF4-D4EC-7403-3688AB86C684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0" creationId="{4B458C2A-8E90-0D47-5CA6-6C3C04679E5D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1" creationId="{EB3CBE51-1EA2-3B35-7287-B2BB84055270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2" creationId="{22AA8DF0-CAA6-C96B-EF9C-578108A4FF94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4" creationId="{5ABC743C-603D-53C9-6044-62F93E0028C5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5" creationId="{EF8CFB99-87F1-B25D-C150-142F85A334BF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6" creationId="{AE28A117-4284-3A53-A06A-29058AE04FF1}"/>
          </ac:spMkLst>
        </pc:spChg>
        <pc:spChg chg="mod">
          <ac:chgData name="Laurianne Lair" userId="877d0e272dd2d022" providerId="LiveId" clId="{1020E764-7D77-4C96-98F0-277F4DB9C8ED}" dt="2024-11-12T21:43:40.525" v="26969"/>
          <ac:spMkLst>
            <pc:docMk/>
            <pc:sldMk cId="1550787772" sldId="748"/>
            <ac:spMk id="67" creationId="{54404B85-1806-2459-2D6D-98FD665624FA}"/>
          </ac:spMkLst>
        </pc:spChg>
        <pc:spChg chg="add mod">
          <ac:chgData name="Laurianne Lair" userId="877d0e272dd2d022" providerId="LiveId" clId="{1020E764-7D77-4C96-98F0-277F4DB9C8ED}" dt="2024-11-12T21:47:43.445" v="27036" actId="1076"/>
          <ac:spMkLst>
            <pc:docMk/>
            <pc:sldMk cId="1550787772" sldId="748"/>
            <ac:spMk id="68" creationId="{D5D53DD6-5DF6-C78F-FF5F-1891E2BC678D}"/>
          </ac:spMkLst>
        </pc:spChg>
        <pc:grpChg chg="add mod">
          <ac:chgData name="Laurianne Lair" userId="877d0e272dd2d022" providerId="LiveId" clId="{1020E764-7D77-4C96-98F0-277F4DB9C8ED}" dt="2024-11-17T20:05:50.169" v="68195" actId="164"/>
          <ac:grpSpMkLst>
            <pc:docMk/>
            <pc:sldMk cId="1550787772" sldId="748"/>
            <ac:grpSpMk id="14" creationId="{7D9A63DC-321E-C147-5FC0-2E99A9D58E3F}"/>
          </ac:grpSpMkLst>
        </pc:grpChg>
        <pc:grpChg chg="add mod">
          <ac:chgData name="Laurianne Lair" userId="877d0e272dd2d022" providerId="LiveId" clId="{1020E764-7D77-4C96-98F0-277F4DB9C8ED}" dt="2024-11-12T21:43:21.420" v="26966"/>
          <ac:grpSpMkLst>
            <pc:docMk/>
            <pc:sldMk cId="1550787772" sldId="748"/>
            <ac:grpSpMk id="18" creationId="{05D53B0B-2C4D-3C20-847C-283D763EBB9A}"/>
          </ac:grpSpMkLst>
        </pc:grpChg>
        <pc:grpChg chg="add mod">
          <ac:chgData name="Laurianne Lair" userId="877d0e272dd2d022" providerId="LiveId" clId="{1020E764-7D77-4C96-98F0-277F4DB9C8ED}" dt="2024-11-12T21:43:21.420" v="26966"/>
          <ac:grpSpMkLst>
            <pc:docMk/>
            <pc:sldMk cId="1550787772" sldId="748"/>
            <ac:grpSpMk id="21" creationId="{BFDCAE7E-DC54-F9AB-D20E-73CBACC8AC50}"/>
          </ac:grpSpMkLst>
        </pc:grpChg>
        <pc:grpChg chg="add mod">
          <ac:chgData name="Laurianne Lair" userId="877d0e272dd2d022" providerId="LiveId" clId="{1020E764-7D77-4C96-98F0-277F4DB9C8ED}" dt="2024-11-12T21:43:21.420" v="26966"/>
          <ac:grpSpMkLst>
            <pc:docMk/>
            <pc:sldMk cId="1550787772" sldId="748"/>
            <ac:grpSpMk id="24" creationId="{203ACD5F-97F5-3682-379D-0E611C6E0A9D}"/>
          </ac:grpSpMkLst>
        </pc:grpChg>
        <pc:grpChg chg="add mod">
          <ac:chgData name="Laurianne Lair" userId="877d0e272dd2d022" providerId="LiveId" clId="{1020E764-7D77-4C96-98F0-277F4DB9C8ED}" dt="2024-11-12T21:43:21.420" v="26966"/>
          <ac:grpSpMkLst>
            <pc:docMk/>
            <pc:sldMk cId="1550787772" sldId="748"/>
            <ac:grpSpMk id="28" creationId="{240F9903-FDCB-6486-F450-3ECD9EACB2A3}"/>
          </ac:grpSpMkLst>
        </pc:grpChg>
        <pc:grpChg chg="add mod">
          <ac:chgData name="Laurianne Lair" userId="877d0e272dd2d022" providerId="LiveId" clId="{1020E764-7D77-4C96-98F0-277F4DB9C8ED}" dt="2024-11-12T21:43:21.420" v="26966"/>
          <ac:grpSpMkLst>
            <pc:docMk/>
            <pc:sldMk cId="1550787772" sldId="748"/>
            <ac:grpSpMk id="33" creationId="{4AF3B9BD-BFB2-AA09-8C5B-34490830ADB5}"/>
          </ac:grpSpMkLst>
        </pc:grpChg>
        <pc:grpChg chg="add del mod">
          <ac:chgData name="Laurianne Lair" userId="877d0e272dd2d022" providerId="LiveId" clId="{1020E764-7D77-4C96-98F0-277F4DB9C8ED}" dt="2024-11-16T23:45:15.648" v="58626" actId="478"/>
          <ac:grpSpMkLst>
            <pc:docMk/>
            <pc:sldMk cId="1550787772" sldId="748"/>
            <ac:grpSpMk id="49" creationId="{91F12F5A-B4A0-31ED-D9B2-7CC2D36603C6}"/>
          </ac:grpSpMkLst>
        </pc:grpChg>
        <pc:grpChg chg="add mod">
          <ac:chgData name="Laurianne Lair" userId="877d0e272dd2d022" providerId="LiveId" clId="{1020E764-7D77-4C96-98F0-277F4DB9C8ED}" dt="2024-11-17T20:06:00.135" v="68198" actId="1076"/>
          <ac:grpSpMkLst>
            <pc:docMk/>
            <pc:sldMk cId="1550787772" sldId="748"/>
            <ac:grpSpMk id="52" creationId="{280A0DD4-D5DA-6A92-E211-C6824D183CC2}"/>
          </ac:grpSpMkLst>
        </pc:grpChg>
        <pc:grpChg chg="add mod">
          <ac:chgData name="Laurianne Lair" userId="877d0e272dd2d022" providerId="LiveId" clId="{1020E764-7D77-4C96-98F0-277F4DB9C8ED}" dt="2024-11-12T21:46:20.675" v="27002" actId="1076"/>
          <ac:grpSpMkLst>
            <pc:docMk/>
            <pc:sldMk cId="1550787772" sldId="748"/>
            <ac:grpSpMk id="55" creationId="{2BF70A48-85A1-C5CF-04EF-B7749F6893D5}"/>
          </ac:grpSpMkLst>
        </pc:grpChg>
        <pc:grpChg chg="add mod">
          <ac:chgData name="Laurianne Lair" userId="877d0e272dd2d022" providerId="LiveId" clId="{1020E764-7D77-4C96-98F0-277F4DB9C8ED}" dt="2024-11-12T21:46:20.675" v="27002" actId="1076"/>
          <ac:grpSpMkLst>
            <pc:docMk/>
            <pc:sldMk cId="1550787772" sldId="748"/>
            <ac:grpSpMk id="59" creationId="{8EC419BD-2660-AD97-995A-57578C05F286}"/>
          </ac:grpSpMkLst>
        </pc:grpChg>
        <pc:grpChg chg="add mod">
          <ac:chgData name="Laurianne Lair" userId="877d0e272dd2d022" providerId="LiveId" clId="{1020E764-7D77-4C96-98F0-277F4DB9C8ED}" dt="2024-11-12T21:46:20.675" v="27002" actId="1076"/>
          <ac:grpSpMkLst>
            <pc:docMk/>
            <pc:sldMk cId="1550787772" sldId="748"/>
            <ac:grpSpMk id="63" creationId="{42BE96FA-D2F9-EF61-4226-6F6484E590B8}"/>
          </ac:grpSpMkLst>
        </pc:grpChg>
        <pc:graphicFrameChg chg="del">
          <ac:chgData name="Laurianne Lair" userId="877d0e272dd2d022" providerId="LiveId" clId="{1020E764-7D77-4C96-98F0-277F4DB9C8ED}" dt="2024-11-08T16:54:36.672" v="836" actId="478"/>
          <ac:graphicFrameMkLst>
            <pc:docMk/>
            <pc:sldMk cId="1550787772" sldId="748"/>
            <ac:graphicFrameMk id="3" creationId="{CF2ECE94-1943-A0CA-3232-7F77DB5E7D4E}"/>
          </ac:graphicFrameMkLst>
        </pc:graphicFrameChg>
        <pc:graphicFrameChg chg="add mod">
          <ac:chgData name="Laurianne Lair" userId="877d0e272dd2d022" providerId="LiveId" clId="{1020E764-7D77-4C96-98F0-277F4DB9C8ED}" dt="2024-11-17T20:03:52.946" v="68146" actId="767"/>
          <ac:graphicFrameMkLst>
            <pc:docMk/>
            <pc:sldMk cId="1550787772" sldId="748"/>
            <ac:graphicFrameMk id="5" creationId="{1887FB8E-1D5B-8B1C-68C6-06A84E747557}"/>
          </ac:graphicFrameMkLst>
        </pc:graphicFrameChg>
        <pc:graphicFrameChg chg="add del mod">
          <ac:chgData name="Laurianne Lair" userId="877d0e272dd2d022" providerId="LiveId" clId="{1020E764-7D77-4C96-98F0-277F4DB9C8ED}" dt="2024-11-08T22:06:44.923" v="5404" actId="478"/>
          <ac:graphicFrameMkLst>
            <pc:docMk/>
            <pc:sldMk cId="1550787772" sldId="748"/>
            <ac:graphicFrameMk id="7" creationId="{93722F7A-5B21-4C67-4FCB-CB712E360FA1}"/>
          </ac:graphicFrameMkLst>
        </pc:graphicFrameChg>
        <pc:graphicFrameChg chg="add del mod">
          <ac:chgData name="Laurianne Lair" userId="877d0e272dd2d022" providerId="LiveId" clId="{1020E764-7D77-4C96-98F0-277F4DB9C8ED}" dt="2024-11-12T21:42:53.841" v="26960" actId="478"/>
          <ac:graphicFrameMkLst>
            <pc:docMk/>
            <pc:sldMk cId="1550787772" sldId="748"/>
            <ac:graphicFrameMk id="11" creationId="{25633B1B-677E-5D15-F8FB-602B79A62638}"/>
          </ac:graphicFrameMkLst>
        </pc:graphicFrameChg>
        <pc:picChg chg="add mod">
          <ac:chgData name="Laurianne Lair" userId="877d0e272dd2d022" providerId="LiveId" clId="{1020E764-7D77-4C96-98F0-277F4DB9C8ED}" dt="2024-11-13T13:43:00.048" v="29942" actId="1076"/>
          <ac:picMkLst>
            <pc:docMk/>
            <pc:sldMk cId="1550787772" sldId="748"/>
            <ac:picMk id="7" creationId="{ECDF19EB-5F43-7CE2-35F4-B8EF748D435D}"/>
          </ac:picMkLst>
        </pc:picChg>
        <pc:picChg chg="add del mod">
          <ac:chgData name="Laurianne Lair" userId="877d0e272dd2d022" providerId="LiveId" clId="{1020E764-7D77-4C96-98F0-277F4DB9C8ED}" dt="2024-11-12T16:17:46.176" v="26351" actId="21"/>
          <ac:picMkLst>
            <pc:docMk/>
            <pc:sldMk cId="1550787772" sldId="748"/>
            <ac:picMk id="10" creationId="{3D9A31B8-A7B0-13B3-9287-7DBCA0684190}"/>
          </ac:picMkLst>
        </pc:picChg>
        <pc:picChg chg="add mod">
          <ac:chgData name="Laurianne Lair" userId="877d0e272dd2d022" providerId="LiveId" clId="{1020E764-7D77-4C96-98F0-277F4DB9C8ED}" dt="2024-11-17T20:05:50.169" v="68195" actId="164"/>
          <ac:picMkLst>
            <pc:docMk/>
            <pc:sldMk cId="1550787772" sldId="748"/>
            <ac:picMk id="10" creationId="{EC5DA19F-B87A-64D9-A0BF-79A4ADB54BC6}"/>
          </ac:picMkLst>
        </pc:picChg>
        <pc:picChg chg="mod">
          <ac:chgData name="Laurianne Lair" userId="877d0e272dd2d022" providerId="LiveId" clId="{1020E764-7D77-4C96-98F0-277F4DB9C8ED}" dt="2024-11-12T21:43:21.420" v="26966"/>
          <ac:picMkLst>
            <pc:docMk/>
            <pc:sldMk cId="1550787772" sldId="748"/>
            <ac:picMk id="19" creationId="{CE306377-C0B4-15C8-A1C2-D3D3B8B05C6E}"/>
          </ac:picMkLst>
        </pc:picChg>
        <pc:picChg chg="mod">
          <ac:chgData name="Laurianne Lair" userId="877d0e272dd2d022" providerId="LiveId" clId="{1020E764-7D77-4C96-98F0-277F4DB9C8ED}" dt="2024-11-12T21:43:21.420" v="26966"/>
          <ac:picMkLst>
            <pc:docMk/>
            <pc:sldMk cId="1550787772" sldId="748"/>
            <ac:picMk id="22" creationId="{CB6F3139-48FC-F8BF-97D8-7903AD73210A}"/>
          </ac:picMkLst>
        </pc:picChg>
        <pc:picChg chg="add mod">
          <ac:chgData name="Laurianne Lair" userId="877d0e272dd2d022" providerId="LiveId" clId="{1020E764-7D77-4C96-98F0-277F4DB9C8ED}" dt="2024-11-12T21:43:21.420" v="26966"/>
          <ac:picMkLst>
            <pc:docMk/>
            <pc:sldMk cId="1550787772" sldId="748"/>
            <ac:picMk id="39" creationId="{A8F0C830-A46F-F753-B56D-71A2506F8486}"/>
          </ac:picMkLst>
        </pc:picChg>
        <pc:picChg chg="add mod">
          <ac:chgData name="Laurianne Lair" userId="877d0e272dd2d022" providerId="LiveId" clId="{1020E764-7D77-4C96-98F0-277F4DB9C8ED}" dt="2024-11-12T21:43:21.420" v="26966"/>
          <ac:picMkLst>
            <pc:docMk/>
            <pc:sldMk cId="1550787772" sldId="748"/>
            <ac:picMk id="46" creationId="{20BCCAE4-6F7A-C5A1-27AF-06684CBBE471}"/>
          </ac:picMkLst>
        </pc:picChg>
        <pc:picChg chg="mod">
          <ac:chgData name="Laurianne Lair" userId="877d0e272dd2d022" providerId="LiveId" clId="{1020E764-7D77-4C96-98F0-277F4DB9C8ED}" dt="2024-11-12T21:43:40.525" v="26969"/>
          <ac:picMkLst>
            <pc:docMk/>
            <pc:sldMk cId="1550787772" sldId="748"/>
            <ac:picMk id="50" creationId="{B81737A1-B58A-86B2-8B9E-07D82472FE9A}"/>
          </ac:picMkLst>
        </pc:picChg>
        <pc:picChg chg="mod">
          <ac:chgData name="Laurianne Lair" userId="877d0e272dd2d022" providerId="LiveId" clId="{1020E764-7D77-4C96-98F0-277F4DB9C8ED}" dt="2024-11-12T21:43:40.525" v="26969"/>
          <ac:picMkLst>
            <pc:docMk/>
            <pc:sldMk cId="1550787772" sldId="748"/>
            <ac:picMk id="53" creationId="{690FB946-F3D3-ECD5-81B6-DE43D7F7CD1D}"/>
          </ac:picMkLst>
        </pc:picChg>
        <pc:picChg chg="add mod">
          <ac:chgData name="Laurianne Lair" userId="877d0e272dd2d022" providerId="LiveId" clId="{1020E764-7D77-4C96-98F0-277F4DB9C8ED}" dt="2024-11-12T21:47:41.729" v="27035" actId="14100"/>
          <ac:picMkLst>
            <pc:docMk/>
            <pc:sldMk cId="1550787772" sldId="748"/>
            <ac:picMk id="69" creationId="{DFA97384-42F6-874F-97C7-62EDEF153AB1}"/>
          </ac:picMkLst>
        </pc:picChg>
        <pc:cxnChg chg="del">
          <ac:chgData name="Laurianne Lair" userId="877d0e272dd2d022" providerId="LiveId" clId="{1020E764-7D77-4C96-98F0-277F4DB9C8ED}" dt="2024-11-08T16:54:38.932" v="837" actId="478"/>
          <ac:cxnSpMkLst>
            <pc:docMk/>
            <pc:sldMk cId="1550787772" sldId="748"/>
            <ac:cxnSpMk id="21" creationId="{6804FC4E-D24E-BBDE-A823-CB894C4B80A9}"/>
          </ac:cxnSpMkLst>
        </pc:cxnChg>
        <pc:cxnChg chg="del">
          <ac:chgData name="Laurianne Lair" userId="877d0e272dd2d022" providerId="LiveId" clId="{1020E764-7D77-4C96-98F0-277F4DB9C8ED}" dt="2024-11-08T16:54:38.932" v="837" actId="478"/>
          <ac:cxnSpMkLst>
            <pc:docMk/>
            <pc:sldMk cId="1550787772" sldId="748"/>
            <ac:cxnSpMk id="23" creationId="{FB73EEDC-D50D-2331-673D-CD3504525F2B}"/>
          </ac:cxnSpMkLst>
        </pc:cxnChg>
        <pc:cxnChg chg="del">
          <ac:chgData name="Laurianne Lair" userId="877d0e272dd2d022" providerId="LiveId" clId="{1020E764-7D77-4C96-98F0-277F4DB9C8ED}" dt="2024-11-08T16:54:38.932" v="837" actId="478"/>
          <ac:cxnSpMkLst>
            <pc:docMk/>
            <pc:sldMk cId="1550787772" sldId="748"/>
            <ac:cxnSpMk id="25" creationId="{B28C6CB4-8A61-EA76-0B18-8C21ACFF25BB}"/>
          </ac:cxnSpMkLst>
        </pc:cxnChg>
      </pc:sldChg>
      <pc:sldChg chg="addSp delSp modSp add mod ord delAnim modAnim modShow modNotesTx">
        <pc:chgData name="Laurianne Lair" userId="877d0e272dd2d022" providerId="LiveId" clId="{1020E764-7D77-4C96-98F0-277F4DB9C8ED}" dt="2024-11-16T15:10:28.909" v="38741"/>
        <pc:sldMkLst>
          <pc:docMk/>
          <pc:sldMk cId="373193787" sldId="749"/>
        </pc:sldMkLst>
        <pc:spChg chg="mod">
          <ac:chgData name="Laurianne Lair" userId="877d0e272dd2d022" providerId="LiveId" clId="{1020E764-7D77-4C96-98F0-277F4DB9C8ED}" dt="2024-11-12T21:51:40.567" v="27435" actId="1036"/>
          <ac:spMkLst>
            <pc:docMk/>
            <pc:sldMk cId="373193787" sldId="749"/>
            <ac:spMk id="2" creationId="{254585AB-E329-5C84-3CE8-7D73F7FE79A9}"/>
          </ac:spMkLst>
        </pc:spChg>
        <pc:spChg chg="add del mod">
          <ac:chgData name="Laurianne Lair" userId="877d0e272dd2d022" providerId="LiveId" clId="{1020E764-7D77-4C96-98F0-277F4DB9C8ED}" dt="2024-11-12T16:17:20.882" v="26342" actId="478"/>
          <ac:spMkLst>
            <pc:docMk/>
            <pc:sldMk cId="373193787" sldId="749"/>
            <ac:spMk id="5" creationId="{28F3C47A-E045-742E-C333-A1B46BF2D5D6}"/>
          </ac:spMkLst>
        </pc:spChg>
        <pc:spChg chg="add del mod">
          <ac:chgData name="Laurianne Lair" userId="877d0e272dd2d022" providerId="LiveId" clId="{1020E764-7D77-4C96-98F0-277F4DB9C8ED}" dt="2024-11-08T21:53:58.978" v="5071" actId="478"/>
          <ac:spMkLst>
            <pc:docMk/>
            <pc:sldMk cId="373193787" sldId="749"/>
            <ac:spMk id="8" creationId="{38AD26F6-07C2-F01A-0673-1AED0BA46AB5}"/>
          </ac:spMkLst>
        </pc:spChg>
        <pc:spChg chg="add mod">
          <ac:chgData name="Laurianne Lair" userId="877d0e272dd2d022" providerId="LiveId" clId="{1020E764-7D77-4C96-98F0-277F4DB9C8ED}" dt="2024-11-08T22:02:36.782" v="5361" actId="164"/>
          <ac:spMkLst>
            <pc:docMk/>
            <pc:sldMk cId="373193787" sldId="749"/>
            <ac:spMk id="9" creationId="{0E2E8F66-B6A2-973D-998A-94F39DE96340}"/>
          </ac:spMkLst>
        </pc:spChg>
        <pc:spChg chg="add mod">
          <ac:chgData name="Laurianne Lair" userId="877d0e272dd2d022" providerId="LiveId" clId="{1020E764-7D77-4C96-98F0-277F4DB9C8ED}" dt="2024-11-08T22:02:50.607" v="5367" actId="164"/>
          <ac:spMkLst>
            <pc:docMk/>
            <pc:sldMk cId="373193787" sldId="749"/>
            <ac:spMk id="10" creationId="{440AF128-0AD5-220E-42C3-2123604E0667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1" creationId="{24A4BB1C-C213-761A-C543-F60725C2EADF}"/>
          </ac:spMkLst>
        </pc:spChg>
        <pc:spChg chg="add del mod">
          <ac:chgData name="Laurianne Lair" userId="877d0e272dd2d022" providerId="LiveId" clId="{1020E764-7D77-4C96-98F0-277F4DB9C8ED}" dt="2024-11-12T21:47:47.428" v="27038" actId="478"/>
          <ac:spMkLst>
            <pc:docMk/>
            <pc:sldMk cId="373193787" sldId="749"/>
            <ac:spMk id="11" creationId="{8600342D-22E1-3539-62D6-3C50B772140E}"/>
          </ac:spMkLst>
        </pc:spChg>
        <pc:spChg chg="add del mod">
          <ac:chgData name="Laurianne Lair" userId="877d0e272dd2d022" providerId="LiveId" clId="{1020E764-7D77-4C96-98F0-277F4DB9C8ED}" dt="2024-11-12T16:17:22.052" v="26343" actId="478"/>
          <ac:spMkLst>
            <pc:docMk/>
            <pc:sldMk cId="373193787" sldId="749"/>
            <ac:spMk id="12" creationId="{3FD1FDE2-E78F-0045-E8E4-D5C6B8277711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2" creationId="{69976498-D438-178E-CDD5-3BF4E3D76AB7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3" creationId="{4002BE2A-4681-D3CD-71C9-00321818EB13}"/>
          </ac:spMkLst>
        </pc:spChg>
        <pc:spChg chg="add del mod">
          <ac:chgData name="Laurianne Lair" userId="877d0e272dd2d022" providerId="LiveId" clId="{1020E764-7D77-4C96-98F0-277F4DB9C8ED}" dt="2024-11-12T16:17:23.075" v="26344" actId="478"/>
          <ac:spMkLst>
            <pc:docMk/>
            <pc:sldMk cId="373193787" sldId="749"/>
            <ac:spMk id="13" creationId="{EDF4E997-3C51-0B07-5594-05603DFFF050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4" creationId="{BE3F1C2F-0EF3-6278-B01E-7B86B16EDEF5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5" creationId="{9E2EA463-6EC2-95D8-442E-41E38C490DB0}"/>
          </ac:spMkLst>
        </pc:spChg>
        <pc:spChg chg="add del mod">
          <ac:chgData name="Laurianne Lair" userId="877d0e272dd2d022" providerId="LiveId" clId="{1020E764-7D77-4C96-98F0-277F4DB9C8ED}" dt="2024-11-08T22:03:36.680" v="5376" actId="478"/>
          <ac:spMkLst>
            <pc:docMk/>
            <pc:sldMk cId="373193787" sldId="749"/>
            <ac:spMk id="16" creationId="{E2E8C7B0-B217-6C55-568F-F9DAE98637EA}"/>
          </ac:spMkLst>
        </pc:spChg>
        <pc:spChg chg="add del mod">
          <ac:chgData name="Laurianne Lair" userId="877d0e272dd2d022" providerId="LiveId" clId="{1020E764-7D77-4C96-98F0-277F4DB9C8ED}" dt="2024-11-11T23:53:44.743" v="25745" actId="478"/>
          <ac:spMkLst>
            <pc:docMk/>
            <pc:sldMk cId="373193787" sldId="749"/>
            <ac:spMk id="17" creationId="{34570DB1-4374-A984-6020-2DB5B0FE4664}"/>
          </ac:spMkLst>
        </pc:spChg>
        <pc:spChg chg="add mod">
          <ac:chgData name="Laurianne Lair" userId="877d0e272dd2d022" providerId="LiveId" clId="{1020E764-7D77-4C96-98F0-277F4DB9C8ED}" dt="2024-11-11T23:53:04.706" v="25730" actId="164"/>
          <ac:spMkLst>
            <pc:docMk/>
            <pc:sldMk cId="373193787" sldId="749"/>
            <ac:spMk id="21" creationId="{E2E29568-0370-8F25-7223-EEE34EA21FF4}"/>
          </ac:spMkLst>
        </pc:spChg>
        <pc:spChg chg="add mod">
          <ac:chgData name="Laurianne Lair" userId="877d0e272dd2d022" providerId="LiveId" clId="{1020E764-7D77-4C96-98F0-277F4DB9C8ED}" dt="2024-11-11T23:53:12.571" v="25732" actId="164"/>
          <ac:spMkLst>
            <pc:docMk/>
            <pc:sldMk cId="373193787" sldId="749"/>
            <ac:spMk id="22" creationId="{4B458C2A-8E90-0D47-5CA6-6C3C04679E5D}"/>
          </ac:spMkLst>
        </pc:spChg>
        <pc:spChg chg="add mod">
          <ac:chgData name="Laurianne Lair" userId="877d0e272dd2d022" providerId="LiveId" clId="{1020E764-7D77-4C96-98F0-277F4DB9C8ED}" dt="2024-11-11T23:53:18.443" v="25734" actId="164"/>
          <ac:spMkLst>
            <pc:docMk/>
            <pc:sldMk cId="373193787" sldId="749"/>
            <ac:spMk id="23" creationId="{5ABC743C-603D-53C9-6044-62F93E0028C5}"/>
          </ac:spMkLst>
        </pc:spChg>
        <pc:spChg chg="add mod">
          <ac:chgData name="Laurianne Lair" userId="877d0e272dd2d022" providerId="LiveId" clId="{1020E764-7D77-4C96-98F0-277F4DB9C8ED}" dt="2024-11-11T23:53:04.706" v="25730" actId="164"/>
          <ac:spMkLst>
            <pc:docMk/>
            <pc:sldMk cId="373193787" sldId="749"/>
            <ac:spMk id="24" creationId="{D03EE428-A863-41F5-4A92-1BCCDAD01C79}"/>
          </ac:spMkLst>
        </pc:spChg>
        <pc:spChg chg="add mod">
          <ac:chgData name="Laurianne Lair" userId="877d0e272dd2d022" providerId="LiveId" clId="{1020E764-7D77-4C96-98F0-277F4DB9C8ED}" dt="2024-11-11T23:53:04.706" v="25730" actId="164"/>
          <ac:spMkLst>
            <pc:docMk/>
            <pc:sldMk cId="373193787" sldId="749"/>
            <ac:spMk id="25" creationId="{01DB60A3-FEF4-D4EC-7403-3688AB86C684}"/>
          </ac:spMkLst>
        </pc:spChg>
        <pc:spChg chg="add mod">
          <ac:chgData name="Laurianne Lair" userId="877d0e272dd2d022" providerId="LiveId" clId="{1020E764-7D77-4C96-98F0-277F4DB9C8ED}" dt="2024-11-11T23:53:12.571" v="25732" actId="164"/>
          <ac:spMkLst>
            <pc:docMk/>
            <pc:sldMk cId="373193787" sldId="749"/>
            <ac:spMk id="26" creationId="{EB3CBE51-1EA2-3B35-7287-B2BB84055270}"/>
          </ac:spMkLst>
        </pc:spChg>
        <pc:spChg chg="add mod">
          <ac:chgData name="Laurianne Lair" userId="877d0e272dd2d022" providerId="LiveId" clId="{1020E764-7D77-4C96-98F0-277F4DB9C8ED}" dt="2024-11-11T23:53:18.443" v="25734" actId="164"/>
          <ac:spMkLst>
            <pc:docMk/>
            <pc:sldMk cId="373193787" sldId="749"/>
            <ac:spMk id="27" creationId="{EF8CFB99-87F1-B25D-C150-142F85A334BF}"/>
          </ac:spMkLst>
        </pc:spChg>
        <pc:spChg chg="add mod">
          <ac:chgData name="Laurianne Lair" userId="877d0e272dd2d022" providerId="LiveId" clId="{1020E764-7D77-4C96-98F0-277F4DB9C8ED}" dt="2024-11-11T23:53:18.443" v="25734" actId="164"/>
          <ac:spMkLst>
            <pc:docMk/>
            <pc:sldMk cId="373193787" sldId="749"/>
            <ac:spMk id="28" creationId="{AE28A117-4284-3A53-A06A-29058AE04FF1}"/>
          </ac:spMkLst>
        </pc:spChg>
        <pc:spChg chg="add mod">
          <ac:chgData name="Laurianne Lair" userId="877d0e272dd2d022" providerId="LiveId" clId="{1020E764-7D77-4C96-98F0-277F4DB9C8ED}" dt="2024-11-11T23:53:12.571" v="25732" actId="164"/>
          <ac:spMkLst>
            <pc:docMk/>
            <pc:sldMk cId="373193787" sldId="749"/>
            <ac:spMk id="29" creationId="{22AA8DF0-CAA6-C96B-EF9C-578108A4FF94}"/>
          </ac:spMkLst>
        </pc:spChg>
        <pc:spChg chg="add mod">
          <ac:chgData name="Laurianne Lair" userId="877d0e272dd2d022" providerId="LiveId" clId="{1020E764-7D77-4C96-98F0-277F4DB9C8ED}" dt="2024-11-11T23:53:18.443" v="25734" actId="164"/>
          <ac:spMkLst>
            <pc:docMk/>
            <pc:sldMk cId="373193787" sldId="749"/>
            <ac:spMk id="30" creationId="{54404B85-1806-2459-2D6D-98FD665624FA}"/>
          </ac:spMkLst>
        </pc:spChg>
        <pc:spChg chg="add del mod">
          <ac:chgData name="Laurianne Lair" userId="877d0e272dd2d022" providerId="LiveId" clId="{1020E764-7D77-4C96-98F0-277F4DB9C8ED}" dt="2024-11-11T23:45:12.426" v="25582" actId="478"/>
          <ac:spMkLst>
            <pc:docMk/>
            <pc:sldMk cId="373193787" sldId="749"/>
            <ac:spMk id="33" creationId="{9B5F4290-C9E0-8071-BE03-2334BF6C2411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36" creationId="{F720A2B8-6FE4-BA94-7052-CDC3D2464853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37" creationId="{59B1D891-6FFA-C4A1-A6B3-6A408821E0B6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38" creationId="{55DCC8C7-5D13-1887-303F-43E1587EF9BC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39" creationId="{2946C9CF-6DB0-1091-2EA6-A779A90E1F6B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0" creationId="{A33459A2-BFD6-A7D7-88E2-A2B9D82CC9E4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1" creationId="{0076F16E-51D5-1AD7-2E86-55094195946A}"/>
          </ac:spMkLst>
        </pc:spChg>
        <pc:spChg chg="add del mod">
          <ac:chgData name="Laurianne Lair" userId="877d0e272dd2d022" providerId="LiveId" clId="{1020E764-7D77-4C96-98F0-277F4DB9C8ED}" dt="2024-11-13T13:34:50.598" v="29756" actId="478"/>
          <ac:spMkLst>
            <pc:docMk/>
            <pc:sldMk cId="373193787" sldId="749"/>
            <ac:spMk id="42" creationId="{00E18715-6A51-AE85-F567-B078AAA4F430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4" creationId="{C43F252B-19C7-34B2-8BC0-C143F8922976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5" creationId="{F98A7D01-E426-A5B5-30CD-2376810CCBCA}"/>
          </ac:spMkLst>
        </pc:spChg>
        <pc:spChg chg="add mod">
          <ac:chgData name="Laurianne Lair" userId="877d0e272dd2d022" providerId="LiveId" clId="{1020E764-7D77-4C96-98F0-277F4DB9C8ED}" dt="2024-11-12T21:47:51.186" v="27039"/>
          <ac:spMkLst>
            <pc:docMk/>
            <pc:sldMk cId="373193787" sldId="749"/>
            <ac:spMk id="46" creationId="{4E2ED377-CC7B-4A69-3D40-E0B37B552951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8" creationId="{7070EF06-1416-E583-C600-CF2A217C26C3}"/>
          </ac:spMkLst>
        </pc:spChg>
        <pc:spChg chg="add mod">
          <ac:chgData name="Laurianne Lair" userId="877d0e272dd2d022" providerId="LiveId" clId="{1020E764-7D77-4C96-98F0-277F4DB9C8ED}" dt="2024-11-12T21:49:24.167" v="27069" actId="1076"/>
          <ac:spMkLst>
            <pc:docMk/>
            <pc:sldMk cId="373193787" sldId="749"/>
            <ac:spMk id="49" creationId="{3E9218A7-A85E-5A82-F0B7-F367CA18FC2C}"/>
          </ac:spMkLst>
        </pc:spChg>
        <pc:grpChg chg="add del mod">
          <ac:chgData name="Laurianne Lair" userId="877d0e272dd2d022" providerId="LiveId" clId="{1020E764-7D77-4C96-98F0-277F4DB9C8ED}" dt="2024-11-12T21:43:39.440" v="26968" actId="21"/>
          <ac:grpSpMkLst>
            <pc:docMk/>
            <pc:sldMk cId="373193787" sldId="749"/>
            <ac:grpSpMk id="14" creationId="{2BF70A48-85A1-C5CF-04EF-B7749F6893D5}"/>
          </ac:grpSpMkLst>
        </pc:grpChg>
        <pc:grpChg chg="add del mod">
          <ac:chgData name="Laurianne Lair" userId="877d0e272dd2d022" providerId="LiveId" clId="{1020E764-7D77-4C96-98F0-277F4DB9C8ED}" dt="2024-11-12T21:43:39.440" v="26968" actId="21"/>
          <ac:grpSpMkLst>
            <pc:docMk/>
            <pc:sldMk cId="373193787" sldId="749"/>
            <ac:grpSpMk id="15" creationId="{8EC419BD-2660-AD97-995A-57578C05F286}"/>
          </ac:grpSpMkLst>
        </pc:grpChg>
        <pc:grpChg chg="add del mod">
          <ac:chgData name="Laurianne Lair" userId="877d0e272dd2d022" providerId="LiveId" clId="{1020E764-7D77-4C96-98F0-277F4DB9C8ED}" dt="2024-11-12T21:43:39.440" v="26968" actId="21"/>
          <ac:grpSpMkLst>
            <pc:docMk/>
            <pc:sldMk cId="373193787" sldId="749"/>
            <ac:grpSpMk id="16" creationId="{42BE96FA-D2F9-EF61-4226-6F6484E590B8}"/>
          </ac:grpSpMkLst>
        </pc:grpChg>
        <pc:grpChg chg="add del mod">
          <ac:chgData name="Laurianne Lair" userId="877d0e272dd2d022" providerId="LiveId" clId="{1020E764-7D77-4C96-98F0-277F4DB9C8ED}" dt="2024-11-12T21:43:39.440" v="26968" actId="21"/>
          <ac:grpSpMkLst>
            <pc:docMk/>
            <pc:sldMk cId="373193787" sldId="749"/>
            <ac:grpSpMk id="19" creationId="{91F12F5A-B4A0-31ED-D9B2-7CC2D36603C6}"/>
          </ac:grpSpMkLst>
        </pc:grpChg>
        <pc:grpChg chg="add del mod">
          <ac:chgData name="Laurianne Lair" userId="877d0e272dd2d022" providerId="LiveId" clId="{1020E764-7D77-4C96-98F0-277F4DB9C8ED}" dt="2024-11-12T21:43:39.440" v="26968" actId="21"/>
          <ac:grpSpMkLst>
            <pc:docMk/>
            <pc:sldMk cId="373193787" sldId="749"/>
            <ac:grpSpMk id="20" creationId="{280A0DD4-D5DA-6A92-E211-C6824D183CC2}"/>
          </ac:grpSpMkLst>
        </pc:grpChg>
        <pc:graphicFrameChg chg="del">
          <ac:chgData name="Laurianne Lair" userId="877d0e272dd2d022" providerId="LiveId" clId="{1020E764-7D77-4C96-98F0-277F4DB9C8ED}" dt="2024-11-08T21:46:02.428" v="5060" actId="478"/>
          <ac:graphicFrameMkLst>
            <pc:docMk/>
            <pc:sldMk cId="373193787" sldId="749"/>
            <ac:graphicFrameMk id="5" creationId="{58D9A056-58F5-8DC9-AECC-D217A1B88C05}"/>
          </ac:graphicFrameMkLst>
        </pc:graphicFrameChg>
        <pc:graphicFrameChg chg="add del">
          <ac:chgData name="Laurianne Lair" userId="877d0e272dd2d022" providerId="LiveId" clId="{1020E764-7D77-4C96-98F0-277F4DB9C8ED}" dt="2024-11-08T21:55:39.290" v="5084" actId="478"/>
          <ac:graphicFrameMkLst>
            <pc:docMk/>
            <pc:sldMk cId="373193787" sldId="749"/>
            <ac:graphicFrameMk id="17" creationId="{5B4F0571-72AD-FBBC-48AF-9DF680530200}"/>
          </ac:graphicFrameMkLst>
        </pc:graphicFrameChg>
        <pc:graphicFrameChg chg="add del mod modGraphic">
          <ac:chgData name="Laurianne Lair" userId="877d0e272dd2d022" providerId="LiveId" clId="{1020E764-7D77-4C96-98F0-277F4DB9C8ED}" dt="2024-11-12T16:17:18.719" v="26341" actId="478"/>
          <ac:graphicFrameMkLst>
            <pc:docMk/>
            <pc:sldMk cId="373193787" sldId="749"/>
            <ac:graphicFrameMk id="18" creationId="{BAAA9B50-770B-F800-C86C-8301664BC554}"/>
          </ac:graphicFrameMkLst>
        </pc:graphicFrameChg>
        <pc:picChg chg="add mod">
          <ac:chgData name="Laurianne Lair" userId="877d0e272dd2d022" providerId="LiveId" clId="{1020E764-7D77-4C96-98F0-277F4DB9C8ED}" dt="2024-11-08T22:02:50.607" v="5367" actId="164"/>
          <ac:picMkLst>
            <pc:docMk/>
            <pc:sldMk cId="373193787" sldId="749"/>
            <ac:picMk id="3" creationId="{690FB946-F3D3-ECD5-81B6-DE43D7F7CD1D}"/>
          </ac:picMkLst>
        </pc:picChg>
        <pc:picChg chg="add mod">
          <ac:chgData name="Laurianne Lair" userId="877d0e272dd2d022" providerId="LiveId" clId="{1020E764-7D77-4C96-98F0-277F4DB9C8ED}" dt="2024-11-08T22:02:36.782" v="5361" actId="164"/>
          <ac:picMkLst>
            <pc:docMk/>
            <pc:sldMk cId="373193787" sldId="749"/>
            <ac:picMk id="7" creationId="{B81737A1-B58A-86B2-8B9E-07D82472FE9A}"/>
          </ac:picMkLst>
        </pc:picChg>
        <pc:picChg chg="add del mod">
          <ac:chgData name="Laurianne Lair" userId="877d0e272dd2d022" providerId="LiveId" clId="{1020E764-7D77-4C96-98F0-277F4DB9C8ED}" dt="2024-11-11T23:45:11.399" v="25581" actId="478"/>
          <ac:picMkLst>
            <pc:docMk/>
            <pc:sldMk cId="373193787" sldId="749"/>
            <ac:picMk id="31" creationId="{03833EB6-4DC9-3090-D39A-D8DF9A053069}"/>
          </ac:picMkLst>
        </pc:picChg>
        <pc:picChg chg="add del mod">
          <ac:chgData name="Laurianne Lair" userId="877d0e272dd2d022" providerId="LiveId" clId="{1020E764-7D77-4C96-98F0-277F4DB9C8ED}" dt="2024-11-12T21:47:46.916" v="27037" actId="478"/>
          <ac:picMkLst>
            <pc:docMk/>
            <pc:sldMk cId="373193787" sldId="749"/>
            <ac:picMk id="35" creationId="{A9009ED3-468F-6D2B-22D1-58A7309AA59D}"/>
          </ac:picMkLst>
        </pc:picChg>
        <pc:picChg chg="add del mod">
          <ac:chgData name="Laurianne Lair" userId="877d0e272dd2d022" providerId="LiveId" clId="{1020E764-7D77-4C96-98F0-277F4DB9C8ED}" dt="2024-11-13T13:34:48.973" v="29755" actId="478"/>
          <ac:picMkLst>
            <pc:docMk/>
            <pc:sldMk cId="373193787" sldId="749"/>
            <ac:picMk id="43" creationId="{3D9A31B8-A7B0-13B3-9287-7DBCA0684190}"/>
          </ac:picMkLst>
        </pc:picChg>
        <pc:picChg chg="add mod">
          <ac:chgData name="Laurianne Lair" userId="877d0e272dd2d022" providerId="LiveId" clId="{1020E764-7D77-4C96-98F0-277F4DB9C8ED}" dt="2024-11-12T21:47:51.186" v="27039"/>
          <ac:picMkLst>
            <pc:docMk/>
            <pc:sldMk cId="373193787" sldId="749"/>
            <ac:picMk id="47" creationId="{B850A837-808F-BF3C-19EF-E06A5E7F9F1F}"/>
          </ac:picMkLst>
        </pc:picChg>
      </pc:sldChg>
      <pc:sldChg chg="addSp delSp modSp add del mod ord delAnim modNotesTx">
        <pc:chgData name="Laurianne Lair" userId="877d0e272dd2d022" providerId="LiveId" clId="{1020E764-7D77-4C96-98F0-277F4DB9C8ED}" dt="2024-11-11T23:54:21.989" v="25757" actId="2696"/>
        <pc:sldMkLst>
          <pc:docMk/>
          <pc:sldMk cId="36445997" sldId="750"/>
        </pc:sldMkLst>
        <pc:spChg chg="add del mod">
          <ac:chgData name="Laurianne Lair" userId="877d0e272dd2d022" providerId="LiveId" clId="{1020E764-7D77-4C96-98F0-277F4DB9C8ED}" dt="2024-11-11T23:52:19.649" v="25696" actId="21"/>
          <ac:spMkLst>
            <pc:docMk/>
            <pc:sldMk cId="36445997" sldId="750"/>
            <ac:spMk id="8" creationId="{34570DB1-4374-A984-6020-2DB5B0FE4664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1" creationId="{EF228F01-E089-A166-A6FC-6450D009276B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2" creationId="{45395D86-F567-D649-F534-9478236DD250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3" creationId="{3AAEBFC8-EF3C-49C4-79D3-E18B221C6C37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4" creationId="{5132FCB4-DF97-0D7F-DE4A-817115ADB540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5" creationId="{97D4F5AC-AA96-D616-6042-FE937C1DD25B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6" creationId="{C264B0FA-E187-6F57-3AE5-7254115DC1A5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7" creationId="{F224627B-D8D1-74E4-F449-466098D878A0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8" creationId="{AB154789-9742-18ED-169A-357E0B01E4DF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29" creationId="{A3F47DB2-DB30-7294-D67A-7589E0FCE5E8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30" creationId="{6822CEFE-E623-CD71-F620-32D5355E60B2}"/>
          </ac:spMkLst>
        </pc:spChg>
        <pc:spChg chg="del">
          <ac:chgData name="Laurianne Lair" userId="877d0e272dd2d022" providerId="LiveId" clId="{1020E764-7D77-4C96-98F0-277F4DB9C8ED}" dt="2024-11-08T22:07:56.073" v="5429" actId="478"/>
          <ac:spMkLst>
            <pc:docMk/>
            <pc:sldMk cId="36445997" sldId="750"/>
            <ac:spMk id="33" creationId="{A90BFA35-4F10-A00A-AE80-C89BBCBC4DC0}"/>
          </ac:spMkLst>
        </pc:spChg>
        <pc:grpChg chg="del">
          <ac:chgData name="Laurianne Lair" userId="877d0e272dd2d022" providerId="LiveId" clId="{1020E764-7D77-4C96-98F0-277F4DB9C8ED}" dt="2024-11-08T22:07:56.073" v="5429" actId="478"/>
          <ac:grpSpMkLst>
            <pc:docMk/>
            <pc:sldMk cId="36445997" sldId="750"/>
            <ac:grpSpMk id="19" creationId="{8753019E-3713-14D9-BC2C-26096C9B8759}"/>
          </ac:grpSpMkLst>
        </pc:grpChg>
        <pc:grpChg chg="del">
          <ac:chgData name="Laurianne Lair" userId="877d0e272dd2d022" providerId="LiveId" clId="{1020E764-7D77-4C96-98F0-277F4DB9C8ED}" dt="2024-11-08T22:07:56.073" v="5429" actId="478"/>
          <ac:grpSpMkLst>
            <pc:docMk/>
            <pc:sldMk cId="36445997" sldId="750"/>
            <ac:grpSpMk id="20" creationId="{B8CF11F2-14C0-2748-0842-5D1B62FDE685}"/>
          </ac:grpSpMkLst>
        </pc:grpChg>
        <pc:graphicFrameChg chg="del modGraphic">
          <ac:chgData name="Laurianne Lair" userId="877d0e272dd2d022" providerId="LiveId" clId="{1020E764-7D77-4C96-98F0-277F4DB9C8ED}" dt="2024-11-08T22:07:59.352" v="5431" actId="478"/>
          <ac:graphicFrameMkLst>
            <pc:docMk/>
            <pc:sldMk cId="36445997" sldId="750"/>
            <ac:graphicFrameMk id="18" creationId="{DED8943B-58D4-2AED-09C5-7CD1AC9DAE05}"/>
          </ac:graphicFrameMkLst>
        </pc:graphicFrameChg>
        <pc:picChg chg="del">
          <ac:chgData name="Laurianne Lair" userId="877d0e272dd2d022" providerId="LiveId" clId="{1020E764-7D77-4C96-98F0-277F4DB9C8ED}" dt="2024-11-08T22:07:56.073" v="5429" actId="478"/>
          <ac:picMkLst>
            <pc:docMk/>
            <pc:sldMk cId="36445997" sldId="750"/>
            <ac:picMk id="31" creationId="{7804B614-2F09-C7D3-9793-7A85751D4A74}"/>
          </ac:picMkLst>
        </pc:picChg>
      </pc:sldChg>
      <pc:sldChg chg="addSp delSp modSp add mod ord modAnim modNotesTx">
        <pc:chgData name="Laurianne Lair" userId="877d0e272dd2d022" providerId="LiveId" clId="{1020E764-7D77-4C96-98F0-277F4DB9C8ED}" dt="2024-11-16T22:02:36.218" v="39270" actId="20577"/>
        <pc:sldMkLst>
          <pc:docMk/>
          <pc:sldMk cId="1814750461" sldId="751"/>
        </pc:sldMkLst>
        <pc:spChg chg="mod">
          <ac:chgData name="Laurianne Lair" userId="877d0e272dd2d022" providerId="LiveId" clId="{1020E764-7D77-4C96-98F0-277F4DB9C8ED}" dt="2024-11-11T13:46:58.834" v="6657" actId="403"/>
          <ac:spMkLst>
            <pc:docMk/>
            <pc:sldMk cId="1814750461" sldId="751"/>
            <ac:spMk id="2" creationId="{44207D77-5332-2B9D-0AE7-A65455D5B9B6}"/>
          </ac:spMkLst>
        </pc:spChg>
        <pc:spChg chg="mod">
          <ac:chgData name="Laurianne Lair" userId="877d0e272dd2d022" providerId="LiveId" clId="{1020E764-7D77-4C96-98F0-277F4DB9C8ED}" dt="2024-11-11T13:47:52.701" v="6684" actId="1076"/>
          <ac:spMkLst>
            <pc:docMk/>
            <pc:sldMk cId="1814750461" sldId="751"/>
            <ac:spMk id="5" creationId="{1BECD984-7BC5-F014-76FC-61CD2DD50194}"/>
          </ac:spMkLst>
        </pc:spChg>
        <pc:spChg chg="add mod">
          <ac:chgData name="Laurianne Lair" userId="877d0e272dd2d022" providerId="LiveId" clId="{1020E764-7D77-4C96-98F0-277F4DB9C8ED}" dt="2024-11-11T13:46:02.857" v="6610"/>
          <ac:spMkLst>
            <pc:docMk/>
            <pc:sldMk cId="1814750461" sldId="751"/>
            <ac:spMk id="7" creationId="{0C2A6C28-4D4D-9618-DCEE-2AAC3B870B89}"/>
          </ac:spMkLst>
        </pc:spChg>
        <pc:spChg chg="mod topLvl">
          <ac:chgData name="Laurianne Lair" userId="877d0e272dd2d022" providerId="LiveId" clId="{1020E764-7D77-4C96-98F0-277F4DB9C8ED}" dt="2024-11-11T13:48:45.255" v="6692" actId="165"/>
          <ac:spMkLst>
            <pc:docMk/>
            <pc:sldMk cId="1814750461" sldId="751"/>
            <ac:spMk id="9" creationId="{60AE1158-E732-C755-7DA8-94E0C12A7A4D}"/>
          </ac:spMkLst>
        </pc:spChg>
        <pc:spChg chg="mod topLvl">
          <ac:chgData name="Laurianne Lair" userId="877d0e272dd2d022" providerId="LiveId" clId="{1020E764-7D77-4C96-98F0-277F4DB9C8ED}" dt="2024-11-11T13:49:25.690" v="6701" actId="1038"/>
          <ac:spMkLst>
            <pc:docMk/>
            <pc:sldMk cId="1814750461" sldId="751"/>
            <ac:spMk id="10" creationId="{5D80F1E0-499B-FABF-38B5-FB3F6F19A830}"/>
          </ac:spMkLst>
        </pc:spChg>
        <pc:spChg chg="mod topLvl">
          <ac:chgData name="Laurianne Lair" userId="877d0e272dd2d022" providerId="LiveId" clId="{1020E764-7D77-4C96-98F0-277F4DB9C8ED}" dt="2024-11-11T13:48:45.255" v="6692" actId="165"/>
          <ac:spMkLst>
            <pc:docMk/>
            <pc:sldMk cId="1814750461" sldId="751"/>
            <ac:spMk id="11" creationId="{9FA5BC13-C71A-6D61-0C93-609BCAD753DC}"/>
          </ac:spMkLst>
        </pc:spChg>
        <pc:spChg chg="mod topLvl">
          <ac:chgData name="Laurianne Lair" userId="877d0e272dd2d022" providerId="LiveId" clId="{1020E764-7D77-4C96-98F0-277F4DB9C8ED}" dt="2024-11-11T13:49:41.557" v="6711" actId="1036"/>
          <ac:spMkLst>
            <pc:docMk/>
            <pc:sldMk cId="1814750461" sldId="751"/>
            <ac:spMk id="12" creationId="{0253E1FA-FF15-AB70-1BFC-A7CA3AE5A624}"/>
          </ac:spMkLst>
        </pc:spChg>
        <pc:spChg chg="mod">
          <ac:chgData name="Laurianne Lair" userId="877d0e272dd2d022" providerId="LiveId" clId="{1020E764-7D77-4C96-98F0-277F4DB9C8ED}" dt="2024-11-11T14:03:07.044" v="6727" actId="1076"/>
          <ac:spMkLst>
            <pc:docMk/>
            <pc:sldMk cId="1814750461" sldId="751"/>
            <ac:spMk id="16" creationId="{FD9523A0-4FF8-428F-D9FB-9DB80BA78EE4}"/>
          </ac:spMkLst>
        </pc:spChg>
        <pc:spChg chg="mod">
          <ac:chgData name="Laurianne Lair" userId="877d0e272dd2d022" providerId="LiveId" clId="{1020E764-7D77-4C96-98F0-277F4DB9C8ED}" dt="2024-11-11T14:03:08.477" v="6728" actId="1076"/>
          <ac:spMkLst>
            <pc:docMk/>
            <pc:sldMk cId="1814750461" sldId="751"/>
            <ac:spMk id="19" creationId="{6A88596C-457E-402E-34DF-986DFDDF5F64}"/>
          </ac:spMkLst>
        </pc:spChg>
        <pc:spChg chg="del">
          <ac:chgData name="Laurianne Lair" userId="877d0e272dd2d022" providerId="LiveId" clId="{1020E764-7D77-4C96-98F0-277F4DB9C8ED}" dt="2024-11-11T13:45:59.730" v="6607" actId="478"/>
          <ac:spMkLst>
            <pc:docMk/>
            <pc:sldMk cId="1814750461" sldId="751"/>
            <ac:spMk id="57" creationId="{2327791F-3C61-79C6-EB8E-580243E6EEE1}"/>
          </ac:spMkLst>
        </pc:spChg>
        <pc:spChg chg="del">
          <ac:chgData name="Laurianne Lair" userId="877d0e272dd2d022" providerId="LiveId" clId="{1020E764-7D77-4C96-98F0-277F4DB9C8ED}" dt="2024-11-11T13:45:59.730" v="6607" actId="478"/>
          <ac:spMkLst>
            <pc:docMk/>
            <pc:sldMk cId="1814750461" sldId="751"/>
            <ac:spMk id="72" creationId="{ABA6BBA8-C99C-FDCD-0A0C-05BBCD6FBA00}"/>
          </ac:spMkLst>
        </pc:spChg>
        <pc:grpChg chg="add del mod">
          <ac:chgData name="Laurianne Lair" userId="877d0e272dd2d022" providerId="LiveId" clId="{1020E764-7D77-4C96-98F0-277F4DB9C8ED}" dt="2024-11-11T13:48:45.255" v="6692" actId="165"/>
          <ac:grpSpMkLst>
            <pc:docMk/>
            <pc:sldMk cId="1814750461" sldId="751"/>
            <ac:grpSpMk id="8" creationId="{4F4F2AEB-C96B-E0DE-5F0A-1D9990DFD430}"/>
          </ac:grpSpMkLst>
        </pc:grpChg>
        <pc:grpChg chg="add mod">
          <ac:chgData name="Laurianne Lair" userId="877d0e272dd2d022" providerId="LiveId" clId="{1020E764-7D77-4C96-98F0-277F4DB9C8ED}" dt="2024-11-11T13:46:17.679" v="6618" actId="164"/>
          <ac:grpSpMkLst>
            <pc:docMk/>
            <pc:sldMk cId="1814750461" sldId="751"/>
            <ac:grpSpMk id="13" creationId="{C371A0B7-57BF-D099-91C3-D5A72DB71CBA}"/>
          </ac:grpSpMkLst>
        </pc:grpChg>
        <pc:grpChg chg="add mod">
          <ac:chgData name="Laurianne Lair" userId="877d0e272dd2d022" providerId="LiveId" clId="{1020E764-7D77-4C96-98F0-277F4DB9C8ED}" dt="2024-11-11T14:03:07.044" v="6727" actId="1076"/>
          <ac:grpSpMkLst>
            <pc:docMk/>
            <pc:sldMk cId="1814750461" sldId="751"/>
            <ac:grpSpMk id="14" creationId="{EBE4E359-22A4-1F98-7666-65E886668A04}"/>
          </ac:grpSpMkLst>
        </pc:grpChg>
        <pc:grpChg chg="add mod">
          <ac:chgData name="Laurianne Lair" userId="877d0e272dd2d022" providerId="LiveId" clId="{1020E764-7D77-4C96-98F0-277F4DB9C8ED}" dt="2024-11-11T14:03:08.477" v="6728" actId="1076"/>
          <ac:grpSpMkLst>
            <pc:docMk/>
            <pc:sldMk cId="1814750461" sldId="751"/>
            <ac:grpSpMk id="17" creationId="{B274DD94-A975-3396-CC39-86526EBDBD03}"/>
          </ac:grpSpMkLst>
        </pc:grpChg>
        <pc:grpChg chg="del">
          <ac:chgData name="Laurianne Lair" userId="877d0e272dd2d022" providerId="LiveId" clId="{1020E764-7D77-4C96-98F0-277F4DB9C8ED}" dt="2024-11-11T13:45:59.730" v="6607" actId="478"/>
          <ac:grpSpMkLst>
            <pc:docMk/>
            <pc:sldMk cId="1814750461" sldId="751"/>
            <ac:grpSpMk id="46" creationId="{D3A5415A-90DA-425B-8CA8-9D6955F5EC36}"/>
          </ac:grpSpMkLst>
        </pc:grpChg>
        <pc:grpChg chg="del">
          <ac:chgData name="Laurianne Lair" userId="877d0e272dd2d022" providerId="LiveId" clId="{1020E764-7D77-4C96-98F0-277F4DB9C8ED}" dt="2024-11-11T13:45:59.730" v="6607" actId="478"/>
          <ac:grpSpMkLst>
            <pc:docMk/>
            <pc:sldMk cId="1814750461" sldId="751"/>
            <ac:grpSpMk id="51" creationId="{67499261-3757-AC50-68F2-82DE35E5D391}"/>
          </ac:grpSpMkLst>
        </pc:grpChg>
        <pc:grpChg chg="del">
          <ac:chgData name="Laurianne Lair" userId="877d0e272dd2d022" providerId="LiveId" clId="{1020E764-7D77-4C96-98F0-277F4DB9C8ED}" dt="2024-11-11T13:46:02.484" v="6609" actId="478"/>
          <ac:grpSpMkLst>
            <pc:docMk/>
            <pc:sldMk cId="1814750461" sldId="751"/>
            <ac:grpSpMk id="85" creationId="{37A72604-553D-3C15-C6CE-85BDA25B245F}"/>
          </ac:grpSpMkLst>
        </pc:grpChg>
        <pc:grpChg chg="del">
          <ac:chgData name="Laurianne Lair" userId="877d0e272dd2d022" providerId="LiveId" clId="{1020E764-7D77-4C96-98F0-277F4DB9C8ED}" dt="2024-11-11T13:46:01.110" v="6608" actId="478"/>
          <ac:grpSpMkLst>
            <pc:docMk/>
            <pc:sldMk cId="1814750461" sldId="751"/>
            <ac:grpSpMk id="88" creationId="{01FBC52E-8AD4-4074-C2AB-B3254BF347C8}"/>
          </ac:grpSpMkLst>
        </pc:grpChg>
        <pc:picChg chg="add mod">
          <ac:chgData name="Laurianne Lair" userId="877d0e272dd2d022" providerId="LiveId" clId="{1020E764-7D77-4C96-98F0-277F4DB9C8ED}" dt="2024-11-11T13:48:08.021" v="6686" actId="1076"/>
          <ac:picMkLst>
            <pc:docMk/>
            <pc:sldMk cId="1814750461" sldId="751"/>
            <ac:picMk id="6" creationId="{FC7CEE05-451D-7455-71CD-4D50D0FF2DE8}"/>
          </ac:picMkLst>
        </pc:picChg>
        <pc:picChg chg="mod">
          <ac:chgData name="Laurianne Lair" userId="877d0e272dd2d022" providerId="LiveId" clId="{1020E764-7D77-4C96-98F0-277F4DB9C8ED}" dt="2024-11-11T14:03:07.044" v="6727" actId="1076"/>
          <ac:picMkLst>
            <pc:docMk/>
            <pc:sldMk cId="1814750461" sldId="751"/>
            <ac:picMk id="15" creationId="{CD5EA890-0B53-7C35-0CEF-63DFE8B204B6}"/>
          </ac:picMkLst>
        </pc:picChg>
        <pc:picChg chg="mod">
          <ac:chgData name="Laurianne Lair" userId="877d0e272dd2d022" providerId="LiveId" clId="{1020E764-7D77-4C96-98F0-277F4DB9C8ED}" dt="2024-11-11T14:03:08.477" v="6728" actId="1076"/>
          <ac:picMkLst>
            <pc:docMk/>
            <pc:sldMk cId="1814750461" sldId="751"/>
            <ac:picMk id="18" creationId="{772C5690-F57A-A099-40B7-4172BA7BF95B}"/>
          </ac:picMkLst>
        </pc:picChg>
        <pc:picChg chg="add mod">
          <ac:chgData name="Laurianne Lair" userId="877d0e272dd2d022" providerId="LiveId" clId="{1020E764-7D77-4C96-98F0-277F4DB9C8ED}" dt="2024-11-11T14:03:06.261" v="6726" actId="1076"/>
          <ac:picMkLst>
            <pc:docMk/>
            <pc:sldMk cId="1814750461" sldId="751"/>
            <ac:picMk id="20" creationId="{58597ADE-E81E-227E-DDAB-EDAA58D8E017}"/>
          </ac:picMkLst>
        </pc:picChg>
        <pc:picChg chg="add mod">
          <ac:chgData name="Laurianne Lair" userId="877d0e272dd2d022" providerId="LiveId" clId="{1020E764-7D77-4C96-98F0-277F4DB9C8ED}" dt="2024-11-11T14:03:03.633" v="6725" actId="1076"/>
          <ac:picMkLst>
            <pc:docMk/>
            <pc:sldMk cId="1814750461" sldId="751"/>
            <ac:picMk id="21" creationId="{EE168D95-7AE6-E806-E522-EA259FC5F640}"/>
          </ac:picMkLst>
        </pc:picChg>
        <pc:picChg chg="del">
          <ac:chgData name="Laurianne Lair" userId="877d0e272dd2d022" providerId="LiveId" clId="{1020E764-7D77-4C96-98F0-277F4DB9C8ED}" dt="2024-11-11T13:45:59.730" v="6607" actId="478"/>
          <ac:picMkLst>
            <pc:docMk/>
            <pc:sldMk cId="1814750461" sldId="751"/>
            <ac:picMk id="34" creationId="{753186C1-061D-4B18-C9FB-3294AA53646F}"/>
          </ac:picMkLst>
        </pc:picChg>
        <pc:picChg chg="del">
          <ac:chgData name="Laurianne Lair" userId="877d0e272dd2d022" providerId="LiveId" clId="{1020E764-7D77-4C96-98F0-277F4DB9C8ED}" dt="2024-11-11T13:45:59.730" v="6607" actId="478"/>
          <ac:picMkLst>
            <pc:docMk/>
            <pc:sldMk cId="1814750461" sldId="751"/>
            <ac:picMk id="91" creationId="{CBF7A2DC-27C1-164A-5D45-10C9869BD35C}"/>
          </ac:picMkLst>
        </pc:picChg>
        <pc:picChg chg="del">
          <ac:chgData name="Laurianne Lair" userId="877d0e272dd2d022" providerId="LiveId" clId="{1020E764-7D77-4C96-98F0-277F4DB9C8ED}" dt="2024-11-11T13:45:59.730" v="6607" actId="478"/>
          <ac:picMkLst>
            <pc:docMk/>
            <pc:sldMk cId="1814750461" sldId="751"/>
            <ac:picMk id="92" creationId="{8B708AFF-0912-F13F-0120-E4F73B1D6A2E}"/>
          </ac:picMkLst>
        </pc:picChg>
        <pc:cxnChg chg="del">
          <ac:chgData name="Laurianne Lair" userId="877d0e272dd2d022" providerId="LiveId" clId="{1020E764-7D77-4C96-98F0-277F4DB9C8ED}" dt="2024-11-11T13:45:59.730" v="6607" actId="478"/>
          <ac:cxnSpMkLst>
            <pc:docMk/>
            <pc:sldMk cId="1814750461" sldId="751"/>
            <ac:cxnSpMk id="60" creationId="{F1C16F0C-6B32-64BF-0302-B7BF4F38EB59}"/>
          </ac:cxnSpMkLst>
        </pc:cxnChg>
        <pc:cxnChg chg="del">
          <ac:chgData name="Laurianne Lair" userId="877d0e272dd2d022" providerId="LiveId" clId="{1020E764-7D77-4C96-98F0-277F4DB9C8ED}" dt="2024-11-11T13:45:59.730" v="6607" actId="478"/>
          <ac:cxnSpMkLst>
            <pc:docMk/>
            <pc:sldMk cId="1814750461" sldId="751"/>
            <ac:cxnSpMk id="61" creationId="{D65CE6E8-2A9C-49DA-2261-A154871AB531}"/>
          </ac:cxnSpMkLst>
        </pc:cxnChg>
        <pc:cxnChg chg="del">
          <ac:chgData name="Laurianne Lair" userId="877d0e272dd2d022" providerId="LiveId" clId="{1020E764-7D77-4C96-98F0-277F4DB9C8ED}" dt="2024-11-11T13:45:59.730" v="6607" actId="478"/>
          <ac:cxnSpMkLst>
            <pc:docMk/>
            <pc:sldMk cId="1814750461" sldId="751"/>
            <ac:cxnSpMk id="80" creationId="{C068242A-FC98-F5C0-9597-26F437FDFBC0}"/>
          </ac:cxnSpMkLst>
        </pc:cxnChg>
        <pc:cxnChg chg="del">
          <ac:chgData name="Laurianne Lair" userId="877d0e272dd2d022" providerId="LiveId" clId="{1020E764-7D77-4C96-98F0-277F4DB9C8ED}" dt="2024-11-11T13:45:59.730" v="6607" actId="478"/>
          <ac:cxnSpMkLst>
            <pc:docMk/>
            <pc:sldMk cId="1814750461" sldId="751"/>
            <ac:cxnSpMk id="83" creationId="{85520066-EBFA-2EFF-1C2E-7F9AB98A0B25}"/>
          </ac:cxnSpMkLst>
        </pc:cxnChg>
      </pc:sldChg>
      <pc:sldChg chg="addSp delSp modSp add mod modAnim modNotesTx">
        <pc:chgData name="Laurianne Lair" userId="877d0e272dd2d022" providerId="LiveId" clId="{1020E764-7D77-4C96-98F0-277F4DB9C8ED}" dt="2024-11-16T22:11:22.682" v="40593" actId="20577"/>
        <pc:sldMkLst>
          <pc:docMk/>
          <pc:sldMk cId="2238109495" sldId="752"/>
        </pc:sldMkLst>
        <pc:spChg chg="add mod">
          <ac:chgData name="Laurianne Lair" userId="877d0e272dd2d022" providerId="LiveId" clId="{1020E764-7D77-4C96-98F0-277F4DB9C8ED}" dt="2024-11-11T14:53:57.328" v="11256"/>
          <ac:spMkLst>
            <pc:docMk/>
            <pc:sldMk cId="2238109495" sldId="752"/>
            <ac:spMk id="4" creationId="{3E5B23C0-E485-60E8-6C47-CD735E1D03CC}"/>
          </ac:spMkLst>
        </pc:spChg>
        <pc:spChg chg="add mod">
          <ac:chgData name="Laurianne Lair" userId="877d0e272dd2d022" providerId="LiveId" clId="{1020E764-7D77-4C96-98F0-277F4DB9C8ED}" dt="2024-11-13T23:27:45.489" v="32556" actId="1036"/>
          <ac:spMkLst>
            <pc:docMk/>
            <pc:sldMk cId="2238109495" sldId="752"/>
            <ac:spMk id="6" creationId="{6C8F8E50-62D3-C7F0-7EB8-B3E7E1DE7594}"/>
          </ac:spMkLst>
        </pc:spChg>
        <pc:spChg chg="del">
          <ac:chgData name="Laurianne Lair" userId="877d0e272dd2d022" providerId="LiveId" clId="{1020E764-7D77-4C96-98F0-277F4DB9C8ED}" dt="2024-11-11T14:53:53.855" v="11255" actId="478"/>
          <ac:spMkLst>
            <pc:docMk/>
            <pc:sldMk cId="2238109495" sldId="752"/>
            <ac:spMk id="120" creationId="{427D442D-EE26-E171-4077-0009818761E0}"/>
          </ac:spMkLst>
        </pc:spChg>
        <pc:grpChg chg="mod">
          <ac:chgData name="Laurianne Lair" userId="877d0e272dd2d022" providerId="LiveId" clId="{1020E764-7D77-4C96-98F0-277F4DB9C8ED}" dt="2024-11-11T15:09:11.199" v="12126" actId="1076"/>
          <ac:grpSpMkLst>
            <pc:docMk/>
            <pc:sldMk cId="2238109495" sldId="752"/>
            <ac:grpSpMk id="133" creationId="{94F46945-965B-72ED-F2E0-6E87D16BDEAC}"/>
          </ac:grpSpMkLst>
        </pc:grpChg>
        <pc:grpChg chg="mod">
          <ac:chgData name="Laurianne Lair" userId="877d0e272dd2d022" providerId="LiveId" clId="{1020E764-7D77-4C96-98F0-277F4DB9C8ED}" dt="2024-11-11T15:09:11.199" v="12126" actId="1076"/>
          <ac:grpSpMkLst>
            <pc:docMk/>
            <pc:sldMk cId="2238109495" sldId="752"/>
            <ac:grpSpMk id="134" creationId="{8F34566A-5316-33B5-1EC9-76E8BED5F9DB}"/>
          </ac:grpSpMkLst>
        </pc:grpChg>
        <pc:picChg chg="mod">
          <ac:chgData name="Laurianne Lair" userId="877d0e272dd2d022" providerId="LiveId" clId="{1020E764-7D77-4C96-98F0-277F4DB9C8ED}" dt="2024-11-13T23:26:26.708" v="32526" actId="1076"/>
          <ac:picMkLst>
            <pc:docMk/>
            <pc:sldMk cId="2238109495" sldId="752"/>
            <ac:picMk id="5" creationId="{8B30BCB0-2956-5B61-4AC2-B413DBC40375}"/>
          </ac:picMkLst>
        </pc:picChg>
      </pc:sldChg>
      <pc:sldChg chg="addSp delSp modSp add mod delAnim modAnim modNotesTx">
        <pc:chgData name="Laurianne Lair" userId="877d0e272dd2d022" providerId="LiveId" clId="{1020E764-7D77-4C96-98F0-277F4DB9C8ED}" dt="2024-11-17T19:15:38.927" v="67735" actId="20577"/>
        <pc:sldMkLst>
          <pc:docMk/>
          <pc:sldMk cId="2381668322" sldId="753"/>
        </pc:sldMkLst>
        <pc:spChg chg="del">
          <ac:chgData name="Laurianne Lair" userId="877d0e272dd2d022" providerId="LiveId" clId="{1020E764-7D77-4C96-98F0-277F4DB9C8ED}" dt="2024-11-11T15:29:39.877" v="13317" actId="478"/>
          <ac:spMkLst>
            <pc:docMk/>
            <pc:sldMk cId="2381668322" sldId="753"/>
            <ac:spMk id="4" creationId="{A3567E81-3441-694B-DC26-A88A47B966EF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9" creationId="{5EF0891B-2E20-5844-F143-CEABA9FA16AD}"/>
          </ac:spMkLst>
        </pc:spChg>
        <pc:spChg chg="del">
          <ac:chgData name="Laurianne Lair" userId="877d0e272dd2d022" providerId="LiveId" clId="{1020E764-7D77-4C96-98F0-277F4DB9C8ED}" dt="2024-11-11T15:23:40.310" v="13252" actId="478"/>
          <ac:spMkLst>
            <pc:docMk/>
            <pc:sldMk cId="2381668322" sldId="753"/>
            <ac:spMk id="13" creationId="{6AEF3484-8F7B-F521-6E5E-F22DEE3B38D4}"/>
          </ac:spMkLst>
        </pc:spChg>
        <pc:spChg chg="del">
          <ac:chgData name="Laurianne Lair" userId="877d0e272dd2d022" providerId="LiveId" clId="{1020E764-7D77-4C96-98F0-277F4DB9C8ED}" dt="2024-11-11T15:23:40.310" v="13252" actId="478"/>
          <ac:spMkLst>
            <pc:docMk/>
            <pc:sldMk cId="2381668322" sldId="753"/>
            <ac:spMk id="14" creationId="{B3DC8E1E-0353-20F3-898B-CEAC9EC73B11}"/>
          </ac:spMkLst>
        </pc:spChg>
        <pc:spChg chg="add mod">
          <ac:chgData name="Laurianne Lair" userId="877d0e272dd2d022" providerId="LiveId" clId="{1020E764-7D77-4C96-98F0-277F4DB9C8ED}" dt="2024-11-11T15:33:43.451" v="13476" actId="1076"/>
          <ac:spMkLst>
            <pc:docMk/>
            <pc:sldMk cId="2381668322" sldId="753"/>
            <ac:spMk id="30" creationId="{AD1DBC25-39E4-FB9A-F390-42E8569CA786}"/>
          </ac:spMkLst>
        </pc:spChg>
        <pc:spChg chg="add mod">
          <ac:chgData name="Laurianne Lair" userId="877d0e272dd2d022" providerId="LiveId" clId="{1020E764-7D77-4C96-98F0-277F4DB9C8ED}" dt="2024-11-11T15:33:46.981" v="13477" actId="1076"/>
          <ac:spMkLst>
            <pc:docMk/>
            <pc:sldMk cId="2381668322" sldId="753"/>
            <ac:spMk id="31" creationId="{C03B3D4A-82F3-0D46-05C8-2520F4F66CFD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35" creationId="{50D88CFD-6BE3-224D-7817-6129E96314A5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36" creationId="{DC1EE9BF-AF24-A335-5530-8B2FD4F98392}"/>
          </ac:spMkLst>
        </pc:spChg>
        <pc:spChg chg="add mod">
          <ac:chgData name="Laurianne Lair" userId="877d0e272dd2d022" providerId="LiveId" clId="{1020E764-7D77-4C96-98F0-277F4DB9C8ED}" dt="2024-11-11T15:34:05.419" v="13491" actId="20577"/>
          <ac:spMkLst>
            <pc:docMk/>
            <pc:sldMk cId="2381668322" sldId="753"/>
            <ac:spMk id="42" creationId="{6789C566-F3D6-704F-B29E-6975904769B6}"/>
          </ac:spMkLst>
        </pc:spChg>
        <pc:spChg chg="add del mod">
          <ac:chgData name="Laurianne Lair" userId="877d0e272dd2d022" providerId="LiveId" clId="{1020E764-7D77-4C96-98F0-277F4DB9C8ED}" dt="2024-11-11T15:30:56.299" v="13328" actId="478"/>
          <ac:spMkLst>
            <pc:docMk/>
            <pc:sldMk cId="2381668322" sldId="753"/>
            <ac:spMk id="43" creationId="{90D2B7A9-3FEC-BC55-F3FA-B1449B660FED}"/>
          </ac:spMkLst>
        </pc:spChg>
        <pc:spChg chg="add mod">
          <ac:chgData name="Laurianne Lair" userId="877d0e272dd2d022" providerId="LiveId" clId="{1020E764-7D77-4C96-98F0-277F4DB9C8ED}" dt="2024-11-11T15:34:00.543" v="13484" actId="20577"/>
          <ac:spMkLst>
            <pc:docMk/>
            <pc:sldMk cId="2381668322" sldId="753"/>
            <ac:spMk id="45" creationId="{9A11FB7D-9421-51B8-A09A-7DCC1746EFD5}"/>
          </ac:spMkLst>
        </pc:spChg>
        <pc:spChg chg="add del mod">
          <ac:chgData name="Laurianne Lair" userId="877d0e272dd2d022" providerId="LiveId" clId="{1020E764-7D77-4C96-98F0-277F4DB9C8ED}" dt="2024-11-11T15:30:56.851" v="13329" actId="478"/>
          <ac:spMkLst>
            <pc:docMk/>
            <pc:sldMk cId="2381668322" sldId="753"/>
            <ac:spMk id="46" creationId="{71D631F7-9AC3-79A8-0470-F538EB0CBBAA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48" creationId="{5EF79712-E843-C93D-BA80-5218B348CA4D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53" creationId="{77E44C7D-BDCC-44C2-489A-DB0D9E32FD8F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55" creationId="{511EF312-F1E9-5CE6-8F02-B694B060618F}"/>
          </ac:spMkLst>
        </pc:spChg>
        <pc:spChg chg="add mod">
          <ac:chgData name="Laurianne Lair" userId="877d0e272dd2d022" providerId="LiveId" clId="{1020E764-7D77-4C96-98F0-277F4DB9C8ED}" dt="2024-11-11T15:34:39.510" v="13498" actId="1076"/>
          <ac:spMkLst>
            <pc:docMk/>
            <pc:sldMk cId="2381668322" sldId="753"/>
            <ac:spMk id="56" creationId="{03C3DBDE-6F6D-9E18-DE7D-639C6D87B600}"/>
          </ac:spMkLst>
        </pc:spChg>
        <pc:spChg chg="mod topLvl">
          <ac:chgData name="Laurianne Lair" userId="877d0e272dd2d022" providerId="LiveId" clId="{1020E764-7D77-4C96-98F0-277F4DB9C8ED}" dt="2024-11-11T15:35:40.718" v="13502" actId="165"/>
          <ac:spMkLst>
            <pc:docMk/>
            <pc:sldMk cId="2381668322" sldId="753"/>
            <ac:spMk id="59" creationId="{8118E2EC-EEA8-2593-8008-0F311CC17919}"/>
          </ac:spMkLst>
        </pc:spChg>
        <pc:spChg chg="mod topLvl">
          <ac:chgData name="Laurianne Lair" userId="877d0e272dd2d022" providerId="LiveId" clId="{1020E764-7D77-4C96-98F0-277F4DB9C8ED}" dt="2024-11-11T15:35:42.399" v="13503" actId="165"/>
          <ac:spMkLst>
            <pc:docMk/>
            <pc:sldMk cId="2381668322" sldId="753"/>
            <ac:spMk id="61" creationId="{8DEFBD61-7F5B-AE75-9E56-4A7040E5CA4E}"/>
          </ac:spMkLst>
        </pc:spChg>
        <pc:spChg chg="mod topLvl">
          <ac:chgData name="Laurianne Lair" userId="877d0e272dd2d022" providerId="LiveId" clId="{1020E764-7D77-4C96-98F0-277F4DB9C8ED}" dt="2024-11-11T15:35:42.399" v="13503" actId="165"/>
          <ac:spMkLst>
            <pc:docMk/>
            <pc:sldMk cId="2381668322" sldId="753"/>
            <ac:spMk id="62" creationId="{85A3ADCB-FD4E-BC2A-2910-807DF72CD2DC}"/>
          </ac:spMkLst>
        </pc:spChg>
        <pc:spChg chg="mod topLvl">
          <ac:chgData name="Laurianne Lair" userId="877d0e272dd2d022" providerId="LiveId" clId="{1020E764-7D77-4C96-98F0-277F4DB9C8ED}" dt="2024-11-11T15:35:42.399" v="13503" actId="165"/>
          <ac:spMkLst>
            <pc:docMk/>
            <pc:sldMk cId="2381668322" sldId="753"/>
            <ac:spMk id="63" creationId="{FE81275F-7285-DC88-A2E2-80516A5A10F4}"/>
          </ac:spMkLst>
        </pc:spChg>
        <pc:spChg chg="add mod">
          <ac:chgData name="Laurianne Lair" userId="877d0e272dd2d022" providerId="LiveId" clId="{1020E764-7D77-4C96-98F0-277F4DB9C8ED}" dt="2024-11-11T15:31:02.941" v="13333" actId="1076"/>
          <ac:spMkLst>
            <pc:docMk/>
            <pc:sldMk cId="2381668322" sldId="753"/>
            <ac:spMk id="64" creationId="{D81F1785-E099-D95E-9065-3C8A86194C71}"/>
          </ac:spMkLst>
        </pc:spChg>
        <pc:spChg chg="del mod">
          <ac:chgData name="Laurianne Lair" userId="877d0e272dd2d022" providerId="LiveId" clId="{1020E764-7D77-4C96-98F0-277F4DB9C8ED}" dt="2024-11-11T15:29:37.010" v="13316" actId="478"/>
          <ac:spMkLst>
            <pc:docMk/>
            <pc:sldMk cId="2381668322" sldId="753"/>
            <ac:spMk id="65" creationId="{E6BA45C4-E640-A3D5-7317-37D5B53E2C0A}"/>
          </ac:spMkLst>
        </pc:spChg>
        <pc:spChg chg="add mod">
          <ac:chgData name="Laurianne Lair" userId="877d0e272dd2d022" providerId="LiveId" clId="{1020E764-7D77-4C96-98F0-277F4DB9C8ED}" dt="2024-11-11T15:32:47.128" v="13433" actId="2711"/>
          <ac:spMkLst>
            <pc:docMk/>
            <pc:sldMk cId="2381668322" sldId="753"/>
            <ac:spMk id="66" creationId="{D6A17611-8715-652D-C9DA-7CA0BA4B4D8B}"/>
          </ac:spMkLst>
        </pc:spChg>
        <pc:spChg chg="add del mod">
          <ac:chgData name="Laurianne Lair" userId="877d0e272dd2d022" providerId="LiveId" clId="{1020E764-7D77-4C96-98F0-277F4DB9C8ED}" dt="2024-11-11T16:06:23.367" v="14649" actId="478"/>
          <ac:spMkLst>
            <pc:docMk/>
            <pc:sldMk cId="2381668322" sldId="753"/>
            <ac:spMk id="71" creationId="{2B891598-F20A-4D8A-4F54-EC6B770B6191}"/>
          </ac:spMkLst>
        </pc:spChg>
        <pc:spChg chg="add del mod">
          <ac:chgData name="Laurianne Lair" userId="877d0e272dd2d022" providerId="LiveId" clId="{1020E764-7D77-4C96-98F0-277F4DB9C8ED}" dt="2024-11-11T16:08:27.448" v="14933" actId="478"/>
          <ac:spMkLst>
            <pc:docMk/>
            <pc:sldMk cId="2381668322" sldId="753"/>
            <ac:spMk id="72" creationId="{7B01DB30-4000-9097-AF60-80D7CCD25487}"/>
          </ac:spMkLst>
        </pc:spChg>
        <pc:spChg chg="del mod">
          <ac:chgData name="Laurianne Lair" userId="877d0e272dd2d022" providerId="LiveId" clId="{1020E764-7D77-4C96-98F0-277F4DB9C8ED}" dt="2024-11-11T15:29:37.010" v="13316" actId="478"/>
          <ac:spMkLst>
            <pc:docMk/>
            <pc:sldMk cId="2381668322" sldId="753"/>
            <ac:spMk id="80" creationId="{7DCC556B-9685-4766-7089-70166A743E4D}"/>
          </ac:spMkLst>
        </pc:spChg>
        <pc:spChg chg="del mod">
          <ac:chgData name="Laurianne Lair" userId="877d0e272dd2d022" providerId="LiveId" clId="{1020E764-7D77-4C96-98F0-277F4DB9C8ED}" dt="2024-11-11T15:29:37.010" v="13316" actId="478"/>
          <ac:spMkLst>
            <pc:docMk/>
            <pc:sldMk cId="2381668322" sldId="753"/>
            <ac:spMk id="81" creationId="{80DCF55C-8C70-5FDF-70CD-A8E5BA8FE8C4}"/>
          </ac:spMkLst>
        </pc:spChg>
        <pc:spChg chg="del mod">
          <ac:chgData name="Laurianne Lair" userId="877d0e272dd2d022" providerId="LiveId" clId="{1020E764-7D77-4C96-98F0-277F4DB9C8ED}" dt="2024-11-11T15:29:37.010" v="13316" actId="478"/>
          <ac:spMkLst>
            <pc:docMk/>
            <pc:sldMk cId="2381668322" sldId="753"/>
            <ac:spMk id="85" creationId="{6229C845-455B-FEFA-95D5-39D3D92A6094}"/>
          </ac:spMkLst>
        </pc:spChg>
        <pc:spChg chg="del">
          <ac:chgData name="Laurianne Lair" userId="877d0e272dd2d022" providerId="LiveId" clId="{1020E764-7D77-4C96-98F0-277F4DB9C8ED}" dt="2024-11-11T15:23:38.157" v="13251" actId="478"/>
          <ac:spMkLst>
            <pc:docMk/>
            <pc:sldMk cId="2381668322" sldId="753"/>
            <ac:spMk id="102" creationId="{81B6A561-4AC5-1184-6252-7CF6868945CD}"/>
          </ac:spMkLst>
        </pc:spChg>
        <pc:spChg chg="del">
          <ac:chgData name="Laurianne Lair" userId="877d0e272dd2d022" providerId="LiveId" clId="{1020E764-7D77-4C96-98F0-277F4DB9C8ED}" dt="2024-11-11T15:29:39.877" v="13317" actId="478"/>
          <ac:spMkLst>
            <pc:docMk/>
            <pc:sldMk cId="2381668322" sldId="753"/>
            <ac:spMk id="122" creationId="{15C5E6F4-6224-FA66-35B9-88851A148945}"/>
          </ac:spMkLst>
        </pc:spChg>
        <pc:spChg chg="del">
          <ac:chgData name="Laurianne Lair" userId="877d0e272dd2d022" providerId="LiveId" clId="{1020E764-7D77-4C96-98F0-277F4DB9C8ED}" dt="2024-11-11T15:29:39.877" v="13317" actId="478"/>
          <ac:spMkLst>
            <pc:docMk/>
            <pc:sldMk cId="2381668322" sldId="753"/>
            <ac:spMk id="123" creationId="{A13365BB-7ABE-B80E-FDF0-8F09A04335D8}"/>
          </ac:spMkLst>
        </pc:spChg>
        <pc:grpChg chg="del">
          <ac:chgData name="Laurianne Lair" userId="877d0e272dd2d022" providerId="LiveId" clId="{1020E764-7D77-4C96-98F0-277F4DB9C8ED}" dt="2024-11-11T15:23:38.157" v="13251" actId="478"/>
          <ac:grpSpMkLst>
            <pc:docMk/>
            <pc:sldMk cId="2381668322" sldId="753"/>
            <ac:grpSpMk id="5" creationId="{4EE4B44A-8255-1D1E-0689-90D884102843}"/>
          </ac:grpSpMkLst>
        </pc:grpChg>
        <pc:grpChg chg="add del mod">
          <ac:chgData name="Laurianne Lair" userId="877d0e272dd2d022" providerId="LiveId" clId="{1020E764-7D77-4C96-98F0-277F4DB9C8ED}" dt="2024-11-11T15:35:40.718" v="13502" actId="165"/>
          <ac:grpSpMkLst>
            <pc:docMk/>
            <pc:sldMk cId="2381668322" sldId="753"/>
            <ac:grpSpMk id="57" creationId="{A41901F7-7922-1E1F-8C66-C897BBF4F4E2}"/>
          </ac:grpSpMkLst>
        </pc:grpChg>
        <pc:grpChg chg="del mod topLvl">
          <ac:chgData name="Laurianne Lair" userId="877d0e272dd2d022" providerId="LiveId" clId="{1020E764-7D77-4C96-98F0-277F4DB9C8ED}" dt="2024-11-11T15:35:42.399" v="13503" actId="165"/>
          <ac:grpSpMkLst>
            <pc:docMk/>
            <pc:sldMk cId="2381668322" sldId="753"/>
            <ac:grpSpMk id="58" creationId="{49C2BC62-C9C6-7CBD-C142-EBB96C71DC70}"/>
          </ac:grpSpMkLst>
        </pc:grpChg>
        <pc:graphicFrameChg chg="del">
          <ac:chgData name="Laurianne Lair" userId="877d0e272dd2d022" providerId="LiveId" clId="{1020E764-7D77-4C96-98F0-277F4DB9C8ED}" dt="2024-11-11T15:23:38.157" v="13251" actId="478"/>
          <ac:graphicFrameMkLst>
            <pc:docMk/>
            <pc:sldMk cId="2381668322" sldId="753"/>
            <ac:graphicFrameMk id="3" creationId="{3840D324-84B5-3A1B-BCED-BCB571C9EAD6}"/>
          </ac:graphicFrameMkLst>
        </pc:graphicFrameChg>
        <pc:graphicFrameChg chg="del mod">
          <ac:chgData name="Laurianne Lair" userId="877d0e272dd2d022" providerId="LiveId" clId="{1020E764-7D77-4C96-98F0-277F4DB9C8ED}" dt="2024-11-11T15:29:37.010" v="13316" actId="478"/>
          <ac:graphicFrameMkLst>
            <pc:docMk/>
            <pc:sldMk cId="2381668322" sldId="753"/>
            <ac:graphicFrameMk id="7" creationId="{6DAD4E42-47F0-9033-27AE-6074E7F11B9C}"/>
          </ac:graphicFrameMkLst>
        </pc:graphicFrameChg>
        <pc:graphicFrameChg chg="del">
          <ac:chgData name="Laurianne Lair" userId="877d0e272dd2d022" providerId="LiveId" clId="{1020E764-7D77-4C96-98F0-277F4DB9C8ED}" dt="2024-11-11T15:29:39.877" v="13317" actId="478"/>
          <ac:graphicFrameMkLst>
            <pc:docMk/>
            <pc:sldMk cId="2381668322" sldId="753"/>
            <ac:graphicFrameMk id="10" creationId="{D162824E-8BB2-3178-47CE-E225D0FDBBA2}"/>
          </ac:graphicFrameMkLst>
        </pc:graphicFrameChg>
        <pc:graphicFrameChg chg="del">
          <ac:chgData name="Laurianne Lair" userId="877d0e272dd2d022" providerId="LiveId" clId="{1020E764-7D77-4C96-98F0-277F4DB9C8ED}" dt="2024-11-11T15:29:39.877" v="13317" actId="478"/>
          <ac:graphicFrameMkLst>
            <pc:docMk/>
            <pc:sldMk cId="2381668322" sldId="753"/>
            <ac:graphicFrameMk id="11" creationId="{A3D48DBB-6F56-3C19-B5EE-AD6F2608E120}"/>
          </ac:graphicFrameMkLst>
        </pc:graphicFrameChg>
        <pc:graphicFrameChg chg="add mod">
          <ac:chgData name="Laurianne Lair" userId="877d0e272dd2d022" providerId="LiveId" clId="{1020E764-7D77-4C96-98F0-277F4DB9C8ED}" dt="2024-11-11T15:31:13.956" v="13338" actId="1076"/>
          <ac:graphicFrameMkLst>
            <pc:docMk/>
            <pc:sldMk cId="2381668322" sldId="753"/>
            <ac:graphicFrameMk id="18" creationId="{46594E67-5593-3EA8-584D-2897FBF75B3A}"/>
          </ac:graphicFrameMkLst>
        </pc:graphicFrameChg>
        <pc:graphicFrameChg chg="add mod">
          <ac:chgData name="Laurianne Lair" userId="877d0e272dd2d022" providerId="LiveId" clId="{1020E764-7D77-4C96-98F0-277F4DB9C8ED}" dt="2024-11-11T15:33:46.981" v="13477" actId="1076"/>
          <ac:graphicFrameMkLst>
            <pc:docMk/>
            <pc:sldMk cId="2381668322" sldId="753"/>
            <ac:graphicFrameMk id="39" creationId="{7FC01052-6893-7D4F-CD21-234AF8669BB4}"/>
          </ac:graphicFrameMkLst>
        </pc:graphicFrameChg>
        <pc:graphicFrameChg chg="add mod">
          <ac:chgData name="Laurianne Lair" userId="877d0e272dd2d022" providerId="LiveId" clId="{1020E764-7D77-4C96-98F0-277F4DB9C8ED}" dt="2024-11-11T15:34:14.680" v="13496" actId="1076"/>
          <ac:graphicFrameMkLst>
            <pc:docMk/>
            <pc:sldMk cId="2381668322" sldId="753"/>
            <ac:graphicFrameMk id="44" creationId="{E26830AC-0C95-B25E-B5D2-418A40D8688A}"/>
          </ac:graphicFrameMkLst>
        </pc:graphicFrameChg>
        <pc:graphicFrameChg chg="add mod">
          <ac:chgData name="Laurianne Lair" userId="877d0e272dd2d022" providerId="LiveId" clId="{1020E764-7D77-4C96-98F0-277F4DB9C8ED}" dt="2024-11-11T15:31:10.978" v="13336" actId="1076"/>
          <ac:graphicFrameMkLst>
            <pc:docMk/>
            <pc:sldMk cId="2381668322" sldId="753"/>
            <ac:graphicFrameMk id="52" creationId="{B452C7E2-95EE-0721-5316-4756807C57F0}"/>
          </ac:graphicFrameMkLst>
        </pc:graphicFrameChg>
        <pc:graphicFrameChg chg="add mod">
          <ac:chgData name="Laurianne Lair" userId="877d0e272dd2d022" providerId="LiveId" clId="{1020E764-7D77-4C96-98F0-277F4DB9C8ED}" dt="2024-11-11T15:34:11.799" v="13494" actId="14100"/>
          <ac:graphicFrameMkLst>
            <pc:docMk/>
            <pc:sldMk cId="2381668322" sldId="753"/>
            <ac:graphicFrameMk id="54" creationId="{FC1A6B73-F6D8-31E9-DBF4-D3E05BE9FCCB}"/>
          </ac:graphicFrameMkLst>
        </pc:graphicFrameChg>
        <pc:graphicFrameChg chg="mod topLvl">
          <ac:chgData name="Laurianne Lair" userId="877d0e272dd2d022" providerId="LiveId" clId="{1020E764-7D77-4C96-98F0-277F4DB9C8ED}" dt="2024-11-11T15:35:42.399" v="13503" actId="165"/>
          <ac:graphicFrameMkLst>
            <pc:docMk/>
            <pc:sldMk cId="2381668322" sldId="753"/>
            <ac:graphicFrameMk id="60" creationId="{50C8454C-01F9-8F76-46B5-E2B0A3E45681}"/>
          </ac:graphicFrameMkLst>
        </pc:graphicFrameChg>
        <pc:graphicFrameChg chg="del mod">
          <ac:chgData name="Laurianne Lair" userId="877d0e272dd2d022" providerId="LiveId" clId="{1020E764-7D77-4C96-98F0-277F4DB9C8ED}" dt="2024-11-11T15:29:37.010" v="13316" actId="478"/>
          <ac:graphicFrameMkLst>
            <pc:docMk/>
            <pc:sldMk cId="2381668322" sldId="753"/>
            <ac:graphicFrameMk id="78" creationId="{A73977DD-07EF-39C0-EAF3-3E7622B0FDF2}"/>
          </ac:graphicFrameMkLst>
        </pc:graphicFrameChg>
        <pc:graphicFrameChg chg="del mod">
          <ac:chgData name="Laurianne Lair" userId="877d0e272dd2d022" providerId="LiveId" clId="{1020E764-7D77-4C96-98F0-277F4DB9C8ED}" dt="2024-11-11T15:29:37.010" v="13316" actId="478"/>
          <ac:graphicFrameMkLst>
            <pc:docMk/>
            <pc:sldMk cId="2381668322" sldId="753"/>
            <ac:graphicFrameMk id="83" creationId="{107D4AC7-DBE4-3789-C9A1-C4B4BE72AB4D}"/>
          </ac:graphicFrameMkLst>
        </pc:graphicFrameChg>
        <pc:picChg chg="del">
          <ac:chgData name="Laurianne Lair" userId="877d0e272dd2d022" providerId="LiveId" clId="{1020E764-7D77-4C96-98F0-277F4DB9C8ED}" dt="2024-11-11T15:23:38.157" v="13251" actId="478"/>
          <ac:picMkLst>
            <pc:docMk/>
            <pc:sldMk cId="2381668322" sldId="753"/>
            <ac:picMk id="12" creationId="{14C399C1-3978-8E6D-D65B-2CC6137D8451}"/>
          </ac:picMkLst>
        </pc:picChg>
        <pc:picChg chg="del">
          <ac:chgData name="Laurianne Lair" userId="877d0e272dd2d022" providerId="LiveId" clId="{1020E764-7D77-4C96-98F0-277F4DB9C8ED}" dt="2024-11-11T15:23:38.157" v="13251" actId="478"/>
          <ac:picMkLst>
            <pc:docMk/>
            <pc:sldMk cId="2381668322" sldId="753"/>
            <ac:picMk id="40" creationId="{CAE48F71-BF5F-C9E6-CBFD-E2B6D45EECC6}"/>
          </ac:picMkLst>
        </pc:picChg>
        <pc:cxnChg chg="del mod">
          <ac:chgData name="Laurianne Lair" userId="877d0e272dd2d022" providerId="LiveId" clId="{1020E764-7D77-4C96-98F0-277F4DB9C8ED}" dt="2024-11-11T15:23:38.157" v="13251" actId="478"/>
          <ac:cxnSpMkLst>
            <pc:docMk/>
            <pc:sldMk cId="2381668322" sldId="753"/>
            <ac:cxnSpMk id="37" creationId="{9E6D7FFE-CFE4-AE1D-0EAC-F801BAABCAB5}"/>
          </ac:cxnSpMkLst>
        </pc:cxnChg>
        <pc:cxnChg chg="del mod">
          <ac:chgData name="Laurianne Lair" userId="877d0e272dd2d022" providerId="LiveId" clId="{1020E764-7D77-4C96-98F0-277F4DB9C8ED}" dt="2024-11-11T15:23:38.157" v="13251" actId="478"/>
          <ac:cxnSpMkLst>
            <pc:docMk/>
            <pc:sldMk cId="2381668322" sldId="753"/>
            <ac:cxnSpMk id="38" creationId="{6D909501-8D3F-7786-CD8A-618C82182640}"/>
          </ac:cxnSpMkLst>
        </pc:cxnChg>
        <pc:cxnChg chg="add mod">
          <ac:chgData name="Laurianne Lair" userId="877d0e272dd2d022" providerId="LiveId" clId="{1020E764-7D77-4C96-98F0-277F4DB9C8ED}" dt="2024-11-11T15:33:37.378" v="13474" actId="14100"/>
          <ac:cxnSpMkLst>
            <pc:docMk/>
            <pc:sldMk cId="2381668322" sldId="753"/>
            <ac:cxnSpMk id="41" creationId="{E0C4684A-3D09-5FE0-4F89-CD7801289384}"/>
          </ac:cxnSpMkLst>
        </pc:cxnChg>
        <pc:cxnChg chg="add mod">
          <ac:chgData name="Laurianne Lair" userId="877d0e272dd2d022" providerId="LiveId" clId="{1020E764-7D77-4C96-98F0-277F4DB9C8ED}" dt="2024-11-11T15:32:03.481" v="13358" actId="14100"/>
          <ac:cxnSpMkLst>
            <pc:docMk/>
            <pc:sldMk cId="2381668322" sldId="753"/>
            <ac:cxnSpMk id="47" creationId="{9DA071EF-118C-68B3-5AB2-83438E91E05D}"/>
          </ac:cxnSpMkLst>
        </pc:cxnChg>
        <pc:cxnChg chg="add mod">
          <ac:chgData name="Laurianne Lair" userId="877d0e272dd2d022" providerId="LiveId" clId="{1020E764-7D77-4C96-98F0-277F4DB9C8ED}" dt="2024-11-11T15:32:38.243" v="13431" actId="14100"/>
          <ac:cxnSpMkLst>
            <pc:docMk/>
            <pc:sldMk cId="2381668322" sldId="753"/>
            <ac:cxnSpMk id="49" creationId="{293B4393-DDB0-3EA1-AC24-5D94FB161C0E}"/>
          </ac:cxnSpMkLst>
        </pc:cxnChg>
        <pc:cxnChg chg="del">
          <ac:chgData name="Laurianne Lair" userId="877d0e272dd2d022" providerId="LiveId" clId="{1020E764-7D77-4C96-98F0-277F4DB9C8ED}" dt="2024-11-11T15:23:38.157" v="13251" actId="478"/>
          <ac:cxnSpMkLst>
            <pc:docMk/>
            <pc:sldMk cId="2381668322" sldId="753"/>
            <ac:cxnSpMk id="50" creationId="{4D1F1704-229A-EC0B-4E9E-CEAAE5C40B0B}"/>
          </ac:cxnSpMkLst>
        </pc:cxnChg>
        <pc:cxnChg chg="del mod">
          <ac:chgData name="Laurianne Lair" userId="877d0e272dd2d022" providerId="LiveId" clId="{1020E764-7D77-4C96-98F0-277F4DB9C8ED}" dt="2024-11-11T15:23:38.157" v="13251" actId="478"/>
          <ac:cxnSpMkLst>
            <pc:docMk/>
            <pc:sldMk cId="2381668322" sldId="753"/>
            <ac:cxnSpMk id="51" creationId="{93BE2396-5B49-920D-DCDA-6473B9085CA8}"/>
          </ac:cxnSpMkLst>
        </pc:cxnChg>
        <pc:cxnChg chg="del mod">
          <ac:chgData name="Laurianne Lair" userId="877d0e272dd2d022" providerId="LiveId" clId="{1020E764-7D77-4C96-98F0-277F4DB9C8ED}" dt="2024-11-11T15:29:37.010" v="13316" actId="478"/>
          <ac:cxnSpMkLst>
            <pc:docMk/>
            <pc:sldMk cId="2381668322" sldId="753"/>
            <ac:cxnSpMk id="84" creationId="{83DE61DB-566A-875F-E871-96F67DC56650}"/>
          </ac:cxnSpMkLst>
        </pc:cxnChg>
      </pc:sldChg>
      <pc:sldChg chg="addSp delSp modSp del mod">
        <pc:chgData name="Laurianne Lair" userId="877d0e272dd2d022" providerId="LiveId" clId="{1020E764-7D77-4C96-98F0-277F4DB9C8ED}" dt="2024-11-11T15:21:00.107" v="13249" actId="2696"/>
        <pc:sldMkLst>
          <pc:docMk/>
          <pc:sldMk cId="2740120362" sldId="753"/>
        </pc:sldMkLst>
        <pc:spChg chg="add mod">
          <ac:chgData name="Laurianne Lair" userId="877d0e272dd2d022" providerId="LiveId" clId="{1020E764-7D77-4C96-98F0-277F4DB9C8ED}" dt="2024-11-11T15:19:33.353" v="13225"/>
          <ac:spMkLst>
            <pc:docMk/>
            <pc:sldMk cId="2740120362" sldId="753"/>
            <ac:spMk id="2" creationId="{BD013BCE-53CA-2547-C1A6-70D126A007C6}"/>
          </ac:spMkLst>
        </pc:spChg>
        <pc:spChg chg="mod">
          <ac:chgData name="Laurianne Lair" userId="877d0e272dd2d022" providerId="LiveId" clId="{1020E764-7D77-4C96-98F0-277F4DB9C8ED}" dt="2024-11-11T15:20:42.896" v="13234" actId="20577"/>
          <ac:spMkLst>
            <pc:docMk/>
            <pc:sldMk cId="2740120362" sldId="753"/>
            <ac:spMk id="3" creationId="{1AA43B42-9A61-956C-9F52-7EFF862A579A}"/>
          </ac:spMkLst>
        </pc:spChg>
        <pc:spChg chg="mod">
          <ac:chgData name="Laurianne Lair" userId="877d0e272dd2d022" providerId="LiveId" clId="{1020E764-7D77-4C96-98F0-277F4DB9C8ED}" dt="2024-11-11T15:20:49.467" v="13248" actId="20577"/>
          <ac:spMkLst>
            <pc:docMk/>
            <pc:sldMk cId="2740120362" sldId="753"/>
            <ac:spMk id="15" creationId="{D04FBD9B-5334-FD9C-016D-ABE6C343C15E}"/>
          </ac:spMkLst>
        </pc:spChg>
        <pc:spChg chg="mod">
          <ac:chgData name="Laurianne Lair" userId="877d0e272dd2d022" providerId="LiveId" clId="{1020E764-7D77-4C96-98F0-277F4DB9C8ED}" dt="2024-11-11T15:20:46.646" v="13242" actId="20577"/>
          <ac:spMkLst>
            <pc:docMk/>
            <pc:sldMk cId="2740120362" sldId="753"/>
            <ac:spMk id="37" creationId="{5145127B-3D86-21E2-4890-FBF6ACC0420D}"/>
          </ac:spMkLst>
        </pc:spChg>
        <pc:spChg chg="mod">
          <ac:chgData name="Laurianne Lair" userId="877d0e272dd2d022" providerId="LiveId" clId="{1020E764-7D77-4C96-98F0-277F4DB9C8ED}" dt="2024-11-11T15:19:58.894" v="13226" actId="14861"/>
          <ac:spMkLst>
            <pc:docMk/>
            <pc:sldMk cId="2740120362" sldId="753"/>
            <ac:spMk id="38" creationId="{9C5D6E94-2DA5-A83A-689D-54E60253186E}"/>
          </ac:spMkLst>
        </pc:spChg>
        <pc:spChg chg="mod">
          <ac:chgData name="Laurianne Lair" userId="877d0e272dd2d022" providerId="LiveId" clId="{1020E764-7D77-4C96-98F0-277F4DB9C8ED}" dt="2024-11-11T15:19:58.894" v="13226" actId="14861"/>
          <ac:spMkLst>
            <pc:docMk/>
            <pc:sldMk cId="2740120362" sldId="753"/>
            <ac:spMk id="39" creationId="{ABB7403A-8ECB-1935-5686-1EA1964E113C}"/>
          </ac:spMkLst>
        </pc:spChg>
        <pc:spChg chg="mod">
          <ac:chgData name="Laurianne Lair" userId="877d0e272dd2d022" providerId="LiveId" clId="{1020E764-7D77-4C96-98F0-277F4DB9C8ED}" dt="2024-11-11T15:19:58.894" v="13226" actId="14861"/>
          <ac:spMkLst>
            <pc:docMk/>
            <pc:sldMk cId="2740120362" sldId="753"/>
            <ac:spMk id="40" creationId="{02A4EE70-0228-4995-790F-138DD4213384}"/>
          </ac:spMkLst>
        </pc:spChg>
        <pc:spChg chg="del">
          <ac:chgData name="Laurianne Lair" userId="877d0e272dd2d022" providerId="LiveId" clId="{1020E764-7D77-4C96-98F0-277F4DB9C8ED}" dt="2024-11-11T15:19:30.285" v="13224" actId="478"/>
          <ac:spMkLst>
            <pc:docMk/>
            <pc:sldMk cId="2740120362" sldId="753"/>
            <ac:spMk id="44" creationId="{C84F704F-3F8F-3EC3-5A40-A0098CC0E886}"/>
          </ac:spMkLst>
        </pc:sp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19" creationId="{08B5A9ED-233C-A2E1-C414-8125B74E789C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0" creationId="{D0B46C5B-B131-E33A-E9D7-2727DCBAD6A4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1" creationId="{6A2FFE96-8C45-9C0E-BB85-42203C4FA0C4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2" creationId="{0EDF1E35-2F45-9401-D2CA-7F5D332085FD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3" creationId="{36B37F00-8FA3-4BAA-CB4C-DA9994B5118E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4" creationId="{D96406C3-D7DF-45C4-80E8-0E928BF4D571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5" creationId="{4CF98D45-3BFC-5319-4265-E82576CB04C7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6" creationId="{13084841-9967-4D4A-E684-02E50DD4C3CA}"/>
          </ac:cxnSpMkLst>
        </pc:cxnChg>
        <pc:cxnChg chg="mod">
          <ac:chgData name="Laurianne Lair" userId="877d0e272dd2d022" providerId="LiveId" clId="{1020E764-7D77-4C96-98F0-277F4DB9C8ED}" dt="2024-11-11T15:19:58.894" v="13226" actId="14861"/>
          <ac:cxnSpMkLst>
            <pc:docMk/>
            <pc:sldMk cId="2740120362" sldId="753"/>
            <ac:cxnSpMk id="27" creationId="{A18CD44B-936B-3A62-8C01-75AC420244D1}"/>
          </ac:cxnSpMkLst>
        </pc:cxnChg>
      </pc:sldChg>
      <pc:sldChg chg="modSp add del">
        <pc:chgData name="Laurianne Lair" userId="877d0e272dd2d022" providerId="LiveId" clId="{1020E764-7D77-4C96-98F0-277F4DB9C8ED}" dt="2024-11-11T17:47:22.866" v="22642" actId="2696"/>
        <pc:sldMkLst>
          <pc:docMk/>
          <pc:sldMk cId="78366520" sldId="754"/>
        </pc:sldMkLst>
        <pc:spChg chg="mod">
          <ac:chgData name="Laurianne Lair" userId="877d0e272dd2d022" providerId="LiveId" clId="{1020E764-7D77-4C96-98F0-277F4DB9C8ED}" dt="2024-11-11T17:47:14.867" v="22641"/>
          <ac:spMkLst>
            <pc:docMk/>
            <pc:sldMk cId="78366520" sldId="754"/>
            <ac:spMk id="3" creationId="{541153E9-0BF6-B6A0-F1E9-C3D6F1F373FB}"/>
          </ac:spMkLst>
        </pc:spChg>
      </pc:sldChg>
      <pc:sldChg chg="add del">
        <pc:chgData name="Laurianne Lair" userId="877d0e272dd2d022" providerId="LiveId" clId="{1020E764-7D77-4C96-98F0-277F4DB9C8ED}" dt="2024-11-11T15:56:00.912" v="14516" actId="2696"/>
        <pc:sldMkLst>
          <pc:docMk/>
          <pc:sldMk cId="2711170696" sldId="754"/>
        </pc:sldMkLst>
      </pc:sldChg>
      <pc:sldChg chg="addSp delSp modSp add mod ord delAnim modShow">
        <pc:chgData name="Laurianne Lair" userId="877d0e272dd2d022" providerId="LiveId" clId="{1020E764-7D77-4C96-98F0-277F4DB9C8ED}" dt="2024-11-13T13:54:47.768" v="30293"/>
        <pc:sldMkLst>
          <pc:docMk/>
          <pc:sldMk cId="3596797089" sldId="754"/>
        </pc:sldMkLst>
        <pc:spChg chg="add mod">
          <ac:chgData name="Laurianne Lair" userId="877d0e272dd2d022" providerId="LiveId" clId="{1020E764-7D77-4C96-98F0-277F4DB9C8ED}" dt="2024-11-13T13:53:57.311" v="30271" actId="1076"/>
          <ac:spMkLst>
            <pc:docMk/>
            <pc:sldMk cId="3596797089" sldId="754"/>
            <ac:spMk id="9" creationId="{F9D34E1C-E0A8-4E9B-0ABD-93B9B449B6B5}"/>
          </ac:spMkLst>
        </pc:spChg>
        <pc:spChg chg="mod">
          <ac:chgData name="Laurianne Lair" userId="877d0e272dd2d022" providerId="LiveId" clId="{1020E764-7D77-4C96-98F0-277F4DB9C8ED}" dt="2024-11-13T13:54:09.879" v="30279" actId="1076"/>
          <ac:spMkLst>
            <pc:docMk/>
            <pc:sldMk cId="3596797089" sldId="754"/>
            <ac:spMk id="10" creationId="{BD011461-B884-C6DC-C568-BC10BD600213}"/>
          </ac:spMkLst>
        </pc:spChg>
        <pc:spChg chg="del">
          <ac:chgData name="Laurianne Lair" userId="877d0e272dd2d022" providerId="LiveId" clId="{1020E764-7D77-4C96-98F0-277F4DB9C8ED}" dt="2024-11-13T13:50:39.926" v="30232" actId="478"/>
          <ac:spMkLst>
            <pc:docMk/>
            <pc:sldMk cId="3596797089" sldId="754"/>
            <ac:spMk id="12" creationId="{CC80765C-041E-9737-C170-00BC690BD053}"/>
          </ac:spMkLst>
        </pc:spChg>
        <pc:spChg chg="mod">
          <ac:chgData name="Laurianne Lair" userId="877d0e272dd2d022" providerId="LiveId" clId="{1020E764-7D77-4C96-98F0-277F4DB9C8ED}" dt="2024-11-13T13:54:12.866" v="30280" actId="1076"/>
          <ac:spMkLst>
            <pc:docMk/>
            <pc:sldMk cId="3596797089" sldId="754"/>
            <ac:spMk id="13" creationId="{4E0701E8-5BBC-9D40-D6E4-935194491910}"/>
          </ac:spMkLst>
        </pc:spChg>
        <pc:spChg chg="del">
          <ac:chgData name="Laurianne Lair" userId="877d0e272dd2d022" providerId="LiveId" clId="{1020E764-7D77-4C96-98F0-277F4DB9C8ED}" dt="2024-11-13T13:50:37.719" v="30231" actId="478"/>
          <ac:spMkLst>
            <pc:docMk/>
            <pc:sldMk cId="3596797089" sldId="754"/>
            <ac:spMk id="15" creationId="{03054167-F8E0-B4CC-F16D-026C6A444D19}"/>
          </ac:spMkLst>
        </pc:spChg>
        <pc:spChg chg="del">
          <ac:chgData name="Laurianne Lair" userId="877d0e272dd2d022" providerId="LiveId" clId="{1020E764-7D77-4C96-98F0-277F4DB9C8ED}" dt="2024-11-13T13:50:37.719" v="30231" actId="478"/>
          <ac:spMkLst>
            <pc:docMk/>
            <pc:sldMk cId="3596797089" sldId="754"/>
            <ac:spMk id="16" creationId="{3C8DA886-5752-F56A-1CFE-37809B51FD16}"/>
          </ac:spMkLst>
        </pc:spChg>
        <pc:graphicFrameChg chg="mod">
          <ac:chgData name="Laurianne Lair" userId="877d0e272dd2d022" providerId="LiveId" clId="{1020E764-7D77-4C96-98F0-277F4DB9C8ED}" dt="2024-11-13T13:54:09.879" v="30279" actId="1076"/>
          <ac:graphicFrameMkLst>
            <pc:docMk/>
            <pc:sldMk cId="3596797089" sldId="754"/>
            <ac:graphicFrameMk id="6" creationId="{7F7706EA-4BF0-7771-0BBC-77D23B93487C}"/>
          </ac:graphicFrameMkLst>
        </pc:graphicFrameChg>
        <pc:picChg chg="del">
          <ac:chgData name="Laurianne Lair" userId="877d0e272dd2d022" providerId="LiveId" clId="{1020E764-7D77-4C96-98F0-277F4DB9C8ED}" dt="2024-11-13T13:50:37.719" v="30231" actId="478"/>
          <ac:picMkLst>
            <pc:docMk/>
            <pc:sldMk cId="3596797089" sldId="754"/>
            <ac:picMk id="4" creationId="{35D7DE99-B050-8CFE-5026-6A449883AA98}"/>
          </ac:picMkLst>
        </pc:picChg>
        <pc:picChg chg="del">
          <ac:chgData name="Laurianne Lair" userId="877d0e272dd2d022" providerId="LiveId" clId="{1020E764-7D77-4C96-98F0-277F4DB9C8ED}" dt="2024-11-13T13:50:37.719" v="30231" actId="478"/>
          <ac:picMkLst>
            <pc:docMk/>
            <pc:sldMk cId="3596797089" sldId="754"/>
            <ac:picMk id="5" creationId="{FE78BB73-8EC2-2557-0A78-46F4E74DDF89}"/>
          </ac:picMkLst>
        </pc:picChg>
        <pc:picChg chg="del">
          <ac:chgData name="Laurianne Lair" userId="877d0e272dd2d022" providerId="LiveId" clId="{1020E764-7D77-4C96-98F0-277F4DB9C8ED}" dt="2024-11-13T13:50:37.719" v="30231" actId="478"/>
          <ac:picMkLst>
            <pc:docMk/>
            <pc:sldMk cId="3596797089" sldId="754"/>
            <ac:picMk id="11" creationId="{3F3E3440-0E1C-FE3F-AD42-03B2966BAF74}"/>
          </ac:picMkLst>
        </pc:picChg>
        <pc:picChg chg="add mod">
          <ac:chgData name="Laurianne Lair" userId="877d0e272dd2d022" providerId="LiveId" clId="{1020E764-7D77-4C96-98F0-277F4DB9C8ED}" dt="2024-11-13T13:54:38.660" v="30291" actId="1076"/>
          <ac:picMkLst>
            <pc:docMk/>
            <pc:sldMk cId="3596797089" sldId="754"/>
            <ac:picMk id="18" creationId="{248552E8-617F-4BE2-93C5-944282E011AD}"/>
          </ac:picMkLst>
        </pc:picChg>
        <pc:picChg chg="add mod">
          <ac:chgData name="Laurianne Lair" userId="877d0e272dd2d022" providerId="LiveId" clId="{1020E764-7D77-4C96-98F0-277F4DB9C8ED}" dt="2024-11-13T13:54:37.346" v="30290" actId="1076"/>
          <ac:picMkLst>
            <pc:docMk/>
            <pc:sldMk cId="3596797089" sldId="754"/>
            <ac:picMk id="20" creationId="{66D70FD3-9AA9-E3A2-98EE-D31BBE51A6A1}"/>
          </ac:picMkLst>
        </pc:picChg>
      </pc:sldChg>
      <pc:sldChg chg="delSp add del mod ord delAnim">
        <pc:chgData name="Laurianne Lair" userId="877d0e272dd2d022" providerId="LiveId" clId="{1020E764-7D77-4C96-98F0-277F4DB9C8ED}" dt="2024-11-12T20:01:08.174" v="26535" actId="2696"/>
        <pc:sldMkLst>
          <pc:docMk/>
          <pc:sldMk cId="3931097833" sldId="754"/>
        </pc:sldMkLst>
        <pc:spChg chg="del">
          <ac:chgData name="Laurianne Lair" userId="877d0e272dd2d022" providerId="LiveId" clId="{1020E764-7D77-4C96-98F0-277F4DB9C8ED}" dt="2024-11-12T19:57:56.184" v="26460" actId="478"/>
          <ac:spMkLst>
            <pc:docMk/>
            <pc:sldMk cId="3931097833" sldId="754"/>
            <ac:spMk id="8" creationId="{4C2FCAFB-CA88-634E-F155-7A201DE2EB91}"/>
          </ac:spMkLst>
        </pc:spChg>
        <pc:graphicFrameChg chg="del">
          <ac:chgData name="Laurianne Lair" userId="877d0e272dd2d022" providerId="LiveId" clId="{1020E764-7D77-4C96-98F0-277F4DB9C8ED}" dt="2024-11-12T19:57:57.124" v="26462" actId="478"/>
          <ac:graphicFrameMkLst>
            <pc:docMk/>
            <pc:sldMk cId="3931097833" sldId="754"/>
            <ac:graphicFrameMk id="13" creationId="{874560DE-590F-63A7-51CF-C904BC8CA314}"/>
          </ac:graphicFrameMkLst>
        </pc:graphicFrameChg>
        <pc:picChg chg="del">
          <ac:chgData name="Laurianne Lair" userId="877d0e272dd2d022" providerId="LiveId" clId="{1020E764-7D77-4C96-98F0-277F4DB9C8ED}" dt="2024-11-12T19:57:56.625" v="26461" actId="478"/>
          <ac:picMkLst>
            <pc:docMk/>
            <pc:sldMk cId="3931097833" sldId="754"/>
            <ac:picMk id="7" creationId="{D3DB1D13-55DE-7413-B8EB-76B9E0A1A6DF}"/>
          </ac:picMkLst>
        </pc:picChg>
      </pc:sldChg>
      <pc:sldChg chg="addSp delSp modSp add mod delAnim modAnim modNotesTx">
        <pc:chgData name="Laurianne Lair" userId="877d0e272dd2d022" providerId="LiveId" clId="{1020E764-7D77-4C96-98F0-277F4DB9C8ED}" dt="2024-11-18T14:55:29.409" v="71446" actId="207"/>
        <pc:sldMkLst>
          <pc:docMk/>
          <pc:sldMk cId="494342303" sldId="755"/>
        </pc:sldMkLst>
        <pc:spChg chg="mod">
          <ac:chgData name="Laurianne Lair" userId="877d0e272dd2d022" providerId="LiveId" clId="{1020E764-7D77-4C96-98F0-277F4DB9C8ED}" dt="2024-11-17T18:30:40.090" v="67554" actId="20577"/>
          <ac:spMkLst>
            <pc:docMk/>
            <pc:sldMk cId="494342303" sldId="755"/>
            <ac:spMk id="2" creationId="{0FF60673-78A4-1144-1086-AADAE3DA48B1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8" creationId="{20714AD8-A722-A640-7CAF-C01DFEAF4710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11" creationId="{D05EBC7E-7CD7-5668-ED3A-5C147F5AFE70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14" creationId="{EA94A9C0-CD24-F168-F23C-458158DE3C8A}"/>
          </ac:spMkLst>
        </pc:spChg>
        <pc:spChg chg="del">
          <ac:chgData name="Laurianne Lair" userId="877d0e272dd2d022" providerId="LiveId" clId="{1020E764-7D77-4C96-98F0-277F4DB9C8ED}" dt="2024-11-13T13:55:20.085" v="30295" actId="478"/>
          <ac:spMkLst>
            <pc:docMk/>
            <pc:sldMk cId="494342303" sldId="755"/>
            <ac:spMk id="15" creationId="{0CFE6932-106F-A7D3-7B05-999A3210AC82}"/>
          </ac:spMkLst>
        </pc:spChg>
        <pc:spChg chg="del">
          <ac:chgData name="Laurianne Lair" userId="877d0e272dd2d022" providerId="LiveId" clId="{1020E764-7D77-4C96-98F0-277F4DB9C8ED}" dt="2024-11-13T13:55:20.085" v="30295" actId="478"/>
          <ac:spMkLst>
            <pc:docMk/>
            <pc:sldMk cId="494342303" sldId="755"/>
            <ac:spMk id="16" creationId="{B4F0AE52-F189-E4CA-057F-FE5B118B4075}"/>
          </ac:spMkLst>
        </pc:spChg>
        <pc:spChg chg="del">
          <ac:chgData name="Laurianne Lair" userId="877d0e272dd2d022" providerId="LiveId" clId="{1020E764-7D77-4C96-98F0-277F4DB9C8ED}" dt="2024-11-13T13:55:20.085" v="30295" actId="478"/>
          <ac:spMkLst>
            <pc:docMk/>
            <pc:sldMk cId="494342303" sldId="755"/>
            <ac:spMk id="18" creationId="{681CC130-D5A6-185C-6B38-DF1FF36C4594}"/>
          </ac:spMkLst>
        </pc:spChg>
        <pc:spChg chg="del">
          <ac:chgData name="Laurianne Lair" userId="877d0e272dd2d022" providerId="LiveId" clId="{1020E764-7D77-4C96-98F0-277F4DB9C8ED}" dt="2024-11-13T13:55:20.085" v="30295" actId="478"/>
          <ac:spMkLst>
            <pc:docMk/>
            <pc:sldMk cId="494342303" sldId="755"/>
            <ac:spMk id="19" creationId="{9889C7A9-03A8-F771-64D7-0DEA1487DCCB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22" creationId="{311A4EAC-06AB-B825-54C5-D806DB39D802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23" creationId="{CA0C0A7A-E52B-13E5-853F-29B5E835454D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25" creationId="{6B2D315B-7D4D-71A2-561F-E5167F17F9DE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26" creationId="{2310BF82-5C87-A97B-E89F-0F3F3FD5393F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28" creationId="{519A855A-F653-950F-2101-6CF2B8A45987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29" creationId="{DD1E6350-47BF-0C8C-EC85-D78F6E466551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32" creationId="{EC8364BB-B078-AF51-DF4B-D421F4AE2ECA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33" creationId="{C92BC910-E7A7-4B96-A963-B4172A5B18C3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35" creationId="{D7F79648-46B4-C343-B35B-EAEDD790E9D7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36" creationId="{C92EB4DD-5DEE-966C-B743-DFF3112A1006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37" creationId="{78B0C187-8D61-CC0C-0264-6905AE90F87E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40" creationId="{CAEC23FB-1910-7212-5693-F0D0B9872858}"/>
          </ac:spMkLst>
        </pc:spChg>
        <pc:spChg chg="mod">
          <ac:chgData name="Laurianne Lair" userId="877d0e272dd2d022" providerId="LiveId" clId="{1020E764-7D77-4C96-98F0-277F4DB9C8ED}" dt="2024-11-17T18:34:05.755" v="67556" actId="20577"/>
          <ac:spMkLst>
            <pc:docMk/>
            <pc:sldMk cId="494342303" sldId="755"/>
            <ac:spMk id="42" creationId="{43AD9837-E6DA-DCB0-F955-6E1003799329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46" creationId="{D55E7323-658D-21E0-FB46-8F97295E31C7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47" creationId="{FB77725A-D17A-5438-F024-F35CC91FCDE1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48" creationId="{1E10B4BB-2684-C41E-B775-CDA88137906F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49" creationId="{8A176F19-C5AD-8CB7-CB2D-2628BD3798E9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51" creationId="{8294ED50-25CB-50B6-B347-695A1DEDF64C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52" creationId="{47414D16-EF47-A305-DB36-62F631DBF96E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53" creationId="{3E4C912B-A227-3B8C-59E5-694A58E956EC}"/>
          </ac:spMkLst>
        </pc:spChg>
        <pc:spChg chg="add del mod">
          <ac:chgData name="Laurianne Lair" userId="877d0e272dd2d022" providerId="LiveId" clId="{1020E764-7D77-4C96-98F0-277F4DB9C8ED}" dt="2024-11-13T13:55:31.581" v="30298" actId="478"/>
          <ac:spMkLst>
            <pc:docMk/>
            <pc:sldMk cId="494342303" sldId="755"/>
            <ac:spMk id="54" creationId="{AFF41A87-73D1-949C-E3E6-B7ADE6811AE3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56" creationId="{CED75DD3-FBAF-3BAF-35CD-3BFBDE367542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57" creationId="{612B5792-79F5-B7D2-D9A2-5F2A2ED9BBC9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59" creationId="{32FD86DB-0A56-0DA6-E7DA-E0103171C608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0" creationId="{91E979E5-8351-C031-5B77-EF99BBF22CB4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2" creationId="{6C1C54EF-83F4-04A6-AB11-422566DBD502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3" creationId="{AAA042A3-19E8-98EC-8527-0A396ADED37E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5" creationId="{A0E4447B-5F30-0A57-1732-F34A0A233E20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6" creationId="{93453568-4B77-69AD-AB69-6B83A8FF0382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8" creationId="{D18841E3-D74A-CC34-A7B6-ED7393E0ABD4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69" creationId="{CAD26CFD-5C03-DFC5-C18C-75F5A333F0BE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72" creationId="{AFBF5AEE-3A54-026F-CD19-52385873F0B0}"/>
          </ac:spMkLst>
        </pc:spChg>
        <pc:spChg chg="mod">
          <ac:chgData name="Laurianne Lair" userId="877d0e272dd2d022" providerId="LiveId" clId="{1020E764-7D77-4C96-98F0-277F4DB9C8ED}" dt="2024-11-13T13:55:26.955" v="30296"/>
          <ac:spMkLst>
            <pc:docMk/>
            <pc:sldMk cId="494342303" sldId="755"/>
            <ac:spMk id="74" creationId="{A17F8163-D5D8-3CF0-CE53-C9E10C8295E4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76" creationId="{A0CEFE26-4980-6C52-0A2F-49919A409666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77" creationId="{AB03B743-131E-E81C-5D8A-DB048A252071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80" creationId="{262EBB70-47AA-2F3B-EED5-3EE210CD2A25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83" creationId="{1B098E41-6BAA-8268-92F4-9D8291C863A0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86" creationId="{A011AA57-5865-9427-2FFD-DCB74BFFE90A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87" creationId="{750F8FCC-0383-4880-8B91-8084B660B18E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89" creationId="{842E219E-CB74-1009-B05B-457EC3C83FE3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90" creationId="{3CABC509-90D7-8EBF-FC9B-B55D939B60C1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91" creationId="{C542F07B-738F-9C7B-B477-0806D89473C4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92" creationId="{10439D0F-4C5E-9DB8-CA52-9316E5EEF760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95" creationId="{CFF4D524-E2AF-F36A-0923-F3EAFDADE2BC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96" creationId="{AA0474CB-6F97-CF7B-7D9C-2C00E766A850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98" creationId="{2524F40F-D686-2D7D-5262-98C87B647642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99" creationId="{00D7612B-DA79-932F-65C5-D0AD5BB2675F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100" creationId="{E3F77E7E-A7C3-6521-6923-8FFAD5C2C5B5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03" creationId="{D55FF69E-49D7-69F7-2C1F-EF20B9592AA7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08" creationId="{B35BC5D2-A06D-2226-B887-BFCC61E58C24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09" creationId="{C20AC3A6-1733-238B-3593-59D72CC90DF1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0" creationId="{8E84E9F3-9924-EE0B-4700-47CBA089FFA3}"/>
          </ac:spMkLst>
        </pc:spChg>
        <pc:spChg chg="add mod">
          <ac:chgData name="Laurianne Lair" userId="877d0e272dd2d022" providerId="LiveId" clId="{1020E764-7D77-4C96-98F0-277F4DB9C8ED}" dt="2024-11-13T13:56:00.144" v="30304" actId="1076"/>
          <ac:spMkLst>
            <pc:docMk/>
            <pc:sldMk cId="494342303" sldId="755"/>
            <ac:spMk id="111" creationId="{4D578F0D-4E6A-8E03-6A0D-A464794C697E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3" creationId="{67D2E2FD-BE70-3E0F-81E4-CC38CA028E81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4" creationId="{34E256A7-F2CE-A798-4896-64ED0611489A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6" creationId="{D94F10A3-B782-691B-56C4-29CCCC488355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7" creationId="{BDF81849-7150-C94D-BF08-63239DC2EEEC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19" creationId="{2E5AAD07-F965-3056-0578-ABC27D0B9578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0" creationId="{508D6D5A-9DE3-378E-4EC0-58D9F0402F33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2" creationId="{041B09B4-5D46-71A9-865B-24D4BDD5874E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3" creationId="{FC6E5E79-7A70-F031-AB4B-9C9638765809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5" creationId="{57FBF72D-55AD-AD23-01A7-30BDE7544AEE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6" creationId="{F8E4A69F-911E-5342-BFD5-1C7C82DB6F57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8" creationId="{16097086-D1B2-8F65-8CC2-2BF1D4379B79}"/>
          </ac:spMkLst>
        </pc:spChg>
        <pc:spChg chg="mod">
          <ac:chgData name="Laurianne Lair" userId="877d0e272dd2d022" providerId="LiveId" clId="{1020E764-7D77-4C96-98F0-277F4DB9C8ED}" dt="2024-11-13T13:55:55.801" v="30302"/>
          <ac:spMkLst>
            <pc:docMk/>
            <pc:sldMk cId="494342303" sldId="755"/>
            <ac:spMk id="129" creationId="{9EB8C1C1-BE51-3CE9-8D9B-A5BBE9E92FCD}"/>
          </ac:spMkLst>
        </pc:spChg>
        <pc:spChg chg="add del mod">
          <ac:chgData name="Laurianne Lair" userId="877d0e272dd2d022" providerId="LiveId" clId="{1020E764-7D77-4C96-98F0-277F4DB9C8ED}" dt="2024-11-13T13:57:18.337" v="30362" actId="478"/>
          <ac:spMkLst>
            <pc:docMk/>
            <pc:sldMk cId="494342303" sldId="755"/>
            <ac:spMk id="130" creationId="{B0006C14-EB39-839F-75E7-231D5B2B507A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33" creationId="{023D365F-8CE7-7C9C-B7EE-4E4FC2911961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36" creationId="{7152260F-06AC-7F72-F7BC-BE7EE813F241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39" creationId="{6260FD36-C258-E570-E6B7-0502C6AF6733}"/>
          </ac:spMkLst>
        </pc:spChg>
        <pc:spChg chg="add mod">
          <ac:chgData name="Laurianne Lair" userId="877d0e272dd2d022" providerId="LiveId" clId="{1020E764-7D77-4C96-98F0-277F4DB9C8ED}" dt="2024-11-13T15:11:43.973" v="30778" actId="1076"/>
          <ac:spMkLst>
            <pc:docMk/>
            <pc:sldMk cId="494342303" sldId="755"/>
            <ac:spMk id="140" creationId="{2B8CA67F-C0FA-CF8C-8235-5337DC83FFB5}"/>
          </ac:spMkLst>
        </pc:spChg>
        <pc:spChg chg="mod">
          <ac:chgData name="Laurianne Lair" userId="877d0e272dd2d022" providerId="LiveId" clId="{1020E764-7D77-4C96-98F0-277F4DB9C8ED}" dt="2024-11-13T14:01:15.165" v="30489" actId="403"/>
          <ac:spMkLst>
            <pc:docMk/>
            <pc:sldMk cId="494342303" sldId="755"/>
            <ac:spMk id="142" creationId="{BE8A0265-7D03-1581-7E3A-C7582AC73A06}"/>
          </ac:spMkLst>
        </pc:spChg>
        <pc:spChg chg="mod">
          <ac:chgData name="Laurianne Lair" userId="877d0e272dd2d022" providerId="LiveId" clId="{1020E764-7D77-4C96-98F0-277F4DB9C8ED}" dt="2024-11-13T14:01:22.369" v="30490" actId="1076"/>
          <ac:spMkLst>
            <pc:docMk/>
            <pc:sldMk cId="494342303" sldId="755"/>
            <ac:spMk id="143" creationId="{8BF6850F-78F4-0D55-4123-C832CD2860A7}"/>
          </ac:spMkLst>
        </pc:spChg>
        <pc:spChg chg="mod">
          <ac:chgData name="Laurianne Lair" userId="877d0e272dd2d022" providerId="LiveId" clId="{1020E764-7D77-4C96-98F0-277F4DB9C8ED}" dt="2024-11-13T14:01:51.384" v="30502" actId="403"/>
          <ac:spMkLst>
            <pc:docMk/>
            <pc:sldMk cId="494342303" sldId="755"/>
            <ac:spMk id="145" creationId="{199F56D4-2EBA-4225-C8FF-5747EBEF6D78}"/>
          </ac:spMkLst>
        </pc:spChg>
        <pc:spChg chg="mod">
          <ac:chgData name="Laurianne Lair" userId="877d0e272dd2d022" providerId="LiveId" clId="{1020E764-7D77-4C96-98F0-277F4DB9C8ED}" dt="2024-11-13T14:01:57.229" v="30507" actId="1035"/>
          <ac:spMkLst>
            <pc:docMk/>
            <pc:sldMk cId="494342303" sldId="755"/>
            <ac:spMk id="146" creationId="{C4DBF143-36A2-7F2A-6D89-C0921DA4523F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49" creationId="{1297649F-568D-FE63-9C7B-90E2B8002DA9}"/>
          </ac:spMkLst>
        </pc:spChg>
        <pc:spChg chg="add mod">
          <ac:chgData name="Laurianne Lair" userId="877d0e272dd2d022" providerId="LiveId" clId="{1020E764-7D77-4C96-98F0-277F4DB9C8ED}" dt="2024-11-13T15:12:16.313" v="30782" actId="164"/>
          <ac:spMkLst>
            <pc:docMk/>
            <pc:sldMk cId="494342303" sldId="755"/>
            <ac:spMk id="150" creationId="{87C7CC26-54B6-684C-EF12-83211A3DB95E}"/>
          </ac:spMkLst>
        </pc:spChg>
        <pc:spChg chg="mod topLvl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52" creationId="{66D67077-07A8-F984-2390-9CDF6245477C}"/>
          </ac:spMkLst>
        </pc:spChg>
        <pc:spChg chg="mod topLvl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53" creationId="{2FB34B81-CB5E-ADC0-1525-AE8C84383A7A}"/>
          </ac:spMkLst>
        </pc:spChg>
        <pc:spChg chg="add mod">
          <ac:chgData name="Laurianne Lair" userId="877d0e272dd2d022" providerId="LiveId" clId="{1020E764-7D77-4C96-98F0-277F4DB9C8ED}" dt="2024-11-13T15:12:16.313" v="30782" actId="164"/>
          <ac:spMkLst>
            <pc:docMk/>
            <pc:sldMk cId="494342303" sldId="755"/>
            <ac:spMk id="154" creationId="{67A29FB4-63D3-1320-57EB-BD5451A7B8FB}"/>
          </ac:spMkLst>
        </pc:spChg>
        <pc:spChg chg="mod topLvl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57" creationId="{30CF3B33-8AD7-ABB5-57ED-76D35E1564E1}"/>
          </ac:spMkLst>
        </pc:spChg>
        <pc:spChg chg="mod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62" creationId="{560088F1-D4C8-99C7-A6B6-C2F0571426C7}"/>
          </ac:spMkLst>
        </pc:spChg>
        <pc:spChg chg="mod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63" creationId="{44DA3BA9-83E0-254E-645B-AF9A6F9422EA}"/>
          </ac:spMkLst>
        </pc:spChg>
        <pc:spChg chg="mod">
          <ac:chgData name="Laurianne Lair" userId="877d0e272dd2d022" providerId="LiveId" clId="{1020E764-7D77-4C96-98F0-277F4DB9C8ED}" dt="2024-11-13T15:12:13.941" v="30781" actId="165"/>
          <ac:spMkLst>
            <pc:docMk/>
            <pc:sldMk cId="494342303" sldId="755"/>
            <ac:spMk id="164" creationId="{5100CECF-E07B-02C6-E5CA-8CDB559E7D44}"/>
          </ac:spMkLst>
        </pc:spChg>
        <pc:spChg chg="add mod">
          <ac:chgData name="Laurianne Lair" userId="877d0e272dd2d022" providerId="LiveId" clId="{1020E764-7D77-4C96-98F0-277F4DB9C8ED}" dt="2024-11-13T15:12:16.313" v="30782" actId="164"/>
          <ac:spMkLst>
            <pc:docMk/>
            <pc:sldMk cId="494342303" sldId="755"/>
            <ac:spMk id="165" creationId="{AFF109DA-C354-ABEE-6997-93B93E316012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67" creationId="{D4D9B916-BA75-6959-0BC5-EEBBF56F943B}"/>
          </ac:spMkLst>
        </pc:spChg>
        <pc:spChg chg="mod">
          <ac:chgData name="Laurianne Lair" userId="877d0e272dd2d022" providerId="LiveId" clId="{1020E764-7D77-4C96-98F0-277F4DB9C8ED}" dt="2024-11-13T14:16:13.969" v="30522" actId="403"/>
          <ac:spMkLst>
            <pc:docMk/>
            <pc:sldMk cId="494342303" sldId="755"/>
            <ac:spMk id="168" creationId="{4375DCED-36DA-B3D9-5573-30F7A518100D}"/>
          </ac:spMkLst>
        </pc:spChg>
        <pc:spChg chg="add del mod">
          <ac:chgData name="Laurianne Lair" userId="877d0e272dd2d022" providerId="LiveId" clId="{1020E764-7D77-4C96-98F0-277F4DB9C8ED}" dt="2024-11-13T13:57:28.245" v="30370" actId="478"/>
          <ac:spMkLst>
            <pc:docMk/>
            <pc:sldMk cId="494342303" sldId="755"/>
            <ac:spMk id="169" creationId="{10E8C247-D030-2110-3997-997F88E47ED2}"/>
          </ac:spMkLst>
        </pc:spChg>
        <pc:spChg chg="add del mod">
          <ac:chgData name="Laurianne Lair" userId="877d0e272dd2d022" providerId="LiveId" clId="{1020E764-7D77-4C96-98F0-277F4DB9C8ED}" dt="2024-11-13T13:57:27.584" v="30369" actId="478"/>
          <ac:spMkLst>
            <pc:docMk/>
            <pc:sldMk cId="494342303" sldId="755"/>
            <ac:spMk id="170" creationId="{18A8B016-9310-F20D-4415-678B7F70815A}"/>
          </ac:spMkLst>
        </pc:spChg>
        <pc:spChg chg="mod">
          <ac:chgData name="Laurianne Lair" userId="877d0e272dd2d022" providerId="LiveId" clId="{1020E764-7D77-4C96-98F0-277F4DB9C8ED}" dt="2024-11-13T14:16:10.095" v="30521" actId="403"/>
          <ac:spMkLst>
            <pc:docMk/>
            <pc:sldMk cId="494342303" sldId="755"/>
            <ac:spMk id="172" creationId="{960A8AC1-B98E-7B5F-A579-CD4B8C0989F6}"/>
          </ac:spMkLst>
        </pc:spChg>
        <pc:spChg chg="mod">
          <ac:chgData name="Laurianne Lair" userId="877d0e272dd2d022" providerId="LiveId" clId="{1020E764-7D77-4C96-98F0-277F4DB9C8ED}" dt="2024-11-13T14:16:10.095" v="30521" actId="403"/>
          <ac:spMkLst>
            <pc:docMk/>
            <pc:sldMk cId="494342303" sldId="755"/>
            <ac:spMk id="173" creationId="{8DA734D8-D0E7-618F-6726-854A74B7D901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75" creationId="{BEF07CFF-6D48-7AF1-D36A-3BC806DAB494}"/>
          </ac:spMkLst>
        </pc:spChg>
        <pc:spChg chg="mod">
          <ac:chgData name="Laurianne Lair" userId="877d0e272dd2d022" providerId="LiveId" clId="{1020E764-7D77-4C96-98F0-277F4DB9C8ED}" dt="2024-11-13T14:16:16.867" v="30523" actId="403"/>
          <ac:spMkLst>
            <pc:docMk/>
            <pc:sldMk cId="494342303" sldId="755"/>
            <ac:spMk id="176" creationId="{4AB4DD8C-02DE-2895-AD0A-6F1124C4A557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78" creationId="{19134E3F-2C81-979E-399A-F2E30325CF04}"/>
          </ac:spMkLst>
        </pc:spChg>
        <pc:spChg chg="mod">
          <ac:chgData name="Laurianne Lair" userId="877d0e272dd2d022" providerId="LiveId" clId="{1020E764-7D77-4C96-98F0-277F4DB9C8ED}" dt="2024-11-13T14:02:38.838" v="30520" actId="403"/>
          <ac:spMkLst>
            <pc:docMk/>
            <pc:sldMk cId="494342303" sldId="755"/>
            <ac:spMk id="179" creationId="{65EA0D2E-76A0-922A-4C3E-8AC250090252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81" creationId="{D4A48B75-E19B-E7BD-CFFF-3C5C1EE24B5C}"/>
          </ac:spMkLst>
        </pc:spChg>
        <pc:spChg chg="mod">
          <ac:chgData name="Laurianne Lair" userId="877d0e272dd2d022" providerId="LiveId" clId="{1020E764-7D77-4C96-98F0-277F4DB9C8ED}" dt="2024-11-13T14:02:25.567" v="30518" actId="403"/>
          <ac:spMkLst>
            <pc:docMk/>
            <pc:sldMk cId="494342303" sldId="755"/>
            <ac:spMk id="182" creationId="{2F95E3FF-1BD9-3A99-A766-D159FC1001C6}"/>
          </ac:spMkLst>
        </pc:spChg>
        <pc:spChg chg="mod">
          <ac:chgData name="Laurianne Lair" userId="877d0e272dd2d022" providerId="LiveId" clId="{1020E764-7D77-4C96-98F0-277F4DB9C8ED}" dt="2024-11-13T13:56:16.796" v="30307"/>
          <ac:spMkLst>
            <pc:docMk/>
            <pc:sldMk cId="494342303" sldId="755"/>
            <ac:spMk id="184" creationId="{4ED90503-42D5-E078-3E9A-B1EF33893C99}"/>
          </ac:spMkLst>
        </pc:spChg>
        <pc:spChg chg="mod">
          <ac:chgData name="Laurianne Lair" userId="877d0e272dd2d022" providerId="LiveId" clId="{1020E764-7D77-4C96-98F0-277F4DB9C8ED}" dt="2024-11-13T14:02:33.962" v="30519" actId="403"/>
          <ac:spMkLst>
            <pc:docMk/>
            <pc:sldMk cId="494342303" sldId="755"/>
            <ac:spMk id="185" creationId="{A5AAB873-67FD-C28B-93B7-A02FF9E4FBD3}"/>
          </ac:spMkLst>
        </pc:spChg>
        <pc:spChg chg="mod topLvl">
          <ac:chgData name="Laurianne Lair" userId="877d0e272dd2d022" providerId="LiveId" clId="{1020E764-7D77-4C96-98F0-277F4DB9C8ED}" dt="2024-11-13T14:18:59.714" v="30572" actId="164"/>
          <ac:spMkLst>
            <pc:docMk/>
            <pc:sldMk cId="494342303" sldId="755"/>
            <ac:spMk id="188" creationId="{7968BFB9-0367-3D7E-06E0-F38EDE186589}"/>
          </ac:spMkLst>
        </pc:spChg>
        <pc:spChg chg="mod">
          <ac:chgData name="Laurianne Lair" userId="877d0e272dd2d022" providerId="LiveId" clId="{1020E764-7D77-4C96-98F0-277F4DB9C8ED}" dt="2024-11-13T14:18:45.961" v="30569" actId="165"/>
          <ac:spMkLst>
            <pc:docMk/>
            <pc:sldMk cId="494342303" sldId="755"/>
            <ac:spMk id="190" creationId="{851FDF01-DA48-8E33-7C01-214731A3B4C7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192" creationId="{0D50B718-E99E-CFE1-B6D0-0DB896907BF4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193" creationId="{FDD0B116-0BF2-594C-24FE-DDAFA478E3B7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194" creationId="{921C9CDF-2E31-B14A-D9D1-A1FD5049A57A}"/>
          </ac:spMkLst>
        </pc:spChg>
        <pc:spChg chg="add mod">
          <ac:chgData name="Laurianne Lair" userId="877d0e272dd2d022" providerId="LiveId" clId="{1020E764-7D77-4C96-98F0-277F4DB9C8ED}" dt="2024-11-13T15:13:39.125" v="30924" actId="1076"/>
          <ac:spMkLst>
            <pc:docMk/>
            <pc:sldMk cId="494342303" sldId="755"/>
            <ac:spMk id="195" creationId="{A0510687-DF55-1B26-A31D-FB355F164BBF}"/>
          </ac:spMkLst>
        </pc:spChg>
        <pc:spChg chg="mod">
          <ac:chgData name="Laurianne Lair" userId="877d0e272dd2d022" providerId="LiveId" clId="{1020E764-7D77-4C96-98F0-277F4DB9C8ED}" dt="2024-11-13T14:16:41.720" v="30529"/>
          <ac:spMkLst>
            <pc:docMk/>
            <pc:sldMk cId="494342303" sldId="755"/>
            <ac:spMk id="197" creationId="{A674BB5F-E75C-6D13-627A-2F801B8921AE}"/>
          </ac:spMkLst>
        </pc:spChg>
        <pc:spChg chg="mod">
          <ac:chgData name="Laurianne Lair" userId="877d0e272dd2d022" providerId="LiveId" clId="{1020E764-7D77-4C96-98F0-277F4DB9C8ED}" dt="2024-11-13T14:16:41.720" v="30529"/>
          <ac:spMkLst>
            <pc:docMk/>
            <pc:sldMk cId="494342303" sldId="755"/>
            <ac:spMk id="198" creationId="{2D22D3A7-E5FF-E810-FEBC-305A06C29332}"/>
          </ac:spMkLst>
        </pc:spChg>
        <pc:spChg chg="add mod ord">
          <ac:chgData name="Laurianne Lair" userId="877d0e272dd2d022" providerId="LiveId" clId="{1020E764-7D77-4C96-98F0-277F4DB9C8ED}" dt="2024-11-18T14:55:29.409" v="71446" actId="207"/>
          <ac:spMkLst>
            <pc:docMk/>
            <pc:sldMk cId="494342303" sldId="755"/>
            <ac:spMk id="199" creationId="{65AD0C15-0DEB-843D-4CCA-E885003ADEAE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200" creationId="{961E9B9D-E8F7-A43A-06A8-2B7639649B3A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201" creationId="{C7F9BB42-8337-18FB-89A7-14F0484681E9}"/>
          </ac:spMkLst>
        </pc:spChg>
        <pc:spChg chg="add mod">
          <ac:chgData name="Laurianne Lair" userId="877d0e272dd2d022" providerId="LiveId" clId="{1020E764-7D77-4C96-98F0-277F4DB9C8ED}" dt="2024-11-13T15:11:27.160" v="30774" actId="1036"/>
          <ac:spMkLst>
            <pc:docMk/>
            <pc:sldMk cId="494342303" sldId="755"/>
            <ac:spMk id="202" creationId="{B0FD4851-7C5A-9AD8-7981-3353C019B3F2}"/>
          </ac:spMkLst>
        </pc:spChg>
        <pc:spChg chg="mod">
          <ac:chgData name="Laurianne Lair" userId="877d0e272dd2d022" providerId="LiveId" clId="{1020E764-7D77-4C96-98F0-277F4DB9C8ED}" dt="2024-11-13T14:19:59.653" v="30580"/>
          <ac:spMkLst>
            <pc:docMk/>
            <pc:sldMk cId="494342303" sldId="755"/>
            <ac:spMk id="207" creationId="{1B127458-58CC-4B25-F9C9-645CEC8669B8}"/>
          </ac:spMkLst>
        </pc:spChg>
        <pc:spChg chg="mod">
          <ac:chgData name="Laurianne Lair" userId="877d0e272dd2d022" providerId="LiveId" clId="{1020E764-7D77-4C96-98F0-277F4DB9C8ED}" dt="2024-11-13T14:19:59.653" v="30580"/>
          <ac:spMkLst>
            <pc:docMk/>
            <pc:sldMk cId="494342303" sldId="755"/>
            <ac:spMk id="209" creationId="{8748054D-2CC6-70FF-D155-7636403698B1}"/>
          </ac:spMkLst>
        </pc:spChg>
        <pc:spChg chg="add mod">
          <ac:chgData name="Laurianne Lair" userId="877d0e272dd2d022" providerId="LiveId" clId="{1020E764-7D77-4C96-98F0-277F4DB9C8ED}" dt="2024-11-13T15:13:35.819" v="30923" actId="1076"/>
          <ac:spMkLst>
            <pc:docMk/>
            <pc:sldMk cId="494342303" sldId="755"/>
            <ac:spMk id="210" creationId="{08DE14D7-1BC9-950A-89BC-6E6909803F87}"/>
          </ac:spMkLst>
        </pc:spChg>
        <pc:spChg chg="add mod">
          <ac:chgData name="Laurianne Lair" userId="877d0e272dd2d022" providerId="LiveId" clId="{1020E764-7D77-4C96-98F0-277F4DB9C8ED}" dt="2024-11-13T15:14:38.606" v="31007" actId="1076"/>
          <ac:spMkLst>
            <pc:docMk/>
            <pc:sldMk cId="494342303" sldId="755"/>
            <ac:spMk id="212" creationId="{1E4BB23D-46E3-20A3-C386-76278C4DC144}"/>
          </ac:spMkLst>
        </pc:spChg>
        <pc:spChg chg="add mod">
          <ac:chgData name="Laurianne Lair" userId="877d0e272dd2d022" providerId="LiveId" clId="{1020E764-7D77-4C96-98F0-277F4DB9C8ED}" dt="2024-11-13T15:14:35.164" v="31006" actId="20577"/>
          <ac:spMkLst>
            <pc:docMk/>
            <pc:sldMk cId="494342303" sldId="755"/>
            <ac:spMk id="214" creationId="{D7E6F0E4-EC9B-433D-1F8A-28F69374D732}"/>
          </ac:spMkLst>
        </pc:s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9" creationId="{94822992-6EA5-D9BA-ABF3-FAFEC1B57EEC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12" creationId="{061CD6BC-F21B-852E-28C5-CB968F169719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20" creationId="{2F1DC732-6E40-C974-C1DF-5C6FE0D6C5EA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24" creationId="{6B7F5EA6-0E44-F1D7-D1A9-6F58083A1C53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27" creationId="{31FB1614-B1FF-9463-D97E-110AED7832B9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30" creationId="{BB2B9ED5-7400-3D0F-5D22-2B19132DBBAB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34" creationId="{1CF18C5F-030E-6913-456A-49F2F56292BB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38" creationId="{5348E212-EA2B-EFC5-7E02-1584ECB8148E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41" creationId="{E38728D2-D117-1B1E-4C40-22D6E723E166}"/>
          </ac:grpSpMkLst>
        </pc:grpChg>
        <pc:grpChg chg="mod">
          <ac:chgData name="Laurianne Lair" userId="877d0e272dd2d022" providerId="LiveId" clId="{1020E764-7D77-4C96-98F0-277F4DB9C8ED}" dt="2024-11-13T13:55:26.955" v="30296"/>
          <ac:grpSpMkLst>
            <pc:docMk/>
            <pc:sldMk cId="494342303" sldId="755"/>
            <ac:grpSpMk id="43" creationId="{D421E29A-7075-C363-EC3D-1041E3C2FEE2}"/>
          </ac:grpSpMkLst>
        </pc:grpChg>
        <pc:grpChg chg="mod">
          <ac:chgData name="Laurianne Lair" userId="877d0e272dd2d022" providerId="LiveId" clId="{1020E764-7D77-4C96-98F0-277F4DB9C8ED}" dt="2024-11-13T13:55:26.955" v="30296"/>
          <ac:grpSpMkLst>
            <pc:docMk/>
            <pc:sldMk cId="494342303" sldId="755"/>
            <ac:grpSpMk id="44" creationId="{75F6D00C-0E57-4370-A4D6-F0936F62AD92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50" creationId="{E2D9BF8B-573A-F28D-28CA-0E5DFD8BF8EC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55" creationId="{3F04936E-00E8-189F-B007-6D79CE6C9015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58" creationId="{9215A470-800B-90EA-B008-760462C3AEA3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61" creationId="{D14C9889-5807-09CB-8A16-255D77E80DB1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64" creationId="{0C43FAD9-49DE-94A9-19DC-8FFCD56A48AE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67" creationId="{1E78DB60-A6AD-D68C-672B-74C30CD91000}"/>
          </ac:grpSpMkLst>
        </pc:grpChg>
        <pc:grpChg chg="add del mod">
          <ac:chgData name="Laurianne Lair" userId="877d0e272dd2d022" providerId="LiveId" clId="{1020E764-7D77-4C96-98F0-277F4DB9C8ED}" dt="2024-11-13T13:55:31.581" v="30298" actId="478"/>
          <ac:grpSpMkLst>
            <pc:docMk/>
            <pc:sldMk cId="494342303" sldId="755"/>
            <ac:grpSpMk id="70" creationId="{0F0E131D-63A2-CA10-E612-642A68EC58C9}"/>
          </ac:grpSpMkLst>
        </pc:grpChg>
        <pc:grpChg chg="mod">
          <ac:chgData name="Laurianne Lair" userId="877d0e272dd2d022" providerId="LiveId" clId="{1020E764-7D77-4C96-98F0-277F4DB9C8ED}" dt="2024-11-13T13:55:26.955" v="30296"/>
          <ac:grpSpMkLst>
            <pc:docMk/>
            <pc:sldMk cId="494342303" sldId="755"/>
            <ac:grpSpMk id="71" creationId="{6B89D822-9359-F815-C25A-E5DAE9A0FADE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78" creationId="{9898100D-EBCA-5E46-4F17-F765F35BA582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81" creationId="{869C2AFB-45D6-6E53-A6A8-3F5D40417F2C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84" creationId="{5EDE1DF6-EE7C-32E9-3BF2-2C7E270193E6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88" creationId="{B35B9427-65E5-B166-52F9-E3A1AB3B857D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93" creationId="{5E42C33E-5F29-B54A-110E-91FECD194B2E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97" creationId="{050E9582-031D-772F-9CAB-F8D214F320A2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01" creationId="{63276B6F-67E5-23F4-5F42-BFE987A55D40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04" creationId="{A75434A6-3A1A-D6D2-F214-2E93BDD4E26D}"/>
          </ac:grpSpMkLst>
        </pc:grpChg>
        <pc:grpChg chg="mod">
          <ac:chgData name="Laurianne Lair" userId="877d0e272dd2d022" providerId="LiveId" clId="{1020E764-7D77-4C96-98F0-277F4DB9C8ED}" dt="2024-11-13T13:55:55.801" v="30302"/>
          <ac:grpSpMkLst>
            <pc:docMk/>
            <pc:sldMk cId="494342303" sldId="755"/>
            <ac:grpSpMk id="105" creationId="{39B1773C-7127-6307-E164-DE1F91FECDFA}"/>
          </ac:grpSpMkLst>
        </pc:grpChg>
        <pc:grpChg chg="mod">
          <ac:chgData name="Laurianne Lair" userId="877d0e272dd2d022" providerId="LiveId" clId="{1020E764-7D77-4C96-98F0-277F4DB9C8ED}" dt="2024-11-13T13:55:55.801" v="30302"/>
          <ac:grpSpMkLst>
            <pc:docMk/>
            <pc:sldMk cId="494342303" sldId="755"/>
            <ac:grpSpMk id="106" creationId="{7E9A8DA5-7803-B5FA-2899-BD588B4AF7D7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12" creationId="{D33E23AA-D7B8-C11C-39FA-81AF03987F8E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15" creationId="{49AA8FAC-6E39-F53A-29B5-173B74A03B12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18" creationId="{9C46BBE5-CA05-BE41-DED0-001BE54C7F1D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21" creationId="{838B2D63-E8F3-BDDC-F347-04F73A491CA8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24" creationId="{0B7CCDC8-D68C-1690-0971-86A369C22827}"/>
          </ac:grpSpMkLst>
        </pc:grpChg>
        <pc:grpChg chg="add mod">
          <ac:chgData name="Laurianne Lair" userId="877d0e272dd2d022" providerId="LiveId" clId="{1020E764-7D77-4C96-98F0-277F4DB9C8ED}" dt="2024-11-13T13:56:00.144" v="30304" actId="1076"/>
          <ac:grpSpMkLst>
            <pc:docMk/>
            <pc:sldMk cId="494342303" sldId="755"/>
            <ac:grpSpMk id="127" creationId="{BDF8C35A-B401-E6AA-ADF9-BB226EB94B3B}"/>
          </ac:grpSpMkLst>
        </pc:grpChg>
        <pc:grpChg chg="add mod">
          <ac:chgData name="Laurianne Lair" userId="877d0e272dd2d022" providerId="LiveId" clId="{1020E764-7D77-4C96-98F0-277F4DB9C8ED}" dt="2024-11-13T15:11:27.160" v="30774" actId="1036"/>
          <ac:grpSpMkLst>
            <pc:docMk/>
            <pc:sldMk cId="494342303" sldId="755"/>
            <ac:grpSpMk id="131" creationId="{1DEDEC3C-5746-6B6A-9380-9F7FE394AF1D}"/>
          </ac:grpSpMkLst>
        </pc:grpChg>
        <pc:grpChg chg="add mod">
          <ac:chgData name="Laurianne Lair" userId="877d0e272dd2d022" providerId="LiveId" clId="{1020E764-7D77-4C96-98F0-277F4DB9C8ED}" dt="2024-11-13T15:11:27.160" v="30774" actId="1036"/>
          <ac:grpSpMkLst>
            <pc:docMk/>
            <pc:sldMk cId="494342303" sldId="755"/>
            <ac:grpSpMk id="134" creationId="{AF7A8DFD-5F44-40CE-A2DD-67141AE0E2F4}"/>
          </ac:grpSpMkLst>
        </pc:grpChg>
        <pc:grpChg chg="add mod">
          <ac:chgData name="Laurianne Lair" userId="877d0e272dd2d022" providerId="LiveId" clId="{1020E764-7D77-4C96-98F0-277F4DB9C8ED}" dt="2024-11-13T15:11:27.160" v="30774" actId="1036"/>
          <ac:grpSpMkLst>
            <pc:docMk/>
            <pc:sldMk cId="494342303" sldId="755"/>
            <ac:grpSpMk id="137" creationId="{6030C503-4904-1A34-072C-74BE834FBC20}"/>
          </ac:grpSpMkLst>
        </pc:grpChg>
        <pc:grpChg chg="add mod">
          <ac:chgData name="Laurianne Lair" userId="877d0e272dd2d022" providerId="LiveId" clId="{1020E764-7D77-4C96-98F0-277F4DB9C8ED}" dt="2024-11-13T15:11:49.406" v="30779" actId="1076"/>
          <ac:grpSpMkLst>
            <pc:docMk/>
            <pc:sldMk cId="494342303" sldId="755"/>
            <ac:grpSpMk id="141" creationId="{695B65F5-3661-A866-BE5D-85FE60FEB0E2}"/>
          </ac:grpSpMkLst>
        </pc:grpChg>
        <pc:grpChg chg="add mod">
          <ac:chgData name="Laurianne Lair" userId="877d0e272dd2d022" providerId="LiveId" clId="{1020E764-7D77-4C96-98F0-277F4DB9C8ED}" dt="2024-11-13T15:11:11.312" v="30725" actId="1076"/>
          <ac:grpSpMkLst>
            <pc:docMk/>
            <pc:sldMk cId="494342303" sldId="755"/>
            <ac:grpSpMk id="144" creationId="{0A68A06C-F7C4-9930-A911-09AA089F821A}"/>
          </ac:grpSpMkLst>
        </pc:grpChg>
        <pc:grpChg chg="add mod">
          <ac:chgData name="Laurianne Lair" userId="877d0e272dd2d022" providerId="LiveId" clId="{1020E764-7D77-4C96-98F0-277F4DB9C8ED}" dt="2024-11-13T15:11:27.160" v="30774" actId="1036"/>
          <ac:grpSpMkLst>
            <pc:docMk/>
            <pc:sldMk cId="494342303" sldId="755"/>
            <ac:grpSpMk id="147" creationId="{CB5F3E4A-5F4F-EABC-A875-45329AA88A3C}"/>
          </ac:grpSpMkLst>
        </pc:grpChg>
        <pc:grpChg chg="add del mod">
          <ac:chgData name="Laurianne Lair" userId="877d0e272dd2d022" providerId="LiveId" clId="{1020E764-7D77-4C96-98F0-277F4DB9C8ED}" dt="2024-11-13T15:12:16.313" v="30782" actId="164"/>
          <ac:grpSpMkLst>
            <pc:docMk/>
            <pc:sldMk cId="494342303" sldId="755"/>
            <ac:grpSpMk id="151" creationId="{BD771ED7-4663-F414-F985-E8683172FC4D}"/>
          </ac:grpSpMkLst>
        </pc:grpChg>
        <pc:grpChg chg="add del mod">
          <ac:chgData name="Laurianne Lair" userId="877d0e272dd2d022" providerId="LiveId" clId="{1020E764-7D77-4C96-98F0-277F4DB9C8ED}" dt="2024-11-13T15:12:16.313" v="30782" actId="164"/>
          <ac:grpSpMkLst>
            <pc:docMk/>
            <pc:sldMk cId="494342303" sldId="755"/>
            <ac:grpSpMk id="155" creationId="{12043DFF-B0AF-98B4-27A3-2DAC08DDA8E1}"/>
          </ac:grpSpMkLst>
        </pc:grpChg>
        <pc:grpChg chg="add del mod">
          <ac:chgData name="Laurianne Lair" userId="877d0e272dd2d022" providerId="LiveId" clId="{1020E764-7D77-4C96-98F0-277F4DB9C8ED}" dt="2024-11-13T15:12:16.313" v="30782" actId="164"/>
          <ac:grpSpMkLst>
            <pc:docMk/>
            <pc:sldMk cId="494342303" sldId="755"/>
            <ac:grpSpMk id="158" creationId="{83509CD6-B163-3115-8443-BF42081253EC}"/>
          </ac:grpSpMkLst>
        </pc:grpChg>
        <pc:grpChg chg="mod topLvl">
          <ac:chgData name="Laurianne Lair" userId="877d0e272dd2d022" providerId="LiveId" clId="{1020E764-7D77-4C96-98F0-277F4DB9C8ED}" dt="2024-11-13T15:12:13.941" v="30781" actId="165"/>
          <ac:grpSpMkLst>
            <pc:docMk/>
            <pc:sldMk cId="494342303" sldId="755"/>
            <ac:grpSpMk id="159" creationId="{F7F3E67F-2C64-3445-D237-9B0731DD83C0}"/>
          </ac:grpSpMkLst>
        </pc:grpChg>
        <pc:grpChg chg="mod topLvl">
          <ac:chgData name="Laurianne Lair" userId="877d0e272dd2d022" providerId="LiveId" clId="{1020E764-7D77-4C96-98F0-277F4DB9C8ED}" dt="2024-11-13T15:12:13.941" v="30781" actId="165"/>
          <ac:grpSpMkLst>
            <pc:docMk/>
            <pc:sldMk cId="494342303" sldId="755"/>
            <ac:grpSpMk id="160" creationId="{EA1E3D7F-EE7A-324A-87FE-73CD02ACC630}"/>
          </ac:grpSpMkLst>
        </pc:grpChg>
        <pc:grpChg chg="add mod">
          <ac:chgData name="Laurianne Lair" userId="877d0e272dd2d022" providerId="LiveId" clId="{1020E764-7D77-4C96-98F0-277F4DB9C8ED}" dt="2024-11-13T15:11:32.095" v="30775" actId="1076"/>
          <ac:grpSpMkLst>
            <pc:docMk/>
            <pc:sldMk cId="494342303" sldId="755"/>
            <ac:grpSpMk id="166" creationId="{EEC4F710-C9D5-302E-9AA6-D2F133F721F7}"/>
          </ac:grpSpMkLst>
        </pc:grpChg>
        <pc:grpChg chg="add del mod">
          <ac:chgData name="Laurianne Lair" userId="877d0e272dd2d022" providerId="LiveId" clId="{1020E764-7D77-4C96-98F0-277F4DB9C8ED}" dt="2024-11-13T14:16:39.960" v="30528" actId="478"/>
          <ac:grpSpMkLst>
            <pc:docMk/>
            <pc:sldMk cId="494342303" sldId="755"/>
            <ac:grpSpMk id="171" creationId="{7AB9B664-5C36-F362-C3A1-4A0F7A710F60}"/>
          </ac:grpSpMkLst>
        </pc:grpChg>
        <pc:grpChg chg="add mod">
          <ac:chgData name="Laurianne Lair" userId="877d0e272dd2d022" providerId="LiveId" clId="{1020E764-7D77-4C96-98F0-277F4DB9C8ED}" dt="2024-11-13T14:16:47.236" v="30532" actId="1076"/>
          <ac:grpSpMkLst>
            <pc:docMk/>
            <pc:sldMk cId="494342303" sldId="755"/>
            <ac:grpSpMk id="174" creationId="{8A36CD12-D2EC-4B41-CCA5-5213DBA4F387}"/>
          </ac:grpSpMkLst>
        </pc:grpChg>
        <pc:grpChg chg="add mod">
          <ac:chgData name="Laurianne Lair" userId="877d0e272dd2d022" providerId="LiveId" clId="{1020E764-7D77-4C96-98F0-277F4DB9C8ED}" dt="2024-11-13T15:11:38.194" v="30776" actId="1076"/>
          <ac:grpSpMkLst>
            <pc:docMk/>
            <pc:sldMk cId="494342303" sldId="755"/>
            <ac:grpSpMk id="177" creationId="{B3D6B3B0-0F2B-908E-226C-28A83154763B}"/>
          </ac:grpSpMkLst>
        </pc:grpChg>
        <pc:grpChg chg="add mod">
          <ac:chgData name="Laurianne Lair" userId="877d0e272dd2d022" providerId="LiveId" clId="{1020E764-7D77-4C96-98F0-277F4DB9C8ED}" dt="2024-11-13T15:11:14.615" v="30726" actId="1076"/>
          <ac:grpSpMkLst>
            <pc:docMk/>
            <pc:sldMk cId="494342303" sldId="755"/>
            <ac:grpSpMk id="180" creationId="{D9AC111B-E4E5-BC64-D41D-789637C11685}"/>
          </ac:grpSpMkLst>
        </pc:grpChg>
        <pc:grpChg chg="add mod">
          <ac:chgData name="Laurianne Lair" userId="877d0e272dd2d022" providerId="LiveId" clId="{1020E764-7D77-4C96-98F0-277F4DB9C8ED}" dt="2024-11-13T14:16:54.638" v="30536" actId="1076"/>
          <ac:grpSpMkLst>
            <pc:docMk/>
            <pc:sldMk cId="494342303" sldId="755"/>
            <ac:grpSpMk id="183" creationId="{2389A25C-3FB1-3599-ECD8-7B6ADD0455C8}"/>
          </ac:grpSpMkLst>
        </pc:grpChg>
        <pc:grpChg chg="add del mod">
          <ac:chgData name="Laurianne Lair" userId="877d0e272dd2d022" providerId="LiveId" clId="{1020E764-7D77-4C96-98F0-277F4DB9C8ED}" dt="2024-11-13T14:18:24.292" v="30564" actId="165"/>
          <ac:grpSpMkLst>
            <pc:docMk/>
            <pc:sldMk cId="494342303" sldId="755"/>
            <ac:grpSpMk id="186" creationId="{EA3C2B0A-86A7-BA5C-8755-18B7778A02AB}"/>
          </ac:grpSpMkLst>
        </pc:grpChg>
        <pc:grpChg chg="mod topLvl">
          <ac:chgData name="Laurianne Lair" userId="877d0e272dd2d022" providerId="LiveId" clId="{1020E764-7D77-4C96-98F0-277F4DB9C8ED}" dt="2024-11-13T14:18:59.714" v="30572" actId="164"/>
          <ac:grpSpMkLst>
            <pc:docMk/>
            <pc:sldMk cId="494342303" sldId="755"/>
            <ac:grpSpMk id="187" creationId="{42CE8EF5-B6FB-4B63-05AB-C6CCD5ABE14E}"/>
          </ac:grpSpMkLst>
        </pc:grpChg>
        <pc:grpChg chg="add mod">
          <ac:chgData name="Laurianne Lair" userId="877d0e272dd2d022" providerId="LiveId" clId="{1020E764-7D77-4C96-98F0-277F4DB9C8ED}" dt="2024-11-13T14:16:51.063" v="30534" actId="1076"/>
          <ac:grpSpMkLst>
            <pc:docMk/>
            <pc:sldMk cId="494342303" sldId="755"/>
            <ac:grpSpMk id="196" creationId="{078318F6-5279-6FC9-1A96-CE0E6848068E}"/>
          </ac:grpSpMkLst>
        </pc:grpChg>
        <pc:grpChg chg="add del mod">
          <ac:chgData name="Laurianne Lair" userId="877d0e272dd2d022" providerId="LiveId" clId="{1020E764-7D77-4C96-98F0-277F4DB9C8ED}" dt="2024-11-13T14:18:45.961" v="30569" actId="165"/>
          <ac:grpSpMkLst>
            <pc:docMk/>
            <pc:sldMk cId="494342303" sldId="755"/>
            <ac:grpSpMk id="203" creationId="{2A08A3F9-F197-69FF-89FF-47577FD0DEC4}"/>
          </ac:grpSpMkLst>
        </pc:grpChg>
        <pc:grpChg chg="add del mod">
          <ac:chgData name="Laurianne Lair" userId="877d0e272dd2d022" providerId="LiveId" clId="{1020E764-7D77-4C96-98F0-277F4DB9C8ED}" dt="2024-11-13T14:19:40.616" v="30579" actId="478"/>
          <ac:grpSpMkLst>
            <pc:docMk/>
            <pc:sldMk cId="494342303" sldId="755"/>
            <ac:grpSpMk id="204" creationId="{FDC62216-EEB2-2457-A999-FA1AFB6C2AEE}"/>
          </ac:grpSpMkLst>
        </pc:grpChg>
        <pc:grpChg chg="add mod">
          <ac:chgData name="Laurianne Lair" userId="877d0e272dd2d022" providerId="LiveId" clId="{1020E764-7D77-4C96-98F0-277F4DB9C8ED}" dt="2024-11-13T14:20:04.208" v="30581" actId="1076"/>
          <ac:grpSpMkLst>
            <pc:docMk/>
            <pc:sldMk cId="494342303" sldId="755"/>
            <ac:grpSpMk id="205" creationId="{70A7BBD3-F950-934B-2035-50A251754D49}"/>
          </ac:grpSpMkLst>
        </pc:grpChg>
        <pc:grpChg chg="mod">
          <ac:chgData name="Laurianne Lair" userId="877d0e272dd2d022" providerId="LiveId" clId="{1020E764-7D77-4C96-98F0-277F4DB9C8ED}" dt="2024-11-13T14:19:59.653" v="30580"/>
          <ac:grpSpMkLst>
            <pc:docMk/>
            <pc:sldMk cId="494342303" sldId="755"/>
            <ac:grpSpMk id="206" creationId="{C0EC7ECD-2FED-ED19-954B-2F8A099A7A06}"/>
          </ac:grpSpMkLst>
        </pc:grpChg>
        <pc:grpChg chg="add mod">
          <ac:chgData name="Laurianne Lair" userId="877d0e272dd2d022" providerId="LiveId" clId="{1020E764-7D77-4C96-98F0-277F4DB9C8ED}" dt="2024-11-13T15:12:16.313" v="30782" actId="164"/>
          <ac:grpSpMkLst>
            <pc:docMk/>
            <pc:sldMk cId="494342303" sldId="755"/>
            <ac:grpSpMk id="213" creationId="{3C96DAA0-9A08-A414-5965-3A240BD5EF77}"/>
          </ac:grpSpMkLst>
        </pc:grpChg>
        <pc:graphicFrameChg chg="add del mod">
          <ac:chgData name="Laurianne Lair" userId="877d0e272dd2d022" providerId="LiveId" clId="{1020E764-7D77-4C96-98F0-277F4DB9C8ED}" dt="2024-11-13T13:55:31.581" v="30298" actId="478"/>
          <ac:graphicFrameMkLst>
            <pc:docMk/>
            <pc:sldMk cId="494342303" sldId="755"/>
            <ac:graphicFrameMk id="75" creationId="{38D90183-47D8-B804-EAEA-E36B304D1796}"/>
          </ac:graphicFrameMkLst>
        </pc:graphicFrameChg>
        <pc:graphicFrameChg chg="add del mod">
          <ac:chgData name="Laurianne Lair" userId="877d0e272dd2d022" providerId="LiveId" clId="{1020E764-7D77-4C96-98F0-277F4DB9C8ED}" dt="2024-11-13T13:56:27.416" v="30320" actId="478"/>
          <ac:graphicFrameMkLst>
            <pc:docMk/>
            <pc:sldMk cId="494342303" sldId="755"/>
            <ac:graphicFrameMk id="191" creationId="{6ECA1D9A-9228-2466-9ACD-20232F8EAD98}"/>
          </ac:graphicFrameMkLst>
        </pc:graphicFrameChg>
        <pc:graphicFrameChg chg="add mod">
          <ac:chgData name="Laurianne Lair" userId="877d0e272dd2d022" providerId="LiveId" clId="{1020E764-7D77-4C96-98F0-277F4DB9C8ED}" dt="2024-11-13T15:15:11.265" v="31016" actId="1076"/>
          <ac:graphicFrameMkLst>
            <pc:docMk/>
            <pc:sldMk cId="494342303" sldId="755"/>
            <ac:graphicFrameMk id="216" creationId="{5872154B-A0C4-6AF2-2976-B8CCCE6C22D3}"/>
          </ac:graphicFrameMkLst>
        </pc:graphicFrameChg>
        <pc:graphicFrameChg chg="add mod">
          <ac:chgData name="Laurianne Lair" userId="877d0e272dd2d022" providerId="LiveId" clId="{1020E764-7D77-4C96-98F0-277F4DB9C8ED}" dt="2024-11-13T15:15:14.420" v="31018" actId="14100"/>
          <ac:graphicFrameMkLst>
            <pc:docMk/>
            <pc:sldMk cId="494342303" sldId="755"/>
            <ac:graphicFrameMk id="217" creationId="{6F91291E-3D96-C002-0399-A1E1DA6AA7DD}"/>
          </ac:graphicFrameMkLst>
        </pc:graphicFrameChg>
        <pc:graphicFrameChg chg="add mod">
          <ac:chgData name="Laurianne Lair" userId="877d0e272dd2d022" providerId="LiveId" clId="{1020E764-7D77-4C96-98F0-277F4DB9C8ED}" dt="2024-11-13T15:15:03.365" v="31012" actId="1076"/>
          <ac:graphicFrameMkLst>
            <pc:docMk/>
            <pc:sldMk cId="494342303" sldId="755"/>
            <ac:graphicFrameMk id="218" creationId="{75C8DD1E-548F-A6A2-0899-5D4F24BF576F}"/>
          </ac:graphicFrameMkLst>
        </pc:graphicFrameChg>
        <pc:picChg chg="del">
          <ac:chgData name="Laurianne Lair" userId="877d0e272dd2d022" providerId="LiveId" clId="{1020E764-7D77-4C96-98F0-277F4DB9C8ED}" dt="2024-11-13T13:55:20.085" v="30295" actId="478"/>
          <ac:picMkLst>
            <pc:docMk/>
            <pc:sldMk cId="494342303" sldId="755"/>
            <ac:picMk id="4" creationId="{D6F7B4B8-59C7-E311-701E-F12D50593040}"/>
          </ac:picMkLst>
        </pc:picChg>
        <pc:picChg chg="del">
          <ac:chgData name="Laurianne Lair" userId="877d0e272dd2d022" providerId="LiveId" clId="{1020E764-7D77-4C96-98F0-277F4DB9C8ED}" dt="2024-11-13T13:55:20.085" v="30295" actId="478"/>
          <ac:picMkLst>
            <pc:docMk/>
            <pc:sldMk cId="494342303" sldId="755"/>
            <ac:picMk id="5" creationId="{19467651-7E74-916D-A315-95D6444863AE}"/>
          </ac:picMkLst>
        </pc:picChg>
        <pc:picChg chg="del">
          <ac:chgData name="Laurianne Lair" userId="877d0e272dd2d022" providerId="LiveId" clId="{1020E764-7D77-4C96-98F0-277F4DB9C8ED}" dt="2024-11-13T13:55:20.085" v="30295" actId="478"/>
          <ac:picMkLst>
            <pc:docMk/>
            <pc:sldMk cId="494342303" sldId="755"/>
            <ac:picMk id="6" creationId="{BE7C7FCB-D2D0-711E-56B9-DF505CC9D489}"/>
          </ac:picMkLst>
        </pc:picChg>
        <pc:picChg chg="add mod">
          <ac:chgData name="Laurianne Lair" userId="877d0e272dd2d022" providerId="LiveId" clId="{1020E764-7D77-4C96-98F0-277F4DB9C8ED}" dt="2024-11-13T15:12:47.097" v="30783" actId="1076"/>
          <ac:picMkLst>
            <pc:docMk/>
            <pc:sldMk cId="494342303" sldId="755"/>
            <ac:picMk id="211" creationId="{3362F35C-0DC1-C197-7828-AB753C437CA4}"/>
          </ac:picMkLst>
        </pc:picChg>
        <pc:picChg chg="add mod">
          <ac:chgData name="Laurianne Lair" userId="877d0e272dd2d022" providerId="LiveId" clId="{1020E764-7D77-4C96-98F0-277F4DB9C8ED}" dt="2024-11-13T15:13:58.773" v="30929" actId="1076"/>
          <ac:picMkLst>
            <pc:docMk/>
            <pc:sldMk cId="494342303" sldId="755"/>
            <ac:picMk id="215" creationId="{69164070-A2C2-E223-1AFF-B4EA4DD55D88}"/>
          </ac:picMkLst>
        </pc:pic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10" creationId="{55A99C14-1C80-5D19-54B0-34272763D441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13" creationId="{834269D3-0F83-4EDA-79EB-1DE3DF4C0BAC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21" creationId="{56598768-DAEB-A1CC-2C4B-A01D728E451F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31" creationId="{46538C72-E8F2-EF78-8E7A-917BDB28C1D5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39" creationId="{7497D22C-A803-1127-3C61-0ACDB597AD49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45" creationId="{F009FF79-1B1C-4293-1BBC-EE92768E5E5A}"/>
          </ac:cxnSpMkLst>
        </pc:cxnChg>
        <pc:cxnChg chg="mod">
          <ac:chgData name="Laurianne Lair" userId="877d0e272dd2d022" providerId="LiveId" clId="{1020E764-7D77-4C96-98F0-277F4DB9C8ED}" dt="2024-11-13T13:55:26.955" v="30296"/>
          <ac:cxnSpMkLst>
            <pc:docMk/>
            <pc:sldMk cId="494342303" sldId="755"/>
            <ac:cxnSpMk id="73" creationId="{1ED5734B-ABCF-BBEB-163C-AAECC63ED69C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79" creationId="{4057425E-6D9B-DC89-10B6-A8DDE6C37FC1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82" creationId="{F6567E0C-8E60-C365-C948-2928150E7336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85" creationId="{01C76733-7DF4-7E3C-DE43-796F66810D84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94" creationId="{2AC21451-5BEC-02DF-D1AD-B4E842162ADB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102" creationId="{C14DB30D-A778-D446-7193-A7C06FD3D40B}"/>
          </ac:cxnSpMkLst>
        </pc:cxnChg>
        <pc:cxnChg chg="mod">
          <ac:chgData name="Laurianne Lair" userId="877d0e272dd2d022" providerId="LiveId" clId="{1020E764-7D77-4C96-98F0-277F4DB9C8ED}" dt="2024-11-13T13:55:55.801" v="30302"/>
          <ac:cxnSpMkLst>
            <pc:docMk/>
            <pc:sldMk cId="494342303" sldId="755"/>
            <ac:cxnSpMk id="107" creationId="{1D972D0E-3AF3-FCAF-2E63-BD11EA777A4A}"/>
          </ac:cxnSpMkLst>
        </pc:cxnChg>
        <pc:cxnChg chg="mod">
          <ac:chgData name="Laurianne Lair" userId="877d0e272dd2d022" providerId="LiveId" clId="{1020E764-7D77-4C96-98F0-277F4DB9C8ED}" dt="2024-11-13T13:56:16.796" v="30307"/>
          <ac:cxnSpMkLst>
            <pc:docMk/>
            <pc:sldMk cId="494342303" sldId="755"/>
            <ac:cxnSpMk id="132" creationId="{99C80E43-BC41-0D33-B9F9-50D493B27C6C}"/>
          </ac:cxnSpMkLst>
        </pc:cxnChg>
        <pc:cxnChg chg="mod">
          <ac:chgData name="Laurianne Lair" userId="877d0e272dd2d022" providerId="LiveId" clId="{1020E764-7D77-4C96-98F0-277F4DB9C8ED}" dt="2024-11-13T13:56:16.796" v="30307"/>
          <ac:cxnSpMkLst>
            <pc:docMk/>
            <pc:sldMk cId="494342303" sldId="755"/>
            <ac:cxnSpMk id="135" creationId="{DEB8B20A-BD22-6ECB-321E-924E459D8094}"/>
          </ac:cxnSpMkLst>
        </pc:cxnChg>
        <pc:cxnChg chg="mod">
          <ac:chgData name="Laurianne Lair" userId="877d0e272dd2d022" providerId="LiveId" clId="{1020E764-7D77-4C96-98F0-277F4DB9C8ED}" dt="2024-11-13T13:56:16.796" v="30307"/>
          <ac:cxnSpMkLst>
            <pc:docMk/>
            <pc:sldMk cId="494342303" sldId="755"/>
            <ac:cxnSpMk id="138" creationId="{819E8E61-74A7-2DA7-0AB7-184680EC7B74}"/>
          </ac:cxnSpMkLst>
        </pc:cxnChg>
        <pc:cxnChg chg="mod">
          <ac:chgData name="Laurianne Lair" userId="877d0e272dd2d022" providerId="LiveId" clId="{1020E764-7D77-4C96-98F0-277F4DB9C8ED}" dt="2024-11-13T13:56:16.796" v="30307"/>
          <ac:cxnSpMkLst>
            <pc:docMk/>
            <pc:sldMk cId="494342303" sldId="755"/>
            <ac:cxnSpMk id="148" creationId="{5E51D8D5-4A86-CD26-B2C1-E7E37B0B9272}"/>
          </ac:cxnSpMkLst>
        </pc:cxnChg>
        <pc:cxnChg chg="mod topLvl">
          <ac:chgData name="Laurianne Lair" userId="877d0e272dd2d022" providerId="LiveId" clId="{1020E764-7D77-4C96-98F0-277F4DB9C8ED}" dt="2024-11-13T15:12:13.941" v="30781" actId="165"/>
          <ac:cxnSpMkLst>
            <pc:docMk/>
            <pc:sldMk cId="494342303" sldId="755"/>
            <ac:cxnSpMk id="156" creationId="{C09EE778-64E8-D37B-90E4-33527A6FFEAA}"/>
          </ac:cxnSpMkLst>
        </pc:cxnChg>
        <pc:cxnChg chg="mod">
          <ac:chgData name="Laurianne Lair" userId="877d0e272dd2d022" providerId="LiveId" clId="{1020E764-7D77-4C96-98F0-277F4DB9C8ED}" dt="2024-11-13T15:12:13.941" v="30781" actId="165"/>
          <ac:cxnSpMkLst>
            <pc:docMk/>
            <pc:sldMk cId="494342303" sldId="755"/>
            <ac:cxnSpMk id="161" creationId="{56CBF44E-34D2-FFD6-2E0A-BBDEF026D415}"/>
          </ac:cxnSpMkLst>
        </pc:cxnChg>
        <pc:cxnChg chg="mod">
          <ac:chgData name="Laurianne Lair" userId="877d0e272dd2d022" providerId="LiveId" clId="{1020E764-7D77-4C96-98F0-277F4DB9C8ED}" dt="2024-11-13T14:18:45.961" v="30569" actId="165"/>
          <ac:cxnSpMkLst>
            <pc:docMk/>
            <pc:sldMk cId="494342303" sldId="755"/>
            <ac:cxnSpMk id="189" creationId="{B5447CC9-E14D-D877-058E-A9DC2F90DE34}"/>
          </ac:cxnSpMkLst>
        </pc:cxnChg>
        <pc:cxnChg chg="mod">
          <ac:chgData name="Laurianne Lair" userId="877d0e272dd2d022" providerId="LiveId" clId="{1020E764-7D77-4C96-98F0-277F4DB9C8ED}" dt="2024-11-13T14:19:59.653" v="30580"/>
          <ac:cxnSpMkLst>
            <pc:docMk/>
            <pc:sldMk cId="494342303" sldId="755"/>
            <ac:cxnSpMk id="208" creationId="{71A22506-F3E7-A73D-EB7B-CF594904D97B}"/>
          </ac:cxnSpMkLst>
        </pc:cxnChg>
      </pc:sldChg>
      <pc:sldChg chg="addSp delSp modSp add del mod">
        <pc:chgData name="Laurianne Lair" userId="877d0e272dd2d022" providerId="LiveId" clId="{1020E764-7D77-4C96-98F0-277F4DB9C8ED}" dt="2024-11-13T13:27:00.183" v="29179" actId="2696"/>
        <pc:sldMkLst>
          <pc:docMk/>
          <pc:sldMk cId="999619135" sldId="755"/>
        </pc:sldMkLst>
        <pc:spChg chg="del">
          <ac:chgData name="Laurianne Lair" userId="877d0e272dd2d022" providerId="LiveId" clId="{1020E764-7D77-4C96-98F0-277F4DB9C8ED}" dt="2024-11-13T13:22:52.145" v="28939" actId="478"/>
          <ac:spMkLst>
            <pc:docMk/>
            <pc:sldMk cId="999619135" sldId="755"/>
            <ac:spMk id="10" creationId="{6652AAB0-1E3D-F56D-26B9-E89C65E4BE9E}"/>
          </ac:spMkLst>
        </pc:spChg>
        <pc:spChg chg="del">
          <ac:chgData name="Laurianne Lair" userId="877d0e272dd2d022" providerId="LiveId" clId="{1020E764-7D77-4C96-98F0-277F4DB9C8ED}" dt="2024-11-13T13:22:53.651" v="28940" actId="478"/>
          <ac:spMkLst>
            <pc:docMk/>
            <pc:sldMk cId="999619135" sldId="755"/>
            <ac:spMk id="11" creationId="{31E96550-9C6F-6DE3-C025-E5CB25D596F6}"/>
          </ac:spMkLst>
        </pc:spChg>
        <pc:spChg chg="del">
          <ac:chgData name="Laurianne Lair" userId="877d0e272dd2d022" providerId="LiveId" clId="{1020E764-7D77-4C96-98F0-277F4DB9C8ED}" dt="2024-11-13T13:22:54.615" v="28941" actId="478"/>
          <ac:spMkLst>
            <pc:docMk/>
            <pc:sldMk cId="999619135" sldId="755"/>
            <ac:spMk id="12" creationId="{B2B2F3AB-50F6-7B0A-0023-2231589E2423}"/>
          </ac:spMkLst>
        </pc:spChg>
        <pc:spChg chg="add mod">
          <ac:chgData name="Laurianne Lair" userId="877d0e272dd2d022" providerId="LiveId" clId="{1020E764-7D77-4C96-98F0-277F4DB9C8ED}" dt="2024-11-13T13:25:18.014" v="29122"/>
          <ac:spMkLst>
            <pc:docMk/>
            <pc:sldMk cId="999619135" sldId="755"/>
            <ac:spMk id="13" creationId="{FA89D703-C43E-AFE7-F565-888C03DBA789}"/>
          </ac:spMkLst>
        </pc:spChg>
        <pc:spChg chg="add mod">
          <ac:chgData name="Laurianne Lair" userId="877d0e272dd2d022" providerId="LiveId" clId="{1020E764-7D77-4C96-98F0-277F4DB9C8ED}" dt="2024-11-13T13:25:18.014" v="29122"/>
          <ac:spMkLst>
            <pc:docMk/>
            <pc:sldMk cId="999619135" sldId="755"/>
            <ac:spMk id="14" creationId="{9856F47C-6932-334B-4C22-E441DC527B25}"/>
          </ac:spMkLst>
        </pc:spChg>
        <pc:spChg chg="add mod">
          <ac:chgData name="Laurianne Lair" userId="877d0e272dd2d022" providerId="LiveId" clId="{1020E764-7D77-4C96-98F0-277F4DB9C8ED}" dt="2024-11-13T13:25:18.014" v="29122"/>
          <ac:spMkLst>
            <pc:docMk/>
            <pc:sldMk cId="999619135" sldId="755"/>
            <ac:spMk id="15" creationId="{0EBDE597-7DF6-0258-C237-47C4C49BE78A}"/>
          </ac:spMkLst>
        </pc:spChg>
        <pc:spChg chg="mod">
          <ac:chgData name="Laurianne Lair" userId="877d0e272dd2d022" providerId="LiveId" clId="{1020E764-7D77-4C96-98F0-277F4DB9C8ED}" dt="2024-11-13T13:26:19.371" v="29171" actId="1076"/>
          <ac:spMkLst>
            <pc:docMk/>
            <pc:sldMk cId="999619135" sldId="755"/>
            <ac:spMk id="24" creationId="{E55C8EB4-C556-571C-8161-50476F73C683}"/>
          </ac:spMkLst>
        </pc:spChg>
        <pc:spChg chg="mod">
          <ac:chgData name="Laurianne Lair" userId="877d0e272dd2d022" providerId="LiveId" clId="{1020E764-7D77-4C96-98F0-277F4DB9C8ED}" dt="2024-11-13T13:26:22.653" v="29172" actId="1076"/>
          <ac:spMkLst>
            <pc:docMk/>
            <pc:sldMk cId="999619135" sldId="755"/>
            <ac:spMk id="26" creationId="{DF2A8BA7-3EA2-1A40-3DAF-8F1135CF3002}"/>
          </ac:spMkLst>
        </pc:spChg>
        <pc:spChg chg="mod">
          <ac:chgData name="Laurianne Lair" userId="877d0e272dd2d022" providerId="LiveId" clId="{1020E764-7D77-4C96-98F0-277F4DB9C8ED}" dt="2024-11-13T13:25:07.399" v="29120" actId="1076"/>
          <ac:spMkLst>
            <pc:docMk/>
            <pc:sldMk cId="999619135" sldId="755"/>
            <ac:spMk id="39" creationId="{D00A11BE-13E5-AEE0-55EC-DCDA0B861F64}"/>
          </ac:spMkLst>
        </pc:spChg>
        <pc:grpChg chg="del">
          <ac:chgData name="Laurianne Lair" userId="877d0e272dd2d022" providerId="LiveId" clId="{1020E764-7D77-4C96-98F0-277F4DB9C8ED}" dt="2024-11-13T13:22:48.182" v="28936" actId="478"/>
          <ac:grpSpMkLst>
            <pc:docMk/>
            <pc:sldMk cId="999619135" sldId="755"/>
            <ac:grpSpMk id="5" creationId="{B9B0AA54-42E9-846E-AC62-975994BCB159}"/>
          </ac:grpSpMkLst>
        </pc:grpChg>
        <pc:grpChg chg="add mod">
          <ac:chgData name="Laurianne Lair" userId="877d0e272dd2d022" providerId="LiveId" clId="{1020E764-7D77-4C96-98F0-277F4DB9C8ED}" dt="2024-11-13T13:25:18.014" v="29122"/>
          <ac:grpSpMkLst>
            <pc:docMk/>
            <pc:sldMk cId="999619135" sldId="755"/>
            <ac:grpSpMk id="16" creationId="{C5CD4574-6F2A-1589-80C7-C130E54EC211}"/>
          </ac:grpSpMkLst>
        </pc:grpChg>
        <pc:graphicFrameChg chg="add del mod">
          <ac:chgData name="Laurianne Lair" userId="877d0e272dd2d022" providerId="LiveId" clId="{1020E764-7D77-4C96-98F0-277F4DB9C8ED}" dt="2024-11-13T13:25:12.305" v="29121" actId="1076"/>
          <ac:graphicFrameMkLst>
            <pc:docMk/>
            <pc:sldMk cId="999619135" sldId="755"/>
            <ac:graphicFrameMk id="3" creationId="{DC322937-8204-76E7-E26F-A3C256D783F5}"/>
          </ac:graphicFrameMkLst>
        </pc:graphicFrameChg>
        <pc:picChg chg="mod">
          <ac:chgData name="Laurianne Lair" userId="877d0e272dd2d022" providerId="LiveId" clId="{1020E764-7D77-4C96-98F0-277F4DB9C8ED}" dt="2024-11-13T13:25:18.014" v="29122"/>
          <ac:picMkLst>
            <pc:docMk/>
            <pc:sldMk cId="999619135" sldId="755"/>
            <ac:picMk id="17" creationId="{3C6A9DAD-C5FE-C942-89F4-93A40FF8C60F}"/>
          </ac:picMkLst>
        </pc:picChg>
        <pc:picChg chg="mod">
          <ac:chgData name="Laurianne Lair" userId="877d0e272dd2d022" providerId="LiveId" clId="{1020E764-7D77-4C96-98F0-277F4DB9C8ED}" dt="2024-11-13T13:25:18.014" v="29122"/>
          <ac:picMkLst>
            <pc:docMk/>
            <pc:sldMk cId="999619135" sldId="755"/>
            <ac:picMk id="18" creationId="{3A27B854-9511-B679-B0EC-EBB5445EA731}"/>
          </ac:picMkLst>
        </pc:picChg>
        <pc:picChg chg="mod">
          <ac:chgData name="Laurianne Lair" userId="877d0e272dd2d022" providerId="LiveId" clId="{1020E764-7D77-4C96-98F0-277F4DB9C8ED}" dt="2024-11-13T13:25:18.014" v="29122"/>
          <ac:picMkLst>
            <pc:docMk/>
            <pc:sldMk cId="999619135" sldId="755"/>
            <ac:picMk id="19" creationId="{C8A064A3-17A0-536F-4CFB-B17B9313F0D2}"/>
          </ac:picMkLst>
        </pc:picChg>
        <pc:cxnChg chg="mod">
          <ac:chgData name="Laurianne Lair" userId="877d0e272dd2d022" providerId="LiveId" clId="{1020E764-7D77-4C96-98F0-277F4DB9C8ED}" dt="2024-11-13T13:25:35.023" v="29128" actId="1036"/>
          <ac:cxnSpMkLst>
            <pc:docMk/>
            <pc:sldMk cId="999619135" sldId="755"/>
            <ac:cxnSpMk id="21" creationId="{B85FEE39-1318-ECFD-B4A1-BF882332427F}"/>
          </ac:cxnSpMkLst>
        </pc:cxnChg>
        <pc:cxnChg chg="mod">
          <ac:chgData name="Laurianne Lair" userId="877d0e272dd2d022" providerId="LiveId" clId="{1020E764-7D77-4C96-98F0-277F4DB9C8ED}" dt="2024-11-13T13:26:29.211" v="29174" actId="14100"/>
          <ac:cxnSpMkLst>
            <pc:docMk/>
            <pc:sldMk cId="999619135" sldId="755"/>
            <ac:cxnSpMk id="23" creationId="{3B9DB74F-AAD9-421E-4CE4-E64FA789BE37}"/>
          </ac:cxnSpMkLst>
        </pc:cxnChg>
        <pc:cxnChg chg="mod">
          <ac:chgData name="Laurianne Lair" userId="877d0e272dd2d022" providerId="LiveId" clId="{1020E764-7D77-4C96-98F0-277F4DB9C8ED}" dt="2024-11-13T13:26:25.019" v="29173" actId="14100"/>
          <ac:cxnSpMkLst>
            <pc:docMk/>
            <pc:sldMk cId="999619135" sldId="755"/>
            <ac:cxnSpMk id="25" creationId="{5BA985A8-5696-89F9-D0A7-1264B10044EA}"/>
          </ac:cxnSpMkLst>
        </pc:cxnChg>
      </pc:sldChg>
      <pc:sldChg chg="addSp delSp add del mod addAnim delAnim">
        <pc:chgData name="Laurianne Lair" userId="877d0e272dd2d022" providerId="LiveId" clId="{1020E764-7D77-4C96-98F0-277F4DB9C8ED}" dt="2024-11-13T13:56:05.932" v="30306" actId="2696"/>
        <pc:sldMkLst>
          <pc:docMk/>
          <pc:sldMk cId="744722555" sldId="756"/>
        </pc:sldMkLst>
        <pc:spChg chg="add del">
          <ac:chgData name="Laurianne Lair" userId="877d0e272dd2d022" providerId="LiveId" clId="{1020E764-7D77-4C96-98F0-277F4DB9C8ED}" dt="2024-11-13T13:56:01.361" v="30305" actId="478"/>
          <ac:spMkLst>
            <pc:docMk/>
            <pc:sldMk cId="744722555" sldId="756"/>
            <ac:spMk id="76" creationId="{654F7629-56BC-F885-6D1A-0DB50926BF35}"/>
          </ac:spMkLst>
        </pc:spChg>
        <pc:spChg chg="del">
          <ac:chgData name="Laurianne Lair" userId="877d0e272dd2d022" providerId="LiveId" clId="{1020E764-7D77-4C96-98F0-277F4DB9C8ED}" dt="2024-11-13T13:55:41.527" v="30300" actId="478"/>
          <ac:spMkLst>
            <pc:docMk/>
            <pc:sldMk cId="744722555" sldId="756"/>
            <ac:spMk id="77" creationId="{4B2D47A7-562F-BE6E-439D-FDC21140B71E}"/>
          </ac:spMkLst>
        </pc:spChg>
      </pc:sldChg>
      <pc:sldChg chg="add del ord">
        <pc:chgData name="Laurianne Lair" userId="877d0e272dd2d022" providerId="LiveId" clId="{1020E764-7D77-4C96-98F0-277F4DB9C8ED}" dt="2024-11-13T15:28:31.864" v="31841" actId="2696"/>
        <pc:sldMkLst>
          <pc:docMk/>
          <pc:sldMk cId="1928125466" sldId="756"/>
        </pc:sldMkLst>
      </pc:sldChg>
      <pc:sldChg chg="addSp delSp modSp add mod delAnim modAnim modNotesTx">
        <pc:chgData name="Laurianne Lair" userId="877d0e272dd2d022" providerId="LiveId" clId="{1020E764-7D77-4C96-98F0-277F4DB9C8ED}" dt="2024-11-18T02:06:56.757" v="71359" actId="20577"/>
        <pc:sldMkLst>
          <pc:docMk/>
          <pc:sldMk cId="3544502567" sldId="757"/>
        </pc:sldMkLst>
        <pc:spChg chg="add mod">
          <ac:chgData name="Laurianne Lair" userId="877d0e272dd2d022" providerId="LiveId" clId="{1020E764-7D77-4C96-98F0-277F4DB9C8ED}" dt="2024-11-17T21:52:35.793" v="71132" actId="20577"/>
          <ac:spMkLst>
            <pc:docMk/>
            <pc:sldMk cId="3544502567" sldId="757"/>
            <ac:spMk id="3" creationId="{D9AC5E27-407A-B6D0-53D1-8FE672E33CCF}"/>
          </ac:spMkLst>
        </pc:spChg>
        <pc:spChg chg="mod">
          <ac:chgData name="Laurianne Lair" userId="877d0e272dd2d022" providerId="LiveId" clId="{1020E764-7D77-4C96-98F0-277F4DB9C8ED}" dt="2024-11-13T15:16:13.305" v="31043" actId="1076"/>
          <ac:spMkLst>
            <pc:docMk/>
            <pc:sldMk cId="3544502567" sldId="757"/>
            <ac:spMk id="4" creationId="{CB4CF44B-3D2F-8899-C4C3-5F893446E851}"/>
          </ac:spMkLst>
        </pc:spChg>
        <pc:spChg chg="add mod">
          <ac:chgData name="Laurianne Lair" userId="877d0e272dd2d022" providerId="LiveId" clId="{1020E764-7D77-4C96-98F0-277F4DB9C8ED}" dt="2024-11-17T21:52:41.830" v="71160" actId="20577"/>
          <ac:spMkLst>
            <pc:docMk/>
            <pc:sldMk cId="3544502567" sldId="757"/>
            <ac:spMk id="5" creationId="{33CEC5FB-8392-721F-60FC-6004B3B3EE6E}"/>
          </ac:spMkLst>
        </pc:spChg>
        <pc:spChg chg="add mod">
          <ac:chgData name="Laurianne Lair" userId="877d0e272dd2d022" providerId="LiveId" clId="{1020E764-7D77-4C96-98F0-277F4DB9C8ED}" dt="2024-11-13T15:24:32.881" v="31817" actId="1076"/>
          <ac:spMkLst>
            <pc:docMk/>
            <pc:sldMk cId="3544502567" sldId="757"/>
            <ac:spMk id="6" creationId="{32DE8589-CC16-8019-4227-F642EDC1F9AC}"/>
          </ac:spMkLst>
        </pc:spChg>
        <pc:spChg chg="add del mod">
          <ac:chgData name="Laurianne Lair" userId="877d0e272dd2d022" providerId="LiveId" clId="{1020E764-7D77-4C96-98F0-277F4DB9C8ED}" dt="2024-11-13T15:19:56.133" v="31319" actId="478"/>
          <ac:spMkLst>
            <pc:docMk/>
            <pc:sldMk cId="3544502567" sldId="757"/>
            <ac:spMk id="7" creationId="{EEEB63D0-2D71-C181-3086-5FF224BDA8CC}"/>
          </ac:spMkLst>
        </pc:spChg>
        <pc:spChg chg="add mod">
          <ac:chgData name="Laurianne Lair" userId="877d0e272dd2d022" providerId="LiveId" clId="{1020E764-7D77-4C96-98F0-277F4DB9C8ED}" dt="2024-11-13T15:23:49.781" v="31650" actId="20577"/>
          <ac:spMkLst>
            <pc:docMk/>
            <pc:sldMk cId="3544502567" sldId="757"/>
            <ac:spMk id="9" creationId="{CA2E4429-6795-A317-BECC-ABA3EAA2F1C9}"/>
          </ac:spMkLst>
        </pc:spChg>
        <pc:spChg chg="add mod">
          <ac:chgData name="Laurianne Lair" userId="877d0e272dd2d022" providerId="LiveId" clId="{1020E764-7D77-4C96-98F0-277F4DB9C8ED}" dt="2024-11-13T15:24:29.461" v="31816" actId="1036"/>
          <ac:spMkLst>
            <pc:docMk/>
            <pc:sldMk cId="3544502567" sldId="757"/>
            <ac:spMk id="10" creationId="{0C8AD74E-3757-C4F3-4285-780F1A6210CC}"/>
          </ac:spMkLst>
        </pc:spChg>
        <pc:spChg chg="add del mod">
          <ac:chgData name="Laurianne Lair" userId="877d0e272dd2d022" providerId="LiveId" clId="{1020E764-7D77-4C96-98F0-277F4DB9C8ED}" dt="2024-11-13T15:22:37.354" v="31522" actId="478"/>
          <ac:spMkLst>
            <pc:docMk/>
            <pc:sldMk cId="3544502567" sldId="757"/>
            <ac:spMk id="11" creationId="{1E396CAB-7E15-0852-D517-11010634A5C7}"/>
          </ac:spMkLst>
        </pc:spChg>
        <pc:spChg chg="del">
          <ac:chgData name="Laurianne Lair" userId="877d0e272dd2d022" providerId="LiveId" clId="{1020E764-7D77-4C96-98F0-277F4DB9C8ED}" dt="2024-11-13T15:16:08.312" v="31038" actId="478"/>
          <ac:spMkLst>
            <pc:docMk/>
            <pc:sldMk cId="3544502567" sldId="757"/>
            <ac:spMk id="19" creationId="{BA4E07FE-1D1A-6F5A-D4C5-0A9BC2E911F9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69" creationId="{F4F35CD9-CD08-D97B-B3DE-2A2EB05F3DAD}"/>
          </ac:spMkLst>
        </pc:spChg>
        <pc:spChg chg="del">
          <ac:chgData name="Laurianne Lair" userId="877d0e272dd2d022" providerId="LiveId" clId="{1020E764-7D77-4C96-98F0-277F4DB9C8ED}" dt="2024-11-13T15:16:19.972" v="31047" actId="478"/>
          <ac:spMkLst>
            <pc:docMk/>
            <pc:sldMk cId="3544502567" sldId="757"/>
            <ac:spMk id="75" creationId="{F3CC60C6-7204-F3E9-7A30-FE1BFAECB904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86" creationId="{2B5F4A9C-D2D6-23DE-07C3-CA711E3DD5A5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92" creationId="{6B18448B-5A13-641A-E709-DF037026AC14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101" creationId="{5347143C-7D49-9EB5-1993-5E1D32024027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104" creationId="{44E90656-DA70-225B-6673-E7A7002A18DE}"/>
          </ac:spMkLst>
        </pc:spChg>
        <pc:spChg chg="del">
          <ac:chgData name="Laurianne Lair" userId="877d0e272dd2d022" providerId="LiveId" clId="{1020E764-7D77-4C96-98F0-277F4DB9C8ED}" dt="2024-11-13T15:16:18.306" v="31045" actId="478"/>
          <ac:spMkLst>
            <pc:docMk/>
            <pc:sldMk cId="3544502567" sldId="757"/>
            <ac:spMk id="105" creationId="{9E1B46D3-9484-3988-BA3B-6CCA4A654B68}"/>
          </ac:spMkLst>
        </pc:spChg>
        <pc:spChg chg="del">
          <ac:chgData name="Laurianne Lair" userId="877d0e272dd2d022" providerId="LiveId" clId="{1020E764-7D77-4C96-98F0-277F4DB9C8ED}" dt="2024-11-13T15:16:09.701" v="31040" actId="478"/>
          <ac:spMkLst>
            <pc:docMk/>
            <pc:sldMk cId="3544502567" sldId="757"/>
            <ac:spMk id="237" creationId="{94D27C0D-CB52-B124-EC4F-19AFD6404F98}"/>
          </ac:spMkLst>
        </pc:spChg>
        <pc:spChg chg="del">
          <ac:chgData name="Laurianne Lair" userId="877d0e272dd2d022" providerId="LiveId" clId="{1020E764-7D77-4C96-98F0-277F4DB9C8ED}" dt="2024-11-13T15:16:15.345" v="31044" actId="478"/>
          <ac:spMkLst>
            <pc:docMk/>
            <pc:sldMk cId="3544502567" sldId="757"/>
            <ac:spMk id="239" creationId="{E6C8FFE1-CE3E-5CE4-6B31-F31F64E9ADAC}"/>
          </ac:spMkLst>
        </pc:spChg>
        <pc:spChg chg="del">
          <ac:chgData name="Laurianne Lair" userId="877d0e272dd2d022" providerId="LiveId" clId="{1020E764-7D77-4C96-98F0-277F4DB9C8ED}" dt="2024-11-13T15:16:04.174" v="31035" actId="478"/>
          <ac:spMkLst>
            <pc:docMk/>
            <pc:sldMk cId="3544502567" sldId="757"/>
            <ac:spMk id="240" creationId="{0EAB4B49-90B9-AD29-CE68-1483A7EA40BD}"/>
          </ac:spMkLst>
        </pc:spChg>
        <pc:spChg chg="del">
          <ac:chgData name="Laurianne Lair" userId="877d0e272dd2d022" providerId="LiveId" clId="{1020E764-7D77-4C96-98F0-277F4DB9C8ED}" dt="2024-11-13T15:16:15.345" v="31044" actId="478"/>
          <ac:spMkLst>
            <pc:docMk/>
            <pc:sldMk cId="3544502567" sldId="757"/>
            <ac:spMk id="243" creationId="{90480625-1638-CE9C-27AD-2BE169A9F781}"/>
          </ac:spMkLst>
        </pc:spChg>
        <pc:spChg chg="del">
          <ac:chgData name="Laurianne Lair" userId="877d0e272dd2d022" providerId="LiveId" clId="{1020E764-7D77-4C96-98F0-277F4DB9C8ED}" dt="2024-11-13T15:16:03.417" v="31034" actId="478"/>
          <ac:spMkLst>
            <pc:docMk/>
            <pc:sldMk cId="3544502567" sldId="757"/>
            <ac:spMk id="245" creationId="{0515761E-CA6F-DA8D-E21C-268A012CCA84}"/>
          </ac:spMkLst>
        </pc:spChg>
        <pc:spChg chg="del">
          <ac:chgData name="Laurianne Lair" userId="877d0e272dd2d022" providerId="LiveId" clId="{1020E764-7D77-4C96-98F0-277F4DB9C8ED}" dt="2024-11-13T15:16:15.345" v="31044" actId="478"/>
          <ac:spMkLst>
            <pc:docMk/>
            <pc:sldMk cId="3544502567" sldId="757"/>
            <ac:spMk id="246" creationId="{7BFC9956-41A0-9867-A102-AE1D0D982829}"/>
          </ac:spMkLst>
        </pc:spChg>
        <pc:spChg chg="del">
          <ac:chgData name="Laurianne Lair" userId="877d0e272dd2d022" providerId="LiveId" clId="{1020E764-7D77-4C96-98F0-277F4DB9C8ED}" dt="2024-11-13T15:16:15.345" v="31044" actId="478"/>
          <ac:spMkLst>
            <pc:docMk/>
            <pc:sldMk cId="3544502567" sldId="757"/>
            <ac:spMk id="247" creationId="{15DC218B-00E6-1A06-C10E-E417A28C559E}"/>
          </ac:spMkLst>
        </pc:spChg>
        <pc:spChg chg="del">
          <ac:chgData name="Laurianne Lair" userId="877d0e272dd2d022" providerId="LiveId" clId="{1020E764-7D77-4C96-98F0-277F4DB9C8ED}" dt="2024-11-13T15:16:15.345" v="31044" actId="478"/>
          <ac:spMkLst>
            <pc:docMk/>
            <pc:sldMk cId="3544502567" sldId="757"/>
            <ac:spMk id="248" creationId="{DEDE0857-A9C4-0760-9306-0AAFE5547263}"/>
          </ac:spMkLst>
        </pc:spChg>
        <pc:grpChg chg="del">
          <ac:chgData name="Laurianne Lair" userId="877d0e272dd2d022" providerId="LiveId" clId="{1020E764-7D77-4C96-98F0-277F4DB9C8ED}" dt="2024-11-13T15:15:59.364" v="31029" actId="478"/>
          <ac:grpSpMkLst>
            <pc:docMk/>
            <pc:sldMk cId="3544502567" sldId="757"/>
            <ac:grpSpMk id="8" creationId="{7606FECB-95C9-158A-7D12-F89707962C31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72" creationId="{E4EDE007-3FF4-51F8-391C-E9BF4EFC1C02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73" creationId="{F96C2BF8-DB0F-823A-B65E-1FCF5EF93E16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74" creationId="{125437B7-FD53-2019-14CF-865CEAA305E6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76" creationId="{9C2C95F6-4E8D-6405-2163-1F801DD88102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77" creationId="{3D51A481-2BD0-867A-5BCC-796F5AD522C7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85" creationId="{F71C4649-8F4E-0614-5CE5-6FD6B81EFA16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87" creationId="{99D73F35-4415-5144-563D-9F0A2CE01980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99" creationId="{66BA97A5-4D97-84CD-A0C2-A32A5BF6DC4D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0" creationId="{B84F91EC-1D88-1FAB-4AD1-4BF78B6DA0FC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2" creationId="{4658EF27-76B9-FECC-A52B-B8C0C97DC681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6" creationId="{94A54E06-2B8F-C530-ED29-302527884EBD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7" creationId="{7998308E-5251-1FB7-3A36-AE3D8F8DD8FA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8" creationId="{1EB5F15F-B526-CB0C-F845-51A38E45C965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09" creationId="{5C55080E-3959-9B1F-D24A-E994D2C3F300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10" creationId="{1D433378-262B-E506-FDDB-B52087CBBC02}"/>
          </ac:grpSpMkLst>
        </pc:grpChg>
        <pc:grpChg chg="del">
          <ac:chgData name="Laurianne Lair" userId="877d0e272dd2d022" providerId="LiveId" clId="{1020E764-7D77-4C96-98F0-277F4DB9C8ED}" dt="2024-11-13T15:16:18.306" v="31045" actId="478"/>
          <ac:grpSpMkLst>
            <pc:docMk/>
            <pc:sldMk cId="3544502567" sldId="757"/>
            <ac:grpSpMk id="112" creationId="{AB48967D-AAFD-51A8-0EF4-3F7B7FF2237C}"/>
          </ac:grpSpMkLst>
        </pc:grpChg>
        <pc:grpChg chg="mod">
          <ac:chgData name="Laurianne Lair" userId="877d0e272dd2d022" providerId="LiveId" clId="{1020E764-7D77-4C96-98F0-277F4DB9C8ED}" dt="2024-11-13T17:21:39.447" v="32315" actId="1035"/>
          <ac:grpSpMkLst>
            <pc:docMk/>
            <pc:sldMk cId="3544502567" sldId="757"/>
            <ac:grpSpMk id="255" creationId="{510709CD-FC13-3154-077A-47CBABD395E3}"/>
          </ac:grpSpMkLst>
        </pc:grpChg>
        <pc:grpChg chg="mod">
          <ac:chgData name="Laurianne Lair" userId="877d0e272dd2d022" providerId="LiveId" clId="{1020E764-7D77-4C96-98F0-277F4DB9C8ED}" dt="2024-11-13T17:22:08.684" v="32321" actId="1076"/>
          <ac:grpSpMkLst>
            <pc:docMk/>
            <pc:sldMk cId="3544502567" sldId="757"/>
            <ac:grpSpMk id="263" creationId="{5E1BC02E-733D-7653-4B8B-91CAE581C23F}"/>
          </ac:grpSpMkLst>
        </pc:grpChg>
        <pc:grpChg chg="mod">
          <ac:chgData name="Laurianne Lair" userId="877d0e272dd2d022" providerId="LiveId" clId="{1020E764-7D77-4C96-98F0-277F4DB9C8ED}" dt="2024-11-13T15:24:22.974" v="31789" actId="1035"/>
          <ac:grpSpMkLst>
            <pc:docMk/>
            <pc:sldMk cId="3544502567" sldId="757"/>
            <ac:grpSpMk id="264" creationId="{5713979D-E0AC-4D75-0B2B-89B7C5CA7F01}"/>
          </ac:grpSpMkLst>
        </pc:grpChg>
        <pc:graphicFrameChg chg="del">
          <ac:chgData name="Laurianne Lair" userId="877d0e272dd2d022" providerId="LiveId" clId="{1020E764-7D77-4C96-98F0-277F4DB9C8ED}" dt="2024-11-13T15:16:19.063" v="31046" actId="478"/>
          <ac:graphicFrameMkLst>
            <pc:docMk/>
            <pc:sldMk cId="3544502567" sldId="757"/>
            <ac:graphicFrameMk id="113" creationId="{6650B23C-9CB7-B298-137E-78F4529D484B}"/>
          </ac:graphicFrameMkLst>
        </pc:graphicFrameChg>
        <pc:graphicFrameChg chg="del">
          <ac:chgData name="Laurianne Lair" userId="877d0e272dd2d022" providerId="LiveId" clId="{1020E764-7D77-4C96-98F0-277F4DB9C8ED}" dt="2024-11-13T15:16:10.977" v="31041" actId="478"/>
          <ac:graphicFrameMkLst>
            <pc:docMk/>
            <pc:sldMk cId="3544502567" sldId="757"/>
            <ac:graphicFrameMk id="236" creationId="{3AA78FDF-138C-3BE0-6859-3583B723221D}"/>
          </ac:graphicFrameMkLst>
        </pc:graphicFrameChg>
        <pc:graphicFrameChg chg="del">
          <ac:chgData name="Laurianne Lair" userId="877d0e272dd2d022" providerId="LiveId" clId="{1020E764-7D77-4C96-98F0-277F4DB9C8ED}" dt="2024-11-13T15:16:02.706" v="31033" actId="478"/>
          <ac:graphicFrameMkLst>
            <pc:docMk/>
            <pc:sldMk cId="3544502567" sldId="757"/>
            <ac:graphicFrameMk id="238" creationId="{F0CCA95F-FD1C-0BBC-D31C-0DC64FF0BE60}"/>
          </ac:graphicFrameMkLst>
        </pc:graphicFrameChg>
        <pc:graphicFrameChg chg="del">
          <ac:chgData name="Laurianne Lair" userId="877d0e272dd2d022" providerId="LiveId" clId="{1020E764-7D77-4C96-98F0-277F4DB9C8ED}" dt="2024-11-13T15:16:15.345" v="31044" actId="478"/>
          <ac:graphicFrameMkLst>
            <pc:docMk/>
            <pc:sldMk cId="3544502567" sldId="757"/>
            <ac:graphicFrameMk id="242" creationId="{0029B570-1206-2A0E-7566-A4BBE630E0E5}"/>
          </ac:graphicFrameMkLst>
        </pc:graphicFrameChg>
        <pc:graphicFrameChg chg="del">
          <ac:chgData name="Laurianne Lair" userId="877d0e272dd2d022" providerId="LiveId" clId="{1020E764-7D77-4C96-98F0-277F4DB9C8ED}" dt="2024-11-13T15:16:15.345" v="31044" actId="478"/>
          <ac:graphicFrameMkLst>
            <pc:docMk/>
            <pc:sldMk cId="3544502567" sldId="757"/>
            <ac:graphicFrameMk id="244" creationId="{461F526E-DF85-E6EC-517E-5459DED12F59}"/>
          </ac:graphicFrameMkLst>
        </pc:graphicFrameChg>
        <pc:graphicFrameChg chg="del">
          <ac:chgData name="Laurianne Lair" userId="877d0e272dd2d022" providerId="LiveId" clId="{1020E764-7D77-4C96-98F0-277F4DB9C8ED}" dt="2024-11-13T15:16:15.345" v="31044" actId="478"/>
          <ac:graphicFrameMkLst>
            <pc:docMk/>
            <pc:sldMk cId="3544502567" sldId="757"/>
            <ac:graphicFrameMk id="249" creationId="{807F9AD4-C676-22E1-C929-146993C6E7AE}"/>
          </ac:graphicFrameMkLst>
        </pc:graphicFrameChg>
        <pc:picChg chg="del">
          <ac:chgData name="Laurianne Lair" userId="877d0e272dd2d022" providerId="LiveId" clId="{1020E764-7D77-4C96-98F0-277F4DB9C8ED}" dt="2024-11-13T17:21:18.365" v="32309" actId="478"/>
          <ac:picMkLst>
            <pc:docMk/>
            <pc:sldMk cId="3544502567" sldId="757"/>
            <ac:picMk id="13" creationId="{F60BD24E-541F-D9B1-E4C5-DA3E3A5FCB33}"/>
          </ac:picMkLst>
        </pc:picChg>
        <pc:picChg chg="del">
          <ac:chgData name="Laurianne Lair" userId="877d0e272dd2d022" providerId="LiveId" clId="{1020E764-7D77-4C96-98F0-277F4DB9C8ED}" dt="2024-11-13T15:16:01.724" v="31032" actId="478"/>
          <ac:picMkLst>
            <pc:docMk/>
            <pc:sldMk cId="3544502567" sldId="757"/>
            <ac:picMk id="24" creationId="{F6498588-E1BC-4157-CE22-824DF1FD1FA2}"/>
          </ac:picMkLst>
        </pc:picChg>
        <pc:picChg chg="del">
          <ac:chgData name="Laurianne Lair" userId="877d0e272dd2d022" providerId="LiveId" clId="{1020E764-7D77-4C96-98F0-277F4DB9C8ED}" dt="2024-11-13T15:16:00.585" v="31030" actId="478"/>
          <ac:picMkLst>
            <pc:docMk/>
            <pc:sldMk cId="3544502567" sldId="757"/>
            <ac:picMk id="25" creationId="{0988363A-D656-09ED-6F6A-6A94EB788F2B}"/>
          </ac:picMkLst>
        </pc:picChg>
        <pc:picChg chg="del">
          <ac:chgData name="Laurianne Lair" userId="877d0e272dd2d022" providerId="LiveId" clId="{1020E764-7D77-4C96-98F0-277F4DB9C8ED}" dt="2024-11-13T15:16:01.141" v="31031" actId="478"/>
          <ac:picMkLst>
            <pc:docMk/>
            <pc:sldMk cId="3544502567" sldId="757"/>
            <ac:picMk id="26" creationId="{95CEA27B-DC9E-FF5D-C2F9-EA61E1340843}"/>
          </ac:picMkLst>
        </pc:picChg>
        <pc:picChg chg="mod">
          <ac:chgData name="Laurianne Lair" userId="877d0e272dd2d022" providerId="LiveId" clId="{1020E764-7D77-4C96-98F0-277F4DB9C8ED}" dt="2024-11-13T23:28:23.352" v="32562" actId="197"/>
          <ac:picMkLst>
            <pc:docMk/>
            <pc:sldMk cId="3544502567" sldId="757"/>
            <ac:picMk id="53" creationId="{B81E7ED9-82CE-FC26-65B1-3733ABCAAFC2}"/>
          </ac:picMkLst>
        </pc:picChg>
        <pc:cxnChg chg="del mod">
          <ac:chgData name="Laurianne Lair" userId="877d0e272dd2d022" providerId="LiveId" clId="{1020E764-7D77-4C96-98F0-277F4DB9C8ED}" dt="2024-11-13T15:16:07.191" v="31037" actId="478"/>
          <ac:cxnSpMkLst>
            <pc:docMk/>
            <pc:sldMk cId="3544502567" sldId="757"/>
            <ac:cxnSpMk id="20" creationId="{29B62842-7A0B-2244-9DDA-C998E6CC9CF3}"/>
          </ac:cxnSpMkLst>
        </pc:cxnChg>
        <pc:cxnChg chg="del">
          <ac:chgData name="Laurianne Lair" userId="877d0e272dd2d022" providerId="LiveId" clId="{1020E764-7D77-4C96-98F0-277F4DB9C8ED}" dt="2024-11-13T15:16:05.093" v="31036" actId="478"/>
          <ac:cxnSpMkLst>
            <pc:docMk/>
            <pc:sldMk cId="3544502567" sldId="757"/>
            <ac:cxnSpMk id="21" creationId="{0E392DA0-BB88-5DA3-0E9C-9E30893AEDCC}"/>
          </ac:cxnSpMkLst>
        </pc:cxnChg>
        <pc:cxnChg chg="del">
          <ac:chgData name="Laurianne Lair" userId="877d0e272dd2d022" providerId="LiveId" clId="{1020E764-7D77-4C96-98F0-277F4DB9C8ED}" dt="2024-11-13T15:16:09.085" v="31039" actId="478"/>
          <ac:cxnSpMkLst>
            <pc:docMk/>
            <pc:sldMk cId="3544502567" sldId="757"/>
            <ac:cxnSpMk id="241" creationId="{C422FB04-DDF7-77F1-7BF3-EE86AC7A5652}"/>
          </ac:cxnSpMkLst>
        </pc:cxnChg>
      </pc:sldChg>
      <pc:sldChg chg="add del">
        <pc:chgData name="Laurianne Lair" userId="877d0e272dd2d022" providerId="LiveId" clId="{1020E764-7D77-4C96-98F0-277F4DB9C8ED}" dt="2024-11-13T22:43:50.719" v="32331" actId="2696"/>
        <pc:sldMkLst>
          <pc:docMk/>
          <pc:sldMk cId="326444383" sldId="758"/>
        </pc:sldMkLst>
      </pc:sldChg>
      <pc:sldChg chg="add del ord">
        <pc:chgData name="Laurianne Lair" userId="877d0e272dd2d022" providerId="LiveId" clId="{1020E764-7D77-4C96-98F0-277F4DB9C8ED}" dt="2024-11-13T23:28:18.800" v="32561" actId="2696"/>
        <pc:sldMkLst>
          <pc:docMk/>
          <pc:sldMk cId="1208895742" sldId="758"/>
        </pc:sldMkLst>
      </pc:sldChg>
      <pc:sldChg chg="addSp delSp modSp add mod ord delAnim modShow">
        <pc:chgData name="Laurianne Lair" userId="877d0e272dd2d022" providerId="LiveId" clId="{1020E764-7D77-4C96-98F0-277F4DB9C8ED}" dt="2024-11-14T20:28:55.326" v="33601" actId="1076"/>
        <pc:sldMkLst>
          <pc:docMk/>
          <pc:sldMk cId="1788797708" sldId="758"/>
        </pc:sldMkLst>
        <pc:spChg chg="mod">
          <ac:chgData name="Laurianne Lair" userId="877d0e272dd2d022" providerId="LiveId" clId="{1020E764-7D77-4C96-98F0-277F4DB9C8ED}" dt="2024-11-14T19:24:47.341" v="33257" actId="20577"/>
          <ac:spMkLst>
            <pc:docMk/>
            <pc:sldMk cId="1788797708" sldId="758"/>
            <ac:spMk id="2" creationId="{0386FF97-9CFD-91B1-E3D8-0B44F7AFA3C5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3" creationId="{283C4AEE-F7D8-891C-BCAA-6A598EA24BFD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13" creationId="{1D4E2CC2-C14A-4E5C-8066-92D615667BC5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14" creationId="{1C28AB11-E9DD-2B50-4F33-073897AEE9B3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15" creationId="{3B3455C9-4737-3DC0-286D-4B9FD6C1A5F8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16" creationId="{DFF2C657-C8BF-F7D3-845B-8C86C3A9207C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22" creationId="{9F1EB970-5711-8A2C-A02C-B806FB8C288D}"/>
          </ac:spMkLst>
        </pc:spChg>
        <pc:spChg chg="add mod">
          <ac:chgData name="Laurianne Lair" userId="877d0e272dd2d022" providerId="LiveId" clId="{1020E764-7D77-4C96-98F0-277F4DB9C8ED}" dt="2024-11-14T20:28:55.326" v="33601" actId="1076"/>
          <ac:spMkLst>
            <pc:docMk/>
            <pc:sldMk cId="1788797708" sldId="758"/>
            <ac:spMk id="26" creationId="{200D2A33-1A49-331E-536D-7AEF70E909C5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46" creationId="{EDB3C94F-7097-9942-BD08-DE8384AE2A63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47" creationId="{E5BA57AA-A14B-636D-5440-AE6B382F03F0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48" creationId="{9566BAF6-FA54-68C1-11F4-2D5B10149F72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49" creationId="{A59DDD20-FF50-38B6-020C-FB31611A7EE9}"/>
          </ac:spMkLst>
        </pc:spChg>
        <pc:spChg chg="del">
          <ac:chgData name="Laurianne Lair" userId="877d0e272dd2d022" providerId="LiveId" clId="{1020E764-7D77-4C96-98F0-277F4DB9C8ED}" dt="2024-11-14T19:24:40.383" v="33241" actId="478"/>
          <ac:spMkLst>
            <pc:docMk/>
            <pc:sldMk cId="1788797708" sldId="758"/>
            <ac:spMk id="50" creationId="{3D11C802-8F12-5CD5-8EAE-DBC7FD73D725}"/>
          </ac:spMkLst>
        </pc:spChg>
        <pc:graphicFrameChg chg="add del mod">
          <ac:chgData name="Laurianne Lair" userId="877d0e272dd2d022" providerId="LiveId" clId="{1020E764-7D77-4C96-98F0-277F4DB9C8ED}" dt="2024-11-14T19:56:31.895" v="33458" actId="478"/>
          <ac:graphicFrameMkLst>
            <pc:docMk/>
            <pc:sldMk cId="1788797708" sldId="758"/>
            <ac:graphicFrameMk id="5" creationId="{1F654FB6-6470-C23E-8660-C14E2894703D}"/>
          </ac:graphicFrameMkLst>
        </pc:graphicFrameChg>
        <pc:graphicFrameChg chg="add del mod">
          <ac:chgData name="Laurianne Lair" userId="877d0e272dd2d022" providerId="LiveId" clId="{1020E764-7D77-4C96-98F0-277F4DB9C8ED}" dt="2024-11-14T19:56:41.271" v="33462" actId="478"/>
          <ac:graphicFrameMkLst>
            <pc:docMk/>
            <pc:sldMk cId="1788797708" sldId="758"/>
            <ac:graphicFrameMk id="7" creationId="{CE6B50E9-9476-36A1-B3AB-184A7450405B}"/>
          </ac:graphicFrameMkLst>
        </pc:graphicFrameChg>
        <pc:graphicFrameChg chg="add del mod">
          <ac:chgData name="Laurianne Lair" userId="877d0e272dd2d022" providerId="LiveId" clId="{1020E764-7D77-4C96-98F0-277F4DB9C8ED}" dt="2024-11-14T19:56:42.406" v="33463" actId="478"/>
          <ac:graphicFrameMkLst>
            <pc:docMk/>
            <pc:sldMk cId="1788797708" sldId="758"/>
            <ac:graphicFrameMk id="8" creationId="{3F62C219-A040-A4A4-F737-52757428FC1C}"/>
          </ac:graphicFrameMkLst>
        </pc:graphicFrameChg>
        <pc:graphicFrameChg chg="add del mod">
          <ac:chgData name="Laurianne Lair" userId="877d0e272dd2d022" providerId="LiveId" clId="{1020E764-7D77-4C96-98F0-277F4DB9C8ED}" dt="2024-11-14T20:28:06.002" v="33487" actId="478"/>
          <ac:graphicFrameMkLst>
            <pc:docMk/>
            <pc:sldMk cId="1788797708" sldId="758"/>
            <ac:graphicFrameMk id="9" creationId="{D08BB7DB-237B-966F-EC79-4D45776EEDE7}"/>
          </ac:graphicFrameMkLst>
        </pc:graphicFrameChg>
        <pc:graphicFrameChg chg="del">
          <ac:chgData name="Laurianne Lair" userId="877d0e272dd2d022" providerId="LiveId" clId="{1020E764-7D77-4C96-98F0-277F4DB9C8ED}" dt="2024-11-14T19:24:40.932" v="33242" actId="478"/>
          <ac:graphicFrameMkLst>
            <pc:docMk/>
            <pc:sldMk cId="1788797708" sldId="758"/>
            <ac:graphicFrameMk id="17" creationId="{AA67A175-FD54-00C5-6D78-A89EE07DCDCE}"/>
          </ac:graphicFrameMkLst>
        </pc:graphicFrameChg>
        <pc:graphicFrameChg chg="del">
          <ac:chgData name="Laurianne Lair" userId="877d0e272dd2d022" providerId="LiveId" clId="{1020E764-7D77-4C96-98F0-277F4DB9C8ED}" dt="2024-11-14T19:24:42.062" v="33244" actId="478"/>
          <ac:graphicFrameMkLst>
            <pc:docMk/>
            <pc:sldMk cId="1788797708" sldId="758"/>
            <ac:graphicFrameMk id="20" creationId="{9A1480B1-1F60-E358-14AA-0FAABAC8CEB6}"/>
          </ac:graphicFrameMkLst>
        </pc:graphicFrameChg>
        <pc:graphicFrameChg chg="del">
          <ac:chgData name="Laurianne Lair" userId="877d0e272dd2d022" providerId="LiveId" clId="{1020E764-7D77-4C96-98F0-277F4DB9C8ED}" dt="2024-11-14T19:24:41.482" v="33243" actId="478"/>
          <ac:graphicFrameMkLst>
            <pc:docMk/>
            <pc:sldMk cId="1788797708" sldId="758"/>
            <ac:graphicFrameMk id="21" creationId="{6426748A-6057-1513-6E56-CDE9800293FF}"/>
          </ac:graphicFrameMkLst>
        </pc:graphicFrameChg>
        <pc:graphicFrameChg chg="add del mod">
          <ac:chgData name="Laurianne Lair" userId="877d0e272dd2d022" providerId="LiveId" clId="{1020E764-7D77-4C96-98F0-277F4DB9C8ED}" dt="2024-11-14T20:28:03.090" v="33484" actId="478"/>
          <ac:graphicFrameMkLst>
            <pc:docMk/>
            <pc:sldMk cId="1788797708" sldId="758"/>
            <ac:graphicFrameMk id="23" creationId="{978ED9B7-DC7A-F09D-D2BF-795C75224B6D}"/>
          </ac:graphicFrameMkLst>
        </pc:graphicFrameChg>
        <pc:graphicFrameChg chg="add del mod">
          <ac:chgData name="Laurianne Lair" userId="877d0e272dd2d022" providerId="LiveId" clId="{1020E764-7D77-4C96-98F0-277F4DB9C8ED}" dt="2024-11-14T20:28:03.609" v="33485" actId="478"/>
          <ac:graphicFrameMkLst>
            <pc:docMk/>
            <pc:sldMk cId="1788797708" sldId="758"/>
            <ac:graphicFrameMk id="24" creationId="{E412E66A-5A88-09B2-DA5A-3B31821EFD4B}"/>
          </ac:graphicFrameMkLst>
        </pc:graphicFrameChg>
        <pc:graphicFrameChg chg="add mod">
          <ac:chgData name="Laurianne Lair" userId="877d0e272dd2d022" providerId="LiveId" clId="{1020E764-7D77-4C96-98F0-277F4DB9C8ED}" dt="2024-11-14T20:28:18.861" v="33491" actId="1076"/>
          <ac:graphicFrameMkLst>
            <pc:docMk/>
            <pc:sldMk cId="1788797708" sldId="758"/>
            <ac:graphicFrameMk id="25" creationId="{3BCBDBEB-1EB0-DF35-6CE4-2D0BB0C3672C}"/>
          </ac:graphicFrameMkLst>
        </pc:graphicFrameChg>
        <pc:picChg chg="del">
          <ac:chgData name="Laurianne Lair" userId="877d0e272dd2d022" providerId="LiveId" clId="{1020E764-7D77-4C96-98F0-277F4DB9C8ED}" dt="2024-11-14T19:24:40.383" v="33241" actId="478"/>
          <ac:picMkLst>
            <pc:docMk/>
            <pc:sldMk cId="1788797708" sldId="758"/>
            <ac:picMk id="10" creationId="{410614F4-5FBE-AD4C-97D9-01E017F517CE}"/>
          </ac:picMkLst>
        </pc:picChg>
        <pc:picChg chg="del">
          <ac:chgData name="Laurianne Lair" userId="877d0e272dd2d022" providerId="LiveId" clId="{1020E764-7D77-4C96-98F0-277F4DB9C8ED}" dt="2024-11-14T19:24:40.383" v="33241" actId="478"/>
          <ac:picMkLst>
            <pc:docMk/>
            <pc:sldMk cId="1788797708" sldId="758"/>
            <ac:picMk id="41" creationId="{5AEA85AF-D0F5-F5E7-65E8-197117E98374}"/>
          </ac:picMkLst>
        </pc:pic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11" creationId="{266CDEAB-8461-B2E2-B54E-28D8C95B3D14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12" creationId="{2B55F2F6-3E89-BD6F-5438-67A81A9A4160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18" creationId="{12CB6CB7-C537-A5E8-5246-BA8E31CE5C8E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19" creationId="{0CFB3A51-D796-E971-EE2F-FB75968BE93C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30" creationId="{EA325409-1325-9DB8-0170-50EF4AD28903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31" creationId="{DA4B2654-9BAF-6088-FE02-59588A14B055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39" creationId="{EB66A38D-53F1-C44A-4CA5-BC7E85892700}"/>
          </ac:cxnSpMkLst>
        </pc:cxnChg>
        <pc:cxnChg chg="del">
          <ac:chgData name="Laurianne Lair" userId="877d0e272dd2d022" providerId="LiveId" clId="{1020E764-7D77-4C96-98F0-277F4DB9C8ED}" dt="2024-11-14T19:24:40.383" v="33241" actId="478"/>
          <ac:cxnSpMkLst>
            <pc:docMk/>
            <pc:sldMk cId="1788797708" sldId="758"/>
            <ac:cxnSpMk id="44" creationId="{1FC24DD2-CB8B-90AC-A009-F2403D3A4F37}"/>
          </ac:cxnSpMkLst>
        </pc:cxnChg>
      </pc:sldChg>
      <pc:sldChg chg="addSp delSp modSp add mod modShow">
        <pc:chgData name="Laurianne Lair" userId="877d0e272dd2d022" providerId="LiveId" clId="{1020E764-7D77-4C96-98F0-277F4DB9C8ED}" dt="2024-11-14T19:31:09.488" v="33380" actId="729"/>
        <pc:sldMkLst>
          <pc:docMk/>
          <pc:sldMk cId="4246132712" sldId="759"/>
        </pc:sldMkLst>
        <pc:spChg chg="mod">
          <ac:chgData name="Laurianne Lair" userId="877d0e272dd2d022" providerId="LiveId" clId="{1020E764-7D77-4C96-98F0-277F4DB9C8ED}" dt="2024-11-14T19:27:31.716" v="33318" actId="20577"/>
          <ac:spMkLst>
            <pc:docMk/>
            <pc:sldMk cId="4246132712" sldId="759"/>
            <ac:spMk id="2" creationId="{BCA4AC73-F45A-7F8F-0D64-FF90E71061C2}"/>
          </ac:spMkLst>
        </pc:spChg>
        <pc:graphicFrameChg chg="add mod">
          <ac:chgData name="Laurianne Lair" userId="877d0e272dd2d022" providerId="LiveId" clId="{1020E764-7D77-4C96-98F0-277F4DB9C8ED}" dt="2024-11-14T19:29:49.066" v="33373" actId="1076"/>
          <ac:graphicFrameMkLst>
            <pc:docMk/>
            <pc:sldMk cId="4246132712" sldId="759"/>
            <ac:graphicFrameMk id="3" creationId="{BFEB70BF-FDB3-2C5A-C071-0F53C4F6B1ED}"/>
          </ac:graphicFrameMkLst>
        </pc:graphicFrameChg>
        <pc:graphicFrameChg chg="del">
          <ac:chgData name="Laurianne Lair" userId="877d0e272dd2d022" providerId="LiveId" clId="{1020E764-7D77-4C96-98F0-277F4DB9C8ED}" dt="2024-11-14T19:26:41.405" v="33293" actId="478"/>
          <ac:graphicFrameMkLst>
            <pc:docMk/>
            <pc:sldMk cId="4246132712" sldId="759"/>
            <ac:graphicFrameMk id="5" creationId="{E7F92293-185D-3440-17E1-B40FB6818CB2}"/>
          </ac:graphicFrameMkLst>
        </pc:graphicFrameChg>
        <pc:graphicFrameChg chg="del">
          <ac:chgData name="Laurianne Lair" userId="877d0e272dd2d022" providerId="LiveId" clId="{1020E764-7D77-4C96-98F0-277F4DB9C8ED}" dt="2024-11-14T19:26:42.127" v="33294" actId="478"/>
          <ac:graphicFrameMkLst>
            <pc:docMk/>
            <pc:sldMk cId="4246132712" sldId="759"/>
            <ac:graphicFrameMk id="7" creationId="{5CAE5B83-1E6E-2F4F-98F0-FB5656ED32C6}"/>
          </ac:graphicFrameMkLst>
        </pc:graphicFrameChg>
        <pc:graphicFrameChg chg="del">
          <ac:chgData name="Laurianne Lair" userId="877d0e272dd2d022" providerId="LiveId" clId="{1020E764-7D77-4C96-98F0-277F4DB9C8ED}" dt="2024-11-14T19:26:42.552" v="33295" actId="478"/>
          <ac:graphicFrameMkLst>
            <pc:docMk/>
            <pc:sldMk cId="4246132712" sldId="759"/>
            <ac:graphicFrameMk id="8" creationId="{0677DE7C-5CE3-9BD3-9BFA-6FDFDE87E854}"/>
          </ac:graphicFrameMkLst>
        </pc:graphicFrameChg>
        <pc:graphicFrameChg chg="add mod">
          <ac:chgData name="Laurianne Lair" userId="877d0e272dd2d022" providerId="LiveId" clId="{1020E764-7D77-4C96-98F0-277F4DB9C8ED}" dt="2024-11-14T19:29:50.071" v="33374" actId="1076"/>
          <ac:graphicFrameMkLst>
            <pc:docMk/>
            <pc:sldMk cId="4246132712" sldId="759"/>
            <ac:graphicFrameMk id="9" creationId="{512D8A44-15A6-B2AE-87E5-0FCA29453D9C}"/>
          </ac:graphicFrameMkLst>
        </pc:graphicFrameChg>
        <pc:graphicFrameChg chg="add mod">
          <ac:chgData name="Laurianne Lair" userId="877d0e272dd2d022" providerId="LiveId" clId="{1020E764-7D77-4C96-98F0-277F4DB9C8ED}" dt="2024-11-14T19:29:50.952" v="33375" actId="1076"/>
          <ac:graphicFrameMkLst>
            <pc:docMk/>
            <pc:sldMk cId="4246132712" sldId="759"/>
            <ac:graphicFrameMk id="10" creationId="{27614B0B-4249-FE78-24A2-DCAA31F8B0A1}"/>
          </ac:graphicFrameMkLst>
        </pc:graphicFrameChg>
      </pc:sldChg>
      <pc:sldChg chg="addSp delSp modSp add mod modShow">
        <pc:chgData name="Laurianne Lair" userId="877d0e272dd2d022" providerId="LiveId" clId="{1020E764-7D77-4C96-98F0-277F4DB9C8ED}" dt="2024-11-14T20:01:38.193" v="33481" actId="1076"/>
        <pc:sldMkLst>
          <pc:docMk/>
          <pc:sldMk cId="86815464" sldId="760"/>
        </pc:sldMkLst>
        <pc:spChg chg="mod">
          <ac:chgData name="Laurianne Lair" userId="877d0e272dd2d022" providerId="LiveId" clId="{1020E764-7D77-4C96-98F0-277F4DB9C8ED}" dt="2024-11-14T19:27:38.722" v="33325" actId="20577"/>
          <ac:spMkLst>
            <pc:docMk/>
            <pc:sldMk cId="86815464" sldId="760"/>
            <ac:spMk id="2" creationId="{04C26E7B-025A-B6B3-DDD8-E023AC7B49AD}"/>
          </ac:spMkLst>
        </pc:spChg>
        <pc:graphicFrameChg chg="del">
          <ac:chgData name="Laurianne Lair" userId="877d0e272dd2d022" providerId="LiveId" clId="{1020E764-7D77-4C96-98F0-277F4DB9C8ED}" dt="2024-11-14T19:27:40.596" v="33326" actId="478"/>
          <ac:graphicFrameMkLst>
            <pc:docMk/>
            <pc:sldMk cId="86815464" sldId="760"/>
            <ac:graphicFrameMk id="3" creationId="{40D014C4-EA35-88F8-534A-0E8179820BED}"/>
          </ac:graphicFrameMkLst>
        </pc:graphicFrameChg>
        <pc:graphicFrameChg chg="add mod">
          <ac:chgData name="Laurianne Lair" userId="877d0e272dd2d022" providerId="LiveId" clId="{1020E764-7D77-4C96-98F0-277F4DB9C8ED}" dt="2024-11-14T19:29:58.943" v="33377" actId="1076"/>
          <ac:graphicFrameMkLst>
            <pc:docMk/>
            <pc:sldMk cId="86815464" sldId="760"/>
            <ac:graphicFrameMk id="5" creationId="{641C5A94-FB59-C38E-5C28-16D85E6A0F5D}"/>
          </ac:graphicFrameMkLst>
        </pc:graphicFrameChg>
        <pc:graphicFrameChg chg="add mod">
          <ac:chgData name="Laurianne Lair" userId="877d0e272dd2d022" providerId="LiveId" clId="{1020E764-7D77-4C96-98F0-277F4DB9C8ED}" dt="2024-11-14T19:30:02.502" v="33379" actId="1076"/>
          <ac:graphicFrameMkLst>
            <pc:docMk/>
            <pc:sldMk cId="86815464" sldId="760"/>
            <ac:graphicFrameMk id="7" creationId="{9AD2AC8B-59F1-CE3B-8C3F-1EF5CBFD92D3}"/>
          </ac:graphicFrameMkLst>
        </pc:graphicFrameChg>
        <pc:graphicFrameChg chg="add del mod">
          <ac:chgData name="Laurianne Lair" userId="877d0e272dd2d022" providerId="LiveId" clId="{1020E764-7D77-4C96-98F0-277F4DB9C8ED}" dt="2024-11-14T20:01:30.600" v="33478" actId="478"/>
          <ac:graphicFrameMkLst>
            <pc:docMk/>
            <pc:sldMk cId="86815464" sldId="760"/>
            <ac:graphicFrameMk id="8" creationId="{47380069-5D1E-067B-40C7-9509944E29DF}"/>
          </ac:graphicFrameMkLst>
        </pc:graphicFrameChg>
        <pc:graphicFrameChg chg="del">
          <ac:chgData name="Laurianne Lair" userId="877d0e272dd2d022" providerId="LiveId" clId="{1020E764-7D77-4C96-98F0-277F4DB9C8ED}" dt="2024-11-14T19:27:41.365" v="33327" actId="478"/>
          <ac:graphicFrameMkLst>
            <pc:docMk/>
            <pc:sldMk cId="86815464" sldId="760"/>
            <ac:graphicFrameMk id="9" creationId="{266794D9-1AFA-CDD0-8906-E6C5676BF831}"/>
          </ac:graphicFrameMkLst>
        </pc:graphicFrameChg>
        <pc:graphicFrameChg chg="del">
          <ac:chgData name="Laurianne Lair" userId="877d0e272dd2d022" providerId="LiveId" clId="{1020E764-7D77-4C96-98F0-277F4DB9C8ED}" dt="2024-11-14T19:27:41.805" v="33328" actId="478"/>
          <ac:graphicFrameMkLst>
            <pc:docMk/>
            <pc:sldMk cId="86815464" sldId="760"/>
            <ac:graphicFrameMk id="10" creationId="{6A7529F4-1729-2948-9C03-27CF1413BED7}"/>
          </ac:graphicFrameMkLst>
        </pc:graphicFrameChg>
        <pc:graphicFrameChg chg="add mod">
          <ac:chgData name="Laurianne Lair" userId="877d0e272dd2d022" providerId="LiveId" clId="{1020E764-7D77-4C96-98F0-277F4DB9C8ED}" dt="2024-11-14T20:01:38.193" v="33481" actId="1076"/>
          <ac:graphicFrameMkLst>
            <pc:docMk/>
            <pc:sldMk cId="86815464" sldId="760"/>
            <ac:graphicFrameMk id="11" creationId="{57A91BA9-FE8D-B264-3C6D-AB2104FD79EA}"/>
          </ac:graphicFrameMkLst>
        </pc:graphicFrameChg>
      </pc:sldChg>
      <pc:sldChg chg="addSp delSp modSp add mod">
        <pc:chgData name="Laurianne Lair" userId="877d0e272dd2d022" providerId="LiveId" clId="{1020E764-7D77-4C96-98F0-277F4DB9C8ED}" dt="2024-11-14T21:56:02.690" v="33704" actId="1076"/>
        <pc:sldMkLst>
          <pc:docMk/>
          <pc:sldMk cId="1865263785" sldId="761"/>
        </pc:sldMkLst>
        <pc:spChg chg="mod">
          <ac:chgData name="Laurianne Lair" userId="877d0e272dd2d022" providerId="LiveId" clId="{1020E764-7D77-4C96-98F0-277F4DB9C8ED}" dt="2024-11-14T20:31:07.026" v="33663" actId="20577"/>
          <ac:spMkLst>
            <pc:docMk/>
            <pc:sldMk cId="1865263785" sldId="761"/>
            <ac:spMk id="2" creationId="{7626DA24-C11A-71C7-2C1F-9EEE3ECF21F4}"/>
          </ac:spMkLst>
        </pc:spChg>
        <pc:spChg chg="add mod">
          <ac:chgData name="Laurianne Lair" userId="877d0e272dd2d022" providerId="LiveId" clId="{1020E764-7D77-4C96-98F0-277F4DB9C8ED}" dt="2024-11-14T21:56:02.690" v="33704" actId="1076"/>
          <ac:spMkLst>
            <pc:docMk/>
            <pc:sldMk cId="1865263785" sldId="761"/>
            <ac:spMk id="5" creationId="{F1BE6146-7487-08A2-6F92-9E82CC3A7E3E}"/>
          </ac:spMkLst>
        </pc:spChg>
        <pc:spChg chg="mod">
          <ac:chgData name="Laurianne Lair" userId="877d0e272dd2d022" providerId="LiveId" clId="{1020E764-7D77-4C96-98F0-277F4DB9C8ED}" dt="2024-11-14T21:54:12.162" v="33680" actId="1076"/>
          <ac:spMkLst>
            <pc:docMk/>
            <pc:sldMk cId="1865263785" sldId="761"/>
            <ac:spMk id="26" creationId="{8944007D-69FA-B589-7C23-B9715B617473}"/>
          </ac:spMkLst>
        </pc:spChg>
        <pc:graphicFrameChg chg="add mod">
          <ac:chgData name="Laurianne Lair" userId="877d0e272dd2d022" providerId="LiveId" clId="{1020E764-7D77-4C96-98F0-277F4DB9C8ED}" dt="2024-11-14T20:51:55.897" v="33674" actId="1076"/>
          <ac:graphicFrameMkLst>
            <pc:docMk/>
            <pc:sldMk cId="1865263785" sldId="761"/>
            <ac:graphicFrameMk id="3" creationId="{0640B3F9-C7F6-8AE3-2881-C6DBA3CBBFC7}"/>
          </ac:graphicFrameMkLst>
        </pc:graphicFrameChg>
        <pc:graphicFrameChg chg="del mod">
          <ac:chgData name="Laurianne Lair" userId="877d0e272dd2d022" providerId="LiveId" clId="{1020E764-7D77-4C96-98F0-277F4DB9C8ED}" dt="2024-11-14T20:29:11.838" v="33604" actId="478"/>
          <ac:graphicFrameMkLst>
            <pc:docMk/>
            <pc:sldMk cId="1865263785" sldId="761"/>
            <ac:graphicFrameMk id="25" creationId="{6E2D21FD-D1CC-647C-AF39-C04AF0DCFD43}"/>
          </ac:graphicFrameMkLst>
        </pc:graphicFrameChg>
      </pc:sldChg>
      <pc:sldChg chg="addSp modSp add mod">
        <pc:chgData name="Laurianne Lair" userId="877d0e272dd2d022" providerId="LiveId" clId="{1020E764-7D77-4C96-98F0-277F4DB9C8ED}" dt="2024-11-14T20:52:09.393" v="33677" actId="1076"/>
        <pc:sldMkLst>
          <pc:docMk/>
          <pc:sldMk cId="4244152021" sldId="762"/>
        </pc:sldMkLst>
        <pc:spChg chg="mod">
          <ac:chgData name="Laurianne Lair" userId="877d0e272dd2d022" providerId="LiveId" clId="{1020E764-7D77-4C96-98F0-277F4DB9C8ED}" dt="2024-11-14T20:31:14.184" v="33670" actId="20577"/>
          <ac:spMkLst>
            <pc:docMk/>
            <pc:sldMk cId="4244152021" sldId="762"/>
            <ac:spMk id="2" creationId="{EBA4B8DA-FFF2-8527-B857-AD3D23C73145}"/>
          </ac:spMkLst>
        </pc:spChg>
        <pc:graphicFrameChg chg="add mod">
          <ac:chgData name="Laurianne Lair" userId="877d0e272dd2d022" providerId="LiveId" clId="{1020E764-7D77-4C96-98F0-277F4DB9C8ED}" dt="2024-11-14T20:52:09.393" v="33677" actId="1076"/>
          <ac:graphicFrameMkLst>
            <pc:docMk/>
            <pc:sldMk cId="4244152021" sldId="762"/>
            <ac:graphicFrameMk id="3" creationId="{26964F92-73F7-7A09-83F9-C8BE2DA71E09}"/>
          </ac:graphicFrameMkLst>
        </pc:graphicFrameChg>
      </pc:sldChg>
      <pc:sldChg chg="add del">
        <pc:chgData name="Laurianne Lair" userId="877d0e272dd2d022" providerId="LiveId" clId="{1020E764-7D77-4C96-98F0-277F4DB9C8ED}" dt="2024-11-16T01:18:26.625" v="37360" actId="2696"/>
        <pc:sldMkLst>
          <pc:docMk/>
          <pc:sldMk cId="1599691810" sldId="763"/>
        </pc:sldMkLst>
      </pc:sldChg>
      <pc:sldChg chg="delSp modSp add mod delAnim">
        <pc:chgData name="Laurianne Lair" userId="877d0e272dd2d022" providerId="LiveId" clId="{1020E764-7D77-4C96-98F0-277F4DB9C8ED}" dt="2024-11-15T13:56:17.779" v="33932" actId="20577"/>
        <pc:sldMkLst>
          <pc:docMk/>
          <pc:sldMk cId="2869760703" sldId="764"/>
        </pc:sldMkLst>
        <pc:spChg chg="mod">
          <ac:chgData name="Laurianne Lair" userId="877d0e272dd2d022" providerId="LiveId" clId="{1020E764-7D77-4C96-98F0-277F4DB9C8ED}" dt="2024-11-15T13:56:17.779" v="33932" actId="20577"/>
          <ac:spMkLst>
            <pc:docMk/>
            <pc:sldMk cId="2869760703" sldId="764"/>
            <ac:spMk id="2" creationId="{B2C7C937-4359-5F43-5791-3E8FEC32C749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" creationId="{B35DEFF9-9E7F-FF07-4191-3921589C933D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4" creationId="{A5BC07AD-72DE-6941-3CBD-6712D55AD5D8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6" creationId="{D0B7D5B9-9266-CBC5-96A2-573D21D73131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7" creationId="{FDFAB3B7-2BA2-7E1D-C9B2-16C34789BF9E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8" creationId="{9267EFFC-6AC0-4BAF-3503-F663CD8B8618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9" creationId="{B2BA6519-C4B2-61F3-A3AB-D7F1081A3F64}"/>
          </ac:spMkLst>
        </pc:spChg>
        <pc:spChg chg="del">
          <ac:chgData name="Laurianne Lair" userId="877d0e272dd2d022" providerId="LiveId" clId="{1020E764-7D77-4C96-98F0-277F4DB9C8ED}" dt="2024-11-15T13:56:14.019" v="33921" actId="478"/>
          <ac:spMkLst>
            <pc:docMk/>
            <pc:sldMk cId="2869760703" sldId="764"/>
            <ac:spMk id="13" creationId="{E1D66EAE-BB4E-8406-9ECA-6949D140C166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24" creationId="{44518E2D-3F16-BBA1-B0B5-252616C0AF6F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26" creationId="{E26FF1D5-6994-1D1E-2450-8D2C55085373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27" creationId="{8C503D8D-98D0-D03C-DE93-1C4CE456B80F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28" creationId="{3F96930E-F74D-CE82-DFC9-E8E2415B8512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29" creationId="{E4EA19B2-0F70-4A65-F81D-B00D80DCBB38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0" creationId="{8BFF3E00-22D8-68A8-9A36-EADFAF86DEA1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1" creationId="{AF598245-F964-AC8B-ED95-D197E95327EA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2" creationId="{F1F85CE5-FB19-7D5D-5862-AC2D83A8F233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3" creationId="{FC25620A-62B9-0856-220C-2E322A483486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4" creationId="{08C68479-63A1-D3A5-F247-1AAA8CA7D3ED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5" creationId="{028EFEF6-8A53-9A0D-44E4-D7B060A91AE1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7" creationId="{B42D293E-F9CB-3B92-9157-940E42C759FA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8" creationId="{5830D6CF-9CCA-6C2A-E100-D30E032ED083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39" creationId="{C515F21D-DFE9-6983-CE79-66710CB6B1D8}"/>
          </ac:spMkLst>
        </pc:spChg>
        <pc:spChg chg="del">
          <ac:chgData name="Laurianne Lair" userId="877d0e272dd2d022" providerId="LiveId" clId="{1020E764-7D77-4C96-98F0-277F4DB9C8ED}" dt="2024-11-15T13:52:46.900" v="33768" actId="478"/>
          <ac:spMkLst>
            <pc:docMk/>
            <pc:sldMk cId="2869760703" sldId="764"/>
            <ac:spMk id="40" creationId="{842D4AEA-9AD8-E244-FD18-51B46AC9361A}"/>
          </ac:spMkLst>
        </pc:spChg>
        <pc:graphicFrameChg chg="del">
          <ac:chgData name="Laurianne Lair" userId="877d0e272dd2d022" providerId="LiveId" clId="{1020E764-7D77-4C96-98F0-277F4DB9C8ED}" dt="2024-11-15T13:52:44.455" v="33767" actId="478"/>
          <ac:graphicFrameMkLst>
            <pc:docMk/>
            <pc:sldMk cId="2869760703" sldId="764"/>
            <ac:graphicFrameMk id="14" creationId="{A0DE00DB-2FAD-A692-7BB5-889A645FE251}"/>
          </ac:graphicFrameMkLst>
        </pc:graphicFrameChg>
        <pc:graphicFrameChg chg="del">
          <ac:chgData name="Laurianne Lair" userId="877d0e272dd2d022" providerId="LiveId" clId="{1020E764-7D77-4C96-98F0-277F4DB9C8ED}" dt="2024-11-15T13:52:43.645" v="33766" actId="478"/>
          <ac:graphicFrameMkLst>
            <pc:docMk/>
            <pc:sldMk cId="2869760703" sldId="764"/>
            <ac:graphicFrameMk id="18" creationId="{B34596FD-D525-3056-6F8C-C69D5D4B02F6}"/>
          </ac:graphicFrameMkLst>
        </pc:graphicFrameChg>
        <pc:graphicFrameChg chg="del">
          <ac:chgData name="Laurianne Lair" userId="877d0e272dd2d022" providerId="LiveId" clId="{1020E764-7D77-4C96-98F0-277F4DB9C8ED}" dt="2024-11-15T13:52:46.900" v="33768" actId="478"/>
          <ac:graphicFrameMkLst>
            <pc:docMk/>
            <pc:sldMk cId="2869760703" sldId="764"/>
            <ac:graphicFrameMk id="20" creationId="{EFB20582-B62C-A357-B1FE-5F38134A154D}"/>
          </ac:graphicFrameMkLst>
        </pc:graphicFrameChg>
        <pc:graphicFrameChg chg="del">
          <ac:chgData name="Laurianne Lair" userId="877d0e272dd2d022" providerId="LiveId" clId="{1020E764-7D77-4C96-98F0-277F4DB9C8ED}" dt="2024-11-15T13:52:46.900" v="33768" actId="478"/>
          <ac:graphicFrameMkLst>
            <pc:docMk/>
            <pc:sldMk cId="2869760703" sldId="764"/>
            <ac:graphicFrameMk id="22" creationId="{9EC8D16C-9FAC-C387-26E8-B792671B81F8}"/>
          </ac:graphicFrameMkLst>
        </pc:graphicFrameChg>
        <pc:picChg chg="mod">
          <ac:chgData name="Laurianne Lair" userId="877d0e272dd2d022" providerId="LiveId" clId="{1020E764-7D77-4C96-98F0-277F4DB9C8ED}" dt="2024-11-15T13:52:51.405" v="33771" actId="1076"/>
          <ac:picMkLst>
            <pc:docMk/>
            <pc:sldMk cId="2869760703" sldId="764"/>
            <ac:picMk id="11" creationId="{22E79062-4C21-A806-8950-031B9C2EB8D7}"/>
          </ac:picMkLst>
        </pc:picChg>
      </pc:sldChg>
      <pc:sldChg chg="addSp delSp modSp add mod ord">
        <pc:chgData name="Laurianne Lair" userId="877d0e272dd2d022" providerId="LiveId" clId="{1020E764-7D77-4C96-98F0-277F4DB9C8ED}" dt="2024-11-15T13:56:28.695" v="33952" actId="478"/>
        <pc:sldMkLst>
          <pc:docMk/>
          <pc:sldMk cId="1954549161" sldId="765"/>
        </pc:sldMkLst>
        <pc:spChg chg="mod">
          <ac:chgData name="Laurianne Lair" userId="877d0e272dd2d022" providerId="LiveId" clId="{1020E764-7D77-4C96-98F0-277F4DB9C8ED}" dt="2024-11-15T13:56:25.592" v="33951" actId="20577"/>
          <ac:spMkLst>
            <pc:docMk/>
            <pc:sldMk cId="1954549161" sldId="765"/>
            <ac:spMk id="2" creationId="{A90EBC09-477D-8A3D-4117-14E04771B785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3" creationId="{BFA28160-1697-6B23-FD8F-466F8B1C8633}"/>
          </ac:spMkLst>
        </pc:spChg>
        <pc:spChg chg="add mod">
          <ac:chgData name="Laurianne Lair" userId="877d0e272dd2d022" providerId="LiveId" clId="{1020E764-7D77-4C96-98F0-277F4DB9C8ED}" dt="2024-11-15T13:54:25.757" v="33809" actId="1076"/>
          <ac:spMkLst>
            <pc:docMk/>
            <pc:sldMk cId="1954549161" sldId="765"/>
            <ac:spMk id="5" creationId="{44AB284F-261C-BF3F-5940-2EF3375957E9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8" creationId="{93AC401E-E3B7-9BFA-A2E7-BBBAC6FA313A}"/>
          </ac:spMkLst>
        </pc:spChg>
        <pc:spChg chg="del">
          <ac:chgData name="Laurianne Lair" userId="877d0e272dd2d022" providerId="LiveId" clId="{1020E764-7D77-4C96-98F0-277F4DB9C8ED}" dt="2024-11-15T13:53:29.876" v="33778" actId="478"/>
          <ac:spMkLst>
            <pc:docMk/>
            <pc:sldMk cId="1954549161" sldId="765"/>
            <ac:spMk id="9" creationId="{A6E54E28-1DD1-DD5E-5FE2-4B7DDD0B633A}"/>
          </ac:spMkLst>
        </pc:spChg>
        <pc:spChg chg="add mod">
          <ac:chgData name="Laurianne Lair" userId="877d0e272dd2d022" providerId="LiveId" clId="{1020E764-7D77-4C96-98F0-277F4DB9C8ED}" dt="2024-11-15T13:54:25.757" v="33809" actId="1076"/>
          <ac:spMkLst>
            <pc:docMk/>
            <pc:sldMk cId="1954549161" sldId="765"/>
            <ac:spMk id="10" creationId="{8D73B1DF-298A-3073-8A5C-6C6752A321F5}"/>
          </ac:spMkLst>
        </pc:spChg>
        <pc:spChg chg="add mod">
          <ac:chgData name="Laurianne Lair" userId="877d0e272dd2d022" providerId="LiveId" clId="{1020E764-7D77-4C96-98F0-277F4DB9C8ED}" dt="2024-11-15T13:54:41.206" v="33811" actId="20577"/>
          <ac:spMkLst>
            <pc:docMk/>
            <pc:sldMk cId="1954549161" sldId="765"/>
            <ac:spMk id="11" creationId="{D435CA9C-2715-B3B4-E655-0B771DFDC4C6}"/>
          </ac:spMkLst>
        </pc:spChg>
        <pc:spChg chg="add mod">
          <ac:chgData name="Laurianne Lair" userId="877d0e272dd2d022" providerId="LiveId" clId="{1020E764-7D77-4C96-98F0-277F4DB9C8ED}" dt="2024-11-15T13:54:21.530" v="33808" actId="403"/>
          <ac:spMkLst>
            <pc:docMk/>
            <pc:sldMk cId="1954549161" sldId="765"/>
            <ac:spMk id="12" creationId="{FC8F6BB6-4D9E-B2DA-8304-6FE92DCBE607}"/>
          </ac:spMkLst>
        </pc:spChg>
        <pc:spChg chg="del">
          <ac:chgData name="Laurianne Lair" userId="877d0e272dd2d022" providerId="LiveId" clId="{1020E764-7D77-4C96-98F0-277F4DB9C8ED}" dt="2024-11-15T13:56:28.695" v="33952" actId="478"/>
          <ac:spMkLst>
            <pc:docMk/>
            <pc:sldMk cId="1954549161" sldId="765"/>
            <ac:spMk id="13" creationId="{863CA8D0-70F8-7B7C-0CB3-42CBC3FB1C05}"/>
          </ac:spMkLst>
        </pc:spChg>
        <pc:spChg chg="del">
          <ac:chgData name="Laurianne Lair" userId="877d0e272dd2d022" providerId="LiveId" clId="{1020E764-7D77-4C96-98F0-277F4DB9C8ED}" dt="2024-11-15T13:53:29.876" v="33778" actId="478"/>
          <ac:spMkLst>
            <pc:docMk/>
            <pc:sldMk cId="1954549161" sldId="765"/>
            <ac:spMk id="24" creationId="{8C649EB2-1091-976B-E832-79D7EAE3A4ED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26" creationId="{AE09505D-4587-C3DA-490C-273B82B39007}"/>
          </ac:spMkLst>
        </pc:spChg>
        <pc:spChg chg="del">
          <ac:chgData name="Laurianne Lair" userId="877d0e272dd2d022" providerId="LiveId" clId="{1020E764-7D77-4C96-98F0-277F4DB9C8ED}" dt="2024-11-15T13:53:29.876" v="33778" actId="478"/>
          <ac:spMkLst>
            <pc:docMk/>
            <pc:sldMk cId="1954549161" sldId="765"/>
            <ac:spMk id="27" creationId="{D6F7A7DB-5F8A-7DEB-EFAC-CE9F56736A93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28" creationId="{83F0B27D-11A9-F2B9-E722-F5C6322E8118}"/>
          </ac:spMkLst>
        </pc:spChg>
        <pc:spChg chg="del">
          <ac:chgData name="Laurianne Lair" userId="877d0e272dd2d022" providerId="LiveId" clId="{1020E764-7D77-4C96-98F0-277F4DB9C8ED}" dt="2024-11-15T13:53:29.876" v="33778" actId="478"/>
          <ac:spMkLst>
            <pc:docMk/>
            <pc:sldMk cId="1954549161" sldId="765"/>
            <ac:spMk id="29" creationId="{DA556902-F81E-35C2-3260-052E5A07B4C1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30" creationId="{074C0072-7BB5-6E4A-A51B-C4405E286FB3}"/>
          </ac:spMkLst>
        </pc:spChg>
        <pc:spChg chg="del">
          <ac:chgData name="Laurianne Lair" userId="877d0e272dd2d022" providerId="LiveId" clId="{1020E764-7D77-4C96-98F0-277F4DB9C8ED}" dt="2024-11-15T13:53:29.876" v="33778" actId="478"/>
          <ac:spMkLst>
            <pc:docMk/>
            <pc:sldMk cId="1954549161" sldId="765"/>
            <ac:spMk id="31" creationId="{921FB089-0039-674A-0A77-4461FC8E209B}"/>
          </ac:spMkLst>
        </pc:spChg>
        <pc:spChg chg="del">
          <ac:chgData name="Laurianne Lair" userId="877d0e272dd2d022" providerId="LiveId" clId="{1020E764-7D77-4C96-98F0-277F4DB9C8ED}" dt="2024-11-15T13:53:25.537" v="33776" actId="478"/>
          <ac:spMkLst>
            <pc:docMk/>
            <pc:sldMk cId="1954549161" sldId="765"/>
            <ac:spMk id="32" creationId="{E4B0CC28-07AD-2625-7105-1F29B5828F7D}"/>
          </ac:spMkLst>
        </pc:spChg>
        <pc:graphicFrameChg chg="del">
          <ac:chgData name="Laurianne Lair" userId="877d0e272dd2d022" providerId="LiveId" clId="{1020E764-7D77-4C96-98F0-277F4DB9C8ED}" dt="2024-11-15T13:53:22.043" v="33775" actId="478"/>
          <ac:graphicFrameMkLst>
            <pc:docMk/>
            <pc:sldMk cId="1954549161" sldId="765"/>
            <ac:graphicFrameMk id="18" creationId="{9D44E777-57A0-6181-A627-3C57C7E868DE}"/>
          </ac:graphicFrameMkLst>
        </pc:graphicFrameChg>
        <pc:graphicFrameChg chg="del">
          <ac:chgData name="Laurianne Lair" userId="877d0e272dd2d022" providerId="LiveId" clId="{1020E764-7D77-4C96-98F0-277F4DB9C8ED}" dt="2024-11-15T13:53:26.387" v="33777" actId="478"/>
          <ac:graphicFrameMkLst>
            <pc:docMk/>
            <pc:sldMk cId="1954549161" sldId="765"/>
            <ac:graphicFrameMk id="20" creationId="{AD36FB16-6FD0-3CAD-10C9-D4752E5A85BA}"/>
          </ac:graphicFrameMkLst>
        </pc:graphicFrameChg>
      </pc:sldChg>
      <pc:sldChg chg="delSp modSp add mod">
        <pc:chgData name="Laurianne Lair" userId="877d0e272dd2d022" providerId="LiveId" clId="{1020E764-7D77-4C96-98F0-277F4DB9C8ED}" dt="2024-11-15T13:55:54.038" v="33875" actId="478"/>
        <pc:sldMkLst>
          <pc:docMk/>
          <pc:sldMk cId="3899660399" sldId="766"/>
        </pc:sldMkLst>
        <pc:spChg chg="del">
          <ac:chgData name="Laurianne Lair" userId="877d0e272dd2d022" providerId="LiveId" clId="{1020E764-7D77-4C96-98F0-277F4DB9C8ED}" dt="2024-11-15T13:55:54.038" v="33875" actId="478"/>
          <ac:spMkLst>
            <pc:docMk/>
            <pc:sldMk cId="3899660399" sldId="766"/>
            <ac:spMk id="2" creationId="{497A1265-1CEA-0A54-847A-29D0E1DA970F}"/>
          </ac:spMkLst>
        </pc:spChg>
        <pc:spChg chg="mod">
          <ac:chgData name="Laurianne Lair" userId="877d0e272dd2d022" providerId="LiveId" clId="{1020E764-7D77-4C96-98F0-277F4DB9C8ED}" dt="2024-11-15T13:55:51.811" v="33874" actId="20577"/>
          <ac:spMkLst>
            <pc:docMk/>
            <pc:sldMk cId="3899660399" sldId="766"/>
            <ac:spMk id="10" creationId="{079EEC64-264A-1357-E6F1-17E68F845766}"/>
          </ac:spMkLst>
        </pc:spChg>
      </pc:sldChg>
      <pc:sldChg chg="addSp delSp modSp add mod modNotesTx">
        <pc:chgData name="Laurianne Lair" userId="877d0e272dd2d022" providerId="LiveId" clId="{1020E764-7D77-4C96-98F0-277F4DB9C8ED}" dt="2024-11-18T12:57:43.029" v="71371" actId="20577"/>
        <pc:sldMkLst>
          <pc:docMk/>
          <pc:sldMk cId="1286084958" sldId="767"/>
        </pc:sldMkLst>
        <pc:spChg chg="add del mod">
          <ac:chgData name="Laurianne Lair" userId="877d0e272dd2d022" providerId="LiveId" clId="{1020E764-7D77-4C96-98F0-277F4DB9C8ED}" dt="2024-11-16T00:06:44.901" v="36932" actId="478"/>
          <ac:spMkLst>
            <pc:docMk/>
            <pc:sldMk cId="1286084958" sldId="767"/>
            <ac:spMk id="2" creationId="{D1CD7112-9489-A9F5-162C-6BDC10D8A87E}"/>
          </ac:spMkLst>
        </pc:spChg>
        <pc:spChg chg="add mod">
          <ac:chgData name="Laurianne Lair" userId="877d0e272dd2d022" providerId="LiveId" clId="{1020E764-7D77-4C96-98F0-277F4DB9C8ED}" dt="2024-11-15T23:58:28.021" v="36679" actId="1076"/>
          <ac:spMkLst>
            <pc:docMk/>
            <pc:sldMk cId="1286084958" sldId="767"/>
            <ac:spMk id="4" creationId="{7A5E5A5C-69E4-7EA2-DBF1-D86E55830EBC}"/>
          </ac:spMkLst>
        </pc:spChg>
        <pc:spChg chg="add mod">
          <ac:chgData name="Laurianne Lair" userId="877d0e272dd2d022" providerId="LiveId" clId="{1020E764-7D77-4C96-98F0-277F4DB9C8ED}" dt="2024-11-15T23:58:39.652" v="36684" actId="12"/>
          <ac:spMkLst>
            <pc:docMk/>
            <pc:sldMk cId="1286084958" sldId="767"/>
            <ac:spMk id="6" creationId="{14313697-4805-3614-AC4F-012A1718C8F4}"/>
          </ac:spMkLst>
        </pc:spChg>
        <pc:spChg chg="mod">
          <ac:chgData name="Laurianne Lair" userId="877d0e272dd2d022" providerId="LiveId" clId="{1020E764-7D77-4C96-98F0-277F4DB9C8ED}" dt="2024-11-15T15:20:21.493" v="35209" actId="20577"/>
          <ac:spMkLst>
            <pc:docMk/>
            <pc:sldMk cId="1286084958" sldId="767"/>
            <ac:spMk id="10" creationId="{CDEDB3D4-1DB4-77A0-04E3-40F2D64DED12}"/>
          </ac:spMkLst>
        </pc:spChg>
        <pc:spChg chg="add mod">
          <ac:chgData name="Laurianne Lair" userId="877d0e272dd2d022" providerId="LiveId" clId="{1020E764-7D77-4C96-98F0-277F4DB9C8ED}" dt="2024-11-16T00:03:55.469" v="36909" actId="1076"/>
          <ac:spMkLst>
            <pc:docMk/>
            <pc:sldMk cId="1286084958" sldId="767"/>
            <ac:spMk id="13" creationId="{8DA8559F-6AC7-95E2-55A8-61A212493725}"/>
          </ac:spMkLst>
        </pc:spChg>
        <pc:spChg chg="add mod">
          <ac:chgData name="Laurianne Lair" userId="877d0e272dd2d022" providerId="LiveId" clId="{1020E764-7D77-4C96-98F0-277F4DB9C8ED}" dt="2024-11-16T00:18:12.907" v="36947" actId="14100"/>
          <ac:spMkLst>
            <pc:docMk/>
            <pc:sldMk cId="1286084958" sldId="767"/>
            <ac:spMk id="15" creationId="{24A1B7D7-E0DF-C915-818C-C488D5608F13}"/>
          </ac:spMkLst>
        </pc:spChg>
        <pc:spChg chg="add mod">
          <ac:chgData name="Laurianne Lair" userId="877d0e272dd2d022" providerId="LiveId" clId="{1020E764-7D77-4C96-98F0-277F4DB9C8ED}" dt="2024-11-16T00:28:31.547" v="37107" actId="1076"/>
          <ac:spMkLst>
            <pc:docMk/>
            <pc:sldMk cId="1286084958" sldId="767"/>
            <ac:spMk id="17" creationId="{5C5549CD-BBAD-6477-43A3-F54EB3C4F0C9}"/>
          </ac:spMkLst>
        </pc:spChg>
        <pc:spChg chg="add mod">
          <ac:chgData name="Laurianne Lair" userId="877d0e272dd2d022" providerId="LiveId" clId="{1020E764-7D77-4C96-98F0-277F4DB9C8ED}" dt="2024-11-16T00:44:19.036" v="37128" actId="14100"/>
          <ac:spMkLst>
            <pc:docMk/>
            <pc:sldMk cId="1286084958" sldId="767"/>
            <ac:spMk id="23" creationId="{ACE1D5C6-F6AE-7EDA-66A5-0FB3F0B0B0EB}"/>
          </ac:spMkLst>
        </pc:spChg>
        <pc:picChg chg="add mod">
          <ac:chgData name="Laurianne Lair" userId="877d0e272dd2d022" providerId="LiveId" clId="{1020E764-7D77-4C96-98F0-277F4DB9C8ED}" dt="2024-11-16T00:20:51.889" v="36948" actId="1076"/>
          <ac:picMkLst>
            <pc:docMk/>
            <pc:sldMk cId="1286084958" sldId="767"/>
            <ac:picMk id="8" creationId="{AB08B83A-88C7-7CAD-382B-DD66CDD2F061}"/>
          </ac:picMkLst>
        </pc:picChg>
        <pc:picChg chg="add mod">
          <ac:chgData name="Laurianne Lair" userId="877d0e272dd2d022" providerId="LiveId" clId="{1020E764-7D77-4C96-98F0-277F4DB9C8ED}" dt="2024-11-16T00:17:51.756" v="36933" actId="1076"/>
          <ac:picMkLst>
            <pc:docMk/>
            <pc:sldMk cId="1286084958" sldId="767"/>
            <ac:picMk id="11" creationId="{AC831341-8654-310F-79FF-70AD989DC20E}"/>
          </ac:picMkLst>
        </pc:picChg>
        <pc:picChg chg="add mod">
          <ac:chgData name="Laurianne Lair" userId="877d0e272dd2d022" providerId="LiveId" clId="{1020E764-7D77-4C96-98F0-277F4DB9C8ED}" dt="2024-11-16T00:29:03.917" v="37113" actId="1076"/>
          <ac:picMkLst>
            <pc:docMk/>
            <pc:sldMk cId="1286084958" sldId="767"/>
            <ac:picMk id="19" creationId="{25BDD19E-DF08-B248-9F66-12FB75DBD021}"/>
          </ac:picMkLst>
        </pc:picChg>
        <pc:picChg chg="add mod">
          <ac:chgData name="Laurianne Lair" userId="877d0e272dd2d022" providerId="LiveId" clId="{1020E764-7D77-4C96-98F0-277F4DB9C8ED}" dt="2024-11-16T00:44:16.224" v="37127" actId="1076"/>
          <ac:picMkLst>
            <pc:docMk/>
            <pc:sldMk cId="1286084958" sldId="767"/>
            <ac:picMk id="21" creationId="{79677676-11D0-E4A6-4065-194099780353}"/>
          </ac:picMkLst>
        </pc:picChg>
      </pc:sldChg>
      <pc:sldChg chg="addSp delSp modSp add mod delAnim">
        <pc:chgData name="Laurianne Lair" userId="877d0e272dd2d022" providerId="LiveId" clId="{1020E764-7D77-4C96-98F0-277F4DB9C8ED}" dt="2024-11-15T14:06:45.800" v="34011" actId="1076"/>
        <pc:sldMkLst>
          <pc:docMk/>
          <pc:sldMk cId="877204209" sldId="768"/>
        </pc:sldMkLst>
        <pc:spChg chg="mod">
          <ac:chgData name="Laurianne Lair" userId="877d0e272dd2d022" providerId="LiveId" clId="{1020E764-7D77-4C96-98F0-277F4DB9C8ED}" dt="2024-11-15T14:06:42.610" v="34010" actId="26606"/>
          <ac:spMkLst>
            <pc:docMk/>
            <pc:sldMk cId="877204209" sldId="768"/>
            <ac:spMk id="2" creationId="{23CE4D22-12A1-804E-8435-9A7244329C6D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4" creationId="{70F546A5-8D92-A8C6-D09B-11153DE55B2C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5" creationId="{47106703-9F54-3C61-5938-D71F8C544898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6" creationId="{238BF987-D5B4-34BD-C96E-DB9997CC56CD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9" creationId="{E262C25B-3722-DC1D-DDCE-4741F64AC915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10" creationId="{C054A70E-D8C3-711A-5692-65F9A34DA3B3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12" creationId="{A2A31290-B57D-452E-F3F8-299A29F1C7E3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14" creationId="{2C16DFD8-FCC0-EF66-5D3F-21111FCC4FB3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16" creationId="{5906307C-7D7A-1DC6-53F1-140A7C4314C6}"/>
          </ac:spMkLst>
        </pc:spChg>
        <pc:spChg chg="ord">
          <ac:chgData name="Laurianne Lair" userId="877d0e272dd2d022" providerId="LiveId" clId="{1020E764-7D77-4C96-98F0-277F4DB9C8ED}" dt="2024-11-15T14:06:42.610" v="34010" actId="26606"/>
          <ac:spMkLst>
            <pc:docMk/>
            <pc:sldMk cId="877204209" sldId="768"/>
            <ac:spMk id="17" creationId="{00F665A8-A08A-48F4-D929-72F1DE3C244C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4" creationId="{443F4D0F-9454-5BA5-1605-9F0F0D6D24B7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5" creationId="{F7FDC7AF-E23A-AA05-FEE5-1509F39B1193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6" creationId="{CEE1A0F3-DB42-D0F4-AC1E-703ADA76896F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7" creationId="{AE588FE6-036E-2302-EC70-61F6F3F32775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8" creationId="{5AC0721C-A23A-0A05-57CA-4C97B7430B58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29" creationId="{50DDE712-7F5A-CE3D-97B3-CB87409182E0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0" creationId="{E6E37D9B-66B7-6F6F-BBA8-7984CCAE790C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1" creationId="{DE7E2834-A7D0-2AA9-8A1E-D881878097AB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2" creationId="{2187FC17-016E-D032-E4DF-3B1FE6167065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3" creationId="{BC29C723-B62B-E9E7-9EFF-75ABCE576155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4" creationId="{922BF519-E173-B4DE-553E-36407CECC6B5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6" creationId="{3E7B2A8F-D9EC-7697-8C87-A905A0697B8D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7" creationId="{0B1DE4C9-BFA7-6B90-68E5-9C54012A6190}"/>
          </ac:spMkLst>
        </pc:spChg>
        <pc:spChg chg="del">
          <ac:chgData name="Laurianne Lair" userId="877d0e272dd2d022" providerId="LiveId" clId="{1020E764-7D77-4C96-98F0-277F4DB9C8ED}" dt="2024-11-15T13:59:36.614" v="34006" actId="478"/>
          <ac:spMkLst>
            <pc:docMk/>
            <pc:sldMk cId="877204209" sldId="768"/>
            <ac:spMk id="38" creationId="{A7F33294-1482-76DD-8EA2-BC0A5555DD8A}"/>
          </ac:spMkLst>
        </pc:spChg>
        <pc:spChg chg="mod ord">
          <ac:chgData name="Laurianne Lair" userId="877d0e272dd2d022" providerId="LiveId" clId="{1020E764-7D77-4C96-98F0-277F4DB9C8ED}" dt="2024-11-15T14:06:42.610" v="34010" actId="26606"/>
          <ac:spMkLst>
            <pc:docMk/>
            <pc:sldMk cId="877204209" sldId="768"/>
            <ac:spMk id="42" creationId="{5A8660AC-40DD-01BF-F218-FE3B3F138A72}"/>
          </ac:spMkLst>
        </pc:sp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3" creationId="{80545B09-5D20-1E8C-3F1C-0753C762E0C9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7" creationId="{1EF80C3E-08AD-C861-BFEE-99A20A86F76D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13" creationId="{B14C1CA1-A007-B5B3-3E07-CDA99CA4EC07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18" creationId="{13BF22A5-0F6A-DE44-8F8A-7140277D5632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20" creationId="{2C1F4CBE-7619-5C61-2F6B-11031DFAF771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21" creationId="{77286015-5B88-BAE3-83D8-EC1D963F6D0D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22" creationId="{BF9E7D1A-5B7E-B014-5413-4E462D7ECD96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23" creationId="{7EA2839A-EAC7-A138-6F9C-CE9E31B090A7}"/>
          </ac:graphicFrameMkLst>
        </pc:graphicFrameChg>
        <pc:graphicFrameChg chg="del">
          <ac:chgData name="Laurianne Lair" userId="877d0e272dd2d022" providerId="LiveId" clId="{1020E764-7D77-4C96-98F0-277F4DB9C8ED}" dt="2024-11-15T13:59:36.614" v="34006" actId="478"/>
          <ac:graphicFrameMkLst>
            <pc:docMk/>
            <pc:sldMk cId="877204209" sldId="768"/>
            <ac:graphicFrameMk id="39" creationId="{222FBE6A-7965-4D10-65BB-A72606A0CE07}"/>
          </ac:graphicFrameMkLst>
        </pc:graphicFrameChg>
        <pc:picChg chg="add mod">
          <ac:chgData name="Laurianne Lair" userId="877d0e272dd2d022" providerId="LiveId" clId="{1020E764-7D77-4C96-98F0-277F4DB9C8ED}" dt="2024-11-15T14:06:45.800" v="34011" actId="1076"/>
          <ac:picMkLst>
            <pc:docMk/>
            <pc:sldMk cId="877204209" sldId="768"/>
            <ac:picMk id="15" creationId="{2BF9C62C-9DD9-7BC5-BA46-560AB173F1C9}"/>
          </ac:picMkLst>
        </pc:picChg>
        <pc:cxnChg chg="del">
          <ac:chgData name="Laurianne Lair" userId="877d0e272dd2d022" providerId="LiveId" clId="{1020E764-7D77-4C96-98F0-277F4DB9C8ED}" dt="2024-11-15T13:59:36.614" v="34006" actId="478"/>
          <ac:cxnSpMkLst>
            <pc:docMk/>
            <pc:sldMk cId="877204209" sldId="768"/>
            <ac:cxnSpMk id="8" creationId="{7213B803-E505-DCCE-AE5C-AA4CDA1F4AE3}"/>
          </ac:cxnSpMkLst>
        </pc:cxnChg>
      </pc:sldChg>
      <pc:sldChg chg="addSp delSp modSp add mod modAnim">
        <pc:chgData name="Laurianne Lair" userId="877d0e272dd2d022" providerId="LiveId" clId="{1020E764-7D77-4C96-98F0-277F4DB9C8ED}" dt="2024-11-17T17:45:18.880" v="67082" actId="20577"/>
        <pc:sldMkLst>
          <pc:docMk/>
          <pc:sldMk cId="1378130217" sldId="769"/>
        </pc:sldMkLst>
        <pc:spChg chg="mod">
          <ac:chgData name="Laurianne Lair" userId="877d0e272dd2d022" providerId="LiveId" clId="{1020E764-7D77-4C96-98F0-277F4DB9C8ED}" dt="2024-11-15T15:22:25.480" v="35254" actId="1076"/>
          <ac:spMkLst>
            <pc:docMk/>
            <pc:sldMk cId="1378130217" sldId="769"/>
            <ac:spMk id="2" creationId="{B4DAFA14-B45D-4F4F-99E2-BDEC3F9004F3}"/>
          </ac:spMkLst>
        </pc:spChg>
        <pc:spChg chg="add mod">
          <ac:chgData name="Laurianne Lair" userId="877d0e272dd2d022" providerId="LiveId" clId="{1020E764-7D77-4C96-98F0-277F4DB9C8ED}" dt="2024-11-17T17:45:18.880" v="67082" actId="20577"/>
          <ac:spMkLst>
            <pc:docMk/>
            <pc:sldMk cId="1378130217" sldId="769"/>
            <ac:spMk id="3" creationId="{1ED0FBC8-4EFC-D5CA-5E35-AFBDC5666EA1}"/>
          </ac:spMkLst>
        </pc:spChg>
        <pc:spChg chg="add mod">
          <ac:chgData name="Laurianne Lair" userId="877d0e272dd2d022" providerId="LiveId" clId="{1020E764-7D77-4C96-98F0-277F4DB9C8ED}" dt="2024-11-16T00:53:44.921" v="37286" actId="1076"/>
          <ac:spMkLst>
            <pc:docMk/>
            <pc:sldMk cId="1378130217" sldId="769"/>
            <ac:spMk id="4" creationId="{1648AAE5-3353-D0F8-359E-E13BE93C165F}"/>
          </ac:spMkLst>
        </pc:spChg>
        <pc:spChg chg="add mod">
          <ac:chgData name="Laurianne Lair" userId="877d0e272dd2d022" providerId="LiveId" clId="{1020E764-7D77-4C96-98F0-277F4DB9C8ED}" dt="2024-11-16T00:53:44.921" v="37286" actId="1076"/>
          <ac:spMkLst>
            <pc:docMk/>
            <pc:sldMk cId="1378130217" sldId="769"/>
            <ac:spMk id="5" creationId="{13C1932F-E7CA-A995-2796-4B5820699399}"/>
          </ac:spMkLst>
        </pc:spChg>
        <pc:spChg chg="add mod">
          <ac:chgData name="Laurianne Lair" userId="877d0e272dd2d022" providerId="LiveId" clId="{1020E764-7D77-4C96-98F0-277F4DB9C8ED}" dt="2024-11-16T00:53:44.921" v="37286" actId="1076"/>
          <ac:spMkLst>
            <pc:docMk/>
            <pc:sldMk cId="1378130217" sldId="769"/>
            <ac:spMk id="8" creationId="{14BF92AF-E804-7066-2BBF-F2FCCBEF736F}"/>
          </ac:spMkLst>
        </pc:spChg>
        <pc:graphicFrameChg chg="add mod">
          <ac:chgData name="Laurianne Lair" userId="877d0e272dd2d022" providerId="LiveId" clId="{1020E764-7D77-4C96-98F0-277F4DB9C8ED}" dt="2024-11-16T00:54:44.041" v="37287" actId="1076"/>
          <ac:graphicFrameMkLst>
            <pc:docMk/>
            <pc:sldMk cId="1378130217" sldId="769"/>
            <ac:graphicFrameMk id="6" creationId="{C40C7E0D-4A8B-5AAD-6A01-79B6EBE96F29}"/>
          </ac:graphicFrameMkLst>
        </pc:graphicFrameChg>
        <pc:graphicFrameChg chg="add mod modGraphic">
          <ac:chgData name="Laurianne Lair" userId="877d0e272dd2d022" providerId="LiveId" clId="{1020E764-7D77-4C96-98F0-277F4DB9C8ED}" dt="2024-11-16T00:53:39.082" v="37284" actId="1076"/>
          <ac:graphicFrameMkLst>
            <pc:docMk/>
            <pc:sldMk cId="1378130217" sldId="769"/>
            <ac:graphicFrameMk id="7" creationId="{57615A30-8A74-B4A3-8198-B41F1889A4D6}"/>
          </ac:graphicFrameMkLst>
        </pc:graphicFrameChg>
        <pc:graphicFrameChg chg="add mod">
          <ac:chgData name="Laurianne Lair" userId="877d0e272dd2d022" providerId="LiveId" clId="{1020E764-7D77-4C96-98F0-277F4DB9C8ED}" dt="2024-11-16T01:20:12.284" v="37365" actId="1076"/>
          <ac:graphicFrameMkLst>
            <pc:docMk/>
            <pc:sldMk cId="1378130217" sldId="769"/>
            <ac:graphicFrameMk id="11" creationId="{A1BDB058-8325-9137-4F6C-82E87FC9DA6E}"/>
          </ac:graphicFrameMkLst>
        </pc:graphicFrameChg>
        <pc:graphicFrameChg chg="add mod">
          <ac:chgData name="Laurianne Lair" userId="877d0e272dd2d022" providerId="LiveId" clId="{1020E764-7D77-4C96-98F0-277F4DB9C8ED}" dt="2024-11-16T01:20:12.284" v="37365" actId="1076"/>
          <ac:graphicFrameMkLst>
            <pc:docMk/>
            <pc:sldMk cId="1378130217" sldId="769"/>
            <ac:graphicFrameMk id="12" creationId="{7273D67F-2E04-8DA9-9C07-C0D45D1207ED}"/>
          </ac:graphicFrameMkLst>
        </pc:graphicFrameChg>
        <pc:picChg chg="del">
          <ac:chgData name="Laurianne Lair" userId="877d0e272dd2d022" providerId="LiveId" clId="{1020E764-7D77-4C96-98F0-277F4DB9C8ED}" dt="2024-11-15T15:22:26.661" v="35255" actId="478"/>
          <ac:picMkLst>
            <pc:docMk/>
            <pc:sldMk cId="1378130217" sldId="769"/>
            <ac:picMk id="15" creationId="{62E14A25-9AC4-7298-6B4D-75F49875425F}"/>
          </ac:picMkLst>
        </pc:picChg>
        <pc:cxnChg chg="add del mod">
          <ac:chgData name="Laurianne Lair" userId="877d0e272dd2d022" providerId="LiveId" clId="{1020E764-7D77-4C96-98F0-277F4DB9C8ED}" dt="2024-11-16T01:20:17.059" v="37367" actId="478"/>
          <ac:cxnSpMkLst>
            <pc:docMk/>
            <pc:sldMk cId="1378130217" sldId="769"/>
            <ac:cxnSpMk id="9" creationId="{C42BF186-83F5-9BFE-35FE-DFA73D5DACE3}"/>
          </ac:cxnSpMkLst>
        </pc:cxnChg>
        <pc:cxnChg chg="add del mod">
          <ac:chgData name="Laurianne Lair" userId="877d0e272dd2d022" providerId="LiveId" clId="{1020E764-7D77-4C96-98F0-277F4DB9C8ED}" dt="2024-11-16T01:20:18.005" v="37368" actId="478"/>
          <ac:cxnSpMkLst>
            <pc:docMk/>
            <pc:sldMk cId="1378130217" sldId="769"/>
            <ac:cxnSpMk id="10" creationId="{3C32B9CA-73A2-568A-8510-69E4435AF068}"/>
          </ac:cxnSpMkLst>
        </pc:cxnChg>
      </pc:sldChg>
      <pc:sldChg chg="addSp delSp modSp add mod">
        <pc:chgData name="Laurianne Lair" userId="877d0e272dd2d022" providerId="LiveId" clId="{1020E764-7D77-4C96-98F0-277F4DB9C8ED}" dt="2024-11-15T15:40:35.079" v="35627" actId="14100"/>
        <pc:sldMkLst>
          <pc:docMk/>
          <pc:sldMk cId="199620141" sldId="770"/>
        </pc:sldMkLst>
        <pc:spChg chg="mod">
          <ac:chgData name="Laurianne Lair" userId="877d0e272dd2d022" providerId="LiveId" clId="{1020E764-7D77-4C96-98F0-277F4DB9C8ED}" dt="2024-11-15T15:22:47.992" v="35297" actId="20577"/>
          <ac:spMkLst>
            <pc:docMk/>
            <pc:sldMk cId="199620141" sldId="770"/>
            <ac:spMk id="2" creationId="{F96139DF-1C81-785C-7B7B-615A814A34F3}"/>
          </ac:spMkLst>
        </pc:spChg>
        <pc:spChg chg="add mod">
          <ac:chgData name="Laurianne Lair" userId="877d0e272dd2d022" providerId="LiveId" clId="{1020E764-7D77-4C96-98F0-277F4DB9C8ED}" dt="2024-11-15T15:40:35.079" v="35627" actId="14100"/>
          <ac:spMkLst>
            <pc:docMk/>
            <pc:sldMk cId="199620141" sldId="770"/>
            <ac:spMk id="5" creationId="{DE1F22C0-8980-D128-961D-193448476ED5}"/>
          </ac:spMkLst>
        </pc:spChg>
        <pc:spChg chg="add mod">
          <ac:chgData name="Laurianne Lair" userId="877d0e272dd2d022" providerId="LiveId" clId="{1020E764-7D77-4C96-98F0-277F4DB9C8ED}" dt="2024-11-15T15:39:17.689" v="35572" actId="1076"/>
          <ac:spMkLst>
            <pc:docMk/>
            <pc:sldMk cId="199620141" sldId="770"/>
            <ac:spMk id="10" creationId="{F438B775-794D-52F9-1CC6-6879F6ACA163}"/>
          </ac:spMkLst>
        </pc:spChg>
        <pc:spChg chg="add mod">
          <ac:chgData name="Laurianne Lair" userId="877d0e272dd2d022" providerId="LiveId" clId="{1020E764-7D77-4C96-98F0-277F4DB9C8ED}" dt="2024-11-15T15:40:23.109" v="35599" actId="20577"/>
          <ac:spMkLst>
            <pc:docMk/>
            <pc:sldMk cId="199620141" sldId="770"/>
            <ac:spMk id="18" creationId="{14535FF6-5772-EEDD-5151-71A8E72C6D82}"/>
          </ac:spMkLst>
        </pc:spChg>
        <pc:picChg chg="add mod">
          <ac:chgData name="Laurianne Lair" userId="877d0e272dd2d022" providerId="LiveId" clId="{1020E764-7D77-4C96-98F0-277F4DB9C8ED}" dt="2024-11-15T15:36:44.613" v="35450" actId="1076"/>
          <ac:picMkLst>
            <pc:docMk/>
            <pc:sldMk cId="199620141" sldId="770"/>
            <ac:picMk id="4" creationId="{FEB9F570-AF4E-785D-342D-7704E61BF18D}"/>
          </ac:picMkLst>
        </pc:picChg>
        <pc:picChg chg="add mod">
          <ac:chgData name="Laurianne Lair" userId="877d0e272dd2d022" providerId="LiveId" clId="{1020E764-7D77-4C96-98F0-277F4DB9C8ED}" dt="2024-11-15T15:39:17.689" v="35572" actId="1076"/>
          <ac:picMkLst>
            <pc:docMk/>
            <pc:sldMk cId="199620141" sldId="770"/>
            <ac:picMk id="7" creationId="{17807833-78FB-0B3E-1436-43300C7AC1FA}"/>
          </ac:picMkLst>
        </pc:picChg>
        <pc:picChg chg="add mod">
          <ac:chgData name="Laurianne Lair" userId="877d0e272dd2d022" providerId="LiveId" clId="{1020E764-7D77-4C96-98F0-277F4DB9C8ED}" dt="2024-11-15T15:39:17.689" v="35572" actId="1076"/>
          <ac:picMkLst>
            <pc:docMk/>
            <pc:sldMk cId="199620141" sldId="770"/>
            <ac:picMk id="9" creationId="{A4B42141-D86D-0B75-C26E-AE06263C96DC}"/>
          </ac:picMkLst>
        </pc:picChg>
        <pc:picChg chg="add del mod">
          <ac:chgData name="Laurianne Lair" userId="877d0e272dd2d022" providerId="LiveId" clId="{1020E764-7D77-4C96-98F0-277F4DB9C8ED}" dt="2024-11-15T15:39:48.883" v="35577" actId="478"/>
          <ac:picMkLst>
            <pc:docMk/>
            <pc:sldMk cId="199620141" sldId="770"/>
            <ac:picMk id="12" creationId="{594E8461-91A9-52EC-03C1-AD336388F447}"/>
          </ac:picMkLst>
        </pc:picChg>
        <pc:picChg chg="add mod">
          <ac:chgData name="Laurianne Lair" userId="877d0e272dd2d022" providerId="LiveId" clId="{1020E764-7D77-4C96-98F0-277F4DB9C8ED}" dt="2024-11-15T15:40:16.024" v="35592" actId="14100"/>
          <ac:picMkLst>
            <pc:docMk/>
            <pc:sldMk cId="199620141" sldId="770"/>
            <ac:picMk id="14" creationId="{AB96E4A8-5E72-3EEA-27B0-856954751F0B}"/>
          </ac:picMkLst>
        </pc:picChg>
        <pc:picChg chg="add mod">
          <ac:chgData name="Laurianne Lair" userId="877d0e272dd2d022" providerId="LiveId" clId="{1020E764-7D77-4C96-98F0-277F4DB9C8ED}" dt="2024-11-15T15:40:13.392" v="35591" actId="14100"/>
          <ac:picMkLst>
            <pc:docMk/>
            <pc:sldMk cId="199620141" sldId="770"/>
            <ac:picMk id="16" creationId="{D9838D7B-E44E-BD8A-DC88-E7E787D6A410}"/>
          </ac:picMkLst>
        </pc:picChg>
      </pc:sldChg>
      <pc:sldChg chg="add del">
        <pc:chgData name="Laurianne Lair" userId="877d0e272dd2d022" providerId="LiveId" clId="{1020E764-7D77-4C96-98F0-277F4DB9C8ED}" dt="2024-11-15T15:34:01.697" v="35422" actId="2696"/>
        <pc:sldMkLst>
          <pc:docMk/>
          <pc:sldMk cId="2611392362" sldId="771"/>
        </pc:sldMkLst>
      </pc:sldChg>
      <pc:sldChg chg="addSp modSp add mod">
        <pc:chgData name="Laurianne Lair" userId="877d0e272dd2d022" providerId="LiveId" clId="{1020E764-7D77-4C96-98F0-277F4DB9C8ED}" dt="2024-11-15T15:34:28.385" v="35444" actId="114"/>
        <pc:sldMkLst>
          <pc:docMk/>
          <pc:sldMk cId="487636526" sldId="772"/>
        </pc:sldMkLst>
        <pc:spChg chg="mod">
          <ac:chgData name="Laurianne Lair" userId="877d0e272dd2d022" providerId="LiveId" clId="{1020E764-7D77-4C96-98F0-277F4DB9C8ED}" dt="2024-11-15T15:34:28.385" v="35444" actId="114"/>
          <ac:spMkLst>
            <pc:docMk/>
            <pc:sldMk cId="487636526" sldId="772"/>
            <ac:spMk id="2" creationId="{45983B81-F4FE-52A2-54EE-A8E0A21CE6DB}"/>
          </ac:spMkLst>
        </pc:spChg>
        <pc:spChg chg="add mod">
          <ac:chgData name="Laurianne Lair" userId="877d0e272dd2d022" providerId="LiveId" clId="{1020E764-7D77-4C96-98F0-277F4DB9C8ED}" dt="2024-11-15T15:28:18.109" v="35328" actId="1076"/>
          <ac:spMkLst>
            <pc:docMk/>
            <pc:sldMk cId="487636526" sldId="772"/>
            <ac:spMk id="4" creationId="{3BF753A1-2349-18FF-D77C-06A1A1F6318D}"/>
          </ac:spMkLst>
        </pc:spChg>
        <pc:spChg chg="add mod">
          <ac:chgData name="Laurianne Lair" userId="877d0e272dd2d022" providerId="LiveId" clId="{1020E764-7D77-4C96-98F0-277F4DB9C8ED}" dt="2024-11-15T15:32:47.984" v="35416" actId="1076"/>
          <ac:spMkLst>
            <pc:docMk/>
            <pc:sldMk cId="487636526" sldId="772"/>
            <ac:spMk id="7" creationId="{0BA4F766-B924-DB9F-14F8-57D9E37CF4A5}"/>
          </ac:spMkLst>
        </pc:spChg>
        <pc:picChg chg="add mod">
          <ac:chgData name="Laurianne Lair" userId="877d0e272dd2d022" providerId="LiveId" clId="{1020E764-7D77-4C96-98F0-277F4DB9C8ED}" dt="2024-11-15T15:31:14.825" v="35336" actId="1076"/>
          <ac:picMkLst>
            <pc:docMk/>
            <pc:sldMk cId="487636526" sldId="772"/>
            <ac:picMk id="6" creationId="{C9A7B03A-8336-6346-4CF2-3C745B52883A}"/>
          </ac:picMkLst>
        </pc:picChg>
        <pc:picChg chg="add mod">
          <ac:chgData name="Laurianne Lair" userId="877d0e272dd2d022" providerId="LiveId" clId="{1020E764-7D77-4C96-98F0-277F4DB9C8ED}" dt="2024-11-15T15:33:27.577" v="35421" actId="1076"/>
          <ac:picMkLst>
            <pc:docMk/>
            <pc:sldMk cId="487636526" sldId="772"/>
            <ac:picMk id="9" creationId="{52169163-C759-22B6-8732-EC733EB35294}"/>
          </ac:picMkLst>
        </pc:picChg>
      </pc:sldChg>
      <pc:sldChg chg="addSp delSp modSp add mod modAnim">
        <pc:chgData name="Laurianne Lair" userId="877d0e272dd2d022" providerId="LiveId" clId="{1020E764-7D77-4C96-98F0-277F4DB9C8ED}" dt="2024-11-16T01:10:48.202" v="37355" actId="1076"/>
        <pc:sldMkLst>
          <pc:docMk/>
          <pc:sldMk cId="2598200223" sldId="773"/>
        </pc:sldMkLst>
        <pc:spChg chg="mod">
          <ac:chgData name="Laurianne Lair" userId="877d0e272dd2d022" providerId="LiveId" clId="{1020E764-7D77-4C96-98F0-277F4DB9C8ED}" dt="2024-11-16T01:09:33.896" v="37312" actId="20577"/>
          <ac:spMkLst>
            <pc:docMk/>
            <pc:sldMk cId="2598200223" sldId="773"/>
            <ac:spMk id="4" creationId="{FBE5AB8B-DD03-3CCA-4F8E-A3A5E499379E}"/>
          </ac:spMkLst>
        </pc:spChg>
        <pc:spChg chg="del mod">
          <ac:chgData name="Laurianne Lair" userId="877d0e272dd2d022" providerId="LiveId" clId="{1020E764-7D77-4C96-98F0-277F4DB9C8ED}" dt="2024-11-16T01:06:58.107" v="37290" actId="478"/>
          <ac:spMkLst>
            <pc:docMk/>
            <pc:sldMk cId="2598200223" sldId="773"/>
            <ac:spMk id="7" creationId="{88FB133D-FB6A-6E9A-2F7C-2C6B637D903E}"/>
          </ac:spMkLst>
        </pc:spChg>
        <pc:spChg chg="add mod">
          <ac:chgData name="Laurianne Lair" userId="877d0e272dd2d022" providerId="LiveId" clId="{1020E764-7D77-4C96-98F0-277F4DB9C8ED}" dt="2024-11-16T01:10:48.202" v="37355" actId="1076"/>
          <ac:spMkLst>
            <pc:docMk/>
            <pc:sldMk cId="2598200223" sldId="773"/>
            <ac:spMk id="12" creationId="{D02336BD-3CE4-9089-30F7-77D4EEDACBAB}"/>
          </ac:spMkLst>
        </pc:spChg>
        <pc:graphicFrameChg chg="del">
          <ac:chgData name="Laurianne Lair" userId="877d0e272dd2d022" providerId="LiveId" clId="{1020E764-7D77-4C96-98F0-277F4DB9C8ED}" dt="2024-11-15T15:42:27.906" v="35638" actId="478"/>
          <ac:graphicFrameMkLst>
            <pc:docMk/>
            <pc:sldMk cId="2598200223" sldId="773"/>
            <ac:graphicFrameMk id="5" creationId="{F300E78D-0FA1-C863-22D1-8EE3A40D8228}"/>
          </ac:graphicFrameMkLst>
        </pc:graphicFrameChg>
        <pc:graphicFrameChg chg="del">
          <ac:chgData name="Laurianne Lair" userId="877d0e272dd2d022" providerId="LiveId" clId="{1020E764-7D77-4C96-98F0-277F4DB9C8ED}" dt="2024-11-15T15:42:28.613" v="35639" actId="478"/>
          <ac:graphicFrameMkLst>
            <pc:docMk/>
            <pc:sldMk cId="2598200223" sldId="773"/>
            <ac:graphicFrameMk id="6" creationId="{EF1BA2FB-86C1-E52C-D4FD-B75FFD0B32DA}"/>
          </ac:graphicFrameMkLst>
        </pc:graphicFrameChg>
        <pc:graphicFrameChg chg="add mod">
          <ac:chgData name="Laurianne Lair" userId="877d0e272dd2d022" providerId="LiveId" clId="{1020E764-7D77-4C96-98F0-277F4DB9C8ED}" dt="2024-11-16T01:07:00.572" v="37291" actId="1076"/>
          <ac:graphicFrameMkLst>
            <pc:docMk/>
            <pc:sldMk cId="2598200223" sldId="773"/>
            <ac:graphicFrameMk id="8" creationId="{3E9424DA-2B4B-A71C-33D7-C6AB0EE7D125}"/>
          </ac:graphicFrameMkLst>
        </pc:graphicFrameChg>
        <pc:graphicFrameChg chg="add mod">
          <ac:chgData name="Laurianne Lair" userId="877d0e272dd2d022" providerId="LiveId" clId="{1020E764-7D77-4C96-98F0-277F4DB9C8ED}" dt="2024-11-16T01:07:59.485" v="37294" actId="1076"/>
          <ac:graphicFrameMkLst>
            <pc:docMk/>
            <pc:sldMk cId="2598200223" sldId="773"/>
            <ac:graphicFrameMk id="9" creationId="{E6F02039-42AA-1B94-78A1-AFE74F806519}"/>
          </ac:graphicFrameMkLst>
        </pc:graphicFrameChg>
        <pc:cxnChg chg="del">
          <ac:chgData name="Laurianne Lair" userId="877d0e272dd2d022" providerId="LiveId" clId="{1020E764-7D77-4C96-98F0-277F4DB9C8ED}" dt="2024-11-15T15:42:30.356" v="35640" actId="478"/>
          <ac:cxnSpMkLst>
            <pc:docMk/>
            <pc:sldMk cId="2598200223" sldId="773"/>
            <ac:cxnSpMk id="3" creationId="{341F129D-643C-46A6-E888-C534B301BE42}"/>
          </ac:cxnSpMkLst>
        </pc:cxnChg>
        <pc:cxnChg chg="add mod">
          <ac:chgData name="Laurianne Lair" userId="877d0e272dd2d022" providerId="LiveId" clId="{1020E764-7D77-4C96-98F0-277F4DB9C8ED}" dt="2024-11-16T01:09:53.015" v="37315" actId="14100"/>
          <ac:cxnSpMkLst>
            <pc:docMk/>
            <pc:sldMk cId="2598200223" sldId="773"/>
            <ac:cxnSpMk id="10" creationId="{9AFD4163-79C7-D210-2B1B-DC2126548A87}"/>
          </ac:cxnSpMkLst>
        </pc:cxnChg>
      </pc:sldChg>
      <pc:sldChg chg="addSp delSp modSp add mod ord">
        <pc:chgData name="Laurianne Lair" userId="877d0e272dd2d022" providerId="LiveId" clId="{1020E764-7D77-4C96-98F0-277F4DB9C8ED}" dt="2024-11-16T14:18:53.609" v="38304" actId="1076"/>
        <pc:sldMkLst>
          <pc:docMk/>
          <pc:sldMk cId="2308541116" sldId="774"/>
        </pc:sldMkLst>
        <pc:spChg chg="mod">
          <ac:chgData name="Laurianne Lair" userId="877d0e272dd2d022" providerId="LiveId" clId="{1020E764-7D77-4C96-98F0-277F4DB9C8ED}" dt="2024-11-15T15:43:58.864" v="35887" actId="20577"/>
          <ac:spMkLst>
            <pc:docMk/>
            <pc:sldMk cId="2308541116" sldId="774"/>
            <ac:spMk id="2" creationId="{545DF2D9-758F-0F37-BE79-7F7739768028}"/>
          </ac:spMkLst>
        </pc:spChg>
        <pc:spChg chg="add del mod">
          <ac:chgData name="Laurianne Lair" userId="877d0e272dd2d022" providerId="LiveId" clId="{1020E764-7D77-4C96-98F0-277F4DB9C8ED}" dt="2024-11-16T14:16:06.420" v="38212" actId="478"/>
          <ac:spMkLst>
            <pc:docMk/>
            <pc:sldMk cId="2308541116" sldId="774"/>
            <ac:spMk id="3" creationId="{8FA252F4-FD36-11BD-63BE-86B028A89079}"/>
          </ac:spMkLst>
        </pc:spChg>
        <pc:spChg chg="del">
          <ac:chgData name="Laurianne Lair" userId="877d0e272dd2d022" providerId="LiveId" clId="{1020E764-7D77-4C96-98F0-277F4DB9C8ED}" dt="2024-11-15T15:42:51.065" v="35690" actId="478"/>
          <ac:spMkLst>
            <pc:docMk/>
            <pc:sldMk cId="2308541116" sldId="774"/>
            <ac:spMk id="4" creationId="{AE63A3F4-A904-0476-5C4A-B36823FDBC9B}"/>
          </ac:spMkLst>
        </pc:spChg>
        <pc:spChg chg="add mod">
          <ac:chgData name="Laurianne Lair" userId="877d0e272dd2d022" providerId="LiveId" clId="{1020E764-7D77-4C96-98F0-277F4DB9C8ED}" dt="2024-11-16T14:18:53.609" v="38304" actId="1076"/>
          <ac:spMkLst>
            <pc:docMk/>
            <pc:sldMk cId="2308541116" sldId="774"/>
            <ac:spMk id="5" creationId="{911AFB7C-DBFA-61FE-7AF5-EF4B5D7ED66E}"/>
          </ac:spMkLst>
        </pc:spChg>
        <pc:spChg chg="add del mod">
          <ac:chgData name="Laurianne Lair" userId="877d0e272dd2d022" providerId="LiveId" clId="{1020E764-7D77-4C96-98F0-277F4DB9C8ED}" dt="2024-11-16T14:18:50.857" v="38303" actId="478"/>
          <ac:spMkLst>
            <pc:docMk/>
            <pc:sldMk cId="2308541116" sldId="774"/>
            <ac:spMk id="6" creationId="{5EE8A92F-3505-C4D8-089F-9FC8C69E6C3D}"/>
          </ac:spMkLst>
        </pc:spChg>
        <pc:spChg chg="del mod">
          <ac:chgData name="Laurianne Lair" userId="877d0e272dd2d022" providerId="LiveId" clId="{1020E764-7D77-4C96-98F0-277F4DB9C8ED}" dt="2024-11-15T15:42:57.716" v="35711" actId="478"/>
          <ac:spMkLst>
            <pc:docMk/>
            <pc:sldMk cId="2308541116" sldId="774"/>
            <ac:spMk id="7" creationId="{CE9A9863-7ABE-2D43-4B7B-E39243FE1613}"/>
          </ac:spMkLst>
        </pc:spChg>
      </pc:sldChg>
      <pc:sldChg chg="addSp delSp modSp add mod ord delAnim">
        <pc:chgData name="Laurianne Lair" userId="877d0e272dd2d022" providerId="LiveId" clId="{1020E764-7D77-4C96-98F0-277F4DB9C8ED}" dt="2024-11-16T15:13:14.390" v="38786"/>
        <pc:sldMkLst>
          <pc:docMk/>
          <pc:sldMk cId="412949541" sldId="775"/>
        </pc:sldMkLst>
        <pc:spChg chg="mod">
          <ac:chgData name="Laurianne Lair" userId="877d0e272dd2d022" providerId="LiveId" clId="{1020E764-7D77-4C96-98F0-277F4DB9C8ED}" dt="2024-11-15T15:44:33.736" v="35961" actId="20577"/>
          <ac:spMkLst>
            <pc:docMk/>
            <pc:sldMk cId="412949541" sldId="775"/>
            <ac:spMk id="2" creationId="{A8426CFD-8591-408E-9173-10F9227DD186}"/>
          </ac:spMkLst>
        </pc:spChg>
        <pc:spChg chg="add del mod">
          <ac:chgData name="Laurianne Lair" userId="877d0e272dd2d022" providerId="LiveId" clId="{1020E764-7D77-4C96-98F0-277F4DB9C8ED}" dt="2024-11-16T14:51:21.878" v="38415" actId="478"/>
          <ac:spMkLst>
            <pc:docMk/>
            <pc:sldMk cId="412949541" sldId="775"/>
            <ac:spMk id="4" creationId="{CE66978D-C724-82E9-ED41-45620E286C72}"/>
          </ac:spMkLst>
        </pc:spChg>
        <pc:spChg chg="add mod">
          <ac:chgData name="Laurianne Lair" userId="877d0e272dd2d022" providerId="LiveId" clId="{1020E764-7D77-4C96-98F0-277F4DB9C8ED}" dt="2024-11-16T14:47:01.539" v="38407" actId="1076"/>
          <ac:spMkLst>
            <pc:docMk/>
            <pc:sldMk cId="412949541" sldId="775"/>
            <ac:spMk id="5" creationId="{CB02D35C-EA17-7FAE-C5BF-C69F1905C348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6" creationId="{4022810C-50F2-AB9F-A7E5-CA8F18DA6ED1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7" creationId="{ADC1D2F4-9E7A-6EF8-7C02-81ACDCABFB53}"/>
          </ac:spMkLst>
        </pc:spChg>
        <pc:spChg chg="add del mod">
          <ac:chgData name="Laurianne Lair" userId="877d0e272dd2d022" providerId="LiveId" clId="{1020E764-7D77-4C96-98F0-277F4DB9C8ED}" dt="2024-11-16T14:52:18.659" v="38441" actId="478"/>
          <ac:spMkLst>
            <pc:docMk/>
            <pc:sldMk cId="412949541" sldId="775"/>
            <ac:spMk id="8" creationId="{B4F9443C-8BDF-B42E-9E3A-B13E983E31A0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9" creationId="{47B2AAFD-4511-285A-205D-D9519440C478}"/>
          </ac:spMkLst>
        </pc:spChg>
        <pc:spChg chg="add mod">
          <ac:chgData name="Laurianne Lair" userId="877d0e272dd2d022" providerId="LiveId" clId="{1020E764-7D77-4C96-98F0-277F4DB9C8ED}" dt="2024-11-16T14:57:04.945" v="38620" actId="6549"/>
          <ac:spMkLst>
            <pc:docMk/>
            <pc:sldMk cId="412949541" sldId="775"/>
            <ac:spMk id="10" creationId="{C422D29F-E225-71E6-F17D-09D2BDE2E3FE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11" creationId="{CEBA8F7B-813B-C5AA-EBB4-39E4CFB05EC5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12" creationId="{21D983D4-6E0A-3450-3639-1A420493D266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13" creationId="{BA55FCD3-085D-3BCA-AFF2-2853DF039A74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14" creationId="{6245FB22-08DA-0DF4-DFFB-2361D0B38D3F}"/>
          </ac:spMkLst>
        </pc:spChg>
        <pc:spChg chg="add mod">
          <ac:chgData name="Laurianne Lair" userId="877d0e272dd2d022" providerId="LiveId" clId="{1020E764-7D77-4C96-98F0-277F4DB9C8ED}" dt="2024-11-16T14:57:13.338" v="38630" actId="14100"/>
          <ac:spMkLst>
            <pc:docMk/>
            <pc:sldMk cId="412949541" sldId="775"/>
            <ac:spMk id="15" creationId="{6E426FA5-204E-A218-8460-086647A5CC30}"/>
          </ac:spMkLst>
        </pc:spChg>
        <pc:spChg chg="add mod">
          <ac:chgData name="Laurianne Lair" userId="877d0e272dd2d022" providerId="LiveId" clId="{1020E764-7D77-4C96-98F0-277F4DB9C8ED}" dt="2024-11-16T14:59:54.164" v="38686" actId="114"/>
          <ac:spMkLst>
            <pc:docMk/>
            <pc:sldMk cId="412949541" sldId="775"/>
            <ac:spMk id="16" creationId="{5EA04BBD-EC85-0137-9A70-862BE88CDDB2}"/>
          </ac:spMkLst>
        </pc:spChg>
        <pc:spChg chg="del">
          <ac:chgData name="Laurianne Lair" userId="877d0e272dd2d022" providerId="LiveId" clId="{1020E764-7D77-4C96-98F0-277F4DB9C8ED}" dt="2024-11-15T15:44:20.751" v="35891" actId="478"/>
          <ac:spMkLst>
            <pc:docMk/>
            <pc:sldMk cId="412949541" sldId="775"/>
            <ac:spMk id="24" creationId="{998202D1-BC7B-79D5-1059-A2693C0B056C}"/>
          </ac:spMkLst>
        </pc:spChg>
        <pc:spChg chg="del">
          <ac:chgData name="Laurianne Lair" userId="877d0e272dd2d022" providerId="LiveId" clId="{1020E764-7D77-4C96-98F0-277F4DB9C8ED}" dt="2024-11-15T15:44:20.751" v="35891" actId="478"/>
          <ac:spMkLst>
            <pc:docMk/>
            <pc:sldMk cId="412949541" sldId="775"/>
            <ac:spMk id="26" creationId="{6F0A47C9-7157-3D0A-58BE-EAA8FB6ED518}"/>
          </ac:spMkLst>
        </pc:spChg>
        <pc:spChg chg="del">
          <ac:chgData name="Laurianne Lair" userId="877d0e272dd2d022" providerId="LiveId" clId="{1020E764-7D77-4C96-98F0-277F4DB9C8ED}" dt="2024-11-15T15:44:18.035" v="35889" actId="478"/>
          <ac:spMkLst>
            <pc:docMk/>
            <pc:sldMk cId="412949541" sldId="775"/>
            <ac:spMk id="39" creationId="{C09D89C4-48EA-D7D7-CD02-1123D9790421}"/>
          </ac:spMkLst>
        </pc:spChg>
        <pc:graphicFrameChg chg="del">
          <ac:chgData name="Laurianne Lair" userId="877d0e272dd2d022" providerId="LiveId" clId="{1020E764-7D77-4C96-98F0-277F4DB9C8ED}" dt="2024-11-15T15:44:19.056" v="35890" actId="478"/>
          <ac:graphicFrameMkLst>
            <pc:docMk/>
            <pc:sldMk cId="412949541" sldId="775"/>
            <ac:graphicFrameMk id="3" creationId="{1AA07D77-A8B6-9D68-8FBD-11645159CE1B}"/>
          </ac:graphicFrameMkLst>
        </pc:graphicFrameChg>
        <pc:cxnChg chg="del">
          <ac:chgData name="Laurianne Lair" userId="877d0e272dd2d022" providerId="LiveId" clId="{1020E764-7D77-4C96-98F0-277F4DB9C8ED}" dt="2024-11-15T15:44:20.751" v="35891" actId="478"/>
          <ac:cxnSpMkLst>
            <pc:docMk/>
            <pc:sldMk cId="412949541" sldId="775"/>
            <ac:cxnSpMk id="21" creationId="{EFB6FEDB-0B11-FEE2-6790-C82C451F823D}"/>
          </ac:cxnSpMkLst>
        </pc:cxnChg>
        <pc:cxnChg chg="del">
          <ac:chgData name="Laurianne Lair" userId="877d0e272dd2d022" providerId="LiveId" clId="{1020E764-7D77-4C96-98F0-277F4DB9C8ED}" dt="2024-11-15T15:44:20.751" v="35891" actId="478"/>
          <ac:cxnSpMkLst>
            <pc:docMk/>
            <pc:sldMk cId="412949541" sldId="775"/>
            <ac:cxnSpMk id="23" creationId="{37136332-2D8F-8C1D-4FE6-9D8081EB2377}"/>
          </ac:cxnSpMkLst>
        </pc:cxnChg>
        <pc:cxnChg chg="del">
          <ac:chgData name="Laurianne Lair" userId="877d0e272dd2d022" providerId="LiveId" clId="{1020E764-7D77-4C96-98F0-277F4DB9C8ED}" dt="2024-11-15T15:44:20.751" v="35891" actId="478"/>
          <ac:cxnSpMkLst>
            <pc:docMk/>
            <pc:sldMk cId="412949541" sldId="775"/>
            <ac:cxnSpMk id="25" creationId="{C0A826F5-B85F-068B-C03D-0AD4D327DFCA}"/>
          </ac:cxnSpMkLst>
        </pc:cxnChg>
      </pc:sldChg>
      <pc:sldChg chg="modSp add del mod ord">
        <pc:chgData name="Laurianne Lair" userId="877d0e272dd2d022" providerId="LiveId" clId="{1020E764-7D77-4C96-98F0-277F4DB9C8ED}" dt="2024-11-16T15:23:21.387" v="38852" actId="2696"/>
        <pc:sldMkLst>
          <pc:docMk/>
          <pc:sldMk cId="3427598874" sldId="776"/>
        </pc:sldMkLst>
        <pc:spChg chg="mod">
          <ac:chgData name="Laurianne Lair" userId="877d0e272dd2d022" providerId="LiveId" clId="{1020E764-7D77-4C96-98F0-277F4DB9C8ED}" dt="2024-11-15T15:44:56.459" v="36003" actId="20577"/>
          <ac:spMkLst>
            <pc:docMk/>
            <pc:sldMk cId="3427598874" sldId="776"/>
            <ac:spMk id="2" creationId="{693053A8-2FE2-91F1-6D30-FAAA908B5025}"/>
          </ac:spMkLst>
        </pc:spChg>
      </pc:sldChg>
      <pc:sldChg chg="addSp modSp add mod ord">
        <pc:chgData name="Laurianne Lair" userId="877d0e272dd2d022" providerId="LiveId" clId="{1020E764-7D77-4C96-98F0-277F4DB9C8ED}" dt="2024-11-17T20:47:50.688" v="69850" actId="14100"/>
        <pc:sldMkLst>
          <pc:docMk/>
          <pc:sldMk cId="2009374601" sldId="777"/>
        </pc:sldMkLst>
        <pc:spChg chg="mod">
          <ac:chgData name="Laurianne Lair" userId="877d0e272dd2d022" providerId="LiveId" clId="{1020E764-7D77-4C96-98F0-277F4DB9C8ED}" dt="2024-11-15T15:45:13.538" v="36041" actId="20577"/>
          <ac:spMkLst>
            <pc:docMk/>
            <pc:sldMk cId="2009374601" sldId="777"/>
            <ac:spMk id="2" creationId="{3A2FCFAA-F370-370F-F729-5958F4A7594E}"/>
          </ac:spMkLst>
        </pc:spChg>
        <pc:spChg chg="add mod">
          <ac:chgData name="Laurianne Lair" userId="877d0e272dd2d022" providerId="LiveId" clId="{1020E764-7D77-4C96-98F0-277F4DB9C8ED}" dt="2024-11-16T01:22:35.445" v="37398" actId="1076"/>
          <ac:spMkLst>
            <pc:docMk/>
            <pc:sldMk cId="2009374601" sldId="777"/>
            <ac:spMk id="3" creationId="{39C46578-C5DE-14EE-B1C3-19D37A645D6A}"/>
          </ac:spMkLst>
        </pc:spChg>
        <pc:spChg chg="add mod">
          <ac:chgData name="Laurianne Lair" userId="877d0e272dd2d022" providerId="LiveId" clId="{1020E764-7D77-4C96-98F0-277F4DB9C8ED}" dt="2024-11-17T20:47:50.688" v="69850" actId="14100"/>
          <ac:spMkLst>
            <pc:docMk/>
            <pc:sldMk cId="2009374601" sldId="777"/>
            <ac:spMk id="4" creationId="{1A096C64-3984-89A1-4750-EAEDE88B0B2F}"/>
          </ac:spMkLst>
        </pc:spChg>
        <pc:spChg chg="add mod">
          <ac:chgData name="Laurianne Lair" userId="877d0e272dd2d022" providerId="LiveId" clId="{1020E764-7D77-4C96-98F0-277F4DB9C8ED}" dt="2024-11-16T01:22:37.219" v="37399" actId="1076"/>
          <ac:spMkLst>
            <pc:docMk/>
            <pc:sldMk cId="2009374601" sldId="777"/>
            <ac:spMk id="5" creationId="{5F7B9BF3-D2C1-B5C9-AEDC-673CE32FF0F3}"/>
          </ac:spMkLst>
        </pc:spChg>
        <pc:spChg chg="add mod">
          <ac:chgData name="Laurianne Lair" userId="877d0e272dd2d022" providerId="LiveId" clId="{1020E764-7D77-4C96-98F0-277F4DB9C8ED}" dt="2024-11-17T20:47:18.034" v="69838" actId="1076"/>
          <ac:spMkLst>
            <pc:docMk/>
            <pc:sldMk cId="2009374601" sldId="777"/>
            <ac:spMk id="7" creationId="{59043E36-C25B-CF89-5D12-597A13537780}"/>
          </ac:spMkLst>
        </pc:spChg>
        <pc:spChg chg="add mod">
          <ac:chgData name="Laurianne Lair" userId="877d0e272dd2d022" providerId="LiveId" clId="{1020E764-7D77-4C96-98F0-277F4DB9C8ED}" dt="2024-11-16T01:34:03.549" v="37505" actId="1076"/>
          <ac:spMkLst>
            <pc:docMk/>
            <pc:sldMk cId="2009374601" sldId="777"/>
            <ac:spMk id="11" creationId="{D252435E-29A2-CAAF-05AD-8F7761DEE6E9}"/>
          </ac:spMkLst>
        </pc:spChg>
        <pc:picChg chg="add mod">
          <ac:chgData name="Laurianne Lair" userId="877d0e272dd2d022" providerId="LiveId" clId="{1020E764-7D77-4C96-98F0-277F4DB9C8ED}" dt="2024-11-16T01:21:39.669" v="37388" actId="1076"/>
          <ac:picMkLst>
            <pc:docMk/>
            <pc:sldMk cId="2009374601" sldId="777"/>
            <ac:picMk id="6" creationId="{6D5B352D-55C7-5DC3-BF31-76E9099DD7B3}"/>
          </ac:picMkLst>
        </pc:picChg>
        <pc:picChg chg="add mod">
          <ac:chgData name="Laurianne Lair" userId="877d0e272dd2d022" providerId="LiveId" clId="{1020E764-7D77-4C96-98F0-277F4DB9C8ED}" dt="2024-11-16T01:34:10.350" v="37511" actId="1076"/>
          <ac:picMkLst>
            <pc:docMk/>
            <pc:sldMk cId="2009374601" sldId="777"/>
            <ac:picMk id="9" creationId="{CA5AB64D-D2DB-34F1-01B2-079E0874E236}"/>
          </ac:picMkLst>
        </pc:picChg>
        <pc:picChg chg="add mod">
          <ac:chgData name="Laurianne Lair" userId="877d0e272dd2d022" providerId="LiveId" clId="{1020E764-7D77-4C96-98F0-277F4DB9C8ED}" dt="2024-11-16T01:35:50.411" v="37524" actId="1076"/>
          <ac:picMkLst>
            <pc:docMk/>
            <pc:sldMk cId="2009374601" sldId="777"/>
            <ac:picMk id="13" creationId="{1438F734-19D0-142A-E0E7-1DE8B6A6DB8B}"/>
          </ac:picMkLst>
        </pc:picChg>
        <pc:picChg chg="add mod">
          <ac:chgData name="Laurianne Lair" userId="877d0e272dd2d022" providerId="LiveId" clId="{1020E764-7D77-4C96-98F0-277F4DB9C8ED}" dt="2024-11-16T01:35:46.267" v="37522" actId="1076"/>
          <ac:picMkLst>
            <pc:docMk/>
            <pc:sldMk cId="2009374601" sldId="777"/>
            <ac:picMk id="15" creationId="{53FC9FAE-9E9E-B539-0FA3-8A3A79611600}"/>
          </ac:picMkLst>
        </pc:picChg>
        <pc:picChg chg="add mod">
          <ac:chgData name="Laurianne Lair" userId="877d0e272dd2d022" providerId="LiveId" clId="{1020E764-7D77-4C96-98F0-277F4DB9C8ED}" dt="2024-11-16T01:35:48.386" v="37523" actId="1076"/>
          <ac:picMkLst>
            <pc:docMk/>
            <pc:sldMk cId="2009374601" sldId="777"/>
            <ac:picMk id="17" creationId="{C5732E56-016F-1C61-99B1-031E764EEA82}"/>
          </ac:picMkLst>
        </pc:picChg>
      </pc:sldChg>
      <pc:sldChg chg="addSp modSp add mod">
        <pc:chgData name="Laurianne Lair" userId="877d0e272dd2d022" providerId="LiveId" clId="{1020E764-7D77-4C96-98F0-277F4DB9C8ED}" dt="2024-11-16T22:00:07.407" v="39010" actId="1076"/>
        <pc:sldMkLst>
          <pc:docMk/>
          <pc:sldMk cId="2065375214" sldId="778"/>
        </pc:sldMkLst>
        <pc:spChg chg="mod">
          <ac:chgData name="Laurianne Lair" userId="877d0e272dd2d022" providerId="LiveId" clId="{1020E764-7D77-4C96-98F0-277F4DB9C8ED}" dt="2024-11-16T21:59:24.887" v="38960" actId="20577"/>
          <ac:spMkLst>
            <pc:docMk/>
            <pc:sldMk cId="2065375214" sldId="778"/>
            <ac:spMk id="2" creationId="{089CE577-6A27-C835-B4DD-3B4AF29B7869}"/>
          </ac:spMkLst>
        </pc:spChg>
        <pc:spChg chg="add mod">
          <ac:chgData name="Laurianne Lair" userId="877d0e272dd2d022" providerId="LiveId" clId="{1020E764-7D77-4C96-98F0-277F4DB9C8ED}" dt="2024-11-16T21:59:48.050" v="39008" actId="1076"/>
          <ac:spMkLst>
            <pc:docMk/>
            <pc:sldMk cId="2065375214" sldId="778"/>
            <ac:spMk id="4" creationId="{62E9D935-D9D1-BC72-3192-D93094A9E3AC}"/>
          </ac:spMkLst>
        </pc:spChg>
        <pc:graphicFrameChg chg="add mod">
          <ac:chgData name="Laurianne Lair" userId="877d0e272dd2d022" providerId="LiveId" clId="{1020E764-7D77-4C96-98F0-277F4DB9C8ED}" dt="2024-11-16T21:59:31.356" v="38961" actId="1076"/>
          <ac:graphicFrameMkLst>
            <pc:docMk/>
            <pc:sldMk cId="2065375214" sldId="778"/>
            <ac:graphicFrameMk id="3" creationId="{34733E8A-D89E-2172-5778-4CF2310054D5}"/>
          </ac:graphicFrameMkLst>
        </pc:graphicFrameChg>
        <pc:graphicFrameChg chg="add mod">
          <ac:chgData name="Laurianne Lair" userId="877d0e272dd2d022" providerId="LiveId" clId="{1020E764-7D77-4C96-98F0-277F4DB9C8ED}" dt="2024-11-16T22:00:07.407" v="39010" actId="1076"/>
          <ac:graphicFrameMkLst>
            <pc:docMk/>
            <pc:sldMk cId="2065375214" sldId="778"/>
            <ac:graphicFrameMk id="5" creationId="{55FCB67F-1707-FFA3-868D-6F7C484DC318}"/>
          </ac:graphicFrameMkLst>
        </pc:graphicFrameChg>
      </pc:sldChg>
      <pc:sldChg chg="addSp delSp modSp add mod modAnim">
        <pc:chgData name="Laurianne Lair" userId="877d0e272dd2d022" providerId="LiveId" clId="{1020E764-7D77-4C96-98F0-277F4DB9C8ED}" dt="2024-11-16T01:10:54.293" v="37357" actId="1076"/>
        <pc:sldMkLst>
          <pc:docMk/>
          <pc:sldMk cId="1442056629" sldId="779"/>
        </pc:sldMkLst>
        <pc:spChg chg="mod">
          <ac:chgData name="Laurianne Lair" userId="877d0e272dd2d022" providerId="LiveId" clId="{1020E764-7D77-4C96-98F0-277F4DB9C8ED}" dt="2024-11-16T01:09:30.576" v="37311" actId="20577"/>
          <ac:spMkLst>
            <pc:docMk/>
            <pc:sldMk cId="1442056629" sldId="779"/>
            <ac:spMk id="4" creationId="{27C9D69B-B8A0-327F-74EA-5E9B37D6423C}"/>
          </ac:spMkLst>
        </pc:spChg>
        <pc:spChg chg="add mod">
          <ac:chgData name="Laurianne Lair" userId="877d0e272dd2d022" providerId="LiveId" clId="{1020E764-7D77-4C96-98F0-277F4DB9C8ED}" dt="2024-11-16T01:10:54.293" v="37357" actId="1076"/>
          <ac:spMkLst>
            <pc:docMk/>
            <pc:sldMk cId="1442056629" sldId="779"/>
            <ac:spMk id="11" creationId="{46239052-A2BA-9903-1255-FA8E1F14A71E}"/>
          </ac:spMkLst>
        </pc:spChg>
        <pc:graphicFrameChg chg="add mod">
          <ac:chgData name="Laurianne Lair" userId="877d0e272dd2d022" providerId="LiveId" clId="{1020E764-7D77-4C96-98F0-277F4DB9C8ED}" dt="2024-11-16T01:09:26.325" v="37309" actId="1076"/>
          <ac:graphicFrameMkLst>
            <pc:docMk/>
            <pc:sldMk cId="1442056629" sldId="779"/>
            <ac:graphicFrameMk id="3" creationId="{49F6BFF4-9F94-C0FC-FC77-BF7D54F86F0B}"/>
          </ac:graphicFrameMkLst>
        </pc:graphicFrameChg>
        <pc:graphicFrameChg chg="add mod">
          <ac:chgData name="Laurianne Lair" userId="877d0e272dd2d022" providerId="LiveId" clId="{1020E764-7D77-4C96-98F0-277F4DB9C8ED}" dt="2024-11-16T01:09:27.827" v="37310" actId="1076"/>
          <ac:graphicFrameMkLst>
            <pc:docMk/>
            <pc:sldMk cId="1442056629" sldId="779"/>
            <ac:graphicFrameMk id="5" creationId="{3DDD24B4-832A-D283-20FA-97D83E136584}"/>
          </ac:graphicFrameMkLst>
        </pc:graphicFrameChg>
        <pc:graphicFrameChg chg="del">
          <ac:chgData name="Laurianne Lair" userId="877d0e272dd2d022" providerId="LiveId" clId="{1020E764-7D77-4C96-98F0-277F4DB9C8ED}" dt="2024-11-16T01:08:06.543" v="37296" actId="478"/>
          <ac:graphicFrameMkLst>
            <pc:docMk/>
            <pc:sldMk cId="1442056629" sldId="779"/>
            <ac:graphicFrameMk id="8" creationId="{938B2DA8-5B57-1FED-431A-BB067E908977}"/>
          </ac:graphicFrameMkLst>
        </pc:graphicFrameChg>
        <pc:graphicFrameChg chg="del">
          <ac:chgData name="Laurianne Lair" userId="877d0e272dd2d022" providerId="LiveId" clId="{1020E764-7D77-4C96-98F0-277F4DB9C8ED}" dt="2024-11-16T01:08:07.174" v="37297" actId="478"/>
          <ac:graphicFrameMkLst>
            <pc:docMk/>
            <pc:sldMk cId="1442056629" sldId="779"/>
            <ac:graphicFrameMk id="9" creationId="{27FB2B6D-BD0D-8E60-66D2-11E83FF7F3AA}"/>
          </ac:graphicFrameMkLst>
        </pc:graphicFrameChg>
        <pc:cxnChg chg="add mod">
          <ac:chgData name="Laurianne Lair" userId="877d0e272dd2d022" providerId="LiveId" clId="{1020E764-7D77-4C96-98F0-277F4DB9C8ED}" dt="2024-11-16T01:10:02.284" v="37318" actId="14100"/>
          <ac:cxnSpMkLst>
            <pc:docMk/>
            <pc:sldMk cId="1442056629" sldId="779"/>
            <ac:cxnSpMk id="6" creationId="{D41F1772-860B-2077-15AB-866E3C1CD345}"/>
          </ac:cxnSpMkLst>
        </pc:cxnChg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990663164" sldId="780"/>
        </pc:sldMkLst>
      </pc:sldChg>
      <pc:sldChg chg="addSp delSp modSp add mod">
        <pc:chgData name="Laurianne Lair" userId="877d0e272dd2d022" providerId="LiveId" clId="{1020E764-7D77-4C96-98F0-277F4DB9C8ED}" dt="2024-11-16T15:23:14.059" v="38851" actId="1036"/>
        <pc:sldMkLst>
          <pc:docMk/>
          <pc:sldMk cId="3716801955" sldId="780"/>
        </pc:sldMkLst>
        <pc:spChg chg="mod">
          <ac:chgData name="Laurianne Lair" userId="877d0e272dd2d022" providerId="LiveId" clId="{1020E764-7D77-4C96-98F0-277F4DB9C8ED}" dt="2024-11-16T15:22:10.040" v="38814" actId="20577"/>
          <ac:spMkLst>
            <pc:docMk/>
            <pc:sldMk cId="3716801955" sldId="780"/>
            <ac:spMk id="2" creationId="{C37B51AA-5F5A-BB0B-85DF-B08DA7B103D6}"/>
          </ac:spMkLst>
        </pc:spChg>
        <pc:picChg chg="add mod">
          <ac:chgData name="Laurianne Lair" userId="877d0e272dd2d022" providerId="LiveId" clId="{1020E764-7D77-4C96-98F0-277F4DB9C8ED}" dt="2024-11-16T15:23:14.059" v="38851" actId="1036"/>
          <ac:picMkLst>
            <pc:docMk/>
            <pc:sldMk cId="3716801955" sldId="780"/>
            <ac:picMk id="4" creationId="{5918D2AD-2601-D68C-9DF2-AD16B12841F8}"/>
          </ac:picMkLst>
        </pc:picChg>
        <pc:picChg chg="add mod">
          <ac:chgData name="Laurianne Lair" userId="877d0e272dd2d022" providerId="LiveId" clId="{1020E764-7D77-4C96-98F0-277F4DB9C8ED}" dt="2024-11-16T15:23:12.169" v="38842" actId="1076"/>
          <ac:picMkLst>
            <pc:docMk/>
            <pc:sldMk cId="3716801955" sldId="780"/>
            <ac:picMk id="6" creationId="{44DE504C-28A5-9EF9-665F-6681DE8D980F}"/>
          </ac:picMkLst>
        </pc:picChg>
        <pc:picChg chg="add mod">
          <ac:chgData name="Laurianne Lair" userId="877d0e272dd2d022" providerId="LiveId" clId="{1020E764-7D77-4C96-98F0-277F4DB9C8ED}" dt="2024-11-16T15:23:00.809" v="38838" actId="1076"/>
          <ac:picMkLst>
            <pc:docMk/>
            <pc:sldMk cId="3716801955" sldId="780"/>
            <ac:picMk id="8" creationId="{88C410CC-BA7C-7EE5-6F03-E519F11DFB67}"/>
          </ac:picMkLst>
        </pc:picChg>
        <pc:picChg chg="del">
          <ac:chgData name="Laurianne Lair" userId="877d0e272dd2d022" providerId="LiveId" clId="{1020E764-7D77-4C96-98F0-277F4DB9C8ED}" dt="2024-11-16T15:22:04.731" v="38788" actId="478"/>
          <ac:picMkLst>
            <pc:docMk/>
            <pc:sldMk cId="3716801955" sldId="780"/>
            <ac:picMk id="15" creationId="{9FC63458-15CD-6272-BC41-4DCC604045F9}"/>
          </ac:picMkLst>
        </pc:picChg>
      </pc:sldChg>
      <pc:sldChg chg="add del">
        <pc:chgData name="Laurianne Lair" userId="877d0e272dd2d022" providerId="LiveId" clId="{1020E764-7D77-4C96-98F0-277F4DB9C8ED}" dt="2024-11-16T01:18:22.371" v="37359" actId="2696"/>
        <pc:sldMkLst>
          <pc:docMk/>
          <pc:sldMk cId="3718564029" sldId="780"/>
        </pc:sldMkLst>
      </pc:sldChg>
      <pc:sldChg chg="delSp modSp add mod">
        <pc:chgData name="Laurianne Lair" userId="877d0e272dd2d022" providerId="LiveId" clId="{1020E764-7D77-4C96-98F0-277F4DB9C8ED}" dt="2024-11-17T17:54:15.573" v="67103" actId="20577"/>
        <pc:sldMkLst>
          <pc:docMk/>
          <pc:sldMk cId="3256131490" sldId="781"/>
        </pc:sldMkLst>
        <pc:spChg chg="mod">
          <ac:chgData name="Laurianne Lair" userId="877d0e272dd2d022" providerId="LiveId" clId="{1020E764-7D77-4C96-98F0-277F4DB9C8ED}" dt="2024-11-17T17:54:15.573" v="67103" actId="20577"/>
          <ac:spMkLst>
            <pc:docMk/>
            <pc:sldMk cId="3256131490" sldId="781"/>
            <ac:spMk id="2" creationId="{E1FDB41A-06B5-1930-A712-F761C756EDC4}"/>
          </ac:spMkLst>
        </pc:spChg>
        <pc:graphicFrameChg chg="del">
          <ac:chgData name="Laurianne Lair" userId="877d0e272dd2d022" providerId="LiveId" clId="{1020E764-7D77-4C96-98F0-277F4DB9C8ED}" dt="2024-11-16T21:59:13.895" v="38908" actId="478"/>
          <ac:graphicFrameMkLst>
            <pc:docMk/>
            <pc:sldMk cId="3256131490" sldId="781"/>
            <ac:graphicFrameMk id="3" creationId="{9833DF06-99F2-B28C-1986-A8AA80D146F6}"/>
          </ac:graphicFrameMkLst>
        </pc:graphicFrameChg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3523615945" sldId="781"/>
        </pc:sldMkLst>
      </pc:sldChg>
      <pc:sldChg chg="add del mod modShow">
        <pc:chgData name="Laurianne Lair" userId="877d0e272dd2d022" providerId="LiveId" clId="{1020E764-7D77-4C96-98F0-277F4DB9C8ED}" dt="2024-11-17T01:14:42.247" v="67080" actId="2696"/>
        <pc:sldMkLst>
          <pc:docMk/>
          <pc:sldMk cId="3850768703" sldId="782"/>
        </pc:sldMkLst>
      </pc:sldChg>
      <pc:sldChg chg="add del mod modShow modNotesTx">
        <pc:chgData name="Laurianne Lair" userId="877d0e272dd2d022" providerId="LiveId" clId="{1020E764-7D77-4C96-98F0-277F4DB9C8ED}" dt="2024-11-17T01:14:49.825" v="67081" actId="2696"/>
        <pc:sldMkLst>
          <pc:docMk/>
          <pc:sldMk cId="185516821" sldId="783"/>
        </pc:sldMkLst>
      </pc:sldChg>
      <pc:sldChg chg="addSp delSp modSp add mod">
        <pc:chgData name="Laurianne Lair" userId="877d0e272dd2d022" providerId="LiveId" clId="{1020E764-7D77-4C96-98F0-277F4DB9C8ED}" dt="2024-11-18T12:39:14.189" v="71370" actId="478"/>
        <pc:sldMkLst>
          <pc:docMk/>
          <pc:sldMk cId="2559450218" sldId="784"/>
        </pc:sldMkLst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36" creationId="{4AAF882B-337F-BF72-D0E3-F94909238479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37" creationId="{DCC1DEE3-26B7-E60C-4F41-32EBBBFEA49E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38" creationId="{AB33C1F9-BE15-FE06-ABAC-BAC14F3FD439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39" creationId="{EF313BF0-F795-0A5A-9C1D-025E4945C39F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0" creationId="{03282C58-6812-6B22-C8F3-FFEE1D474796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1" creationId="{C08F09E8-27B4-1FC8-97E9-4A9B0FDB49CA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4" creationId="{760E4603-24F2-9800-8EF5-D2928CA360F3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5" creationId="{91160B21-C060-F6C0-2F5F-E296A3AAED76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8" creationId="{9774BD9D-BC7A-D46E-6AE5-4584F9981FA9}"/>
          </ac:spMkLst>
        </pc:spChg>
        <pc:spChg chg="del">
          <ac:chgData name="Laurianne Lair" userId="877d0e272dd2d022" providerId="LiveId" clId="{1020E764-7D77-4C96-98F0-277F4DB9C8ED}" dt="2024-11-16T23:42:36.577" v="58618" actId="478"/>
          <ac:spMkLst>
            <pc:docMk/>
            <pc:sldMk cId="2559450218" sldId="784"/>
            <ac:spMk id="49" creationId="{38CB6AE4-9993-5258-A055-F8F6930B1E12}"/>
          </ac:spMkLst>
        </pc:spChg>
        <pc:picChg chg="add del mod">
          <ac:chgData name="Laurianne Lair" userId="877d0e272dd2d022" providerId="LiveId" clId="{1020E764-7D77-4C96-98F0-277F4DB9C8ED}" dt="2024-11-18T12:39:14.189" v="71370" actId="478"/>
          <ac:picMkLst>
            <pc:docMk/>
            <pc:sldMk cId="2559450218" sldId="784"/>
            <ac:picMk id="5" creationId="{2D19792E-CBF7-2947-EC49-8053ADD11CA3}"/>
          </ac:picMkLst>
        </pc:picChg>
        <pc:picChg chg="add mod">
          <ac:chgData name="Laurianne Lair" userId="877d0e272dd2d022" providerId="LiveId" clId="{1020E764-7D77-4C96-98F0-277F4DB9C8ED}" dt="2024-11-18T12:38:29.072" v="71369" actId="1076"/>
          <ac:picMkLst>
            <pc:docMk/>
            <pc:sldMk cId="2559450218" sldId="784"/>
            <ac:picMk id="7" creationId="{F4EE93C7-AC8B-71A1-AB9F-A101C255921C}"/>
          </ac:picMkLst>
        </pc:picChg>
      </pc:sldChg>
    </pc:docChg>
  </pc:docChgLst>
  <pc:docChgLst>
    <pc:chgData name="Laurianne Lair" userId="877d0e272dd2d022" providerId="LiveId" clId="{111DC41F-30C2-4412-815D-216DD056990C}"/>
    <pc:docChg chg="undo custSel addSld delSld modSld sldOrd">
      <pc:chgData name="Laurianne Lair" userId="877d0e272dd2d022" providerId="LiveId" clId="{111DC41F-30C2-4412-815D-216DD056990C}" dt="2024-12-02T16:01:28.978" v="4278" actId="1076"/>
      <pc:docMkLst>
        <pc:docMk/>
      </pc:docMkLst>
      <pc:sldChg chg="delSp modSp mod modNotesTx">
        <pc:chgData name="Laurianne Lair" userId="877d0e272dd2d022" providerId="LiveId" clId="{111DC41F-30C2-4412-815D-216DD056990C}" dt="2024-12-02T15:58:51.300" v="4054" actId="20577"/>
        <pc:sldMkLst>
          <pc:docMk/>
          <pc:sldMk cId="0" sldId="257"/>
        </pc:sldMkLst>
        <pc:spChg chg="del">
          <ac:chgData name="Laurianne Lair" userId="877d0e272dd2d022" providerId="LiveId" clId="{111DC41F-30C2-4412-815D-216DD056990C}" dt="2024-12-01T18:58:26.992" v="0" actId="478"/>
          <ac:spMkLst>
            <pc:docMk/>
            <pc:sldMk cId="0" sldId="257"/>
            <ac:spMk id="3" creationId="{8B6252C2-482F-6B99-9C12-EDCE0C8C72D0}"/>
          </ac:spMkLst>
        </pc:spChg>
        <pc:spChg chg="mod">
          <ac:chgData name="Laurianne Lair" userId="877d0e272dd2d022" providerId="LiveId" clId="{111DC41F-30C2-4412-815D-216DD056990C}" dt="2024-12-02T15:58:51.300" v="4054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111DC41F-30C2-4412-815D-216DD056990C}" dt="2024-12-02T15:57:46.167" v="3979" actId="20577"/>
          <ac:spMkLst>
            <pc:docMk/>
            <pc:sldMk cId="0" sldId="257"/>
            <ac:spMk id="11265" creationId="{F04FAD1C-D935-4EA9-860A-A5EDAC21AB78}"/>
          </ac:spMkLst>
        </pc:spChg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544932440" sldId="2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00267567" sldId="48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89721621" sldId="50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55396742" sldId="53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71533192" sldId="54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19900640" sldId="54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98760520" sldId="5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246824" sldId="5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76563436" sldId="5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51504639" sldId="5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47703517" sldId="5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94856239" sldId="5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34725893" sldId="5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62194338" sldId="60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06574567" sldId="60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7797162" sldId="60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65557235" sldId="60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485012595" sldId="60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34367780" sldId="61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37194843" sldId="61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326803350" sldId="64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922693038" sldId="654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815548228" sldId="6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7612167" sldId="6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401228219" sldId="66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83163146" sldId="6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700889858" sldId="67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253510222" sldId="67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34415022" sldId="679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924516789" sldId="682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383353871" sldId="685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75756174" sldId="68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66894092" sldId="68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78944947" sldId="69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12926480" sldId="69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19270922" sldId="70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02037995" sldId="70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749142133" sldId="708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4887383" sldId="71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728864519" sldId="71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09269681" sldId="71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42750627" sldId="71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677860632" sldId="71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636538020" sldId="72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81369536" sldId="721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449492606" sldId="72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681881839" sldId="72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154243937" sldId="730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1234498781" sldId="735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4230701553" sldId="73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972140161" sldId="737"/>
        </pc:sldMkLst>
      </pc:sldChg>
      <pc:sldChg chg="addSp delSp modSp mod modAnim modNotesTx">
        <pc:chgData name="Laurianne Lair" userId="877d0e272dd2d022" providerId="LiveId" clId="{111DC41F-30C2-4412-815D-216DD056990C}" dt="2024-12-02T16:00:39.533" v="4268" actId="1076"/>
        <pc:sldMkLst>
          <pc:docMk/>
          <pc:sldMk cId="1234421618" sldId="738"/>
        </pc:sldMkLst>
        <pc:spChg chg="mod">
          <ac:chgData name="Laurianne Lair" userId="877d0e272dd2d022" providerId="LiveId" clId="{111DC41F-30C2-4412-815D-216DD056990C}" dt="2024-12-02T15:40:09.086" v="2513" actId="20577"/>
          <ac:spMkLst>
            <pc:docMk/>
            <pc:sldMk cId="1234421618" sldId="738"/>
            <ac:spMk id="2" creationId="{9459DA10-DBA3-414A-90CB-3B4F0EFA643F}"/>
          </ac:spMkLst>
        </pc:spChg>
        <pc:spChg chg="del">
          <ac:chgData name="Laurianne Lair" userId="877d0e272dd2d022" providerId="LiveId" clId="{111DC41F-30C2-4412-815D-216DD056990C}" dt="2024-12-01T23:27:25.754" v="20" actId="478"/>
          <ac:spMkLst>
            <pc:docMk/>
            <pc:sldMk cId="1234421618" sldId="738"/>
            <ac:spMk id="3" creationId="{BD9C973A-FBD9-2541-E719-321948C6B6D1}"/>
          </ac:spMkLst>
        </pc:spChg>
        <pc:spChg chg="mod">
          <ac:chgData name="Laurianne Lair" userId="877d0e272dd2d022" providerId="LiveId" clId="{111DC41F-30C2-4412-815D-216DD056990C}" dt="2024-12-02T16:00:37.078" v="4267" actId="20577"/>
          <ac:spMkLst>
            <pc:docMk/>
            <pc:sldMk cId="1234421618" sldId="738"/>
            <ac:spMk id="5" creationId="{7DA4CBCD-353E-0EEB-A842-2A36BF722D68}"/>
          </ac:spMkLst>
        </pc:spChg>
        <pc:spChg chg="add mod">
          <ac:chgData name="Laurianne Lair" userId="877d0e272dd2d022" providerId="LiveId" clId="{111DC41F-30C2-4412-815D-216DD056990C}" dt="2024-12-02T16:00:39.533" v="4268" actId="1076"/>
          <ac:spMkLst>
            <pc:docMk/>
            <pc:sldMk cId="1234421618" sldId="738"/>
            <ac:spMk id="7" creationId="{62A6368A-7E76-22B3-1C23-61781B6508C1}"/>
          </ac:spMkLst>
        </pc:spChg>
        <pc:spChg chg="mod">
          <ac:chgData name="Laurianne Lair" userId="877d0e272dd2d022" providerId="LiveId" clId="{111DC41F-30C2-4412-815D-216DD056990C}" dt="2024-12-02T15:56:31.899" v="3787" actId="20577"/>
          <ac:spMkLst>
            <pc:docMk/>
            <pc:sldMk cId="1234421618" sldId="738"/>
            <ac:spMk id="82" creationId="{57E836D9-E63F-F827-9291-62F098F60AEF}"/>
          </ac:spMkLst>
        </pc:spChg>
        <pc:spChg chg="del">
          <ac:chgData name="Laurianne Lair" userId="877d0e272dd2d022" providerId="LiveId" clId="{111DC41F-30C2-4412-815D-216DD056990C}" dt="2024-12-01T23:27:01.618" v="10" actId="478"/>
          <ac:spMkLst>
            <pc:docMk/>
            <pc:sldMk cId="1234421618" sldId="738"/>
            <ac:spMk id="252" creationId="{EB9581BF-5741-95B6-A089-3F812285F30F}"/>
          </ac:spMkLst>
        </pc:spChg>
        <pc:grpChg chg="del">
          <ac:chgData name="Laurianne Lair" userId="877d0e272dd2d022" providerId="LiveId" clId="{111DC41F-30C2-4412-815D-216DD056990C}" dt="2024-12-01T23:27:25.754" v="20" actId="478"/>
          <ac:grpSpMkLst>
            <pc:docMk/>
            <pc:sldMk cId="1234421618" sldId="738"/>
            <ac:grpSpMk id="264" creationId="{7EBEE8FF-61C1-30A8-D36C-E5BD2B2E745E}"/>
          </ac:grpSpMkLst>
        </pc:grpChg>
        <pc:picChg chg="del">
          <ac:chgData name="Laurianne Lair" userId="877d0e272dd2d022" providerId="LiveId" clId="{111DC41F-30C2-4412-815D-216DD056990C}" dt="2024-12-01T23:27:25.754" v="20" actId="478"/>
          <ac:picMkLst>
            <pc:docMk/>
            <pc:sldMk cId="1234421618" sldId="738"/>
            <ac:picMk id="6" creationId="{DF396379-BB0B-4352-5730-FBCBA61BD23D}"/>
          </ac:picMkLst>
        </pc:picChg>
      </pc:sldChg>
      <pc:sldChg chg="addSp delSp modSp mod ord delAnim modAnim modNotesTx">
        <pc:chgData name="Laurianne Lair" userId="877d0e272dd2d022" providerId="LiveId" clId="{111DC41F-30C2-4412-815D-216DD056990C}" dt="2024-12-02T16:01:11.953" v="4274" actId="20577"/>
        <pc:sldMkLst>
          <pc:docMk/>
          <pc:sldMk cId="2678434687" sldId="740"/>
        </pc:sldMkLst>
        <pc:spChg chg="mod">
          <ac:chgData name="Laurianne Lair" userId="877d0e272dd2d022" providerId="LiveId" clId="{111DC41F-30C2-4412-815D-216DD056990C}" dt="2024-12-02T15:54:44.382" v="3632" actId="255"/>
          <ac:spMkLst>
            <pc:docMk/>
            <pc:sldMk cId="2678434687" sldId="740"/>
            <ac:spMk id="2" creationId="{FB2288A0-A4B4-98FC-3204-F5BDB82CE699}"/>
          </ac:spMkLst>
        </pc:spChg>
        <pc:spChg chg="add del mod">
          <ac:chgData name="Laurianne Lair" userId="877d0e272dd2d022" providerId="LiveId" clId="{111DC41F-30C2-4412-815D-216DD056990C}" dt="2024-12-02T15:41:18.294" v="2526" actId="478"/>
          <ac:spMkLst>
            <pc:docMk/>
            <pc:sldMk cId="2678434687" sldId="740"/>
            <ac:spMk id="5" creationId="{9F8AFC13-D84E-F69E-47AC-F2CA87B40414}"/>
          </ac:spMkLst>
        </pc:spChg>
        <pc:spChg chg="del">
          <ac:chgData name="Laurianne Lair" userId="877d0e272dd2d022" providerId="LiveId" clId="{111DC41F-30C2-4412-815D-216DD056990C}" dt="2024-12-01T23:27:06.055" v="11" actId="478"/>
          <ac:spMkLst>
            <pc:docMk/>
            <pc:sldMk cId="2678434687" sldId="740"/>
            <ac:spMk id="7" creationId="{F19CC82C-61D4-7D08-90B9-539628F0C73C}"/>
          </ac:spMkLst>
        </pc:spChg>
        <pc:spChg chg="add del mod">
          <ac:chgData name="Laurianne Lair" userId="877d0e272dd2d022" providerId="LiveId" clId="{111DC41F-30C2-4412-815D-216DD056990C}" dt="2024-12-02T15:41:18.294" v="2526" actId="478"/>
          <ac:spMkLst>
            <pc:docMk/>
            <pc:sldMk cId="2678434687" sldId="740"/>
            <ac:spMk id="8" creationId="{44CCFEFE-FF84-CA74-7CC5-013BAEB6A4B7}"/>
          </ac:spMkLst>
        </pc:spChg>
        <pc:spChg chg="add mod">
          <ac:chgData name="Laurianne Lair" userId="877d0e272dd2d022" providerId="LiveId" clId="{111DC41F-30C2-4412-815D-216DD056990C}" dt="2024-12-02T16:01:11.953" v="4274" actId="20577"/>
          <ac:spMkLst>
            <pc:docMk/>
            <pc:sldMk cId="2678434687" sldId="740"/>
            <ac:spMk id="11" creationId="{AC1C6156-02E0-A73D-2F99-F5E7CC90C8F7}"/>
          </ac:spMkLst>
        </pc:spChg>
        <pc:spChg chg="del">
          <ac:chgData name="Laurianne Lair" userId="877d0e272dd2d022" providerId="LiveId" clId="{111DC41F-30C2-4412-815D-216DD056990C}" dt="2024-12-01T23:27:18.979" v="19" actId="478"/>
          <ac:spMkLst>
            <pc:docMk/>
            <pc:sldMk cId="2678434687" sldId="740"/>
            <ac:spMk id="21" creationId="{D79820A2-659B-D796-6F4A-864E7DDF2A02}"/>
          </ac:spMkLst>
        </pc:spChg>
        <pc:spChg chg="mod">
          <ac:chgData name="Laurianne Lair" userId="877d0e272dd2d022" providerId="LiveId" clId="{111DC41F-30C2-4412-815D-216DD056990C}" dt="2024-12-02T15:56:37.842" v="3792" actId="20577"/>
          <ac:spMkLst>
            <pc:docMk/>
            <pc:sldMk cId="2678434687" sldId="740"/>
            <ac:spMk id="42" creationId="{C5245A22-D83D-94FF-2987-79BB44232B83}"/>
          </ac:spMkLst>
        </pc:spChg>
        <pc:picChg chg="del">
          <ac:chgData name="Laurianne Lair" userId="877d0e272dd2d022" providerId="LiveId" clId="{111DC41F-30C2-4412-815D-216DD056990C}" dt="2024-12-01T23:27:18.979" v="19" actId="478"/>
          <ac:picMkLst>
            <pc:docMk/>
            <pc:sldMk cId="2678434687" sldId="740"/>
            <ac:picMk id="4" creationId="{29253A1C-0AFC-B2E7-351F-649B4BA6835C}"/>
          </ac:picMkLst>
        </pc:picChg>
        <pc:picChg chg="add mod">
          <ac:chgData name="Laurianne Lair" userId="877d0e272dd2d022" providerId="LiveId" clId="{111DC41F-30C2-4412-815D-216DD056990C}" dt="2024-12-02T15:44:22.682" v="2763" actId="1076"/>
          <ac:picMkLst>
            <pc:docMk/>
            <pc:sldMk cId="2678434687" sldId="740"/>
            <ac:picMk id="9" creationId="{DB39753D-B61F-446B-633B-F7CE6AAD6F02}"/>
          </ac:picMkLst>
        </pc:picChg>
        <pc:picChg chg="add mod">
          <ac:chgData name="Laurianne Lair" userId="877d0e272dd2d022" providerId="LiveId" clId="{111DC41F-30C2-4412-815D-216DD056990C}" dt="2024-12-02T15:44:26.857" v="2766" actId="1076"/>
          <ac:picMkLst>
            <pc:docMk/>
            <pc:sldMk cId="2678434687" sldId="740"/>
            <ac:picMk id="10" creationId="{D0EAD38C-8079-4132-3A70-10368477A90E}"/>
          </ac:picMkLst>
        </pc:picChg>
        <pc:picChg chg="add mod">
          <ac:chgData name="Laurianne Lair" userId="877d0e272dd2d022" providerId="LiveId" clId="{111DC41F-30C2-4412-815D-216DD056990C}" dt="2024-12-02T15:44:25.327" v="2765" actId="1076"/>
          <ac:picMkLst>
            <pc:docMk/>
            <pc:sldMk cId="2678434687" sldId="740"/>
            <ac:picMk id="12" creationId="{04A65EB8-CE45-7691-4B6D-0CAFABEEABF2}"/>
          </ac:picMkLst>
        </pc:picChg>
        <pc:picChg chg="del">
          <ac:chgData name="Laurianne Lair" userId="877d0e272dd2d022" providerId="LiveId" clId="{111DC41F-30C2-4412-815D-216DD056990C}" dt="2024-12-01T23:27:18.979" v="19" actId="478"/>
          <ac:picMkLst>
            <pc:docMk/>
            <pc:sldMk cId="2678434687" sldId="740"/>
            <ac:picMk id="14" creationId="{8FF7B306-1D37-7932-3B58-D924707C8ACC}"/>
          </ac:picMkLst>
        </pc:picChg>
        <pc:picChg chg="del">
          <ac:chgData name="Laurianne Lair" userId="877d0e272dd2d022" providerId="LiveId" clId="{111DC41F-30C2-4412-815D-216DD056990C}" dt="2024-12-01T23:27:18.979" v="19" actId="478"/>
          <ac:picMkLst>
            <pc:docMk/>
            <pc:sldMk cId="2678434687" sldId="740"/>
            <ac:picMk id="15" creationId="{B7359E17-738B-6F49-BA2F-2BDF6E4D55D2}"/>
          </ac:picMkLst>
        </pc:picChg>
      </pc:sldChg>
      <pc:sldChg chg="addSp modSp add mod modAnim modNotesTx">
        <pc:chgData name="Laurianne Lair" userId="877d0e272dd2d022" providerId="LiveId" clId="{111DC41F-30C2-4412-815D-216DD056990C}" dt="2024-12-02T15:56:40.515" v="3794" actId="20577"/>
        <pc:sldMkLst>
          <pc:docMk/>
          <pc:sldMk cId="1327352678" sldId="741"/>
        </pc:sldMkLst>
        <pc:spChg chg="mod">
          <ac:chgData name="Laurianne Lair" userId="877d0e272dd2d022" providerId="LiveId" clId="{111DC41F-30C2-4412-815D-216DD056990C}" dt="2024-12-02T14:52:33.210" v="2308" actId="20577"/>
          <ac:spMkLst>
            <pc:docMk/>
            <pc:sldMk cId="1327352678" sldId="741"/>
            <ac:spMk id="5" creationId="{38AC49AE-752B-B2FA-FD63-EE698B3CF7FA}"/>
          </ac:spMkLst>
        </pc:spChg>
        <pc:spChg chg="add mod">
          <ac:chgData name="Laurianne Lair" userId="877d0e272dd2d022" providerId="LiveId" clId="{111DC41F-30C2-4412-815D-216DD056990C}" dt="2024-12-02T14:53:01.022" v="2356" actId="20577"/>
          <ac:spMkLst>
            <pc:docMk/>
            <pc:sldMk cId="1327352678" sldId="741"/>
            <ac:spMk id="6" creationId="{1250FC59-911A-9253-F326-FC39124E9C24}"/>
          </ac:spMkLst>
        </pc:spChg>
        <pc:spChg chg="mod">
          <ac:chgData name="Laurianne Lair" userId="877d0e272dd2d022" providerId="LiveId" clId="{111DC41F-30C2-4412-815D-216DD056990C}" dt="2024-12-02T15:56:40.515" v="3794" actId="20577"/>
          <ac:spMkLst>
            <pc:docMk/>
            <pc:sldMk cId="1327352678" sldId="741"/>
            <ac:spMk id="42" creationId="{02C09348-7347-46F9-7E85-D681B83860DE}"/>
          </ac:spMkLst>
        </pc:spChg>
      </pc:sldChg>
      <pc:sldChg chg="delSp modSp del mod delAnim">
        <pc:chgData name="Laurianne Lair" userId="877d0e272dd2d022" providerId="LiveId" clId="{111DC41F-30C2-4412-815D-216DD056990C}" dt="2024-12-01T23:46:28.252" v="1404" actId="2696"/>
        <pc:sldMkLst>
          <pc:docMk/>
          <pc:sldMk cId="3764595402" sldId="741"/>
        </pc:sldMkLst>
        <pc:spChg chg="mod">
          <ac:chgData name="Laurianne Lair" userId="877d0e272dd2d022" providerId="LiveId" clId="{111DC41F-30C2-4412-815D-216DD056990C}" dt="2024-12-01T23:43:28.951" v="828" actId="20577"/>
          <ac:spMkLst>
            <pc:docMk/>
            <pc:sldMk cId="3764595402" sldId="741"/>
            <ac:spMk id="2" creationId="{D4DC6DBB-B595-06A3-84E3-56E133CB46B5}"/>
          </ac:spMkLst>
        </pc:spChg>
        <pc:spChg chg="del">
          <ac:chgData name="Laurianne Lair" userId="877d0e272dd2d022" providerId="LiveId" clId="{111DC41F-30C2-4412-815D-216DD056990C}" dt="2024-12-01T23:27:11.210" v="14" actId="478"/>
          <ac:spMkLst>
            <pc:docMk/>
            <pc:sldMk cId="3764595402" sldId="741"/>
            <ac:spMk id="5" creationId="{E5C2279F-1567-B23B-4B2B-79F35D52729A}"/>
          </ac:spMkLst>
        </pc:spChg>
        <pc:spChg chg="del">
          <ac:chgData name="Laurianne Lair" userId="877d0e272dd2d022" providerId="LiveId" clId="{111DC41F-30C2-4412-815D-216DD056990C}" dt="2024-12-01T23:27:13.575" v="17" actId="478"/>
          <ac:spMkLst>
            <pc:docMk/>
            <pc:sldMk cId="3764595402" sldId="741"/>
            <ac:spMk id="6" creationId="{A8C3AD33-35D7-EA2D-6729-4A4BB2A364DD}"/>
          </ac:spMkLst>
        </pc:spChg>
        <pc:spChg chg="del">
          <ac:chgData name="Laurianne Lair" userId="877d0e272dd2d022" providerId="LiveId" clId="{111DC41F-30C2-4412-815D-216DD056990C}" dt="2024-12-01T23:27:08.912" v="12" actId="478"/>
          <ac:spMkLst>
            <pc:docMk/>
            <pc:sldMk cId="3764595402" sldId="741"/>
            <ac:spMk id="7" creationId="{0BFC8716-648B-51D1-A785-2D3AC88EEB16}"/>
          </ac:spMkLst>
        </pc:spChg>
        <pc:spChg chg="del">
          <ac:chgData name="Laurianne Lair" userId="877d0e272dd2d022" providerId="LiveId" clId="{111DC41F-30C2-4412-815D-216DD056990C}" dt="2024-12-01T23:27:12.736" v="16" actId="478"/>
          <ac:spMkLst>
            <pc:docMk/>
            <pc:sldMk cId="3764595402" sldId="741"/>
            <ac:spMk id="8" creationId="{CBBA03AA-9489-E04B-DEC4-D74ABFADA890}"/>
          </ac:spMkLst>
        </pc:spChg>
        <pc:spChg chg="del">
          <ac:chgData name="Laurianne Lair" userId="877d0e272dd2d022" providerId="LiveId" clId="{111DC41F-30C2-4412-815D-216DD056990C}" dt="2024-12-01T23:27:15.375" v="18" actId="478"/>
          <ac:spMkLst>
            <pc:docMk/>
            <pc:sldMk cId="3764595402" sldId="741"/>
            <ac:spMk id="12" creationId="{261ECB72-2D01-2A91-9003-5D4009E863B6}"/>
          </ac:spMkLst>
        </pc:spChg>
        <pc:spChg chg="del">
          <ac:chgData name="Laurianne Lair" userId="877d0e272dd2d022" providerId="LiveId" clId="{111DC41F-30C2-4412-815D-216DD056990C}" dt="2024-12-01T23:27:15.375" v="18" actId="478"/>
          <ac:spMkLst>
            <pc:docMk/>
            <pc:sldMk cId="3764595402" sldId="741"/>
            <ac:spMk id="18" creationId="{C0EBAB08-CABB-0BDC-A3B3-F2F2DA7790E1}"/>
          </ac:spMkLst>
        </pc:spChg>
        <pc:spChg chg="del">
          <ac:chgData name="Laurianne Lair" userId="877d0e272dd2d022" providerId="LiveId" clId="{111DC41F-30C2-4412-815D-216DD056990C}" dt="2024-12-01T23:27:15.375" v="18" actId="478"/>
          <ac:spMkLst>
            <pc:docMk/>
            <pc:sldMk cId="3764595402" sldId="741"/>
            <ac:spMk id="19" creationId="{12889807-48B2-41EB-31DC-96174E65C5EB}"/>
          </ac:spMkLst>
        </pc:spChg>
        <pc:grpChg chg="del">
          <ac:chgData name="Laurianne Lair" userId="877d0e272dd2d022" providerId="LiveId" clId="{111DC41F-30C2-4412-815D-216DD056990C}" dt="2024-12-01T23:27:15.375" v="18" actId="478"/>
          <ac:grpSpMkLst>
            <pc:docMk/>
            <pc:sldMk cId="3764595402" sldId="741"/>
            <ac:grpSpMk id="20" creationId="{996A2E46-2278-4AC8-F379-8DBADFA18DA8}"/>
          </ac:grpSpMkLst>
        </pc:grpChg>
        <pc:graphicFrameChg chg="del">
          <ac:chgData name="Laurianne Lair" userId="877d0e272dd2d022" providerId="LiveId" clId="{111DC41F-30C2-4412-815D-216DD056990C}" dt="2024-12-01T23:27:11.746" v="15" actId="478"/>
          <ac:graphicFrameMkLst>
            <pc:docMk/>
            <pc:sldMk cId="3764595402" sldId="741"/>
            <ac:graphicFrameMk id="4" creationId="{F268C064-DDFE-8C74-B2F1-649ADEE3D0F2}"/>
          </ac:graphicFrameMkLst>
        </pc:graphicFrameChg>
        <pc:graphicFrameChg chg="del">
          <ac:chgData name="Laurianne Lair" userId="877d0e272dd2d022" providerId="LiveId" clId="{111DC41F-30C2-4412-815D-216DD056990C}" dt="2024-12-01T23:27:10.177" v="13" actId="478"/>
          <ac:graphicFrameMkLst>
            <pc:docMk/>
            <pc:sldMk cId="3764595402" sldId="741"/>
            <ac:graphicFrameMk id="15" creationId="{5F7C47DD-AA96-3AB9-A14B-8E0BDAE558C1}"/>
          </ac:graphicFrameMkLst>
        </pc:graphicFrameChg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6573062" sldId="742"/>
        </pc:sldMkLst>
      </pc:sldChg>
      <pc:sldChg chg="addSp delSp modSp add mod ord delAnim modAnim modNotesTx">
        <pc:chgData name="Laurianne Lair" userId="877d0e272dd2d022" providerId="LiveId" clId="{111DC41F-30C2-4412-815D-216DD056990C}" dt="2024-12-02T15:56:44.796" v="3796" actId="6549"/>
        <pc:sldMkLst>
          <pc:docMk/>
          <pc:sldMk cId="4032777451" sldId="742"/>
        </pc:sldMkLst>
        <pc:spChg chg="mod">
          <ac:chgData name="Laurianne Lair" userId="877d0e272dd2d022" providerId="LiveId" clId="{111DC41F-30C2-4412-815D-216DD056990C}" dt="2024-12-02T15:40:43.563" v="2522" actId="404"/>
          <ac:spMkLst>
            <pc:docMk/>
            <pc:sldMk cId="4032777451" sldId="742"/>
            <ac:spMk id="2" creationId="{1FA2C344-B62A-B1B5-CD29-C78F23405637}"/>
          </ac:spMkLst>
        </pc:spChg>
        <pc:spChg chg="del">
          <ac:chgData name="Laurianne Lair" userId="877d0e272dd2d022" providerId="LiveId" clId="{111DC41F-30C2-4412-815D-216DD056990C}" dt="2024-12-02T15:39:25.342" v="2494" actId="478"/>
          <ac:spMkLst>
            <pc:docMk/>
            <pc:sldMk cId="4032777451" sldId="742"/>
            <ac:spMk id="5" creationId="{7AE61951-2290-8704-A33F-021C7A0F1C18}"/>
          </ac:spMkLst>
        </pc:spChg>
        <pc:spChg chg="add mod">
          <ac:chgData name="Laurianne Lair" userId="877d0e272dd2d022" providerId="LiveId" clId="{111DC41F-30C2-4412-815D-216DD056990C}" dt="2024-12-02T15:39:26.128" v="2495"/>
          <ac:spMkLst>
            <pc:docMk/>
            <pc:sldMk cId="4032777451" sldId="742"/>
            <ac:spMk id="6" creationId="{2F01DACF-7452-CB18-B93E-558A6B69B006}"/>
          </ac:spMkLst>
        </pc:spChg>
        <pc:spChg chg="del">
          <ac:chgData name="Laurianne Lair" userId="877d0e272dd2d022" providerId="LiveId" clId="{111DC41F-30C2-4412-815D-216DD056990C}" dt="2024-12-02T15:39:25.342" v="2494" actId="478"/>
          <ac:spMkLst>
            <pc:docMk/>
            <pc:sldMk cId="4032777451" sldId="742"/>
            <ac:spMk id="7" creationId="{DB068909-3F84-9FB6-CC0D-6584D3AB788A}"/>
          </ac:spMkLst>
        </pc:spChg>
        <pc:spChg chg="add mod">
          <ac:chgData name="Laurianne Lair" userId="877d0e272dd2d022" providerId="LiveId" clId="{111DC41F-30C2-4412-815D-216DD056990C}" dt="2024-12-02T15:39:26.128" v="2495"/>
          <ac:spMkLst>
            <pc:docMk/>
            <pc:sldMk cId="4032777451" sldId="742"/>
            <ac:spMk id="8" creationId="{0585A382-1D74-CF38-EBD3-5E122D19EB32}"/>
          </ac:spMkLst>
        </pc:spChg>
        <pc:spChg chg="add mod">
          <ac:chgData name="Laurianne Lair" userId="877d0e272dd2d022" providerId="LiveId" clId="{111DC41F-30C2-4412-815D-216DD056990C}" dt="2024-12-02T15:39:26.128" v="2495"/>
          <ac:spMkLst>
            <pc:docMk/>
            <pc:sldMk cId="4032777451" sldId="742"/>
            <ac:spMk id="9" creationId="{62E0DB48-9BC7-0223-4440-06E9ABD13614}"/>
          </ac:spMkLst>
        </pc:spChg>
        <pc:spChg chg="add del mod">
          <ac:chgData name="Laurianne Lair" userId="877d0e272dd2d022" providerId="LiveId" clId="{111DC41F-30C2-4412-815D-216DD056990C}" dt="2024-12-02T15:39:38.846" v="2498" actId="478"/>
          <ac:spMkLst>
            <pc:docMk/>
            <pc:sldMk cId="4032777451" sldId="742"/>
            <ac:spMk id="10" creationId="{4F3D8076-BB28-7669-4E30-98F22DFDAAAE}"/>
          </ac:spMkLst>
        </pc:spChg>
        <pc:spChg chg="add mod">
          <ac:chgData name="Laurianne Lair" userId="877d0e272dd2d022" providerId="LiveId" clId="{111DC41F-30C2-4412-815D-216DD056990C}" dt="2024-12-02T15:39:26.128" v="2495"/>
          <ac:spMkLst>
            <pc:docMk/>
            <pc:sldMk cId="4032777451" sldId="742"/>
            <ac:spMk id="11" creationId="{73DA1C8E-E947-C7F8-2B2B-FEBD69916217}"/>
          </ac:spMkLst>
        </pc:spChg>
        <pc:spChg chg="add del mod">
          <ac:chgData name="Laurianne Lair" userId="877d0e272dd2d022" providerId="LiveId" clId="{111DC41F-30C2-4412-815D-216DD056990C}" dt="2024-12-02T15:39:36.823" v="2497" actId="478"/>
          <ac:spMkLst>
            <pc:docMk/>
            <pc:sldMk cId="4032777451" sldId="742"/>
            <ac:spMk id="12" creationId="{71E03E8E-2CD3-6D13-B56F-182DC484FF60}"/>
          </ac:spMkLst>
        </pc:spChg>
        <pc:spChg chg="mod">
          <ac:chgData name="Laurianne Lair" userId="877d0e272dd2d022" providerId="LiveId" clId="{111DC41F-30C2-4412-815D-216DD056990C}" dt="2024-12-02T15:56:44.796" v="3796" actId="6549"/>
          <ac:spMkLst>
            <pc:docMk/>
            <pc:sldMk cId="4032777451" sldId="742"/>
            <ac:spMk id="82" creationId="{78E72678-C4E9-6916-4132-56DF14777CF8}"/>
          </ac:spMkLst>
        </pc:spChg>
        <pc:grpChg chg="add mod">
          <ac:chgData name="Laurianne Lair" userId="877d0e272dd2d022" providerId="LiveId" clId="{111DC41F-30C2-4412-815D-216DD056990C}" dt="2024-12-02T15:39:34.035" v="2496"/>
          <ac:grpSpMkLst>
            <pc:docMk/>
            <pc:sldMk cId="4032777451" sldId="742"/>
            <ac:grpSpMk id="13" creationId="{D0C63DE8-A9D1-9DC8-116F-7333E16E609D}"/>
          </ac:grpSpMkLst>
        </pc:grpChg>
        <pc:graphicFrameChg chg="add mod">
          <ac:chgData name="Laurianne Lair" userId="877d0e272dd2d022" providerId="LiveId" clId="{111DC41F-30C2-4412-815D-216DD056990C}" dt="2024-12-02T15:39:26.128" v="2495"/>
          <ac:graphicFrameMkLst>
            <pc:docMk/>
            <pc:sldMk cId="4032777451" sldId="742"/>
            <ac:graphicFrameMk id="3" creationId="{4C1D3910-CCDC-2252-C96F-29881E1FC031}"/>
          </ac:graphicFrameMkLst>
        </pc:graphicFrameChg>
        <pc:graphicFrameChg chg="add mod">
          <ac:chgData name="Laurianne Lair" userId="877d0e272dd2d022" providerId="LiveId" clId="{111DC41F-30C2-4412-815D-216DD056990C}" dt="2024-12-02T15:40:40.916" v="2521" actId="1076"/>
          <ac:graphicFrameMkLst>
            <pc:docMk/>
            <pc:sldMk cId="4032777451" sldId="742"/>
            <ac:graphicFrameMk id="17" creationId="{3009ABBD-50DE-7FE9-416F-FA69A9D4B307}"/>
          </ac:graphicFrameMkLst>
        </pc:graphicFrameChg>
        <pc:picChg chg="mod">
          <ac:chgData name="Laurianne Lair" userId="877d0e272dd2d022" providerId="LiveId" clId="{111DC41F-30C2-4412-815D-216DD056990C}" dt="2024-12-02T15:39:34.035" v="2496"/>
          <ac:picMkLst>
            <pc:docMk/>
            <pc:sldMk cId="4032777451" sldId="742"/>
            <ac:picMk id="14" creationId="{35907D17-052C-5DF4-C835-4E81056BC9DB}"/>
          </ac:picMkLst>
        </pc:picChg>
        <pc:picChg chg="mod">
          <ac:chgData name="Laurianne Lair" userId="877d0e272dd2d022" providerId="LiveId" clId="{111DC41F-30C2-4412-815D-216DD056990C}" dt="2024-12-02T15:39:34.035" v="2496"/>
          <ac:picMkLst>
            <pc:docMk/>
            <pc:sldMk cId="4032777451" sldId="742"/>
            <ac:picMk id="15" creationId="{C932C62F-0804-171A-DD15-82069BE8C000}"/>
          </ac:picMkLst>
        </pc:picChg>
        <pc:picChg chg="mod">
          <ac:chgData name="Laurianne Lair" userId="877d0e272dd2d022" providerId="LiveId" clId="{111DC41F-30C2-4412-815D-216DD056990C}" dt="2024-12-02T15:39:34.035" v="2496"/>
          <ac:picMkLst>
            <pc:docMk/>
            <pc:sldMk cId="4032777451" sldId="742"/>
            <ac:picMk id="16" creationId="{393F091A-8755-4293-3A30-F7624D3582EF}"/>
          </ac:picMkLst>
        </pc:picChg>
      </pc:sldChg>
      <pc:sldChg chg="modSp add mod ord modNotesTx">
        <pc:chgData name="Laurianne Lair" userId="877d0e272dd2d022" providerId="LiveId" clId="{111DC41F-30C2-4412-815D-216DD056990C}" dt="2024-12-02T16:00:44.505" v="4270" actId="1076"/>
        <pc:sldMkLst>
          <pc:docMk/>
          <pc:sldMk cId="3374474963" sldId="743"/>
        </pc:sldMkLst>
        <pc:spChg chg="mod">
          <ac:chgData name="Laurianne Lair" userId="877d0e272dd2d022" providerId="LiveId" clId="{111DC41F-30C2-4412-815D-216DD056990C}" dt="2024-12-02T16:00:42.754" v="4269" actId="1076"/>
          <ac:spMkLst>
            <pc:docMk/>
            <pc:sldMk cId="3374474963" sldId="743"/>
            <ac:spMk id="5" creationId="{340A8D06-54C3-4915-015A-1A0F36C56A73}"/>
          </ac:spMkLst>
        </pc:spChg>
        <pc:spChg chg="mod">
          <ac:chgData name="Laurianne Lair" userId="877d0e272dd2d022" providerId="LiveId" clId="{111DC41F-30C2-4412-815D-216DD056990C}" dt="2024-12-02T16:00:44.505" v="4270" actId="1076"/>
          <ac:spMkLst>
            <pc:docMk/>
            <pc:sldMk cId="3374474963" sldId="743"/>
            <ac:spMk id="8" creationId="{98D579AC-FC3E-B326-995B-36C8C8FE8577}"/>
          </ac:spMkLst>
        </pc:spChg>
        <pc:spChg chg="mod">
          <ac:chgData name="Laurianne Lair" userId="877d0e272dd2d022" providerId="LiveId" clId="{111DC41F-30C2-4412-815D-216DD056990C}" dt="2024-12-02T15:56:33.673" v="3788" actId="1076"/>
          <ac:spMkLst>
            <pc:docMk/>
            <pc:sldMk cId="3374474963" sldId="743"/>
            <ac:spMk id="17" creationId="{3ABED46E-2A99-02AE-749F-1B86FD7571B9}"/>
          </ac:spMkLst>
        </pc:spChg>
        <pc:spChg chg="mod">
          <ac:chgData name="Laurianne Lair" userId="877d0e272dd2d022" providerId="LiveId" clId="{111DC41F-30C2-4412-815D-216DD056990C}" dt="2024-12-02T15:56:35.245" v="3790" actId="20577"/>
          <ac:spMkLst>
            <pc:docMk/>
            <pc:sldMk cId="3374474963" sldId="743"/>
            <ac:spMk id="42" creationId="{CDF71F8B-3D4E-17F8-232C-960223AF5A99}"/>
          </ac:spMkLst>
        </pc:spChg>
      </pc:sldChg>
      <pc:sldChg chg="addSp delSp modSp add mod ord delAnim modNotesTx">
        <pc:chgData name="Laurianne Lair" userId="877d0e272dd2d022" providerId="LiveId" clId="{111DC41F-30C2-4412-815D-216DD056990C}" dt="2024-12-02T16:01:28.978" v="4278" actId="1076"/>
        <pc:sldMkLst>
          <pc:docMk/>
          <pc:sldMk cId="1440571740" sldId="744"/>
        </pc:sldMkLst>
        <pc:spChg chg="mod">
          <ac:chgData name="Laurianne Lair" userId="877d0e272dd2d022" providerId="LiveId" clId="{111DC41F-30C2-4412-815D-216DD056990C}" dt="2024-12-02T15:50:46.311" v="3195" actId="404"/>
          <ac:spMkLst>
            <pc:docMk/>
            <pc:sldMk cId="1440571740" sldId="744"/>
            <ac:spMk id="2" creationId="{A2584A1E-01CF-B644-8061-047C32D5122C}"/>
          </ac:spMkLst>
        </pc:spChg>
        <pc:spChg chg="del">
          <ac:chgData name="Laurianne Lair" userId="877d0e272dd2d022" providerId="LiveId" clId="{111DC41F-30C2-4412-815D-216DD056990C}" dt="2024-12-02T15:45:45.754" v="2869" actId="478"/>
          <ac:spMkLst>
            <pc:docMk/>
            <pc:sldMk cId="1440571740" sldId="744"/>
            <ac:spMk id="5" creationId="{1EE1CB7D-CB38-4C63-DEC9-A8AFC0EED1C2}"/>
          </ac:spMkLst>
        </pc:spChg>
        <pc:spChg chg="del">
          <ac:chgData name="Laurianne Lair" userId="877d0e272dd2d022" providerId="LiveId" clId="{111DC41F-30C2-4412-815D-216DD056990C}" dt="2024-12-02T15:45:45.754" v="2869" actId="478"/>
          <ac:spMkLst>
            <pc:docMk/>
            <pc:sldMk cId="1440571740" sldId="744"/>
            <ac:spMk id="8" creationId="{4B810FA3-394B-5C2A-724B-8076C2CF88A6}"/>
          </ac:spMkLst>
        </pc:spChg>
        <pc:spChg chg="add mod">
          <ac:chgData name="Laurianne Lair" userId="877d0e272dd2d022" providerId="LiveId" clId="{111DC41F-30C2-4412-815D-216DD056990C}" dt="2024-12-02T15:51:38.387" v="3202" actId="1076"/>
          <ac:spMkLst>
            <pc:docMk/>
            <pc:sldMk cId="1440571740" sldId="744"/>
            <ac:spMk id="10" creationId="{65A29281-3324-4F01-17E0-198734F104D1}"/>
          </ac:spMkLst>
        </pc:spChg>
        <pc:spChg chg="add mod">
          <ac:chgData name="Laurianne Lair" userId="877d0e272dd2d022" providerId="LiveId" clId="{111DC41F-30C2-4412-815D-216DD056990C}" dt="2024-12-02T15:51:43.012" v="3205" actId="1076"/>
          <ac:spMkLst>
            <pc:docMk/>
            <pc:sldMk cId="1440571740" sldId="744"/>
            <ac:spMk id="11" creationId="{67C9192E-FE08-3447-96AA-EAA2250E23C8}"/>
          </ac:spMkLst>
        </pc:spChg>
        <pc:spChg chg="add del mod">
          <ac:chgData name="Laurianne Lair" userId="877d0e272dd2d022" providerId="LiveId" clId="{111DC41F-30C2-4412-815D-216DD056990C}" dt="2024-12-02T15:50:31.784" v="3191" actId="478"/>
          <ac:spMkLst>
            <pc:docMk/>
            <pc:sldMk cId="1440571740" sldId="744"/>
            <ac:spMk id="14" creationId="{24171C64-694F-5BFA-18AA-D6A4D1242BE5}"/>
          </ac:spMkLst>
        </pc:spChg>
        <pc:spChg chg="add mod">
          <ac:chgData name="Laurianne Lair" userId="877d0e272dd2d022" providerId="LiveId" clId="{111DC41F-30C2-4412-815D-216DD056990C}" dt="2024-12-02T16:01:25.550" v="4276" actId="1076"/>
          <ac:spMkLst>
            <pc:docMk/>
            <pc:sldMk cId="1440571740" sldId="744"/>
            <ac:spMk id="16" creationId="{40044ECB-73C8-F44D-C9FF-7B246E968056}"/>
          </ac:spMkLst>
        </pc:spChg>
        <pc:spChg chg="mod">
          <ac:chgData name="Laurianne Lair" userId="877d0e272dd2d022" providerId="LiveId" clId="{111DC41F-30C2-4412-815D-216DD056990C}" dt="2024-12-02T15:56:47.629" v="3798" actId="20577"/>
          <ac:spMkLst>
            <pc:docMk/>
            <pc:sldMk cId="1440571740" sldId="744"/>
            <ac:spMk id="42" creationId="{EF74B3D1-5A43-18A2-45FA-578227AE75D9}"/>
          </ac:spMkLst>
        </pc:spChg>
        <pc:graphicFrameChg chg="add mod">
          <ac:chgData name="Laurianne Lair" userId="877d0e272dd2d022" providerId="LiveId" clId="{111DC41F-30C2-4412-815D-216DD056990C}" dt="2024-12-02T16:01:26.575" v="4277" actId="1076"/>
          <ac:graphicFrameMkLst>
            <pc:docMk/>
            <pc:sldMk cId="1440571740" sldId="744"/>
            <ac:graphicFrameMk id="15" creationId="{7B01581A-B50B-848C-49CA-4A449BC3A802}"/>
          </ac:graphicFrameMkLst>
        </pc:graphicFrameChg>
        <pc:picChg chg="add mod">
          <ac:chgData name="Laurianne Lair" userId="877d0e272dd2d022" providerId="LiveId" clId="{111DC41F-30C2-4412-815D-216DD056990C}" dt="2024-12-02T15:51:39.633" v="3203" actId="1076"/>
          <ac:picMkLst>
            <pc:docMk/>
            <pc:sldMk cId="1440571740" sldId="744"/>
            <ac:picMk id="4" creationId="{C9740C7F-B2BB-4506-7BE3-DD0C57C1F7A7}"/>
          </ac:picMkLst>
        </pc:picChg>
        <pc:picChg chg="add mod">
          <ac:chgData name="Laurianne Lair" userId="877d0e272dd2d022" providerId="LiveId" clId="{111DC41F-30C2-4412-815D-216DD056990C}" dt="2024-12-02T15:51:40.716" v="3204" actId="1076"/>
          <ac:picMkLst>
            <pc:docMk/>
            <pc:sldMk cId="1440571740" sldId="744"/>
            <ac:picMk id="6" creationId="{0423D755-E89B-4799-C92D-CCBE1BFB893B}"/>
          </ac:picMkLst>
        </pc:picChg>
        <pc:picChg chg="add mod">
          <ac:chgData name="Laurianne Lair" userId="877d0e272dd2d022" providerId="LiveId" clId="{111DC41F-30C2-4412-815D-216DD056990C}" dt="2024-12-02T15:51:44.860" v="3206" actId="1076"/>
          <ac:picMkLst>
            <pc:docMk/>
            <pc:sldMk cId="1440571740" sldId="744"/>
            <ac:picMk id="7" creationId="{FB365945-09A3-EBC0-17AF-50E379578FF3}"/>
          </ac:picMkLst>
        </pc:picChg>
        <pc:picChg chg="add mod">
          <ac:chgData name="Laurianne Lair" userId="877d0e272dd2d022" providerId="LiveId" clId="{111DC41F-30C2-4412-815D-216DD056990C}" dt="2024-12-02T15:51:46.769" v="3207" actId="1076"/>
          <ac:picMkLst>
            <pc:docMk/>
            <pc:sldMk cId="1440571740" sldId="744"/>
            <ac:picMk id="9" creationId="{ACDA7A58-5935-D449-0600-29F61BDA2D03}"/>
          </ac:picMkLst>
        </pc:picChg>
        <pc:picChg chg="add mod">
          <ac:chgData name="Laurianne Lair" userId="877d0e272dd2d022" providerId="LiveId" clId="{111DC41F-30C2-4412-815D-216DD056990C}" dt="2024-12-02T16:01:28.978" v="4278" actId="1076"/>
          <ac:picMkLst>
            <pc:docMk/>
            <pc:sldMk cId="1440571740" sldId="744"/>
            <ac:picMk id="12" creationId="{CCEDADB5-B808-4A23-E7FA-A4A9C4A2141F}"/>
          </ac:picMkLst>
        </pc:picChg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550787772" sldId="74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3193787" sldId="749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814750461" sldId="75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238109495" sldId="75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381668322" sldId="7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96797089" sldId="754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494342303" sldId="755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3544502567" sldId="75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788797708" sldId="75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6132712" sldId="75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6815464" sldId="76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65263785" sldId="7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4152021" sldId="7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869760703" sldId="7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54549161" sldId="7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99660399" sldId="7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286084958" sldId="76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77204209" sldId="76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78130217" sldId="7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9620141" sldId="7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87636526" sldId="77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98200223" sldId="77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308541116" sldId="77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2949541" sldId="7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09374601" sldId="77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65375214" sldId="77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42056629" sldId="77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16801955" sldId="78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56131490" sldId="78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59450218" sldId="7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F2F8-7E9B-BBC6-3706-DDFC23CF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F930F-2A90-6DDC-3761-94C72B3C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73500-641A-488D-5F91-F6C011053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F80BA-E92E-D1AE-5F89-56A46A89C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80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1604-AB2D-F5A0-A27F-0AE60B9E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2BD1B-B6C3-B47C-93A5-78C24D2B3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C2840-7077-B995-19AB-DF8C3756D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FEAF5-CF66-7ABC-EAE3-ED5429F00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35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0A02A-8196-D98E-7224-22D6ED4E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AAB37-9AFB-FA27-715B-2581E35A9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76C1D-EB65-EA76-CC72-37A56A656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A5503-1E72-52FC-308D-0BB237F63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897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07C4-60F6-F3D2-692A-CAA11486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5079-2E63-88B1-75D2-3D217DE34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06740-838B-7FBC-94A8-0A7DFAB97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AECE0-DA22-B835-6DC2-518F2AACF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150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F403-2597-AC3E-2D95-DCD89724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B535C-7136-0E8E-A30A-49FC348C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07B02-8E27-250E-47A1-F5E7DCC89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26BA3-0D24-94F6-258C-FE7368ACD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83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895B-A926-ECE1-6B47-C0076F03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DDAED-1EF7-3F90-C3D0-2E0CCA59B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69B8E-5634-E869-FA5D-AF551B3B1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D164B-A234-4B85-5072-EA49527B8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2609DD-FFEB-4A75-9A75-53D0629874A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171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091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12/1/2024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12/1/2024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12/1/2024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emf"/><Relationship Id="rId4" Type="http://schemas.openxmlformats.org/officeDocument/2006/relationships/image" Target="../media/image8.png"/><Relationship Id="rId9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637" y="1230644"/>
            <a:ext cx="10684933" cy="3220085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ion-ion interactions on solute transport in charged nanofiltration membranes</a:t>
            </a:r>
            <a:endParaRPr lang="en-US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152400" y="5867400"/>
            <a:ext cx="944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Lair, Jonathan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Ouiment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Zhicheng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Lu, Shammah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Molly Dougher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12.2.24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E448-0C35-D4A4-D2C7-98141820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7A1099F-8659-63E6-206E-00437E0C4008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57E836D9-E63F-F827-9291-62F098F60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879CF-A2C7-33B0-952D-DE3AB47BC18C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9DA10-DBA3-414A-90CB-3B4F0EFA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Project overview</a:t>
            </a:r>
            <a:endParaRPr lang="en-US" sz="4000" dirty="0"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4CBCD-353E-0EEB-A842-2A36BF722D68}"/>
              </a:ext>
            </a:extLst>
          </p:cNvPr>
          <p:cNvSpPr txBox="1"/>
          <p:nvPr/>
        </p:nvSpPr>
        <p:spPr>
          <a:xfrm>
            <a:off x="304800" y="1116264"/>
            <a:ext cx="1021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Phillip Lab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NF270 membrane.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NaCl, CaCl</a:t>
            </a:r>
            <a:r>
              <a:rPr lang="en-US" baseline="-25000" dirty="0"/>
              <a:t>2</a:t>
            </a:r>
            <a:r>
              <a:rPr lang="en-US" dirty="0"/>
              <a:t>, LaCl</a:t>
            </a:r>
            <a:r>
              <a:rPr lang="en-US" baseline="-25000" dirty="0"/>
              <a:t>3 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Most experiments have been conducted; however, the data remains to be analyzed.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/>
              <a:t>Raw diafiltration data can be found in the box drive.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Conduct remaining experiments determined by </a:t>
            </a:r>
            <a:r>
              <a:rPr lang="en-US" dirty="0" err="1"/>
              <a:t>MBDoE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6368A-7E76-22B3-1C23-61781B6508C1}"/>
              </a:ext>
            </a:extLst>
          </p:cNvPr>
          <p:cNvSpPr txBox="1"/>
          <p:nvPr/>
        </p:nvSpPr>
        <p:spPr>
          <a:xfrm>
            <a:off x="304800" y="3471512"/>
            <a:ext cx="1021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Dowling lab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Model hierarchy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/>
              <a:t>Derive concentration polarization equation for multicomponent system.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/>
              <a:t>Derive solute flux equation with diffusion + convection + electromigration.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/>
              <a:t>Model-based design of experiments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dirty="0"/>
              <a:t>What is the optimized experiment?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dirty="0"/>
              <a:t>What is the minimum number of experiments needed to estimate the model?</a:t>
            </a:r>
          </a:p>
          <a:p>
            <a:pPr marL="1657350" lvl="3" indent="-285750">
              <a:buFont typeface="Wingdings" panose="05000000000000000000" pitchFamily="2" charset="2"/>
              <a:buChar char="v"/>
            </a:pPr>
            <a:r>
              <a:rPr lang="en-US" dirty="0"/>
              <a:t>In retrospect, which experiments should have been prioritized?</a:t>
            </a:r>
          </a:p>
        </p:txBody>
      </p:sp>
    </p:spTree>
    <p:extLst>
      <p:ext uri="{BB962C8B-B14F-4D97-AF65-F5344CB8AC3E}">
        <p14:creationId xmlns:p14="http://schemas.microsoft.com/office/powerpoint/2010/main" val="123442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4F53-A153-05A0-24F6-06F7A9FB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BED46E-2A99-02AE-749F-1B86FD7571B9}"/>
              </a:ext>
            </a:extLst>
          </p:cNvPr>
          <p:cNvSpPr/>
          <p:nvPr/>
        </p:nvSpPr>
        <p:spPr>
          <a:xfrm>
            <a:off x="0" y="6518539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4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CDF71F8B-3D4E-17F8-232C-960223AF5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D48044-3C80-1D33-96E0-5F842A4805CB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920CF-1F2D-4A0C-8C18-F547399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281"/>
            <a:ext cx="11880850" cy="609619"/>
          </a:xfrm>
        </p:spPr>
        <p:txBody>
          <a:bodyPr/>
          <a:lstStyle/>
          <a:p>
            <a:r>
              <a:rPr lang="en-US" sz="3200" b="1" dirty="0"/>
              <a:t>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A8D06-54C3-4915-015A-1A0F36C56A73}"/>
              </a:ext>
            </a:extLst>
          </p:cNvPr>
          <p:cNvSpPr txBox="1"/>
          <p:nvPr/>
        </p:nvSpPr>
        <p:spPr>
          <a:xfrm>
            <a:off x="187325" y="1371600"/>
            <a:ext cx="1150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January: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Derive concentration polarization equation model extension (Laurianne and Molly).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Derive solute flux with diffusion + convection + electromigration (Laurianne).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Integrate multicomponent calibration curve into analysis code (</a:t>
            </a:r>
            <a:r>
              <a:rPr lang="en-US" dirty="0" err="1"/>
              <a:t>Zhicheng</a:t>
            </a:r>
            <a:r>
              <a:rPr lang="en-US" dirty="0"/>
              <a:t> and Shammah).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Run DATA2 code for all of the experiments we have so far using the multicomponent calibration curve (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579AC-FC3E-B326-995B-36C8C8FE8577}"/>
              </a:ext>
            </a:extLst>
          </p:cNvPr>
          <p:cNvSpPr txBox="1"/>
          <p:nvPr/>
        </p:nvSpPr>
        <p:spPr>
          <a:xfrm>
            <a:off x="325271" y="3496628"/>
            <a:ext cx="11541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February: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Extend DATA2 model to account for electromigration - solute flux accounting for all three terms (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Implement the extension into the framework (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Run analysis for the existing data (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7447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C75B-C10C-608F-6470-56147A4E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2AE82DE-5AF3-26C2-D02D-1486E0633F5D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4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C5245A22-D83D-94FF-2987-79BB44232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7AEAF-86DE-C486-03FD-FE07FB3E1D63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288A0-A4B4-98FC-3204-F5BDB82C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668"/>
            <a:ext cx="11880850" cy="609619"/>
          </a:xfrm>
        </p:spPr>
        <p:txBody>
          <a:bodyPr/>
          <a:lstStyle/>
          <a:p>
            <a:r>
              <a:rPr lang="en-US" sz="3000" b="1" dirty="0"/>
              <a:t>Integrate multicomponent calibration curve into the data analysis code </a:t>
            </a:r>
          </a:p>
        </p:txBody>
      </p:sp>
      <p:pic>
        <p:nvPicPr>
          <p:cNvPr id="9" name="Picture 8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DB39753D-B61F-446B-633B-F7CE6AAD6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11" y="1240631"/>
            <a:ext cx="3763785" cy="3504710"/>
          </a:xfrm>
          <a:prstGeom prst="rect">
            <a:avLst/>
          </a:prstGeom>
        </p:spPr>
      </p:pic>
      <p:pic>
        <p:nvPicPr>
          <p:cNvPr id="10" name="Picture 9" descr="A graph of 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0EAD38C-8079-4132-3A70-10368477A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080" y="1418143"/>
            <a:ext cx="3493840" cy="33760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1C6156-02E0-A73D-2F99-F5E7CC90C8F7}"/>
              </a:ext>
            </a:extLst>
          </p:cNvPr>
          <p:cNvSpPr txBox="1"/>
          <p:nvPr/>
        </p:nvSpPr>
        <p:spPr>
          <a:xfrm>
            <a:off x="169311" y="5385424"/>
            <a:ext cx="10094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Combining experimental data with theoretical predictions equip us to asses complex systems: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Shammah – Single salt calibration curve analysis: theory fits with experiment.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Shammah – multicomponent calibration curve analysis: complete with other salt combinations.</a:t>
            </a:r>
          </a:p>
        </p:txBody>
      </p:sp>
      <p:pic>
        <p:nvPicPr>
          <p:cNvPr id="12" name="Picture 11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04A65EB8-CE45-7691-4B6D-0CAFABEEAB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80" r="7465"/>
          <a:stretch/>
        </p:blipFill>
        <p:spPr>
          <a:xfrm>
            <a:off x="8173843" y="1217164"/>
            <a:ext cx="3826121" cy="377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3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7A94-31B6-0585-7358-35678C91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6FF76E-2D08-75C8-A7F9-EAA012B8B5BF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4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2C09348-7347-46F9-7E85-D681B8386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419D1-C40E-9A6D-F795-A11C1D0F3BA4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56008-BD18-027A-8607-150F2062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281"/>
            <a:ext cx="11880850" cy="609619"/>
          </a:xfrm>
        </p:spPr>
        <p:txBody>
          <a:bodyPr/>
          <a:lstStyle/>
          <a:p>
            <a:r>
              <a:rPr lang="en-US" sz="3200" b="1" dirty="0"/>
              <a:t>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C49AE-752B-B2FA-FD63-EE698B3CF7FA}"/>
              </a:ext>
            </a:extLst>
          </p:cNvPr>
          <p:cNvSpPr txBox="1"/>
          <p:nvPr/>
        </p:nvSpPr>
        <p:spPr>
          <a:xfrm>
            <a:off x="457200" y="1371600"/>
            <a:ext cx="1074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March: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Compile model selection results using AIC (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Analyze different candidate 3-salt experiments (</a:t>
            </a:r>
            <a:r>
              <a:rPr lang="en-US" dirty="0" err="1"/>
              <a:t>Zhicheng</a:t>
            </a:r>
            <a:r>
              <a:rPr lang="en-US" dirty="0"/>
              <a:t> and Laurianne).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Draft the methods and introduction sections for the manuscript (Laurianne).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Identify which journal to publish – Nature? (Laurianne).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0FC59-911A-9253-F326-FC39124E9C24}"/>
              </a:ext>
            </a:extLst>
          </p:cNvPr>
          <p:cNvSpPr txBox="1"/>
          <p:nvPr/>
        </p:nvSpPr>
        <p:spPr>
          <a:xfrm>
            <a:off x="381000" y="3473882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April: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Execute 3-salt experiments on diafiltration apparatus (Laurianne).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Analyze 3-salt experiments (</a:t>
            </a:r>
            <a:r>
              <a:rPr lang="en-US" dirty="0" err="1"/>
              <a:t>Zhicheng</a:t>
            </a:r>
            <a:r>
              <a:rPr lang="en-US" dirty="0"/>
              <a:t> and Laurianne).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Make final figures (Laurianne and </a:t>
            </a:r>
            <a:r>
              <a:rPr lang="en-US" dirty="0" err="1"/>
              <a:t>Zhicheng</a:t>
            </a:r>
            <a:r>
              <a:rPr lang="en-US" dirty="0"/>
              <a:t>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Outline the results and discussion sections (Laurianne).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May: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Complete draft and submit manuscript (Team effort).</a:t>
            </a:r>
          </a:p>
        </p:txBody>
      </p:sp>
    </p:spTree>
    <p:extLst>
      <p:ext uri="{BB962C8B-B14F-4D97-AF65-F5344CB8AC3E}">
        <p14:creationId xmlns:p14="http://schemas.microsoft.com/office/powerpoint/2010/main" val="132735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858D-C514-2A2B-A94C-E6E8745E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06E81E-2E85-8784-8E23-C4E09D678829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78E72678-C4E9-6916-4132-56DF14777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44B2F-252D-B753-CE32-A38B69C9B8F6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2C344-B62A-B1B5-CD29-C78F2340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A wide concentration phase space can be explored by carefully designing experimental campaigns</a:t>
            </a:r>
            <a:endParaRPr lang="en-US" sz="2800" dirty="0">
              <a:ea typeface="+mj-e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1D3910-CCDC-2252-C96F-29881E1FC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164689"/>
              </p:ext>
            </p:extLst>
          </p:nvPr>
        </p:nvGraphicFramePr>
        <p:xfrm>
          <a:off x="318327" y="5029656"/>
          <a:ext cx="11681637" cy="131686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167252">
                  <a:extLst>
                    <a:ext uri="{9D8B030D-6E8A-4147-A177-3AD203B41FA5}">
                      <a16:colId xmlns:a16="http://schemas.microsoft.com/office/drawing/2014/main" val="704325465"/>
                    </a:ext>
                  </a:extLst>
                </a:gridCol>
                <a:gridCol w="1279457">
                  <a:extLst>
                    <a:ext uri="{9D8B030D-6E8A-4147-A177-3AD203B41FA5}">
                      <a16:colId xmlns:a16="http://schemas.microsoft.com/office/drawing/2014/main" val="448966721"/>
                    </a:ext>
                  </a:extLst>
                </a:gridCol>
                <a:gridCol w="1200913">
                  <a:extLst>
                    <a:ext uri="{9D8B030D-6E8A-4147-A177-3AD203B41FA5}">
                      <a16:colId xmlns:a16="http://schemas.microsoft.com/office/drawing/2014/main" val="2170449113"/>
                    </a:ext>
                  </a:extLst>
                </a:gridCol>
                <a:gridCol w="1270265">
                  <a:extLst>
                    <a:ext uri="{9D8B030D-6E8A-4147-A177-3AD203B41FA5}">
                      <a16:colId xmlns:a16="http://schemas.microsoft.com/office/drawing/2014/main" val="1989660856"/>
                    </a:ext>
                  </a:extLst>
                </a:gridCol>
                <a:gridCol w="1411084">
                  <a:extLst>
                    <a:ext uri="{9D8B030D-6E8A-4147-A177-3AD203B41FA5}">
                      <a16:colId xmlns:a16="http://schemas.microsoft.com/office/drawing/2014/main" val="70214705"/>
                    </a:ext>
                  </a:extLst>
                </a:gridCol>
                <a:gridCol w="1411084">
                  <a:extLst>
                    <a:ext uri="{9D8B030D-6E8A-4147-A177-3AD203B41FA5}">
                      <a16:colId xmlns:a16="http://schemas.microsoft.com/office/drawing/2014/main" val="3178285202"/>
                    </a:ext>
                  </a:extLst>
                </a:gridCol>
                <a:gridCol w="1539365">
                  <a:extLst>
                    <a:ext uri="{9D8B030D-6E8A-4147-A177-3AD203B41FA5}">
                      <a16:colId xmlns:a16="http://schemas.microsoft.com/office/drawing/2014/main" val="1096795000"/>
                    </a:ext>
                  </a:extLst>
                </a:gridCol>
                <a:gridCol w="2402217">
                  <a:extLst>
                    <a:ext uri="{9D8B030D-6E8A-4147-A177-3AD203B41FA5}">
                      <a16:colId xmlns:a16="http://schemas.microsoft.com/office/drawing/2014/main" val="2562946603"/>
                    </a:ext>
                  </a:extLst>
                </a:gridCol>
              </a:tblGrid>
              <a:tr h="31071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Conditions</a:t>
                      </a:r>
                    </a:p>
                  </a:txBody>
                  <a:tcPr marL="76344" marR="76344" marT="38172" marB="381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NaCl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E11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E12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E13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E14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E15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008150"/>
                  </a:ext>
                </a:extLst>
              </a:tr>
              <a:tr h="310714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Feed</a:t>
                      </a:r>
                    </a:p>
                  </a:txBody>
                  <a:tcPr marL="76344" marR="76344" marT="38172" marB="381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1mM NaCl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10mM NaCl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20mM NaCl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10mM NaCl &amp; 1mM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50721"/>
                  </a:ext>
                </a:extLst>
              </a:tr>
              <a:tr h="695434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Diafiltrate</a:t>
                      </a:r>
                    </a:p>
                  </a:txBody>
                  <a:tcPr marL="76344" marR="76344" marT="38172" marB="381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150mM NaCl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5mM NaCl &amp; 15mM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10mM NaCl &amp; 15mM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50mM NaCl &amp; 0.2mM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50mM NaCl &amp; 0.4mM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50mM NaCl &amp; 10mM LaCl</a:t>
                      </a:r>
                      <a:r>
                        <a:rPr lang="en-US" sz="150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6344" marR="76344" marT="38172" marB="38172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5206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01DACF-7452-CB18-B93E-558A6B69B006}"/>
                  </a:ext>
                </a:extLst>
              </p:cNvPr>
              <p:cNvSpPr txBox="1"/>
              <p:nvPr/>
            </p:nvSpPr>
            <p:spPr>
              <a:xfrm>
                <a:off x="3666989" y="1302821"/>
                <a:ext cx="2459997" cy="757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00FF"/>
                    </a:solidFill>
                    <a:latin typeface="+mn-lt"/>
                    <a:cs typeface="Arial" panose="020B0604020202020204" pitchFamily="34" charset="0"/>
                  </a:rPr>
                  <a:t>Concentrating</a:t>
                </a:r>
              </a:p>
              <a:p>
                <a:pPr algn="ctr"/>
                <a:r>
                  <a:rPr lang="en-US" sz="1400" b="1" dirty="0">
                    <a:solidFill>
                      <a:srgbClr val="0000FF"/>
                    </a:solidFill>
                    <a:latin typeface="+mn-lt"/>
                    <a:cs typeface="Arial" panose="020B0604020202020204" pitchFamily="34" charset="0"/>
                  </a:rPr>
                  <a:t>Diafiltrate: 5 mM </a:t>
                </a:r>
                <a:r>
                  <a:rPr lang="en-US" sz="1400" b="1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K</a:t>
                </a:r>
                <a:r>
                  <a:rPr lang="en-US" sz="1400" b="1" dirty="0">
                    <a:solidFill>
                      <a:srgbClr val="0000FF"/>
                    </a:solidFill>
                    <a:latin typeface="+mn-lt"/>
                    <a:cs typeface="Arial" panose="020B0604020202020204" pitchFamily="34" charset="0"/>
                  </a:rPr>
                  <a:t>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400" b="1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400" b="1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rgbClr val="0000FF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01DACF-7452-CB18-B93E-558A6B69B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989" y="1302821"/>
                <a:ext cx="2459997" cy="757964"/>
              </a:xfrm>
              <a:prstGeom prst="rect">
                <a:avLst/>
              </a:prstGeom>
              <a:blipFill>
                <a:blip r:embed="rId3"/>
                <a:stretch>
                  <a:fillRect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85A382-1D74-CF38-EBD3-5E122D19EB32}"/>
                  </a:ext>
                </a:extLst>
              </p:cNvPr>
              <p:cNvSpPr txBox="1"/>
              <p:nvPr/>
            </p:nvSpPr>
            <p:spPr>
              <a:xfrm>
                <a:off x="3474675" y="2076757"/>
                <a:ext cx="2844626" cy="9734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+mn-lt"/>
                    <a:cs typeface="Arial" panose="020B0604020202020204" pitchFamily="34" charset="0"/>
                  </a:rPr>
                  <a:t>Critical</a:t>
                </a:r>
              </a:p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+mn-lt"/>
                    <a:cs typeface="Arial" panose="020B0604020202020204" pitchFamily="34" charset="0"/>
                  </a:rPr>
                  <a:t>Diafiltrate: 1.5 mM </a:t>
                </a:r>
                <a:r>
                  <a:rPr lang="en-US" sz="1400" b="1" dirty="0">
                    <a:cs typeface="Arial" panose="020B0604020202020204" pitchFamily="34" charset="0"/>
                  </a:rPr>
                  <a:t>K</a:t>
                </a:r>
                <a:r>
                  <a:rPr lang="en-US" sz="1400" b="1" dirty="0">
                    <a:solidFill>
                      <a:schemeClr val="tx1"/>
                    </a:solidFill>
                    <a:latin typeface="+mn-lt"/>
                    <a:cs typeface="Arial" panose="020B0604020202020204" pitchFamily="34" charset="0"/>
                  </a:rPr>
                  <a:t>Cl</a:t>
                </a:r>
              </a:p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Diafiltrate: 1.8 mM </a:t>
                </a:r>
                <a:r>
                  <a:rPr lang="en-US" sz="1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K</a:t>
                </a:r>
                <a:r>
                  <a:rPr lang="en-US" sz="1400" b="1" dirty="0">
                    <a:solidFill>
                      <a:srgbClr val="FF0000"/>
                    </a:solidFill>
                    <a:latin typeface="+mn-lt"/>
                    <a:cs typeface="Arial" panose="020B0604020202020204" pitchFamily="34" charset="0"/>
                  </a:rPr>
                  <a:t>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85A382-1D74-CF38-EBD3-5E122D19E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675" y="2076757"/>
                <a:ext cx="2844626" cy="973408"/>
              </a:xfrm>
              <a:prstGeom prst="rect">
                <a:avLst/>
              </a:prstGeom>
              <a:blipFill>
                <a:blip r:embed="rId4"/>
                <a:stretch>
                  <a:fillRect t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E0DB48-9BC7-0223-4440-06E9ABD13614}"/>
                  </a:ext>
                </a:extLst>
              </p:cNvPr>
              <p:cNvSpPr txBox="1"/>
              <p:nvPr/>
            </p:nvSpPr>
            <p:spPr>
              <a:xfrm>
                <a:off x="3465745" y="3247045"/>
                <a:ext cx="2661241" cy="7579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339966"/>
                    </a:solidFill>
                    <a:latin typeface="+mn-lt"/>
                    <a:cs typeface="Arial" panose="020B0604020202020204" pitchFamily="34" charset="0"/>
                  </a:rPr>
                  <a:t>Diluting</a:t>
                </a:r>
              </a:p>
              <a:p>
                <a:pPr algn="ctr"/>
                <a:r>
                  <a:rPr lang="en-US" sz="1400" b="1" dirty="0">
                    <a:solidFill>
                      <a:srgbClr val="339966"/>
                    </a:solidFill>
                    <a:latin typeface="+mn-lt"/>
                    <a:cs typeface="Arial" panose="020B0604020202020204" pitchFamily="34" charset="0"/>
                  </a:rPr>
                  <a:t>Diafiltrate: 0 mM </a:t>
                </a:r>
                <a:r>
                  <a:rPr lang="en-US" sz="1400" b="1" dirty="0">
                    <a:solidFill>
                      <a:srgbClr val="339966"/>
                    </a:solidFill>
                    <a:cs typeface="Arial" panose="020B0604020202020204" pitchFamily="34" charset="0"/>
                  </a:rPr>
                  <a:t>K</a:t>
                </a:r>
                <a:r>
                  <a:rPr lang="en-US" sz="1400" b="1" dirty="0">
                    <a:solidFill>
                      <a:srgbClr val="339966"/>
                    </a:solidFill>
                    <a:latin typeface="+mn-lt"/>
                    <a:cs typeface="Arial" panose="020B0604020202020204" pitchFamily="34" charset="0"/>
                  </a:rPr>
                  <a:t>Cl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𝐝𝐢𝐚𝐟𝐢𝐥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  <m:r>
                        <a:rPr lang="en-US" sz="1400" b="1" i="0" smtClean="0">
                          <a:solidFill>
                            <a:srgbClr val="339966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&lt;</m:t>
                      </m:r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𝐉</m:t>
                          </m:r>
                        </m:e>
                        <m:sub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𝐬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𝐩𝐞𝐫𝐦</m:t>
                          </m:r>
                          <m:r>
                            <a:rPr lang="en-US" sz="1400" b="1" i="0" smtClean="0">
                              <a:solidFill>
                                <a:srgbClr val="339966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400" b="1" dirty="0">
                  <a:solidFill>
                    <a:srgbClr val="339966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E0DB48-9BC7-0223-4440-06E9ABD13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745" y="3247045"/>
                <a:ext cx="2661241" cy="757964"/>
              </a:xfrm>
              <a:prstGeom prst="rect">
                <a:avLst/>
              </a:prstGeom>
              <a:blipFill>
                <a:blip r:embed="rId5"/>
                <a:stretch>
                  <a:fillRect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3DA1C8E-E947-C7F8-2B2B-FEBD69916217}"/>
              </a:ext>
            </a:extLst>
          </p:cNvPr>
          <p:cNvSpPr txBox="1"/>
          <p:nvPr/>
        </p:nvSpPr>
        <p:spPr>
          <a:xfrm>
            <a:off x="9296400" y="136955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NF270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C63DE8-A9D1-9DC8-116F-7333E16E609D}"/>
              </a:ext>
            </a:extLst>
          </p:cNvPr>
          <p:cNvGrpSpPr>
            <a:grpSpLocks noChangeAspect="1"/>
          </p:cNvGrpSpPr>
          <p:nvPr/>
        </p:nvGrpSpPr>
        <p:grpSpPr>
          <a:xfrm>
            <a:off x="417646" y="952128"/>
            <a:ext cx="4765647" cy="3646476"/>
            <a:chOff x="-1204486" y="482120"/>
            <a:chExt cx="7650826" cy="58540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5907D17-052C-5DF4-C835-4E81056BC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199523" y="482946"/>
              <a:ext cx="7645863" cy="585326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932C62F-0804-171A-DD15-82069BE8C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1202831" y="482786"/>
              <a:ext cx="7645863" cy="585326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93F091A-8755-4293-3A30-F7624D358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204486" y="482120"/>
              <a:ext cx="7645863" cy="5853269"/>
            </a:xfrm>
            <a:prstGeom prst="rect">
              <a:avLst/>
            </a:prstGeom>
          </p:spPr>
        </p:pic>
      </p:grpSp>
      <p:graphicFrame>
        <p:nvGraphicFramePr>
          <p:cNvPr id="17" name="Object 16" descr="Project Path: C:\Users\lauri\Downloads\NaCl, CaCl2, LaCl3 Phase Space (2).opju&#10;PE Folder: /NaCl, CaCl2, LaCl3 Phase Space (2)/Folder1/&#10;Short Name: Graph2">
            <a:extLst>
              <a:ext uri="{FF2B5EF4-FFF2-40B4-BE49-F238E27FC236}">
                <a16:creationId xmlns:a16="http://schemas.microsoft.com/office/drawing/2014/main" id="{3009ABBD-50DE-7FE9-416F-FA69A9D4B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93355"/>
              </p:ext>
            </p:extLst>
          </p:nvPr>
        </p:nvGraphicFramePr>
        <p:xfrm>
          <a:off x="6816517" y="782793"/>
          <a:ext cx="5113441" cy="391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17" name="Object 16" descr="Project Path: C:\Users\lauri\Downloads\NaCl, CaCl2, LaCl3 Phase Space (2).opju&#10;PE Folder: /NaCl, CaCl2, LaCl3 Phase Space (2)/Folder1/&#10;Short Name: Graph2">
                        <a:extLst>
                          <a:ext uri="{FF2B5EF4-FFF2-40B4-BE49-F238E27FC236}">
                            <a16:creationId xmlns:a16="http://schemas.microsoft.com/office/drawing/2014/main" id="{3009ABBD-50DE-7FE9-416F-FA69A9D4B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16517" y="782793"/>
                        <a:ext cx="5113441" cy="391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277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0F9F-9E95-A4A5-71EC-CB9FA271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031F870-3249-23FE-E3EA-6C27DBA0D948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46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EF74B3D1-5A43-18A2-45FA-578227AE7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4" y="6535853"/>
            <a:ext cx="824089" cy="273124"/>
          </a:xfrm>
        </p:spPr>
        <p:txBody>
          <a:bodyPr/>
          <a:lstStyle/>
          <a:p>
            <a:pPr defTabSz="609546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ea typeface="MS PGothic" panose="020B0600070205080204" pitchFamily="34" charset="-128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5E2A3-392A-13F0-5D11-02383D34D01E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84A1E-01CF-B644-8061-047C32D5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281"/>
            <a:ext cx="11880850" cy="609619"/>
          </a:xfrm>
        </p:spPr>
        <p:txBody>
          <a:bodyPr/>
          <a:lstStyle/>
          <a:p>
            <a:r>
              <a:rPr lang="en-US" sz="2400" b="1" dirty="0"/>
              <a:t>Monovalent ion (Na</a:t>
            </a:r>
            <a:r>
              <a:rPr lang="en-US" sz="2400" b="1" baseline="30000" dirty="0"/>
              <a:t>+</a:t>
            </a:r>
            <a:r>
              <a:rPr lang="en-US" sz="2400" b="1" dirty="0"/>
              <a:t>) rejections decrease from 60% in single salt systems to -100% when present with a competing trivalent ion (La</a:t>
            </a:r>
            <a:r>
              <a:rPr lang="en-US" sz="2400" b="1" baseline="30000" dirty="0"/>
              <a:t>+</a:t>
            </a:r>
            <a:r>
              <a:rPr lang="en-US" sz="2400" b="1" dirty="0"/>
              <a:t>)</a:t>
            </a:r>
          </a:p>
        </p:txBody>
      </p:sp>
      <p:pic>
        <p:nvPicPr>
          <p:cNvPr id="4" name="Picture 3" descr="A graph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C9740C7F-B2BB-4506-7BE3-DD0C57C1F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040427"/>
            <a:ext cx="2521458" cy="2299716"/>
          </a:xfrm>
          <a:prstGeom prst="rect">
            <a:avLst/>
          </a:prstGeom>
        </p:spPr>
      </p:pic>
      <p:pic>
        <p:nvPicPr>
          <p:cNvPr id="6" name="Picture 5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0423D755-E89B-4799-C92D-CCBE1BFB8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068537"/>
            <a:ext cx="2436876" cy="2288286"/>
          </a:xfrm>
          <a:prstGeom prst="rect">
            <a:avLst/>
          </a:prstGeom>
        </p:spPr>
      </p:pic>
      <p:pic>
        <p:nvPicPr>
          <p:cNvPr id="7" name="Picture 6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FB365945-09A3-EBC0-17AF-50E379578F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004768"/>
            <a:ext cx="2448306" cy="2274570"/>
          </a:xfrm>
          <a:prstGeom prst="rect">
            <a:avLst/>
          </a:prstGeom>
        </p:spPr>
      </p:pic>
      <p:pic>
        <p:nvPicPr>
          <p:cNvPr id="9" name="Picture 8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ACDA7A58-5935-D449-0600-29F61BDA2D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966210"/>
            <a:ext cx="2354580" cy="2292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A29281-3324-4F01-17E0-198734F104D1}"/>
              </a:ext>
            </a:extLst>
          </p:cNvPr>
          <p:cNvSpPr txBox="1"/>
          <p:nvPr/>
        </p:nvSpPr>
        <p:spPr>
          <a:xfrm>
            <a:off x="152400" y="1040427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Single salt: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150 mM NaCl feed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0 mM NaCl (</a:t>
            </a:r>
            <a:r>
              <a:rPr lang="en-US" dirty="0" err="1"/>
              <a:t>milliQ</a:t>
            </a:r>
            <a:r>
              <a:rPr lang="en-US" dirty="0"/>
              <a:t> water) diafiltrate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9192E-FE08-3447-96AA-EAA2250E23C8}"/>
              </a:ext>
            </a:extLst>
          </p:cNvPr>
          <p:cNvSpPr txBox="1"/>
          <p:nvPr/>
        </p:nvSpPr>
        <p:spPr>
          <a:xfrm>
            <a:off x="4953" y="3056193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Multicomponent (E13):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5 mM LaCl3 feed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0.2 mM LaCl3 + 50 mM NaCl diafiltrate</a:t>
            </a:r>
          </a:p>
        </p:txBody>
      </p:sp>
      <p:pic>
        <p:nvPicPr>
          <p:cNvPr id="12" name="Picture 11" descr="A list of basic food additives&#10;&#10;Description automatically generated with medium confidence">
            <a:extLst>
              <a:ext uri="{FF2B5EF4-FFF2-40B4-BE49-F238E27FC236}">
                <a16:creationId xmlns:a16="http://schemas.microsoft.com/office/drawing/2014/main" id="{CCEDADB5-B808-4A23-E7FA-A4A9C4A214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353" y="3560323"/>
            <a:ext cx="1845120" cy="1006429"/>
          </a:xfrm>
          <a:prstGeom prst="rect">
            <a:avLst/>
          </a:prstGeom>
        </p:spPr>
      </p:pic>
      <p:graphicFrame>
        <p:nvGraphicFramePr>
          <p:cNvPr id="15" name="Object 14" descr="Project Path: &#10;PE Folder: //&#10;Short Name: Graph8">
            <a:extLst>
              <a:ext uri="{FF2B5EF4-FFF2-40B4-BE49-F238E27FC236}">
                <a16:creationId xmlns:a16="http://schemas.microsoft.com/office/drawing/2014/main" id="{7B01581A-B50B-848C-49CA-4A449BC3A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628691"/>
              </p:ext>
            </p:extLst>
          </p:nvPr>
        </p:nvGraphicFramePr>
        <p:xfrm>
          <a:off x="9345386" y="3726968"/>
          <a:ext cx="3657600" cy="2799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368" imgH="7502511" progId="Origin95.Graph">
                  <p:embed/>
                </p:oleObj>
              </mc:Choice>
              <mc:Fallback>
                <p:oleObj name="Graph" r:id="rId8" imgW="9802368" imgH="7502511" progId="Origin95.Graph">
                  <p:embed/>
                  <p:pic>
                    <p:nvPicPr>
                      <p:cNvPr id="15" name="Object 14" descr="Project Path: &#10;PE Folder: //&#10;Short Name: Graph8">
                        <a:extLst>
                          <a:ext uri="{FF2B5EF4-FFF2-40B4-BE49-F238E27FC236}">
                            <a16:creationId xmlns:a16="http://schemas.microsoft.com/office/drawing/2014/main" id="{7B01581A-B50B-848C-49CA-4A449BC3A8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345386" y="3726968"/>
                        <a:ext cx="3657600" cy="2799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0044ECB-73C8-F44D-C9FF-7B246E968056}"/>
              </a:ext>
            </a:extLst>
          </p:cNvPr>
          <p:cNvSpPr txBox="1"/>
          <p:nvPr/>
        </p:nvSpPr>
        <p:spPr>
          <a:xfrm>
            <a:off x="6236790" y="5361451"/>
            <a:ext cx="3728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Preliminary data with KCl and NdCl3 establishes the trends we can expect from NaCl and LaCl3. </a:t>
            </a:r>
          </a:p>
        </p:txBody>
      </p:sp>
    </p:spTree>
    <p:extLst>
      <p:ext uri="{BB962C8B-B14F-4D97-AF65-F5344CB8AC3E}">
        <p14:creationId xmlns:p14="http://schemas.microsoft.com/office/powerpoint/2010/main" val="144057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158384</TotalTime>
  <Words>555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MS PGothic</vt:lpstr>
      <vt:lpstr>Arial</vt:lpstr>
      <vt:lpstr>Calibri</vt:lpstr>
      <vt:lpstr>Calibri Light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Office Theme</vt:lpstr>
      <vt:lpstr>brand_standards_PPT_template_1W</vt:lpstr>
      <vt:lpstr>Graph</vt:lpstr>
      <vt:lpstr>Influence of ion-ion interactions on solute transport in charged nanofiltration membranes</vt:lpstr>
      <vt:lpstr>Project overview</vt:lpstr>
      <vt:lpstr>Timeline</vt:lpstr>
      <vt:lpstr>Integrate multicomponent calibration curve into the data analysis code </vt:lpstr>
      <vt:lpstr>Timeline</vt:lpstr>
      <vt:lpstr>A wide concentration phase space can be explored by carefully designing experimental campaigns</vt:lpstr>
      <vt:lpstr>Monovalent ion (Na+) rejections decrease from 60% in single salt systems to -100% when present with a competing trivalent ion (La+)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Lair</cp:lastModifiedBy>
  <cp:revision>9</cp:revision>
  <cp:lastPrinted>2023-07-13T18:14:11Z</cp:lastPrinted>
  <dcterms:created xsi:type="dcterms:W3CDTF">2022-05-09T22:03:52Z</dcterms:created>
  <dcterms:modified xsi:type="dcterms:W3CDTF">2024-12-02T16:01:34Z</dcterms:modified>
</cp:coreProperties>
</file>