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style1.xml" ContentType="application/vnd.ms-office.chartstyle+xml"/>
  <Override PartName="/ppt/charts/colors1.xml" ContentType="application/vnd.ms-office.chartcolorstyle+xml"/>
  <Override PartName="/ppt/charts/chart6.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0.xml" ContentType="application/vnd.openxmlformats-officedocument.presentationml.notesSlide+xml"/>
  <Override PartName="/ppt/charts/chart7.xml" ContentType="application/vnd.openxmlformats-officedocument.drawingml.chart+xml"/>
  <Override PartName="/ppt/charts/style3.xml" ContentType="application/vnd.ms-office.chartstyle+xml"/>
  <Override PartName="/ppt/charts/colors3.xml" ContentType="application/vnd.ms-office.chartcolorstyle+xml"/>
  <Override PartName="/ppt/charts/chart8.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04" r:id="rId1"/>
  </p:sldMasterIdLst>
  <p:notesMasterIdLst>
    <p:notesMasterId r:id="rId21"/>
  </p:notesMasterIdLst>
  <p:sldIdLst>
    <p:sldId id="476" r:id="rId2"/>
    <p:sldId id="572" r:id="rId3"/>
    <p:sldId id="625" r:id="rId4"/>
    <p:sldId id="597" r:id="rId5"/>
    <p:sldId id="599" r:id="rId6"/>
    <p:sldId id="626" r:id="rId7"/>
    <p:sldId id="627" r:id="rId8"/>
    <p:sldId id="631" r:id="rId9"/>
    <p:sldId id="632" r:id="rId10"/>
    <p:sldId id="633" r:id="rId11"/>
    <p:sldId id="634" r:id="rId12"/>
    <p:sldId id="600" r:id="rId13"/>
    <p:sldId id="628" r:id="rId14"/>
    <p:sldId id="620" r:id="rId15"/>
    <p:sldId id="619" r:id="rId16"/>
    <p:sldId id="623" r:id="rId17"/>
    <p:sldId id="629" r:id="rId18"/>
    <p:sldId id="630" r:id="rId19"/>
    <p:sldId id="62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nathan Ouimet" initials="JO" lastIdx="3" clrIdx="0">
    <p:extLst>
      <p:ext uri="{19B8F6BF-5375-455C-9EA6-DF929625EA0E}">
        <p15:presenceInfo xmlns:p15="http://schemas.microsoft.com/office/powerpoint/2012/main" userId="0df71b1541b2dab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FF"/>
    <a:srgbClr val="00FF00"/>
    <a:srgbClr val="D95015"/>
    <a:srgbClr val="D95319"/>
    <a:srgbClr val="7676FF"/>
    <a:srgbClr val="82D0FF"/>
    <a:srgbClr val="FF9900"/>
    <a:srgbClr val="E26F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63983E-E3C2-4CAB-B7B6-624D8B914578}" v="1308" dt="2024-07-25T15:45:48.5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0" autoAdjust="0"/>
    <p:restoredTop sz="86991" autoAdjust="0"/>
  </p:normalViewPr>
  <p:slideViewPr>
    <p:cSldViewPr snapToGrid="0">
      <p:cViewPr varScale="1">
        <p:scale>
          <a:sx n="77" d="100"/>
          <a:sy n="77" d="100"/>
        </p:scale>
        <p:origin x="700" y="60"/>
      </p:cViewPr>
      <p:guideLst>
        <p:guide orient="horz" pos="2160"/>
        <p:guide pos="3840"/>
      </p:guideLst>
    </p:cSldViewPr>
  </p:slideViewPr>
  <p:notesTextViewPr>
    <p:cViewPr>
      <p:scale>
        <a:sx n="1" d="1"/>
        <a:sy n="1" d="1"/>
      </p:scale>
      <p:origin x="0" y="0"/>
    </p:cViewPr>
  </p:notesTextViewPr>
  <p:sorterViewPr>
    <p:cViewPr varScale="1">
      <p:scale>
        <a:sx n="1" d="1"/>
        <a:sy n="1" d="1"/>
      </p:scale>
      <p:origin x="0" y="-6917"/>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Ouimet" userId="0fe588a783aebd4e" providerId="LiveId" clId="{F263983E-E3C2-4CAB-B7B6-624D8B914578}"/>
    <pc:docChg chg="undo custSel addSld delSld modSld sldOrd">
      <pc:chgData name="Jonathan Ouimet" userId="0fe588a783aebd4e" providerId="LiveId" clId="{F263983E-E3C2-4CAB-B7B6-624D8B914578}" dt="2024-07-25T15:49:50.811" v="5371" actId="20577"/>
      <pc:docMkLst>
        <pc:docMk/>
      </pc:docMkLst>
      <pc:sldChg chg="modSp mod">
        <pc:chgData name="Jonathan Ouimet" userId="0fe588a783aebd4e" providerId="LiveId" clId="{F263983E-E3C2-4CAB-B7B6-624D8B914578}" dt="2024-07-25T01:39:58.876" v="25" actId="20577"/>
        <pc:sldMkLst>
          <pc:docMk/>
          <pc:sldMk cId="4181471108" sldId="476"/>
        </pc:sldMkLst>
        <pc:spChg chg="mod">
          <ac:chgData name="Jonathan Ouimet" userId="0fe588a783aebd4e" providerId="LiveId" clId="{F263983E-E3C2-4CAB-B7B6-624D8B914578}" dt="2024-07-25T01:39:58.876" v="25" actId="20577"/>
          <ac:spMkLst>
            <pc:docMk/>
            <pc:sldMk cId="4181471108" sldId="476"/>
            <ac:spMk id="3" creationId="{B6BC9999-31E1-6A2D-961E-596E955F9EEB}"/>
          </ac:spMkLst>
        </pc:spChg>
      </pc:sldChg>
      <pc:sldChg chg="del">
        <pc:chgData name="Jonathan Ouimet" userId="0fe588a783aebd4e" providerId="LiveId" clId="{F263983E-E3C2-4CAB-B7B6-624D8B914578}" dt="2024-07-25T01:40:04.189" v="27" actId="47"/>
        <pc:sldMkLst>
          <pc:docMk/>
          <pc:sldMk cId="3726378708" sldId="523"/>
        </pc:sldMkLst>
      </pc:sldChg>
      <pc:sldChg chg="add">
        <pc:chgData name="Jonathan Ouimet" userId="0fe588a783aebd4e" providerId="LiveId" clId="{F263983E-E3C2-4CAB-B7B6-624D8B914578}" dt="2024-07-25T13:05:54.122" v="1168"/>
        <pc:sldMkLst>
          <pc:docMk/>
          <pc:sldMk cId="379451073" sldId="572"/>
        </pc:sldMkLst>
      </pc:sldChg>
      <pc:sldChg chg="del">
        <pc:chgData name="Jonathan Ouimet" userId="0fe588a783aebd4e" providerId="LiveId" clId="{F263983E-E3C2-4CAB-B7B6-624D8B914578}" dt="2024-07-25T01:56:38.944" v="807" actId="47"/>
        <pc:sldMkLst>
          <pc:docMk/>
          <pc:sldMk cId="3753160592" sldId="577"/>
        </pc:sldMkLst>
      </pc:sldChg>
      <pc:sldChg chg="del">
        <pc:chgData name="Jonathan Ouimet" userId="0fe588a783aebd4e" providerId="LiveId" clId="{F263983E-E3C2-4CAB-B7B6-624D8B914578}" dt="2024-07-25T01:56:39.694" v="808" actId="47"/>
        <pc:sldMkLst>
          <pc:docMk/>
          <pc:sldMk cId="1268807216" sldId="578"/>
        </pc:sldMkLst>
      </pc:sldChg>
      <pc:sldChg chg="del">
        <pc:chgData name="Jonathan Ouimet" userId="0fe588a783aebd4e" providerId="LiveId" clId="{F263983E-E3C2-4CAB-B7B6-624D8B914578}" dt="2024-07-25T01:56:42.148" v="810" actId="47"/>
        <pc:sldMkLst>
          <pc:docMk/>
          <pc:sldMk cId="1219845011" sldId="585"/>
        </pc:sldMkLst>
      </pc:sldChg>
      <pc:sldChg chg="del">
        <pc:chgData name="Jonathan Ouimet" userId="0fe588a783aebd4e" providerId="LiveId" clId="{F263983E-E3C2-4CAB-B7B6-624D8B914578}" dt="2024-07-25T01:56:43.195" v="811" actId="47"/>
        <pc:sldMkLst>
          <pc:docMk/>
          <pc:sldMk cId="1512540422" sldId="590"/>
        </pc:sldMkLst>
      </pc:sldChg>
      <pc:sldChg chg="del">
        <pc:chgData name="Jonathan Ouimet" userId="0fe588a783aebd4e" providerId="LiveId" clId="{F263983E-E3C2-4CAB-B7B6-624D8B914578}" dt="2024-07-25T01:40:02.439" v="26" actId="47"/>
        <pc:sldMkLst>
          <pc:docMk/>
          <pc:sldMk cId="3655795523" sldId="595"/>
        </pc:sldMkLst>
      </pc:sldChg>
      <pc:sldChg chg="delSp modSp del mod">
        <pc:chgData name="Jonathan Ouimet" userId="0fe588a783aebd4e" providerId="LiveId" clId="{F263983E-E3C2-4CAB-B7B6-624D8B914578}" dt="2024-07-25T02:09:18.416" v="877" actId="2696"/>
        <pc:sldMkLst>
          <pc:docMk/>
          <pc:sldMk cId="3801132273" sldId="596"/>
        </pc:sldMkLst>
        <pc:spChg chg="mod">
          <ac:chgData name="Jonathan Ouimet" userId="0fe588a783aebd4e" providerId="LiveId" clId="{F263983E-E3C2-4CAB-B7B6-624D8B914578}" dt="2024-07-25T01:43:42.170" v="212" actId="20577"/>
          <ac:spMkLst>
            <pc:docMk/>
            <pc:sldMk cId="3801132273" sldId="596"/>
            <ac:spMk id="3" creationId="{45CCBB67-761D-7467-2DA8-89A84674C580}"/>
          </ac:spMkLst>
        </pc:spChg>
        <pc:spChg chg="del">
          <ac:chgData name="Jonathan Ouimet" userId="0fe588a783aebd4e" providerId="LiveId" clId="{F263983E-E3C2-4CAB-B7B6-624D8B914578}" dt="2024-07-25T01:43:10.616" v="90" actId="478"/>
          <ac:spMkLst>
            <pc:docMk/>
            <pc:sldMk cId="3801132273" sldId="596"/>
            <ac:spMk id="77" creationId="{7EB03E38-0B6A-DE0E-91FF-C10F2AFB7D13}"/>
          </ac:spMkLst>
        </pc:spChg>
        <pc:spChg chg="del mod">
          <ac:chgData name="Jonathan Ouimet" userId="0fe588a783aebd4e" providerId="LiveId" clId="{F263983E-E3C2-4CAB-B7B6-624D8B914578}" dt="2024-07-25T01:43:12.008" v="91" actId="478"/>
          <ac:spMkLst>
            <pc:docMk/>
            <pc:sldMk cId="3801132273" sldId="596"/>
            <ac:spMk id="78" creationId="{F3AA24D7-E8A4-76C1-86CE-D8F64B60B9CB}"/>
          </ac:spMkLst>
        </pc:spChg>
        <pc:grpChg chg="del">
          <ac:chgData name="Jonathan Ouimet" userId="0fe588a783aebd4e" providerId="LiveId" clId="{F263983E-E3C2-4CAB-B7B6-624D8B914578}" dt="2024-07-25T01:43:09.397" v="89" actId="478"/>
          <ac:grpSpMkLst>
            <pc:docMk/>
            <pc:sldMk cId="3801132273" sldId="596"/>
            <ac:grpSpMk id="2" creationId="{D9D24617-508C-4D21-35A3-00458C9E81B0}"/>
          </ac:grpSpMkLst>
        </pc:grpChg>
      </pc:sldChg>
      <pc:sldChg chg="delSp modSp mod">
        <pc:chgData name="Jonathan Ouimet" userId="0fe588a783aebd4e" providerId="LiveId" clId="{F263983E-E3C2-4CAB-B7B6-624D8B914578}" dt="2024-07-25T01:41:08.029" v="49" actId="478"/>
        <pc:sldMkLst>
          <pc:docMk/>
          <pc:sldMk cId="2964809693" sldId="597"/>
        </pc:sldMkLst>
        <pc:spChg chg="mod">
          <ac:chgData name="Jonathan Ouimet" userId="0fe588a783aebd4e" providerId="LiveId" clId="{F263983E-E3C2-4CAB-B7B6-624D8B914578}" dt="2024-07-25T01:40:31.428" v="29" actId="6549"/>
          <ac:spMkLst>
            <pc:docMk/>
            <pc:sldMk cId="2964809693" sldId="597"/>
            <ac:spMk id="77" creationId="{7EB03E38-0B6A-DE0E-91FF-C10F2AFB7D13}"/>
          </ac:spMkLst>
        </pc:spChg>
        <pc:spChg chg="del">
          <ac:chgData name="Jonathan Ouimet" userId="0fe588a783aebd4e" providerId="LiveId" clId="{F263983E-E3C2-4CAB-B7B6-624D8B914578}" dt="2024-07-25T01:41:08.029" v="49" actId="478"/>
          <ac:spMkLst>
            <pc:docMk/>
            <pc:sldMk cId="2964809693" sldId="597"/>
            <ac:spMk id="84" creationId="{737FE249-118C-5A87-C351-8F7A993E02FB}"/>
          </ac:spMkLst>
        </pc:spChg>
      </pc:sldChg>
      <pc:sldChg chg="addSp delSp modSp mod modAnim">
        <pc:chgData name="Jonathan Ouimet" userId="0fe588a783aebd4e" providerId="LiveId" clId="{F263983E-E3C2-4CAB-B7B6-624D8B914578}" dt="2024-07-25T13:10:34.586" v="1310"/>
        <pc:sldMkLst>
          <pc:docMk/>
          <pc:sldMk cId="3960881158" sldId="599"/>
        </pc:sldMkLst>
        <pc:spChg chg="mod">
          <ac:chgData name="Jonathan Ouimet" userId="0fe588a783aebd4e" providerId="LiveId" clId="{F263983E-E3C2-4CAB-B7B6-624D8B914578}" dt="2024-07-25T01:44:15.761" v="216" actId="20577"/>
          <ac:spMkLst>
            <pc:docMk/>
            <pc:sldMk cId="3960881158" sldId="599"/>
            <ac:spMk id="5" creationId="{0040ABEA-DC3D-C022-F95F-1E04C21E3B62}"/>
          </ac:spMkLst>
        </pc:spChg>
        <pc:spChg chg="add mod">
          <ac:chgData name="Jonathan Ouimet" userId="0fe588a783aebd4e" providerId="LiveId" clId="{F263983E-E3C2-4CAB-B7B6-624D8B914578}" dt="2024-07-25T13:10:22.832" v="1308" actId="122"/>
          <ac:spMkLst>
            <pc:docMk/>
            <pc:sldMk cId="3960881158" sldId="599"/>
            <ac:spMk id="9" creationId="{403F8DEC-19A7-BD97-AAB8-3AEF2C6D4E14}"/>
          </ac:spMkLst>
        </pc:spChg>
        <pc:spChg chg="del">
          <ac:chgData name="Jonathan Ouimet" userId="0fe588a783aebd4e" providerId="LiveId" clId="{F263983E-E3C2-4CAB-B7B6-624D8B914578}" dt="2024-07-25T01:41:10.263" v="50" actId="478"/>
          <ac:spMkLst>
            <pc:docMk/>
            <pc:sldMk cId="3960881158" sldId="599"/>
            <ac:spMk id="12" creationId="{CD2E495F-B2D2-A84A-8D68-5A54F0541F38}"/>
          </ac:spMkLst>
        </pc:spChg>
      </pc:sldChg>
      <pc:sldChg chg="addSp delSp modSp mod modAnim">
        <pc:chgData name="Jonathan Ouimet" userId="0fe588a783aebd4e" providerId="LiveId" clId="{F263983E-E3C2-4CAB-B7B6-624D8B914578}" dt="2024-07-25T13:11:42.388" v="1315" actId="113"/>
        <pc:sldMkLst>
          <pc:docMk/>
          <pc:sldMk cId="3743210037" sldId="600"/>
        </pc:sldMkLst>
        <pc:spChg chg="mod">
          <ac:chgData name="Jonathan Ouimet" userId="0fe588a783aebd4e" providerId="LiveId" clId="{F263983E-E3C2-4CAB-B7B6-624D8B914578}" dt="2024-07-25T13:11:42.388" v="1315" actId="113"/>
          <ac:spMkLst>
            <pc:docMk/>
            <pc:sldMk cId="3743210037" sldId="600"/>
            <ac:spMk id="3" creationId="{D5193684-5226-5971-43D8-8981018C7079}"/>
          </ac:spMkLst>
        </pc:spChg>
        <pc:spChg chg="add mod">
          <ac:chgData name="Jonathan Ouimet" userId="0fe588a783aebd4e" providerId="LiveId" clId="{F263983E-E3C2-4CAB-B7B6-624D8B914578}" dt="2024-07-25T13:02:22.017" v="886" actId="1582"/>
          <ac:spMkLst>
            <pc:docMk/>
            <pc:sldMk cId="3743210037" sldId="600"/>
            <ac:spMk id="6" creationId="{EF082187-40E3-CD13-BF77-EA6A6FB73A34}"/>
          </ac:spMkLst>
        </pc:spChg>
        <pc:spChg chg="add del mod">
          <ac:chgData name="Jonathan Ouimet" userId="0fe588a783aebd4e" providerId="LiveId" clId="{F263983E-E3C2-4CAB-B7B6-624D8B914578}" dt="2024-07-25T13:02:12.030" v="883" actId="478"/>
          <ac:spMkLst>
            <pc:docMk/>
            <pc:sldMk cId="3743210037" sldId="600"/>
            <ac:spMk id="7" creationId="{D42EA075-BFC4-1158-C87F-6FA4EA174518}"/>
          </ac:spMkLst>
        </pc:spChg>
        <pc:spChg chg="del">
          <ac:chgData name="Jonathan Ouimet" userId="0fe588a783aebd4e" providerId="LiveId" clId="{F263983E-E3C2-4CAB-B7B6-624D8B914578}" dt="2024-07-25T01:41:13.373" v="51" actId="478"/>
          <ac:spMkLst>
            <pc:docMk/>
            <pc:sldMk cId="3743210037" sldId="600"/>
            <ac:spMk id="10" creationId="{656B2D6E-FAE8-9352-DBD3-7011841E8FB2}"/>
          </ac:spMkLst>
        </pc:spChg>
        <pc:spChg chg="add mod">
          <ac:chgData name="Jonathan Ouimet" userId="0fe588a783aebd4e" providerId="LiveId" clId="{F263983E-E3C2-4CAB-B7B6-624D8B914578}" dt="2024-07-25T13:02:35.572" v="896" actId="1037"/>
          <ac:spMkLst>
            <pc:docMk/>
            <pc:sldMk cId="3743210037" sldId="600"/>
            <ac:spMk id="11" creationId="{0DD812A8-F5B4-A250-4A1C-0A8733E2DA80}"/>
          </ac:spMkLst>
        </pc:spChg>
      </pc:sldChg>
      <pc:sldChg chg="del">
        <pc:chgData name="Jonathan Ouimet" userId="0fe588a783aebd4e" providerId="LiveId" clId="{F263983E-E3C2-4CAB-B7B6-624D8B914578}" dt="2024-07-25T01:56:30.458" v="806" actId="47"/>
        <pc:sldMkLst>
          <pc:docMk/>
          <pc:sldMk cId="1986991851" sldId="601"/>
        </pc:sldMkLst>
      </pc:sldChg>
      <pc:sldChg chg="del">
        <pc:chgData name="Jonathan Ouimet" userId="0fe588a783aebd4e" providerId="LiveId" clId="{F263983E-E3C2-4CAB-B7B6-624D8B914578}" dt="2024-07-25T01:56:41.179" v="809" actId="47"/>
        <pc:sldMkLst>
          <pc:docMk/>
          <pc:sldMk cId="1310354690" sldId="617"/>
        </pc:sldMkLst>
      </pc:sldChg>
      <pc:sldChg chg="del">
        <pc:chgData name="Jonathan Ouimet" userId="0fe588a783aebd4e" providerId="LiveId" clId="{F263983E-E3C2-4CAB-B7B6-624D8B914578}" dt="2024-07-25T01:41:17.498" v="52" actId="47"/>
        <pc:sldMkLst>
          <pc:docMk/>
          <pc:sldMk cId="152181022" sldId="618"/>
        </pc:sldMkLst>
      </pc:sldChg>
      <pc:sldChg chg="addSp modSp mod modAnim">
        <pc:chgData name="Jonathan Ouimet" userId="0fe588a783aebd4e" providerId="LiveId" clId="{F263983E-E3C2-4CAB-B7B6-624D8B914578}" dt="2024-07-25T13:25:45.245" v="2115" actId="1036"/>
        <pc:sldMkLst>
          <pc:docMk/>
          <pc:sldMk cId="4019079431" sldId="619"/>
        </pc:sldMkLst>
        <pc:spChg chg="mod">
          <ac:chgData name="Jonathan Ouimet" userId="0fe588a783aebd4e" providerId="LiveId" clId="{F263983E-E3C2-4CAB-B7B6-624D8B914578}" dt="2024-07-25T13:25:45.245" v="2115" actId="1036"/>
          <ac:spMkLst>
            <pc:docMk/>
            <pc:sldMk cId="4019079431" sldId="619"/>
            <ac:spMk id="3" creationId="{D5193684-5226-5971-43D8-8981018C7079}"/>
          </ac:spMkLst>
        </pc:spChg>
        <pc:spChg chg="mod">
          <ac:chgData name="Jonathan Ouimet" userId="0fe588a783aebd4e" providerId="LiveId" clId="{F263983E-E3C2-4CAB-B7B6-624D8B914578}" dt="2024-07-25T13:24:38.771" v="2027" actId="114"/>
          <ac:spMkLst>
            <pc:docMk/>
            <pc:sldMk cId="4019079431" sldId="619"/>
            <ac:spMk id="7" creationId="{7E05C5ED-BB65-E59A-48EA-6F8889E09AD2}"/>
          </ac:spMkLst>
        </pc:spChg>
        <pc:spChg chg="add mod">
          <ac:chgData name="Jonathan Ouimet" userId="0fe588a783aebd4e" providerId="LiveId" clId="{F263983E-E3C2-4CAB-B7B6-624D8B914578}" dt="2024-07-25T13:24:38.771" v="2027" actId="114"/>
          <ac:spMkLst>
            <pc:docMk/>
            <pc:sldMk cId="4019079431" sldId="619"/>
            <ac:spMk id="8" creationId="{36979B95-846C-0959-B665-5FC6F4616E3C}"/>
          </ac:spMkLst>
        </pc:spChg>
        <pc:spChg chg="mod">
          <ac:chgData name="Jonathan Ouimet" userId="0fe588a783aebd4e" providerId="LiveId" clId="{F263983E-E3C2-4CAB-B7B6-624D8B914578}" dt="2024-07-25T13:25:02.438" v="2098" actId="20577"/>
          <ac:spMkLst>
            <pc:docMk/>
            <pc:sldMk cId="4019079431" sldId="619"/>
            <ac:spMk id="9" creationId="{E5F2EC67-8BCF-6D14-1AB2-A5D45B8A7030}"/>
          </ac:spMkLst>
        </pc:spChg>
        <pc:spChg chg="mod">
          <ac:chgData name="Jonathan Ouimet" userId="0fe588a783aebd4e" providerId="LiveId" clId="{F263983E-E3C2-4CAB-B7B6-624D8B914578}" dt="2024-07-25T13:24:38.771" v="2027" actId="114"/>
          <ac:spMkLst>
            <pc:docMk/>
            <pc:sldMk cId="4019079431" sldId="619"/>
            <ac:spMk id="10" creationId="{8663FA7C-749B-A6E3-1653-5C990CF0DC1E}"/>
          </ac:spMkLst>
        </pc:spChg>
        <pc:spChg chg="add mod">
          <ac:chgData name="Jonathan Ouimet" userId="0fe588a783aebd4e" providerId="LiveId" clId="{F263983E-E3C2-4CAB-B7B6-624D8B914578}" dt="2024-07-25T13:24:38.771" v="2027" actId="114"/>
          <ac:spMkLst>
            <pc:docMk/>
            <pc:sldMk cId="4019079431" sldId="619"/>
            <ac:spMk id="12" creationId="{5F65A799-3464-627B-6A70-00CAC49C1DA6}"/>
          </ac:spMkLst>
        </pc:spChg>
        <pc:spChg chg="mod">
          <ac:chgData name="Jonathan Ouimet" userId="0fe588a783aebd4e" providerId="LiveId" clId="{F263983E-E3C2-4CAB-B7B6-624D8B914578}" dt="2024-07-25T13:25:45.245" v="2115" actId="1036"/>
          <ac:spMkLst>
            <pc:docMk/>
            <pc:sldMk cId="4019079431" sldId="619"/>
            <ac:spMk id="14" creationId="{5B32BF74-3371-CB97-ACA9-0707196E7E0C}"/>
          </ac:spMkLst>
        </pc:spChg>
        <pc:spChg chg="add mod">
          <ac:chgData name="Jonathan Ouimet" userId="0fe588a783aebd4e" providerId="LiveId" clId="{F263983E-E3C2-4CAB-B7B6-624D8B914578}" dt="2024-07-25T13:24:38.771" v="2027" actId="114"/>
          <ac:spMkLst>
            <pc:docMk/>
            <pc:sldMk cId="4019079431" sldId="619"/>
            <ac:spMk id="15" creationId="{66F6865F-95F7-037F-B790-BF2BE136AA28}"/>
          </ac:spMkLst>
        </pc:spChg>
        <pc:spChg chg="mod">
          <ac:chgData name="Jonathan Ouimet" userId="0fe588a783aebd4e" providerId="LiveId" clId="{F263983E-E3C2-4CAB-B7B6-624D8B914578}" dt="2024-07-25T13:25:45.245" v="2115" actId="1036"/>
          <ac:spMkLst>
            <pc:docMk/>
            <pc:sldMk cId="4019079431" sldId="619"/>
            <ac:spMk id="16" creationId="{B0F06DF3-C6C6-EFB0-2112-A3025A3C69A8}"/>
          </ac:spMkLst>
        </pc:spChg>
        <pc:spChg chg="add mod">
          <ac:chgData name="Jonathan Ouimet" userId="0fe588a783aebd4e" providerId="LiveId" clId="{F263983E-E3C2-4CAB-B7B6-624D8B914578}" dt="2024-07-25T13:24:38.771" v="2027" actId="114"/>
          <ac:spMkLst>
            <pc:docMk/>
            <pc:sldMk cId="4019079431" sldId="619"/>
            <ac:spMk id="18" creationId="{907E918B-A629-F22B-930C-163B3C03EB5D}"/>
          </ac:spMkLst>
        </pc:spChg>
        <pc:spChg chg="add mod">
          <ac:chgData name="Jonathan Ouimet" userId="0fe588a783aebd4e" providerId="LiveId" clId="{F263983E-E3C2-4CAB-B7B6-624D8B914578}" dt="2024-07-25T13:24:14.455" v="2018" actId="1036"/>
          <ac:spMkLst>
            <pc:docMk/>
            <pc:sldMk cId="4019079431" sldId="619"/>
            <ac:spMk id="19" creationId="{2E806A1D-C72A-4099-AFAB-28B6EA0FB128}"/>
          </ac:spMkLst>
        </pc:spChg>
        <pc:spChg chg="add mod">
          <ac:chgData name="Jonathan Ouimet" userId="0fe588a783aebd4e" providerId="LiveId" clId="{F263983E-E3C2-4CAB-B7B6-624D8B914578}" dt="2024-07-25T13:24:14.455" v="2018" actId="1036"/>
          <ac:spMkLst>
            <pc:docMk/>
            <pc:sldMk cId="4019079431" sldId="619"/>
            <ac:spMk id="20" creationId="{28E54AD4-F34F-16B8-5524-8A5F03F7C6B7}"/>
          </ac:spMkLst>
        </pc:spChg>
        <pc:spChg chg="add mod">
          <ac:chgData name="Jonathan Ouimet" userId="0fe588a783aebd4e" providerId="LiveId" clId="{F263983E-E3C2-4CAB-B7B6-624D8B914578}" dt="2024-07-25T13:24:28.769" v="2024" actId="114"/>
          <ac:spMkLst>
            <pc:docMk/>
            <pc:sldMk cId="4019079431" sldId="619"/>
            <ac:spMk id="21" creationId="{54ECD724-039F-1ADD-035B-A572A1E78828}"/>
          </ac:spMkLst>
        </pc:spChg>
      </pc:sldChg>
      <pc:sldChg chg="addSp modSp mod modAnim">
        <pc:chgData name="Jonathan Ouimet" userId="0fe588a783aebd4e" providerId="LiveId" clId="{F263983E-E3C2-4CAB-B7B6-624D8B914578}" dt="2024-07-25T13:16:40.226" v="1734" actId="14100"/>
        <pc:sldMkLst>
          <pc:docMk/>
          <pc:sldMk cId="2564758034" sldId="620"/>
        </pc:sldMkLst>
        <pc:spChg chg="add mod">
          <ac:chgData name="Jonathan Ouimet" userId="0fe588a783aebd4e" providerId="LiveId" clId="{F263983E-E3C2-4CAB-B7B6-624D8B914578}" dt="2024-07-25T13:16:40.226" v="1734" actId="14100"/>
          <ac:spMkLst>
            <pc:docMk/>
            <pc:sldMk cId="2564758034" sldId="620"/>
            <ac:spMk id="3" creationId="{0E003F8C-266D-34CE-D635-A2C01DDB7F73}"/>
          </ac:spMkLst>
        </pc:spChg>
        <pc:spChg chg="mod">
          <ac:chgData name="Jonathan Ouimet" userId="0fe588a783aebd4e" providerId="LiveId" clId="{F263983E-E3C2-4CAB-B7B6-624D8B914578}" dt="2024-07-25T13:13:24.542" v="1445" actId="114"/>
          <ac:spMkLst>
            <pc:docMk/>
            <pc:sldMk cId="2564758034" sldId="620"/>
            <ac:spMk id="9" creationId="{E5F2EC67-8BCF-6D14-1AB2-A5D45B8A7030}"/>
          </ac:spMkLst>
        </pc:spChg>
        <pc:picChg chg="mod">
          <ac:chgData name="Jonathan Ouimet" userId="0fe588a783aebd4e" providerId="LiveId" clId="{F263983E-E3C2-4CAB-B7B6-624D8B914578}" dt="2024-07-25T13:15:08.913" v="1468" actId="1076"/>
          <ac:picMkLst>
            <pc:docMk/>
            <pc:sldMk cId="2564758034" sldId="620"/>
            <ac:picMk id="24" creationId="{F3CE1185-8ECB-2C12-72C4-9B78E5B0D90F}"/>
          </ac:picMkLst>
        </pc:picChg>
      </pc:sldChg>
      <pc:sldChg chg="modSp add del mod">
        <pc:chgData name="Jonathan Ouimet" userId="0fe588a783aebd4e" providerId="LiveId" clId="{F263983E-E3C2-4CAB-B7B6-624D8B914578}" dt="2024-07-25T13:12:10.626" v="1321" actId="47"/>
        <pc:sldMkLst>
          <pc:docMk/>
          <pc:sldMk cId="4205347583" sldId="621"/>
        </pc:sldMkLst>
        <pc:spChg chg="mod">
          <ac:chgData name="Jonathan Ouimet" userId="0fe588a783aebd4e" providerId="LiveId" clId="{F263983E-E3C2-4CAB-B7B6-624D8B914578}" dt="2024-07-25T01:45:41.431" v="234" actId="20577"/>
          <ac:spMkLst>
            <pc:docMk/>
            <pc:sldMk cId="4205347583" sldId="621"/>
            <ac:spMk id="9" creationId="{E5F2EC67-8BCF-6D14-1AB2-A5D45B8A7030}"/>
          </ac:spMkLst>
        </pc:spChg>
      </pc:sldChg>
      <pc:sldChg chg="del">
        <pc:chgData name="Jonathan Ouimet" userId="0fe588a783aebd4e" providerId="LiveId" clId="{F263983E-E3C2-4CAB-B7B6-624D8B914578}" dt="2024-07-25T01:41:18.139" v="53" actId="47"/>
        <pc:sldMkLst>
          <pc:docMk/>
          <pc:sldMk cId="1286761928" sldId="622"/>
        </pc:sldMkLst>
      </pc:sldChg>
      <pc:sldChg chg="addSp delSp modSp mod">
        <pc:chgData name="Jonathan Ouimet" userId="0fe588a783aebd4e" providerId="LiveId" clId="{F263983E-E3C2-4CAB-B7B6-624D8B914578}" dt="2024-07-25T13:45:51.858" v="2967" actId="14100"/>
        <pc:sldMkLst>
          <pc:docMk/>
          <pc:sldMk cId="347362559" sldId="623"/>
        </pc:sldMkLst>
        <pc:spChg chg="del">
          <ac:chgData name="Jonathan Ouimet" userId="0fe588a783aebd4e" providerId="LiveId" clId="{F263983E-E3C2-4CAB-B7B6-624D8B914578}" dt="2024-07-25T01:52:13.567" v="409" actId="478"/>
          <ac:spMkLst>
            <pc:docMk/>
            <pc:sldMk cId="347362559" sldId="623"/>
            <ac:spMk id="3" creationId="{D5193684-5226-5971-43D8-8981018C7079}"/>
          </ac:spMkLst>
        </pc:spChg>
        <pc:spChg chg="add mod">
          <ac:chgData name="Jonathan Ouimet" userId="0fe588a783aebd4e" providerId="LiveId" clId="{F263983E-E3C2-4CAB-B7B6-624D8B914578}" dt="2024-07-25T13:28:49.812" v="2277" actId="1036"/>
          <ac:spMkLst>
            <pc:docMk/>
            <pc:sldMk cId="347362559" sldId="623"/>
            <ac:spMk id="8" creationId="{5B442253-DBC9-760E-528D-3CD6B33B6DE8}"/>
          </ac:spMkLst>
        </pc:spChg>
        <pc:spChg chg="del mod">
          <ac:chgData name="Jonathan Ouimet" userId="0fe588a783aebd4e" providerId="LiveId" clId="{F263983E-E3C2-4CAB-B7B6-624D8B914578}" dt="2024-07-25T02:00:40.464" v="819" actId="478"/>
          <ac:spMkLst>
            <pc:docMk/>
            <pc:sldMk cId="347362559" sldId="623"/>
            <ac:spMk id="9" creationId="{E5F2EC67-8BCF-6D14-1AB2-A5D45B8A7030}"/>
          </ac:spMkLst>
        </pc:spChg>
        <pc:spChg chg="add mod">
          <ac:chgData name="Jonathan Ouimet" userId="0fe588a783aebd4e" providerId="LiveId" clId="{F263983E-E3C2-4CAB-B7B6-624D8B914578}" dt="2024-07-25T13:28:49.812" v="2277" actId="1036"/>
          <ac:spMkLst>
            <pc:docMk/>
            <pc:sldMk cId="347362559" sldId="623"/>
            <ac:spMk id="10" creationId="{7146BCDF-CB77-8099-5022-3178678B369E}"/>
          </ac:spMkLst>
        </pc:spChg>
        <pc:spChg chg="del">
          <ac:chgData name="Jonathan Ouimet" userId="0fe588a783aebd4e" providerId="LiveId" clId="{F263983E-E3C2-4CAB-B7B6-624D8B914578}" dt="2024-07-25T01:45:08.911" v="224" actId="478"/>
          <ac:spMkLst>
            <pc:docMk/>
            <pc:sldMk cId="347362559" sldId="623"/>
            <ac:spMk id="13" creationId="{D71660FA-F1FB-C17F-1646-8F19219ACAEC}"/>
          </ac:spMkLst>
        </pc:spChg>
        <pc:spChg chg="del">
          <ac:chgData name="Jonathan Ouimet" userId="0fe588a783aebd4e" providerId="LiveId" clId="{F263983E-E3C2-4CAB-B7B6-624D8B914578}" dt="2024-07-25T01:45:07.880" v="223" actId="478"/>
          <ac:spMkLst>
            <pc:docMk/>
            <pc:sldMk cId="347362559" sldId="623"/>
            <ac:spMk id="17" creationId="{73BBA4D2-31FC-9381-9656-16913BC71C20}"/>
          </ac:spMkLst>
        </pc:spChg>
        <pc:spChg chg="add mod">
          <ac:chgData name="Jonathan Ouimet" userId="0fe588a783aebd4e" providerId="LiveId" clId="{F263983E-E3C2-4CAB-B7B6-624D8B914578}" dt="2024-07-25T13:28:49.812" v="2277" actId="1036"/>
          <ac:spMkLst>
            <pc:docMk/>
            <pc:sldMk cId="347362559" sldId="623"/>
            <ac:spMk id="18" creationId="{4FF90F55-7839-9AB3-6BC5-939DDF0F3149}"/>
          </ac:spMkLst>
        </pc:spChg>
        <pc:spChg chg="add del mod">
          <ac:chgData name="Jonathan Ouimet" userId="0fe588a783aebd4e" providerId="LiveId" clId="{F263983E-E3C2-4CAB-B7B6-624D8B914578}" dt="2024-07-25T13:26:34.598" v="2121" actId="478"/>
          <ac:spMkLst>
            <pc:docMk/>
            <pc:sldMk cId="347362559" sldId="623"/>
            <ac:spMk id="20" creationId="{5988A0E3-1E11-ACBC-8CEA-C8757CCF60A2}"/>
          </ac:spMkLst>
        </pc:spChg>
        <pc:spChg chg="del">
          <ac:chgData name="Jonathan Ouimet" userId="0fe588a783aebd4e" providerId="LiveId" clId="{F263983E-E3C2-4CAB-B7B6-624D8B914578}" dt="2024-07-25T01:45:06.708" v="222" actId="478"/>
          <ac:spMkLst>
            <pc:docMk/>
            <pc:sldMk cId="347362559" sldId="623"/>
            <ac:spMk id="22" creationId="{96525DFB-76CA-08EC-6DBF-35D3F6A3C1BC}"/>
          </ac:spMkLst>
        </pc:spChg>
        <pc:spChg chg="add mod">
          <ac:chgData name="Jonathan Ouimet" userId="0fe588a783aebd4e" providerId="LiveId" clId="{F263983E-E3C2-4CAB-B7B6-624D8B914578}" dt="2024-07-25T13:28:49.812" v="2277" actId="1036"/>
          <ac:spMkLst>
            <pc:docMk/>
            <pc:sldMk cId="347362559" sldId="623"/>
            <ac:spMk id="32" creationId="{39B35465-D8D3-FC9B-65AF-08D240243DA3}"/>
          </ac:spMkLst>
        </pc:spChg>
        <pc:spChg chg="add mod">
          <ac:chgData name="Jonathan Ouimet" userId="0fe588a783aebd4e" providerId="LiveId" clId="{F263983E-E3C2-4CAB-B7B6-624D8B914578}" dt="2024-07-25T13:28:10.648" v="2255" actId="20577"/>
          <ac:spMkLst>
            <pc:docMk/>
            <pc:sldMk cId="347362559" sldId="623"/>
            <ac:spMk id="33" creationId="{1F7B460F-B364-5919-733C-8509A25F737D}"/>
          </ac:spMkLst>
        </pc:spChg>
        <pc:spChg chg="add mod">
          <ac:chgData name="Jonathan Ouimet" userId="0fe588a783aebd4e" providerId="LiveId" clId="{F263983E-E3C2-4CAB-B7B6-624D8B914578}" dt="2024-07-25T13:45:51.858" v="2967" actId="14100"/>
          <ac:spMkLst>
            <pc:docMk/>
            <pc:sldMk cId="347362559" sldId="623"/>
            <ac:spMk id="34" creationId="{7A22BABD-2769-3B6F-991E-FFBF13822A14}"/>
          </ac:spMkLst>
        </pc:spChg>
        <pc:picChg chg="add mod">
          <ac:chgData name="Jonathan Ouimet" userId="0fe588a783aebd4e" providerId="LiveId" clId="{F263983E-E3C2-4CAB-B7B6-624D8B914578}" dt="2024-07-25T13:28:49.812" v="2277" actId="1036"/>
          <ac:picMkLst>
            <pc:docMk/>
            <pc:sldMk cId="347362559" sldId="623"/>
            <ac:picMk id="7" creationId="{FE943223-EEE6-A9C9-2898-3780DCDA380F}"/>
          </ac:picMkLst>
        </pc:picChg>
        <pc:picChg chg="del">
          <ac:chgData name="Jonathan Ouimet" userId="0fe588a783aebd4e" providerId="LiveId" clId="{F263983E-E3C2-4CAB-B7B6-624D8B914578}" dt="2024-07-25T01:45:04.474" v="217" actId="478"/>
          <ac:picMkLst>
            <pc:docMk/>
            <pc:sldMk cId="347362559" sldId="623"/>
            <ac:picMk id="12" creationId="{8D56540A-B9AF-D223-8618-E4605772A8AE}"/>
          </ac:picMkLst>
        </pc:picChg>
        <pc:picChg chg="add del mod">
          <ac:chgData name="Jonathan Ouimet" userId="0fe588a783aebd4e" providerId="LiveId" clId="{F263983E-E3C2-4CAB-B7B6-624D8B914578}" dt="2024-07-25T13:26:29.972" v="2117" actId="478"/>
          <ac:picMkLst>
            <pc:docMk/>
            <pc:sldMk cId="347362559" sldId="623"/>
            <ac:picMk id="14" creationId="{2273CD43-B150-2791-D711-8AEF07145603}"/>
          </ac:picMkLst>
        </pc:picChg>
        <pc:picChg chg="add del mod">
          <ac:chgData name="Jonathan Ouimet" userId="0fe588a783aebd4e" providerId="LiveId" clId="{F263983E-E3C2-4CAB-B7B6-624D8B914578}" dt="2024-07-25T13:26:30.425" v="2118" actId="478"/>
          <ac:picMkLst>
            <pc:docMk/>
            <pc:sldMk cId="347362559" sldId="623"/>
            <ac:picMk id="16" creationId="{99C49295-7CEF-AE16-74DC-17B1D907754A}"/>
          </ac:picMkLst>
        </pc:picChg>
        <pc:picChg chg="del mod">
          <ac:chgData name="Jonathan Ouimet" userId="0fe588a783aebd4e" providerId="LiveId" clId="{F263983E-E3C2-4CAB-B7B6-624D8B914578}" dt="2024-07-25T01:45:04.942" v="219" actId="478"/>
          <ac:picMkLst>
            <pc:docMk/>
            <pc:sldMk cId="347362559" sldId="623"/>
            <ac:picMk id="19" creationId="{60CA4CDE-4F01-80A2-9F7D-B5B1F33FD62D}"/>
          </ac:picMkLst>
        </pc:picChg>
        <pc:picChg chg="del mod">
          <ac:chgData name="Jonathan Ouimet" userId="0fe588a783aebd4e" providerId="LiveId" clId="{F263983E-E3C2-4CAB-B7B6-624D8B914578}" dt="2024-07-25T01:45:05.521" v="221" actId="478"/>
          <ac:picMkLst>
            <pc:docMk/>
            <pc:sldMk cId="347362559" sldId="623"/>
            <ac:picMk id="21" creationId="{8AFD6593-5ABD-DEC5-8074-5732AAD1D66F}"/>
          </ac:picMkLst>
        </pc:picChg>
        <pc:picChg chg="add del mod">
          <ac:chgData name="Jonathan Ouimet" userId="0fe588a783aebd4e" providerId="LiveId" clId="{F263983E-E3C2-4CAB-B7B6-624D8B914578}" dt="2024-07-25T01:54:29.810" v="712" actId="478"/>
          <ac:picMkLst>
            <pc:docMk/>
            <pc:sldMk cId="347362559" sldId="623"/>
            <ac:picMk id="23" creationId="{A3DC058C-1FB7-75FE-211D-1CB9EA022D4B}"/>
          </ac:picMkLst>
        </pc:picChg>
        <pc:picChg chg="add del mod">
          <ac:chgData name="Jonathan Ouimet" userId="0fe588a783aebd4e" providerId="LiveId" clId="{F263983E-E3C2-4CAB-B7B6-624D8B914578}" dt="2024-07-25T01:54:29.810" v="712" actId="478"/>
          <ac:picMkLst>
            <pc:docMk/>
            <pc:sldMk cId="347362559" sldId="623"/>
            <ac:picMk id="24" creationId="{E9916273-D59A-07AE-E6E2-3DAC5F328AF1}"/>
          </ac:picMkLst>
        </pc:picChg>
        <pc:picChg chg="add del mod">
          <ac:chgData name="Jonathan Ouimet" userId="0fe588a783aebd4e" providerId="LiveId" clId="{F263983E-E3C2-4CAB-B7B6-624D8B914578}" dt="2024-07-25T01:54:29.810" v="712" actId="478"/>
          <ac:picMkLst>
            <pc:docMk/>
            <pc:sldMk cId="347362559" sldId="623"/>
            <ac:picMk id="25" creationId="{79A37BF5-8DFB-73D4-7169-20FAC3D7CBDD}"/>
          </ac:picMkLst>
        </pc:picChg>
        <pc:picChg chg="add del mod">
          <ac:chgData name="Jonathan Ouimet" userId="0fe588a783aebd4e" providerId="LiveId" clId="{F263983E-E3C2-4CAB-B7B6-624D8B914578}" dt="2024-07-25T13:26:31.394" v="2120" actId="478"/>
          <ac:picMkLst>
            <pc:docMk/>
            <pc:sldMk cId="347362559" sldId="623"/>
            <ac:picMk id="27" creationId="{8F9E633B-40D3-4A0F-FFD4-A146E5DCC677}"/>
          </ac:picMkLst>
        </pc:picChg>
        <pc:picChg chg="add del mod">
          <ac:chgData name="Jonathan Ouimet" userId="0fe588a783aebd4e" providerId="LiveId" clId="{F263983E-E3C2-4CAB-B7B6-624D8B914578}" dt="2024-07-25T13:26:30.894" v="2119" actId="478"/>
          <ac:picMkLst>
            <pc:docMk/>
            <pc:sldMk cId="347362559" sldId="623"/>
            <ac:picMk id="29" creationId="{C54DB924-80AA-1B9D-2DC3-3E8FA0BECB13}"/>
          </ac:picMkLst>
        </pc:picChg>
        <pc:picChg chg="add mod ord">
          <ac:chgData name="Jonathan Ouimet" userId="0fe588a783aebd4e" providerId="LiveId" clId="{F263983E-E3C2-4CAB-B7B6-624D8B914578}" dt="2024-07-25T13:28:49.812" v="2277" actId="1036"/>
          <ac:picMkLst>
            <pc:docMk/>
            <pc:sldMk cId="347362559" sldId="623"/>
            <ac:picMk id="31" creationId="{8F8E09A7-D79F-1EAD-04AA-333738EBDD0C}"/>
          </ac:picMkLst>
        </pc:picChg>
      </pc:sldChg>
      <pc:sldChg chg="modSp mod">
        <pc:chgData name="Jonathan Ouimet" userId="0fe588a783aebd4e" providerId="LiveId" clId="{F263983E-E3C2-4CAB-B7B6-624D8B914578}" dt="2024-07-25T13:44:28.606" v="2734" actId="1076"/>
        <pc:sldMkLst>
          <pc:docMk/>
          <pc:sldMk cId="3779338372" sldId="624"/>
        </pc:sldMkLst>
        <pc:spChg chg="mod">
          <ac:chgData name="Jonathan Ouimet" userId="0fe588a783aebd4e" providerId="LiveId" clId="{F263983E-E3C2-4CAB-B7B6-624D8B914578}" dt="2024-07-25T13:44:28.606" v="2734" actId="1076"/>
          <ac:spMkLst>
            <pc:docMk/>
            <pc:sldMk cId="3779338372" sldId="624"/>
            <ac:spMk id="3" creationId="{45CCBB67-761D-7467-2DA8-89A84674C580}"/>
          </ac:spMkLst>
        </pc:spChg>
      </pc:sldChg>
      <pc:sldChg chg="add">
        <pc:chgData name="Jonathan Ouimet" userId="0fe588a783aebd4e" providerId="LiveId" clId="{F263983E-E3C2-4CAB-B7B6-624D8B914578}" dt="2024-07-25T01:43:06.051" v="88" actId="2890"/>
        <pc:sldMkLst>
          <pc:docMk/>
          <pc:sldMk cId="3974873602" sldId="625"/>
        </pc:sldMkLst>
      </pc:sldChg>
      <pc:sldChg chg="modSp add ord">
        <pc:chgData name="Jonathan Ouimet" userId="0fe588a783aebd4e" providerId="LiveId" clId="{F263983E-E3C2-4CAB-B7B6-624D8B914578}" dt="2024-07-25T13:11:34.684" v="1314"/>
        <pc:sldMkLst>
          <pc:docMk/>
          <pc:sldMk cId="498670564" sldId="626"/>
        </pc:sldMkLst>
        <pc:spChg chg="mod">
          <ac:chgData name="Jonathan Ouimet" userId="0fe588a783aebd4e" providerId="LiveId" clId="{F263983E-E3C2-4CAB-B7B6-624D8B914578}" dt="2024-07-25T13:11:30.668" v="1312" actId="113"/>
          <ac:spMkLst>
            <pc:docMk/>
            <pc:sldMk cId="498670564" sldId="626"/>
            <ac:spMk id="3" creationId="{D5193684-5226-5971-43D8-8981018C7079}"/>
          </ac:spMkLst>
        </pc:spChg>
      </pc:sldChg>
      <pc:sldChg chg="addSp delSp modSp add mod ord modAnim">
        <pc:chgData name="Jonathan Ouimet" userId="0fe588a783aebd4e" providerId="LiveId" clId="{F263983E-E3C2-4CAB-B7B6-624D8B914578}" dt="2024-07-25T15:40:21.845" v="4595"/>
        <pc:sldMkLst>
          <pc:docMk/>
          <pc:sldMk cId="2817576455" sldId="627"/>
        </pc:sldMkLst>
        <pc:spChg chg="add mod">
          <ac:chgData name="Jonathan Ouimet" userId="0fe588a783aebd4e" providerId="LiveId" clId="{F263983E-E3C2-4CAB-B7B6-624D8B914578}" dt="2024-07-25T15:40:01.904" v="4589" actId="1076"/>
          <ac:spMkLst>
            <pc:docMk/>
            <pc:sldMk cId="2817576455" sldId="627"/>
            <ac:spMk id="7" creationId="{DE23A1D6-2D8B-BAA0-B989-C0BEF038D22E}"/>
          </ac:spMkLst>
        </pc:spChg>
        <pc:spChg chg="mod">
          <ac:chgData name="Jonathan Ouimet" userId="0fe588a783aebd4e" providerId="LiveId" clId="{F263983E-E3C2-4CAB-B7B6-624D8B914578}" dt="2024-07-25T15:28:36.319" v="3975" actId="20577"/>
          <ac:spMkLst>
            <pc:docMk/>
            <pc:sldMk cId="2817576455" sldId="627"/>
            <ac:spMk id="9" creationId="{E5F2EC67-8BCF-6D14-1AB2-A5D45B8A7030}"/>
          </ac:spMkLst>
        </pc:spChg>
        <pc:spChg chg="add mod">
          <ac:chgData name="Jonathan Ouimet" userId="0fe588a783aebd4e" providerId="LiveId" clId="{F263983E-E3C2-4CAB-B7B6-624D8B914578}" dt="2024-07-25T15:40:01.904" v="4589" actId="1076"/>
          <ac:spMkLst>
            <pc:docMk/>
            <pc:sldMk cId="2817576455" sldId="627"/>
            <ac:spMk id="10" creationId="{584665F5-F90C-879D-FCFC-7C4C93A33917}"/>
          </ac:spMkLst>
        </pc:spChg>
        <pc:spChg chg="add mod">
          <ac:chgData name="Jonathan Ouimet" userId="0fe588a783aebd4e" providerId="LiveId" clId="{F263983E-E3C2-4CAB-B7B6-624D8B914578}" dt="2024-07-25T15:35:17.111" v="4581" actId="1076"/>
          <ac:spMkLst>
            <pc:docMk/>
            <pc:sldMk cId="2817576455" sldId="627"/>
            <ac:spMk id="11" creationId="{8BA8A61E-C0D2-B2F0-5040-6145B8ABEC03}"/>
          </ac:spMkLst>
        </pc:spChg>
        <pc:graphicFrameChg chg="add mod">
          <ac:chgData name="Jonathan Ouimet" userId="0fe588a783aebd4e" providerId="LiveId" clId="{F263983E-E3C2-4CAB-B7B6-624D8B914578}" dt="2024-07-25T15:40:01.904" v="4589" actId="1076"/>
          <ac:graphicFrameMkLst>
            <pc:docMk/>
            <pc:sldMk cId="2817576455" sldId="627"/>
            <ac:graphicFrameMk id="3" creationId="{1362324F-E195-4E93-A1EA-8CE4054787F2}"/>
          </ac:graphicFrameMkLst>
        </pc:graphicFrameChg>
        <pc:graphicFrameChg chg="add mod">
          <ac:chgData name="Jonathan Ouimet" userId="0fe588a783aebd4e" providerId="LiveId" clId="{F263983E-E3C2-4CAB-B7B6-624D8B914578}" dt="2024-07-25T15:40:16.157" v="4594" actId="1076"/>
          <ac:graphicFrameMkLst>
            <pc:docMk/>
            <pc:sldMk cId="2817576455" sldId="627"/>
            <ac:graphicFrameMk id="13" creationId="{D9782205-B7BA-40FB-A6DC-675D4D2EC3C8}"/>
          </ac:graphicFrameMkLst>
        </pc:graphicFrameChg>
        <pc:picChg chg="del">
          <ac:chgData name="Jonathan Ouimet" userId="0fe588a783aebd4e" providerId="LiveId" clId="{F263983E-E3C2-4CAB-B7B6-624D8B914578}" dt="2024-07-25T13:14:22.505" v="1462" actId="478"/>
          <ac:picMkLst>
            <pc:docMk/>
            <pc:sldMk cId="2817576455" sldId="627"/>
            <ac:picMk id="6" creationId="{0E5F715A-6497-E9FD-AB13-3DC06062ACF0}"/>
          </ac:picMkLst>
        </pc:picChg>
        <pc:picChg chg="del">
          <ac:chgData name="Jonathan Ouimet" userId="0fe588a783aebd4e" providerId="LiveId" clId="{F263983E-E3C2-4CAB-B7B6-624D8B914578}" dt="2024-07-25T13:14:22.505" v="1462" actId="478"/>
          <ac:picMkLst>
            <pc:docMk/>
            <pc:sldMk cId="2817576455" sldId="627"/>
            <ac:picMk id="8" creationId="{A8A89EE4-E5E0-4579-A459-BDC3868C2B0D}"/>
          </ac:picMkLst>
        </pc:picChg>
        <pc:picChg chg="add del mod">
          <ac:chgData name="Jonathan Ouimet" userId="0fe588a783aebd4e" providerId="LiveId" clId="{F263983E-E3C2-4CAB-B7B6-624D8B914578}" dt="2024-07-25T15:31:49.256" v="4208" actId="478"/>
          <ac:picMkLst>
            <pc:docMk/>
            <pc:sldMk cId="2817576455" sldId="627"/>
            <ac:picMk id="12" creationId="{3B9FC400-B924-38B9-0C01-8A66B4D44807}"/>
          </ac:picMkLst>
        </pc:picChg>
        <pc:picChg chg="del">
          <ac:chgData name="Jonathan Ouimet" userId="0fe588a783aebd4e" providerId="LiveId" clId="{F263983E-E3C2-4CAB-B7B6-624D8B914578}" dt="2024-07-25T13:14:23.052" v="1463" actId="478"/>
          <ac:picMkLst>
            <pc:docMk/>
            <pc:sldMk cId="2817576455" sldId="627"/>
            <ac:picMk id="14" creationId="{7E3DD7E4-0D82-50C6-F9D7-472D02FD9860}"/>
          </ac:picMkLst>
        </pc:picChg>
        <pc:picChg chg="del">
          <ac:chgData name="Jonathan Ouimet" userId="0fe588a783aebd4e" providerId="LiveId" clId="{F263983E-E3C2-4CAB-B7B6-624D8B914578}" dt="2024-07-25T13:14:22.505" v="1462" actId="478"/>
          <ac:picMkLst>
            <pc:docMk/>
            <pc:sldMk cId="2817576455" sldId="627"/>
            <ac:picMk id="16" creationId="{CF5C9671-73C9-50D6-0E18-DBC4A6223FF7}"/>
          </ac:picMkLst>
        </pc:picChg>
        <pc:picChg chg="del">
          <ac:chgData name="Jonathan Ouimet" userId="0fe588a783aebd4e" providerId="LiveId" clId="{F263983E-E3C2-4CAB-B7B6-624D8B914578}" dt="2024-07-25T13:14:23.505" v="1464" actId="478"/>
          <ac:picMkLst>
            <pc:docMk/>
            <pc:sldMk cId="2817576455" sldId="627"/>
            <ac:picMk id="20" creationId="{27A2DC85-0840-47A2-40A0-D7C2BE2649A2}"/>
          </ac:picMkLst>
        </pc:picChg>
        <pc:picChg chg="del">
          <ac:chgData name="Jonathan Ouimet" userId="0fe588a783aebd4e" providerId="LiveId" clId="{F263983E-E3C2-4CAB-B7B6-624D8B914578}" dt="2024-07-25T13:14:22.505" v="1462" actId="478"/>
          <ac:picMkLst>
            <pc:docMk/>
            <pc:sldMk cId="2817576455" sldId="627"/>
            <ac:picMk id="24" creationId="{F3CE1185-8ECB-2C12-72C4-9B78E5B0D90F}"/>
          </ac:picMkLst>
        </pc:picChg>
      </pc:sldChg>
      <pc:sldChg chg="delSp modSp add mod ord">
        <pc:chgData name="Jonathan Ouimet" userId="0fe588a783aebd4e" providerId="LiveId" clId="{F263983E-E3C2-4CAB-B7B6-624D8B914578}" dt="2024-07-25T13:14:16.906" v="1461"/>
        <pc:sldMkLst>
          <pc:docMk/>
          <pc:sldMk cId="844059533" sldId="628"/>
        </pc:sldMkLst>
        <pc:picChg chg="del">
          <ac:chgData name="Jonathan Ouimet" userId="0fe588a783aebd4e" providerId="LiveId" clId="{F263983E-E3C2-4CAB-B7B6-624D8B914578}" dt="2024-07-25T13:13:42.527" v="1449" actId="478"/>
          <ac:picMkLst>
            <pc:docMk/>
            <pc:sldMk cId="844059533" sldId="628"/>
            <ac:picMk id="6" creationId="{0E5F715A-6497-E9FD-AB13-3DC06062ACF0}"/>
          </ac:picMkLst>
        </pc:picChg>
        <pc:picChg chg="mod">
          <ac:chgData name="Jonathan Ouimet" userId="0fe588a783aebd4e" providerId="LiveId" clId="{F263983E-E3C2-4CAB-B7B6-624D8B914578}" dt="2024-07-25T13:14:01.780" v="1458" actId="1076"/>
          <ac:picMkLst>
            <pc:docMk/>
            <pc:sldMk cId="844059533" sldId="628"/>
            <ac:picMk id="8" creationId="{A8A89EE4-E5E0-4579-A459-BDC3868C2B0D}"/>
          </ac:picMkLst>
        </pc:picChg>
        <pc:picChg chg="del">
          <ac:chgData name="Jonathan Ouimet" userId="0fe588a783aebd4e" providerId="LiveId" clId="{F263983E-E3C2-4CAB-B7B6-624D8B914578}" dt="2024-07-25T13:13:41.496" v="1447" actId="478"/>
          <ac:picMkLst>
            <pc:docMk/>
            <pc:sldMk cId="844059533" sldId="628"/>
            <ac:picMk id="14" creationId="{7E3DD7E4-0D82-50C6-F9D7-472D02FD9860}"/>
          </ac:picMkLst>
        </pc:picChg>
        <pc:picChg chg="del">
          <ac:chgData name="Jonathan Ouimet" userId="0fe588a783aebd4e" providerId="LiveId" clId="{F263983E-E3C2-4CAB-B7B6-624D8B914578}" dt="2024-07-25T13:13:41.964" v="1448" actId="478"/>
          <ac:picMkLst>
            <pc:docMk/>
            <pc:sldMk cId="844059533" sldId="628"/>
            <ac:picMk id="16" creationId="{CF5C9671-73C9-50D6-0E18-DBC4A6223FF7}"/>
          </ac:picMkLst>
        </pc:picChg>
        <pc:picChg chg="mod">
          <ac:chgData name="Jonathan Ouimet" userId="0fe588a783aebd4e" providerId="LiveId" clId="{F263983E-E3C2-4CAB-B7B6-624D8B914578}" dt="2024-07-25T13:14:03.389" v="1459" actId="1076"/>
          <ac:picMkLst>
            <pc:docMk/>
            <pc:sldMk cId="844059533" sldId="628"/>
            <ac:picMk id="20" creationId="{27A2DC85-0840-47A2-40A0-D7C2BE2649A2}"/>
          </ac:picMkLst>
        </pc:picChg>
        <pc:picChg chg="del">
          <ac:chgData name="Jonathan Ouimet" userId="0fe588a783aebd4e" providerId="LiveId" clId="{F263983E-E3C2-4CAB-B7B6-624D8B914578}" dt="2024-07-25T13:13:43.058" v="1450" actId="478"/>
          <ac:picMkLst>
            <pc:docMk/>
            <pc:sldMk cId="844059533" sldId="628"/>
            <ac:picMk id="24" creationId="{F3CE1185-8ECB-2C12-72C4-9B78E5B0D90F}"/>
          </ac:picMkLst>
        </pc:picChg>
      </pc:sldChg>
      <pc:sldChg chg="addSp delSp modSp add mod">
        <pc:chgData name="Jonathan Ouimet" userId="0fe588a783aebd4e" providerId="LiveId" clId="{F263983E-E3C2-4CAB-B7B6-624D8B914578}" dt="2024-07-25T13:45:55.374" v="2968" actId="478"/>
        <pc:sldMkLst>
          <pc:docMk/>
          <pc:sldMk cId="4250845803" sldId="629"/>
        </pc:sldMkLst>
        <pc:spChg chg="del mod">
          <ac:chgData name="Jonathan Ouimet" userId="0fe588a783aebd4e" providerId="LiveId" clId="{F263983E-E3C2-4CAB-B7B6-624D8B914578}" dt="2024-07-25T13:45:55.374" v="2968" actId="478"/>
          <ac:spMkLst>
            <pc:docMk/>
            <pc:sldMk cId="4250845803" sldId="629"/>
            <ac:spMk id="20" creationId="{5988A0E3-1E11-ACBC-8CEA-C8757CCF60A2}"/>
          </ac:spMkLst>
        </pc:spChg>
        <pc:picChg chg="mod">
          <ac:chgData name="Jonathan Ouimet" userId="0fe588a783aebd4e" providerId="LiveId" clId="{F263983E-E3C2-4CAB-B7B6-624D8B914578}" dt="2024-07-25T13:30:31.896" v="2285" actId="1076"/>
          <ac:picMkLst>
            <pc:docMk/>
            <pc:sldMk cId="4250845803" sldId="629"/>
            <ac:picMk id="16" creationId="{99C49295-7CEF-AE16-74DC-17B1D907754A}"/>
          </ac:picMkLst>
        </pc:picChg>
        <pc:cxnChg chg="add mod">
          <ac:chgData name="Jonathan Ouimet" userId="0fe588a783aebd4e" providerId="LiveId" clId="{F263983E-E3C2-4CAB-B7B6-624D8B914578}" dt="2024-07-25T13:30:05.624" v="2280" actId="1582"/>
          <ac:cxnSpMkLst>
            <pc:docMk/>
            <pc:sldMk cId="4250845803" sldId="629"/>
            <ac:cxnSpMk id="6" creationId="{6085CD99-733B-E46C-6DA9-1C4BDCAED6EF}"/>
          </ac:cxnSpMkLst>
        </pc:cxnChg>
        <pc:cxnChg chg="add mod">
          <ac:chgData name="Jonathan Ouimet" userId="0fe588a783aebd4e" providerId="LiveId" clId="{F263983E-E3C2-4CAB-B7B6-624D8B914578}" dt="2024-07-25T13:32:16.692" v="2308" actId="14100"/>
          <ac:cxnSpMkLst>
            <pc:docMk/>
            <pc:sldMk cId="4250845803" sldId="629"/>
            <ac:cxnSpMk id="9" creationId="{D8EF5207-026B-CA22-C23F-EF5AC7DC5E3F}"/>
          </ac:cxnSpMkLst>
        </pc:cxnChg>
        <pc:cxnChg chg="add mod">
          <ac:chgData name="Jonathan Ouimet" userId="0fe588a783aebd4e" providerId="LiveId" clId="{F263983E-E3C2-4CAB-B7B6-624D8B914578}" dt="2024-07-25T13:32:26.866" v="2313" actId="14100"/>
          <ac:cxnSpMkLst>
            <pc:docMk/>
            <pc:sldMk cId="4250845803" sldId="629"/>
            <ac:cxnSpMk id="11" creationId="{9946BEFB-B6A4-CA4B-16B6-6653C3A0FD0C}"/>
          </ac:cxnSpMkLst>
        </pc:cxnChg>
        <pc:cxnChg chg="add mod">
          <ac:chgData name="Jonathan Ouimet" userId="0fe588a783aebd4e" providerId="LiveId" clId="{F263983E-E3C2-4CAB-B7B6-624D8B914578}" dt="2024-07-25T13:32:13.738" v="2307" actId="14100"/>
          <ac:cxnSpMkLst>
            <pc:docMk/>
            <pc:sldMk cId="4250845803" sldId="629"/>
            <ac:cxnSpMk id="15" creationId="{6F0CE604-919D-583A-9F20-EF84AC799C75}"/>
          </ac:cxnSpMkLst>
        </pc:cxnChg>
      </pc:sldChg>
      <pc:sldChg chg="addSp delSp modSp add mod modAnim">
        <pc:chgData name="Jonathan Ouimet" userId="0fe588a783aebd4e" providerId="LiveId" clId="{F263983E-E3C2-4CAB-B7B6-624D8B914578}" dt="2024-07-25T14:00:50.648" v="3812"/>
        <pc:sldMkLst>
          <pc:docMk/>
          <pc:sldMk cId="45613831" sldId="630"/>
        </pc:sldMkLst>
        <pc:spChg chg="add mod">
          <ac:chgData name="Jonathan Ouimet" userId="0fe588a783aebd4e" providerId="LiveId" clId="{F263983E-E3C2-4CAB-B7B6-624D8B914578}" dt="2024-07-25T13:44:12.604" v="2721" actId="20577"/>
          <ac:spMkLst>
            <pc:docMk/>
            <pc:sldMk cId="45613831" sldId="630"/>
            <ac:spMk id="3" creationId="{925AF4F3-5210-42C8-8ED6-2028AB636AEF}"/>
          </ac:spMkLst>
        </pc:spChg>
        <pc:spChg chg="del">
          <ac:chgData name="Jonathan Ouimet" userId="0fe588a783aebd4e" providerId="LiveId" clId="{F263983E-E3C2-4CAB-B7B6-624D8B914578}" dt="2024-07-25T13:33:54.023" v="2315" actId="478"/>
          <ac:spMkLst>
            <pc:docMk/>
            <pc:sldMk cId="45613831" sldId="630"/>
            <ac:spMk id="8" creationId="{5B442253-DBC9-760E-528D-3CD6B33B6DE8}"/>
          </ac:spMkLst>
        </pc:spChg>
        <pc:spChg chg="del">
          <ac:chgData name="Jonathan Ouimet" userId="0fe588a783aebd4e" providerId="LiveId" clId="{F263983E-E3C2-4CAB-B7B6-624D8B914578}" dt="2024-07-25T13:34:03.478" v="2326" actId="478"/>
          <ac:spMkLst>
            <pc:docMk/>
            <pc:sldMk cId="45613831" sldId="630"/>
            <ac:spMk id="10" creationId="{7146BCDF-CB77-8099-5022-3178678B369E}"/>
          </ac:spMkLst>
        </pc:spChg>
        <pc:spChg chg="mod">
          <ac:chgData name="Jonathan Ouimet" userId="0fe588a783aebd4e" providerId="LiveId" clId="{F263983E-E3C2-4CAB-B7B6-624D8B914578}" dt="2024-07-25T13:43:18.359" v="2583" actId="1076"/>
          <ac:spMkLst>
            <pc:docMk/>
            <pc:sldMk cId="45613831" sldId="630"/>
            <ac:spMk id="18" creationId="{4FF90F55-7839-9AB3-6BC5-939DDF0F3149}"/>
          </ac:spMkLst>
        </pc:spChg>
        <pc:spChg chg="del mod">
          <ac:chgData name="Jonathan Ouimet" userId="0fe588a783aebd4e" providerId="LiveId" clId="{F263983E-E3C2-4CAB-B7B6-624D8B914578}" dt="2024-07-25T13:41:51.015" v="2522" actId="478"/>
          <ac:spMkLst>
            <pc:docMk/>
            <pc:sldMk cId="45613831" sldId="630"/>
            <ac:spMk id="20" creationId="{5988A0E3-1E11-ACBC-8CEA-C8757CCF60A2}"/>
          </ac:spMkLst>
        </pc:spChg>
        <pc:spChg chg="add mod">
          <ac:chgData name="Jonathan Ouimet" userId="0fe588a783aebd4e" providerId="LiveId" clId="{F263983E-E3C2-4CAB-B7B6-624D8B914578}" dt="2024-07-25T13:55:10.641" v="3512" actId="1076"/>
          <ac:spMkLst>
            <pc:docMk/>
            <pc:sldMk cId="45613831" sldId="630"/>
            <ac:spMk id="21" creationId="{1688F54F-983A-BA2F-1B17-63F295061BB5}"/>
          </ac:spMkLst>
        </pc:spChg>
        <pc:spChg chg="add mod">
          <ac:chgData name="Jonathan Ouimet" userId="0fe588a783aebd4e" providerId="LiveId" clId="{F263983E-E3C2-4CAB-B7B6-624D8B914578}" dt="2024-07-25T13:55:04.999" v="3511" actId="1076"/>
          <ac:spMkLst>
            <pc:docMk/>
            <pc:sldMk cId="45613831" sldId="630"/>
            <ac:spMk id="22" creationId="{1F6E52A6-EBD5-4978-FC3F-A20116AD4B88}"/>
          </ac:spMkLst>
        </pc:spChg>
        <pc:spChg chg="add mod">
          <ac:chgData name="Jonathan Ouimet" userId="0fe588a783aebd4e" providerId="LiveId" clId="{F263983E-E3C2-4CAB-B7B6-624D8B914578}" dt="2024-07-25T13:50:11.338" v="3333"/>
          <ac:spMkLst>
            <pc:docMk/>
            <pc:sldMk cId="45613831" sldId="630"/>
            <ac:spMk id="23" creationId="{58364DD0-7764-4E7C-DA64-8E164B1A09D2}"/>
          </ac:spMkLst>
        </pc:spChg>
        <pc:spChg chg="add mod">
          <ac:chgData name="Jonathan Ouimet" userId="0fe588a783aebd4e" providerId="LiveId" clId="{F263983E-E3C2-4CAB-B7B6-624D8B914578}" dt="2024-07-25T13:55:00.483" v="3510" actId="1076"/>
          <ac:spMkLst>
            <pc:docMk/>
            <pc:sldMk cId="45613831" sldId="630"/>
            <ac:spMk id="24" creationId="{2125EF10-FEE9-EABA-FC12-25A421505FE2}"/>
          </ac:spMkLst>
        </pc:spChg>
        <pc:spChg chg="add mod">
          <ac:chgData name="Jonathan Ouimet" userId="0fe588a783aebd4e" providerId="LiveId" clId="{F263983E-E3C2-4CAB-B7B6-624D8B914578}" dt="2024-07-25T13:59:33.246" v="3715" actId="20577"/>
          <ac:spMkLst>
            <pc:docMk/>
            <pc:sldMk cId="45613831" sldId="630"/>
            <ac:spMk id="25" creationId="{7B3F4DF6-21D2-9CDC-4652-EA5A031B57C1}"/>
          </ac:spMkLst>
        </pc:spChg>
        <pc:spChg chg="add del mod">
          <ac:chgData name="Jonathan Ouimet" userId="0fe588a783aebd4e" providerId="LiveId" clId="{F263983E-E3C2-4CAB-B7B6-624D8B914578}" dt="2024-07-25T13:58:10.480" v="3574" actId="478"/>
          <ac:spMkLst>
            <pc:docMk/>
            <pc:sldMk cId="45613831" sldId="630"/>
            <ac:spMk id="26" creationId="{311EC34E-7E5B-C5C1-F190-932FA7354F7F}"/>
          </ac:spMkLst>
        </pc:spChg>
        <pc:spChg chg="add mod">
          <ac:chgData name="Jonathan Ouimet" userId="0fe588a783aebd4e" providerId="LiveId" clId="{F263983E-E3C2-4CAB-B7B6-624D8B914578}" dt="2024-07-25T14:00:22.079" v="3809" actId="1035"/>
          <ac:spMkLst>
            <pc:docMk/>
            <pc:sldMk cId="45613831" sldId="630"/>
            <ac:spMk id="28" creationId="{D2CD13DD-5FEE-011F-7D98-4F0E7671EE51}"/>
          </ac:spMkLst>
        </pc:spChg>
        <pc:spChg chg="add mod">
          <ac:chgData name="Jonathan Ouimet" userId="0fe588a783aebd4e" providerId="LiveId" clId="{F263983E-E3C2-4CAB-B7B6-624D8B914578}" dt="2024-07-25T14:00:22.079" v="3809" actId="1035"/>
          <ac:spMkLst>
            <pc:docMk/>
            <pc:sldMk cId="45613831" sldId="630"/>
            <ac:spMk id="30" creationId="{FACAA2B1-CB1A-BCCF-2B0F-481C15F529D4}"/>
          </ac:spMkLst>
        </pc:spChg>
        <pc:spChg chg="del">
          <ac:chgData name="Jonathan Ouimet" userId="0fe588a783aebd4e" providerId="LiveId" clId="{F263983E-E3C2-4CAB-B7B6-624D8B914578}" dt="2024-07-25T13:33:55.508" v="2316" actId="478"/>
          <ac:spMkLst>
            <pc:docMk/>
            <pc:sldMk cId="45613831" sldId="630"/>
            <ac:spMk id="32" creationId="{39B35465-D8D3-FC9B-65AF-08D240243DA3}"/>
          </ac:spMkLst>
        </pc:spChg>
        <pc:spChg chg="add mod">
          <ac:chgData name="Jonathan Ouimet" userId="0fe588a783aebd4e" providerId="LiveId" clId="{F263983E-E3C2-4CAB-B7B6-624D8B914578}" dt="2024-07-25T14:00:22.079" v="3809" actId="1035"/>
          <ac:spMkLst>
            <pc:docMk/>
            <pc:sldMk cId="45613831" sldId="630"/>
            <ac:spMk id="33" creationId="{83187A55-14EC-998D-5F45-79F6428CBCD1}"/>
          </ac:spMkLst>
        </pc:spChg>
        <pc:spChg chg="add mod">
          <ac:chgData name="Jonathan Ouimet" userId="0fe588a783aebd4e" providerId="LiveId" clId="{F263983E-E3C2-4CAB-B7B6-624D8B914578}" dt="2024-07-25T14:00:28.487" v="3810" actId="1037"/>
          <ac:spMkLst>
            <pc:docMk/>
            <pc:sldMk cId="45613831" sldId="630"/>
            <ac:spMk id="34" creationId="{7A505ECB-E653-E65E-FC2C-A508522C5794}"/>
          </ac:spMkLst>
        </pc:spChg>
        <pc:spChg chg="add mod">
          <ac:chgData name="Jonathan Ouimet" userId="0fe588a783aebd4e" providerId="LiveId" clId="{F263983E-E3C2-4CAB-B7B6-624D8B914578}" dt="2024-07-25T14:00:04.747" v="3791" actId="1037"/>
          <ac:spMkLst>
            <pc:docMk/>
            <pc:sldMk cId="45613831" sldId="630"/>
            <ac:spMk id="35" creationId="{549B7DBB-122B-E792-FF27-B182623A0A30}"/>
          </ac:spMkLst>
        </pc:spChg>
        <pc:spChg chg="add mod">
          <ac:chgData name="Jonathan Ouimet" userId="0fe588a783aebd4e" providerId="LiveId" clId="{F263983E-E3C2-4CAB-B7B6-624D8B914578}" dt="2024-07-25T14:00:08.576" v="3793" actId="1037"/>
          <ac:spMkLst>
            <pc:docMk/>
            <pc:sldMk cId="45613831" sldId="630"/>
            <ac:spMk id="36" creationId="{D8F3216C-4C89-2251-F3E6-D410EB85B8FA}"/>
          </ac:spMkLst>
        </pc:spChg>
        <pc:picChg chg="del">
          <ac:chgData name="Jonathan Ouimet" userId="0fe588a783aebd4e" providerId="LiveId" clId="{F263983E-E3C2-4CAB-B7B6-624D8B914578}" dt="2024-07-25T13:33:58.774" v="2324" actId="478"/>
          <ac:picMkLst>
            <pc:docMk/>
            <pc:sldMk cId="45613831" sldId="630"/>
            <ac:picMk id="7" creationId="{FE943223-EEE6-A9C9-2898-3780DCDA380F}"/>
          </ac:picMkLst>
        </pc:picChg>
        <pc:picChg chg="add mod">
          <ac:chgData name="Jonathan Ouimet" userId="0fe588a783aebd4e" providerId="LiveId" clId="{F263983E-E3C2-4CAB-B7B6-624D8B914578}" dt="2024-07-25T13:42:57.824" v="2577" actId="1076"/>
          <ac:picMkLst>
            <pc:docMk/>
            <pc:sldMk cId="45613831" sldId="630"/>
            <ac:picMk id="13" creationId="{E35F2C61-4EF9-8FF3-6434-18919E542377}"/>
          </ac:picMkLst>
        </pc:picChg>
        <pc:picChg chg="del mod">
          <ac:chgData name="Jonathan Ouimet" userId="0fe588a783aebd4e" providerId="LiveId" clId="{F263983E-E3C2-4CAB-B7B6-624D8B914578}" dt="2024-07-25T13:33:58.274" v="2323" actId="478"/>
          <ac:picMkLst>
            <pc:docMk/>
            <pc:sldMk cId="45613831" sldId="630"/>
            <ac:picMk id="14" creationId="{2273CD43-B150-2791-D711-8AEF07145603}"/>
          </ac:picMkLst>
        </pc:picChg>
        <pc:picChg chg="del">
          <ac:chgData name="Jonathan Ouimet" userId="0fe588a783aebd4e" providerId="LiveId" clId="{F263983E-E3C2-4CAB-B7B6-624D8B914578}" dt="2024-07-25T13:33:57.602" v="2321" actId="478"/>
          <ac:picMkLst>
            <pc:docMk/>
            <pc:sldMk cId="45613831" sldId="630"/>
            <ac:picMk id="16" creationId="{99C49295-7CEF-AE16-74DC-17B1D907754A}"/>
          </ac:picMkLst>
        </pc:picChg>
        <pc:picChg chg="add mod">
          <ac:chgData name="Jonathan Ouimet" userId="0fe588a783aebd4e" providerId="LiveId" clId="{F263983E-E3C2-4CAB-B7B6-624D8B914578}" dt="2024-07-25T13:43:04.716" v="2582" actId="1076"/>
          <ac:picMkLst>
            <pc:docMk/>
            <pc:sldMk cId="45613831" sldId="630"/>
            <ac:picMk id="19" creationId="{D6B16DBA-C9BC-DE07-335D-3E998583FA13}"/>
          </ac:picMkLst>
        </pc:picChg>
        <pc:picChg chg="del mod">
          <ac:chgData name="Jonathan Ouimet" userId="0fe588a783aebd4e" providerId="LiveId" clId="{F263983E-E3C2-4CAB-B7B6-624D8B914578}" dt="2024-07-25T13:33:56.571" v="2319" actId="478"/>
          <ac:picMkLst>
            <pc:docMk/>
            <pc:sldMk cId="45613831" sldId="630"/>
            <ac:picMk id="27" creationId="{8F9E633B-40D3-4A0F-FFD4-A146E5DCC677}"/>
          </ac:picMkLst>
        </pc:picChg>
        <pc:picChg chg="del">
          <ac:chgData name="Jonathan Ouimet" userId="0fe588a783aebd4e" providerId="LiveId" clId="{F263983E-E3C2-4CAB-B7B6-624D8B914578}" dt="2024-07-25T13:33:57.102" v="2320" actId="478"/>
          <ac:picMkLst>
            <pc:docMk/>
            <pc:sldMk cId="45613831" sldId="630"/>
            <ac:picMk id="29" creationId="{C54DB924-80AA-1B9D-2DC3-3E8FA0BECB13}"/>
          </ac:picMkLst>
        </pc:picChg>
        <pc:picChg chg="del">
          <ac:chgData name="Jonathan Ouimet" userId="0fe588a783aebd4e" providerId="LiveId" clId="{F263983E-E3C2-4CAB-B7B6-624D8B914578}" dt="2024-07-25T13:33:56.086" v="2317" actId="478"/>
          <ac:picMkLst>
            <pc:docMk/>
            <pc:sldMk cId="45613831" sldId="630"/>
            <ac:picMk id="31" creationId="{8F8E09A7-D79F-1EAD-04AA-333738EBDD0C}"/>
          </ac:picMkLst>
        </pc:picChg>
        <pc:cxnChg chg="del">
          <ac:chgData name="Jonathan Ouimet" userId="0fe588a783aebd4e" providerId="LiveId" clId="{F263983E-E3C2-4CAB-B7B6-624D8B914578}" dt="2024-07-25T13:34:01.900" v="2325" actId="478"/>
          <ac:cxnSpMkLst>
            <pc:docMk/>
            <pc:sldMk cId="45613831" sldId="630"/>
            <ac:cxnSpMk id="6" creationId="{6085CD99-733B-E46C-6DA9-1C4BDCAED6EF}"/>
          </ac:cxnSpMkLst>
        </pc:cxnChg>
        <pc:cxnChg chg="del">
          <ac:chgData name="Jonathan Ouimet" userId="0fe588a783aebd4e" providerId="LiveId" clId="{F263983E-E3C2-4CAB-B7B6-624D8B914578}" dt="2024-07-25T13:34:01.900" v="2325" actId="478"/>
          <ac:cxnSpMkLst>
            <pc:docMk/>
            <pc:sldMk cId="45613831" sldId="630"/>
            <ac:cxnSpMk id="9" creationId="{D8EF5207-026B-CA22-C23F-EF5AC7DC5E3F}"/>
          </ac:cxnSpMkLst>
        </pc:cxnChg>
        <pc:cxnChg chg="del">
          <ac:chgData name="Jonathan Ouimet" userId="0fe588a783aebd4e" providerId="LiveId" clId="{F263983E-E3C2-4CAB-B7B6-624D8B914578}" dt="2024-07-25T13:34:01.900" v="2325" actId="478"/>
          <ac:cxnSpMkLst>
            <pc:docMk/>
            <pc:sldMk cId="45613831" sldId="630"/>
            <ac:cxnSpMk id="11" creationId="{9946BEFB-B6A4-CA4B-16B6-6653C3A0FD0C}"/>
          </ac:cxnSpMkLst>
        </pc:cxnChg>
        <pc:cxnChg chg="del">
          <ac:chgData name="Jonathan Ouimet" userId="0fe588a783aebd4e" providerId="LiveId" clId="{F263983E-E3C2-4CAB-B7B6-624D8B914578}" dt="2024-07-25T13:34:01.900" v="2325" actId="478"/>
          <ac:cxnSpMkLst>
            <pc:docMk/>
            <pc:sldMk cId="45613831" sldId="630"/>
            <ac:cxnSpMk id="15" creationId="{6F0CE604-919D-583A-9F20-EF84AC799C75}"/>
          </ac:cxnSpMkLst>
        </pc:cxnChg>
      </pc:sldChg>
      <pc:sldChg chg="add del">
        <pc:chgData name="Jonathan Ouimet" userId="0fe588a783aebd4e" providerId="LiveId" clId="{F263983E-E3C2-4CAB-B7B6-624D8B914578}" dt="2024-07-25T15:22:53.108" v="3813" actId="47"/>
        <pc:sldMkLst>
          <pc:docMk/>
          <pc:sldMk cId="1571140266" sldId="631"/>
        </pc:sldMkLst>
      </pc:sldChg>
      <pc:sldChg chg="addSp delSp modSp add mod">
        <pc:chgData name="Jonathan Ouimet" userId="0fe588a783aebd4e" providerId="LiveId" clId="{F263983E-E3C2-4CAB-B7B6-624D8B914578}" dt="2024-07-25T15:40:33.880" v="4600" actId="20577"/>
        <pc:sldMkLst>
          <pc:docMk/>
          <pc:sldMk cId="1796035367" sldId="631"/>
        </pc:sldMkLst>
        <pc:spChg chg="del">
          <ac:chgData name="Jonathan Ouimet" userId="0fe588a783aebd4e" providerId="LiveId" clId="{F263983E-E3C2-4CAB-B7B6-624D8B914578}" dt="2024-07-25T15:31:58.356" v="4210" actId="478"/>
          <ac:spMkLst>
            <pc:docMk/>
            <pc:sldMk cId="1796035367" sldId="631"/>
            <ac:spMk id="7" creationId="{DE23A1D6-2D8B-BAA0-B989-C0BEF038D22E}"/>
          </ac:spMkLst>
        </pc:spChg>
        <pc:spChg chg="mod">
          <ac:chgData name="Jonathan Ouimet" userId="0fe588a783aebd4e" providerId="LiveId" clId="{F263983E-E3C2-4CAB-B7B6-624D8B914578}" dt="2024-07-25T15:40:33.880" v="4600" actId="20577"/>
          <ac:spMkLst>
            <pc:docMk/>
            <pc:sldMk cId="1796035367" sldId="631"/>
            <ac:spMk id="9" creationId="{E5F2EC67-8BCF-6D14-1AB2-A5D45B8A7030}"/>
          </ac:spMkLst>
        </pc:spChg>
        <pc:spChg chg="del">
          <ac:chgData name="Jonathan Ouimet" userId="0fe588a783aebd4e" providerId="LiveId" clId="{F263983E-E3C2-4CAB-B7B6-624D8B914578}" dt="2024-07-25T15:31:58.356" v="4210" actId="478"/>
          <ac:spMkLst>
            <pc:docMk/>
            <pc:sldMk cId="1796035367" sldId="631"/>
            <ac:spMk id="10" creationId="{584665F5-F90C-879D-FCFC-7C4C93A33917}"/>
          </ac:spMkLst>
        </pc:spChg>
        <pc:spChg chg="del mod">
          <ac:chgData name="Jonathan Ouimet" userId="0fe588a783aebd4e" providerId="LiveId" clId="{F263983E-E3C2-4CAB-B7B6-624D8B914578}" dt="2024-07-25T15:33:27.734" v="4356"/>
          <ac:spMkLst>
            <pc:docMk/>
            <pc:sldMk cId="1796035367" sldId="631"/>
            <ac:spMk id="11" creationId="{8BA8A61E-C0D2-B2F0-5040-6145B8ABEC03}"/>
          </ac:spMkLst>
        </pc:spChg>
        <pc:spChg chg="add mod">
          <ac:chgData name="Jonathan Ouimet" userId="0fe588a783aebd4e" providerId="LiveId" clId="{F263983E-E3C2-4CAB-B7B6-624D8B914578}" dt="2024-07-25T15:34:56.450" v="4577" actId="1076"/>
          <ac:spMkLst>
            <pc:docMk/>
            <pc:sldMk cId="1796035367" sldId="631"/>
            <ac:spMk id="13" creationId="{F525E8D4-D357-912F-7BDE-F15114DA975A}"/>
          </ac:spMkLst>
        </pc:spChg>
        <pc:graphicFrameChg chg="del">
          <ac:chgData name="Jonathan Ouimet" userId="0fe588a783aebd4e" providerId="LiveId" clId="{F263983E-E3C2-4CAB-B7B6-624D8B914578}" dt="2024-07-25T15:31:58.356" v="4210" actId="478"/>
          <ac:graphicFrameMkLst>
            <pc:docMk/>
            <pc:sldMk cId="1796035367" sldId="631"/>
            <ac:graphicFrameMk id="3" creationId="{1362324F-E195-4E93-A1EA-8CE4054787F2}"/>
          </ac:graphicFrameMkLst>
        </pc:graphicFrameChg>
        <pc:picChg chg="add mod">
          <ac:chgData name="Jonathan Ouimet" userId="0fe588a783aebd4e" providerId="LiveId" clId="{F263983E-E3C2-4CAB-B7B6-624D8B914578}" dt="2024-07-25T15:33:25.125" v="4353" actId="1076"/>
          <ac:picMkLst>
            <pc:docMk/>
            <pc:sldMk cId="1796035367" sldId="631"/>
            <ac:picMk id="8" creationId="{89C81325-0BDC-3368-14FD-0F4EA1D1AC61}"/>
          </ac:picMkLst>
        </pc:picChg>
        <pc:picChg chg="mod">
          <ac:chgData name="Jonathan Ouimet" userId="0fe588a783aebd4e" providerId="LiveId" clId="{F263983E-E3C2-4CAB-B7B6-624D8B914578}" dt="2024-07-25T15:33:23.343" v="4352" actId="1076"/>
          <ac:picMkLst>
            <pc:docMk/>
            <pc:sldMk cId="1796035367" sldId="631"/>
            <ac:picMk id="12" creationId="{3B9FC400-B924-38B9-0C01-8A66B4D44807}"/>
          </ac:picMkLst>
        </pc:picChg>
      </pc:sldChg>
      <pc:sldChg chg="addSp delSp modSp add mod ord modAnim">
        <pc:chgData name="Jonathan Ouimet" userId="0fe588a783aebd4e" providerId="LiveId" clId="{F263983E-E3C2-4CAB-B7B6-624D8B914578}" dt="2024-07-25T15:49:50.811" v="5371" actId="20577"/>
        <pc:sldMkLst>
          <pc:docMk/>
          <pc:sldMk cId="82263609" sldId="632"/>
        </pc:sldMkLst>
        <pc:spChg chg="add mod">
          <ac:chgData name="Jonathan Ouimet" userId="0fe588a783aebd4e" providerId="LiveId" clId="{F263983E-E3C2-4CAB-B7B6-624D8B914578}" dt="2024-07-25T15:45:39.232" v="4765" actId="1037"/>
          <ac:spMkLst>
            <pc:docMk/>
            <pc:sldMk cId="82263609" sldId="632"/>
            <ac:spMk id="6" creationId="{958C5967-47EC-3389-7407-0DC00617EC2E}"/>
          </ac:spMkLst>
        </pc:spChg>
        <pc:spChg chg="del">
          <ac:chgData name="Jonathan Ouimet" userId="0fe588a783aebd4e" providerId="LiveId" clId="{F263983E-E3C2-4CAB-B7B6-624D8B914578}" dt="2024-07-25T15:40:47.274" v="4603" actId="478"/>
          <ac:spMkLst>
            <pc:docMk/>
            <pc:sldMk cId="82263609" sldId="632"/>
            <ac:spMk id="7" creationId="{DE23A1D6-2D8B-BAA0-B989-C0BEF038D22E}"/>
          </ac:spMkLst>
        </pc:spChg>
        <pc:spChg chg="mod">
          <ac:chgData name="Jonathan Ouimet" userId="0fe588a783aebd4e" providerId="LiveId" clId="{F263983E-E3C2-4CAB-B7B6-624D8B914578}" dt="2024-07-25T15:42:00.631" v="4699" actId="1076"/>
          <ac:spMkLst>
            <pc:docMk/>
            <pc:sldMk cId="82263609" sldId="632"/>
            <ac:spMk id="9" creationId="{E5F2EC67-8BCF-6D14-1AB2-A5D45B8A7030}"/>
          </ac:spMkLst>
        </pc:spChg>
        <pc:spChg chg="del">
          <ac:chgData name="Jonathan Ouimet" userId="0fe588a783aebd4e" providerId="LiveId" clId="{F263983E-E3C2-4CAB-B7B6-624D8B914578}" dt="2024-07-25T15:40:45.539" v="4602" actId="478"/>
          <ac:spMkLst>
            <pc:docMk/>
            <pc:sldMk cId="82263609" sldId="632"/>
            <ac:spMk id="10" creationId="{584665F5-F90C-879D-FCFC-7C4C93A33917}"/>
          </ac:spMkLst>
        </pc:spChg>
        <pc:spChg chg="del">
          <ac:chgData name="Jonathan Ouimet" userId="0fe588a783aebd4e" providerId="LiveId" clId="{F263983E-E3C2-4CAB-B7B6-624D8B914578}" dt="2024-07-25T15:40:44.055" v="4601" actId="478"/>
          <ac:spMkLst>
            <pc:docMk/>
            <pc:sldMk cId="82263609" sldId="632"/>
            <ac:spMk id="11" creationId="{8BA8A61E-C0D2-B2F0-5040-6145B8ABEC03}"/>
          </ac:spMkLst>
        </pc:spChg>
        <pc:spChg chg="add mod">
          <ac:chgData name="Jonathan Ouimet" userId="0fe588a783aebd4e" providerId="LiveId" clId="{F263983E-E3C2-4CAB-B7B6-624D8B914578}" dt="2024-07-25T15:49:50.811" v="5371" actId="20577"/>
          <ac:spMkLst>
            <pc:docMk/>
            <pc:sldMk cId="82263609" sldId="632"/>
            <ac:spMk id="14" creationId="{653DC4B1-7E91-2C8C-EB19-9F092EDF6BE1}"/>
          </ac:spMkLst>
        </pc:spChg>
        <pc:graphicFrameChg chg="mod">
          <ac:chgData name="Jonathan Ouimet" userId="0fe588a783aebd4e" providerId="LiveId" clId="{F263983E-E3C2-4CAB-B7B6-624D8B914578}" dt="2024-07-25T15:45:39.232" v="4765" actId="1037"/>
          <ac:graphicFrameMkLst>
            <pc:docMk/>
            <pc:sldMk cId="82263609" sldId="632"/>
            <ac:graphicFrameMk id="3" creationId="{1362324F-E195-4E93-A1EA-8CE4054787F2}"/>
          </ac:graphicFrameMkLst>
        </pc:graphicFrameChg>
        <pc:graphicFrameChg chg="add mod">
          <ac:chgData name="Jonathan Ouimet" userId="0fe588a783aebd4e" providerId="LiveId" clId="{F263983E-E3C2-4CAB-B7B6-624D8B914578}" dt="2024-07-25T15:45:39.232" v="4765" actId="1037"/>
          <ac:graphicFrameMkLst>
            <pc:docMk/>
            <pc:sldMk cId="82263609" sldId="632"/>
            <ac:graphicFrameMk id="8" creationId="{EC5D4C68-594C-4D02-A152-10F3552DB86C}"/>
          </ac:graphicFrameMkLst>
        </pc:graphicFrameChg>
        <pc:graphicFrameChg chg="add mod">
          <ac:chgData name="Jonathan Ouimet" userId="0fe588a783aebd4e" providerId="LiveId" clId="{F263983E-E3C2-4CAB-B7B6-624D8B914578}" dt="2024-07-25T15:45:39.232" v="4765" actId="1037"/>
          <ac:graphicFrameMkLst>
            <pc:docMk/>
            <pc:sldMk cId="82263609" sldId="632"/>
            <ac:graphicFrameMk id="12" creationId="{200E9DC5-689D-4422-A6CC-995A09CB84D7}"/>
          </ac:graphicFrameMkLst>
        </pc:graphicFrameChg>
        <pc:graphicFrameChg chg="mod">
          <ac:chgData name="Jonathan Ouimet" userId="0fe588a783aebd4e" providerId="LiveId" clId="{F263983E-E3C2-4CAB-B7B6-624D8B914578}" dt="2024-07-25T15:45:39.232" v="4765" actId="1037"/>
          <ac:graphicFrameMkLst>
            <pc:docMk/>
            <pc:sldMk cId="82263609" sldId="632"/>
            <ac:graphicFrameMk id="13" creationId="{D9782205-B7BA-40FB-A6DC-675D4D2EC3C8}"/>
          </ac:graphicFrameMkLst>
        </pc:graphicFrame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file:///C:\Users\ouime\OneDrive\Documents\Jonathan%20Ouimet\University%20of%20Notre%20Dame\Research%20Projects\Diafiltration\Multicomponent\Post%20Processing.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ouime\OneDrive\Documents\Jonathan%20Ouimet\University%20of%20Notre%20Dame\Research%20Projects\Diafiltration\Multicomponent\Post%20Processing.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ouime\OneDrive\Documents\Jonathan%20Ouimet\University%20of%20Notre%20Dame\Research%20Projects\Diafiltration\Multicomponent\Post%20Processing.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ouime\OneDrive\Documents\Jonathan%20Ouimet\University%20of%20Notre%20Dame\Research%20Projects\Diafiltration\Multicomponent\Post%20Processing.xlsx" TargetMode="External"/></Relationships>
</file>

<file path=ppt/charts/_rels/chart5.xml.rels><?xml version="1.0" encoding="UTF-8" standalone="yes"?>
<Relationships xmlns="http://schemas.openxmlformats.org/package/2006/relationships"><Relationship Id="rId3" Type="http://schemas.openxmlformats.org/officeDocument/2006/relationships/oleObject" Target="file:///C:\Users\ouime\OneDrive\Documents\Jonathan%20Ouimet\University%20of%20Notre%20Dame\Research%20Projects\Diafiltration\Multicomponent\Post%20Processing.xlsx" TargetMode="External"/><Relationship Id="rId2" Type="http://schemas.microsoft.com/office/2011/relationships/chartColorStyle" Target="colors1.xml"/><Relationship Id="rId1" Type="http://schemas.microsoft.com/office/2011/relationships/chartStyle" Target="style1.xml"/></Relationships>
</file>

<file path=ppt/charts/_rels/chart6.xml.rels><?xml version="1.0" encoding="UTF-8" standalone="yes"?>
<Relationships xmlns="http://schemas.openxmlformats.org/package/2006/relationships"><Relationship Id="rId3" Type="http://schemas.openxmlformats.org/officeDocument/2006/relationships/oleObject" Target="file:///C:\Users\ouime\OneDrive\Documents\Jonathan%20Ouimet\University%20of%20Notre%20Dame\Research%20Projects\Diafiltration\Multicomponent\Post%20Processing.xlsx" TargetMode="External"/><Relationship Id="rId2" Type="http://schemas.microsoft.com/office/2011/relationships/chartColorStyle" Target="colors2.xml"/><Relationship Id="rId1" Type="http://schemas.microsoft.com/office/2011/relationships/chartStyle" Target="style2.xml"/></Relationships>
</file>

<file path=ppt/charts/_rels/chart7.xml.rels><?xml version="1.0" encoding="UTF-8" standalone="yes"?>
<Relationships xmlns="http://schemas.openxmlformats.org/package/2006/relationships"><Relationship Id="rId3" Type="http://schemas.openxmlformats.org/officeDocument/2006/relationships/oleObject" Target="file:///C:\Users\ouime\OneDrive\Documents\Jonathan%20Ouimet\University%20of%20Notre%20Dame\Research%20Projects\Diafiltration\Multicomponent\Single%20Component%20-%20Post%20Processing.xlsx" TargetMode="External"/><Relationship Id="rId2" Type="http://schemas.microsoft.com/office/2011/relationships/chartColorStyle" Target="colors3.xml"/><Relationship Id="rId1" Type="http://schemas.microsoft.com/office/2011/relationships/chartStyle" Target="style3.xml"/></Relationships>
</file>

<file path=ppt/charts/_rels/chart8.xml.rels><?xml version="1.0" encoding="UTF-8" standalone="yes"?>
<Relationships xmlns="http://schemas.openxmlformats.org/package/2006/relationships"><Relationship Id="rId3" Type="http://schemas.openxmlformats.org/officeDocument/2006/relationships/oleObject" Target="file:///C:\Users\ouime\OneDrive\Documents\Jonathan%20Ouimet\University%20of%20Notre%20Dame\Research%20Projects\Diafiltration\Multicomponent\Single%20Component%20-%20Post%20Processing.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1"/>
          <c:order val="0"/>
          <c:tx>
            <c:strRef>
              <c:f>'Post Processing CaCl2'!$Q$1</c:f>
              <c:strCache>
                <c:ptCount val="1"/>
                <c:pt idx="0">
                  <c:v>NF270_MC3_071124_CaCl2</c:v>
                </c:pt>
              </c:strCache>
            </c:strRef>
          </c:tx>
          <c:spPr>
            <a:ln w="38100">
              <a:noFill/>
            </a:ln>
          </c:spPr>
          <c:marker>
            <c:symbol val="square"/>
            <c:size val="2"/>
          </c:marker>
          <c:xVal>
            <c:numRef>
              <c:f>'Post Processing CaCl2'!$AR$13:$AR$584</c:f>
              <c:numCache>
                <c:formatCode>General</c:formatCode>
                <c:ptCount val="572"/>
                <c:pt idx="0">
                  <c:v>8152.7</c:v>
                </c:pt>
                <c:pt idx="1">
                  <c:v>8155.8899999999994</c:v>
                </c:pt>
                <c:pt idx="2">
                  <c:v>8156.56</c:v>
                </c:pt>
                <c:pt idx="3">
                  <c:v>8156.67</c:v>
                </c:pt>
                <c:pt idx="4">
                  <c:v>8160.2099999999991</c:v>
                </c:pt>
                <c:pt idx="5">
                  <c:v>8163.9800000000005</c:v>
                </c:pt>
                <c:pt idx="6">
                  <c:v>8163.73</c:v>
                </c:pt>
                <c:pt idx="7">
                  <c:v>8165.6200000000008</c:v>
                </c:pt>
                <c:pt idx="8">
                  <c:v>8170.61</c:v>
                </c:pt>
                <c:pt idx="9">
                  <c:v>8168.04</c:v>
                </c:pt>
                <c:pt idx="10">
                  <c:v>8178.16</c:v>
                </c:pt>
                <c:pt idx="11">
                  <c:v>8180.9999999999991</c:v>
                </c:pt>
                <c:pt idx="12">
                  <c:v>8184.35</c:v>
                </c:pt>
                <c:pt idx="13">
                  <c:v>8184.55</c:v>
                </c:pt>
                <c:pt idx="14">
                  <c:v>8189.22</c:v>
                </c:pt>
                <c:pt idx="15">
                  <c:v>8191.63</c:v>
                </c:pt>
                <c:pt idx="16">
                  <c:v>8198.2199999999993</c:v>
                </c:pt>
                <c:pt idx="17">
                  <c:v>8191.6100000000006</c:v>
                </c:pt>
                <c:pt idx="18">
                  <c:v>8194.32</c:v>
                </c:pt>
                <c:pt idx="19">
                  <c:v>8198.0500000000011</c:v>
                </c:pt>
                <c:pt idx="20">
                  <c:v>8201.119999999999</c:v>
                </c:pt>
                <c:pt idx="21">
                  <c:v>8204.9</c:v>
                </c:pt>
                <c:pt idx="22">
                  <c:v>8208.1999999999989</c:v>
                </c:pt>
                <c:pt idx="23">
                  <c:v>8211.82</c:v>
                </c:pt>
                <c:pt idx="24">
                  <c:v>8215.33</c:v>
                </c:pt>
                <c:pt idx="25">
                  <c:v>8219.23</c:v>
                </c:pt>
                <c:pt idx="26">
                  <c:v>8222.7200000000012</c:v>
                </c:pt>
                <c:pt idx="27">
                  <c:v>8220.119999999999</c:v>
                </c:pt>
                <c:pt idx="28">
                  <c:v>8213.5700000000015</c:v>
                </c:pt>
                <c:pt idx="29">
                  <c:v>8212.630000000001</c:v>
                </c:pt>
                <c:pt idx="30">
                  <c:v>8205.92</c:v>
                </c:pt>
                <c:pt idx="31">
                  <c:v>8198.48</c:v>
                </c:pt>
                <c:pt idx="32">
                  <c:v>8198.9599999999991</c:v>
                </c:pt>
                <c:pt idx="33">
                  <c:v>8186.5199999999995</c:v>
                </c:pt>
                <c:pt idx="34">
                  <c:v>8190.0099999999993</c:v>
                </c:pt>
                <c:pt idx="35">
                  <c:v>8183.4900000000007</c:v>
                </c:pt>
                <c:pt idx="36">
                  <c:v>8161.46</c:v>
                </c:pt>
                <c:pt idx="37">
                  <c:v>8172.2400000000007</c:v>
                </c:pt>
                <c:pt idx="38">
                  <c:v>8150.2199999999993</c:v>
                </c:pt>
                <c:pt idx="39">
                  <c:v>8158.55</c:v>
                </c:pt>
                <c:pt idx="40">
                  <c:v>8137.7400000000007</c:v>
                </c:pt>
                <c:pt idx="41">
                  <c:v>8132.32</c:v>
                </c:pt>
                <c:pt idx="42">
                  <c:v>8151.99</c:v>
                </c:pt>
                <c:pt idx="43">
                  <c:v>8130.0000000000009</c:v>
                </c:pt>
                <c:pt idx="44">
                  <c:v>8124.29</c:v>
                </c:pt>
                <c:pt idx="45">
                  <c:v>8125.71</c:v>
                </c:pt>
                <c:pt idx="46">
                  <c:v>8127.53</c:v>
                </c:pt>
                <c:pt idx="47">
                  <c:v>8127.34</c:v>
                </c:pt>
                <c:pt idx="48">
                  <c:v>8117.1100000000006</c:v>
                </c:pt>
                <c:pt idx="49">
                  <c:v>8106.18</c:v>
                </c:pt>
                <c:pt idx="50">
                  <c:v>8096.19</c:v>
                </c:pt>
                <c:pt idx="51">
                  <c:v>8092.829999999999</c:v>
                </c:pt>
                <c:pt idx="52">
                  <c:v>8087.9600000000009</c:v>
                </c:pt>
                <c:pt idx="53">
                  <c:v>8082.5300000000007</c:v>
                </c:pt>
                <c:pt idx="54">
                  <c:v>8077.9599999999991</c:v>
                </c:pt>
                <c:pt idx="55">
                  <c:v>8070.5500000000011</c:v>
                </c:pt>
                <c:pt idx="56">
                  <c:v>8065.88</c:v>
                </c:pt>
                <c:pt idx="57">
                  <c:v>8058.74</c:v>
                </c:pt>
                <c:pt idx="58">
                  <c:v>8054.24</c:v>
                </c:pt>
                <c:pt idx="59">
                  <c:v>8048.37</c:v>
                </c:pt>
                <c:pt idx="60">
                  <c:v>8045.33</c:v>
                </c:pt>
                <c:pt idx="61">
                  <c:v>8049.97</c:v>
                </c:pt>
                <c:pt idx="62">
                  <c:v>8042.8899999999994</c:v>
                </c:pt>
                <c:pt idx="63">
                  <c:v>8028.2400000000007</c:v>
                </c:pt>
                <c:pt idx="64">
                  <c:v>8014.79</c:v>
                </c:pt>
                <c:pt idx="65">
                  <c:v>8007.24</c:v>
                </c:pt>
                <c:pt idx="66">
                  <c:v>8010.7599999999993</c:v>
                </c:pt>
                <c:pt idx="67">
                  <c:v>8002.2699999999995</c:v>
                </c:pt>
                <c:pt idx="68">
                  <c:v>7991.85</c:v>
                </c:pt>
                <c:pt idx="69">
                  <c:v>7999.9000000000005</c:v>
                </c:pt>
                <c:pt idx="70">
                  <c:v>8001.69</c:v>
                </c:pt>
                <c:pt idx="71">
                  <c:v>7998.31</c:v>
                </c:pt>
                <c:pt idx="72">
                  <c:v>7986.53</c:v>
                </c:pt>
                <c:pt idx="73">
                  <c:v>7963.38</c:v>
                </c:pt>
                <c:pt idx="74">
                  <c:v>7976.94</c:v>
                </c:pt>
                <c:pt idx="75">
                  <c:v>7966.1600000000008</c:v>
                </c:pt>
                <c:pt idx="76">
                  <c:v>7959.71</c:v>
                </c:pt>
                <c:pt idx="77">
                  <c:v>7949.7</c:v>
                </c:pt>
                <c:pt idx="78">
                  <c:v>7940.47</c:v>
                </c:pt>
                <c:pt idx="79">
                  <c:v>7930.82</c:v>
                </c:pt>
                <c:pt idx="80">
                  <c:v>7932.46</c:v>
                </c:pt>
                <c:pt idx="81">
                  <c:v>7919.6799999999994</c:v>
                </c:pt>
                <c:pt idx="82">
                  <c:v>7920.63</c:v>
                </c:pt>
                <c:pt idx="83">
                  <c:v>7912.4400000000005</c:v>
                </c:pt>
                <c:pt idx="84">
                  <c:v>7919.7699999999995</c:v>
                </c:pt>
                <c:pt idx="85">
                  <c:v>7907.3099999999995</c:v>
                </c:pt>
                <c:pt idx="86">
                  <c:v>7895.8</c:v>
                </c:pt>
                <c:pt idx="87">
                  <c:v>7902.21</c:v>
                </c:pt>
                <c:pt idx="88">
                  <c:v>7889.8</c:v>
                </c:pt>
                <c:pt idx="89">
                  <c:v>7884.65</c:v>
                </c:pt>
                <c:pt idx="90">
                  <c:v>7879.1</c:v>
                </c:pt>
                <c:pt idx="91">
                  <c:v>7880.18</c:v>
                </c:pt>
                <c:pt idx="92">
                  <c:v>7858.83</c:v>
                </c:pt>
                <c:pt idx="93">
                  <c:v>7854.04</c:v>
                </c:pt>
                <c:pt idx="94">
                  <c:v>7848.05</c:v>
                </c:pt>
                <c:pt idx="95">
                  <c:v>7842.64</c:v>
                </c:pt>
                <c:pt idx="96">
                  <c:v>7833.01</c:v>
                </c:pt>
                <c:pt idx="97">
                  <c:v>7844.9</c:v>
                </c:pt>
                <c:pt idx="98">
                  <c:v>7836.92</c:v>
                </c:pt>
                <c:pt idx="99">
                  <c:v>7827.61</c:v>
                </c:pt>
                <c:pt idx="100">
                  <c:v>7821.95</c:v>
                </c:pt>
                <c:pt idx="101">
                  <c:v>7802.55</c:v>
                </c:pt>
                <c:pt idx="102">
                  <c:v>7813.76</c:v>
                </c:pt>
                <c:pt idx="103">
                  <c:v>7808.27</c:v>
                </c:pt>
                <c:pt idx="104">
                  <c:v>7793.4900000000007</c:v>
                </c:pt>
                <c:pt idx="105">
                  <c:v>7794.4800000000005</c:v>
                </c:pt>
                <c:pt idx="106">
                  <c:v>7785.13</c:v>
                </c:pt>
                <c:pt idx="107">
                  <c:v>7765.61</c:v>
                </c:pt>
                <c:pt idx="108">
                  <c:v>7783.24</c:v>
                </c:pt>
                <c:pt idx="109">
                  <c:v>7765.83</c:v>
                </c:pt>
                <c:pt idx="110">
                  <c:v>7760.9000000000005</c:v>
                </c:pt>
                <c:pt idx="111">
                  <c:v>7761.3200000000006</c:v>
                </c:pt>
                <c:pt idx="112">
                  <c:v>7756.0599999999995</c:v>
                </c:pt>
                <c:pt idx="113">
                  <c:v>7753.96</c:v>
                </c:pt>
                <c:pt idx="114">
                  <c:v>7744.75</c:v>
                </c:pt>
                <c:pt idx="115">
                  <c:v>7733.4</c:v>
                </c:pt>
                <c:pt idx="116">
                  <c:v>7722.45</c:v>
                </c:pt>
                <c:pt idx="117">
                  <c:v>7721.25</c:v>
                </c:pt>
                <c:pt idx="118">
                  <c:v>7711.99</c:v>
                </c:pt>
                <c:pt idx="119">
                  <c:v>7707.89</c:v>
                </c:pt>
                <c:pt idx="120">
                  <c:v>7703.2699999999995</c:v>
                </c:pt>
                <c:pt idx="121">
                  <c:v>7699.6200000000008</c:v>
                </c:pt>
                <c:pt idx="122">
                  <c:v>7705.08</c:v>
                </c:pt>
                <c:pt idx="123">
                  <c:v>7693.9900000000007</c:v>
                </c:pt>
                <c:pt idx="124">
                  <c:v>7681.0999999999995</c:v>
                </c:pt>
                <c:pt idx="125">
                  <c:v>7674.9400000000005</c:v>
                </c:pt>
                <c:pt idx="126">
                  <c:v>7667.53</c:v>
                </c:pt>
                <c:pt idx="127">
                  <c:v>7663.56</c:v>
                </c:pt>
                <c:pt idx="128">
                  <c:v>7659.55</c:v>
                </c:pt>
                <c:pt idx="129">
                  <c:v>7652.84</c:v>
                </c:pt>
                <c:pt idx="130">
                  <c:v>7645.0300000000007</c:v>
                </c:pt>
                <c:pt idx="131">
                  <c:v>7653.61</c:v>
                </c:pt>
                <c:pt idx="132">
                  <c:v>7649.4400000000005</c:v>
                </c:pt>
                <c:pt idx="133">
                  <c:v>7644.0999999999995</c:v>
                </c:pt>
                <c:pt idx="134">
                  <c:v>7632.4</c:v>
                </c:pt>
                <c:pt idx="135">
                  <c:v>7628.73</c:v>
                </c:pt>
                <c:pt idx="136">
                  <c:v>7625.2300000000005</c:v>
                </c:pt>
                <c:pt idx="137">
                  <c:v>7622.84</c:v>
                </c:pt>
                <c:pt idx="138">
                  <c:v>7593.9</c:v>
                </c:pt>
                <c:pt idx="139">
                  <c:v>7602.83</c:v>
                </c:pt>
                <c:pt idx="140">
                  <c:v>7588.0999999999995</c:v>
                </c:pt>
                <c:pt idx="141">
                  <c:v>7600.59</c:v>
                </c:pt>
                <c:pt idx="142">
                  <c:v>7597.52</c:v>
                </c:pt>
                <c:pt idx="143">
                  <c:v>7589.84</c:v>
                </c:pt>
                <c:pt idx="144">
                  <c:v>7578.5</c:v>
                </c:pt>
                <c:pt idx="145">
                  <c:v>7581.44</c:v>
                </c:pt>
                <c:pt idx="146">
                  <c:v>7569.2199999999993</c:v>
                </c:pt>
                <c:pt idx="147">
                  <c:v>7573.8399999999992</c:v>
                </c:pt>
                <c:pt idx="148">
                  <c:v>7563.07</c:v>
                </c:pt>
                <c:pt idx="149">
                  <c:v>7562.97</c:v>
                </c:pt>
                <c:pt idx="150">
                  <c:v>7550.63</c:v>
                </c:pt>
                <c:pt idx="151">
                  <c:v>7551.74</c:v>
                </c:pt>
                <c:pt idx="152">
                  <c:v>7540.28</c:v>
                </c:pt>
                <c:pt idx="153">
                  <c:v>7535.74</c:v>
                </c:pt>
                <c:pt idx="154">
                  <c:v>7532.29</c:v>
                </c:pt>
                <c:pt idx="155">
                  <c:v>7526.5700000000006</c:v>
                </c:pt>
                <c:pt idx="156">
                  <c:v>7521.2000000000007</c:v>
                </c:pt>
                <c:pt idx="157">
                  <c:v>7517.35</c:v>
                </c:pt>
                <c:pt idx="158">
                  <c:v>7517.2</c:v>
                </c:pt>
                <c:pt idx="159">
                  <c:v>7512.06</c:v>
                </c:pt>
                <c:pt idx="160">
                  <c:v>7507.29</c:v>
                </c:pt>
                <c:pt idx="161">
                  <c:v>7488.8899999999994</c:v>
                </c:pt>
                <c:pt idx="162">
                  <c:v>7488.6</c:v>
                </c:pt>
                <c:pt idx="163">
                  <c:v>7491.6</c:v>
                </c:pt>
                <c:pt idx="164">
                  <c:v>7478.63</c:v>
                </c:pt>
                <c:pt idx="165">
                  <c:v>7477.55</c:v>
                </c:pt>
                <c:pt idx="166">
                  <c:v>7465.56</c:v>
                </c:pt>
                <c:pt idx="167">
                  <c:v>7467.22</c:v>
                </c:pt>
                <c:pt idx="168">
                  <c:v>7456.84</c:v>
                </c:pt>
                <c:pt idx="169">
                  <c:v>7462.63</c:v>
                </c:pt>
                <c:pt idx="170">
                  <c:v>7456.69</c:v>
                </c:pt>
                <c:pt idx="171">
                  <c:v>7431.73</c:v>
                </c:pt>
                <c:pt idx="172">
                  <c:v>7425.44</c:v>
                </c:pt>
                <c:pt idx="173">
                  <c:v>7423.06</c:v>
                </c:pt>
                <c:pt idx="174">
                  <c:v>7436.9800000000005</c:v>
                </c:pt>
                <c:pt idx="175">
                  <c:v>7427.5700000000006</c:v>
                </c:pt>
                <c:pt idx="176">
                  <c:v>7426.71</c:v>
                </c:pt>
                <c:pt idx="177">
                  <c:v>7424</c:v>
                </c:pt>
                <c:pt idx="178">
                  <c:v>7418.09</c:v>
                </c:pt>
                <c:pt idx="179">
                  <c:v>7408.4199999999992</c:v>
                </c:pt>
                <c:pt idx="180">
                  <c:v>7403.7699999999995</c:v>
                </c:pt>
                <c:pt idx="181">
                  <c:v>7402.78</c:v>
                </c:pt>
                <c:pt idx="182">
                  <c:v>7400.4000000000005</c:v>
                </c:pt>
                <c:pt idx="183">
                  <c:v>7397.03</c:v>
                </c:pt>
                <c:pt idx="184">
                  <c:v>7379.76</c:v>
                </c:pt>
                <c:pt idx="185">
                  <c:v>7376.2999999999993</c:v>
                </c:pt>
                <c:pt idx="186">
                  <c:v>7369.11</c:v>
                </c:pt>
                <c:pt idx="187">
                  <c:v>7366.19</c:v>
                </c:pt>
                <c:pt idx="188">
                  <c:v>7370.39</c:v>
                </c:pt>
                <c:pt idx="189">
                  <c:v>7365.33</c:v>
                </c:pt>
                <c:pt idx="190">
                  <c:v>7353.33</c:v>
                </c:pt>
                <c:pt idx="191">
                  <c:v>7350.21</c:v>
                </c:pt>
                <c:pt idx="192">
                  <c:v>7350.4</c:v>
                </c:pt>
                <c:pt idx="193">
                  <c:v>7340.12</c:v>
                </c:pt>
                <c:pt idx="194">
                  <c:v>7336</c:v>
                </c:pt>
                <c:pt idx="195">
                  <c:v>7330.92</c:v>
                </c:pt>
                <c:pt idx="196">
                  <c:v>7332.91</c:v>
                </c:pt>
                <c:pt idx="197">
                  <c:v>7320.64</c:v>
                </c:pt>
                <c:pt idx="198">
                  <c:v>7316.88</c:v>
                </c:pt>
                <c:pt idx="199">
                  <c:v>7312.52</c:v>
                </c:pt>
                <c:pt idx="200">
                  <c:v>7306.8099999999995</c:v>
                </c:pt>
                <c:pt idx="201">
                  <c:v>7309.97</c:v>
                </c:pt>
                <c:pt idx="202">
                  <c:v>7298.78</c:v>
                </c:pt>
                <c:pt idx="203">
                  <c:v>7292.4800000000005</c:v>
                </c:pt>
                <c:pt idx="204">
                  <c:v>7295.36</c:v>
                </c:pt>
                <c:pt idx="205">
                  <c:v>7275.25</c:v>
                </c:pt>
                <c:pt idx="206">
                  <c:v>7288.02</c:v>
                </c:pt>
                <c:pt idx="207">
                  <c:v>7274.6</c:v>
                </c:pt>
                <c:pt idx="208">
                  <c:v>7277.76</c:v>
                </c:pt>
                <c:pt idx="209">
                  <c:v>7275.9</c:v>
                </c:pt>
                <c:pt idx="210">
                  <c:v>7262.06</c:v>
                </c:pt>
                <c:pt idx="211">
                  <c:v>7257.4699999999993</c:v>
                </c:pt>
                <c:pt idx="212">
                  <c:v>7259.38</c:v>
                </c:pt>
                <c:pt idx="213">
                  <c:v>7249.83</c:v>
                </c:pt>
                <c:pt idx="214">
                  <c:v>7248.2800000000007</c:v>
                </c:pt>
                <c:pt idx="215">
                  <c:v>7242.05</c:v>
                </c:pt>
                <c:pt idx="216">
                  <c:v>7240</c:v>
                </c:pt>
                <c:pt idx="217">
                  <c:v>7236.9000000000005</c:v>
                </c:pt>
                <c:pt idx="218">
                  <c:v>7228.29</c:v>
                </c:pt>
                <c:pt idx="219">
                  <c:v>7229.63</c:v>
                </c:pt>
                <c:pt idx="220">
                  <c:v>7223.57</c:v>
                </c:pt>
                <c:pt idx="221">
                  <c:v>7214.24</c:v>
                </c:pt>
                <c:pt idx="222">
                  <c:v>7209.0300000000007</c:v>
                </c:pt>
                <c:pt idx="223">
                  <c:v>7206.26</c:v>
                </c:pt>
                <c:pt idx="224">
                  <c:v>7201.34</c:v>
                </c:pt>
                <c:pt idx="225">
                  <c:v>7196.87</c:v>
                </c:pt>
                <c:pt idx="226">
                  <c:v>7191.43</c:v>
                </c:pt>
                <c:pt idx="227">
                  <c:v>7190.43</c:v>
                </c:pt>
                <c:pt idx="228">
                  <c:v>7186.99</c:v>
                </c:pt>
                <c:pt idx="229">
                  <c:v>7178.5199999999995</c:v>
                </c:pt>
                <c:pt idx="230">
                  <c:v>7173.1100000000006</c:v>
                </c:pt>
                <c:pt idx="231">
                  <c:v>7167.9000000000005</c:v>
                </c:pt>
                <c:pt idx="232">
                  <c:v>7166.8399999999992</c:v>
                </c:pt>
                <c:pt idx="233">
                  <c:v>7162.99</c:v>
                </c:pt>
                <c:pt idx="234">
                  <c:v>7155.44</c:v>
                </c:pt>
                <c:pt idx="235">
                  <c:v>7153.95</c:v>
                </c:pt>
                <c:pt idx="236">
                  <c:v>7148.49</c:v>
                </c:pt>
                <c:pt idx="237">
                  <c:v>7145.8</c:v>
                </c:pt>
                <c:pt idx="238">
                  <c:v>7142.83</c:v>
                </c:pt>
                <c:pt idx="239">
                  <c:v>7136.51</c:v>
                </c:pt>
                <c:pt idx="240">
                  <c:v>7129.6799999999994</c:v>
                </c:pt>
                <c:pt idx="241">
                  <c:v>7125.0099999999993</c:v>
                </c:pt>
                <c:pt idx="242">
                  <c:v>7114.0800000000008</c:v>
                </c:pt>
                <c:pt idx="243">
                  <c:v>7111.63</c:v>
                </c:pt>
                <c:pt idx="244">
                  <c:v>7110.8399999999992</c:v>
                </c:pt>
                <c:pt idx="245">
                  <c:v>7105.7</c:v>
                </c:pt>
                <c:pt idx="246">
                  <c:v>7101.84</c:v>
                </c:pt>
                <c:pt idx="247">
                  <c:v>7100.9900000000007</c:v>
                </c:pt>
                <c:pt idx="248">
                  <c:v>7094.46</c:v>
                </c:pt>
                <c:pt idx="249">
                  <c:v>7090.8</c:v>
                </c:pt>
                <c:pt idx="250">
                  <c:v>7081.99</c:v>
                </c:pt>
                <c:pt idx="251">
                  <c:v>7083.45</c:v>
                </c:pt>
                <c:pt idx="252">
                  <c:v>7079.22</c:v>
                </c:pt>
                <c:pt idx="253">
                  <c:v>7073.44</c:v>
                </c:pt>
                <c:pt idx="254">
                  <c:v>7065.0199999999995</c:v>
                </c:pt>
                <c:pt idx="255">
                  <c:v>7061.2000000000007</c:v>
                </c:pt>
                <c:pt idx="256">
                  <c:v>7055.7699999999995</c:v>
                </c:pt>
                <c:pt idx="257">
                  <c:v>7055.18</c:v>
                </c:pt>
                <c:pt idx="258">
                  <c:v>7051.0700000000006</c:v>
                </c:pt>
                <c:pt idx="259">
                  <c:v>7045.19</c:v>
                </c:pt>
                <c:pt idx="260">
                  <c:v>7038.35</c:v>
                </c:pt>
                <c:pt idx="261">
                  <c:v>7032.78</c:v>
                </c:pt>
                <c:pt idx="262">
                  <c:v>7027.1100000000006</c:v>
                </c:pt>
                <c:pt idx="263">
                  <c:v>7025.8099999999995</c:v>
                </c:pt>
                <c:pt idx="264">
                  <c:v>7023.11</c:v>
                </c:pt>
                <c:pt idx="265">
                  <c:v>7018.23</c:v>
                </c:pt>
                <c:pt idx="266">
                  <c:v>7003.2</c:v>
                </c:pt>
                <c:pt idx="267">
                  <c:v>7009.8099999999995</c:v>
                </c:pt>
                <c:pt idx="268">
                  <c:v>7006.2</c:v>
                </c:pt>
                <c:pt idx="269">
                  <c:v>6997.81</c:v>
                </c:pt>
                <c:pt idx="270">
                  <c:v>6992.45</c:v>
                </c:pt>
                <c:pt idx="271">
                  <c:v>6985.32</c:v>
                </c:pt>
                <c:pt idx="272">
                  <c:v>6978.5899999999992</c:v>
                </c:pt>
                <c:pt idx="273">
                  <c:v>6977.4900000000007</c:v>
                </c:pt>
                <c:pt idx="274">
                  <c:v>6968.46</c:v>
                </c:pt>
                <c:pt idx="275">
                  <c:v>6971.09</c:v>
                </c:pt>
                <c:pt idx="276">
                  <c:v>6966.1</c:v>
                </c:pt>
                <c:pt idx="277">
                  <c:v>6950.9100000000008</c:v>
                </c:pt>
                <c:pt idx="278">
                  <c:v>6950.1799999999994</c:v>
                </c:pt>
                <c:pt idx="279">
                  <c:v>6963.51</c:v>
                </c:pt>
                <c:pt idx="280">
                  <c:v>6961.0599999999995</c:v>
                </c:pt>
                <c:pt idx="281">
                  <c:v>6961.14</c:v>
                </c:pt>
                <c:pt idx="282">
                  <c:v>6955.57</c:v>
                </c:pt>
                <c:pt idx="283">
                  <c:v>6960.7599999999993</c:v>
                </c:pt>
                <c:pt idx="284">
                  <c:v>6958.54</c:v>
                </c:pt>
                <c:pt idx="285">
                  <c:v>6951.91</c:v>
                </c:pt>
                <c:pt idx="286">
                  <c:v>6950.87</c:v>
                </c:pt>
                <c:pt idx="287">
                  <c:v>6951.06</c:v>
                </c:pt>
                <c:pt idx="288">
                  <c:v>6950.54</c:v>
                </c:pt>
                <c:pt idx="289">
                  <c:v>6956.7300000000005</c:v>
                </c:pt>
                <c:pt idx="290">
                  <c:v>6953.9</c:v>
                </c:pt>
                <c:pt idx="291">
                  <c:v>6940.32</c:v>
                </c:pt>
                <c:pt idx="292">
                  <c:v>6942.05</c:v>
                </c:pt>
                <c:pt idx="293">
                  <c:v>6947.6699999999992</c:v>
                </c:pt>
                <c:pt idx="294">
                  <c:v>6943.43</c:v>
                </c:pt>
                <c:pt idx="295">
                  <c:v>6938.1</c:v>
                </c:pt>
                <c:pt idx="296">
                  <c:v>6935.9400000000005</c:v>
                </c:pt>
                <c:pt idx="297">
                  <c:v>6939.3399999999992</c:v>
                </c:pt>
                <c:pt idx="298">
                  <c:v>6935.59</c:v>
                </c:pt>
                <c:pt idx="299">
                  <c:v>6931.5499999999993</c:v>
                </c:pt>
                <c:pt idx="300">
                  <c:v>6923.33</c:v>
                </c:pt>
                <c:pt idx="301">
                  <c:v>6924.9</c:v>
                </c:pt>
                <c:pt idx="302">
                  <c:v>6920.4</c:v>
                </c:pt>
                <c:pt idx="303">
                  <c:v>6921.43</c:v>
                </c:pt>
                <c:pt idx="304">
                  <c:v>6921.58</c:v>
                </c:pt>
                <c:pt idx="305">
                  <c:v>6912.66</c:v>
                </c:pt>
                <c:pt idx="306">
                  <c:v>6900.1799999999994</c:v>
                </c:pt>
                <c:pt idx="307">
                  <c:v>6905.42</c:v>
                </c:pt>
                <c:pt idx="308">
                  <c:v>6907.93</c:v>
                </c:pt>
                <c:pt idx="309">
                  <c:v>6902.71</c:v>
                </c:pt>
                <c:pt idx="310">
                  <c:v>6901.96</c:v>
                </c:pt>
                <c:pt idx="311">
                  <c:v>6896.82</c:v>
                </c:pt>
                <c:pt idx="312">
                  <c:v>6890.75</c:v>
                </c:pt>
                <c:pt idx="313">
                  <c:v>6879.7800000000007</c:v>
                </c:pt>
                <c:pt idx="314">
                  <c:v>6875.36</c:v>
                </c:pt>
                <c:pt idx="315">
                  <c:v>6877.8499999999995</c:v>
                </c:pt>
                <c:pt idx="316">
                  <c:v>6872.3</c:v>
                </c:pt>
                <c:pt idx="317">
                  <c:v>6866.25</c:v>
                </c:pt>
                <c:pt idx="318">
                  <c:v>6857.57</c:v>
                </c:pt>
                <c:pt idx="319">
                  <c:v>6853.0199999999995</c:v>
                </c:pt>
                <c:pt idx="320">
                  <c:v>6846.37</c:v>
                </c:pt>
                <c:pt idx="321">
                  <c:v>6843.24</c:v>
                </c:pt>
                <c:pt idx="322">
                  <c:v>6838.25</c:v>
                </c:pt>
                <c:pt idx="323">
                  <c:v>6833.17</c:v>
                </c:pt>
                <c:pt idx="324">
                  <c:v>6833.74</c:v>
                </c:pt>
                <c:pt idx="325">
                  <c:v>6828.7699999999995</c:v>
                </c:pt>
                <c:pt idx="326">
                  <c:v>6824.03</c:v>
                </c:pt>
                <c:pt idx="327">
                  <c:v>6815.3899999999994</c:v>
                </c:pt>
                <c:pt idx="328">
                  <c:v>6806.51</c:v>
                </c:pt>
                <c:pt idx="329">
                  <c:v>6803.04</c:v>
                </c:pt>
                <c:pt idx="330">
                  <c:v>6798.3399999999992</c:v>
                </c:pt>
                <c:pt idx="331">
                  <c:v>6793.07</c:v>
                </c:pt>
                <c:pt idx="332">
                  <c:v>6788.03</c:v>
                </c:pt>
                <c:pt idx="333">
                  <c:v>6786.7800000000007</c:v>
                </c:pt>
                <c:pt idx="334">
                  <c:v>6782.94</c:v>
                </c:pt>
                <c:pt idx="335">
                  <c:v>6774.28</c:v>
                </c:pt>
                <c:pt idx="336">
                  <c:v>6770.1500000000005</c:v>
                </c:pt>
                <c:pt idx="337">
                  <c:v>6766.6</c:v>
                </c:pt>
                <c:pt idx="338">
                  <c:v>6760.34</c:v>
                </c:pt>
                <c:pt idx="339">
                  <c:v>6756.92</c:v>
                </c:pt>
                <c:pt idx="340">
                  <c:v>6751.98</c:v>
                </c:pt>
                <c:pt idx="341">
                  <c:v>6743.8399999999992</c:v>
                </c:pt>
                <c:pt idx="342">
                  <c:v>6745.53</c:v>
                </c:pt>
                <c:pt idx="343">
                  <c:v>6722.1799999999994</c:v>
                </c:pt>
                <c:pt idx="344">
                  <c:v>6721.8600000000006</c:v>
                </c:pt>
                <c:pt idx="345">
                  <c:v>6730.53</c:v>
                </c:pt>
                <c:pt idx="346">
                  <c:v>6719.88</c:v>
                </c:pt>
                <c:pt idx="347">
                  <c:v>6716.43</c:v>
                </c:pt>
                <c:pt idx="348">
                  <c:v>6707.82</c:v>
                </c:pt>
                <c:pt idx="349">
                  <c:v>6702.71</c:v>
                </c:pt>
                <c:pt idx="350">
                  <c:v>6701.3499999999995</c:v>
                </c:pt>
                <c:pt idx="351">
                  <c:v>6697.38</c:v>
                </c:pt>
                <c:pt idx="352">
                  <c:v>6694.06</c:v>
                </c:pt>
                <c:pt idx="353">
                  <c:v>6690.1799999999994</c:v>
                </c:pt>
                <c:pt idx="354">
                  <c:v>6679.8099999999995</c:v>
                </c:pt>
                <c:pt idx="355">
                  <c:v>6681.7599999999993</c:v>
                </c:pt>
                <c:pt idx="356">
                  <c:v>6670.19</c:v>
                </c:pt>
                <c:pt idx="357">
                  <c:v>6664.94</c:v>
                </c:pt>
                <c:pt idx="358">
                  <c:v>6659.12</c:v>
                </c:pt>
                <c:pt idx="359">
                  <c:v>6656.63</c:v>
                </c:pt>
                <c:pt idx="360">
                  <c:v>6651.64</c:v>
                </c:pt>
                <c:pt idx="361">
                  <c:v>6654.87</c:v>
                </c:pt>
                <c:pt idx="362">
                  <c:v>6645.1</c:v>
                </c:pt>
                <c:pt idx="363">
                  <c:v>6644.4</c:v>
                </c:pt>
                <c:pt idx="364">
                  <c:v>6640.18</c:v>
                </c:pt>
                <c:pt idx="365">
                  <c:v>6635.3</c:v>
                </c:pt>
                <c:pt idx="366">
                  <c:v>6628.9400000000005</c:v>
                </c:pt>
                <c:pt idx="367">
                  <c:v>6619.5899999999992</c:v>
                </c:pt>
                <c:pt idx="368">
                  <c:v>6615.08</c:v>
                </c:pt>
                <c:pt idx="369">
                  <c:v>6613.1399999999994</c:v>
                </c:pt>
                <c:pt idx="370">
                  <c:v>6609.69</c:v>
                </c:pt>
                <c:pt idx="371">
                  <c:v>6604.91</c:v>
                </c:pt>
                <c:pt idx="372">
                  <c:v>6602.45</c:v>
                </c:pt>
                <c:pt idx="373">
                  <c:v>6597.8700000000008</c:v>
                </c:pt>
                <c:pt idx="374">
                  <c:v>6590.33</c:v>
                </c:pt>
                <c:pt idx="375">
                  <c:v>6584.8899999999994</c:v>
                </c:pt>
                <c:pt idx="376">
                  <c:v>6575.85</c:v>
                </c:pt>
                <c:pt idx="377">
                  <c:v>6574.22</c:v>
                </c:pt>
                <c:pt idx="378">
                  <c:v>6576.37</c:v>
                </c:pt>
                <c:pt idx="379">
                  <c:v>6563.44</c:v>
                </c:pt>
                <c:pt idx="380">
                  <c:v>6566.07</c:v>
                </c:pt>
                <c:pt idx="381">
                  <c:v>6556.68</c:v>
                </c:pt>
                <c:pt idx="382">
                  <c:v>6558.53</c:v>
                </c:pt>
                <c:pt idx="383">
                  <c:v>6545.16</c:v>
                </c:pt>
                <c:pt idx="384">
                  <c:v>6538.92</c:v>
                </c:pt>
                <c:pt idx="385">
                  <c:v>6546.48</c:v>
                </c:pt>
                <c:pt idx="386">
                  <c:v>6540.24</c:v>
                </c:pt>
                <c:pt idx="387">
                  <c:v>6530.62</c:v>
                </c:pt>
                <c:pt idx="388">
                  <c:v>6525.97</c:v>
                </c:pt>
                <c:pt idx="389">
                  <c:v>6520.04</c:v>
                </c:pt>
                <c:pt idx="390">
                  <c:v>6517.85</c:v>
                </c:pt>
                <c:pt idx="391">
                  <c:v>6519.9</c:v>
                </c:pt>
                <c:pt idx="392">
                  <c:v>6508.1100000000006</c:v>
                </c:pt>
                <c:pt idx="393">
                  <c:v>6502.3600000000006</c:v>
                </c:pt>
                <c:pt idx="394">
                  <c:v>6499.13</c:v>
                </c:pt>
                <c:pt idx="395">
                  <c:v>6495.04</c:v>
                </c:pt>
                <c:pt idx="396">
                  <c:v>6496.52</c:v>
                </c:pt>
                <c:pt idx="397">
                  <c:v>6487.26</c:v>
                </c:pt>
                <c:pt idx="398">
                  <c:v>6484.14</c:v>
                </c:pt>
                <c:pt idx="399">
                  <c:v>6487.7599999999993</c:v>
                </c:pt>
                <c:pt idx="400">
                  <c:v>6484.7400000000007</c:v>
                </c:pt>
                <c:pt idx="401">
                  <c:v>6479.5199999999995</c:v>
                </c:pt>
                <c:pt idx="402">
                  <c:v>6488.13</c:v>
                </c:pt>
                <c:pt idx="403">
                  <c:v>6487.16</c:v>
                </c:pt>
                <c:pt idx="404">
                  <c:v>6483.62</c:v>
                </c:pt>
                <c:pt idx="405">
                  <c:v>6479.2199999999993</c:v>
                </c:pt>
                <c:pt idx="406">
                  <c:v>6481.5</c:v>
                </c:pt>
                <c:pt idx="407">
                  <c:v>6482.32</c:v>
                </c:pt>
                <c:pt idx="408">
                  <c:v>6480.85</c:v>
                </c:pt>
                <c:pt idx="409">
                  <c:v>6483.18</c:v>
                </c:pt>
                <c:pt idx="410">
                  <c:v>6481.76</c:v>
                </c:pt>
                <c:pt idx="411">
                  <c:v>6471.4</c:v>
                </c:pt>
                <c:pt idx="412">
                  <c:v>6479.61</c:v>
                </c:pt>
                <c:pt idx="413">
                  <c:v>6476.38</c:v>
                </c:pt>
                <c:pt idx="414">
                  <c:v>6471.62</c:v>
                </c:pt>
                <c:pt idx="415">
                  <c:v>6468.34</c:v>
                </c:pt>
                <c:pt idx="416">
                  <c:v>6463.93</c:v>
                </c:pt>
                <c:pt idx="417">
                  <c:v>6462.43</c:v>
                </c:pt>
                <c:pt idx="418">
                  <c:v>6460.69</c:v>
                </c:pt>
                <c:pt idx="419">
                  <c:v>6459.43</c:v>
                </c:pt>
                <c:pt idx="420">
                  <c:v>6447.99</c:v>
                </c:pt>
                <c:pt idx="421">
                  <c:v>6457.06</c:v>
                </c:pt>
                <c:pt idx="422">
                  <c:v>6447.72</c:v>
                </c:pt>
                <c:pt idx="423">
                  <c:v>6444.4</c:v>
                </c:pt>
                <c:pt idx="424">
                  <c:v>6441.9500000000007</c:v>
                </c:pt>
                <c:pt idx="425">
                  <c:v>6439.3399999999992</c:v>
                </c:pt>
                <c:pt idx="426">
                  <c:v>6429.03</c:v>
                </c:pt>
                <c:pt idx="427">
                  <c:v>6426.21</c:v>
                </c:pt>
                <c:pt idx="428">
                  <c:v>6429.25</c:v>
                </c:pt>
                <c:pt idx="429">
                  <c:v>6424.36</c:v>
                </c:pt>
                <c:pt idx="430">
                  <c:v>6416.62</c:v>
                </c:pt>
                <c:pt idx="431">
                  <c:v>6417.4699999999993</c:v>
                </c:pt>
                <c:pt idx="432">
                  <c:v>6411.0300000000007</c:v>
                </c:pt>
                <c:pt idx="433">
                  <c:v>6401.99</c:v>
                </c:pt>
                <c:pt idx="434">
                  <c:v>6398.11</c:v>
                </c:pt>
                <c:pt idx="435">
                  <c:v>6395.2</c:v>
                </c:pt>
                <c:pt idx="436">
                  <c:v>6386.97</c:v>
                </c:pt>
                <c:pt idx="437">
                  <c:v>6380.25</c:v>
                </c:pt>
                <c:pt idx="438">
                  <c:v>6374.72</c:v>
                </c:pt>
                <c:pt idx="439">
                  <c:v>6378.28</c:v>
                </c:pt>
                <c:pt idx="440">
                  <c:v>6365.48</c:v>
                </c:pt>
                <c:pt idx="441">
                  <c:v>6366.37</c:v>
                </c:pt>
                <c:pt idx="442">
                  <c:v>6358.19</c:v>
                </c:pt>
                <c:pt idx="443">
                  <c:v>6357.0599999999995</c:v>
                </c:pt>
                <c:pt idx="444">
                  <c:v>6345.84</c:v>
                </c:pt>
                <c:pt idx="445">
                  <c:v>6347.0599999999995</c:v>
                </c:pt>
                <c:pt idx="446">
                  <c:v>6334.46</c:v>
                </c:pt>
                <c:pt idx="447">
                  <c:v>6330.15</c:v>
                </c:pt>
                <c:pt idx="448">
                  <c:v>6326.96</c:v>
                </c:pt>
                <c:pt idx="449">
                  <c:v>6329.58</c:v>
                </c:pt>
                <c:pt idx="450">
                  <c:v>6323.34</c:v>
                </c:pt>
                <c:pt idx="451">
                  <c:v>6319.61</c:v>
                </c:pt>
                <c:pt idx="452">
                  <c:v>6312.7000000000007</c:v>
                </c:pt>
                <c:pt idx="453">
                  <c:v>6311.62</c:v>
                </c:pt>
                <c:pt idx="454">
                  <c:v>6306.78</c:v>
                </c:pt>
                <c:pt idx="455">
                  <c:v>6301.03</c:v>
                </c:pt>
                <c:pt idx="456">
                  <c:v>6292.49</c:v>
                </c:pt>
                <c:pt idx="457">
                  <c:v>6287.38</c:v>
                </c:pt>
                <c:pt idx="458">
                  <c:v>6280.36</c:v>
                </c:pt>
                <c:pt idx="459">
                  <c:v>6278.6</c:v>
                </c:pt>
                <c:pt idx="460">
                  <c:v>6273.4800000000005</c:v>
                </c:pt>
                <c:pt idx="461">
                  <c:v>6265.19</c:v>
                </c:pt>
                <c:pt idx="462">
                  <c:v>6268.72</c:v>
                </c:pt>
                <c:pt idx="463">
                  <c:v>6257.74</c:v>
                </c:pt>
                <c:pt idx="464">
                  <c:v>6253.79</c:v>
                </c:pt>
                <c:pt idx="465">
                  <c:v>6248.46</c:v>
                </c:pt>
                <c:pt idx="466">
                  <c:v>6244.45</c:v>
                </c:pt>
                <c:pt idx="467">
                  <c:v>6240.68</c:v>
                </c:pt>
                <c:pt idx="468">
                  <c:v>6237.08</c:v>
                </c:pt>
                <c:pt idx="469">
                  <c:v>6234.54</c:v>
                </c:pt>
                <c:pt idx="470">
                  <c:v>6232.08</c:v>
                </c:pt>
                <c:pt idx="471">
                  <c:v>6225.06</c:v>
                </c:pt>
                <c:pt idx="472">
                  <c:v>6222.84</c:v>
                </c:pt>
                <c:pt idx="473">
                  <c:v>6214.93</c:v>
                </c:pt>
                <c:pt idx="474">
                  <c:v>6207.37</c:v>
                </c:pt>
                <c:pt idx="475">
                  <c:v>6207.8600000000006</c:v>
                </c:pt>
                <c:pt idx="476">
                  <c:v>6198.11</c:v>
                </c:pt>
                <c:pt idx="477">
                  <c:v>6194.2199999999993</c:v>
                </c:pt>
                <c:pt idx="478">
                  <c:v>6188.51</c:v>
                </c:pt>
                <c:pt idx="479">
                  <c:v>6189.12</c:v>
                </c:pt>
                <c:pt idx="480">
                  <c:v>6185.16</c:v>
                </c:pt>
                <c:pt idx="481">
                  <c:v>6180.79</c:v>
                </c:pt>
                <c:pt idx="482">
                  <c:v>6176.52</c:v>
                </c:pt>
                <c:pt idx="483">
                  <c:v>6165.06</c:v>
                </c:pt>
                <c:pt idx="484">
                  <c:v>6165.39</c:v>
                </c:pt>
                <c:pt idx="485">
                  <c:v>6157.0099999999993</c:v>
                </c:pt>
                <c:pt idx="486">
                  <c:v>6161.5700000000006</c:v>
                </c:pt>
                <c:pt idx="487">
                  <c:v>6153.04</c:v>
                </c:pt>
                <c:pt idx="488">
                  <c:v>6145.72</c:v>
                </c:pt>
                <c:pt idx="489">
                  <c:v>6149.99</c:v>
                </c:pt>
                <c:pt idx="490">
                  <c:v>6133.54</c:v>
                </c:pt>
                <c:pt idx="491">
                  <c:v>6134.35</c:v>
                </c:pt>
                <c:pt idx="492">
                  <c:v>6135.3</c:v>
                </c:pt>
                <c:pt idx="493">
                  <c:v>6135.98</c:v>
                </c:pt>
                <c:pt idx="494">
                  <c:v>6135.87</c:v>
                </c:pt>
                <c:pt idx="495">
                  <c:v>6139.38</c:v>
                </c:pt>
                <c:pt idx="496">
                  <c:v>6129.46</c:v>
                </c:pt>
                <c:pt idx="497">
                  <c:v>6128.78</c:v>
                </c:pt>
                <c:pt idx="498">
                  <c:v>6130.99</c:v>
                </c:pt>
                <c:pt idx="499">
                  <c:v>6135.75</c:v>
                </c:pt>
                <c:pt idx="500">
                  <c:v>6132.33</c:v>
                </c:pt>
                <c:pt idx="501">
                  <c:v>6135.39</c:v>
                </c:pt>
                <c:pt idx="502">
                  <c:v>6131.53</c:v>
                </c:pt>
                <c:pt idx="503">
                  <c:v>6130.19</c:v>
                </c:pt>
                <c:pt idx="504">
                  <c:v>6128.33</c:v>
                </c:pt>
                <c:pt idx="505">
                  <c:v>6124.3600000000006</c:v>
                </c:pt>
                <c:pt idx="506">
                  <c:v>6121.8700000000008</c:v>
                </c:pt>
                <c:pt idx="507">
                  <c:v>6123.67</c:v>
                </c:pt>
                <c:pt idx="508">
                  <c:v>6118.2</c:v>
                </c:pt>
                <c:pt idx="509">
                  <c:v>6116.13</c:v>
                </c:pt>
                <c:pt idx="510">
                  <c:v>6109.9</c:v>
                </c:pt>
                <c:pt idx="511">
                  <c:v>6109.9</c:v>
                </c:pt>
                <c:pt idx="512">
                  <c:v>6109.72</c:v>
                </c:pt>
                <c:pt idx="513">
                  <c:v>6106.63</c:v>
                </c:pt>
                <c:pt idx="514">
                  <c:v>6106.54</c:v>
                </c:pt>
                <c:pt idx="515">
                  <c:v>6104.2699999999995</c:v>
                </c:pt>
                <c:pt idx="516">
                  <c:v>6092.61</c:v>
                </c:pt>
                <c:pt idx="517">
                  <c:v>6087.58</c:v>
                </c:pt>
                <c:pt idx="518">
                  <c:v>6089.9</c:v>
                </c:pt>
                <c:pt idx="519">
                  <c:v>6085.54</c:v>
                </c:pt>
                <c:pt idx="520">
                  <c:v>6078.79</c:v>
                </c:pt>
                <c:pt idx="521">
                  <c:v>6070.21</c:v>
                </c:pt>
                <c:pt idx="522">
                  <c:v>6058.22</c:v>
                </c:pt>
                <c:pt idx="523">
                  <c:v>6048.59</c:v>
                </c:pt>
                <c:pt idx="524">
                  <c:v>6041.15</c:v>
                </c:pt>
                <c:pt idx="525">
                  <c:v>6043.67</c:v>
                </c:pt>
                <c:pt idx="526">
                  <c:v>6036.27</c:v>
                </c:pt>
                <c:pt idx="527">
                  <c:v>6028.6600000000008</c:v>
                </c:pt>
                <c:pt idx="528">
                  <c:v>6023.0300000000007</c:v>
                </c:pt>
                <c:pt idx="529">
                  <c:v>6015.27</c:v>
                </c:pt>
                <c:pt idx="530">
                  <c:v>6019.4400000000005</c:v>
                </c:pt>
                <c:pt idx="531">
                  <c:v>6009.22</c:v>
                </c:pt>
                <c:pt idx="532">
                  <c:v>6007.6</c:v>
                </c:pt>
                <c:pt idx="533">
                  <c:v>6001.37</c:v>
                </c:pt>
                <c:pt idx="534">
                  <c:v>5993.04</c:v>
                </c:pt>
                <c:pt idx="535">
                  <c:v>5991.43</c:v>
                </c:pt>
                <c:pt idx="536">
                  <c:v>5985.89</c:v>
                </c:pt>
                <c:pt idx="537">
                  <c:v>5985.08</c:v>
                </c:pt>
                <c:pt idx="538">
                  <c:v>5977.9400000000005</c:v>
                </c:pt>
                <c:pt idx="539">
                  <c:v>5971.07</c:v>
                </c:pt>
                <c:pt idx="540">
                  <c:v>5968.06</c:v>
                </c:pt>
                <c:pt idx="541">
                  <c:v>5967.22</c:v>
                </c:pt>
                <c:pt idx="542">
                  <c:v>5960.46</c:v>
                </c:pt>
                <c:pt idx="543">
                  <c:v>5949.35</c:v>
                </c:pt>
                <c:pt idx="544">
                  <c:v>5945.2699999999995</c:v>
                </c:pt>
                <c:pt idx="545">
                  <c:v>5944.5499999999993</c:v>
                </c:pt>
                <c:pt idx="546">
                  <c:v>5942.25</c:v>
                </c:pt>
                <c:pt idx="547">
                  <c:v>5937.62</c:v>
                </c:pt>
                <c:pt idx="548">
                  <c:v>5928.5300000000007</c:v>
                </c:pt>
                <c:pt idx="549">
                  <c:v>5931.3</c:v>
                </c:pt>
                <c:pt idx="550">
                  <c:v>5923.08</c:v>
                </c:pt>
                <c:pt idx="551">
                  <c:v>5922.38</c:v>
                </c:pt>
                <c:pt idx="552">
                  <c:v>5916.76</c:v>
                </c:pt>
                <c:pt idx="553">
                  <c:v>5913.21</c:v>
                </c:pt>
                <c:pt idx="554">
                  <c:v>5909.01</c:v>
                </c:pt>
                <c:pt idx="555">
                  <c:v>5900.03</c:v>
                </c:pt>
                <c:pt idx="556">
                  <c:v>5896.6500000000005</c:v>
                </c:pt>
                <c:pt idx="557">
                  <c:v>5891.3099999999995</c:v>
                </c:pt>
                <c:pt idx="558">
                  <c:v>5890.19</c:v>
                </c:pt>
                <c:pt idx="559">
                  <c:v>5885.24</c:v>
                </c:pt>
                <c:pt idx="560">
                  <c:v>5874.5700000000006</c:v>
                </c:pt>
                <c:pt idx="561">
                  <c:v>5871.05</c:v>
                </c:pt>
                <c:pt idx="562">
                  <c:v>5873.2800000000007</c:v>
                </c:pt>
                <c:pt idx="563">
                  <c:v>5865.46</c:v>
                </c:pt>
                <c:pt idx="564">
                  <c:v>5860.3899999999994</c:v>
                </c:pt>
                <c:pt idx="565">
                  <c:v>5855.72</c:v>
                </c:pt>
                <c:pt idx="566">
                  <c:v>5850.08</c:v>
                </c:pt>
                <c:pt idx="567">
                  <c:v>5846.18</c:v>
                </c:pt>
                <c:pt idx="568">
                  <c:v>5843.48</c:v>
                </c:pt>
                <c:pt idx="569">
                  <c:v>5838.94</c:v>
                </c:pt>
                <c:pt idx="570">
                  <c:v>5833.8099999999995</c:v>
                </c:pt>
                <c:pt idx="571">
                  <c:v>5832.79</c:v>
                </c:pt>
              </c:numCache>
            </c:numRef>
          </c:xVal>
          <c:yVal>
            <c:numRef>
              <c:f>'Post Processing CaCl2'!$AS$13:$AS$584</c:f>
              <c:numCache>
                <c:formatCode>General</c:formatCode>
                <c:ptCount val="572"/>
                <c:pt idx="0">
                  <c:v>6.22</c:v>
                </c:pt>
                <c:pt idx="1">
                  <c:v>6.17</c:v>
                </c:pt>
                <c:pt idx="2">
                  <c:v>6.19</c:v>
                </c:pt>
                <c:pt idx="3">
                  <c:v>6.2</c:v>
                </c:pt>
                <c:pt idx="4">
                  <c:v>6.44</c:v>
                </c:pt>
                <c:pt idx="5">
                  <c:v>44.720000000000006</c:v>
                </c:pt>
                <c:pt idx="6">
                  <c:v>98.47</c:v>
                </c:pt>
                <c:pt idx="7">
                  <c:v>242.47</c:v>
                </c:pt>
                <c:pt idx="8">
                  <c:v>401.67</c:v>
                </c:pt>
                <c:pt idx="9">
                  <c:v>485.01</c:v>
                </c:pt>
                <c:pt idx="10">
                  <c:v>596</c:v>
                </c:pt>
                <c:pt idx="11">
                  <c:v>682.01</c:v>
                </c:pt>
                <c:pt idx="12">
                  <c:v>788.93999999999994</c:v>
                </c:pt>
                <c:pt idx="13">
                  <c:v>904.44999999999993</c:v>
                </c:pt>
                <c:pt idx="14">
                  <c:v>1007.8499999999999</c:v>
                </c:pt>
                <c:pt idx="15">
                  <c:v>1122.07</c:v>
                </c:pt>
                <c:pt idx="16">
                  <c:v>1181.72</c:v>
                </c:pt>
                <c:pt idx="17">
                  <c:v>1294.23</c:v>
                </c:pt>
                <c:pt idx="18">
                  <c:v>1398.28</c:v>
                </c:pt>
                <c:pt idx="19">
                  <c:v>1483.42</c:v>
                </c:pt>
                <c:pt idx="20">
                  <c:v>1578.8500000000001</c:v>
                </c:pt>
                <c:pt idx="21">
                  <c:v>1657.3400000000001</c:v>
                </c:pt>
                <c:pt idx="22">
                  <c:v>1741.11</c:v>
                </c:pt>
                <c:pt idx="23">
                  <c:v>1815.0900000000001</c:v>
                </c:pt>
                <c:pt idx="24">
                  <c:v>1895.38</c:v>
                </c:pt>
                <c:pt idx="25">
                  <c:v>1963.6299999999999</c:v>
                </c:pt>
                <c:pt idx="26">
                  <c:v>2048.0499999999997</c:v>
                </c:pt>
                <c:pt idx="27">
                  <c:v>2106.2199999999998</c:v>
                </c:pt>
                <c:pt idx="28">
                  <c:v>2176.92</c:v>
                </c:pt>
                <c:pt idx="29">
                  <c:v>2248.94</c:v>
                </c:pt>
                <c:pt idx="30">
                  <c:v>2312.89</c:v>
                </c:pt>
                <c:pt idx="31">
                  <c:v>2372.98</c:v>
                </c:pt>
                <c:pt idx="32">
                  <c:v>2440.5700000000002</c:v>
                </c:pt>
                <c:pt idx="33">
                  <c:v>2488.6400000000003</c:v>
                </c:pt>
                <c:pt idx="34">
                  <c:v>2555.75</c:v>
                </c:pt>
                <c:pt idx="35">
                  <c:v>2596.96</c:v>
                </c:pt>
                <c:pt idx="36">
                  <c:v>2639.57</c:v>
                </c:pt>
                <c:pt idx="37">
                  <c:v>2700.04</c:v>
                </c:pt>
                <c:pt idx="38">
                  <c:v>2743.21</c:v>
                </c:pt>
                <c:pt idx="39">
                  <c:v>2793.8</c:v>
                </c:pt>
                <c:pt idx="40">
                  <c:v>2829.89</c:v>
                </c:pt>
                <c:pt idx="41">
                  <c:v>2873.89</c:v>
                </c:pt>
                <c:pt idx="42">
                  <c:v>2944.1099999999997</c:v>
                </c:pt>
                <c:pt idx="43">
                  <c:v>2963.9500000000003</c:v>
                </c:pt>
                <c:pt idx="44">
                  <c:v>3014.69</c:v>
                </c:pt>
                <c:pt idx="45">
                  <c:v>3063.07</c:v>
                </c:pt>
                <c:pt idx="46">
                  <c:v>3107.33</c:v>
                </c:pt>
                <c:pt idx="47">
                  <c:v>3141.14</c:v>
                </c:pt>
                <c:pt idx="48">
                  <c:v>3176.25</c:v>
                </c:pt>
                <c:pt idx="49">
                  <c:v>3184.45</c:v>
                </c:pt>
                <c:pt idx="50">
                  <c:v>3220.39</c:v>
                </c:pt>
                <c:pt idx="51">
                  <c:v>3252.38</c:v>
                </c:pt>
                <c:pt idx="52">
                  <c:v>3290.12</c:v>
                </c:pt>
                <c:pt idx="53">
                  <c:v>3316.41</c:v>
                </c:pt>
                <c:pt idx="54">
                  <c:v>3351.4</c:v>
                </c:pt>
                <c:pt idx="55">
                  <c:v>3377.59</c:v>
                </c:pt>
                <c:pt idx="56">
                  <c:v>3405.44</c:v>
                </c:pt>
                <c:pt idx="57">
                  <c:v>3433.75</c:v>
                </c:pt>
                <c:pt idx="58">
                  <c:v>3458.8999999999996</c:v>
                </c:pt>
                <c:pt idx="59">
                  <c:v>3490.78</c:v>
                </c:pt>
                <c:pt idx="60">
                  <c:v>3511.6</c:v>
                </c:pt>
                <c:pt idx="61">
                  <c:v>3546.23</c:v>
                </c:pt>
                <c:pt idx="62">
                  <c:v>3540.85</c:v>
                </c:pt>
                <c:pt idx="63">
                  <c:v>3575.54</c:v>
                </c:pt>
                <c:pt idx="64">
                  <c:v>3590.31</c:v>
                </c:pt>
                <c:pt idx="65">
                  <c:v>3623.0299999999997</c:v>
                </c:pt>
                <c:pt idx="66">
                  <c:v>3642.92</c:v>
                </c:pt>
                <c:pt idx="67">
                  <c:v>3653.85</c:v>
                </c:pt>
                <c:pt idx="68">
                  <c:v>3661.5299999999997</c:v>
                </c:pt>
                <c:pt idx="69">
                  <c:v>3693.52</c:v>
                </c:pt>
                <c:pt idx="70">
                  <c:v>3714.25</c:v>
                </c:pt>
                <c:pt idx="71">
                  <c:v>3735.2</c:v>
                </c:pt>
                <c:pt idx="72">
                  <c:v>3748.1800000000003</c:v>
                </c:pt>
                <c:pt idx="73">
                  <c:v>3751.41</c:v>
                </c:pt>
                <c:pt idx="74">
                  <c:v>3787.38</c:v>
                </c:pt>
                <c:pt idx="75">
                  <c:v>3794.48</c:v>
                </c:pt>
                <c:pt idx="76">
                  <c:v>3813.75</c:v>
                </c:pt>
                <c:pt idx="77">
                  <c:v>3821.75</c:v>
                </c:pt>
                <c:pt idx="78">
                  <c:v>3837.67</c:v>
                </c:pt>
                <c:pt idx="79">
                  <c:v>3847.89</c:v>
                </c:pt>
                <c:pt idx="80">
                  <c:v>3862.85</c:v>
                </c:pt>
                <c:pt idx="81">
                  <c:v>3873.7200000000003</c:v>
                </c:pt>
                <c:pt idx="82">
                  <c:v>3889.91</c:v>
                </c:pt>
                <c:pt idx="83">
                  <c:v>3898.94</c:v>
                </c:pt>
                <c:pt idx="84">
                  <c:v>3911.87</c:v>
                </c:pt>
                <c:pt idx="85">
                  <c:v>3916.25</c:v>
                </c:pt>
                <c:pt idx="86">
                  <c:v>3912.42</c:v>
                </c:pt>
                <c:pt idx="87">
                  <c:v>3897.02</c:v>
                </c:pt>
                <c:pt idx="88">
                  <c:v>3920.83</c:v>
                </c:pt>
                <c:pt idx="89">
                  <c:v>3929.54</c:v>
                </c:pt>
                <c:pt idx="90">
                  <c:v>3936.36</c:v>
                </c:pt>
                <c:pt idx="91">
                  <c:v>3946.59</c:v>
                </c:pt>
                <c:pt idx="92">
                  <c:v>3940.39</c:v>
                </c:pt>
                <c:pt idx="93">
                  <c:v>3945.02</c:v>
                </c:pt>
                <c:pt idx="94">
                  <c:v>3951.26</c:v>
                </c:pt>
                <c:pt idx="95">
                  <c:v>3957.1299999999997</c:v>
                </c:pt>
                <c:pt idx="96">
                  <c:v>3959.67</c:v>
                </c:pt>
                <c:pt idx="97">
                  <c:v>3974.0099999999998</c:v>
                </c:pt>
                <c:pt idx="98">
                  <c:v>3982</c:v>
                </c:pt>
                <c:pt idx="99">
                  <c:v>3988.98</c:v>
                </c:pt>
                <c:pt idx="100">
                  <c:v>3987.85</c:v>
                </c:pt>
                <c:pt idx="101">
                  <c:v>3993.6600000000003</c:v>
                </c:pt>
                <c:pt idx="102">
                  <c:v>4007.0899999999997</c:v>
                </c:pt>
                <c:pt idx="103">
                  <c:v>4009.27</c:v>
                </c:pt>
                <c:pt idx="104">
                  <c:v>4003.71</c:v>
                </c:pt>
                <c:pt idx="105">
                  <c:v>4017.7699999999995</c:v>
                </c:pt>
                <c:pt idx="106">
                  <c:v>4015.55</c:v>
                </c:pt>
                <c:pt idx="107">
                  <c:v>4010.09</c:v>
                </c:pt>
                <c:pt idx="108">
                  <c:v>4030.15</c:v>
                </c:pt>
                <c:pt idx="109">
                  <c:v>4024.7900000000004</c:v>
                </c:pt>
                <c:pt idx="110">
                  <c:v>4019.71</c:v>
                </c:pt>
                <c:pt idx="111">
                  <c:v>4028.36</c:v>
                </c:pt>
                <c:pt idx="112">
                  <c:v>4030.64</c:v>
                </c:pt>
                <c:pt idx="113">
                  <c:v>4035.97</c:v>
                </c:pt>
                <c:pt idx="114">
                  <c:v>4035.97</c:v>
                </c:pt>
                <c:pt idx="115">
                  <c:v>4029.87</c:v>
                </c:pt>
                <c:pt idx="116">
                  <c:v>4035.9999999999995</c:v>
                </c:pt>
                <c:pt idx="117">
                  <c:v>4041.13</c:v>
                </c:pt>
                <c:pt idx="118">
                  <c:v>4043.85</c:v>
                </c:pt>
                <c:pt idx="119">
                  <c:v>4046.72</c:v>
                </c:pt>
                <c:pt idx="120">
                  <c:v>4047.4300000000003</c:v>
                </c:pt>
                <c:pt idx="121">
                  <c:v>4044.9400000000005</c:v>
                </c:pt>
                <c:pt idx="122">
                  <c:v>4035.6699999999996</c:v>
                </c:pt>
                <c:pt idx="123">
                  <c:v>4046.6800000000003</c:v>
                </c:pt>
                <c:pt idx="124">
                  <c:v>4040.19</c:v>
                </c:pt>
                <c:pt idx="125">
                  <c:v>4040.4900000000002</c:v>
                </c:pt>
                <c:pt idx="126">
                  <c:v>4040.1699999999996</c:v>
                </c:pt>
                <c:pt idx="127">
                  <c:v>4038.82</c:v>
                </c:pt>
                <c:pt idx="128">
                  <c:v>4038.82</c:v>
                </c:pt>
                <c:pt idx="129">
                  <c:v>4042.3</c:v>
                </c:pt>
                <c:pt idx="130">
                  <c:v>4038.05</c:v>
                </c:pt>
                <c:pt idx="131">
                  <c:v>4053.6000000000004</c:v>
                </c:pt>
                <c:pt idx="132">
                  <c:v>4053.96</c:v>
                </c:pt>
                <c:pt idx="133">
                  <c:v>4054.6300000000006</c:v>
                </c:pt>
                <c:pt idx="134">
                  <c:v>4053.28</c:v>
                </c:pt>
                <c:pt idx="135">
                  <c:v>4054.4700000000003</c:v>
                </c:pt>
                <c:pt idx="136">
                  <c:v>4053.3</c:v>
                </c:pt>
                <c:pt idx="137">
                  <c:v>4059.1499999999996</c:v>
                </c:pt>
                <c:pt idx="138">
                  <c:v>4037.65</c:v>
                </c:pt>
                <c:pt idx="139">
                  <c:v>4044.93</c:v>
                </c:pt>
                <c:pt idx="140">
                  <c:v>4041.8</c:v>
                </c:pt>
                <c:pt idx="141">
                  <c:v>4049.04</c:v>
                </c:pt>
                <c:pt idx="142">
                  <c:v>4047.9500000000003</c:v>
                </c:pt>
                <c:pt idx="143">
                  <c:v>4048.21</c:v>
                </c:pt>
                <c:pt idx="144">
                  <c:v>4042.3900000000003</c:v>
                </c:pt>
                <c:pt idx="145">
                  <c:v>4044.8599999999997</c:v>
                </c:pt>
                <c:pt idx="146">
                  <c:v>4040.2699999999995</c:v>
                </c:pt>
                <c:pt idx="147">
                  <c:v>4039.98</c:v>
                </c:pt>
                <c:pt idx="148">
                  <c:v>4043.1499999999996</c:v>
                </c:pt>
                <c:pt idx="149">
                  <c:v>4042.7999999999997</c:v>
                </c:pt>
                <c:pt idx="150">
                  <c:v>4032.32</c:v>
                </c:pt>
                <c:pt idx="151">
                  <c:v>4033.7699999999995</c:v>
                </c:pt>
                <c:pt idx="152">
                  <c:v>4030.18</c:v>
                </c:pt>
                <c:pt idx="153">
                  <c:v>4027.8600000000006</c:v>
                </c:pt>
                <c:pt idx="154">
                  <c:v>4026.3999999999996</c:v>
                </c:pt>
                <c:pt idx="155">
                  <c:v>4026.04</c:v>
                </c:pt>
                <c:pt idx="156">
                  <c:v>4024.1</c:v>
                </c:pt>
                <c:pt idx="157">
                  <c:v>4021.45</c:v>
                </c:pt>
                <c:pt idx="158">
                  <c:v>4018.4300000000003</c:v>
                </c:pt>
                <c:pt idx="159">
                  <c:v>4018.16</c:v>
                </c:pt>
                <c:pt idx="160">
                  <c:v>4014.4200000000005</c:v>
                </c:pt>
                <c:pt idx="161">
                  <c:v>3994.35</c:v>
                </c:pt>
                <c:pt idx="162">
                  <c:v>3993.08</c:v>
                </c:pt>
                <c:pt idx="163">
                  <c:v>3997.74</c:v>
                </c:pt>
                <c:pt idx="164">
                  <c:v>3995.97</c:v>
                </c:pt>
                <c:pt idx="165">
                  <c:v>3992.6400000000003</c:v>
                </c:pt>
                <c:pt idx="166">
                  <c:v>3990.58</c:v>
                </c:pt>
                <c:pt idx="167">
                  <c:v>3993.5</c:v>
                </c:pt>
                <c:pt idx="168">
                  <c:v>3992.57</c:v>
                </c:pt>
                <c:pt idx="169">
                  <c:v>3991.2200000000003</c:v>
                </c:pt>
                <c:pt idx="170">
                  <c:v>3970.91</c:v>
                </c:pt>
                <c:pt idx="171">
                  <c:v>3975.39</c:v>
                </c:pt>
                <c:pt idx="172">
                  <c:v>3964.75</c:v>
                </c:pt>
                <c:pt idx="173">
                  <c:v>3962.43</c:v>
                </c:pt>
                <c:pt idx="174">
                  <c:v>3973.32</c:v>
                </c:pt>
                <c:pt idx="175">
                  <c:v>3972.36</c:v>
                </c:pt>
                <c:pt idx="176">
                  <c:v>3975.7799999999997</c:v>
                </c:pt>
                <c:pt idx="177">
                  <c:v>3974.8100000000004</c:v>
                </c:pt>
                <c:pt idx="178">
                  <c:v>3973.14</c:v>
                </c:pt>
                <c:pt idx="179">
                  <c:v>3963.76</c:v>
                </c:pt>
                <c:pt idx="180">
                  <c:v>3963.13</c:v>
                </c:pt>
                <c:pt idx="181">
                  <c:v>3962.91</c:v>
                </c:pt>
                <c:pt idx="182">
                  <c:v>3959.4</c:v>
                </c:pt>
                <c:pt idx="183">
                  <c:v>3958.6899999999996</c:v>
                </c:pt>
                <c:pt idx="184">
                  <c:v>3950.7599999999998</c:v>
                </c:pt>
                <c:pt idx="185">
                  <c:v>3950.67</c:v>
                </c:pt>
                <c:pt idx="186">
                  <c:v>3950.4</c:v>
                </c:pt>
                <c:pt idx="187">
                  <c:v>3948.4300000000003</c:v>
                </c:pt>
                <c:pt idx="188">
                  <c:v>3922.5099999999998</c:v>
                </c:pt>
                <c:pt idx="189">
                  <c:v>3950.52</c:v>
                </c:pt>
                <c:pt idx="190">
                  <c:v>3940.66</c:v>
                </c:pt>
                <c:pt idx="191">
                  <c:v>3934.71</c:v>
                </c:pt>
                <c:pt idx="192">
                  <c:v>3929.96</c:v>
                </c:pt>
                <c:pt idx="193">
                  <c:v>3921.08</c:v>
                </c:pt>
                <c:pt idx="194">
                  <c:v>3918.27</c:v>
                </c:pt>
                <c:pt idx="195">
                  <c:v>3918.58</c:v>
                </c:pt>
                <c:pt idx="196">
                  <c:v>3924.47</c:v>
                </c:pt>
                <c:pt idx="197">
                  <c:v>3921.79</c:v>
                </c:pt>
                <c:pt idx="198">
                  <c:v>3916.5800000000004</c:v>
                </c:pt>
                <c:pt idx="199">
                  <c:v>3917.41</c:v>
                </c:pt>
                <c:pt idx="200">
                  <c:v>3909.56</c:v>
                </c:pt>
                <c:pt idx="201">
                  <c:v>3912.42</c:v>
                </c:pt>
                <c:pt idx="202">
                  <c:v>3902.34</c:v>
                </c:pt>
                <c:pt idx="203">
                  <c:v>3899.01</c:v>
                </c:pt>
                <c:pt idx="204">
                  <c:v>3907.14</c:v>
                </c:pt>
                <c:pt idx="205">
                  <c:v>3891.15</c:v>
                </c:pt>
                <c:pt idx="206">
                  <c:v>3890.75</c:v>
                </c:pt>
                <c:pt idx="207">
                  <c:v>3886.81</c:v>
                </c:pt>
                <c:pt idx="208">
                  <c:v>3891.7099999999996</c:v>
                </c:pt>
                <c:pt idx="209">
                  <c:v>3887.87</c:v>
                </c:pt>
                <c:pt idx="210">
                  <c:v>3880.71</c:v>
                </c:pt>
                <c:pt idx="211">
                  <c:v>3880.3999999999996</c:v>
                </c:pt>
                <c:pt idx="212">
                  <c:v>3883.31</c:v>
                </c:pt>
                <c:pt idx="213">
                  <c:v>3879.94</c:v>
                </c:pt>
                <c:pt idx="214">
                  <c:v>3882.23</c:v>
                </c:pt>
                <c:pt idx="215">
                  <c:v>3877.0600000000004</c:v>
                </c:pt>
                <c:pt idx="216">
                  <c:v>3874.7</c:v>
                </c:pt>
                <c:pt idx="217">
                  <c:v>3874.86</c:v>
                </c:pt>
                <c:pt idx="218">
                  <c:v>3868.14</c:v>
                </c:pt>
                <c:pt idx="219">
                  <c:v>3863.78</c:v>
                </c:pt>
                <c:pt idx="220">
                  <c:v>3862.06</c:v>
                </c:pt>
                <c:pt idx="221">
                  <c:v>3853.51</c:v>
                </c:pt>
                <c:pt idx="222">
                  <c:v>3850.52</c:v>
                </c:pt>
                <c:pt idx="223">
                  <c:v>3845.5499999999997</c:v>
                </c:pt>
                <c:pt idx="224">
                  <c:v>3839.2</c:v>
                </c:pt>
                <c:pt idx="225">
                  <c:v>3832.1200000000003</c:v>
                </c:pt>
                <c:pt idx="226">
                  <c:v>3829.43</c:v>
                </c:pt>
                <c:pt idx="227">
                  <c:v>3823.99</c:v>
                </c:pt>
                <c:pt idx="228">
                  <c:v>3812.62</c:v>
                </c:pt>
                <c:pt idx="229">
                  <c:v>3821</c:v>
                </c:pt>
                <c:pt idx="230">
                  <c:v>3821.5</c:v>
                </c:pt>
                <c:pt idx="231">
                  <c:v>3818.5</c:v>
                </c:pt>
                <c:pt idx="232">
                  <c:v>3820.73</c:v>
                </c:pt>
                <c:pt idx="233">
                  <c:v>3819.09</c:v>
                </c:pt>
                <c:pt idx="234">
                  <c:v>3818.2999999999997</c:v>
                </c:pt>
                <c:pt idx="235">
                  <c:v>3812.77</c:v>
                </c:pt>
                <c:pt idx="236">
                  <c:v>3805.25</c:v>
                </c:pt>
                <c:pt idx="237">
                  <c:v>3799.08</c:v>
                </c:pt>
                <c:pt idx="238">
                  <c:v>3793.13</c:v>
                </c:pt>
                <c:pt idx="239">
                  <c:v>3789.87</c:v>
                </c:pt>
                <c:pt idx="240">
                  <c:v>3787.61</c:v>
                </c:pt>
                <c:pt idx="241">
                  <c:v>3786.37</c:v>
                </c:pt>
                <c:pt idx="242">
                  <c:v>3780.1</c:v>
                </c:pt>
                <c:pt idx="243">
                  <c:v>3779.17</c:v>
                </c:pt>
                <c:pt idx="244">
                  <c:v>3776.21</c:v>
                </c:pt>
                <c:pt idx="245">
                  <c:v>3773.6299999999997</c:v>
                </c:pt>
                <c:pt idx="246">
                  <c:v>3770.19</c:v>
                </c:pt>
                <c:pt idx="247">
                  <c:v>3767.81</c:v>
                </c:pt>
                <c:pt idx="248">
                  <c:v>3765.5699999999997</c:v>
                </c:pt>
                <c:pt idx="249">
                  <c:v>3762.14</c:v>
                </c:pt>
                <c:pt idx="250">
                  <c:v>3758.15</c:v>
                </c:pt>
                <c:pt idx="251">
                  <c:v>3761.02</c:v>
                </c:pt>
                <c:pt idx="252">
                  <c:v>3756.7200000000003</c:v>
                </c:pt>
                <c:pt idx="253">
                  <c:v>3756.5</c:v>
                </c:pt>
                <c:pt idx="254">
                  <c:v>3752.4</c:v>
                </c:pt>
                <c:pt idx="255">
                  <c:v>3748.26</c:v>
                </c:pt>
                <c:pt idx="256">
                  <c:v>3743.63</c:v>
                </c:pt>
                <c:pt idx="257">
                  <c:v>3739.16</c:v>
                </c:pt>
                <c:pt idx="258">
                  <c:v>3738.87</c:v>
                </c:pt>
                <c:pt idx="259">
                  <c:v>3735.3399999999997</c:v>
                </c:pt>
                <c:pt idx="260">
                  <c:v>3729.34</c:v>
                </c:pt>
                <c:pt idx="261">
                  <c:v>3725.1400000000003</c:v>
                </c:pt>
                <c:pt idx="262">
                  <c:v>3719.77</c:v>
                </c:pt>
                <c:pt idx="263">
                  <c:v>3720.06</c:v>
                </c:pt>
                <c:pt idx="264">
                  <c:v>3717.98</c:v>
                </c:pt>
                <c:pt idx="265">
                  <c:v>3714.9700000000003</c:v>
                </c:pt>
                <c:pt idx="266">
                  <c:v>3701.26</c:v>
                </c:pt>
                <c:pt idx="267">
                  <c:v>3699.7</c:v>
                </c:pt>
                <c:pt idx="268">
                  <c:v>3700.27</c:v>
                </c:pt>
                <c:pt idx="269">
                  <c:v>3693.63</c:v>
                </c:pt>
                <c:pt idx="270">
                  <c:v>3689.2999999999997</c:v>
                </c:pt>
                <c:pt idx="271">
                  <c:v>3688.19</c:v>
                </c:pt>
                <c:pt idx="272">
                  <c:v>3679.78</c:v>
                </c:pt>
                <c:pt idx="273">
                  <c:v>3681.71</c:v>
                </c:pt>
                <c:pt idx="274">
                  <c:v>3673.4</c:v>
                </c:pt>
                <c:pt idx="275">
                  <c:v>3669.0299999999997</c:v>
                </c:pt>
                <c:pt idx="276">
                  <c:v>3672.3599999999997</c:v>
                </c:pt>
                <c:pt idx="277">
                  <c:v>3654.44</c:v>
                </c:pt>
                <c:pt idx="278">
                  <c:v>3652.1</c:v>
                </c:pt>
                <c:pt idx="279">
                  <c:v>3657.81</c:v>
                </c:pt>
                <c:pt idx="280">
                  <c:v>3652.61</c:v>
                </c:pt>
                <c:pt idx="281">
                  <c:v>3650.98</c:v>
                </c:pt>
                <c:pt idx="282">
                  <c:v>3646.3199999999997</c:v>
                </c:pt>
                <c:pt idx="283">
                  <c:v>3649.33</c:v>
                </c:pt>
                <c:pt idx="284">
                  <c:v>3646.74</c:v>
                </c:pt>
                <c:pt idx="285">
                  <c:v>3640.29</c:v>
                </c:pt>
                <c:pt idx="286">
                  <c:v>3645.35</c:v>
                </c:pt>
                <c:pt idx="287">
                  <c:v>3646.69</c:v>
                </c:pt>
                <c:pt idx="288">
                  <c:v>3643.4500000000003</c:v>
                </c:pt>
                <c:pt idx="289">
                  <c:v>3646.7000000000003</c:v>
                </c:pt>
                <c:pt idx="290">
                  <c:v>3641.4300000000003</c:v>
                </c:pt>
                <c:pt idx="291">
                  <c:v>3630.38</c:v>
                </c:pt>
                <c:pt idx="292">
                  <c:v>3627.26</c:v>
                </c:pt>
                <c:pt idx="293">
                  <c:v>3626.95</c:v>
                </c:pt>
                <c:pt idx="294">
                  <c:v>3620.13</c:v>
                </c:pt>
                <c:pt idx="295">
                  <c:v>3620</c:v>
                </c:pt>
                <c:pt idx="296">
                  <c:v>3615.0699999999997</c:v>
                </c:pt>
                <c:pt idx="297">
                  <c:v>3619.2700000000004</c:v>
                </c:pt>
                <c:pt idx="298">
                  <c:v>3619.56</c:v>
                </c:pt>
                <c:pt idx="299">
                  <c:v>3619.19</c:v>
                </c:pt>
                <c:pt idx="300">
                  <c:v>3612.55</c:v>
                </c:pt>
                <c:pt idx="301">
                  <c:v>3616.0299999999997</c:v>
                </c:pt>
                <c:pt idx="302">
                  <c:v>3611.7400000000002</c:v>
                </c:pt>
                <c:pt idx="303">
                  <c:v>3613.76</c:v>
                </c:pt>
                <c:pt idx="304">
                  <c:v>3610.69</c:v>
                </c:pt>
                <c:pt idx="305">
                  <c:v>3608.93</c:v>
                </c:pt>
                <c:pt idx="306">
                  <c:v>3602.9900000000002</c:v>
                </c:pt>
                <c:pt idx="307">
                  <c:v>3615.65</c:v>
                </c:pt>
                <c:pt idx="308">
                  <c:v>3616.29</c:v>
                </c:pt>
                <c:pt idx="309">
                  <c:v>3610.58</c:v>
                </c:pt>
                <c:pt idx="310">
                  <c:v>3611.92</c:v>
                </c:pt>
                <c:pt idx="311">
                  <c:v>3611.42</c:v>
                </c:pt>
                <c:pt idx="312">
                  <c:v>3610.5499999999997</c:v>
                </c:pt>
                <c:pt idx="313">
                  <c:v>3604.02</c:v>
                </c:pt>
                <c:pt idx="314">
                  <c:v>3602.32</c:v>
                </c:pt>
                <c:pt idx="315">
                  <c:v>3604.4700000000003</c:v>
                </c:pt>
                <c:pt idx="316">
                  <c:v>3602.2</c:v>
                </c:pt>
                <c:pt idx="317">
                  <c:v>3595.77</c:v>
                </c:pt>
                <c:pt idx="318">
                  <c:v>3589.75</c:v>
                </c:pt>
                <c:pt idx="319">
                  <c:v>3587.56</c:v>
                </c:pt>
                <c:pt idx="320">
                  <c:v>3589.08</c:v>
                </c:pt>
                <c:pt idx="321">
                  <c:v>3588.75</c:v>
                </c:pt>
                <c:pt idx="322">
                  <c:v>3586.75</c:v>
                </c:pt>
                <c:pt idx="323">
                  <c:v>3585.09</c:v>
                </c:pt>
                <c:pt idx="324">
                  <c:v>3586.95</c:v>
                </c:pt>
                <c:pt idx="325">
                  <c:v>3586.2400000000002</c:v>
                </c:pt>
                <c:pt idx="326">
                  <c:v>3575.8</c:v>
                </c:pt>
                <c:pt idx="327">
                  <c:v>3577.75</c:v>
                </c:pt>
                <c:pt idx="328">
                  <c:v>3577.46</c:v>
                </c:pt>
                <c:pt idx="329">
                  <c:v>3573.76</c:v>
                </c:pt>
                <c:pt idx="330">
                  <c:v>3573.02</c:v>
                </c:pt>
                <c:pt idx="331">
                  <c:v>3571.3599999999997</c:v>
                </c:pt>
                <c:pt idx="332">
                  <c:v>3566.79</c:v>
                </c:pt>
                <c:pt idx="333">
                  <c:v>3561.96</c:v>
                </c:pt>
                <c:pt idx="334">
                  <c:v>3543.52</c:v>
                </c:pt>
                <c:pt idx="335">
                  <c:v>3556.4</c:v>
                </c:pt>
                <c:pt idx="336">
                  <c:v>3553.3100000000004</c:v>
                </c:pt>
                <c:pt idx="337">
                  <c:v>3551.23</c:v>
                </c:pt>
                <c:pt idx="338">
                  <c:v>3550.05</c:v>
                </c:pt>
                <c:pt idx="339">
                  <c:v>3547.91</c:v>
                </c:pt>
                <c:pt idx="340">
                  <c:v>3541.9700000000003</c:v>
                </c:pt>
                <c:pt idx="341">
                  <c:v>3539.77</c:v>
                </c:pt>
                <c:pt idx="342">
                  <c:v>3543.83</c:v>
                </c:pt>
                <c:pt idx="343">
                  <c:v>3530.58</c:v>
                </c:pt>
                <c:pt idx="344">
                  <c:v>3528.02</c:v>
                </c:pt>
                <c:pt idx="345">
                  <c:v>3533.73</c:v>
                </c:pt>
                <c:pt idx="346">
                  <c:v>3532.85</c:v>
                </c:pt>
                <c:pt idx="347">
                  <c:v>3531.59</c:v>
                </c:pt>
                <c:pt idx="348">
                  <c:v>3524.9</c:v>
                </c:pt>
                <c:pt idx="349">
                  <c:v>3522.59</c:v>
                </c:pt>
                <c:pt idx="350">
                  <c:v>3520.63</c:v>
                </c:pt>
                <c:pt idx="351">
                  <c:v>3517.36</c:v>
                </c:pt>
                <c:pt idx="352">
                  <c:v>3518.8</c:v>
                </c:pt>
                <c:pt idx="353">
                  <c:v>3501.52</c:v>
                </c:pt>
                <c:pt idx="354">
                  <c:v>3511.7799999999997</c:v>
                </c:pt>
                <c:pt idx="355">
                  <c:v>3511.01</c:v>
                </c:pt>
                <c:pt idx="356">
                  <c:v>3503.3599999999997</c:v>
                </c:pt>
                <c:pt idx="357">
                  <c:v>3498.56</c:v>
                </c:pt>
                <c:pt idx="358">
                  <c:v>3496.75</c:v>
                </c:pt>
                <c:pt idx="359">
                  <c:v>3494.26</c:v>
                </c:pt>
                <c:pt idx="360">
                  <c:v>3491.28</c:v>
                </c:pt>
                <c:pt idx="361">
                  <c:v>3495.58</c:v>
                </c:pt>
                <c:pt idx="362">
                  <c:v>3489.1899999999996</c:v>
                </c:pt>
                <c:pt idx="363">
                  <c:v>3487.4900000000002</c:v>
                </c:pt>
                <c:pt idx="364">
                  <c:v>3484.79</c:v>
                </c:pt>
                <c:pt idx="365">
                  <c:v>3478.7400000000002</c:v>
                </c:pt>
                <c:pt idx="366">
                  <c:v>3477.5</c:v>
                </c:pt>
                <c:pt idx="367">
                  <c:v>3473.42</c:v>
                </c:pt>
                <c:pt idx="368">
                  <c:v>3465.33</c:v>
                </c:pt>
                <c:pt idx="369">
                  <c:v>3466.66</c:v>
                </c:pt>
                <c:pt idx="370">
                  <c:v>3462.88</c:v>
                </c:pt>
                <c:pt idx="371">
                  <c:v>3446.02</c:v>
                </c:pt>
                <c:pt idx="372">
                  <c:v>3454.6899999999996</c:v>
                </c:pt>
                <c:pt idx="373">
                  <c:v>3456.77</c:v>
                </c:pt>
                <c:pt idx="374">
                  <c:v>3453.84</c:v>
                </c:pt>
                <c:pt idx="375">
                  <c:v>3449.7</c:v>
                </c:pt>
                <c:pt idx="376">
                  <c:v>3443.6200000000003</c:v>
                </c:pt>
                <c:pt idx="377">
                  <c:v>3442.06</c:v>
                </c:pt>
                <c:pt idx="378">
                  <c:v>3446.1</c:v>
                </c:pt>
                <c:pt idx="379">
                  <c:v>3442.29</c:v>
                </c:pt>
                <c:pt idx="380">
                  <c:v>3445</c:v>
                </c:pt>
                <c:pt idx="381">
                  <c:v>3439.5600000000004</c:v>
                </c:pt>
                <c:pt idx="382">
                  <c:v>3436.51</c:v>
                </c:pt>
                <c:pt idx="383">
                  <c:v>3433.54</c:v>
                </c:pt>
                <c:pt idx="384">
                  <c:v>3429.1200000000003</c:v>
                </c:pt>
                <c:pt idx="385">
                  <c:v>3429.9300000000003</c:v>
                </c:pt>
                <c:pt idx="386">
                  <c:v>3422.7400000000002</c:v>
                </c:pt>
                <c:pt idx="387">
                  <c:v>3422.4199999999996</c:v>
                </c:pt>
                <c:pt idx="388">
                  <c:v>3417.3399999999997</c:v>
                </c:pt>
                <c:pt idx="389">
                  <c:v>3415.74</c:v>
                </c:pt>
                <c:pt idx="390">
                  <c:v>3411.66</c:v>
                </c:pt>
                <c:pt idx="391">
                  <c:v>3414.97</c:v>
                </c:pt>
                <c:pt idx="392">
                  <c:v>3408.3100000000004</c:v>
                </c:pt>
                <c:pt idx="393">
                  <c:v>3404.4</c:v>
                </c:pt>
                <c:pt idx="394">
                  <c:v>3401.31</c:v>
                </c:pt>
                <c:pt idx="395">
                  <c:v>3397.09</c:v>
                </c:pt>
                <c:pt idx="396">
                  <c:v>3392.63</c:v>
                </c:pt>
                <c:pt idx="397">
                  <c:v>3392.54</c:v>
                </c:pt>
                <c:pt idx="398">
                  <c:v>3392.42</c:v>
                </c:pt>
                <c:pt idx="399">
                  <c:v>3396.54</c:v>
                </c:pt>
                <c:pt idx="400">
                  <c:v>3392.9700000000003</c:v>
                </c:pt>
                <c:pt idx="401">
                  <c:v>3387.6</c:v>
                </c:pt>
                <c:pt idx="402">
                  <c:v>3379.06</c:v>
                </c:pt>
                <c:pt idx="403">
                  <c:v>3385.02</c:v>
                </c:pt>
                <c:pt idx="404">
                  <c:v>3380.49</c:v>
                </c:pt>
                <c:pt idx="405">
                  <c:v>3374.8399999999997</c:v>
                </c:pt>
                <c:pt idx="406">
                  <c:v>3375.15</c:v>
                </c:pt>
                <c:pt idx="407">
                  <c:v>3374.4900000000002</c:v>
                </c:pt>
                <c:pt idx="408">
                  <c:v>3367.55</c:v>
                </c:pt>
                <c:pt idx="409">
                  <c:v>3372.4500000000003</c:v>
                </c:pt>
                <c:pt idx="410">
                  <c:v>3369.9</c:v>
                </c:pt>
                <c:pt idx="411">
                  <c:v>3359.46</c:v>
                </c:pt>
                <c:pt idx="412">
                  <c:v>3363.74</c:v>
                </c:pt>
                <c:pt idx="413">
                  <c:v>3359.12</c:v>
                </c:pt>
                <c:pt idx="414">
                  <c:v>3353.2000000000003</c:v>
                </c:pt>
                <c:pt idx="415">
                  <c:v>3345.43</c:v>
                </c:pt>
                <c:pt idx="416">
                  <c:v>3346.33</c:v>
                </c:pt>
                <c:pt idx="417">
                  <c:v>3340.04</c:v>
                </c:pt>
                <c:pt idx="418">
                  <c:v>3336.9</c:v>
                </c:pt>
                <c:pt idx="419">
                  <c:v>3336.14</c:v>
                </c:pt>
                <c:pt idx="420">
                  <c:v>3329.06</c:v>
                </c:pt>
                <c:pt idx="421">
                  <c:v>3333.38</c:v>
                </c:pt>
                <c:pt idx="422">
                  <c:v>3327.03</c:v>
                </c:pt>
                <c:pt idx="423">
                  <c:v>3324.5499999999997</c:v>
                </c:pt>
                <c:pt idx="424">
                  <c:v>3321.77</c:v>
                </c:pt>
                <c:pt idx="425">
                  <c:v>3320.1</c:v>
                </c:pt>
                <c:pt idx="426">
                  <c:v>3315.3700000000003</c:v>
                </c:pt>
                <c:pt idx="427">
                  <c:v>3317.12</c:v>
                </c:pt>
                <c:pt idx="428">
                  <c:v>3318.8399999999997</c:v>
                </c:pt>
                <c:pt idx="429">
                  <c:v>3324.3999999999996</c:v>
                </c:pt>
                <c:pt idx="430">
                  <c:v>3324.5499999999997</c:v>
                </c:pt>
                <c:pt idx="431">
                  <c:v>3322.53</c:v>
                </c:pt>
                <c:pt idx="432">
                  <c:v>3318.8300000000004</c:v>
                </c:pt>
                <c:pt idx="433">
                  <c:v>3310.3799999999997</c:v>
                </c:pt>
                <c:pt idx="434">
                  <c:v>3305.8399999999997</c:v>
                </c:pt>
                <c:pt idx="435">
                  <c:v>3304.59</c:v>
                </c:pt>
                <c:pt idx="436">
                  <c:v>3299.66</c:v>
                </c:pt>
                <c:pt idx="437">
                  <c:v>3297.3599999999997</c:v>
                </c:pt>
                <c:pt idx="438">
                  <c:v>3298.68</c:v>
                </c:pt>
                <c:pt idx="439">
                  <c:v>3301.88</c:v>
                </c:pt>
                <c:pt idx="440">
                  <c:v>3301.1400000000003</c:v>
                </c:pt>
                <c:pt idx="441">
                  <c:v>3302.15</c:v>
                </c:pt>
                <c:pt idx="442">
                  <c:v>3298.08</c:v>
                </c:pt>
                <c:pt idx="443">
                  <c:v>3300.62</c:v>
                </c:pt>
                <c:pt idx="444">
                  <c:v>3290.46</c:v>
                </c:pt>
                <c:pt idx="445">
                  <c:v>3295.7000000000003</c:v>
                </c:pt>
                <c:pt idx="446">
                  <c:v>3285.44</c:v>
                </c:pt>
                <c:pt idx="447">
                  <c:v>3283.9</c:v>
                </c:pt>
                <c:pt idx="448">
                  <c:v>3283.7900000000004</c:v>
                </c:pt>
                <c:pt idx="449">
                  <c:v>3288.7599999999998</c:v>
                </c:pt>
                <c:pt idx="450">
                  <c:v>3285.23</c:v>
                </c:pt>
                <c:pt idx="451">
                  <c:v>3280.9300000000003</c:v>
                </c:pt>
                <c:pt idx="452">
                  <c:v>3271.31</c:v>
                </c:pt>
                <c:pt idx="453">
                  <c:v>3272.35</c:v>
                </c:pt>
                <c:pt idx="454">
                  <c:v>3270.96</c:v>
                </c:pt>
                <c:pt idx="455">
                  <c:v>3267.5299999999997</c:v>
                </c:pt>
                <c:pt idx="456">
                  <c:v>3264.5</c:v>
                </c:pt>
                <c:pt idx="457">
                  <c:v>3262.14</c:v>
                </c:pt>
                <c:pt idx="458">
                  <c:v>3259.4500000000003</c:v>
                </c:pt>
                <c:pt idx="459">
                  <c:v>3257.64</c:v>
                </c:pt>
                <c:pt idx="460">
                  <c:v>3257.06</c:v>
                </c:pt>
                <c:pt idx="461">
                  <c:v>3250.84</c:v>
                </c:pt>
                <c:pt idx="462">
                  <c:v>3253.75</c:v>
                </c:pt>
                <c:pt idx="463">
                  <c:v>3249.32</c:v>
                </c:pt>
                <c:pt idx="464">
                  <c:v>3249.96</c:v>
                </c:pt>
                <c:pt idx="465">
                  <c:v>3249.1400000000003</c:v>
                </c:pt>
                <c:pt idx="466">
                  <c:v>3249.18</c:v>
                </c:pt>
                <c:pt idx="467">
                  <c:v>3250.85</c:v>
                </c:pt>
                <c:pt idx="468">
                  <c:v>3245.76</c:v>
                </c:pt>
                <c:pt idx="469">
                  <c:v>3245.8</c:v>
                </c:pt>
                <c:pt idx="470">
                  <c:v>3240.14</c:v>
                </c:pt>
                <c:pt idx="471">
                  <c:v>3244.86</c:v>
                </c:pt>
                <c:pt idx="472">
                  <c:v>3240.3900000000003</c:v>
                </c:pt>
                <c:pt idx="473">
                  <c:v>3237.37</c:v>
                </c:pt>
                <c:pt idx="474">
                  <c:v>3229.21</c:v>
                </c:pt>
                <c:pt idx="475">
                  <c:v>3225.31</c:v>
                </c:pt>
                <c:pt idx="476">
                  <c:v>3220.2099999999996</c:v>
                </c:pt>
                <c:pt idx="477">
                  <c:v>3215.71</c:v>
                </c:pt>
                <c:pt idx="478">
                  <c:v>3215.0099999999998</c:v>
                </c:pt>
                <c:pt idx="479">
                  <c:v>3214.4300000000003</c:v>
                </c:pt>
                <c:pt idx="480">
                  <c:v>3212.98</c:v>
                </c:pt>
                <c:pt idx="481">
                  <c:v>3207.68</c:v>
                </c:pt>
                <c:pt idx="482">
                  <c:v>3205.87</c:v>
                </c:pt>
                <c:pt idx="483">
                  <c:v>3196.26</c:v>
                </c:pt>
                <c:pt idx="484">
                  <c:v>3197.5600000000004</c:v>
                </c:pt>
                <c:pt idx="485">
                  <c:v>3200.02</c:v>
                </c:pt>
                <c:pt idx="486">
                  <c:v>3193.8</c:v>
                </c:pt>
                <c:pt idx="487">
                  <c:v>3195.0099999999998</c:v>
                </c:pt>
                <c:pt idx="488">
                  <c:v>3192.54</c:v>
                </c:pt>
                <c:pt idx="489">
                  <c:v>3191.2</c:v>
                </c:pt>
                <c:pt idx="490">
                  <c:v>3186.1000000000004</c:v>
                </c:pt>
                <c:pt idx="491">
                  <c:v>3183.3300000000004</c:v>
                </c:pt>
                <c:pt idx="492">
                  <c:v>3182.23</c:v>
                </c:pt>
                <c:pt idx="493">
                  <c:v>3180.05</c:v>
                </c:pt>
                <c:pt idx="494">
                  <c:v>3177.93</c:v>
                </c:pt>
                <c:pt idx="495">
                  <c:v>3178.2</c:v>
                </c:pt>
                <c:pt idx="496">
                  <c:v>3165.99</c:v>
                </c:pt>
                <c:pt idx="497">
                  <c:v>3163.48</c:v>
                </c:pt>
                <c:pt idx="498">
                  <c:v>3156.2999999999997</c:v>
                </c:pt>
                <c:pt idx="499">
                  <c:v>3162.9100000000003</c:v>
                </c:pt>
                <c:pt idx="500">
                  <c:v>3156.7799999999997</c:v>
                </c:pt>
                <c:pt idx="501">
                  <c:v>3157.56</c:v>
                </c:pt>
                <c:pt idx="502">
                  <c:v>3155.81</c:v>
                </c:pt>
                <c:pt idx="503">
                  <c:v>3154.12</c:v>
                </c:pt>
                <c:pt idx="504">
                  <c:v>3149.9199999999996</c:v>
                </c:pt>
                <c:pt idx="505">
                  <c:v>3143.85</c:v>
                </c:pt>
                <c:pt idx="506">
                  <c:v>3143.31</c:v>
                </c:pt>
                <c:pt idx="507">
                  <c:v>3144.93</c:v>
                </c:pt>
                <c:pt idx="508">
                  <c:v>3141.8599999999997</c:v>
                </c:pt>
                <c:pt idx="509">
                  <c:v>3139.56</c:v>
                </c:pt>
                <c:pt idx="510">
                  <c:v>3136.96</c:v>
                </c:pt>
                <c:pt idx="511">
                  <c:v>3138.84</c:v>
                </c:pt>
                <c:pt idx="512">
                  <c:v>3137.69</c:v>
                </c:pt>
                <c:pt idx="513">
                  <c:v>3129.4900000000002</c:v>
                </c:pt>
                <c:pt idx="514">
                  <c:v>3129.4</c:v>
                </c:pt>
                <c:pt idx="515">
                  <c:v>3133.3</c:v>
                </c:pt>
                <c:pt idx="516">
                  <c:v>3125.57</c:v>
                </c:pt>
                <c:pt idx="517">
                  <c:v>3122.63</c:v>
                </c:pt>
                <c:pt idx="518">
                  <c:v>3126.47</c:v>
                </c:pt>
                <c:pt idx="519">
                  <c:v>3128.34</c:v>
                </c:pt>
                <c:pt idx="520">
                  <c:v>3127.16</c:v>
                </c:pt>
                <c:pt idx="521">
                  <c:v>3125.84</c:v>
                </c:pt>
                <c:pt idx="522">
                  <c:v>3121.4900000000002</c:v>
                </c:pt>
                <c:pt idx="523">
                  <c:v>3117.1000000000004</c:v>
                </c:pt>
                <c:pt idx="524">
                  <c:v>3115.77</c:v>
                </c:pt>
                <c:pt idx="525">
                  <c:v>3117.94</c:v>
                </c:pt>
                <c:pt idx="526">
                  <c:v>3116.28</c:v>
                </c:pt>
                <c:pt idx="527">
                  <c:v>3111.21</c:v>
                </c:pt>
                <c:pt idx="528">
                  <c:v>3109.0499999999997</c:v>
                </c:pt>
                <c:pt idx="529">
                  <c:v>3107.94</c:v>
                </c:pt>
                <c:pt idx="530">
                  <c:v>3108.76</c:v>
                </c:pt>
                <c:pt idx="531">
                  <c:v>3103.84</c:v>
                </c:pt>
                <c:pt idx="532">
                  <c:v>3106.11</c:v>
                </c:pt>
                <c:pt idx="533">
                  <c:v>3105.34</c:v>
                </c:pt>
                <c:pt idx="534">
                  <c:v>3104.96</c:v>
                </c:pt>
                <c:pt idx="535">
                  <c:v>3103.62</c:v>
                </c:pt>
                <c:pt idx="536">
                  <c:v>3102.83</c:v>
                </c:pt>
                <c:pt idx="537">
                  <c:v>3103.33</c:v>
                </c:pt>
                <c:pt idx="538">
                  <c:v>3099.84</c:v>
                </c:pt>
                <c:pt idx="539">
                  <c:v>3097.2400000000002</c:v>
                </c:pt>
                <c:pt idx="540">
                  <c:v>3091.9900000000002</c:v>
                </c:pt>
                <c:pt idx="541">
                  <c:v>3090.6</c:v>
                </c:pt>
                <c:pt idx="542">
                  <c:v>3085.6499999999996</c:v>
                </c:pt>
                <c:pt idx="543">
                  <c:v>3080.8399999999997</c:v>
                </c:pt>
                <c:pt idx="544">
                  <c:v>3077.51</c:v>
                </c:pt>
                <c:pt idx="545">
                  <c:v>3078.3900000000003</c:v>
                </c:pt>
                <c:pt idx="546">
                  <c:v>3076.02</c:v>
                </c:pt>
                <c:pt idx="547">
                  <c:v>3072.6</c:v>
                </c:pt>
                <c:pt idx="548">
                  <c:v>3065.29</c:v>
                </c:pt>
                <c:pt idx="549">
                  <c:v>3071.04</c:v>
                </c:pt>
                <c:pt idx="550">
                  <c:v>3065.12</c:v>
                </c:pt>
                <c:pt idx="551">
                  <c:v>3060.2200000000003</c:v>
                </c:pt>
                <c:pt idx="552">
                  <c:v>3056.55</c:v>
                </c:pt>
                <c:pt idx="553">
                  <c:v>3054.92</c:v>
                </c:pt>
                <c:pt idx="554">
                  <c:v>3054.56</c:v>
                </c:pt>
                <c:pt idx="555">
                  <c:v>3052.29</c:v>
                </c:pt>
                <c:pt idx="556">
                  <c:v>3052.3199999999997</c:v>
                </c:pt>
                <c:pt idx="557">
                  <c:v>3047.56</c:v>
                </c:pt>
                <c:pt idx="558">
                  <c:v>3041.66</c:v>
                </c:pt>
                <c:pt idx="559">
                  <c:v>3038.27</c:v>
                </c:pt>
                <c:pt idx="560">
                  <c:v>3031.21</c:v>
                </c:pt>
                <c:pt idx="561">
                  <c:v>3030.48</c:v>
                </c:pt>
                <c:pt idx="562">
                  <c:v>3010.0600000000004</c:v>
                </c:pt>
                <c:pt idx="563">
                  <c:v>3032.84</c:v>
                </c:pt>
                <c:pt idx="564">
                  <c:v>3029.87</c:v>
                </c:pt>
                <c:pt idx="565">
                  <c:v>3027.21</c:v>
                </c:pt>
                <c:pt idx="566">
                  <c:v>3023.6800000000003</c:v>
                </c:pt>
                <c:pt idx="567">
                  <c:v>3021.1</c:v>
                </c:pt>
                <c:pt idx="568">
                  <c:v>3017.7200000000003</c:v>
                </c:pt>
                <c:pt idx="569">
                  <c:v>3012.31</c:v>
                </c:pt>
                <c:pt idx="570">
                  <c:v>3009.92</c:v>
                </c:pt>
                <c:pt idx="571">
                  <c:v>3006.53</c:v>
                </c:pt>
              </c:numCache>
            </c:numRef>
          </c:yVal>
          <c:smooth val="0"/>
          <c:extLst>
            <c:ext xmlns:c16="http://schemas.microsoft.com/office/drawing/2014/chart" uri="{C3380CC4-5D6E-409C-BE32-E72D297353CC}">
              <c16:uniqueId val="{00000000-1079-45A5-8BD0-B300E665AEDC}"/>
            </c:ext>
          </c:extLst>
        </c:ser>
        <c:ser>
          <c:idx val="0"/>
          <c:order val="1"/>
          <c:tx>
            <c:strRef>
              <c:f>'Post Processing CaCl2'!$B$1</c:f>
              <c:strCache>
                <c:ptCount val="1"/>
                <c:pt idx="0">
                  <c:v>NF270_MC3_071124_CaCl2</c:v>
                </c:pt>
              </c:strCache>
            </c:strRef>
          </c:tx>
          <c:spPr>
            <a:ln w="38100" cap="rnd">
              <a:noFill/>
              <a:round/>
            </a:ln>
            <a:effectLst/>
          </c:spPr>
          <c:marker>
            <c:symbol val="circle"/>
            <c:size val="2"/>
            <c:spPr>
              <a:solidFill>
                <a:schemeClr val="accent1"/>
              </a:solidFill>
              <a:ln w="9525">
                <a:solidFill>
                  <a:schemeClr val="accent1"/>
                </a:solidFill>
              </a:ln>
              <a:effectLst/>
            </c:spPr>
          </c:marker>
          <c:xVal>
            <c:numRef>
              <c:f>'Post Processing CaCl2'!$BB$13:$BB$584</c:f>
              <c:numCache>
                <c:formatCode>General</c:formatCode>
                <c:ptCount val="572"/>
                <c:pt idx="0">
                  <c:v>8137.03</c:v>
                </c:pt>
                <c:pt idx="1">
                  <c:v>8140.82</c:v>
                </c:pt>
                <c:pt idx="2">
                  <c:v>8141.53</c:v>
                </c:pt>
                <c:pt idx="3">
                  <c:v>8143.2300000000005</c:v>
                </c:pt>
                <c:pt idx="4">
                  <c:v>8141.93</c:v>
                </c:pt>
                <c:pt idx="5">
                  <c:v>8141.55</c:v>
                </c:pt>
                <c:pt idx="6">
                  <c:v>8144.0599999999995</c:v>
                </c:pt>
                <c:pt idx="7">
                  <c:v>8146.5099999999993</c:v>
                </c:pt>
                <c:pt idx="8">
                  <c:v>8149.7100000000009</c:v>
                </c:pt>
                <c:pt idx="9">
                  <c:v>8157.7</c:v>
                </c:pt>
                <c:pt idx="10">
                  <c:v>8161.0700000000006</c:v>
                </c:pt>
                <c:pt idx="11">
                  <c:v>8162.52</c:v>
                </c:pt>
                <c:pt idx="12">
                  <c:v>8168.07</c:v>
                </c:pt>
                <c:pt idx="13">
                  <c:v>8169.7900000000009</c:v>
                </c:pt>
                <c:pt idx="14">
                  <c:v>8173.9800000000005</c:v>
                </c:pt>
                <c:pt idx="15">
                  <c:v>8177.8899999999994</c:v>
                </c:pt>
                <c:pt idx="16">
                  <c:v>8185.6799999999994</c:v>
                </c:pt>
                <c:pt idx="17">
                  <c:v>8176.76</c:v>
                </c:pt>
                <c:pt idx="18">
                  <c:v>8180.5800000000008</c:v>
                </c:pt>
                <c:pt idx="19">
                  <c:v>8184.1500000000005</c:v>
                </c:pt>
                <c:pt idx="20">
                  <c:v>8188.3499999999995</c:v>
                </c:pt>
                <c:pt idx="21">
                  <c:v>8191.9400000000005</c:v>
                </c:pt>
                <c:pt idx="22">
                  <c:v>8060.86</c:v>
                </c:pt>
                <c:pt idx="23">
                  <c:v>8055.0099999999993</c:v>
                </c:pt>
                <c:pt idx="24">
                  <c:v>8050.77</c:v>
                </c:pt>
                <c:pt idx="25">
                  <c:v>8046.78</c:v>
                </c:pt>
                <c:pt idx="26">
                  <c:v>8038.7000000000007</c:v>
                </c:pt>
                <c:pt idx="27">
                  <c:v>8034.06</c:v>
                </c:pt>
                <c:pt idx="28">
                  <c:v>8037.6399999999994</c:v>
                </c:pt>
                <c:pt idx="29">
                  <c:v>8025.49</c:v>
                </c:pt>
                <c:pt idx="30">
                  <c:v>8019.53</c:v>
                </c:pt>
                <c:pt idx="31">
                  <c:v>8015.7900000000009</c:v>
                </c:pt>
                <c:pt idx="32">
                  <c:v>8019.9800000000005</c:v>
                </c:pt>
                <c:pt idx="33">
                  <c:v>7999.2400000000007</c:v>
                </c:pt>
                <c:pt idx="34">
                  <c:v>8001.54</c:v>
                </c:pt>
                <c:pt idx="35">
                  <c:v>7991.0199999999995</c:v>
                </c:pt>
                <c:pt idx="36">
                  <c:v>7987.9800000000005</c:v>
                </c:pt>
                <c:pt idx="37">
                  <c:v>7997.75</c:v>
                </c:pt>
                <c:pt idx="38">
                  <c:v>7999.6</c:v>
                </c:pt>
                <c:pt idx="39">
                  <c:v>7977.45</c:v>
                </c:pt>
                <c:pt idx="40">
                  <c:v>7965.8600000000006</c:v>
                </c:pt>
                <c:pt idx="41">
                  <c:v>7961.79</c:v>
                </c:pt>
                <c:pt idx="42">
                  <c:v>7976.12</c:v>
                </c:pt>
                <c:pt idx="43">
                  <c:v>7965.55</c:v>
                </c:pt>
                <c:pt idx="44">
                  <c:v>7968.3200000000006</c:v>
                </c:pt>
                <c:pt idx="45">
                  <c:v>7949.72</c:v>
                </c:pt>
                <c:pt idx="46">
                  <c:v>7947.45</c:v>
                </c:pt>
                <c:pt idx="47">
                  <c:v>7948.37</c:v>
                </c:pt>
                <c:pt idx="48">
                  <c:v>7943.9000000000005</c:v>
                </c:pt>
                <c:pt idx="49">
                  <c:v>7939.8799999999992</c:v>
                </c:pt>
                <c:pt idx="50">
                  <c:v>7932.76</c:v>
                </c:pt>
                <c:pt idx="51">
                  <c:v>7928.87</c:v>
                </c:pt>
                <c:pt idx="52">
                  <c:v>7924.76</c:v>
                </c:pt>
                <c:pt idx="53">
                  <c:v>7920.05</c:v>
                </c:pt>
                <c:pt idx="54">
                  <c:v>7916.69</c:v>
                </c:pt>
                <c:pt idx="55">
                  <c:v>7911.6600000000008</c:v>
                </c:pt>
                <c:pt idx="56">
                  <c:v>7908.31</c:v>
                </c:pt>
                <c:pt idx="57">
                  <c:v>7915.2699999999995</c:v>
                </c:pt>
                <c:pt idx="58">
                  <c:v>7907.56</c:v>
                </c:pt>
                <c:pt idx="59">
                  <c:v>7902.76</c:v>
                </c:pt>
                <c:pt idx="60">
                  <c:v>7898.84</c:v>
                </c:pt>
                <c:pt idx="61">
                  <c:v>7893.42</c:v>
                </c:pt>
                <c:pt idx="62">
                  <c:v>7888.83</c:v>
                </c:pt>
                <c:pt idx="63">
                  <c:v>7885.3799999999992</c:v>
                </c:pt>
                <c:pt idx="64">
                  <c:v>7882.22</c:v>
                </c:pt>
                <c:pt idx="65">
                  <c:v>7881.9</c:v>
                </c:pt>
                <c:pt idx="66">
                  <c:v>7872.9800000000005</c:v>
                </c:pt>
                <c:pt idx="67">
                  <c:v>7869.6799999999994</c:v>
                </c:pt>
                <c:pt idx="68">
                  <c:v>7866.41</c:v>
                </c:pt>
                <c:pt idx="69">
                  <c:v>7857.12</c:v>
                </c:pt>
                <c:pt idx="70">
                  <c:v>7852.46</c:v>
                </c:pt>
                <c:pt idx="71">
                  <c:v>7849.13</c:v>
                </c:pt>
                <c:pt idx="72">
                  <c:v>7846.8499999999995</c:v>
                </c:pt>
                <c:pt idx="73">
                  <c:v>7841.34</c:v>
                </c:pt>
                <c:pt idx="74">
                  <c:v>7843.68</c:v>
                </c:pt>
                <c:pt idx="75">
                  <c:v>7840.38</c:v>
                </c:pt>
                <c:pt idx="76">
                  <c:v>7835.82</c:v>
                </c:pt>
                <c:pt idx="77">
                  <c:v>7830.2300000000005</c:v>
                </c:pt>
                <c:pt idx="78">
                  <c:v>7824.82</c:v>
                </c:pt>
                <c:pt idx="79">
                  <c:v>7824.51</c:v>
                </c:pt>
                <c:pt idx="80">
                  <c:v>7815.76</c:v>
                </c:pt>
                <c:pt idx="81">
                  <c:v>7816.34</c:v>
                </c:pt>
                <c:pt idx="82">
                  <c:v>7811.17</c:v>
                </c:pt>
                <c:pt idx="83">
                  <c:v>7805.55</c:v>
                </c:pt>
                <c:pt idx="84">
                  <c:v>7796.44</c:v>
                </c:pt>
                <c:pt idx="85">
                  <c:v>7793.89</c:v>
                </c:pt>
                <c:pt idx="86">
                  <c:v>7790.1100000000006</c:v>
                </c:pt>
                <c:pt idx="87">
                  <c:v>7785.25</c:v>
                </c:pt>
                <c:pt idx="88">
                  <c:v>7787.5300000000007</c:v>
                </c:pt>
                <c:pt idx="89">
                  <c:v>7780.71</c:v>
                </c:pt>
                <c:pt idx="90">
                  <c:v>7773.59</c:v>
                </c:pt>
                <c:pt idx="91">
                  <c:v>7769.72</c:v>
                </c:pt>
                <c:pt idx="92">
                  <c:v>7765.1500000000005</c:v>
                </c:pt>
                <c:pt idx="93">
                  <c:v>7761.66</c:v>
                </c:pt>
                <c:pt idx="94">
                  <c:v>7757.0300000000007</c:v>
                </c:pt>
                <c:pt idx="95">
                  <c:v>7756.1799999999994</c:v>
                </c:pt>
                <c:pt idx="96">
                  <c:v>7753.15</c:v>
                </c:pt>
                <c:pt idx="97">
                  <c:v>7748.52</c:v>
                </c:pt>
                <c:pt idx="98">
                  <c:v>7739.88</c:v>
                </c:pt>
                <c:pt idx="99">
                  <c:v>7735.59</c:v>
                </c:pt>
                <c:pt idx="100">
                  <c:v>7731.19</c:v>
                </c:pt>
                <c:pt idx="101">
                  <c:v>7727.2</c:v>
                </c:pt>
                <c:pt idx="102">
                  <c:v>7723.6200000000008</c:v>
                </c:pt>
                <c:pt idx="103">
                  <c:v>7717.59</c:v>
                </c:pt>
                <c:pt idx="104">
                  <c:v>7713.28</c:v>
                </c:pt>
                <c:pt idx="105">
                  <c:v>7714.8099999999995</c:v>
                </c:pt>
                <c:pt idx="106">
                  <c:v>7709.92</c:v>
                </c:pt>
                <c:pt idx="107">
                  <c:v>7699.75</c:v>
                </c:pt>
                <c:pt idx="108">
                  <c:v>7701.1500000000005</c:v>
                </c:pt>
                <c:pt idx="109">
                  <c:v>7698.0199999999995</c:v>
                </c:pt>
                <c:pt idx="110">
                  <c:v>7693.05</c:v>
                </c:pt>
                <c:pt idx="111">
                  <c:v>7682.25</c:v>
                </c:pt>
                <c:pt idx="112">
                  <c:v>7684.9100000000008</c:v>
                </c:pt>
                <c:pt idx="113">
                  <c:v>7671.34</c:v>
                </c:pt>
                <c:pt idx="114">
                  <c:v>7676.95</c:v>
                </c:pt>
                <c:pt idx="115">
                  <c:v>7671.8200000000006</c:v>
                </c:pt>
                <c:pt idx="116">
                  <c:v>7659.8899999999994</c:v>
                </c:pt>
                <c:pt idx="117">
                  <c:v>7663.08</c:v>
                </c:pt>
                <c:pt idx="118">
                  <c:v>7655.1</c:v>
                </c:pt>
                <c:pt idx="119">
                  <c:v>7656.18</c:v>
                </c:pt>
                <c:pt idx="120">
                  <c:v>7648</c:v>
                </c:pt>
                <c:pt idx="121">
                  <c:v>7646.35</c:v>
                </c:pt>
                <c:pt idx="122">
                  <c:v>7639.79</c:v>
                </c:pt>
                <c:pt idx="123">
                  <c:v>7634.31</c:v>
                </c:pt>
                <c:pt idx="124">
                  <c:v>7629.09</c:v>
                </c:pt>
                <c:pt idx="125">
                  <c:v>7623.9800000000005</c:v>
                </c:pt>
                <c:pt idx="126">
                  <c:v>7618.75</c:v>
                </c:pt>
                <c:pt idx="127">
                  <c:v>7618.7199999999993</c:v>
                </c:pt>
                <c:pt idx="128">
                  <c:v>7611.51</c:v>
                </c:pt>
                <c:pt idx="129">
                  <c:v>7610.59</c:v>
                </c:pt>
                <c:pt idx="130">
                  <c:v>7601.7</c:v>
                </c:pt>
                <c:pt idx="131">
                  <c:v>7597.01</c:v>
                </c:pt>
                <c:pt idx="132">
                  <c:v>7592.13</c:v>
                </c:pt>
                <c:pt idx="133">
                  <c:v>7587.6900000000005</c:v>
                </c:pt>
                <c:pt idx="134">
                  <c:v>7585.69</c:v>
                </c:pt>
                <c:pt idx="135">
                  <c:v>7579.0300000000007</c:v>
                </c:pt>
                <c:pt idx="136">
                  <c:v>7572.69</c:v>
                </c:pt>
                <c:pt idx="137">
                  <c:v>7568.65</c:v>
                </c:pt>
                <c:pt idx="138">
                  <c:v>7563.72</c:v>
                </c:pt>
                <c:pt idx="139">
                  <c:v>7563.18</c:v>
                </c:pt>
                <c:pt idx="140">
                  <c:v>7558.6</c:v>
                </c:pt>
                <c:pt idx="141">
                  <c:v>7552.16</c:v>
                </c:pt>
                <c:pt idx="142">
                  <c:v>7546.22</c:v>
                </c:pt>
                <c:pt idx="143">
                  <c:v>7537.77</c:v>
                </c:pt>
                <c:pt idx="144">
                  <c:v>7534.6900000000005</c:v>
                </c:pt>
                <c:pt idx="145">
                  <c:v>7531.98</c:v>
                </c:pt>
                <c:pt idx="146">
                  <c:v>7528.62</c:v>
                </c:pt>
                <c:pt idx="147">
                  <c:v>7524.26</c:v>
                </c:pt>
                <c:pt idx="148">
                  <c:v>7513.18</c:v>
                </c:pt>
                <c:pt idx="149">
                  <c:v>7507</c:v>
                </c:pt>
                <c:pt idx="150">
                  <c:v>7509.88</c:v>
                </c:pt>
                <c:pt idx="151">
                  <c:v>7504.61</c:v>
                </c:pt>
                <c:pt idx="152">
                  <c:v>7495.2199999999993</c:v>
                </c:pt>
                <c:pt idx="153">
                  <c:v>7488.4500000000007</c:v>
                </c:pt>
                <c:pt idx="154">
                  <c:v>7487.58</c:v>
                </c:pt>
                <c:pt idx="155">
                  <c:v>7488.46</c:v>
                </c:pt>
                <c:pt idx="156">
                  <c:v>7482.62</c:v>
                </c:pt>
                <c:pt idx="157">
                  <c:v>7470.43</c:v>
                </c:pt>
                <c:pt idx="158">
                  <c:v>7473.72</c:v>
                </c:pt>
                <c:pt idx="159">
                  <c:v>7468.81</c:v>
                </c:pt>
                <c:pt idx="160">
                  <c:v>7463.72</c:v>
                </c:pt>
                <c:pt idx="161">
                  <c:v>7457.71</c:v>
                </c:pt>
                <c:pt idx="162">
                  <c:v>7450.01</c:v>
                </c:pt>
                <c:pt idx="163">
                  <c:v>7447.0599999999995</c:v>
                </c:pt>
                <c:pt idx="164">
                  <c:v>7443.61</c:v>
                </c:pt>
                <c:pt idx="165">
                  <c:v>7437.97</c:v>
                </c:pt>
                <c:pt idx="166">
                  <c:v>7433.34</c:v>
                </c:pt>
                <c:pt idx="167">
                  <c:v>7432.7</c:v>
                </c:pt>
                <c:pt idx="168">
                  <c:v>7423.25</c:v>
                </c:pt>
                <c:pt idx="169">
                  <c:v>7423.15</c:v>
                </c:pt>
                <c:pt idx="170">
                  <c:v>7417.95</c:v>
                </c:pt>
                <c:pt idx="171">
                  <c:v>7409.1500000000005</c:v>
                </c:pt>
                <c:pt idx="172">
                  <c:v>7405.69</c:v>
                </c:pt>
                <c:pt idx="173">
                  <c:v>7399.2699999999995</c:v>
                </c:pt>
                <c:pt idx="174">
                  <c:v>7395.0199999999995</c:v>
                </c:pt>
                <c:pt idx="175">
                  <c:v>7389.56</c:v>
                </c:pt>
                <c:pt idx="176">
                  <c:v>7386.41</c:v>
                </c:pt>
                <c:pt idx="177">
                  <c:v>7380.8</c:v>
                </c:pt>
                <c:pt idx="178">
                  <c:v>7380.73</c:v>
                </c:pt>
                <c:pt idx="179">
                  <c:v>7373.8200000000006</c:v>
                </c:pt>
                <c:pt idx="180">
                  <c:v>7366.6900000000005</c:v>
                </c:pt>
                <c:pt idx="181">
                  <c:v>7365.55</c:v>
                </c:pt>
                <c:pt idx="182">
                  <c:v>7361.27</c:v>
                </c:pt>
                <c:pt idx="183">
                  <c:v>7355.7800000000007</c:v>
                </c:pt>
                <c:pt idx="184">
                  <c:v>7346.75</c:v>
                </c:pt>
                <c:pt idx="185">
                  <c:v>7348.59</c:v>
                </c:pt>
                <c:pt idx="186">
                  <c:v>7341.88</c:v>
                </c:pt>
                <c:pt idx="187">
                  <c:v>7338.29</c:v>
                </c:pt>
                <c:pt idx="188">
                  <c:v>7334.1</c:v>
                </c:pt>
                <c:pt idx="189">
                  <c:v>7322.8600000000006</c:v>
                </c:pt>
                <c:pt idx="190">
                  <c:v>7323.5099999999993</c:v>
                </c:pt>
                <c:pt idx="191">
                  <c:v>7318.4800000000005</c:v>
                </c:pt>
                <c:pt idx="192">
                  <c:v>7307.4199999999992</c:v>
                </c:pt>
                <c:pt idx="193">
                  <c:v>7302.6600000000008</c:v>
                </c:pt>
                <c:pt idx="194">
                  <c:v>7299.0199999999995</c:v>
                </c:pt>
                <c:pt idx="195">
                  <c:v>7299.91</c:v>
                </c:pt>
                <c:pt idx="196">
                  <c:v>7290</c:v>
                </c:pt>
                <c:pt idx="197">
                  <c:v>7292.18</c:v>
                </c:pt>
                <c:pt idx="198">
                  <c:v>7281.51</c:v>
                </c:pt>
                <c:pt idx="199">
                  <c:v>7282.75</c:v>
                </c:pt>
                <c:pt idx="200">
                  <c:v>7274.29</c:v>
                </c:pt>
                <c:pt idx="201">
                  <c:v>7267.85</c:v>
                </c:pt>
                <c:pt idx="202">
                  <c:v>7267.03</c:v>
                </c:pt>
                <c:pt idx="203">
                  <c:v>7262.1900000000005</c:v>
                </c:pt>
                <c:pt idx="204">
                  <c:v>7254.7300000000005</c:v>
                </c:pt>
                <c:pt idx="205">
                  <c:v>7249.74</c:v>
                </c:pt>
                <c:pt idx="206">
                  <c:v>7244.18</c:v>
                </c:pt>
                <c:pt idx="207">
                  <c:v>7240.01</c:v>
                </c:pt>
                <c:pt idx="208">
                  <c:v>7234.3200000000006</c:v>
                </c:pt>
                <c:pt idx="209">
                  <c:v>7230.33</c:v>
                </c:pt>
                <c:pt idx="210">
                  <c:v>7229.7</c:v>
                </c:pt>
                <c:pt idx="211">
                  <c:v>7224.0700000000006</c:v>
                </c:pt>
                <c:pt idx="212">
                  <c:v>7220.7</c:v>
                </c:pt>
                <c:pt idx="213">
                  <c:v>7213.6699999999992</c:v>
                </c:pt>
                <c:pt idx="214">
                  <c:v>7207.5</c:v>
                </c:pt>
                <c:pt idx="215">
                  <c:v>7201.3600000000006</c:v>
                </c:pt>
                <c:pt idx="216">
                  <c:v>7198.98</c:v>
                </c:pt>
                <c:pt idx="217">
                  <c:v>7195.01</c:v>
                </c:pt>
                <c:pt idx="218">
                  <c:v>7190.34</c:v>
                </c:pt>
                <c:pt idx="219">
                  <c:v>7183.3600000000006</c:v>
                </c:pt>
                <c:pt idx="220">
                  <c:v>7181.6</c:v>
                </c:pt>
                <c:pt idx="221">
                  <c:v>7170.03</c:v>
                </c:pt>
                <c:pt idx="222">
                  <c:v>7173.8099999999995</c:v>
                </c:pt>
                <c:pt idx="223">
                  <c:v>7162.2300000000005</c:v>
                </c:pt>
                <c:pt idx="224">
                  <c:v>7157.1100000000006</c:v>
                </c:pt>
                <c:pt idx="225">
                  <c:v>7156.27</c:v>
                </c:pt>
                <c:pt idx="226">
                  <c:v>7156.04</c:v>
                </c:pt>
                <c:pt idx="227">
                  <c:v>7152.46</c:v>
                </c:pt>
                <c:pt idx="228">
                  <c:v>7147.48</c:v>
                </c:pt>
                <c:pt idx="229">
                  <c:v>7144.2699999999995</c:v>
                </c:pt>
                <c:pt idx="230">
                  <c:v>7136.91</c:v>
                </c:pt>
                <c:pt idx="231">
                  <c:v>7134.88</c:v>
                </c:pt>
                <c:pt idx="232">
                  <c:v>7127.3</c:v>
                </c:pt>
                <c:pt idx="233">
                  <c:v>7119.3099999999995</c:v>
                </c:pt>
                <c:pt idx="234">
                  <c:v>7117.99</c:v>
                </c:pt>
                <c:pt idx="235">
                  <c:v>7116.37</c:v>
                </c:pt>
                <c:pt idx="236">
                  <c:v>7109.66</c:v>
                </c:pt>
                <c:pt idx="237">
                  <c:v>7102.43</c:v>
                </c:pt>
                <c:pt idx="238">
                  <c:v>7098.3</c:v>
                </c:pt>
                <c:pt idx="239">
                  <c:v>7092.5599999999995</c:v>
                </c:pt>
                <c:pt idx="240">
                  <c:v>7087.92</c:v>
                </c:pt>
                <c:pt idx="241">
                  <c:v>7083.26</c:v>
                </c:pt>
                <c:pt idx="242">
                  <c:v>7079.18</c:v>
                </c:pt>
                <c:pt idx="243">
                  <c:v>7077.87</c:v>
                </c:pt>
                <c:pt idx="244">
                  <c:v>7071.25</c:v>
                </c:pt>
                <c:pt idx="245">
                  <c:v>7065.57</c:v>
                </c:pt>
                <c:pt idx="246">
                  <c:v>7063.08</c:v>
                </c:pt>
                <c:pt idx="247">
                  <c:v>7059.9100000000008</c:v>
                </c:pt>
                <c:pt idx="248">
                  <c:v>7052.49</c:v>
                </c:pt>
                <c:pt idx="249">
                  <c:v>7048.16</c:v>
                </c:pt>
                <c:pt idx="250">
                  <c:v>7042.73</c:v>
                </c:pt>
                <c:pt idx="251">
                  <c:v>7038.64</c:v>
                </c:pt>
                <c:pt idx="252">
                  <c:v>7037.13</c:v>
                </c:pt>
                <c:pt idx="253">
                  <c:v>7028.95</c:v>
                </c:pt>
                <c:pt idx="254">
                  <c:v>7022.1600000000008</c:v>
                </c:pt>
                <c:pt idx="255">
                  <c:v>7023.17</c:v>
                </c:pt>
                <c:pt idx="256">
                  <c:v>7013.6900000000005</c:v>
                </c:pt>
                <c:pt idx="257">
                  <c:v>7014.77</c:v>
                </c:pt>
                <c:pt idx="258">
                  <c:v>7005.76</c:v>
                </c:pt>
                <c:pt idx="259">
                  <c:v>7006.02</c:v>
                </c:pt>
                <c:pt idx="260">
                  <c:v>7002.11</c:v>
                </c:pt>
                <c:pt idx="261">
                  <c:v>6997.51</c:v>
                </c:pt>
                <c:pt idx="262">
                  <c:v>6986.8899999999994</c:v>
                </c:pt>
                <c:pt idx="263">
                  <c:v>6981.6500000000005</c:v>
                </c:pt>
                <c:pt idx="264">
                  <c:v>6984.8</c:v>
                </c:pt>
                <c:pt idx="265">
                  <c:v>6979.72</c:v>
                </c:pt>
                <c:pt idx="266">
                  <c:v>6975.53</c:v>
                </c:pt>
                <c:pt idx="267">
                  <c:v>6970.67</c:v>
                </c:pt>
                <c:pt idx="268">
                  <c:v>6965.14</c:v>
                </c:pt>
                <c:pt idx="269">
                  <c:v>6959.38</c:v>
                </c:pt>
                <c:pt idx="270">
                  <c:v>6957.99</c:v>
                </c:pt>
                <c:pt idx="271">
                  <c:v>6953.5999999999995</c:v>
                </c:pt>
                <c:pt idx="272">
                  <c:v>6949.34</c:v>
                </c:pt>
                <c:pt idx="273">
                  <c:v>6940.29</c:v>
                </c:pt>
                <c:pt idx="274">
                  <c:v>6936.71</c:v>
                </c:pt>
                <c:pt idx="275">
                  <c:v>6931.2300000000005</c:v>
                </c:pt>
                <c:pt idx="276">
                  <c:v>6926.9</c:v>
                </c:pt>
                <c:pt idx="277">
                  <c:v>6922.72</c:v>
                </c:pt>
                <c:pt idx="278">
                  <c:v>6922.2400000000007</c:v>
                </c:pt>
                <c:pt idx="279">
                  <c:v>6913.83</c:v>
                </c:pt>
                <c:pt idx="280">
                  <c:v>6909.07</c:v>
                </c:pt>
                <c:pt idx="281">
                  <c:v>6904.02</c:v>
                </c:pt>
                <c:pt idx="282">
                  <c:v>6900.14</c:v>
                </c:pt>
                <c:pt idx="283">
                  <c:v>6900.11</c:v>
                </c:pt>
                <c:pt idx="284">
                  <c:v>6895.05</c:v>
                </c:pt>
                <c:pt idx="285">
                  <c:v>6886.7</c:v>
                </c:pt>
                <c:pt idx="286">
                  <c:v>6882.4800000000005</c:v>
                </c:pt>
                <c:pt idx="287">
                  <c:v>6876.5</c:v>
                </c:pt>
                <c:pt idx="288">
                  <c:v>6873.84</c:v>
                </c:pt>
                <c:pt idx="289">
                  <c:v>6873.35</c:v>
                </c:pt>
                <c:pt idx="290">
                  <c:v>6867.6500000000005</c:v>
                </c:pt>
                <c:pt idx="291">
                  <c:v>6860.0599999999995</c:v>
                </c:pt>
                <c:pt idx="292">
                  <c:v>6858.11</c:v>
                </c:pt>
                <c:pt idx="293">
                  <c:v>6853.62</c:v>
                </c:pt>
                <c:pt idx="294">
                  <c:v>6850.4</c:v>
                </c:pt>
                <c:pt idx="295">
                  <c:v>6846.8</c:v>
                </c:pt>
                <c:pt idx="296">
                  <c:v>6839.53</c:v>
                </c:pt>
                <c:pt idx="297">
                  <c:v>6838.0599999999995</c:v>
                </c:pt>
                <c:pt idx="298">
                  <c:v>6825.71</c:v>
                </c:pt>
                <c:pt idx="299">
                  <c:v>6830.38</c:v>
                </c:pt>
                <c:pt idx="300">
                  <c:v>6825.14</c:v>
                </c:pt>
                <c:pt idx="301">
                  <c:v>6820.4900000000007</c:v>
                </c:pt>
                <c:pt idx="302">
                  <c:v>6815.86</c:v>
                </c:pt>
                <c:pt idx="303">
                  <c:v>6812.69</c:v>
                </c:pt>
                <c:pt idx="304">
                  <c:v>6804.71</c:v>
                </c:pt>
                <c:pt idx="305">
                  <c:v>6798.3200000000006</c:v>
                </c:pt>
                <c:pt idx="306">
                  <c:v>6798.35</c:v>
                </c:pt>
                <c:pt idx="307">
                  <c:v>6791.96</c:v>
                </c:pt>
                <c:pt idx="308">
                  <c:v>6790.21</c:v>
                </c:pt>
                <c:pt idx="309">
                  <c:v>6785.1</c:v>
                </c:pt>
                <c:pt idx="310">
                  <c:v>6781.96</c:v>
                </c:pt>
                <c:pt idx="311">
                  <c:v>6775.91</c:v>
                </c:pt>
                <c:pt idx="312">
                  <c:v>6769.0099999999993</c:v>
                </c:pt>
                <c:pt idx="313">
                  <c:v>6764.53</c:v>
                </c:pt>
                <c:pt idx="314">
                  <c:v>6759.5999999999995</c:v>
                </c:pt>
                <c:pt idx="315">
                  <c:v>6754.53</c:v>
                </c:pt>
                <c:pt idx="316">
                  <c:v>6750.54</c:v>
                </c:pt>
                <c:pt idx="317">
                  <c:v>6745.7599999999993</c:v>
                </c:pt>
                <c:pt idx="318">
                  <c:v>6741.7800000000007</c:v>
                </c:pt>
                <c:pt idx="319">
                  <c:v>6740.52</c:v>
                </c:pt>
                <c:pt idx="320">
                  <c:v>6733.29</c:v>
                </c:pt>
                <c:pt idx="321">
                  <c:v>6732.03</c:v>
                </c:pt>
                <c:pt idx="322">
                  <c:v>6728.21</c:v>
                </c:pt>
                <c:pt idx="323">
                  <c:v>6723.59</c:v>
                </c:pt>
                <c:pt idx="324">
                  <c:v>6714.8099999999995</c:v>
                </c:pt>
                <c:pt idx="325">
                  <c:v>6712.32</c:v>
                </c:pt>
                <c:pt idx="326">
                  <c:v>6707.75</c:v>
                </c:pt>
                <c:pt idx="327">
                  <c:v>6706.22</c:v>
                </c:pt>
                <c:pt idx="328">
                  <c:v>6695.69</c:v>
                </c:pt>
                <c:pt idx="329">
                  <c:v>6689.69</c:v>
                </c:pt>
                <c:pt idx="330">
                  <c:v>6693.7300000000005</c:v>
                </c:pt>
                <c:pt idx="331">
                  <c:v>6688.61</c:v>
                </c:pt>
                <c:pt idx="332">
                  <c:v>6681.9800000000005</c:v>
                </c:pt>
                <c:pt idx="333">
                  <c:v>6678.54</c:v>
                </c:pt>
                <c:pt idx="334">
                  <c:v>6675.51</c:v>
                </c:pt>
                <c:pt idx="335">
                  <c:v>6671.0599999999995</c:v>
                </c:pt>
                <c:pt idx="336">
                  <c:v>6664.76</c:v>
                </c:pt>
                <c:pt idx="337">
                  <c:v>6659.1399999999994</c:v>
                </c:pt>
                <c:pt idx="338">
                  <c:v>6657.6399999999994</c:v>
                </c:pt>
                <c:pt idx="339">
                  <c:v>6651.46</c:v>
                </c:pt>
                <c:pt idx="340">
                  <c:v>6647.7000000000007</c:v>
                </c:pt>
                <c:pt idx="341">
                  <c:v>6639.44</c:v>
                </c:pt>
                <c:pt idx="342">
                  <c:v>6636.08</c:v>
                </c:pt>
                <c:pt idx="343">
                  <c:v>6632.64</c:v>
                </c:pt>
                <c:pt idx="344">
                  <c:v>6629.92</c:v>
                </c:pt>
                <c:pt idx="345">
                  <c:v>6623.58</c:v>
                </c:pt>
                <c:pt idx="346">
                  <c:v>6617.09</c:v>
                </c:pt>
                <c:pt idx="347">
                  <c:v>6615.43</c:v>
                </c:pt>
                <c:pt idx="348">
                  <c:v>6610.5999999999995</c:v>
                </c:pt>
                <c:pt idx="349">
                  <c:v>6603.95</c:v>
                </c:pt>
                <c:pt idx="350">
                  <c:v>6599.09</c:v>
                </c:pt>
                <c:pt idx="351">
                  <c:v>6593.54</c:v>
                </c:pt>
                <c:pt idx="352">
                  <c:v>6589.5</c:v>
                </c:pt>
                <c:pt idx="353">
                  <c:v>6584.81</c:v>
                </c:pt>
                <c:pt idx="354">
                  <c:v>6581.95</c:v>
                </c:pt>
                <c:pt idx="355">
                  <c:v>6579.3799999999992</c:v>
                </c:pt>
                <c:pt idx="356">
                  <c:v>6573.97</c:v>
                </c:pt>
                <c:pt idx="357">
                  <c:v>6566.5199999999995</c:v>
                </c:pt>
                <c:pt idx="358">
                  <c:v>6562.41</c:v>
                </c:pt>
                <c:pt idx="359">
                  <c:v>6555.3</c:v>
                </c:pt>
                <c:pt idx="360">
                  <c:v>6550.28</c:v>
                </c:pt>
                <c:pt idx="361">
                  <c:v>6550.0999999999995</c:v>
                </c:pt>
                <c:pt idx="362">
                  <c:v>6546.17</c:v>
                </c:pt>
                <c:pt idx="363">
                  <c:v>6542.43</c:v>
                </c:pt>
                <c:pt idx="364">
                  <c:v>6536.41</c:v>
                </c:pt>
                <c:pt idx="365">
                  <c:v>6532.69</c:v>
                </c:pt>
                <c:pt idx="366">
                  <c:v>6529.0999999999995</c:v>
                </c:pt>
                <c:pt idx="367">
                  <c:v>6523.87</c:v>
                </c:pt>
                <c:pt idx="368">
                  <c:v>6519.6500000000005</c:v>
                </c:pt>
                <c:pt idx="369">
                  <c:v>6510.39</c:v>
                </c:pt>
                <c:pt idx="370">
                  <c:v>6506.8200000000006</c:v>
                </c:pt>
                <c:pt idx="371">
                  <c:v>6504.96</c:v>
                </c:pt>
                <c:pt idx="372">
                  <c:v>6496.5700000000006</c:v>
                </c:pt>
                <c:pt idx="373">
                  <c:v>6492.8</c:v>
                </c:pt>
                <c:pt idx="374">
                  <c:v>6492.04</c:v>
                </c:pt>
                <c:pt idx="375">
                  <c:v>6487.77</c:v>
                </c:pt>
                <c:pt idx="376">
                  <c:v>6478.21</c:v>
                </c:pt>
                <c:pt idx="377">
                  <c:v>6478.3099999999995</c:v>
                </c:pt>
                <c:pt idx="378">
                  <c:v>6473.47</c:v>
                </c:pt>
                <c:pt idx="379">
                  <c:v>6464.92</c:v>
                </c:pt>
                <c:pt idx="380">
                  <c:v>6461.0700000000006</c:v>
                </c:pt>
                <c:pt idx="381">
                  <c:v>6456.97</c:v>
                </c:pt>
                <c:pt idx="382">
                  <c:v>6451.6</c:v>
                </c:pt>
                <c:pt idx="383">
                  <c:v>6447.39</c:v>
                </c:pt>
                <c:pt idx="384">
                  <c:v>6443.18</c:v>
                </c:pt>
                <c:pt idx="385">
                  <c:v>6441.6900000000005</c:v>
                </c:pt>
                <c:pt idx="386">
                  <c:v>6433.97</c:v>
                </c:pt>
                <c:pt idx="387">
                  <c:v>6429.66</c:v>
                </c:pt>
                <c:pt idx="388">
                  <c:v>6424.58</c:v>
                </c:pt>
                <c:pt idx="389">
                  <c:v>6419.76</c:v>
                </c:pt>
                <c:pt idx="390">
                  <c:v>6415.25</c:v>
                </c:pt>
                <c:pt idx="391">
                  <c:v>6414</c:v>
                </c:pt>
                <c:pt idx="392">
                  <c:v>6409.0499999999993</c:v>
                </c:pt>
                <c:pt idx="393">
                  <c:v>6402.8099999999995</c:v>
                </c:pt>
                <c:pt idx="394">
                  <c:v>6399.2300000000005</c:v>
                </c:pt>
                <c:pt idx="395">
                  <c:v>6391.4299999999994</c:v>
                </c:pt>
                <c:pt idx="396">
                  <c:v>6388.93</c:v>
                </c:pt>
                <c:pt idx="397">
                  <c:v>6384.55</c:v>
                </c:pt>
                <c:pt idx="398">
                  <c:v>6383.27</c:v>
                </c:pt>
                <c:pt idx="399">
                  <c:v>6379.01</c:v>
                </c:pt>
                <c:pt idx="400">
                  <c:v>6372.4400000000005</c:v>
                </c:pt>
                <c:pt idx="401">
                  <c:v>6365.04</c:v>
                </c:pt>
                <c:pt idx="402">
                  <c:v>6363.6900000000005</c:v>
                </c:pt>
                <c:pt idx="403">
                  <c:v>6355.04</c:v>
                </c:pt>
                <c:pt idx="404">
                  <c:v>6348.79</c:v>
                </c:pt>
                <c:pt idx="405">
                  <c:v>6344.24</c:v>
                </c:pt>
                <c:pt idx="406">
                  <c:v>6346.3399999999992</c:v>
                </c:pt>
                <c:pt idx="407">
                  <c:v>6343.36</c:v>
                </c:pt>
                <c:pt idx="408">
                  <c:v>6334.39</c:v>
                </c:pt>
                <c:pt idx="409">
                  <c:v>6335.3200000000006</c:v>
                </c:pt>
                <c:pt idx="410">
                  <c:v>6326.76</c:v>
                </c:pt>
                <c:pt idx="411">
                  <c:v>6326</c:v>
                </c:pt>
                <c:pt idx="412">
                  <c:v>6319.9500000000007</c:v>
                </c:pt>
                <c:pt idx="413">
                  <c:v>6315.62</c:v>
                </c:pt>
                <c:pt idx="414">
                  <c:v>6310.74</c:v>
                </c:pt>
                <c:pt idx="415">
                  <c:v>6308.34</c:v>
                </c:pt>
                <c:pt idx="416">
                  <c:v>6301.3700000000008</c:v>
                </c:pt>
                <c:pt idx="417">
                  <c:v>6299.29</c:v>
                </c:pt>
                <c:pt idx="418">
                  <c:v>6291.7300000000005</c:v>
                </c:pt>
                <c:pt idx="419">
                  <c:v>6287.29</c:v>
                </c:pt>
                <c:pt idx="420">
                  <c:v>6282.26</c:v>
                </c:pt>
                <c:pt idx="421">
                  <c:v>6278.08</c:v>
                </c:pt>
                <c:pt idx="422">
                  <c:v>6277.66</c:v>
                </c:pt>
                <c:pt idx="423">
                  <c:v>6273.21</c:v>
                </c:pt>
                <c:pt idx="424">
                  <c:v>6266.5</c:v>
                </c:pt>
                <c:pt idx="425">
                  <c:v>6261.63</c:v>
                </c:pt>
                <c:pt idx="426">
                  <c:v>6256.26</c:v>
                </c:pt>
                <c:pt idx="427">
                  <c:v>6252.4800000000005</c:v>
                </c:pt>
                <c:pt idx="428">
                  <c:v>6248.11</c:v>
                </c:pt>
                <c:pt idx="429">
                  <c:v>6243.67</c:v>
                </c:pt>
                <c:pt idx="430">
                  <c:v>6239.09</c:v>
                </c:pt>
                <c:pt idx="431">
                  <c:v>6237.56</c:v>
                </c:pt>
                <c:pt idx="432">
                  <c:v>6234.47</c:v>
                </c:pt>
                <c:pt idx="433">
                  <c:v>6227.64</c:v>
                </c:pt>
                <c:pt idx="434">
                  <c:v>6222</c:v>
                </c:pt>
                <c:pt idx="435">
                  <c:v>6216.4400000000005</c:v>
                </c:pt>
                <c:pt idx="436">
                  <c:v>6218.81</c:v>
                </c:pt>
                <c:pt idx="437">
                  <c:v>6212.73</c:v>
                </c:pt>
                <c:pt idx="438">
                  <c:v>6206.4000000000005</c:v>
                </c:pt>
                <c:pt idx="439">
                  <c:v>6206.37</c:v>
                </c:pt>
                <c:pt idx="440">
                  <c:v>6196.18</c:v>
                </c:pt>
                <c:pt idx="441">
                  <c:v>6193.2</c:v>
                </c:pt>
                <c:pt idx="442">
                  <c:v>6193.86</c:v>
                </c:pt>
                <c:pt idx="443">
                  <c:v>6184.1799999999994</c:v>
                </c:pt>
                <c:pt idx="444">
                  <c:v>6183.76</c:v>
                </c:pt>
                <c:pt idx="445">
                  <c:v>6181.48</c:v>
                </c:pt>
                <c:pt idx="446">
                  <c:v>6177.0300000000007</c:v>
                </c:pt>
                <c:pt idx="447">
                  <c:v>6170.87</c:v>
                </c:pt>
                <c:pt idx="448">
                  <c:v>6164.21</c:v>
                </c:pt>
                <c:pt idx="449">
                  <c:v>6162.16</c:v>
                </c:pt>
                <c:pt idx="450">
                  <c:v>6160.83</c:v>
                </c:pt>
                <c:pt idx="451">
                  <c:v>6153.32</c:v>
                </c:pt>
                <c:pt idx="452">
                  <c:v>6148.23</c:v>
                </c:pt>
                <c:pt idx="453">
                  <c:v>6145.22</c:v>
                </c:pt>
                <c:pt idx="454">
                  <c:v>6139.34</c:v>
                </c:pt>
                <c:pt idx="455">
                  <c:v>6138.36</c:v>
                </c:pt>
                <c:pt idx="456">
                  <c:v>6134.38</c:v>
                </c:pt>
                <c:pt idx="457">
                  <c:v>6127.07</c:v>
                </c:pt>
                <c:pt idx="458">
                  <c:v>6122.9699999999993</c:v>
                </c:pt>
                <c:pt idx="459">
                  <c:v>6118.76</c:v>
                </c:pt>
                <c:pt idx="460">
                  <c:v>6114.46</c:v>
                </c:pt>
                <c:pt idx="461">
                  <c:v>6114.19</c:v>
                </c:pt>
                <c:pt idx="462">
                  <c:v>6106.55</c:v>
                </c:pt>
                <c:pt idx="463">
                  <c:v>6103.13</c:v>
                </c:pt>
                <c:pt idx="464">
                  <c:v>6097.36</c:v>
                </c:pt>
                <c:pt idx="465">
                  <c:v>6096.5499999999993</c:v>
                </c:pt>
                <c:pt idx="466">
                  <c:v>6088.8</c:v>
                </c:pt>
                <c:pt idx="467">
                  <c:v>6085.37</c:v>
                </c:pt>
                <c:pt idx="468">
                  <c:v>6080.94</c:v>
                </c:pt>
                <c:pt idx="469">
                  <c:v>6076.85</c:v>
                </c:pt>
                <c:pt idx="470">
                  <c:v>6073.5999999999995</c:v>
                </c:pt>
                <c:pt idx="471">
                  <c:v>6069.7599999999993</c:v>
                </c:pt>
                <c:pt idx="472">
                  <c:v>6067.52</c:v>
                </c:pt>
                <c:pt idx="473">
                  <c:v>6061.7599999999993</c:v>
                </c:pt>
                <c:pt idx="474">
                  <c:v>6059.14</c:v>
                </c:pt>
                <c:pt idx="475">
                  <c:v>6053.77</c:v>
                </c:pt>
                <c:pt idx="476">
                  <c:v>6051.01</c:v>
                </c:pt>
                <c:pt idx="477">
                  <c:v>6046.24</c:v>
                </c:pt>
                <c:pt idx="478">
                  <c:v>6042.81</c:v>
                </c:pt>
                <c:pt idx="479">
                  <c:v>6035.9400000000005</c:v>
                </c:pt>
                <c:pt idx="480">
                  <c:v>6034.09</c:v>
                </c:pt>
                <c:pt idx="481">
                  <c:v>6031.61</c:v>
                </c:pt>
                <c:pt idx="482">
                  <c:v>6026.8499999999995</c:v>
                </c:pt>
                <c:pt idx="483">
                  <c:v>6022.22</c:v>
                </c:pt>
                <c:pt idx="484">
                  <c:v>6018.1500000000005</c:v>
                </c:pt>
                <c:pt idx="485">
                  <c:v>6015.27</c:v>
                </c:pt>
                <c:pt idx="486">
                  <c:v>6012.05</c:v>
                </c:pt>
                <c:pt idx="487">
                  <c:v>6007.9000000000005</c:v>
                </c:pt>
                <c:pt idx="488">
                  <c:v>6003.42</c:v>
                </c:pt>
                <c:pt idx="489">
                  <c:v>5996.05</c:v>
                </c:pt>
                <c:pt idx="490">
                  <c:v>5992.3</c:v>
                </c:pt>
                <c:pt idx="491">
                  <c:v>5992.61</c:v>
                </c:pt>
                <c:pt idx="492">
                  <c:v>5987.94</c:v>
                </c:pt>
                <c:pt idx="493">
                  <c:v>5981.68</c:v>
                </c:pt>
                <c:pt idx="494">
                  <c:v>5979.71</c:v>
                </c:pt>
                <c:pt idx="495">
                  <c:v>5973.75</c:v>
                </c:pt>
                <c:pt idx="496">
                  <c:v>5968.46</c:v>
                </c:pt>
                <c:pt idx="497">
                  <c:v>5960.16</c:v>
                </c:pt>
                <c:pt idx="498">
                  <c:v>5956.2</c:v>
                </c:pt>
                <c:pt idx="499">
                  <c:v>5952.9800000000005</c:v>
                </c:pt>
                <c:pt idx="500">
                  <c:v>5952.24</c:v>
                </c:pt>
                <c:pt idx="501">
                  <c:v>5951.25</c:v>
                </c:pt>
                <c:pt idx="502">
                  <c:v>5946.87</c:v>
                </c:pt>
                <c:pt idx="503">
                  <c:v>5940.26</c:v>
                </c:pt>
                <c:pt idx="504">
                  <c:v>5936.61</c:v>
                </c:pt>
                <c:pt idx="505">
                  <c:v>5934.53</c:v>
                </c:pt>
                <c:pt idx="506">
                  <c:v>5930.46</c:v>
                </c:pt>
                <c:pt idx="507">
                  <c:v>5923.9699999999993</c:v>
                </c:pt>
                <c:pt idx="508">
                  <c:v>5918.34</c:v>
                </c:pt>
                <c:pt idx="509">
                  <c:v>5915.54</c:v>
                </c:pt>
                <c:pt idx="510">
                  <c:v>5914.91</c:v>
                </c:pt>
                <c:pt idx="511">
                  <c:v>5909.8899999999994</c:v>
                </c:pt>
                <c:pt idx="512">
                  <c:v>5905.9400000000005</c:v>
                </c:pt>
                <c:pt idx="513">
                  <c:v>5898.83</c:v>
                </c:pt>
                <c:pt idx="514">
                  <c:v>5899.4</c:v>
                </c:pt>
                <c:pt idx="515">
                  <c:v>5893.99</c:v>
                </c:pt>
                <c:pt idx="516">
                  <c:v>5891.73</c:v>
                </c:pt>
                <c:pt idx="517">
                  <c:v>5886.53</c:v>
                </c:pt>
                <c:pt idx="518">
                  <c:v>5883.19</c:v>
                </c:pt>
                <c:pt idx="519">
                  <c:v>5879.51</c:v>
                </c:pt>
                <c:pt idx="520">
                  <c:v>5870.04</c:v>
                </c:pt>
                <c:pt idx="521">
                  <c:v>5869.3499999999995</c:v>
                </c:pt>
                <c:pt idx="522">
                  <c:v>5863.41</c:v>
                </c:pt>
                <c:pt idx="523">
                  <c:v>5861.7</c:v>
                </c:pt>
                <c:pt idx="524">
                  <c:v>5856.35</c:v>
                </c:pt>
                <c:pt idx="525">
                  <c:v>5851.73</c:v>
                </c:pt>
                <c:pt idx="526">
                  <c:v>5847.68</c:v>
                </c:pt>
                <c:pt idx="527">
                  <c:v>5845.4</c:v>
                </c:pt>
                <c:pt idx="528">
                  <c:v>5842.4800000000005</c:v>
                </c:pt>
                <c:pt idx="529">
                  <c:v>5836.36</c:v>
                </c:pt>
                <c:pt idx="530">
                  <c:v>5831.7</c:v>
                </c:pt>
                <c:pt idx="531">
                  <c:v>5827.5</c:v>
                </c:pt>
                <c:pt idx="532">
                  <c:v>5823.1900000000005</c:v>
                </c:pt>
                <c:pt idx="533">
                  <c:v>5819.57</c:v>
                </c:pt>
                <c:pt idx="534">
                  <c:v>5818.8899999999994</c:v>
                </c:pt>
                <c:pt idx="535">
                  <c:v>5813.96</c:v>
                </c:pt>
                <c:pt idx="536">
                  <c:v>5808.3499999999995</c:v>
                </c:pt>
                <c:pt idx="537">
                  <c:v>5806.14</c:v>
                </c:pt>
                <c:pt idx="538">
                  <c:v>5803.78</c:v>
                </c:pt>
                <c:pt idx="539">
                  <c:v>5796.68</c:v>
                </c:pt>
                <c:pt idx="540">
                  <c:v>5790.5300000000007</c:v>
                </c:pt>
                <c:pt idx="541">
                  <c:v>5789.54</c:v>
                </c:pt>
                <c:pt idx="542">
                  <c:v>5787.4299999999994</c:v>
                </c:pt>
                <c:pt idx="543">
                  <c:v>5782.84</c:v>
                </c:pt>
                <c:pt idx="544">
                  <c:v>5775.7</c:v>
                </c:pt>
                <c:pt idx="545">
                  <c:v>5770.82</c:v>
                </c:pt>
                <c:pt idx="546">
                  <c:v>5770.5700000000006</c:v>
                </c:pt>
                <c:pt idx="547">
                  <c:v>5758.8</c:v>
                </c:pt>
                <c:pt idx="548">
                  <c:v>5758.12</c:v>
                </c:pt>
                <c:pt idx="549">
                  <c:v>5758.27</c:v>
                </c:pt>
                <c:pt idx="550">
                  <c:v>5752.9000000000005</c:v>
                </c:pt>
                <c:pt idx="551">
                  <c:v>5751.62</c:v>
                </c:pt>
                <c:pt idx="552">
                  <c:v>5747.59</c:v>
                </c:pt>
                <c:pt idx="553">
                  <c:v>5743.57</c:v>
                </c:pt>
                <c:pt idx="554">
                  <c:v>5738.05</c:v>
                </c:pt>
                <c:pt idx="555">
                  <c:v>5733.27</c:v>
                </c:pt>
                <c:pt idx="556">
                  <c:v>5730.91</c:v>
                </c:pt>
                <c:pt idx="557">
                  <c:v>5724.97</c:v>
                </c:pt>
                <c:pt idx="558">
                  <c:v>5723.89</c:v>
                </c:pt>
                <c:pt idx="559">
                  <c:v>5718.34</c:v>
                </c:pt>
                <c:pt idx="560">
                  <c:v>5713.95</c:v>
                </c:pt>
                <c:pt idx="561">
                  <c:v>5712.19</c:v>
                </c:pt>
                <c:pt idx="562">
                  <c:v>5705.49</c:v>
                </c:pt>
                <c:pt idx="563">
                  <c:v>5705.14</c:v>
                </c:pt>
                <c:pt idx="564">
                  <c:v>5700.2300000000005</c:v>
                </c:pt>
                <c:pt idx="565">
                  <c:v>5694.03</c:v>
                </c:pt>
                <c:pt idx="566">
                  <c:v>5689.96</c:v>
                </c:pt>
                <c:pt idx="567">
                  <c:v>5689.19</c:v>
                </c:pt>
                <c:pt idx="568">
                  <c:v>5682.76</c:v>
                </c:pt>
                <c:pt idx="569">
                  <c:v>5678.21</c:v>
                </c:pt>
                <c:pt idx="570">
                  <c:v>5677.4500000000007</c:v>
                </c:pt>
                <c:pt idx="571">
                  <c:v>5670.78</c:v>
                </c:pt>
              </c:numCache>
            </c:numRef>
          </c:xVal>
          <c:yVal>
            <c:numRef>
              <c:f>'Post Processing CaCl2'!$BC$13:$BC$584</c:f>
              <c:numCache>
                <c:formatCode>General</c:formatCode>
                <c:ptCount val="572"/>
                <c:pt idx="0">
                  <c:v>111.8</c:v>
                </c:pt>
                <c:pt idx="1">
                  <c:v>111.83</c:v>
                </c:pt>
                <c:pt idx="2">
                  <c:v>111.22999999999999</c:v>
                </c:pt>
                <c:pt idx="3">
                  <c:v>111.10000000000001</c:v>
                </c:pt>
                <c:pt idx="4">
                  <c:v>116.89</c:v>
                </c:pt>
                <c:pt idx="5">
                  <c:v>131.84</c:v>
                </c:pt>
                <c:pt idx="6">
                  <c:v>235.6</c:v>
                </c:pt>
                <c:pt idx="7">
                  <c:v>361.91</c:v>
                </c:pt>
                <c:pt idx="8">
                  <c:v>500.65999999999997</c:v>
                </c:pt>
                <c:pt idx="9">
                  <c:v>672.69999999999993</c:v>
                </c:pt>
                <c:pt idx="10">
                  <c:v>699.11</c:v>
                </c:pt>
                <c:pt idx="11">
                  <c:v>799.13</c:v>
                </c:pt>
                <c:pt idx="12">
                  <c:v>914.17000000000007</c:v>
                </c:pt>
                <c:pt idx="13">
                  <c:v>1035.18</c:v>
                </c:pt>
                <c:pt idx="14">
                  <c:v>1146.5</c:v>
                </c:pt>
                <c:pt idx="15">
                  <c:v>1258.8999999999999</c:v>
                </c:pt>
                <c:pt idx="16">
                  <c:v>1313.99</c:v>
                </c:pt>
                <c:pt idx="17">
                  <c:v>1406.62</c:v>
                </c:pt>
                <c:pt idx="18">
                  <c:v>1490.33</c:v>
                </c:pt>
                <c:pt idx="19">
                  <c:v>1585.66</c:v>
                </c:pt>
                <c:pt idx="20">
                  <c:v>1670.97</c:v>
                </c:pt>
                <c:pt idx="21">
                  <c:v>1802.88</c:v>
                </c:pt>
                <c:pt idx="22">
                  <c:v>1839.8600000000001</c:v>
                </c:pt>
                <c:pt idx="23">
                  <c:v>1932.98</c:v>
                </c:pt>
                <c:pt idx="24">
                  <c:v>2008.33</c:v>
                </c:pt>
                <c:pt idx="25">
                  <c:v>2088.5</c:v>
                </c:pt>
                <c:pt idx="26">
                  <c:v>2213.2999999999997</c:v>
                </c:pt>
                <c:pt idx="27">
                  <c:v>2236.9699999999998</c:v>
                </c:pt>
                <c:pt idx="28">
                  <c:v>2310.2299999999996</c:v>
                </c:pt>
                <c:pt idx="29">
                  <c:v>2374.0299999999997</c:v>
                </c:pt>
                <c:pt idx="30">
                  <c:v>2437.7599999999998</c:v>
                </c:pt>
                <c:pt idx="31">
                  <c:v>2502.11</c:v>
                </c:pt>
                <c:pt idx="32">
                  <c:v>2560.92</c:v>
                </c:pt>
                <c:pt idx="33">
                  <c:v>2602.02</c:v>
                </c:pt>
                <c:pt idx="34">
                  <c:v>2669.2999999999997</c:v>
                </c:pt>
                <c:pt idx="35">
                  <c:v>2715.9</c:v>
                </c:pt>
                <c:pt idx="36">
                  <c:v>2766.08</c:v>
                </c:pt>
                <c:pt idx="37">
                  <c:v>2825.53</c:v>
                </c:pt>
                <c:pt idx="38">
                  <c:v>2881.9900000000002</c:v>
                </c:pt>
                <c:pt idx="39">
                  <c:v>2919.74</c:v>
                </c:pt>
                <c:pt idx="40">
                  <c:v>2960.99</c:v>
                </c:pt>
                <c:pt idx="41">
                  <c:v>3006.16</c:v>
                </c:pt>
                <c:pt idx="42">
                  <c:v>3065.17</c:v>
                </c:pt>
                <c:pt idx="43">
                  <c:v>3094.9300000000003</c:v>
                </c:pt>
                <c:pt idx="44">
                  <c:v>3146.49</c:v>
                </c:pt>
                <c:pt idx="45">
                  <c:v>3183.46</c:v>
                </c:pt>
                <c:pt idx="46">
                  <c:v>3226.77</c:v>
                </c:pt>
                <c:pt idx="47">
                  <c:v>3260.08</c:v>
                </c:pt>
                <c:pt idx="48">
                  <c:v>3297.7</c:v>
                </c:pt>
                <c:pt idx="49">
                  <c:v>3332.0099999999998</c:v>
                </c:pt>
                <c:pt idx="50">
                  <c:v>3368.71</c:v>
                </c:pt>
                <c:pt idx="51">
                  <c:v>3399.87</c:v>
                </c:pt>
                <c:pt idx="52">
                  <c:v>3439.4300000000003</c:v>
                </c:pt>
                <c:pt idx="53">
                  <c:v>3468.48</c:v>
                </c:pt>
                <c:pt idx="54">
                  <c:v>3500.6499999999996</c:v>
                </c:pt>
                <c:pt idx="55">
                  <c:v>3526.05</c:v>
                </c:pt>
                <c:pt idx="56">
                  <c:v>3563.6299999999997</c:v>
                </c:pt>
                <c:pt idx="57">
                  <c:v>3592.46</c:v>
                </c:pt>
                <c:pt idx="58">
                  <c:v>3616.54</c:v>
                </c:pt>
                <c:pt idx="59">
                  <c:v>3645.3</c:v>
                </c:pt>
                <c:pt idx="60">
                  <c:v>3672.24</c:v>
                </c:pt>
                <c:pt idx="61">
                  <c:v>3697.33</c:v>
                </c:pt>
                <c:pt idx="62">
                  <c:v>3722.2400000000002</c:v>
                </c:pt>
                <c:pt idx="63">
                  <c:v>3749.46</c:v>
                </c:pt>
                <c:pt idx="64">
                  <c:v>3771.87</c:v>
                </c:pt>
                <c:pt idx="65">
                  <c:v>3778.5</c:v>
                </c:pt>
                <c:pt idx="66">
                  <c:v>3792.51</c:v>
                </c:pt>
                <c:pt idx="67">
                  <c:v>3808.6000000000004</c:v>
                </c:pt>
                <c:pt idx="68">
                  <c:v>3826.65</c:v>
                </c:pt>
                <c:pt idx="69">
                  <c:v>3838.9700000000003</c:v>
                </c:pt>
                <c:pt idx="70">
                  <c:v>3851.3199999999997</c:v>
                </c:pt>
                <c:pt idx="71">
                  <c:v>3868.54</c:v>
                </c:pt>
                <c:pt idx="72">
                  <c:v>3881.9300000000003</c:v>
                </c:pt>
                <c:pt idx="73">
                  <c:v>3898.7</c:v>
                </c:pt>
                <c:pt idx="74">
                  <c:v>3924.1600000000003</c:v>
                </c:pt>
                <c:pt idx="75">
                  <c:v>3931.09</c:v>
                </c:pt>
                <c:pt idx="76">
                  <c:v>3944.9700000000003</c:v>
                </c:pt>
                <c:pt idx="77">
                  <c:v>3953.44</c:v>
                </c:pt>
                <c:pt idx="78">
                  <c:v>3959.2200000000003</c:v>
                </c:pt>
                <c:pt idx="79">
                  <c:v>3971.31</c:v>
                </c:pt>
                <c:pt idx="80">
                  <c:v>3980.06</c:v>
                </c:pt>
                <c:pt idx="81">
                  <c:v>3985.58</c:v>
                </c:pt>
                <c:pt idx="82">
                  <c:v>3984.34</c:v>
                </c:pt>
                <c:pt idx="83">
                  <c:v>3993.91</c:v>
                </c:pt>
                <c:pt idx="84">
                  <c:v>3994.83</c:v>
                </c:pt>
                <c:pt idx="85">
                  <c:v>4007.2900000000004</c:v>
                </c:pt>
                <c:pt idx="86">
                  <c:v>4012.7300000000005</c:v>
                </c:pt>
                <c:pt idx="87">
                  <c:v>4024.86</c:v>
                </c:pt>
                <c:pt idx="88">
                  <c:v>4036.2200000000003</c:v>
                </c:pt>
                <c:pt idx="89">
                  <c:v>4034.33</c:v>
                </c:pt>
                <c:pt idx="90">
                  <c:v>4045.1699999999996</c:v>
                </c:pt>
                <c:pt idx="91">
                  <c:v>4052.27</c:v>
                </c:pt>
                <c:pt idx="92">
                  <c:v>4056.1699999999996</c:v>
                </c:pt>
                <c:pt idx="93">
                  <c:v>4061.4100000000003</c:v>
                </c:pt>
                <c:pt idx="94">
                  <c:v>4066.88</c:v>
                </c:pt>
                <c:pt idx="95">
                  <c:v>4076.57</c:v>
                </c:pt>
                <c:pt idx="96">
                  <c:v>4072.63</c:v>
                </c:pt>
                <c:pt idx="97">
                  <c:v>4074.65</c:v>
                </c:pt>
                <c:pt idx="98">
                  <c:v>4078.2999999999997</c:v>
                </c:pt>
                <c:pt idx="99">
                  <c:v>4083.43</c:v>
                </c:pt>
                <c:pt idx="100">
                  <c:v>4090.51</c:v>
                </c:pt>
                <c:pt idx="101">
                  <c:v>4095.0899999999997</c:v>
                </c:pt>
                <c:pt idx="102">
                  <c:v>4096.99</c:v>
                </c:pt>
                <c:pt idx="103">
                  <c:v>4101.6099999999997</c:v>
                </c:pt>
                <c:pt idx="104">
                  <c:v>4101.2199999999993</c:v>
                </c:pt>
                <c:pt idx="105">
                  <c:v>4110.5999999999995</c:v>
                </c:pt>
                <c:pt idx="106">
                  <c:v>4107.95</c:v>
                </c:pt>
                <c:pt idx="107">
                  <c:v>4108.6799999999994</c:v>
                </c:pt>
                <c:pt idx="108">
                  <c:v>4110.67</c:v>
                </c:pt>
                <c:pt idx="109">
                  <c:v>4109.1899999999996</c:v>
                </c:pt>
                <c:pt idx="110">
                  <c:v>4106.5199999999995</c:v>
                </c:pt>
                <c:pt idx="111">
                  <c:v>4108.0199999999995</c:v>
                </c:pt>
                <c:pt idx="112">
                  <c:v>4118.16</c:v>
                </c:pt>
                <c:pt idx="113">
                  <c:v>4113.55</c:v>
                </c:pt>
                <c:pt idx="114">
                  <c:v>4123.5099999999993</c:v>
                </c:pt>
                <c:pt idx="115">
                  <c:v>4123.67</c:v>
                </c:pt>
                <c:pt idx="116">
                  <c:v>4119.1000000000004</c:v>
                </c:pt>
                <c:pt idx="117">
                  <c:v>4126.1000000000004</c:v>
                </c:pt>
                <c:pt idx="118">
                  <c:v>4121.8899999999994</c:v>
                </c:pt>
                <c:pt idx="119">
                  <c:v>4124.17</c:v>
                </c:pt>
                <c:pt idx="120">
                  <c:v>4123.78</c:v>
                </c:pt>
                <c:pt idx="121">
                  <c:v>4120.33</c:v>
                </c:pt>
                <c:pt idx="122">
                  <c:v>4115.2300000000005</c:v>
                </c:pt>
                <c:pt idx="123">
                  <c:v>4122.8300000000008</c:v>
                </c:pt>
                <c:pt idx="124">
                  <c:v>4122.25</c:v>
                </c:pt>
                <c:pt idx="125">
                  <c:v>4121.7</c:v>
                </c:pt>
                <c:pt idx="126">
                  <c:v>4122.26</c:v>
                </c:pt>
                <c:pt idx="127">
                  <c:v>4124.8100000000004</c:v>
                </c:pt>
                <c:pt idx="128">
                  <c:v>4120.7299999999996</c:v>
                </c:pt>
                <c:pt idx="129">
                  <c:v>4115.4000000000005</c:v>
                </c:pt>
                <c:pt idx="130">
                  <c:v>4113.74</c:v>
                </c:pt>
                <c:pt idx="131">
                  <c:v>4115.05</c:v>
                </c:pt>
                <c:pt idx="132">
                  <c:v>4116.63</c:v>
                </c:pt>
                <c:pt idx="133">
                  <c:v>4117.26</c:v>
                </c:pt>
                <c:pt idx="134">
                  <c:v>4114.84</c:v>
                </c:pt>
                <c:pt idx="135">
                  <c:v>4116.1000000000004</c:v>
                </c:pt>
                <c:pt idx="136">
                  <c:v>4114.54</c:v>
                </c:pt>
                <c:pt idx="137">
                  <c:v>4113.6000000000004</c:v>
                </c:pt>
                <c:pt idx="138">
                  <c:v>4113.6900000000005</c:v>
                </c:pt>
                <c:pt idx="139">
                  <c:v>4115.53</c:v>
                </c:pt>
                <c:pt idx="140">
                  <c:v>4097.8</c:v>
                </c:pt>
                <c:pt idx="141">
                  <c:v>4109.1100000000006</c:v>
                </c:pt>
                <c:pt idx="142">
                  <c:v>4104.57</c:v>
                </c:pt>
                <c:pt idx="143">
                  <c:v>4099.92</c:v>
                </c:pt>
                <c:pt idx="144">
                  <c:v>4097.6000000000004</c:v>
                </c:pt>
                <c:pt idx="145">
                  <c:v>4100.0199999999995</c:v>
                </c:pt>
                <c:pt idx="146">
                  <c:v>4103.83</c:v>
                </c:pt>
                <c:pt idx="147">
                  <c:v>4099.7300000000005</c:v>
                </c:pt>
                <c:pt idx="148">
                  <c:v>4097.0599999999995</c:v>
                </c:pt>
                <c:pt idx="149">
                  <c:v>4087.9399999999996</c:v>
                </c:pt>
                <c:pt idx="150">
                  <c:v>4089.71</c:v>
                </c:pt>
                <c:pt idx="151">
                  <c:v>4079.44</c:v>
                </c:pt>
                <c:pt idx="152">
                  <c:v>4072</c:v>
                </c:pt>
                <c:pt idx="153">
                  <c:v>4069.7999999999997</c:v>
                </c:pt>
                <c:pt idx="154">
                  <c:v>4071.2099999999996</c:v>
                </c:pt>
                <c:pt idx="155">
                  <c:v>4075.96</c:v>
                </c:pt>
                <c:pt idx="156">
                  <c:v>4076.1099999999997</c:v>
                </c:pt>
                <c:pt idx="157">
                  <c:v>4070.7899999999995</c:v>
                </c:pt>
                <c:pt idx="158">
                  <c:v>4075.5</c:v>
                </c:pt>
                <c:pt idx="159">
                  <c:v>4070.41</c:v>
                </c:pt>
                <c:pt idx="160">
                  <c:v>4066.01</c:v>
                </c:pt>
                <c:pt idx="161">
                  <c:v>4062.83</c:v>
                </c:pt>
                <c:pt idx="162">
                  <c:v>4058.7999999999997</c:v>
                </c:pt>
                <c:pt idx="163">
                  <c:v>4057.49</c:v>
                </c:pt>
                <c:pt idx="164">
                  <c:v>4055.8300000000004</c:v>
                </c:pt>
                <c:pt idx="165">
                  <c:v>4053.19</c:v>
                </c:pt>
                <c:pt idx="166">
                  <c:v>4051.5299999999997</c:v>
                </c:pt>
                <c:pt idx="167">
                  <c:v>4047.91</c:v>
                </c:pt>
                <c:pt idx="168">
                  <c:v>4044.58</c:v>
                </c:pt>
                <c:pt idx="169">
                  <c:v>4043.7599999999998</c:v>
                </c:pt>
                <c:pt idx="170">
                  <c:v>4036.8500000000004</c:v>
                </c:pt>
                <c:pt idx="171">
                  <c:v>4036.9599999999996</c:v>
                </c:pt>
                <c:pt idx="172">
                  <c:v>4036.59</c:v>
                </c:pt>
                <c:pt idx="173">
                  <c:v>4034.3600000000006</c:v>
                </c:pt>
                <c:pt idx="174">
                  <c:v>4033.3500000000004</c:v>
                </c:pt>
                <c:pt idx="175">
                  <c:v>4031.9399999999996</c:v>
                </c:pt>
                <c:pt idx="176">
                  <c:v>4029.6900000000005</c:v>
                </c:pt>
                <c:pt idx="177">
                  <c:v>4024.7799999999997</c:v>
                </c:pt>
                <c:pt idx="178">
                  <c:v>4022.06</c:v>
                </c:pt>
                <c:pt idx="179">
                  <c:v>4023.5399999999995</c:v>
                </c:pt>
                <c:pt idx="180">
                  <c:v>4020.95</c:v>
                </c:pt>
                <c:pt idx="181">
                  <c:v>4022.9600000000005</c:v>
                </c:pt>
                <c:pt idx="182">
                  <c:v>4022.5499999999997</c:v>
                </c:pt>
                <c:pt idx="183">
                  <c:v>4015.98</c:v>
                </c:pt>
                <c:pt idx="184">
                  <c:v>4011.1600000000003</c:v>
                </c:pt>
                <c:pt idx="185">
                  <c:v>4011.97</c:v>
                </c:pt>
                <c:pt idx="186">
                  <c:v>4008.0600000000004</c:v>
                </c:pt>
                <c:pt idx="187">
                  <c:v>4005.09</c:v>
                </c:pt>
                <c:pt idx="188">
                  <c:v>4003.51</c:v>
                </c:pt>
                <c:pt idx="189">
                  <c:v>3991.7</c:v>
                </c:pt>
                <c:pt idx="190">
                  <c:v>3995.93</c:v>
                </c:pt>
                <c:pt idx="191">
                  <c:v>3992.63</c:v>
                </c:pt>
                <c:pt idx="192">
                  <c:v>3989.8199999999997</c:v>
                </c:pt>
                <c:pt idx="193">
                  <c:v>3981.1</c:v>
                </c:pt>
                <c:pt idx="194">
                  <c:v>3979.38</c:v>
                </c:pt>
                <c:pt idx="195">
                  <c:v>3976.9</c:v>
                </c:pt>
                <c:pt idx="196">
                  <c:v>3972.2200000000003</c:v>
                </c:pt>
                <c:pt idx="197">
                  <c:v>3970.35</c:v>
                </c:pt>
                <c:pt idx="198">
                  <c:v>3962.27</c:v>
                </c:pt>
                <c:pt idx="199">
                  <c:v>3964.73</c:v>
                </c:pt>
                <c:pt idx="200">
                  <c:v>3960.79</c:v>
                </c:pt>
                <c:pt idx="201">
                  <c:v>3957.53</c:v>
                </c:pt>
                <c:pt idx="202">
                  <c:v>3956.74</c:v>
                </c:pt>
                <c:pt idx="203">
                  <c:v>3946.85</c:v>
                </c:pt>
                <c:pt idx="204">
                  <c:v>3945.85</c:v>
                </c:pt>
                <c:pt idx="205">
                  <c:v>3943.6200000000003</c:v>
                </c:pt>
                <c:pt idx="206">
                  <c:v>3944.94</c:v>
                </c:pt>
                <c:pt idx="207">
                  <c:v>3942.53</c:v>
                </c:pt>
                <c:pt idx="208">
                  <c:v>3938.8999999999996</c:v>
                </c:pt>
                <c:pt idx="209">
                  <c:v>3936.5299999999997</c:v>
                </c:pt>
                <c:pt idx="210">
                  <c:v>3929.86</c:v>
                </c:pt>
                <c:pt idx="211">
                  <c:v>3932.3700000000003</c:v>
                </c:pt>
                <c:pt idx="212">
                  <c:v>3931.19</c:v>
                </c:pt>
                <c:pt idx="213">
                  <c:v>3927.13</c:v>
                </c:pt>
                <c:pt idx="214">
                  <c:v>3921.63</c:v>
                </c:pt>
                <c:pt idx="215">
                  <c:v>3919.56</c:v>
                </c:pt>
                <c:pt idx="216">
                  <c:v>3920.2400000000002</c:v>
                </c:pt>
                <c:pt idx="217">
                  <c:v>3917.57</c:v>
                </c:pt>
                <c:pt idx="218">
                  <c:v>3915.18</c:v>
                </c:pt>
                <c:pt idx="219">
                  <c:v>3911.79</c:v>
                </c:pt>
                <c:pt idx="220">
                  <c:v>3908.17</c:v>
                </c:pt>
                <c:pt idx="221">
                  <c:v>3900.46</c:v>
                </c:pt>
                <c:pt idx="222">
                  <c:v>3891.72</c:v>
                </c:pt>
                <c:pt idx="223">
                  <c:v>3893.67</c:v>
                </c:pt>
                <c:pt idx="224">
                  <c:v>3889.91</c:v>
                </c:pt>
                <c:pt idx="225">
                  <c:v>3885.0099999999998</c:v>
                </c:pt>
                <c:pt idx="226">
                  <c:v>3888.5499999999997</c:v>
                </c:pt>
                <c:pt idx="227">
                  <c:v>3886.61</c:v>
                </c:pt>
                <c:pt idx="228">
                  <c:v>3882.11</c:v>
                </c:pt>
                <c:pt idx="229">
                  <c:v>3875.54</c:v>
                </c:pt>
                <c:pt idx="230">
                  <c:v>3876.03</c:v>
                </c:pt>
                <c:pt idx="231">
                  <c:v>3874.21</c:v>
                </c:pt>
                <c:pt idx="232">
                  <c:v>3872.6600000000003</c:v>
                </c:pt>
                <c:pt idx="233">
                  <c:v>3861.2799999999997</c:v>
                </c:pt>
                <c:pt idx="234">
                  <c:v>3855.62</c:v>
                </c:pt>
                <c:pt idx="235">
                  <c:v>3853.05</c:v>
                </c:pt>
                <c:pt idx="236">
                  <c:v>3848.2</c:v>
                </c:pt>
                <c:pt idx="237">
                  <c:v>3844.96</c:v>
                </c:pt>
                <c:pt idx="238">
                  <c:v>3840.87</c:v>
                </c:pt>
                <c:pt idx="239">
                  <c:v>3836.69</c:v>
                </c:pt>
                <c:pt idx="240">
                  <c:v>3828.96</c:v>
                </c:pt>
                <c:pt idx="241">
                  <c:v>3825.61</c:v>
                </c:pt>
                <c:pt idx="242">
                  <c:v>3821.2999999999997</c:v>
                </c:pt>
                <c:pt idx="243">
                  <c:v>3819.28</c:v>
                </c:pt>
                <c:pt idx="244">
                  <c:v>3817.06</c:v>
                </c:pt>
                <c:pt idx="245">
                  <c:v>3815.38</c:v>
                </c:pt>
                <c:pt idx="246">
                  <c:v>3813.11</c:v>
                </c:pt>
                <c:pt idx="247">
                  <c:v>3806.8900000000003</c:v>
                </c:pt>
                <c:pt idx="248">
                  <c:v>3802.2999999999997</c:v>
                </c:pt>
                <c:pt idx="249">
                  <c:v>3800.0600000000004</c:v>
                </c:pt>
                <c:pt idx="250">
                  <c:v>3798.91</c:v>
                </c:pt>
                <c:pt idx="251">
                  <c:v>3796.95</c:v>
                </c:pt>
                <c:pt idx="252">
                  <c:v>3796.31</c:v>
                </c:pt>
                <c:pt idx="253">
                  <c:v>3793.2999999999997</c:v>
                </c:pt>
                <c:pt idx="254">
                  <c:v>3789.33</c:v>
                </c:pt>
                <c:pt idx="255">
                  <c:v>3790.5299999999997</c:v>
                </c:pt>
                <c:pt idx="256">
                  <c:v>3782.88</c:v>
                </c:pt>
                <c:pt idx="257">
                  <c:v>3782.1</c:v>
                </c:pt>
                <c:pt idx="258">
                  <c:v>3774.35</c:v>
                </c:pt>
                <c:pt idx="259">
                  <c:v>3775.68</c:v>
                </c:pt>
                <c:pt idx="260">
                  <c:v>3773.44</c:v>
                </c:pt>
                <c:pt idx="261">
                  <c:v>3770.58</c:v>
                </c:pt>
                <c:pt idx="262">
                  <c:v>3764.92</c:v>
                </c:pt>
                <c:pt idx="263">
                  <c:v>3758.71</c:v>
                </c:pt>
                <c:pt idx="264">
                  <c:v>3760.8199999999997</c:v>
                </c:pt>
                <c:pt idx="265">
                  <c:v>3740.84</c:v>
                </c:pt>
                <c:pt idx="266">
                  <c:v>3751.5499999999997</c:v>
                </c:pt>
                <c:pt idx="267">
                  <c:v>3753.45</c:v>
                </c:pt>
                <c:pt idx="268">
                  <c:v>3749.8</c:v>
                </c:pt>
                <c:pt idx="269">
                  <c:v>3749.4</c:v>
                </c:pt>
                <c:pt idx="270">
                  <c:v>3747.7200000000003</c:v>
                </c:pt>
                <c:pt idx="271">
                  <c:v>3743.74</c:v>
                </c:pt>
                <c:pt idx="272">
                  <c:v>3736.0699999999997</c:v>
                </c:pt>
                <c:pt idx="273">
                  <c:v>3736.4</c:v>
                </c:pt>
                <c:pt idx="274">
                  <c:v>3731.69</c:v>
                </c:pt>
                <c:pt idx="275">
                  <c:v>3728.19</c:v>
                </c:pt>
                <c:pt idx="276">
                  <c:v>3724.0099999999998</c:v>
                </c:pt>
                <c:pt idx="277">
                  <c:v>3721.0800000000004</c:v>
                </c:pt>
                <c:pt idx="278">
                  <c:v>3722.94</c:v>
                </c:pt>
                <c:pt idx="279">
                  <c:v>3717.99</c:v>
                </c:pt>
                <c:pt idx="280">
                  <c:v>3715.68</c:v>
                </c:pt>
                <c:pt idx="281">
                  <c:v>3712.9</c:v>
                </c:pt>
                <c:pt idx="282">
                  <c:v>3710.1600000000003</c:v>
                </c:pt>
                <c:pt idx="283">
                  <c:v>3704.85</c:v>
                </c:pt>
                <c:pt idx="284">
                  <c:v>3699.42</c:v>
                </c:pt>
                <c:pt idx="285">
                  <c:v>3696.4</c:v>
                </c:pt>
                <c:pt idx="286">
                  <c:v>3694.6400000000003</c:v>
                </c:pt>
                <c:pt idx="287">
                  <c:v>3690.52</c:v>
                </c:pt>
                <c:pt idx="288">
                  <c:v>3686.74</c:v>
                </c:pt>
                <c:pt idx="289">
                  <c:v>3686.74</c:v>
                </c:pt>
                <c:pt idx="290">
                  <c:v>3683.04</c:v>
                </c:pt>
                <c:pt idx="291">
                  <c:v>3675.41</c:v>
                </c:pt>
                <c:pt idx="292">
                  <c:v>3671.97</c:v>
                </c:pt>
                <c:pt idx="293">
                  <c:v>3664.17</c:v>
                </c:pt>
                <c:pt idx="294">
                  <c:v>3662.5200000000004</c:v>
                </c:pt>
                <c:pt idx="295">
                  <c:v>3660.69</c:v>
                </c:pt>
                <c:pt idx="296">
                  <c:v>3653.99</c:v>
                </c:pt>
                <c:pt idx="297">
                  <c:v>3652.75</c:v>
                </c:pt>
                <c:pt idx="298">
                  <c:v>3645.6400000000003</c:v>
                </c:pt>
                <c:pt idx="299">
                  <c:v>3649.81</c:v>
                </c:pt>
                <c:pt idx="300">
                  <c:v>3645.96</c:v>
                </c:pt>
                <c:pt idx="301">
                  <c:v>3641.47</c:v>
                </c:pt>
                <c:pt idx="302">
                  <c:v>3640.86</c:v>
                </c:pt>
                <c:pt idx="303">
                  <c:v>3641.56</c:v>
                </c:pt>
                <c:pt idx="304">
                  <c:v>3633.85</c:v>
                </c:pt>
                <c:pt idx="305">
                  <c:v>3630.02</c:v>
                </c:pt>
                <c:pt idx="306">
                  <c:v>3628.6</c:v>
                </c:pt>
                <c:pt idx="307">
                  <c:v>3626.1899999999996</c:v>
                </c:pt>
                <c:pt idx="308">
                  <c:v>3624.0299999999997</c:v>
                </c:pt>
                <c:pt idx="309">
                  <c:v>3620.93</c:v>
                </c:pt>
                <c:pt idx="310">
                  <c:v>3606.22</c:v>
                </c:pt>
                <c:pt idx="311">
                  <c:v>3615.38</c:v>
                </c:pt>
                <c:pt idx="312">
                  <c:v>3609.67</c:v>
                </c:pt>
                <c:pt idx="313">
                  <c:v>3605.93</c:v>
                </c:pt>
                <c:pt idx="314">
                  <c:v>3604.31</c:v>
                </c:pt>
                <c:pt idx="315">
                  <c:v>3602.9</c:v>
                </c:pt>
                <c:pt idx="316">
                  <c:v>3600.25</c:v>
                </c:pt>
                <c:pt idx="317">
                  <c:v>3597.41</c:v>
                </c:pt>
                <c:pt idx="318">
                  <c:v>3595.91</c:v>
                </c:pt>
                <c:pt idx="319">
                  <c:v>3593.56</c:v>
                </c:pt>
                <c:pt idx="320">
                  <c:v>3588.58</c:v>
                </c:pt>
                <c:pt idx="321">
                  <c:v>3586.68</c:v>
                </c:pt>
                <c:pt idx="322">
                  <c:v>3582.9399999999996</c:v>
                </c:pt>
                <c:pt idx="323">
                  <c:v>3569.9</c:v>
                </c:pt>
                <c:pt idx="324">
                  <c:v>3576.19</c:v>
                </c:pt>
                <c:pt idx="325">
                  <c:v>3578.86</c:v>
                </c:pt>
                <c:pt idx="326">
                  <c:v>3576.1099999999997</c:v>
                </c:pt>
                <c:pt idx="327">
                  <c:v>3575.75</c:v>
                </c:pt>
                <c:pt idx="328">
                  <c:v>3570.14</c:v>
                </c:pt>
                <c:pt idx="329">
                  <c:v>3569.63</c:v>
                </c:pt>
                <c:pt idx="330">
                  <c:v>3565.01</c:v>
                </c:pt>
                <c:pt idx="331">
                  <c:v>3563.92</c:v>
                </c:pt>
                <c:pt idx="332">
                  <c:v>3557.76</c:v>
                </c:pt>
                <c:pt idx="333">
                  <c:v>3556.1099999999997</c:v>
                </c:pt>
                <c:pt idx="334">
                  <c:v>3554.04</c:v>
                </c:pt>
                <c:pt idx="335">
                  <c:v>3550.52</c:v>
                </c:pt>
                <c:pt idx="336">
                  <c:v>3548.0299999999997</c:v>
                </c:pt>
                <c:pt idx="337">
                  <c:v>3543.05</c:v>
                </c:pt>
                <c:pt idx="338">
                  <c:v>3540.57</c:v>
                </c:pt>
                <c:pt idx="339">
                  <c:v>3533.3</c:v>
                </c:pt>
                <c:pt idx="340">
                  <c:v>3529.42</c:v>
                </c:pt>
                <c:pt idx="341">
                  <c:v>3524.34</c:v>
                </c:pt>
                <c:pt idx="342">
                  <c:v>3522.09</c:v>
                </c:pt>
                <c:pt idx="343">
                  <c:v>3520.56</c:v>
                </c:pt>
                <c:pt idx="344">
                  <c:v>3516.56</c:v>
                </c:pt>
                <c:pt idx="345">
                  <c:v>3514.2000000000003</c:v>
                </c:pt>
                <c:pt idx="346">
                  <c:v>3509.86</c:v>
                </c:pt>
                <c:pt idx="347">
                  <c:v>3507.67</c:v>
                </c:pt>
                <c:pt idx="348">
                  <c:v>3504.48</c:v>
                </c:pt>
                <c:pt idx="349">
                  <c:v>3500.7799999999997</c:v>
                </c:pt>
                <c:pt idx="350">
                  <c:v>3497.71</c:v>
                </c:pt>
                <c:pt idx="351">
                  <c:v>3497.92</c:v>
                </c:pt>
                <c:pt idx="352">
                  <c:v>3498.57</c:v>
                </c:pt>
                <c:pt idx="353">
                  <c:v>3495.25</c:v>
                </c:pt>
                <c:pt idx="354">
                  <c:v>3493.02</c:v>
                </c:pt>
                <c:pt idx="355">
                  <c:v>3477.9</c:v>
                </c:pt>
                <c:pt idx="356">
                  <c:v>3488.69</c:v>
                </c:pt>
                <c:pt idx="357">
                  <c:v>3484.21</c:v>
                </c:pt>
                <c:pt idx="358">
                  <c:v>3482.27</c:v>
                </c:pt>
                <c:pt idx="359">
                  <c:v>3479.4900000000002</c:v>
                </c:pt>
                <c:pt idx="360">
                  <c:v>3474.05</c:v>
                </c:pt>
                <c:pt idx="361">
                  <c:v>3474.33</c:v>
                </c:pt>
                <c:pt idx="362">
                  <c:v>3473.0699999999997</c:v>
                </c:pt>
                <c:pt idx="363">
                  <c:v>3468.46</c:v>
                </c:pt>
                <c:pt idx="364">
                  <c:v>3469.33</c:v>
                </c:pt>
                <c:pt idx="365">
                  <c:v>3466.04</c:v>
                </c:pt>
                <c:pt idx="366">
                  <c:v>3451.24</c:v>
                </c:pt>
                <c:pt idx="367">
                  <c:v>3455.15</c:v>
                </c:pt>
                <c:pt idx="368">
                  <c:v>3453.35</c:v>
                </c:pt>
                <c:pt idx="369">
                  <c:v>3449.3900000000003</c:v>
                </c:pt>
                <c:pt idx="370">
                  <c:v>3447.16</c:v>
                </c:pt>
                <c:pt idx="371">
                  <c:v>3442.46</c:v>
                </c:pt>
                <c:pt idx="372">
                  <c:v>3437.53</c:v>
                </c:pt>
                <c:pt idx="373">
                  <c:v>3427.87</c:v>
                </c:pt>
                <c:pt idx="374">
                  <c:v>3429.83</c:v>
                </c:pt>
                <c:pt idx="375">
                  <c:v>3420.93</c:v>
                </c:pt>
                <c:pt idx="376">
                  <c:v>3417.3</c:v>
                </c:pt>
                <c:pt idx="377">
                  <c:v>3410.7400000000002</c:v>
                </c:pt>
                <c:pt idx="378">
                  <c:v>3420.4</c:v>
                </c:pt>
                <c:pt idx="379">
                  <c:v>3412.41</c:v>
                </c:pt>
                <c:pt idx="380">
                  <c:v>3410.27</c:v>
                </c:pt>
                <c:pt idx="381">
                  <c:v>3407.42</c:v>
                </c:pt>
                <c:pt idx="382">
                  <c:v>3405.1</c:v>
                </c:pt>
                <c:pt idx="383">
                  <c:v>3401.37</c:v>
                </c:pt>
                <c:pt idx="384">
                  <c:v>3400.84</c:v>
                </c:pt>
                <c:pt idx="385">
                  <c:v>3395.3700000000003</c:v>
                </c:pt>
                <c:pt idx="386">
                  <c:v>3391.19</c:v>
                </c:pt>
                <c:pt idx="387">
                  <c:v>3390.8999999999996</c:v>
                </c:pt>
                <c:pt idx="388">
                  <c:v>3389.13</c:v>
                </c:pt>
                <c:pt idx="389">
                  <c:v>3389.69</c:v>
                </c:pt>
                <c:pt idx="390">
                  <c:v>3386.97</c:v>
                </c:pt>
                <c:pt idx="391">
                  <c:v>3385.17</c:v>
                </c:pt>
                <c:pt idx="392">
                  <c:v>3370.11</c:v>
                </c:pt>
                <c:pt idx="393">
                  <c:v>3378.4900000000002</c:v>
                </c:pt>
                <c:pt idx="394">
                  <c:v>3375.72</c:v>
                </c:pt>
                <c:pt idx="395">
                  <c:v>3371.63</c:v>
                </c:pt>
                <c:pt idx="396">
                  <c:v>3374.16</c:v>
                </c:pt>
                <c:pt idx="397">
                  <c:v>3373.44</c:v>
                </c:pt>
                <c:pt idx="398">
                  <c:v>3372.77</c:v>
                </c:pt>
                <c:pt idx="399">
                  <c:v>3372.8799999999997</c:v>
                </c:pt>
                <c:pt idx="400">
                  <c:v>3367.1000000000004</c:v>
                </c:pt>
                <c:pt idx="401">
                  <c:v>3357.0899999999997</c:v>
                </c:pt>
                <c:pt idx="402">
                  <c:v>3355.63</c:v>
                </c:pt>
                <c:pt idx="403">
                  <c:v>3348.68</c:v>
                </c:pt>
                <c:pt idx="404">
                  <c:v>3343.13</c:v>
                </c:pt>
                <c:pt idx="405">
                  <c:v>3341.38</c:v>
                </c:pt>
                <c:pt idx="406">
                  <c:v>3343.1600000000003</c:v>
                </c:pt>
                <c:pt idx="407">
                  <c:v>3342.07</c:v>
                </c:pt>
                <c:pt idx="408">
                  <c:v>3335.08</c:v>
                </c:pt>
                <c:pt idx="409">
                  <c:v>3335.08</c:v>
                </c:pt>
                <c:pt idx="410">
                  <c:v>3327.2200000000003</c:v>
                </c:pt>
                <c:pt idx="411">
                  <c:v>3326.02</c:v>
                </c:pt>
                <c:pt idx="412">
                  <c:v>3321.56</c:v>
                </c:pt>
                <c:pt idx="413">
                  <c:v>3320.44</c:v>
                </c:pt>
                <c:pt idx="414">
                  <c:v>3319.4</c:v>
                </c:pt>
                <c:pt idx="415">
                  <c:v>3312.08</c:v>
                </c:pt>
                <c:pt idx="416">
                  <c:v>3308.8799999999997</c:v>
                </c:pt>
                <c:pt idx="417">
                  <c:v>3305.81</c:v>
                </c:pt>
                <c:pt idx="418">
                  <c:v>3305.1400000000003</c:v>
                </c:pt>
                <c:pt idx="419">
                  <c:v>3302.99</c:v>
                </c:pt>
                <c:pt idx="420">
                  <c:v>3298.73</c:v>
                </c:pt>
                <c:pt idx="421">
                  <c:v>3295.09</c:v>
                </c:pt>
                <c:pt idx="422">
                  <c:v>3295.87</c:v>
                </c:pt>
                <c:pt idx="423">
                  <c:v>3290.48</c:v>
                </c:pt>
                <c:pt idx="424">
                  <c:v>3286.08</c:v>
                </c:pt>
                <c:pt idx="425">
                  <c:v>3280.9</c:v>
                </c:pt>
                <c:pt idx="426">
                  <c:v>3278.9</c:v>
                </c:pt>
                <c:pt idx="427">
                  <c:v>3276.26</c:v>
                </c:pt>
                <c:pt idx="428">
                  <c:v>3273.73</c:v>
                </c:pt>
                <c:pt idx="429">
                  <c:v>3269.33</c:v>
                </c:pt>
                <c:pt idx="430">
                  <c:v>3266.4399999999996</c:v>
                </c:pt>
                <c:pt idx="431">
                  <c:v>3267.02</c:v>
                </c:pt>
                <c:pt idx="432">
                  <c:v>3268.6099999999997</c:v>
                </c:pt>
                <c:pt idx="433">
                  <c:v>3266.01</c:v>
                </c:pt>
                <c:pt idx="434">
                  <c:v>3263.7</c:v>
                </c:pt>
                <c:pt idx="435">
                  <c:v>3262.0499999999997</c:v>
                </c:pt>
                <c:pt idx="436">
                  <c:v>3260.67</c:v>
                </c:pt>
                <c:pt idx="437">
                  <c:v>3255.25</c:v>
                </c:pt>
                <c:pt idx="438">
                  <c:v>3253.69</c:v>
                </c:pt>
                <c:pt idx="439">
                  <c:v>3255.81</c:v>
                </c:pt>
                <c:pt idx="440">
                  <c:v>3246.46</c:v>
                </c:pt>
                <c:pt idx="441">
                  <c:v>3245.07</c:v>
                </c:pt>
                <c:pt idx="442">
                  <c:v>3237.53</c:v>
                </c:pt>
                <c:pt idx="443">
                  <c:v>3243.44</c:v>
                </c:pt>
                <c:pt idx="444">
                  <c:v>3245.7799999999997</c:v>
                </c:pt>
                <c:pt idx="445">
                  <c:v>3231.31</c:v>
                </c:pt>
                <c:pt idx="446">
                  <c:v>3232.56</c:v>
                </c:pt>
                <c:pt idx="447">
                  <c:v>3226.15</c:v>
                </c:pt>
                <c:pt idx="448">
                  <c:v>3220.34</c:v>
                </c:pt>
                <c:pt idx="449">
                  <c:v>3218.04</c:v>
                </c:pt>
                <c:pt idx="450">
                  <c:v>3220.31</c:v>
                </c:pt>
                <c:pt idx="451">
                  <c:v>3217.7</c:v>
                </c:pt>
                <c:pt idx="452">
                  <c:v>3214.57</c:v>
                </c:pt>
                <c:pt idx="453">
                  <c:v>3213.24</c:v>
                </c:pt>
                <c:pt idx="454">
                  <c:v>3212.79</c:v>
                </c:pt>
                <c:pt idx="455">
                  <c:v>3212.26</c:v>
                </c:pt>
                <c:pt idx="456">
                  <c:v>3204.67</c:v>
                </c:pt>
                <c:pt idx="457">
                  <c:v>3200.23</c:v>
                </c:pt>
                <c:pt idx="458">
                  <c:v>3197.4</c:v>
                </c:pt>
                <c:pt idx="459">
                  <c:v>3197.92</c:v>
                </c:pt>
                <c:pt idx="460">
                  <c:v>3197.53</c:v>
                </c:pt>
                <c:pt idx="461">
                  <c:v>3197.13</c:v>
                </c:pt>
                <c:pt idx="462">
                  <c:v>3194.25</c:v>
                </c:pt>
                <c:pt idx="463">
                  <c:v>3187.2</c:v>
                </c:pt>
                <c:pt idx="464">
                  <c:v>3181.86</c:v>
                </c:pt>
                <c:pt idx="465">
                  <c:v>3180.8399999999997</c:v>
                </c:pt>
                <c:pt idx="466">
                  <c:v>3174.98</c:v>
                </c:pt>
                <c:pt idx="467">
                  <c:v>3171.68</c:v>
                </c:pt>
                <c:pt idx="468">
                  <c:v>3167.59</c:v>
                </c:pt>
                <c:pt idx="469">
                  <c:v>3164.7400000000002</c:v>
                </c:pt>
                <c:pt idx="470">
                  <c:v>3162</c:v>
                </c:pt>
                <c:pt idx="471">
                  <c:v>3155.38</c:v>
                </c:pt>
                <c:pt idx="472">
                  <c:v>3154.4900000000002</c:v>
                </c:pt>
                <c:pt idx="473">
                  <c:v>3150.71</c:v>
                </c:pt>
                <c:pt idx="474">
                  <c:v>3150.11</c:v>
                </c:pt>
                <c:pt idx="475">
                  <c:v>3148.93</c:v>
                </c:pt>
                <c:pt idx="476">
                  <c:v>3147.1200000000003</c:v>
                </c:pt>
                <c:pt idx="477">
                  <c:v>3143.17</c:v>
                </c:pt>
                <c:pt idx="478">
                  <c:v>3141.09</c:v>
                </c:pt>
                <c:pt idx="479">
                  <c:v>3140.05</c:v>
                </c:pt>
                <c:pt idx="480">
                  <c:v>3138.16</c:v>
                </c:pt>
                <c:pt idx="481">
                  <c:v>3106.9300000000003</c:v>
                </c:pt>
                <c:pt idx="482">
                  <c:v>3130.44</c:v>
                </c:pt>
                <c:pt idx="483">
                  <c:v>3121.9100000000003</c:v>
                </c:pt>
                <c:pt idx="484">
                  <c:v>3121.39</c:v>
                </c:pt>
                <c:pt idx="485">
                  <c:v>3119.96</c:v>
                </c:pt>
                <c:pt idx="486">
                  <c:v>3120.24</c:v>
                </c:pt>
                <c:pt idx="487">
                  <c:v>3118.3999999999996</c:v>
                </c:pt>
                <c:pt idx="488">
                  <c:v>3117.52</c:v>
                </c:pt>
                <c:pt idx="489">
                  <c:v>3113.77</c:v>
                </c:pt>
                <c:pt idx="490">
                  <c:v>3111.57</c:v>
                </c:pt>
                <c:pt idx="491">
                  <c:v>3110.33</c:v>
                </c:pt>
                <c:pt idx="492">
                  <c:v>3104.0800000000004</c:v>
                </c:pt>
                <c:pt idx="493">
                  <c:v>3100.5699999999997</c:v>
                </c:pt>
                <c:pt idx="494">
                  <c:v>3100</c:v>
                </c:pt>
                <c:pt idx="495">
                  <c:v>3099.3599999999997</c:v>
                </c:pt>
                <c:pt idx="496">
                  <c:v>3098.7</c:v>
                </c:pt>
                <c:pt idx="497">
                  <c:v>3095.56</c:v>
                </c:pt>
                <c:pt idx="498">
                  <c:v>3093.6400000000003</c:v>
                </c:pt>
                <c:pt idx="499">
                  <c:v>3093.34</c:v>
                </c:pt>
                <c:pt idx="500">
                  <c:v>3092.27</c:v>
                </c:pt>
                <c:pt idx="501">
                  <c:v>3083.12</c:v>
                </c:pt>
                <c:pt idx="502">
                  <c:v>3084.38</c:v>
                </c:pt>
                <c:pt idx="503">
                  <c:v>3079.27</c:v>
                </c:pt>
                <c:pt idx="504">
                  <c:v>3078.05</c:v>
                </c:pt>
                <c:pt idx="505">
                  <c:v>3076.9700000000003</c:v>
                </c:pt>
                <c:pt idx="506">
                  <c:v>3075.2000000000003</c:v>
                </c:pt>
                <c:pt idx="507">
                  <c:v>3071.1</c:v>
                </c:pt>
                <c:pt idx="508">
                  <c:v>3066.42</c:v>
                </c:pt>
                <c:pt idx="509">
                  <c:v>3064.8399999999997</c:v>
                </c:pt>
                <c:pt idx="510">
                  <c:v>3059.52</c:v>
                </c:pt>
                <c:pt idx="511">
                  <c:v>3059.07</c:v>
                </c:pt>
                <c:pt idx="512">
                  <c:v>3056.4</c:v>
                </c:pt>
                <c:pt idx="513">
                  <c:v>3050.11</c:v>
                </c:pt>
                <c:pt idx="514">
                  <c:v>3049.19</c:v>
                </c:pt>
                <c:pt idx="515">
                  <c:v>3048.2200000000003</c:v>
                </c:pt>
                <c:pt idx="516">
                  <c:v>3036.6</c:v>
                </c:pt>
                <c:pt idx="517">
                  <c:v>3041.9</c:v>
                </c:pt>
                <c:pt idx="518">
                  <c:v>3039.46</c:v>
                </c:pt>
                <c:pt idx="519">
                  <c:v>3036.19</c:v>
                </c:pt>
                <c:pt idx="520">
                  <c:v>3032.74</c:v>
                </c:pt>
                <c:pt idx="521">
                  <c:v>3027.49</c:v>
                </c:pt>
                <c:pt idx="522">
                  <c:v>3026.3</c:v>
                </c:pt>
                <c:pt idx="523">
                  <c:v>3024.27</c:v>
                </c:pt>
                <c:pt idx="524">
                  <c:v>3018.62</c:v>
                </c:pt>
                <c:pt idx="525">
                  <c:v>3017.52</c:v>
                </c:pt>
                <c:pt idx="526">
                  <c:v>3015.6</c:v>
                </c:pt>
                <c:pt idx="527">
                  <c:v>3015.24</c:v>
                </c:pt>
                <c:pt idx="528">
                  <c:v>3012.41</c:v>
                </c:pt>
                <c:pt idx="529">
                  <c:v>3013.32</c:v>
                </c:pt>
                <c:pt idx="530">
                  <c:v>3011.81</c:v>
                </c:pt>
                <c:pt idx="531">
                  <c:v>3010.73</c:v>
                </c:pt>
                <c:pt idx="532">
                  <c:v>3006.9</c:v>
                </c:pt>
                <c:pt idx="533">
                  <c:v>3003.83</c:v>
                </c:pt>
                <c:pt idx="534">
                  <c:v>2993.5499999999997</c:v>
                </c:pt>
                <c:pt idx="535">
                  <c:v>2995.45</c:v>
                </c:pt>
                <c:pt idx="536">
                  <c:v>2991.9500000000003</c:v>
                </c:pt>
                <c:pt idx="537">
                  <c:v>2991.3500000000004</c:v>
                </c:pt>
                <c:pt idx="538">
                  <c:v>2990.86</c:v>
                </c:pt>
                <c:pt idx="539">
                  <c:v>2989.25</c:v>
                </c:pt>
                <c:pt idx="540">
                  <c:v>2986.65</c:v>
                </c:pt>
                <c:pt idx="541">
                  <c:v>2984.18</c:v>
                </c:pt>
                <c:pt idx="542">
                  <c:v>2982.48</c:v>
                </c:pt>
                <c:pt idx="543">
                  <c:v>2978.16</c:v>
                </c:pt>
                <c:pt idx="544">
                  <c:v>2974.2799999999997</c:v>
                </c:pt>
                <c:pt idx="545">
                  <c:v>2974.44</c:v>
                </c:pt>
                <c:pt idx="546">
                  <c:v>2976.4300000000003</c:v>
                </c:pt>
                <c:pt idx="547">
                  <c:v>2969.23</c:v>
                </c:pt>
                <c:pt idx="548">
                  <c:v>2970.97</c:v>
                </c:pt>
                <c:pt idx="549">
                  <c:v>2967.8399999999997</c:v>
                </c:pt>
                <c:pt idx="550">
                  <c:v>2968.3</c:v>
                </c:pt>
                <c:pt idx="551">
                  <c:v>2963.1400000000003</c:v>
                </c:pt>
                <c:pt idx="552">
                  <c:v>2961.8199999999997</c:v>
                </c:pt>
                <c:pt idx="553">
                  <c:v>2958.98</c:v>
                </c:pt>
                <c:pt idx="554">
                  <c:v>2958.67</c:v>
                </c:pt>
                <c:pt idx="555">
                  <c:v>2956.5299999999997</c:v>
                </c:pt>
                <c:pt idx="556">
                  <c:v>2952.13</c:v>
                </c:pt>
                <c:pt idx="557">
                  <c:v>2950.4</c:v>
                </c:pt>
                <c:pt idx="558">
                  <c:v>2947.17</c:v>
                </c:pt>
                <c:pt idx="559">
                  <c:v>2941.27</c:v>
                </c:pt>
                <c:pt idx="560">
                  <c:v>2936.77</c:v>
                </c:pt>
                <c:pt idx="561">
                  <c:v>2935.55</c:v>
                </c:pt>
                <c:pt idx="562">
                  <c:v>2928.36</c:v>
                </c:pt>
                <c:pt idx="563">
                  <c:v>2929.3300000000004</c:v>
                </c:pt>
                <c:pt idx="564">
                  <c:v>2928.36</c:v>
                </c:pt>
                <c:pt idx="565">
                  <c:v>2922.92</c:v>
                </c:pt>
                <c:pt idx="566">
                  <c:v>2920.62</c:v>
                </c:pt>
                <c:pt idx="567">
                  <c:v>2917.91</c:v>
                </c:pt>
                <c:pt idx="568">
                  <c:v>2913.26</c:v>
                </c:pt>
                <c:pt idx="569">
                  <c:v>2911.04</c:v>
                </c:pt>
                <c:pt idx="570">
                  <c:v>2911.5299999999997</c:v>
                </c:pt>
                <c:pt idx="571">
                  <c:v>2908.66</c:v>
                </c:pt>
              </c:numCache>
            </c:numRef>
          </c:yVal>
          <c:smooth val="0"/>
          <c:extLst>
            <c:ext xmlns:c16="http://schemas.microsoft.com/office/drawing/2014/chart" uri="{C3380CC4-5D6E-409C-BE32-E72D297353CC}">
              <c16:uniqueId val="{00000001-1079-45A5-8BD0-B300E665AEDC}"/>
            </c:ext>
          </c:extLst>
        </c:ser>
        <c:ser>
          <c:idx val="2"/>
          <c:order val="2"/>
          <c:tx>
            <c:strRef>
              <c:f>'Post Processing CaCl2'!$X$1</c:f>
              <c:strCache>
                <c:ptCount val="1"/>
                <c:pt idx="0">
                  <c:v>NF270_MC3_071224_S2CaCl2</c:v>
                </c:pt>
              </c:strCache>
            </c:strRef>
          </c:tx>
          <c:spPr>
            <a:ln w="38100">
              <a:noFill/>
            </a:ln>
          </c:spPr>
          <c:marker>
            <c:symbol val="triangle"/>
            <c:size val="2"/>
          </c:marker>
          <c:xVal>
            <c:numRef>
              <c:f>'Post Processing CaCl2'!$AH$13:$AH$908</c:f>
              <c:numCache>
                <c:formatCode>General</c:formatCode>
                <c:ptCount val="896"/>
                <c:pt idx="0">
                  <c:v>207.17</c:v>
                </c:pt>
                <c:pt idx="1">
                  <c:v>207.42</c:v>
                </c:pt>
                <c:pt idx="2">
                  <c:v>207.49</c:v>
                </c:pt>
                <c:pt idx="3">
                  <c:v>207.55</c:v>
                </c:pt>
                <c:pt idx="4">
                  <c:v>207.56</c:v>
                </c:pt>
                <c:pt idx="5">
                  <c:v>207.71</c:v>
                </c:pt>
                <c:pt idx="6">
                  <c:v>207.89</c:v>
                </c:pt>
                <c:pt idx="7">
                  <c:v>207.81</c:v>
                </c:pt>
                <c:pt idx="8">
                  <c:v>207.88</c:v>
                </c:pt>
                <c:pt idx="9">
                  <c:v>208.01</c:v>
                </c:pt>
                <c:pt idx="10">
                  <c:v>208.13</c:v>
                </c:pt>
                <c:pt idx="11">
                  <c:v>208.27</c:v>
                </c:pt>
                <c:pt idx="12">
                  <c:v>208.35999999999999</c:v>
                </c:pt>
                <c:pt idx="13">
                  <c:v>208.51</c:v>
                </c:pt>
                <c:pt idx="14">
                  <c:v>208.63000000000002</c:v>
                </c:pt>
                <c:pt idx="15">
                  <c:v>208.85999999999999</c:v>
                </c:pt>
                <c:pt idx="16">
                  <c:v>209.13000000000002</c:v>
                </c:pt>
                <c:pt idx="17">
                  <c:v>209.21</c:v>
                </c:pt>
                <c:pt idx="18">
                  <c:v>209.21</c:v>
                </c:pt>
                <c:pt idx="19">
                  <c:v>209.3</c:v>
                </c:pt>
                <c:pt idx="20">
                  <c:v>209.42</c:v>
                </c:pt>
                <c:pt idx="21">
                  <c:v>329.51000000000005</c:v>
                </c:pt>
                <c:pt idx="22">
                  <c:v>340.40999999999997</c:v>
                </c:pt>
                <c:pt idx="23">
                  <c:v>356.16999999999996</c:v>
                </c:pt>
                <c:pt idx="24">
                  <c:v>372.36</c:v>
                </c:pt>
                <c:pt idx="25">
                  <c:v>390.25</c:v>
                </c:pt>
                <c:pt idx="26">
                  <c:v>407.02</c:v>
                </c:pt>
                <c:pt idx="27">
                  <c:v>428.32</c:v>
                </c:pt>
                <c:pt idx="28">
                  <c:v>446.5</c:v>
                </c:pt>
                <c:pt idx="29">
                  <c:v>467.84999999999997</c:v>
                </c:pt>
                <c:pt idx="30">
                  <c:v>487.91</c:v>
                </c:pt>
                <c:pt idx="31">
                  <c:v>511.48</c:v>
                </c:pt>
                <c:pt idx="32">
                  <c:v>531.38</c:v>
                </c:pt>
                <c:pt idx="33">
                  <c:v>550.08000000000004</c:v>
                </c:pt>
                <c:pt idx="34">
                  <c:v>572.36</c:v>
                </c:pt>
                <c:pt idx="35">
                  <c:v>592.38</c:v>
                </c:pt>
                <c:pt idx="36">
                  <c:v>612.84</c:v>
                </c:pt>
                <c:pt idx="37">
                  <c:v>631.59</c:v>
                </c:pt>
                <c:pt idx="38">
                  <c:v>652.95000000000005</c:v>
                </c:pt>
                <c:pt idx="39">
                  <c:v>671.29000000000008</c:v>
                </c:pt>
                <c:pt idx="40">
                  <c:v>691.45</c:v>
                </c:pt>
                <c:pt idx="41">
                  <c:v>711.62</c:v>
                </c:pt>
                <c:pt idx="42">
                  <c:v>730.09</c:v>
                </c:pt>
                <c:pt idx="43">
                  <c:v>748.04000000000008</c:v>
                </c:pt>
                <c:pt idx="44">
                  <c:v>764.53000000000009</c:v>
                </c:pt>
                <c:pt idx="45">
                  <c:v>785.08999999999992</c:v>
                </c:pt>
                <c:pt idx="46">
                  <c:v>800.45</c:v>
                </c:pt>
                <c:pt idx="47">
                  <c:v>818.24</c:v>
                </c:pt>
                <c:pt idx="48">
                  <c:v>834.75</c:v>
                </c:pt>
                <c:pt idx="49">
                  <c:v>853.58</c:v>
                </c:pt>
                <c:pt idx="50">
                  <c:v>873.15</c:v>
                </c:pt>
                <c:pt idx="51">
                  <c:v>890.16</c:v>
                </c:pt>
                <c:pt idx="52">
                  <c:v>904.23</c:v>
                </c:pt>
                <c:pt idx="53">
                  <c:v>924.67</c:v>
                </c:pt>
                <c:pt idx="54">
                  <c:v>939.78</c:v>
                </c:pt>
                <c:pt idx="55">
                  <c:v>955.53</c:v>
                </c:pt>
                <c:pt idx="56">
                  <c:v>973.19999999999993</c:v>
                </c:pt>
                <c:pt idx="57">
                  <c:v>994.27</c:v>
                </c:pt>
                <c:pt idx="58">
                  <c:v>1009.09</c:v>
                </c:pt>
                <c:pt idx="59">
                  <c:v>1029.23</c:v>
                </c:pt>
                <c:pt idx="60">
                  <c:v>1043.6600000000001</c:v>
                </c:pt>
                <c:pt idx="61">
                  <c:v>1062.3100000000002</c:v>
                </c:pt>
                <c:pt idx="62">
                  <c:v>1078.0400000000002</c:v>
                </c:pt>
                <c:pt idx="63">
                  <c:v>1097.49</c:v>
                </c:pt>
                <c:pt idx="64">
                  <c:v>1109.99</c:v>
                </c:pt>
                <c:pt idx="65">
                  <c:v>1122.3700000000001</c:v>
                </c:pt>
                <c:pt idx="66">
                  <c:v>1138.55</c:v>
                </c:pt>
                <c:pt idx="67">
                  <c:v>1156.6300000000001</c:v>
                </c:pt>
                <c:pt idx="68">
                  <c:v>1167.77</c:v>
                </c:pt>
                <c:pt idx="69">
                  <c:v>1178.1200000000001</c:v>
                </c:pt>
                <c:pt idx="70">
                  <c:v>1190.55</c:v>
                </c:pt>
                <c:pt idx="71">
                  <c:v>1206.7</c:v>
                </c:pt>
                <c:pt idx="72">
                  <c:v>1220.6399999999999</c:v>
                </c:pt>
                <c:pt idx="73">
                  <c:v>1235.28</c:v>
                </c:pt>
                <c:pt idx="74">
                  <c:v>1249.21</c:v>
                </c:pt>
                <c:pt idx="75">
                  <c:v>1265.5400000000002</c:v>
                </c:pt>
                <c:pt idx="76">
                  <c:v>1282.5500000000002</c:v>
                </c:pt>
                <c:pt idx="77">
                  <c:v>1295.8599999999999</c:v>
                </c:pt>
                <c:pt idx="78">
                  <c:v>1312.95</c:v>
                </c:pt>
                <c:pt idx="79">
                  <c:v>1326.76</c:v>
                </c:pt>
                <c:pt idx="80">
                  <c:v>1342.54</c:v>
                </c:pt>
                <c:pt idx="81">
                  <c:v>1360.6000000000001</c:v>
                </c:pt>
                <c:pt idx="82">
                  <c:v>1373.6399999999999</c:v>
                </c:pt>
                <c:pt idx="83">
                  <c:v>1389.67</c:v>
                </c:pt>
                <c:pt idx="84">
                  <c:v>1405.99</c:v>
                </c:pt>
                <c:pt idx="85">
                  <c:v>1422.28</c:v>
                </c:pt>
                <c:pt idx="86">
                  <c:v>1439.8500000000001</c:v>
                </c:pt>
                <c:pt idx="87">
                  <c:v>1455.5</c:v>
                </c:pt>
                <c:pt idx="88">
                  <c:v>1473.1000000000001</c:v>
                </c:pt>
                <c:pt idx="89">
                  <c:v>1493.4099999999999</c:v>
                </c:pt>
                <c:pt idx="90">
                  <c:v>1505.59</c:v>
                </c:pt>
                <c:pt idx="91">
                  <c:v>1523.69</c:v>
                </c:pt>
                <c:pt idx="92">
                  <c:v>1541.37</c:v>
                </c:pt>
                <c:pt idx="93">
                  <c:v>1558.22</c:v>
                </c:pt>
                <c:pt idx="94">
                  <c:v>1574.8500000000001</c:v>
                </c:pt>
                <c:pt idx="95">
                  <c:v>1595.24</c:v>
                </c:pt>
                <c:pt idx="96">
                  <c:v>1606.88</c:v>
                </c:pt>
                <c:pt idx="97">
                  <c:v>1621.52</c:v>
                </c:pt>
                <c:pt idx="98">
                  <c:v>1634.04</c:v>
                </c:pt>
                <c:pt idx="99">
                  <c:v>1650.15</c:v>
                </c:pt>
                <c:pt idx="100">
                  <c:v>1667.09</c:v>
                </c:pt>
                <c:pt idx="101">
                  <c:v>1683.3700000000001</c:v>
                </c:pt>
                <c:pt idx="102">
                  <c:v>1699.78</c:v>
                </c:pt>
                <c:pt idx="103">
                  <c:v>1719.01</c:v>
                </c:pt>
                <c:pt idx="104">
                  <c:v>1734.17</c:v>
                </c:pt>
                <c:pt idx="105">
                  <c:v>1749.5</c:v>
                </c:pt>
                <c:pt idx="106">
                  <c:v>1766.38</c:v>
                </c:pt>
                <c:pt idx="107">
                  <c:v>1783.02</c:v>
                </c:pt>
                <c:pt idx="108">
                  <c:v>1799.3300000000002</c:v>
                </c:pt>
                <c:pt idx="109">
                  <c:v>1818.3400000000001</c:v>
                </c:pt>
                <c:pt idx="110">
                  <c:v>1829.81</c:v>
                </c:pt>
                <c:pt idx="111">
                  <c:v>1846.16</c:v>
                </c:pt>
                <c:pt idx="112">
                  <c:v>1864.08</c:v>
                </c:pt>
                <c:pt idx="113">
                  <c:v>1881.5900000000001</c:v>
                </c:pt>
                <c:pt idx="114">
                  <c:v>1898.5</c:v>
                </c:pt>
                <c:pt idx="115">
                  <c:v>1907.95</c:v>
                </c:pt>
                <c:pt idx="116">
                  <c:v>1929.2</c:v>
                </c:pt>
                <c:pt idx="117">
                  <c:v>1941.17</c:v>
                </c:pt>
                <c:pt idx="118">
                  <c:v>1959.3799999999999</c:v>
                </c:pt>
                <c:pt idx="119">
                  <c:v>1975.6100000000001</c:v>
                </c:pt>
                <c:pt idx="120">
                  <c:v>1992.7299999999998</c:v>
                </c:pt>
                <c:pt idx="121">
                  <c:v>2011.5500000000002</c:v>
                </c:pt>
                <c:pt idx="122">
                  <c:v>2025.17</c:v>
                </c:pt>
                <c:pt idx="123">
                  <c:v>2040.5099999999998</c:v>
                </c:pt>
                <c:pt idx="124">
                  <c:v>2057.06</c:v>
                </c:pt>
                <c:pt idx="125">
                  <c:v>2076.2600000000002</c:v>
                </c:pt>
                <c:pt idx="126">
                  <c:v>2089.77</c:v>
                </c:pt>
                <c:pt idx="127">
                  <c:v>2104.21</c:v>
                </c:pt>
                <c:pt idx="128">
                  <c:v>2121.63</c:v>
                </c:pt>
                <c:pt idx="129">
                  <c:v>2137.77</c:v>
                </c:pt>
                <c:pt idx="130">
                  <c:v>2153.9799999999996</c:v>
                </c:pt>
                <c:pt idx="131">
                  <c:v>2172.8200000000002</c:v>
                </c:pt>
                <c:pt idx="132">
                  <c:v>2185.85</c:v>
                </c:pt>
                <c:pt idx="133">
                  <c:v>2199.64</c:v>
                </c:pt>
                <c:pt idx="134">
                  <c:v>2219.75</c:v>
                </c:pt>
                <c:pt idx="135">
                  <c:v>2232.94</c:v>
                </c:pt>
                <c:pt idx="136">
                  <c:v>2249.0299999999997</c:v>
                </c:pt>
                <c:pt idx="137">
                  <c:v>2260.86</c:v>
                </c:pt>
                <c:pt idx="138">
                  <c:v>2281.4700000000003</c:v>
                </c:pt>
                <c:pt idx="139">
                  <c:v>2289.66</c:v>
                </c:pt>
                <c:pt idx="140">
                  <c:v>2301.9599999999996</c:v>
                </c:pt>
                <c:pt idx="141">
                  <c:v>2323.46</c:v>
                </c:pt>
                <c:pt idx="142">
                  <c:v>2341.11</c:v>
                </c:pt>
                <c:pt idx="143">
                  <c:v>2354.04</c:v>
                </c:pt>
                <c:pt idx="144">
                  <c:v>2367.2800000000002</c:v>
                </c:pt>
                <c:pt idx="145">
                  <c:v>2375.5099999999998</c:v>
                </c:pt>
                <c:pt idx="146">
                  <c:v>2396.89</c:v>
                </c:pt>
                <c:pt idx="147">
                  <c:v>2405.8000000000002</c:v>
                </c:pt>
                <c:pt idx="148">
                  <c:v>2427.09</c:v>
                </c:pt>
                <c:pt idx="149">
                  <c:v>2440.67</c:v>
                </c:pt>
                <c:pt idx="150">
                  <c:v>2459.33</c:v>
                </c:pt>
                <c:pt idx="151">
                  <c:v>2469.77</c:v>
                </c:pt>
                <c:pt idx="152">
                  <c:v>2484</c:v>
                </c:pt>
                <c:pt idx="153">
                  <c:v>2500.15</c:v>
                </c:pt>
                <c:pt idx="154">
                  <c:v>2514.0300000000002</c:v>
                </c:pt>
                <c:pt idx="155">
                  <c:v>2530.19</c:v>
                </c:pt>
                <c:pt idx="156">
                  <c:v>2549</c:v>
                </c:pt>
                <c:pt idx="157">
                  <c:v>2558.9</c:v>
                </c:pt>
                <c:pt idx="158">
                  <c:v>2573.1799999999998</c:v>
                </c:pt>
                <c:pt idx="159">
                  <c:v>2589</c:v>
                </c:pt>
                <c:pt idx="160">
                  <c:v>2606.7999999999997</c:v>
                </c:pt>
                <c:pt idx="161">
                  <c:v>2617.7600000000002</c:v>
                </c:pt>
                <c:pt idx="162">
                  <c:v>2631.38</c:v>
                </c:pt>
                <c:pt idx="163">
                  <c:v>2647.7599999999998</c:v>
                </c:pt>
                <c:pt idx="164">
                  <c:v>2661.99</c:v>
                </c:pt>
                <c:pt idx="165">
                  <c:v>2675.75</c:v>
                </c:pt>
                <c:pt idx="166">
                  <c:v>2695.1299999999997</c:v>
                </c:pt>
                <c:pt idx="167">
                  <c:v>2703.03</c:v>
                </c:pt>
                <c:pt idx="168">
                  <c:v>2714.5899999999997</c:v>
                </c:pt>
                <c:pt idx="169">
                  <c:v>2729.98</c:v>
                </c:pt>
                <c:pt idx="170">
                  <c:v>2751.52</c:v>
                </c:pt>
                <c:pt idx="171">
                  <c:v>2760.98</c:v>
                </c:pt>
                <c:pt idx="172">
                  <c:v>2773.01</c:v>
                </c:pt>
                <c:pt idx="173">
                  <c:v>2794.1699999999996</c:v>
                </c:pt>
                <c:pt idx="174">
                  <c:v>2807.88</c:v>
                </c:pt>
                <c:pt idx="175">
                  <c:v>2819.33</c:v>
                </c:pt>
                <c:pt idx="176">
                  <c:v>2832.32</c:v>
                </c:pt>
                <c:pt idx="177">
                  <c:v>2848.1200000000003</c:v>
                </c:pt>
                <c:pt idx="178">
                  <c:v>2859.35</c:v>
                </c:pt>
                <c:pt idx="179">
                  <c:v>2871.14</c:v>
                </c:pt>
                <c:pt idx="180">
                  <c:v>2888.1899999999996</c:v>
                </c:pt>
                <c:pt idx="181">
                  <c:v>2896.74</c:v>
                </c:pt>
                <c:pt idx="182">
                  <c:v>2913.29</c:v>
                </c:pt>
                <c:pt idx="183">
                  <c:v>2932.41</c:v>
                </c:pt>
                <c:pt idx="184">
                  <c:v>2947.18</c:v>
                </c:pt>
                <c:pt idx="185">
                  <c:v>2953.63</c:v>
                </c:pt>
                <c:pt idx="186">
                  <c:v>2967.4100000000003</c:v>
                </c:pt>
                <c:pt idx="187">
                  <c:v>2981.29</c:v>
                </c:pt>
                <c:pt idx="188">
                  <c:v>2999.87</c:v>
                </c:pt>
                <c:pt idx="189">
                  <c:v>3006.7400000000002</c:v>
                </c:pt>
                <c:pt idx="190">
                  <c:v>3021.54</c:v>
                </c:pt>
                <c:pt idx="191">
                  <c:v>3034.37</c:v>
                </c:pt>
                <c:pt idx="192">
                  <c:v>3048.85</c:v>
                </c:pt>
                <c:pt idx="193">
                  <c:v>3067.05</c:v>
                </c:pt>
                <c:pt idx="194">
                  <c:v>3074.08</c:v>
                </c:pt>
                <c:pt idx="195">
                  <c:v>3087.06</c:v>
                </c:pt>
                <c:pt idx="196">
                  <c:v>3100.8300000000004</c:v>
                </c:pt>
                <c:pt idx="197">
                  <c:v>3113.39</c:v>
                </c:pt>
                <c:pt idx="198">
                  <c:v>3125.75</c:v>
                </c:pt>
                <c:pt idx="199">
                  <c:v>3146.98</c:v>
                </c:pt>
                <c:pt idx="200">
                  <c:v>3150.89</c:v>
                </c:pt>
                <c:pt idx="201">
                  <c:v>3165.2200000000003</c:v>
                </c:pt>
                <c:pt idx="202">
                  <c:v>3185.76</c:v>
                </c:pt>
                <c:pt idx="203">
                  <c:v>3184.46</c:v>
                </c:pt>
                <c:pt idx="204">
                  <c:v>3209.65</c:v>
                </c:pt>
                <c:pt idx="205">
                  <c:v>3213.4900000000002</c:v>
                </c:pt>
                <c:pt idx="206">
                  <c:v>3235.84</c:v>
                </c:pt>
                <c:pt idx="207">
                  <c:v>3237.5699999999997</c:v>
                </c:pt>
                <c:pt idx="208">
                  <c:v>3256.44</c:v>
                </c:pt>
                <c:pt idx="209">
                  <c:v>3271.03</c:v>
                </c:pt>
                <c:pt idx="210">
                  <c:v>3279.12</c:v>
                </c:pt>
                <c:pt idx="211">
                  <c:v>3292.37</c:v>
                </c:pt>
                <c:pt idx="212">
                  <c:v>3305.8999999999996</c:v>
                </c:pt>
                <c:pt idx="213">
                  <c:v>3317.72</c:v>
                </c:pt>
                <c:pt idx="214">
                  <c:v>3333.46</c:v>
                </c:pt>
                <c:pt idx="215">
                  <c:v>3348.68</c:v>
                </c:pt>
                <c:pt idx="216">
                  <c:v>3355.83</c:v>
                </c:pt>
                <c:pt idx="217">
                  <c:v>3374.8900000000003</c:v>
                </c:pt>
                <c:pt idx="218">
                  <c:v>3381.26</c:v>
                </c:pt>
                <c:pt idx="219">
                  <c:v>3395.0499999999997</c:v>
                </c:pt>
                <c:pt idx="220">
                  <c:v>3405.84</c:v>
                </c:pt>
                <c:pt idx="221">
                  <c:v>3419.99</c:v>
                </c:pt>
                <c:pt idx="222">
                  <c:v>3431.2200000000003</c:v>
                </c:pt>
                <c:pt idx="223">
                  <c:v>3448.57</c:v>
                </c:pt>
                <c:pt idx="224">
                  <c:v>3457.5</c:v>
                </c:pt>
                <c:pt idx="225">
                  <c:v>3466.9900000000002</c:v>
                </c:pt>
                <c:pt idx="226">
                  <c:v>3482.52</c:v>
                </c:pt>
                <c:pt idx="227">
                  <c:v>3498.64</c:v>
                </c:pt>
                <c:pt idx="228">
                  <c:v>3508.88</c:v>
                </c:pt>
                <c:pt idx="229">
                  <c:v>3511.4700000000003</c:v>
                </c:pt>
                <c:pt idx="230">
                  <c:v>3533.0099999999998</c:v>
                </c:pt>
                <c:pt idx="231">
                  <c:v>3534.5499999999997</c:v>
                </c:pt>
                <c:pt idx="232">
                  <c:v>3557.9900000000002</c:v>
                </c:pt>
                <c:pt idx="233">
                  <c:v>3569.34</c:v>
                </c:pt>
                <c:pt idx="234">
                  <c:v>3579.59</c:v>
                </c:pt>
                <c:pt idx="235">
                  <c:v>3591.2000000000003</c:v>
                </c:pt>
                <c:pt idx="236">
                  <c:v>3589.18</c:v>
                </c:pt>
                <c:pt idx="237">
                  <c:v>3613.1600000000003</c:v>
                </c:pt>
                <c:pt idx="238">
                  <c:v>3625.34</c:v>
                </c:pt>
                <c:pt idx="239">
                  <c:v>3633.5099999999998</c:v>
                </c:pt>
                <c:pt idx="240">
                  <c:v>3641.0499999999997</c:v>
                </c:pt>
                <c:pt idx="241">
                  <c:v>3655.6099999999997</c:v>
                </c:pt>
                <c:pt idx="242">
                  <c:v>3666.6400000000003</c:v>
                </c:pt>
                <c:pt idx="243">
                  <c:v>3686.2200000000003</c:v>
                </c:pt>
                <c:pt idx="244">
                  <c:v>3690.0400000000004</c:v>
                </c:pt>
                <c:pt idx="245">
                  <c:v>3702.46</c:v>
                </c:pt>
                <c:pt idx="246">
                  <c:v>3714.03</c:v>
                </c:pt>
                <c:pt idx="247">
                  <c:v>3725.91</c:v>
                </c:pt>
                <c:pt idx="248">
                  <c:v>3737.99</c:v>
                </c:pt>
                <c:pt idx="249">
                  <c:v>3752.59</c:v>
                </c:pt>
                <c:pt idx="250">
                  <c:v>3760.49</c:v>
                </c:pt>
                <c:pt idx="251">
                  <c:v>3771.63</c:v>
                </c:pt>
                <c:pt idx="252">
                  <c:v>3783.09</c:v>
                </c:pt>
                <c:pt idx="253">
                  <c:v>3801.8</c:v>
                </c:pt>
                <c:pt idx="254">
                  <c:v>3804.1200000000003</c:v>
                </c:pt>
                <c:pt idx="255">
                  <c:v>3816.02</c:v>
                </c:pt>
                <c:pt idx="256">
                  <c:v>3831.4</c:v>
                </c:pt>
                <c:pt idx="257">
                  <c:v>3848.47</c:v>
                </c:pt>
                <c:pt idx="258">
                  <c:v>3855.99</c:v>
                </c:pt>
                <c:pt idx="259">
                  <c:v>3865.6000000000004</c:v>
                </c:pt>
                <c:pt idx="260">
                  <c:v>3871.31</c:v>
                </c:pt>
                <c:pt idx="261">
                  <c:v>3883.95</c:v>
                </c:pt>
                <c:pt idx="262">
                  <c:v>3904.5299999999997</c:v>
                </c:pt>
                <c:pt idx="263">
                  <c:v>3916.1000000000004</c:v>
                </c:pt>
                <c:pt idx="264">
                  <c:v>3924.36</c:v>
                </c:pt>
                <c:pt idx="265">
                  <c:v>3938.6800000000003</c:v>
                </c:pt>
                <c:pt idx="266">
                  <c:v>3936.08</c:v>
                </c:pt>
                <c:pt idx="267">
                  <c:v>3952.98</c:v>
                </c:pt>
                <c:pt idx="268">
                  <c:v>3960.44</c:v>
                </c:pt>
                <c:pt idx="269">
                  <c:v>3974.56</c:v>
                </c:pt>
                <c:pt idx="270">
                  <c:v>3985.15</c:v>
                </c:pt>
                <c:pt idx="271">
                  <c:v>3998.22</c:v>
                </c:pt>
                <c:pt idx="272">
                  <c:v>4016.3599999999997</c:v>
                </c:pt>
                <c:pt idx="273">
                  <c:v>4018.9300000000003</c:v>
                </c:pt>
                <c:pt idx="274">
                  <c:v>4030.3199999999997</c:v>
                </c:pt>
                <c:pt idx="275">
                  <c:v>4040.84</c:v>
                </c:pt>
                <c:pt idx="276">
                  <c:v>4060.1099999999997</c:v>
                </c:pt>
                <c:pt idx="277">
                  <c:v>4061.8999999999996</c:v>
                </c:pt>
                <c:pt idx="278">
                  <c:v>4072.8</c:v>
                </c:pt>
                <c:pt idx="279">
                  <c:v>4084.11</c:v>
                </c:pt>
                <c:pt idx="280">
                  <c:v>4096.54</c:v>
                </c:pt>
                <c:pt idx="281">
                  <c:v>4113.83</c:v>
                </c:pt>
                <c:pt idx="282">
                  <c:v>4119.2599999999993</c:v>
                </c:pt>
                <c:pt idx="283">
                  <c:v>4129.1200000000008</c:v>
                </c:pt>
                <c:pt idx="284">
                  <c:v>4137.62</c:v>
                </c:pt>
                <c:pt idx="285">
                  <c:v>4150.25</c:v>
                </c:pt>
                <c:pt idx="286">
                  <c:v>4155.41</c:v>
                </c:pt>
                <c:pt idx="287">
                  <c:v>4178.87</c:v>
                </c:pt>
                <c:pt idx="288">
                  <c:v>4172.34</c:v>
                </c:pt>
                <c:pt idx="289">
                  <c:v>4183.18</c:v>
                </c:pt>
                <c:pt idx="290">
                  <c:v>4209.1099999999997</c:v>
                </c:pt>
                <c:pt idx="291">
                  <c:v>4204.79</c:v>
                </c:pt>
                <c:pt idx="292">
                  <c:v>4224.88</c:v>
                </c:pt>
                <c:pt idx="293">
                  <c:v>4233.16</c:v>
                </c:pt>
                <c:pt idx="294">
                  <c:v>4246.18</c:v>
                </c:pt>
                <c:pt idx="295">
                  <c:v>4256.5</c:v>
                </c:pt>
                <c:pt idx="296">
                  <c:v>4268.66</c:v>
                </c:pt>
                <c:pt idx="297">
                  <c:v>4274.51</c:v>
                </c:pt>
                <c:pt idx="298">
                  <c:v>4284.2599999999993</c:v>
                </c:pt>
                <c:pt idx="299">
                  <c:v>4287.9800000000005</c:v>
                </c:pt>
                <c:pt idx="300">
                  <c:v>4310.3300000000008</c:v>
                </c:pt>
                <c:pt idx="301">
                  <c:v>4312.33</c:v>
                </c:pt>
                <c:pt idx="302">
                  <c:v>4320.5099999999993</c:v>
                </c:pt>
                <c:pt idx="303">
                  <c:v>4332.3500000000004</c:v>
                </c:pt>
                <c:pt idx="304">
                  <c:v>4344.58</c:v>
                </c:pt>
                <c:pt idx="305">
                  <c:v>4354.8099999999995</c:v>
                </c:pt>
                <c:pt idx="306">
                  <c:v>4368.0899999999992</c:v>
                </c:pt>
                <c:pt idx="307">
                  <c:v>4382.42</c:v>
                </c:pt>
                <c:pt idx="308">
                  <c:v>4383.0999999999995</c:v>
                </c:pt>
                <c:pt idx="309">
                  <c:v>4394.8099999999995</c:v>
                </c:pt>
                <c:pt idx="310">
                  <c:v>4411.3300000000008</c:v>
                </c:pt>
                <c:pt idx="311">
                  <c:v>4416.79</c:v>
                </c:pt>
                <c:pt idx="312">
                  <c:v>4428.2700000000004</c:v>
                </c:pt>
                <c:pt idx="313">
                  <c:v>4437.1400000000003</c:v>
                </c:pt>
                <c:pt idx="314">
                  <c:v>4455.24</c:v>
                </c:pt>
                <c:pt idx="315">
                  <c:v>4451.01</c:v>
                </c:pt>
                <c:pt idx="316">
                  <c:v>4469.29</c:v>
                </c:pt>
                <c:pt idx="317">
                  <c:v>4481.6099999999997</c:v>
                </c:pt>
                <c:pt idx="318">
                  <c:v>4494</c:v>
                </c:pt>
                <c:pt idx="319">
                  <c:v>4502.01</c:v>
                </c:pt>
                <c:pt idx="320">
                  <c:v>4511.51</c:v>
                </c:pt>
                <c:pt idx="321">
                  <c:v>4510.12</c:v>
                </c:pt>
                <c:pt idx="322">
                  <c:v>4527.8</c:v>
                </c:pt>
                <c:pt idx="323">
                  <c:v>4536.1500000000005</c:v>
                </c:pt>
                <c:pt idx="324">
                  <c:v>4534.92</c:v>
                </c:pt>
                <c:pt idx="325">
                  <c:v>4553.16</c:v>
                </c:pt>
                <c:pt idx="326">
                  <c:v>4562.4799999999996</c:v>
                </c:pt>
                <c:pt idx="327">
                  <c:v>4564.91</c:v>
                </c:pt>
                <c:pt idx="328">
                  <c:v>4589.03</c:v>
                </c:pt>
                <c:pt idx="329">
                  <c:v>4588.57</c:v>
                </c:pt>
                <c:pt idx="330">
                  <c:v>4595.91</c:v>
                </c:pt>
                <c:pt idx="331">
                  <c:v>4606.2900000000009</c:v>
                </c:pt>
                <c:pt idx="332">
                  <c:v>4627.67</c:v>
                </c:pt>
                <c:pt idx="333">
                  <c:v>4626.33</c:v>
                </c:pt>
                <c:pt idx="334">
                  <c:v>4639.5999999999995</c:v>
                </c:pt>
                <c:pt idx="335">
                  <c:v>4654.84</c:v>
                </c:pt>
                <c:pt idx="336">
                  <c:v>4656.0199999999995</c:v>
                </c:pt>
                <c:pt idx="337">
                  <c:v>4665.8499999999995</c:v>
                </c:pt>
                <c:pt idx="338">
                  <c:v>4679.3599999999997</c:v>
                </c:pt>
                <c:pt idx="339">
                  <c:v>4684.25</c:v>
                </c:pt>
                <c:pt idx="340">
                  <c:v>4694.2300000000005</c:v>
                </c:pt>
                <c:pt idx="341">
                  <c:v>4703.9400000000005</c:v>
                </c:pt>
                <c:pt idx="342">
                  <c:v>4721.91</c:v>
                </c:pt>
                <c:pt idx="343">
                  <c:v>4719.67</c:v>
                </c:pt>
                <c:pt idx="344">
                  <c:v>4729.38</c:v>
                </c:pt>
                <c:pt idx="345">
                  <c:v>4743.8999999999996</c:v>
                </c:pt>
                <c:pt idx="346">
                  <c:v>4755.1500000000005</c:v>
                </c:pt>
                <c:pt idx="347">
                  <c:v>4753.88</c:v>
                </c:pt>
                <c:pt idx="348">
                  <c:v>4774.1400000000003</c:v>
                </c:pt>
                <c:pt idx="349">
                  <c:v>4784.91</c:v>
                </c:pt>
                <c:pt idx="350">
                  <c:v>4794.62</c:v>
                </c:pt>
                <c:pt idx="351">
                  <c:v>4799.1099999999997</c:v>
                </c:pt>
                <c:pt idx="352">
                  <c:v>4797.7699999999995</c:v>
                </c:pt>
                <c:pt idx="353">
                  <c:v>4821.75</c:v>
                </c:pt>
                <c:pt idx="354">
                  <c:v>4829.8500000000004</c:v>
                </c:pt>
                <c:pt idx="355">
                  <c:v>4838.96</c:v>
                </c:pt>
                <c:pt idx="356">
                  <c:v>4829.6099999999997</c:v>
                </c:pt>
                <c:pt idx="357">
                  <c:v>4846.99</c:v>
                </c:pt>
                <c:pt idx="358">
                  <c:v>4860.38</c:v>
                </c:pt>
                <c:pt idx="359">
                  <c:v>4869.12</c:v>
                </c:pt>
                <c:pt idx="360">
                  <c:v>4883.38</c:v>
                </c:pt>
                <c:pt idx="361">
                  <c:v>4884.32</c:v>
                </c:pt>
                <c:pt idx="362">
                  <c:v>4890.83</c:v>
                </c:pt>
                <c:pt idx="363">
                  <c:v>4901.8499999999995</c:v>
                </c:pt>
                <c:pt idx="364">
                  <c:v>4919.1000000000004</c:v>
                </c:pt>
                <c:pt idx="365">
                  <c:v>4918.6400000000003</c:v>
                </c:pt>
                <c:pt idx="366">
                  <c:v>4927.1399999999994</c:v>
                </c:pt>
                <c:pt idx="367">
                  <c:v>4936.42</c:v>
                </c:pt>
                <c:pt idx="368">
                  <c:v>4955.3200000000006</c:v>
                </c:pt>
                <c:pt idx="369">
                  <c:v>4953.47</c:v>
                </c:pt>
                <c:pt idx="370">
                  <c:v>4965.4299999999994</c:v>
                </c:pt>
                <c:pt idx="371">
                  <c:v>4979.7599999999993</c:v>
                </c:pt>
                <c:pt idx="372">
                  <c:v>4982.4000000000005</c:v>
                </c:pt>
                <c:pt idx="373">
                  <c:v>4988.9400000000005</c:v>
                </c:pt>
                <c:pt idx="374">
                  <c:v>5006.6499999999996</c:v>
                </c:pt>
                <c:pt idx="375">
                  <c:v>5002.8499999999995</c:v>
                </c:pt>
                <c:pt idx="376">
                  <c:v>5022.33</c:v>
                </c:pt>
                <c:pt idx="377">
                  <c:v>5037.37</c:v>
                </c:pt>
                <c:pt idx="378">
                  <c:v>5026.99</c:v>
                </c:pt>
                <c:pt idx="379">
                  <c:v>5052.6400000000003</c:v>
                </c:pt>
                <c:pt idx="380">
                  <c:v>5059.51</c:v>
                </c:pt>
                <c:pt idx="381">
                  <c:v>5069.47</c:v>
                </c:pt>
                <c:pt idx="382">
                  <c:v>5065.05</c:v>
                </c:pt>
                <c:pt idx="383">
                  <c:v>5087.4399999999996</c:v>
                </c:pt>
                <c:pt idx="384">
                  <c:v>5088.3900000000003</c:v>
                </c:pt>
                <c:pt idx="385">
                  <c:v>5098.84</c:v>
                </c:pt>
                <c:pt idx="386">
                  <c:v>5111.12</c:v>
                </c:pt>
                <c:pt idx="387">
                  <c:v>5119.82</c:v>
                </c:pt>
                <c:pt idx="388">
                  <c:v>5123.26</c:v>
                </c:pt>
                <c:pt idx="389">
                  <c:v>5121.67</c:v>
                </c:pt>
                <c:pt idx="390">
                  <c:v>5134.2999999999993</c:v>
                </c:pt>
                <c:pt idx="391">
                  <c:v>5145.9900000000007</c:v>
                </c:pt>
                <c:pt idx="392">
                  <c:v>5164.3</c:v>
                </c:pt>
                <c:pt idx="393">
                  <c:v>5160.1499999999996</c:v>
                </c:pt>
                <c:pt idx="394">
                  <c:v>5169.8700000000008</c:v>
                </c:pt>
                <c:pt idx="395">
                  <c:v>5178.68</c:v>
                </c:pt>
                <c:pt idx="396">
                  <c:v>5188.74</c:v>
                </c:pt>
                <c:pt idx="397">
                  <c:v>5196.6400000000003</c:v>
                </c:pt>
                <c:pt idx="398">
                  <c:v>5214.4199999999992</c:v>
                </c:pt>
                <c:pt idx="399">
                  <c:v>5212.28</c:v>
                </c:pt>
                <c:pt idx="400">
                  <c:v>5225.8500000000004</c:v>
                </c:pt>
                <c:pt idx="401">
                  <c:v>5240.4900000000007</c:v>
                </c:pt>
                <c:pt idx="402">
                  <c:v>5238.9799999999996</c:v>
                </c:pt>
                <c:pt idx="403">
                  <c:v>5246.58</c:v>
                </c:pt>
                <c:pt idx="404">
                  <c:v>5259.11</c:v>
                </c:pt>
                <c:pt idx="405">
                  <c:v>5275.14</c:v>
                </c:pt>
                <c:pt idx="406">
                  <c:v>5274.77</c:v>
                </c:pt>
                <c:pt idx="407">
                  <c:v>5275.03</c:v>
                </c:pt>
                <c:pt idx="408">
                  <c:v>5300.34</c:v>
                </c:pt>
                <c:pt idx="409">
                  <c:v>5296.91</c:v>
                </c:pt>
                <c:pt idx="410">
                  <c:v>5296.2300000000005</c:v>
                </c:pt>
                <c:pt idx="411">
                  <c:v>5311.9699999999993</c:v>
                </c:pt>
                <c:pt idx="412">
                  <c:v>5311.57</c:v>
                </c:pt>
                <c:pt idx="413">
                  <c:v>5336.3899999999994</c:v>
                </c:pt>
                <c:pt idx="414">
                  <c:v>5349.38</c:v>
                </c:pt>
                <c:pt idx="415">
                  <c:v>5356.3</c:v>
                </c:pt>
                <c:pt idx="416">
                  <c:v>5359.6399999999994</c:v>
                </c:pt>
                <c:pt idx="417">
                  <c:v>5350.96</c:v>
                </c:pt>
                <c:pt idx="418">
                  <c:v>5361.33</c:v>
                </c:pt>
                <c:pt idx="419">
                  <c:v>5384.2</c:v>
                </c:pt>
                <c:pt idx="420">
                  <c:v>5383.5</c:v>
                </c:pt>
                <c:pt idx="421">
                  <c:v>5393.7699999999995</c:v>
                </c:pt>
                <c:pt idx="422">
                  <c:v>5401.28</c:v>
                </c:pt>
                <c:pt idx="423">
                  <c:v>5420.12</c:v>
                </c:pt>
                <c:pt idx="424">
                  <c:v>5417.06</c:v>
                </c:pt>
                <c:pt idx="425">
                  <c:v>5426.2</c:v>
                </c:pt>
                <c:pt idx="426">
                  <c:v>5432.92</c:v>
                </c:pt>
                <c:pt idx="427">
                  <c:v>5453.79</c:v>
                </c:pt>
                <c:pt idx="428">
                  <c:v>5448.97</c:v>
                </c:pt>
                <c:pt idx="429">
                  <c:v>5457.76</c:v>
                </c:pt>
                <c:pt idx="430">
                  <c:v>5465.2900000000009</c:v>
                </c:pt>
                <c:pt idx="431">
                  <c:v>5483.72</c:v>
                </c:pt>
                <c:pt idx="432">
                  <c:v>5481.91</c:v>
                </c:pt>
                <c:pt idx="433">
                  <c:v>5489.29</c:v>
                </c:pt>
                <c:pt idx="434">
                  <c:v>5501.5599999999995</c:v>
                </c:pt>
                <c:pt idx="435">
                  <c:v>5512.92</c:v>
                </c:pt>
                <c:pt idx="436">
                  <c:v>5508.5199999999995</c:v>
                </c:pt>
                <c:pt idx="437">
                  <c:v>5515.4500000000007</c:v>
                </c:pt>
                <c:pt idx="438">
                  <c:v>5539.73</c:v>
                </c:pt>
                <c:pt idx="439">
                  <c:v>5528.37</c:v>
                </c:pt>
                <c:pt idx="440">
                  <c:v>5552.46</c:v>
                </c:pt>
                <c:pt idx="441">
                  <c:v>5557.68</c:v>
                </c:pt>
                <c:pt idx="442">
                  <c:v>5572.02</c:v>
                </c:pt>
                <c:pt idx="443">
                  <c:v>5576.1399999999994</c:v>
                </c:pt>
                <c:pt idx="444">
                  <c:v>5565.75</c:v>
                </c:pt>
                <c:pt idx="445">
                  <c:v>5586.54</c:v>
                </c:pt>
                <c:pt idx="446">
                  <c:v>5601.89</c:v>
                </c:pt>
                <c:pt idx="447">
                  <c:v>5593.29</c:v>
                </c:pt>
                <c:pt idx="448">
                  <c:v>5604.5499999999993</c:v>
                </c:pt>
                <c:pt idx="449">
                  <c:v>5614.02</c:v>
                </c:pt>
                <c:pt idx="450">
                  <c:v>5631.11</c:v>
                </c:pt>
                <c:pt idx="451">
                  <c:v>5629.47</c:v>
                </c:pt>
                <c:pt idx="452">
                  <c:v>5637.18</c:v>
                </c:pt>
                <c:pt idx="453">
                  <c:v>5648.86</c:v>
                </c:pt>
                <c:pt idx="454">
                  <c:v>5652.68</c:v>
                </c:pt>
                <c:pt idx="455">
                  <c:v>5659.3499999999995</c:v>
                </c:pt>
                <c:pt idx="456">
                  <c:v>5667.76</c:v>
                </c:pt>
                <c:pt idx="457">
                  <c:v>5676.4400000000005</c:v>
                </c:pt>
                <c:pt idx="458">
                  <c:v>5695.47</c:v>
                </c:pt>
                <c:pt idx="459">
                  <c:v>5689.05</c:v>
                </c:pt>
                <c:pt idx="460">
                  <c:v>5699.9800000000005</c:v>
                </c:pt>
                <c:pt idx="461">
                  <c:v>5703.92</c:v>
                </c:pt>
                <c:pt idx="462">
                  <c:v>5715.63</c:v>
                </c:pt>
                <c:pt idx="463">
                  <c:v>5725.8899999999994</c:v>
                </c:pt>
                <c:pt idx="464">
                  <c:v>5722.38</c:v>
                </c:pt>
                <c:pt idx="465">
                  <c:v>5743.79</c:v>
                </c:pt>
                <c:pt idx="466">
                  <c:v>5750.8</c:v>
                </c:pt>
                <c:pt idx="467">
                  <c:v>5760.67</c:v>
                </c:pt>
                <c:pt idx="468">
                  <c:v>5770.1200000000008</c:v>
                </c:pt>
                <c:pt idx="469">
                  <c:v>5754.7</c:v>
                </c:pt>
                <c:pt idx="470">
                  <c:v>5771.88</c:v>
                </c:pt>
                <c:pt idx="471">
                  <c:v>5791.54</c:v>
                </c:pt>
                <c:pt idx="472">
                  <c:v>5786.13</c:v>
                </c:pt>
                <c:pt idx="473">
                  <c:v>5801.92</c:v>
                </c:pt>
                <c:pt idx="474">
                  <c:v>5807.97</c:v>
                </c:pt>
                <c:pt idx="475">
                  <c:v>5801.64</c:v>
                </c:pt>
                <c:pt idx="476">
                  <c:v>5812.2699999999995</c:v>
                </c:pt>
                <c:pt idx="477">
                  <c:v>5826.37</c:v>
                </c:pt>
                <c:pt idx="478">
                  <c:v>5830.41</c:v>
                </c:pt>
                <c:pt idx="479">
                  <c:v>5851.12</c:v>
                </c:pt>
                <c:pt idx="480">
                  <c:v>5845.5</c:v>
                </c:pt>
                <c:pt idx="481">
                  <c:v>5852.5999999999995</c:v>
                </c:pt>
                <c:pt idx="482">
                  <c:v>5872.4299999999994</c:v>
                </c:pt>
                <c:pt idx="483">
                  <c:v>5867.41</c:v>
                </c:pt>
                <c:pt idx="484">
                  <c:v>5874.13</c:v>
                </c:pt>
                <c:pt idx="485">
                  <c:v>5882.86</c:v>
                </c:pt>
                <c:pt idx="486">
                  <c:v>5889.17</c:v>
                </c:pt>
                <c:pt idx="487">
                  <c:v>5909.72</c:v>
                </c:pt>
                <c:pt idx="488">
                  <c:v>5904.91</c:v>
                </c:pt>
                <c:pt idx="489">
                  <c:v>5911.93</c:v>
                </c:pt>
                <c:pt idx="490">
                  <c:v>5923.26</c:v>
                </c:pt>
                <c:pt idx="491">
                  <c:v>5922.32</c:v>
                </c:pt>
                <c:pt idx="492">
                  <c:v>5940.34</c:v>
                </c:pt>
                <c:pt idx="493">
                  <c:v>5953.7300000000005</c:v>
                </c:pt>
                <c:pt idx="494">
                  <c:v>5936.6</c:v>
                </c:pt>
                <c:pt idx="495">
                  <c:v>5966.2</c:v>
                </c:pt>
                <c:pt idx="496">
                  <c:v>5968.8600000000006</c:v>
                </c:pt>
                <c:pt idx="497">
                  <c:v>5963.2</c:v>
                </c:pt>
                <c:pt idx="498">
                  <c:v>5984.15</c:v>
                </c:pt>
                <c:pt idx="499">
                  <c:v>5997.18</c:v>
                </c:pt>
                <c:pt idx="500">
                  <c:v>6002.4800000000005</c:v>
                </c:pt>
                <c:pt idx="501">
                  <c:v>6006.4900000000007</c:v>
                </c:pt>
                <c:pt idx="502">
                  <c:v>5997.84</c:v>
                </c:pt>
                <c:pt idx="503">
                  <c:v>6017.78</c:v>
                </c:pt>
                <c:pt idx="504">
                  <c:v>6031.67</c:v>
                </c:pt>
                <c:pt idx="505">
                  <c:v>6029.8</c:v>
                </c:pt>
                <c:pt idx="506">
                  <c:v>6033.14</c:v>
                </c:pt>
                <c:pt idx="507">
                  <c:v>6044.37</c:v>
                </c:pt>
                <c:pt idx="508">
                  <c:v>6060.26</c:v>
                </c:pt>
                <c:pt idx="509">
                  <c:v>6056.1100000000006</c:v>
                </c:pt>
                <c:pt idx="510">
                  <c:v>6061.28</c:v>
                </c:pt>
                <c:pt idx="511">
                  <c:v>6082.05</c:v>
                </c:pt>
                <c:pt idx="512">
                  <c:v>6076.1200000000008</c:v>
                </c:pt>
                <c:pt idx="513">
                  <c:v>6083.75</c:v>
                </c:pt>
                <c:pt idx="514">
                  <c:v>6091.35</c:v>
                </c:pt>
                <c:pt idx="515">
                  <c:v>6110.65</c:v>
                </c:pt>
                <c:pt idx="516">
                  <c:v>6105.8899999999994</c:v>
                </c:pt>
                <c:pt idx="517">
                  <c:v>6113.15</c:v>
                </c:pt>
                <c:pt idx="518">
                  <c:v>6128.26</c:v>
                </c:pt>
                <c:pt idx="519">
                  <c:v>6132.65</c:v>
                </c:pt>
                <c:pt idx="520">
                  <c:v>6139.58</c:v>
                </c:pt>
                <c:pt idx="521">
                  <c:v>6127.66</c:v>
                </c:pt>
                <c:pt idx="522">
                  <c:v>6136.59</c:v>
                </c:pt>
                <c:pt idx="523">
                  <c:v>6162.68</c:v>
                </c:pt>
                <c:pt idx="524">
                  <c:v>6143.95</c:v>
                </c:pt>
                <c:pt idx="525">
                  <c:v>6160.66</c:v>
                </c:pt>
                <c:pt idx="526">
                  <c:v>6164.91</c:v>
                </c:pt>
                <c:pt idx="527">
                  <c:v>6192.31</c:v>
                </c:pt>
                <c:pt idx="528">
                  <c:v>6184.74</c:v>
                </c:pt>
                <c:pt idx="529">
                  <c:v>6184.87</c:v>
                </c:pt>
                <c:pt idx="530">
                  <c:v>6194.4299999999994</c:v>
                </c:pt>
                <c:pt idx="531">
                  <c:v>6218.0099999999993</c:v>
                </c:pt>
                <c:pt idx="532">
                  <c:v>6216.66</c:v>
                </c:pt>
                <c:pt idx="533">
                  <c:v>6220.8899999999994</c:v>
                </c:pt>
                <c:pt idx="534">
                  <c:v>6233.28</c:v>
                </c:pt>
                <c:pt idx="535">
                  <c:v>6236.5899999999992</c:v>
                </c:pt>
                <c:pt idx="536">
                  <c:v>6238.44</c:v>
                </c:pt>
                <c:pt idx="537">
                  <c:v>6244.88</c:v>
                </c:pt>
                <c:pt idx="538">
                  <c:v>6252.39</c:v>
                </c:pt>
                <c:pt idx="539">
                  <c:v>6271.6</c:v>
                </c:pt>
                <c:pt idx="540">
                  <c:v>6264.9100000000008</c:v>
                </c:pt>
                <c:pt idx="541">
                  <c:v>6271.84</c:v>
                </c:pt>
                <c:pt idx="542">
                  <c:v>6278.01</c:v>
                </c:pt>
                <c:pt idx="543">
                  <c:v>6294.1900000000005</c:v>
                </c:pt>
                <c:pt idx="544">
                  <c:v>6303.75</c:v>
                </c:pt>
                <c:pt idx="545">
                  <c:v>6294.18</c:v>
                </c:pt>
                <c:pt idx="546">
                  <c:v>6306.51</c:v>
                </c:pt>
                <c:pt idx="547">
                  <c:v>6320.15</c:v>
                </c:pt>
                <c:pt idx="548">
                  <c:v>6332.2300000000005</c:v>
                </c:pt>
                <c:pt idx="549">
                  <c:v>6331.37</c:v>
                </c:pt>
                <c:pt idx="550">
                  <c:v>6319.9</c:v>
                </c:pt>
                <c:pt idx="551">
                  <c:v>6341.38</c:v>
                </c:pt>
                <c:pt idx="552">
                  <c:v>6357.89</c:v>
                </c:pt>
                <c:pt idx="553">
                  <c:v>6344.33</c:v>
                </c:pt>
                <c:pt idx="554">
                  <c:v>6363.43</c:v>
                </c:pt>
                <c:pt idx="555">
                  <c:v>6353.3499999999995</c:v>
                </c:pt>
                <c:pt idx="556">
                  <c:v>6376.83</c:v>
                </c:pt>
                <c:pt idx="557">
                  <c:v>6389.87</c:v>
                </c:pt>
                <c:pt idx="558">
                  <c:v>6374.84</c:v>
                </c:pt>
                <c:pt idx="559">
                  <c:v>6397.13</c:v>
                </c:pt>
                <c:pt idx="560">
                  <c:v>6402.3099999999995</c:v>
                </c:pt>
                <c:pt idx="561">
                  <c:v>6402.14</c:v>
                </c:pt>
                <c:pt idx="562">
                  <c:v>6417.54</c:v>
                </c:pt>
                <c:pt idx="563">
                  <c:v>6429.62</c:v>
                </c:pt>
                <c:pt idx="564">
                  <c:v>6424.13</c:v>
                </c:pt>
                <c:pt idx="565">
                  <c:v>6432.44</c:v>
                </c:pt>
                <c:pt idx="566">
                  <c:v>6450.5</c:v>
                </c:pt>
                <c:pt idx="567">
                  <c:v>6443.28</c:v>
                </c:pt>
                <c:pt idx="568">
                  <c:v>6452.34</c:v>
                </c:pt>
                <c:pt idx="569">
                  <c:v>6470.7699999999995</c:v>
                </c:pt>
                <c:pt idx="570">
                  <c:v>6462.95</c:v>
                </c:pt>
                <c:pt idx="571">
                  <c:v>6470.7</c:v>
                </c:pt>
                <c:pt idx="572">
                  <c:v>6490.22</c:v>
                </c:pt>
                <c:pt idx="573">
                  <c:v>6480.1399999999994</c:v>
                </c:pt>
                <c:pt idx="574">
                  <c:v>6484.66</c:v>
                </c:pt>
                <c:pt idx="575">
                  <c:v>6502.4</c:v>
                </c:pt>
                <c:pt idx="576">
                  <c:v>6514.43</c:v>
                </c:pt>
                <c:pt idx="577">
                  <c:v>6499.16</c:v>
                </c:pt>
                <c:pt idx="578">
                  <c:v>6503.42</c:v>
                </c:pt>
                <c:pt idx="579">
                  <c:v>6511.3399999999992</c:v>
                </c:pt>
                <c:pt idx="580">
                  <c:v>6541.23</c:v>
                </c:pt>
                <c:pt idx="581">
                  <c:v>6527.04</c:v>
                </c:pt>
                <c:pt idx="582">
                  <c:v>6553.33</c:v>
                </c:pt>
                <c:pt idx="583">
                  <c:v>6540.9699999999993</c:v>
                </c:pt>
                <c:pt idx="584">
                  <c:v>6566.9000000000005</c:v>
                </c:pt>
                <c:pt idx="585">
                  <c:v>6559.1900000000005</c:v>
                </c:pt>
                <c:pt idx="586">
                  <c:v>6557.4199999999992</c:v>
                </c:pt>
                <c:pt idx="587">
                  <c:v>6571.4699999999993</c:v>
                </c:pt>
                <c:pt idx="588">
                  <c:v>6590.99</c:v>
                </c:pt>
                <c:pt idx="589">
                  <c:v>6588.4299999999994</c:v>
                </c:pt>
                <c:pt idx="590">
                  <c:v>6587.13</c:v>
                </c:pt>
              </c:numCache>
            </c:numRef>
          </c:xVal>
          <c:yVal>
            <c:numRef>
              <c:f>'Post Processing CaCl2'!$AI$13:$AI$909</c:f>
              <c:numCache>
                <c:formatCode>General</c:formatCode>
                <c:ptCount val="897"/>
                <c:pt idx="0">
                  <c:v>28.92</c:v>
                </c:pt>
                <c:pt idx="1">
                  <c:v>28.8</c:v>
                </c:pt>
                <c:pt idx="2">
                  <c:v>28.97</c:v>
                </c:pt>
                <c:pt idx="3">
                  <c:v>29.17</c:v>
                </c:pt>
                <c:pt idx="4">
                  <c:v>29.32</c:v>
                </c:pt>
                <c:pt idx="5">
                  <c:v>29.69</c:v>
                </c:pt>
                <c:pt idx="6">
                  <c:v>31.89</c:v>
                </c:pt>
                <c:pt idx="7">
                  <c:v>35.44</c:v>
                </c:pt>
                <c:pt idx="8">
                  <c:v>38.89</c:v>
                </c:pt>
                <c:pt idx="9">
                  <c:v>45.3</c:v>
                </c:pt>
                <c:pt idx="10">
                  <c:v>51.1</c:v>
                </c:pt>
                <c:pt idx="11">
                  <c:v>56.72</c:v>
                </c:pt>
                <c:pt idx="12">
                  <c:v>62.019999999999996</c:v>
                </c:pt>
                <c:pt idx="13">
                  <c:v>66.5</c:v>
                </c:pt>
                <c:pt idx="14">
                  <c:v>71.34</c:v>
                </c:pt>
                <c:pt idx="15">
                  <c:v>75.88000000000001</c:v>
                </c:pt>
                <c:pt idx="16">
                  <c:v>79.960000000000008</c:v>
                </c:pt>
                <c:pt idx="17">
                  <c:v>83.66</c:v>
                </c:pt>
                <c:pt idx="18">
                  <c:v>87.03</c:v>
                </c:pt>
                <c:pt idx="19">
                  <c:v>90.539999999999992</c:v>
                </c:pt>
                <c:pt idx="20">
                  <c:v>92.759999999999991</c:v>
                </c:pt>
                <c:pt idx="21">
                  <c:v>96.570000000000007</c:v>
                </c:pt>
                <c:pt idx="22">
                  <c:v>99.12</c:v>
                </c:pt>
                <c:pt idx="23">
                  <c:v>102.7</c:v>
                </c:pt>
                <c:pt idx="24">
                  <c:v>106.67</c:v>
                </c:pt>
                <c:pt idx="25">
                  <c:v>111.74000000000001</c:v>
                </c:pt>
                <c:pt idx="26">
                  <c:v>117.1</c:v>
                </c:pt>
                <c:pt idx="27">
                  <c:v>124.27000000000001</c:v>
                </c:pt>
                <c:pt idx="28">
                  <c:v>131.38</c:v>
                </c:pt>
                <c:pt idx="29">
                  <c:v>139.1</c:v>
                </c:pt>
                <c:pt idx="30">
                  <c:v>148.54</c:v>
                </c:pt>
                <c:pt idx="31">
                  <c:v>156.45000000000002</c:v>
                </c:pt>
                <c:pt idx="32">
                  <c:v>164.72</c:v>
                </c:pt>
                <c:pt idx="33">
                  <c:v>175.45</c:v>
                </c:pt>
                <c:pt idx="34">
                  <c:v>184.70000000000002</c:v>
                </c:pt>
                <c:pt idx="35">
                  <c:v>195.13</c:v>
                </c:pt>
                <c:pt idx="36">
                  <c:v>204.89</c:v>
                </c:pt>
                <c:pt idx="37">
                  <c:v>215.98999999999998</c:v>
                </c:pt>
                <c:pt idx="38">
                  <c:v>225.91</c:v>
                </c:pt>
                <c:pt idx="39">
                  <c:v>237.74</c:v>
                </c:pt>
                <c:pt idx="40">
                  <c:v>248.92000000000002</c:v>
                </c:pt>
                <c:pt idx="41">
                  <c:v>259.72000000000003</c:v>
                </c:pt>
                <c:pt idx="42">
                  <c:v>269.13</c:v>
                </c:pt>
                <c:pt idx="43">
                  <c:v>278.28999999999996</c:v>
                </c:pt>
                <c:pt idx="44">
                  <c:v>288.71999999999997</c:v>
                </c:pt>
                <c:pt idx="45">
                  <c:v>300.23</c:v>
                </c:pt>
                <c:pt idx="46">
                  <c:v>309.18</c:v>
                </c:pt>
                <c:pt idx="47">
                  <c:v>321.22000000000003</c:v>
                </c:pt>
                <c:pt idx="48">
                  <c:v>331.95000000000005</c:v>
                </c:pt>
                <c:pt idx="49">
                  <c:v>342.40999999999997</c:v>
                </c:pt>
                <c:pt idx="50">
                  <c:v>356.13</c:v>
                </c:pt>
                <c:pt idx="51">
                  <c:v>367.38</c:v>
                </c:pt>
                <c:pt idx="52">
                  <c:v>376.33</c:v>
                </c:pt>
                <c:pt idx="53">
                  <c:v>389.96</c:v>
                </c:pt>
                <c:pt idx="54">
                  <c:v>400.81</c:v>
                </c:pt>
                <c:pt idx="55">
                  <c:v>413.10999999999996</c:v>
                </c:pt>
                <c:pt idx="56">
                  <c:v>423.41</c:v>
                </c:pt>
                <c:pt idx="57">
                  <c:v>436.56</c:v>
                </c:pt>
                <c:pt idx="58">
                  <c:v>448.89</c:v>
                </c:pt>
                <c:pt idx="59">
                  <c:v>459.16</c:v>
                </c:pt>
                <c:pt idx="60">
                  <c:v>472.66999999999996</c:v>
                </c:pt>
                <c:pt idx="61">
                  <c:v>479.21999999999997</c:v>
                </c:pt>
                <c:pt idx="62">
                  <c:v>491.14000000000004</c:v>
                </c:pt>
                <c:pt idx="63">
                  <c:v>503.66999999999996</c:v>
                </c:pt>
                <c:pt idx="64">
                  <c:v>511.26000000000005</c:v>
                </c:pt>
                <c:pt idx="65">
                  <c:v>523.66</c:v>
                </c:pt>
                <c:pt idx="66">
                  <c:v>536.1</c:v>
                </c:pt>
                <c:pt idx="67">
                  <c:v>545.20000000000005</c:v>
                </c:pt>
                <c:pt idx="68">
                  <c:v>552.18999999999994</c:v>
                </c:pt>
                <c:pt idx="69">
                  <c:v>566.25</c:v>
                </c:pt>
                <c:pt idx="70">
                  <c:v>577.79999999999995</c:v>
                </c:pt>
                <c:pt idx="71">
                  <c:v>590.03000000000009</c:v>
                </c:pt>
                <c:pt idx="72">
                  <c:v>601.15</c:v>
                </c:pt>
                <c:pt idx="73">
                  <c:v>611.1</c:v>
                </c:pt>
                <c:pt idx="74">
                  <c:v>622.36</c:v>
                </c:pt>
                <c:pt idx="75">
                  <c:v>624.66</c:v>
                </c:pt>
                <c:pt idx="76">
                  <c:v>643.44000000000005</c:v>
                </c:pt>
                <c:pt idx="77">
                  <c:v>649.11</c:v>
                </c:pt>
                <c:pt idx="78">
                  <c:v>659.80000000000007</c:v>
                </c:pt>
                <c:pt idx="79">
                  <c:v>670.20999999999992</c:v>
                </c:pt>
                <c:pt idx="80">
                  <c:v>680.06</c:v>
                </c:pt>
                <c:pt idx="81">
                  <c:v>681.71</c:v>
                </c:pt>
                <c:pt idx="82">
                  <c:v>695.43</c:v>
                </c:pt>
                <c:pt idx="83">
                  <c:v>705.29</c:v>
                </c:pt>
                <c:pt idx="84">
                  <c:v>713.54</c:v>
                </c:pt>
                <c:pt idx="85">
                  <c:v>721.75</c:v>
                </c:pt>
                <c:pt idx="86">
                  <c:v>730.8</c:v>
                </c:pt>
                <c:pt idx="87">
                  <c:v>741.88</c:v>
                </c:pt>
                <c:pt idx="88">
                  <c:v>751.75</c:v>
                </c:pt>
                <c:pt idx="89">
                  <c:v>765.32999999999993</c:v>
                </c:pt>
                <c:pt idx="90">
                  <c:v>770.1400000000001</c:v>
                </c:pt>
                <c:pt idx="91">
                  <c:v>780.37</c:v>
                </c:pt>
                <c:pt idx="92">
                  <c:v>793.03</c:v>
                </c:pt>
                <c:pt idx="93">
                  <c:v>802.43</c:v>
                </c:pt>
                <c:pt idx="94">
                  <c:v>813.53</c:v>
                </c:pt>
                <c:pt idx="95">
                  <c:v>826.89</c:v>
                </c:pt>
                <c:pt idx="96">
                  <c:v>832.63</c:v>
                </c:pt>
                <c:pt idx="97">
                  <c:v>842.82999999999993</c:v>
                </c:pt>
                <c:pt idx="98">
                  <c:v>856.31000000000006</c:v>
                </c:pt>
                <c:pt idx="99">
                  <c:v>866.22</c:v>
                </c:pt>
                <c:pt idx="100">
                  <c:v>862.46</c:v>
                </c:pt>
                <c:pt idx="101">
                  <c:v>881.86</c:v>
                </c:pt>
                <c:pt idx="102">
                  <c:v>893.98</c:v>
                </c:pt>
                <c:pt idx="103">
                  <c:v>905.3</c:v>
                </c:pt>
                <c:pt idx="104">
                  <c:v>917.18</c:v>
                </c:pt>
                <c:pt idx="105">
                  <c:v>926.63</c:v>
                </c:pt>
                <c:pt idx="106">
                  <c:v>937.68</c:v>
                </c:pt>
                <c:pt idx="107">
                  <c:v>949.18999999999994</c:v>
                </c:pt>
                <c:pt idx="108">
                  <c:v>960.31999999999994</c:v>
                </c:pt>
                <c:pt idx="109">
                  <c:v>971.75</c:v>
                </c:pt>
                <c:pt idx="110">
                  <c:v>980.9</c:v>
                </c:pt>
                <c:pt idx="111">
                  <c:v>992.02</c:v>
                </c:pt>
                <c:pt idx="112">
                  <c:v>1003.02</c:v>
                </c:pt>
                <c:pt idx="113">
                  <c:v>1014.48</c:v>
                </c:pt>
                <c:pt idx="114">
                  <c:v>1020.61</c:v>
                </c:pt>
                <c:pt idx="115">
                  <c:v>1028.07</c:v>
                </c:pt>
                <c:pt idx="116">
                  <c:v>1042.5500000000002</c:v>
                </c:pt>
                <c:pt idx="117">
                  <c:v>1049.96</c:v>
                </c:pt>
                <c:pt idx="118">
                  <c:v>1061.6200000000001</c:v>
                </c:pt>
                <c:pt idx="119">
                  <c:v>1068.48</c:v>
                </c:pt>
                <c:pt idx="120">
                  <c:v>1081.58</c:v>
                </c:pt>
                <c:pt idx="121">
                  <c:v>1078.55</c:v>
                </c:pt>
                <c:pt idx="122">
                  <c:v>1098.3700000000001</c:v>
                </c:pt>
                <c:pt idx="123">
                  <c:v>1112.26</c:v>
                </c:pt>
                <c:pt idx="124">
                  <c:v>1121.71</c:v>
                </c:pt>
                <c:pt idx="125">
                  <c:v>1130.1399999999999</c:v>
                </c:pt>
                <c:pt idx="126">
                  <c:v>1138.96</c:v>
                </c:pt>
                <c:pt idx="127">
                  <c:v>1151.94</c:v>
                </c:pt>
                <c:pt idx="128">
                  <c:v>1163.17</c:v>
                </c:pt>
                <c:pt idx="129">
                  <c:v>1173.56</c:v>
                </c:pt>
                <c:pt idx="130">
                  <c:v>1184.5900000000001</c:v>
                </c:pt>
                <c:pt idx="131">
                  <c:v>1190.92</c:v>
                </c:pt>
                <c:pt idx="132">
                  <c:v>1202.5900000000001</c:v>
                </c:pt>
                <c:pt idx="133">
                  <c:v>1214.21</c:v>
                </c:pt>
                <c:pt idx="134">
                  <c:v>1226.74</c:v>
                </c:pt>
                <c:pt idx="135">
                  <c:v>1232.26</c:v>
                </c:pt>
                <c:pt idx="136">
                  <c:v>1247</c:v>
                </c:pt>
                <c:pt idx="137">
                  <c:v>1254.26</c:v>
                </c:pt>
                <c:pt idx="138">
                  <c:v>1263.3000000000002</c:v>
                </c:pt>
                <c:pt idx="139">
                  <c:v>1267.4099999999999</c:v>
                </c:pt>
                <c:pt idx="140">
                  <c:v>1280.4199999999998</c:v>
                </c:pt>
                <c:pt idx="141">
                  <c:v>1297.23</c:v>
                </c:pt>
                <c:pt idx="142">
                  <c:v>1307.95</c:v>
                </c:pt>
                <c:pt idx="143">
                  <c:v>1315.82</c:v>
                </c:pt>
                <c:pt idx="144">
                  <c:v>1327.72</c:v>
                </c:pt>
                <c:pt idx="145">
                  <c:v>1331.03</c:v>
                </c:pt>
                <c:pt idx="146">
                  <c:v>1350.06</c:v>
                </c:pt>
                <c:pt idx="147">
                  <c:v>1349.77</c:v>
                </c:pt>
                <c:pt idx="148">
                  <c:v>1365.02</c:v>
                </c:pt>
                <c:pt idx="149">
                  <c:v>1375.1899999999998</c:v>
                </c:pt>
                <c:pt idx="150">
                  <c:v>1372.52</c:v>
                </c:pt>
                <c:pt idx="151">
                  <c:v>1394.8899999999999</c:v>
                </c:pt>
                <c:pt idx="152">
                  <c:v>1405.69</c:v>
                </c:pt>
                <c:pt idx="153">
                  <c:v>1398.96</c:v>
                </c:pt>
                <c:pt idx="154">
                  <c:v>1423.3400000000001</c:v>
                </c:pt>
                <c:pt idx="155">
                  <c:v>1434.46</c:v>
                </c:pt>
                <c:pt idx="156">
                  <c:v>1446.5900000000001</c:v>
                </c:pt>
                <c:pt idx="157">
                  <c:v>1450.18</c:v>
                </c:pt>
                <c:pt idx="158">
                  <c:v>1463.4</c:v>
                </c:pt>
                <c:pt idx="159">
                  <c:v>1474.66</c:v>
                </c:pt>
                <c:pt idx="160">
                  <c:v>1490.1599999999999</c:v>
                </c:pt>
                <c:pt idx="161">
                  <c:v>1494.3999999999999</c:v>
                </c:pt>
                <c:pt idx="162">
                  <c:v>1507.61</c:v>
                </c:pt>
                <c:pt idx="163">
                  <c:v>1517.63</c:v>
                </c:pt>
                <c:pt idx="164">
                  <c:v>1531.13</c:v>
                </c:pt>
                <c:pt idx="165">
                  <c:v>1540.44</c:v>
                </c:pt>
                <c:pt idx="166">
                  <c:v>1557.4099999999999</c:v>
                </c:pt>
                <c:pt idx="167">
                  <c:v>1562.09</c:v>
                </c:pt>
                <c:pt idx="168">
                  <c:v>1570.75</c:v>
                </c:pt>
                <c:pt idx="169">
                  <c:v>1582.17</c:v>
                </c:pt>
                <c:pt idx="170">
                  <c:v>1598.8500000000001</c:v>
                </c:pt>
                <c:pt idx="171">
                  <c:v>1599.54</c:v>
                </c:pt>
                <c:pt idx="172">
                  <c:v>1612.1399999999999</c:v>
                </c:pt>
                <c:pt idx="173">
                  <c:v>1628.11</c:v>
                </c:pt>
                <c:pt idx="174">
                  <c:v>1633.26</c:v>
                </c:pt>
                <c:pt idx="175">
                  <c:v>1642.6000000000001</c:v>
                </c:pt>
                <c:pt idx="176">
                  <c:v>1653.6200000000001</c:v>
                </c:pt>
                <c:pt idx="177">
                  <c:v>1666.4</c:v>
                </c:pt>
                <c:pt idx="178">
                  <c:v>1669.64</c:v>
                </c:pt>
                <c:pt idx="179">
                  <c:v>1678.6799999999998</c:v>
                </c:pt>
                <c:pt idx="180">
                  <c:v>1692.98</c:v>
                </c:pt>
                <c:pt idx="181">
                  <c:v>1704.5600000000002</c:v>
                </c:pt>
                <c:pt idx="182">
                  <c:v>1712.21</c:v>
                </c:pt>
                <c:pt idx="183">
                  <c:v>1720.9</c:v>
                </c:pt>
                <c:pt idx="184">
                  <c:v>1736.89</c:v>
                </c:pt>
                <c:pt idx="185">
                  <c:v>1740.8799999999999</c:v>
                </c:pt>
                <c:pt idx="186">
                  <c:v>1752.4599999999998</c:v>
                </c:pt>
                <c:pt idx="187">
                  <c:v>1764.73</c:v>
                </c:pt>
                <c:pt idx="188">
                  <c:v>1739.52</c:v>
                </c:pt>
                <c:pt idx="189">
                  <c:v>1780.78</c:v>
                </c:pt>
                <c:pt idx="190">
                  <c:v>1791.01</c:v>
                </c:pt>
                <c:pt idx="191">
                  <c:v>1801.8300000000002</c:v>
                </c:pt>
                <c:pt idx="192">
                  <c:v>1814.13</c:v>
                </c:pt>
                <c:pt idx="193">
                  <c:v>1830.67</c:v>
                </c:pt>
                <c:pt idx="194">
                  <c:v>1831.8000000000002</c:v>
                </c:pt>
                <c:pt idx="195">
                  <c:v>1842.09</c:v>
                </c:pt>
                <c:pt idx="196">
                  <c:v>1854.25</c:v>
                </c:pt>
                <c:pt idx="197">
                  <c:v>1865.74</c:v>
                </c:pt>
                <c:pt idx="198">
                  <c:v>1869.26</c:v>
                </c:pt>
                <c:pt idx="199">
                  <c:v>1883.6599999999999</c:v>
                </c:pt>
                <c:pt idx="200">
                  <c:v>1892.15</c:v>
                </c:pt>
                <c:pt idx="201">
                  <c:v>1899.78</c:v>
                </c:pt>
                <c:pt idx="202">
                  <c:v>1918.39</c:v>
                </c:pt>
                <c:pt idx="203">
                  <c:v>1912.3300000000002</c:v>
                </c:pt>
                <c:pt idx="204">
                  <c:v>1932.5</c:v>
                </c:pt>
                <c:pt idx="205">
                  <c:v>1938.37</c:v>
                </c:pt>
                <c:pt idx="206">
                  <c:v>1954.77</c:v>
                </c:pt>
                <c:pt idx="207">
                  <c:v>1952.89</c:v>
                </c:pt>
                <c:pt idx="208">
                  <c:v>1966.74</c:v>
                </c:pt>
                <c:pt idx="209">
                  <c:v>1981.19</c:v>
                </c:pt>
                <c:pt idx="210">
                  <c:v>1984.89</c:v>
                </c:pt>
                <c:pt idx="211">
                  <c:v>1994.44</c:v>
                </c:pt>
                <c:pt idx="212">
                  <c:v>2005.23</c:v>
                </c:pt>
                <c:pt idx="213">
                  <c:v>2017.4699999999998</c:v>
                </c:pt>
                <c:pt idx="214">
                  <c:v>2027.85</c:v>
                </c:pt>
                <c:pt idx="215">
                  <c:v>2031.1200000000001</c:v>
                </c:pt>
                <c:pt idx="216">
                  <c:v>2043.7599999999998</c:v>
                </c:pt>
                <c:pt idx="217">
                  <c:v>2059.65</c:v>
                </c:pt>
                <c:pt idx="218">
                  <c:v>2055.56</c:v>
                </c:pt>
                <c:pt idx="219">
                  <c:v>2072.4</c:v>
                </c:pt>
                <c:pt idx="220">
                  <c:v>2077.0400000000004</c:v>
                </c:pt>
                <c:pt idx="221">
                  <c:v>2087.91</c:v>
                </c:pt>
                <c:pt idx="222">
                  <c:v>2096.7199999999998</c:v>
                </c:pt>
                <c:pt idx="223">
                  <c:v>2108.0800000000004</c:v>
                </c:pt>
                <c:pt idx="224">
                  <c:v>2116.69</c:v>
                </c:pt>
                <c:pt idx="225">
                  <c:v>2126.87</c:v>
                </c:pt>
                <c:pt idx="226">
                  <c:v>2136.64</c:v>
                </c:pt>
                <c:pt idx="227">
                  <c:v>2150.2599999999998</c:v>
                </c:pt>
                <c:pt idx="228">
                  <c:v>2154.2199999999998</c:v>
                </c:pt>
                <c:pt idx="229">
                  <c:v>2156.2000000000003</c:v>
                </c:pt>
                <c:pt idx="230">
                  <c:v>2171.94</c:v>
                </c:pt>
                <c:pt idx="231">
                  <c:v>2173.6</c:v>
                </c:pt>
                <c:pt idx="232">
                  <c:v>2193.4</c:v>
                </c:pt>
                <c:pt idx="233">
                  <c:v>2196.8399999999997</c:v>
                </c:pt>
                <c:pt idx="234">
                  <c:v>2206.35</c:v>
                </c:pt>
                <c:pt idx="235">
                  <c:v>2206.9299999999998</c:v>
                </c:pt>
                <c:pt idx="236">
                  <c:v>2221.2800000000002</c:v>
                </c:pt>
                <c:pt idx="237">
                  <c:v>2230.5</c:v>
                </c:pt>
                <c:pt idx="238">
                  <c:v>2239.5</c:v>
                </c:pt>
                <c:pt idx="239">
                  <c:v>2240.0699999999997</c:v>
                </c:pt>
                <c:pt idx="240">
                  <c:v>2248</c:v>
                </c:pt>
                <c:pt idx="241">
                  <c:v>2258.2399999999998</c:v>
                </c:pt>
                <c:pt idx="242">
                  <c:v>2268.02</c:v>
                </c:pt>
                <c:pt idx="243">
                  <c:v>2283.3100000000004</c:v>
                </c:pt>
                <c:pt idx="244">
                  <c:v>2278.6799999999998</c:v>
                </c:pt>
                <c:pt idx="245">
                  <c:v>2290.06</c:v>
                </c:pt>
                <c:pt idx="246">
                  <c:v>2299.1000000000004</c:v>
                </c:pt>
                <c:pt idx="247">
                  <c:v>2309.2800000000002</c:v>
                </c:pt>
                <c:pt idx="248">
                  <c:v>2317.44</c:v>
                </c:pt>
                <c:pt idx="249">
                  <c:v>2325.37</c:v>
                </c:pt>
                <c:pt idx="250">
                  <c:v>2328.75</c:v>
                </c:pt>
                <c:pt idx="251">
                  <c:v>2342.2999999999997</c:v>
                </c:pt>
                <c:pt idx="252">
                  <c:v>2348.4299999999998</c:v>
                </c:pt>
                <c:pt idx="253">
                  <c:v>2363.23</c:v>
                </c:pt>
                <c:pt idx="254">
                  <c:v>2360.58</c:v>
                </c:pt>
                <c:pt idx="255">
                  <c:v>2373.86</c:v>
                </c:pt>
                <c:pt idx="256">
                  <c:v>2386.64</c:v>
                </c:pt>
                <c:pt idx="257">
                  <c:v>2370.5300000000002</c:v>
                </c:pt>
                <c:pt idx="258">
                  <c:v>2400.69</c:v>
                </c:pt>
                <c:pt idx="259">
                  <c:v>2402.4899999999998</c:v>
                </c:pt>
                <c:pt idx="260">
                  <c:v>2411.2599999999998</c:v>
                </c:pt>
                <c:pt idx="261">
                  <c:v>2423.7399999999998</c:v>
                </c:pt>
                <c:pt idx="262">
                  <c:v>2416.89</c:v>
                </c:pt>
                <c:pt idx="263">
                  <c:v>2447.42</c:v>
                </c:pt>
                <c:pt idx="264">
                  <c:v>2446.5499999999997</c:v>
                </c:pt>
                <c:pt idx="265">
                  <c:v>2465.59</c:v>
                </c:pt>
                <c:pt idx="266">
                  <c:v>2461.44</c:v>
                </c:pt>
                <c:pt idx="267">
                  <c:v>2470.6999999999998</c:v>
                </c:pt>
                <c:pt idx="268">
                  <c:v>2482.29</c:v>
                </c:pt>
                <c:pt idx="269">
                  <c:v>2493.5700000000002</c:v>
                </c:pt>
                <c:pt idx="270">
                  <c:v>2498.48</c:v>
                </c:pt>
                <c:pt idx="271">
                  <c:v>2505.5299999999997</c:v>
                </c:pt>
                <c:pt idx="272">
                  <c:v>2515.1799999999998</c:v>
                </c:pt>
                <c:pt idx="273">
                  <c:v>2519.1499999999996</c:v>
                </c:pt>
                <c:pt idx="274">
                  <c:v>2527.56</c:v>
                </c:pt>
                <c:pt idx="275">
                  <c:v>2535.91</c:v>
                </c:pt>
                <c:pt idx="276">
                  <c:v>2550.63</c:v>
                </c:pt>
                <c:pt idx="277">
                  <c:v>2548.5699999999997</c:v>
                </c:pt>
                <c:pt idx="278">
                  <c:v>2554.9300000000003</c:v>
                </c:pt>
                <c:pt idx="279">
                  <c:v>2566.41</c:v>
                </c:pt>
                <c:pt idx="280">
                  <c:v>2574.37</c:v>
                </c:pt>
                <c:pt idx="281">
                  <c:v>2550.4899999999998</c:v>
                </c:pt>
                <c:pt idx="282">
                  <c:v>2592.0299999999997</c:v>
                </c:pt>
                <c:pt idx="283">
                  <c:v>2546.96</c:v>
                </c:pt>
                <c:pt idx="284">
                  <c:v>2602.85</c:v>
                </c:pt>
                <c:pt idx="285">
                  <c:v>2606.69</c:v>
                </c:pt>
                <c:pt idx="286">
                  <c:v>2616.96</c:v>
                </c:pt>
                <c:pt idx="287">
                  <c:v>2620.8399999999997</c:v>
                </c:pt>
                <c:pt idx="288">
                  <c:v>2628.4900000000002</c:v>
                </c:pt>
                <c:pt idx="289">
                  <c:v>2634.7</c:v>
                </c:pt>
                <c:pt idx="290">
                  <c:v>2658.84</c:v>
                </c:pt>
                <c:pt idx="291">
                  <c:v>2647.8700000000003</c:v>
                </c:pt>
                <c:pt idx="292">
                  <c:v>2662.17</c:v>
                </c:pt>
                <c:pt idx="293">
                  <c:v>2669.2599999999998</c:v>
                </c:pt>
                <c:pt idx="294">
                  <c:v>2670.7999999999997</c:v>
                </c:pt>
                <c:pt idx="295">
                  <c:v>2684.91</c:v>
                </c:pt>
                <c:pt idx="296">
                  <c:v>2664.82</c:v>
                </c:pt>
                <c:pt idx="297">
                  <c:v>2702.34</c:v>
                </c:pt>
                <c:pt idx="298">
                  <c:v>2714.9</c:v>
                </c:pt>
                <c:pt idx="299">
                  <c:v>2719.2400000000002</c:v>
                </c:pt>
                <c:pt idx="300">
                  <c:v>2739.51</c:v>
                </c:pt>
                <c:pt idx="301">
                  <c:v>2732.13</c:v>
                </c:pt>
                <c:pt idx="302">
                  <c:v>2743.52</c:v>
                </c:pt>
                <c:pt idx="303">
                  <c:v>2751.3999999999996</c:v>
                </c:pt>
                <c:pt idx="304">
                  <c:v>2760.84</c:v>
                </c:pt>
                <c:pt idx="305">
                  <c:v>2766.2599999999998</c:v>
                </c:pt>
                <c:pt idx="306">
                  <c:v>2782.63</c:v>
                </c:pt>
                <c:pt idx="307">
                  <c:v>2774.02</c:v>
                </c:pt>
                <c:pt idx="308">
                  <c:v>2785.97</c:v>
                </c:pt>
                <c:pt idx="309">
                  <c:v>2792.95</c:v>
                </c:pt>
                <c:pt idx="310">
                  <c:v>2808.81</c:v>
                </c:pt>
                <c:pt idx="311">
                  <c:v>2806.37</c:v>
                </c:pt>
                <c:pt idx="312">
                  <c:v>2813.49</c:v>
                </c:pt>
                <c:pt idx="313">
                  <c:v>2823.29</c:v>
                </c:pt>
                <c:pt idx="314">
                  <c:v>2835.25</c:v>
                </c:pt>
                <c:pt idx="315">
                  <c:v>2832.1299999999997</c:v>
                </c:pt>
                <c:pt idx="316">
                  <c:v>2843.6400000000003</c:v>
                </c:pt>
                <c:pt idx="317">
                  <c:v>2856.6600000000003</c:v>
                </c:pt>
                <c:pt idx="318">
                  <c:v>2863.01</c:v>
                </c:pt>
                <c:pt idx="319">
                  <c:v>2865.7200000000003</c:v>
                </c:pt>
                <c:pt idx="320">
                  <c:v>2875.56</c:v>
                </c:pt>
                <c:pt idx="321">
                  <c:v>2871.99</c:v>
                </c:pt>
                <c:pt idx="322">
                  <c:v>2883.3</c:v>
                </c:pt>
                <c:pt idx="323">
                  <c:v>2876.15</c:v>
                </c:pt>
                <c:pt idx="324">
                  <c:v>2886.6200000000003</c:v>
                </c:pt>
                <c:pt idx="325">
                  <c:v>2891.8599999999997</c:v>
                </c:pt>
                <c:pt idx="326">
                  <c:v>2908.5</c:v>
                </c:pt>
                <c:pt idx="327">
                  <c:v>2916.7000000000003</c:v>
                </c:pt>
                <c:pt idx="328">
                  <c:v>2914.72</c:v>
                </c:pt>
                <c:pt idx="329">
                  <c:v>2928.68</c:v>
                </c:pt>
                <c:pt idx="330">
                  <c:v>2930.0099999999998</c:v>
                </c:pt>
                <c:pt idx="331">
                  <c:v>2941.68</c:v>
                </c:pt>
                <c:pt idx="332">
                  <c:v>2882.5</c:v>
                </c:pt>
                <c:pt idx="333">
                  <c:v>2949.22</c:v>
                </c:pt>
                <c:pt idx="334">
                  <c:v>2958.72</c:v>
                </c:pt>
                <c:pt idx="335">
                  <c:v>2958.6299999999997</c:v>
                </c:pt>
                <c:pt idx="336">
                  <c:v>2970.6</c:v>
                </c:pt>
                <c:pt idx="337">
                  <c:v>2976.9199999999996</c:v>
                </c:pt>
                <c:pt idx="338">
                  <c:v>2986.46</c:v>
                </c:pt>
                <c:pt idx="339">
                  <c:v>2988.02</c:v>
                </c:pt>
                <c:pt idx="340">
                  <c:v>2995.0899999999997</c:v>
                </c:pt>
                <c:pt idx="341">
                  <c:v>3003.4700000000003</c:v>
                </c:pt>
                <c:pt idx="342">
                  <c:v>3011.73</c:v>
                </c:pt>
                <c:pt idx="343">
                  <c:v>3010.0699999999997</c:v>
                </c:pt>
                <c:pt idx="344">
                  <c:v>3017.92</c:v>
                </c:pt>
                <c:pt idx="345">
                  <c:v>3029.61</c:v>
                </c:pt>
                <c:pt idx="346">
                  <c:v>3038.36</c:v>
                </c:pt>
                <c:pt idx="347">
                  <c:v>3028.36</c:v>
                </c:pt>
                <c:pt idx="348">
                  <c:v>3050.64</c:v>
                </c:pt>
                <c:pt idx="349">
                  <c:v>3059.66</c:v>
                </c:pt>
                <c:pt idx="350">
                  <c:v>3065.95</c:v>
                </c:pt>
                <c:pt idx="351">
                  <c:v>3066.85</c:v>
                </c:pt>
                <c:pt idx="352">
                  <c:v>3063.26</c:v>
                </c:pt>
                <c:pt idx="353">
                  <c:v>3087.34</c:v>
                </c:pt>
                <c:pt idx="354">
                  <c:v>3085.5800000000004</c:v>
                </c:pt>
                <c:pt idx="355">
                  <c:v>3088.67</c:v>
                </c:pt>
                <c:pt idx="356">
                  <c:v>3076.06</c:v>
                </c:pt>
                <c:pt idx="357">
                  <c:v>3093.48</c:v>
                </c:pt>
                <c:pt idx="358">
                  <c:v>3096.2900000000004</c:v>
                </c:pt>
                <c:pt idx="359">
                  <c:v>3098.42</c:v>
                </c:pt>
                <c:pt idx="360">
                  <c:v>3113.79</c:v>
                </c:pt>
                <c:pt idx="361">
                  <c:v>3114.8799999999997</c:v>
                </c:pt>
                <c:pt idx="362">
                  <c:v>3120.04</c:v>
                </c:pt>
                <c:pt idx="363">
                  <c:v>3129.31</c:v>
                </c:pt>
                <c:pt idx="364">
                  <c:v>3115.0899999999997</c:v>
                </c:pt>
                <c:pt idx="365">
                  <c:v>3139.4700000000003</c:v>
                </c:pt>
                <c:pt idx="366">
                  <c:v>3148.19</c:v>
                </c:pt>
                <c:pt idx="367">
                  <c:v>3157.29</c:v>
                </c:pt>
                <c:pt idx="368">
                  <c:v>3170.0499999999997</c:v>
                </c:pt>
                <c:pt idx="369">
                  <c:v>3170.11</c:v>
                </c:pt>
                <c:pt idx="370">
                  <c:v>3177.0499999999997</c:v>
                </c:pt>
                <c:pt idx="371">
                  <c:v>3143.1800000000003</c:v>
                </c:pt>
                <c:pt idx="372">
                  <c:v>3184.04</c:v>
                </c:pt>
                <c:pt idx="373">
                  <c:v>3192.93</c:v>
                </c:pt>
                <c:pt idx="374">
                  <c:v>3197.85</c:v>
                </c:pt>
                <c:pt idx="375">
                  <c:v>3201.14</c:v>
                </c:pt>
                <c:pt idx="376">
                  <c:v>3213.8</c:v>
                </c:pt>
                <c:pt idx="377">
                  <c:v>3226.78</c:v>
                </c:pt>
                <c:pt idx="378">
                  <c:v>3213.15</c:v>
                </c:pt>
                <c:pt idx="379">
                  <c:v>3236.32</c:v>
                </c:pt>
                <c:pt idx="380">
                  <c:v>3237.0899999999997</c:v>
                </c:pt>
                <c:pt idx="381">
                  <c:v>3245</c:v>
                </c:pt>
                <c:pt idx="382">
                  <c:v>3241.4</c:v>
                </c:pt>
                <c:pt idx="383">
                  <c:v>3260.25</c:v>
                </c:pt>
                <c:pt idx="384">
                  <c:v>3264.78</c:v>
                </c:pt>
                <c:pt idx="385">
                  <c:v>3278.23</c:v>
                </c:pt>
                <c:pt idx="386">
                  <c:v>3282.36</c:v>
                </c:pt>
                <c:pt idx="387">
                  <c:v>3222.13</c:v>
                </c:pt>
                <c:pt idx="388">
                  <c:v>3266.09</c:v>
                </c:pt>
                <c:pt idx="389">
                  <c:v>3284.25</c:v>
                </c:pt>
                <c:pt idx="390">
                  <c:v>3297.28</c:v>
                </c:pt>
                <c:pt idx="391">
                  <c:v>3301</c:v>
                </c:pt>
                <c:pt idx="392">
                  <c:v>3301.53</c:v>
                </c:pt>
                <c:pt idx="393">
                  <c:v>3308.71</c:v>
                </c:pt>
                <c:pt idx="394">
                  <c:v>3317.22</c:v>
                </c:pt>
                <c:pt idx="395">
                  <c:v>3325.62</c:v>
                </c:pt>
                <c:pt idx="396">
                  <c:v>3334.13</c:v>
                </c:pt>
                <c:pt idx="397">
                  <c:v>3338.86</c:v>
                </c:pt>
                <c:pt idx="398">
                  <c:v>3311.77</c:v>
                </c:pt>
                <c:pt idx="399">
                  <c:v>3349</c:v>
                </c:pt>
                <c:pt idx="400">
                  <c:v>3355.45</c:v>
                </c:pt>
                <c:pt idx="401">
                  <c:v>3315.0400000000004</c:v>
                </c:pt>
                <c:pt idx="402">
                  <c:v>3362.27</c:v>
                </c:pt>
                <c:pt idx="403">
                  <c:v>3371.99</c:v>
                </c:pt>
                <c:pt idx="404">
                  <c:v>3381.13</c:v>
                </c:pt>
                <c:pt idx="405">
                  <c:v>3395.2599999999998</c:v>
                </c:pt>
                <c:pt idx="406">
                  <c:v>3397.1200000000003</c:v>
                </c:pt>
                <c:pt idx="407">
                  <c:v>3395.4399999999996</c:v>
                </c:pt>
                <c:pt idx="408">
                  <c:v>3386.11</c:v>
                </c:pt>
                <c:pt idx="409">
                  <c:v>3408.8599999999997</c:v>
                </c:pt>
                <c:pt idx="410">
                  <c:v>3403.9799999999996</c:v>
                </c:pt>
                <c:pt idx="411">
                  <c:v>3418.93</c:v>
                </c:pt>
                <c:pt idx="412">
                  <c:v>3415.36</c:v>
                </c:pt>
                <c:pt idx="413">
                  <c:v>3432.5299999999997</c:v>
                </c:pt>
                <c:pt idx="414">
                  <c:v>3442.34</c:v>
                </c:pt>
                <c:pt idx="415">
                  <c:v>3436.17</c:v>
                </c:pt>
                <c:pt idx="416">
                  <c:v>3444.15</c:v>
                </c:pt>
                <c:pt idx="417">
                  <c:v>3454.04</c:v>
                </c:pt>
                <c:pt idx="418">
                  <c:v>3447.2200000000003</c:v>
                </c:pt>
                <c:pt idx="419">
                  <c:v>3465.1299999999997</c:v>
                </c:pt>
                <c:pt idx="420">
                  <c:v>3462.2799999999997</c:v>
                </c:pt>
                <c:pt idx="421">
                  <c:v>3466.31</c:v>
                </c:pt>
                <c:pt idx="422">
                  <c:v>3472.52</c:v>
                </c:pt>
                <c:pt idx="423">
                  <c:v>3490.64</c:v>
                </c:pt>
                <c:pt idx="424">
                  <c:v>3482.97</c:v>
                </c:pt>
                <c:pt idx="425">
                  <c:v>3489.16</c:v>
                </c:pt>
                <c:pt idx="426">
                  <c:v>3495.58</c:v>
                </c:pt>
                <c:pt idx="427">
                  <c:v>3511.0299999999997</c:v>
                </c:pt>
                <c:pt idx="428">
                  <c:v>3504.75</c:v>
                </c:pt>
                <c:pt idx="429">
                  <c:v>3522.35</c:v>
                </c:pt>
                <c:pt idx="430">
                  <c:v>3534.52</c:v>
                </c:pt>
                <c:pt idx="431">
                  <c:v>3548.99</c:v>
                </c:pt>
                <c:pt idx="432">
                  <c:v>3544.7799999999997</c:v>
                </c:pt>
                <c:pt idx="433">
                  <c:v>3556.59</c:v>
                </c:pt>
                <c:pt idx="434">
                  <c:v>3566.15</c:v>
                </c:pt>
                <c:pt idx="435">
                  <c:v>3575.0099999999998</c:v>
                </c:pt>
                <c:pt idx="436">
                  <c:v>3566.92</c:v>
                </c:pt>
                <c:pt idx="437">
                  <c:v>3569.92</c:v>
                </c:pt>
                <c:pt idx="438">
                  <c:v>3588.0299999999997</c:v>
                </c:pt>
                <c:pt idx="439">
                  <c:v>3575.4199999999996</c:v>
                </c:pt>
                <c:pt idx="440">
                  <c:v>3597.19</c:v>
                </c:pt>
                <c:pt idx="441">
                  <c:v>3603.24</c:v>
                </c:pt>
                <c:pt idx="442">
                  <c:v>3609.1600000000003</c:v>
                </c:pt>
                <c:pt idx="443">
                  <c:v>3612.65</c:v>
                </c:pt>
                <c:pt idx="444">
                  <c:v>3620.58</c:v>
                </c:pt>
                <c:pt idx="445">
                  <c:v>3619.43</c:v>
                </c:pt>
                <c:pt idx="446">
                  <c:v>3564.02</c:v>
                </c:pt>
                <c:pt idx="447">
                  <c:v>3621.57</c:v>
                </c:pt>
                <c:pt idx="448">
                  <c:v>3629.3199999999997</c:v>
                </c:pt>
                <c:pt idx="449">
                  <c:v>3633.84</c:v>
                </c:pt>
                <c:pt idx="450">
                  <c:v>3648.3500000000004</c:v>
                </c:pt>
                <c:pt idx="451">
                  <c:v>3643.62</c:v>
                </c:pt>
                <c:pt idx="452">
                  <c:v>3648.2999999999997</c:v>
                </c:pt>
                <c:pt idx="453">
                  <c:v>3661.33</c:v>
                </c:pt>
                <c:pt idx="454">
                  <c:v>3628.0899999999997</c:v>
                </c:pt>
                <c:pt idx="455">
                  <c:v>3656.9500000000003</c:v>
                </c:pt>
                <c:pt idx="456">
                  <c:v>3659.85</c:v>
                </c:pt>
                <c:pt idx="457">
                  <c:v>3669</c:v>
                </c:pt>
                <c:pt idx="458">
                  <c:v>3683.54</c:v>
                </c:pt>
                <c:pt idx="459">
                  <c:v>3675.64</c:v>
                </c:pt>
                <c:pt idx="460">
                  <c:v>3680.16</c:v>
                </c:pt>
                <c:pt idx="461">
                  <c:v>3686.15</c:v>
                </c:pt>
                <c:pt idx="462">
                  <c:v>3690.74</c:v>
                </c:pt>
                <c:pt idx="463">
                  <c:v>3670.7200000000003</c:v>
                </c:pt>
                <c:pt idx="464">
                  <c:v>3701.39</c:v>
                </c:pt>
                <c:pt idx="465">
                  <c:v>3712.62</c:v>
                </c:pt>
                <c:pt idx="466">
                  <c:v>3719.97</c:v>
                </c:pt>
                <c:pt idx="467">
                  <c:v>3721.5600000000004</c:v>
                </c:pt>
                <c:pt idx="468">
                  <c:v>3734.47</c:v>
                </c:pt>
                <c:pt idx="469">
                  <c:v>3718.9199999999996</c:v>
                </c:pt>
                <c:pt idx="470">
                  <c:v>3734.3199999999997</c:v>
                </c:pt>
                <c:pt idx="471">
                  <c:v>3727.89</c:v>
                </c:pt>
                <c:pt idx="472">
                  <c:v>3752.9900000000002</c:v>
                </c:pt>
                <c:pt idx="473">
                  <c:v>3759.0499999999997</c:v>
                </c:pt>
                <c:pt idx="474">
                  <c:v>3761.7799999999997</c:v>
                </c:pt>
                <c:pt idx="475">
                  <c:v>3753.2999999999997</c:v>
                </c:pt>
                <c:pt idx="476">
                  <c:v>3769.83</c:v>
                </c:pt>
                <c:pt idx="477">
                  <c:v>3773.8900000000003</c:v>
                </c:pt>
                <c:pt idx="478">
                  <c:v>3777.7799999999997</c:v>
                </c:pt>
                <c:pt idx="479">
                  <c:v>3790.76</c:v>
                </c:pt>
                <c:pt idx="480">
                  <c:v>3781.04</c:v>
                </c:pt>
                <c:pt idx="481">
                  <c:v>3787.3</c:v>
                </c:pt>
                <c:pt idx="482">
                  <c:v>3804.5499999999997</c:v>
                </c:pt>
                <c:pt idx="483">
                  <c:v>3761.82</c:v>
                </c:pt>
                <c:pt idx="484">
                  <c:v>3799.7000000000003</c:v>
                </c:pt>
                <c:pt idx="485">
                  <c:v>3803.39</c:v>
                </c:pt>
                <c:pt idx="486">
                  <c:v>3811.47</c:v>
                </c:pt>
                <c:pt idx="487">
                  <c:v>3758.9</c:v>
                </c:pt>
                <c:pt idx="488">
                  <c:v>3816.32</c:v>
                </c:pt>
                <c:pt idx="489">
                  <c:v>3822.5</c:v>
                </c:pt>
                <c:pt idx="490">
                  <c:v>3836.86</c:v>
                </c:pt>
                <c:pt idx="491">
                  <c:v>3842.23</c:v>
                </c:pt>
                <c:pt idx="492">
                  <c:v>3849.45</c:v>
                </c:pt>
                <c:pt idx="493">
                  <c:v>3819.3</c:v>
                </c:pt>
                <c:pt idx="494">
                  <c:v>3853.31</c:v>
                </c:pt>
                <c:pt idx="495">
                  <c:v>3868.16</c:v>
                </c:pt>
                <c:pt idx="496">
                  <c:v>3871.2599999999998</c:v>
                </c:pt>
                <c:pt idx="497">
                  <c:v>3867.2599999999998</c:v>
                </c:pt>
                <c:pt idx="498">
                  <c:v>3885.32</c:v>
                </c:pt>
                <c:pt idx="499">
                  <c:v>3893.02</c:v>
                </c:pt>
                <c:pt idx="500">
                  <c:v>3832.17</c:v>
                </c:pt>
                <c:pt idx="501">
                  <c:v>3888.77</c:v>
                </c:pt>
                <c:pt idx="502">
                  <c:v>3892.88</c:v>
                </c:pt>
                <c:pt idx="503">
                  <c:v>3908.27</c:v>
                </c:pt>
                <c:pt idx="504">
                  <c:v>3861</c:v>
                </c:pt>
                <c:pt idx="505">
                  <c:v>3910.7400000000002</c:v>
                </c:pt>
                <c:pt idx="506">
                  <c:v>3915.75</c:v>
                </c:pt>
                <c:pt idx="507">
                  <c:v>3924.78</c:v>
                </c:pt>
                <c:pt idx="508">
                  <c:v>3921.08</c:v>
                </c:pt>
                <c:pt idx="509">
                  <c:v>3931.7400000000002</c:v>
                </c:pt>
                <c:pt idx="510">
                  <c:v>3939.93</c:v>
                </c:pt>
                <c:pt idx="511">
                  <c:v>3952.76</c:v>
                </c:pt>
                <c:pt idx="512">
                  <c:v>3949</c:v>
                </c:pt>
                <c:pt idx="513">
                  <c:v>3952.9</c:v>
                </c:pt>
                <c:pt idx="514">
                  <c:v>3955.4700000000003</c:v>
                </c:pt>
                <c:pt idx="515">
                  <c:v>3898.59</c:v>
                </c:pt>
                <c:pt idx="516">
                  <c:v>3958.86</c:v>
                </c:pt>
                <c:pt idx="517">
                  <c:v>3964.72</c:v>
                </c:pt>
                <c:pt idx="518">
                  <c:v>3972.39</c:v>
                </c:pt>
                <c:pt idx="519">
                  <c:v>3901.27</c:v>
                </c:pt>
                <c:pt idx="520">
                  <c:v>3983.3500000000004</c:v>
                </c:pt>
                <c:pt idx="521">
                  <c:v>3969.4500000000003</c:v>
                </c:pt>
                <c:pt idx="522">
                  <c:v>3976.51</c:v>
                </c:pt>
                <c:pt idx="523">
                  <c:v>3914.98</c:v>
                </c:pt>
                <c:pt idx="524">
                  <c:v>3975.58</c:v>
                </c:pt>
                <c:pt idx="525">
                  <c:v>3991.27</c:v>
                </c:pt>
                <c:pt idx="526">
                  <c:v>3990.69</c:v>
                </c:pt>
                <c:pt idx="527">
                  <c:v>3983.97</c:v>
                </c:pt>
                <c:pt idx="528">
                  <c:v>4001.17</c:v>
                </c:pt>
                <c:pt idx="529">
                  <c:v>4008.1</c:v>
                </c:pt>
                <c:pt idx="530">
                  <c:v>4014.64</c:v>
                </c:pt>
                <c:pt idx="531">
                  <c:v>4030.3399999999997</c:v>
                </c:pt>
                <c:pt idx="532">
                  <c:v>4025.17</c:v>
                </c:pt>
                <c:pt idx="533">
                  <c:v>4033.6100000000006</c:v>
                </c:pt>
                <c:pt idx="534">
                  <c:v>4047.91</c:v>
                </c:pt>
                <c:pt idx="535">
                  <c:v>4029.75</c:v>
                </c:pt>
                <c:pt idx="536">
                  <c:v>4046.59</c:v>
                </c:pt>
                <c:pt idx="537">
                  <c:v>4058.09</c:v>
                </c:pt>
                <c:pt idx="538">
                  <c:v>4064.1299999999997</c:v>
                </c:pt>
                <c:pt idx="539">
                  <c:v>4066.6399999999994</c:v>
                </c:pt>
                <c:pt idx="540">
                  <c:v>4067.4</c:v>
                </c:pt>
                <c:pt idx="541">
                  <c:v>4069.84</c:v>
                </c:pt>
                <c:pt idx="542">
                  <c:v>4077.3</c:v>
                </c:pt>
                <c:pt idx="543">
                  <c:v>4088.7799999999997</c:v>
                </c:pt>
                <c:pt idx="544">
                  <c:v>4064.8999999999996</c:v>
                </c:pt>
                <c:pt idx="545">
                  <c:v>4089.37</c:v>
                </c:pt>
                <c:pt idx="546">
                  <c:v>4102.1900000000005</c:v>
                </c:pt>
                <c:pt idx="547">
                  <c:v>4110.45</c:v>
                </c:pt>
                <c:pt idx="548">
                  <c:v>4116.7999999999993</c:v>
                </c:pt>
                <c:pt idx="549">
                  <c:v>4100.4500000000007</c:v>
                </c:pt>
                <c:pt idx="550">
                  <c:v>4105.2299999999996</c:v>
                </c:pt>
                <c:pt idx="551">
                  <c:v>4123.87</c:v>
                </c:pt>
                <c:pt idx="552">
                  <c:v>4087.5899999999997</c:v>
                </c:pt>
                <c:pt idx="553">
                  <c:v>4123.67</c:v>
                </c:pt>
                <c:pt idx="554">
                  <c:v>4124.4699999999993</c:v>
                </c:pt>
                <c:pt idx="555">
                  <c:v>4127.41</c:v>
                </c:pt>
                <c:pt idx="556">
                  <c:v>4140.6000000000004</c:v>
                </c:pt>
                <c:pt idx="557">
                  <c:v>4129.84</c:v>
                </c:pt>
                <c:pt idx="558">
                  <c:v>4147.7000000000007</c:v>
                </c:pt>
                <c:pt idx="559">
                  <c:v>4161.4800000000005</c:v>
                </c:pt>
                <c:pt idx="560">
                  <c:v>4166.6100000000006</c:v>
                </c:pt>
                <c:pt idx="561">
                  <c:v>4166.8500000000004</c:v>
                </c:pt>
                <c:pt idx="562">
                  <c:v>4178.83</c:v>
                </c:pt>
                <c:pt idx="563">
                  <c:v>4187.2999999999993</c:v>
                </c:pt>
                <c:pt idx="564">
                  <c:v>4182.66</c:v>
                </c:pt>
                <c:pt idx="565">
                  <c:v>4189.2</c:v>
                </c:pt>
                <c:pt idx="566">
                  <c:v>4143.2599999999993</c:v>
                </c:pt>
                <c:pt idx="567">
                  <c:v>4192.0700000000006</c:v>
                </c:pt>
                <c:pt idx="568">
                  <c:v>4199.1500000000005</c:v>
                </c:pt>
                <c:pt idx="569">
                  <c:v>4191.71</c:v>
                </c:pt>
                <c:pt idx="570">
                  <c:v>4203.1799999999994</c:v>
                </c:pt>
                <c:pt idx="571">
                  <c:v>4211.6899999999996</c:v>
                </c:pt>
                <c:pt idx="572">
                  <c:v>4184.74</c:v>
                </c:pt>
                <c:pt idx="573">
                  <c:v>4211.8</c:v>
                </c:pt>
                <c:pt idx="574">
                  <c:v>4222.8700000000008</c:v>
                </c:pt>
                <c:pt idx="575">
                  <c:v>4230.8100000000004</c:v>
                </c:pt>
                <c:pt idx="576">
                  <c:v>4215.42</c:v>
                </c:pt>
                <c:pt idx="577">
                  <c:v>4227.66</c:v>
                </c:pt>
                <c:pt idx="578">
                  <c:v>4243.12</c:v>
                </c:pt>
                <c:pt idx="579">
                  <c:v>4237.4599999999991</c:v>
                </c:pt>
                <c:pt idx="580">
                  <c:v>4213.09</c:v>
                </c:pt>
                <c:pt idx="581">
                  <c:v>4246.88</c:v>
                </c:pt>
                <c:pt idx="582">
                  <c:v>4268.22</c:v>
                </c:pt>
                <c:pt idx="583">
                  <c:v>4252.62</c:v>
                </c:pt>
                <c:pt idx="584">
                  <c:v>4228.0600000000004</c:v>
                </c:pt>
                <c:pt idx="585">
                  <c:v>4266.7299999999996</c:v>
                </c:pt>
                <c:pt idx="586">
                  <c:v>4262.09</c:v>
                </c:pt>
                <c:pt idx="587">
                  <c:v>4274.6500000000005</c:v>
                </c:pt>
                <c:pt idx="588">
                  <c:v>4283.37</c:v>
                </c:pt>
                <c:pt idx="589">
                  <c:v>4283.1799999999994</c:v>
                </c:pt>
                <c:pt idx="590">
                  <c:v>4283.95</c:v>
                </c:pt>
              </c:numCache>
            </c:numRef>
          </c:yVal>
          <c:smooth val="0"/>
          <c:extLst>
            <c:ext xmlns:c16="http://schemas.microsoft.com/office/drawing/2014/chart" uri="{C3380CC4-5D6E-409C-BE32-E72D297353CC}">
              <c16:uniqueId val="{00000002-1079-45A5-8BD0-B300E665AEDC}"/>
            </c:ext>
          </c:extLst>
        </c:ser>
        <c:ser>
          <c:idx val="3"/>
          <c:order val="3"/>
          <c:tx>
            <c:strRef>
              <c:f>'Post Processing CaCl2'!$BK$1</c:f>
              <c:strCache>
                <c:ptCount val="1"/>
                <c:pt idx="0">
                  <c:v>NF270_MC2_061114_S3CaCl3</c:v>
                </c:pt>
              </c:strCache>
            </c:strRef>
          </c:tx>
          <c:spPr>
            <a:ln w="38100">
              <a:noFill/>
            </a:ln>
          </c:spPr>
          <c:marker>
            <c:symbol val="x"/>
            <c:size val="2"/>
          </c:marker>
          <c:xVal>
            <c:numRef>
              <c:f>'Post Processing CaCl2'!$BL$13:$BL$2419</c:f>
              <c:numCache>
                <c:formatCode>General</c:formatCode>
                <c:ptCount val="2407"/>
                <c:pt idx="0">
                  <c:v>236.54</c:v>
                </c:pt>
                <c:pt idx="1">
                  <c:v>236.52</c:v>
                </c:pt>
                <c:pt idx="2">
                  <c:v>236.54</c:v>
                </c:pt>
                <c:pt idx="3">
                  <c:v>236.52</c:v>
                </c:pt>
                <c:pt idx="4">
                  <c:v>236.53</c:v>
                </c:pt>
                <c:pt idx="5">
                  <c:v>236.52</c:v>
                </c:pt>
                <c:pt idx="6">
                  <c:v>236.76</c:v>
                </c:pt>
                <c:pt idx="7">
                  <c:v>236.78</c:v>
                </c:pt>
                <c:pt idx="8">
                  <c:v>236.64</c:v>
                </c:pt>
                <c:pt idx="9">
                  <c:v>236.72000000000003</c:v>
                </c:pt>
                <c:pt idx="10">
                  <c:v>236.84</c:v>
                </c:pt>
                <c:pt idx="11">
                  <c:v>236.65</c:v>
                </c:pt>
                <c:pt idx="12">
                  <c:v>236.65</c:v>
                </c:pt>
                <c:pt idx="13">
                  <c:v>236.63</c:v>
                </c:pt>
                <c:pt idx="14">
                  <c:v>236.68</c:v>
                </c:pt>
                <c:pt idx="15">
                  <c:v>236.63</c:v>
                </c:pt>
                <c:pt idx="16">
                  <c:v>236.92</c:v>
                </c:pt>
                <c:pt idx="17">
                  <c:v>236.77</c:v>
                </c:pt>
                <c:pt idx="18">
                  <c:v>236.68</c:v>
                </c:pt>
                <c:pt idx="19">
                  <c:v>237.28</c:v>
                </c:pt>
                <c:pt idx="20">
                  <c:v>237.33</c:v>
                </c:pt>
                <c:pt idx="21">
                  <c:v>237.33</c:v>
                </c:pt>
                <c:pt idx="22">
                  <c:v>237.19</c:v>
                </c:pt>
                <c:pt idx="23">
                  <c:v>237.1</c:v>
                </c:pt>
                <c:pt idx="24">
                  <c:v>237.51</c:v>
                </c:pt>
                <c:pt idx="25">
                  <c:v>237.24</c:v>
                </c:pt>
                <c:pt idx="26">
                  <c:v>237.52</c:v>
                </c:pt>
                <c:pt idx="27">
                  <c:v>237.06</c:v>
                </c:pt>
                <c:pt idx="28">
                  <c:v>237.5</c:v>
                </c:pt>
                <c:pt idx="29">
                  <c:v>237.22</c:v>
                </c:pt>
                <c:pt idx="30">
                  <c:v>237.37</c:v>
                </c:pt>
                <c:pt idx="31">
                  <c:v>237.43</c:v>
                </c:pt>
                <c:pt idx="32">
                  <c:v>237.44000000000003</c:v>
                </c:pt>
                <c:pt idx="33">
                  <c:v>237.51</c:v>
                </c:pt>
                <c:pt idx="34">
                  <c:v>237.56</c:v>
                </c:pt>
                <c:pt idx="35">
                  <c:v>237.64</c:v>
                </c:pt>
                <c:pt idx="36">
                  <c:v>237.67</c:v>
                </c:pt>
                <c:pt idx="37">
                  <c:v>237.74</c:v>
                </c:pt>
                <c:pt idx="38">
                  <c:v>237.76</c:v>
                </c:pt>
                <c:pt idx="39">
                  <c:v>237.8</c:v>
                </c:pt>
                <c:pt idx="40">
                  <c:v>237.84</c:v>
                </c:pt>
                <c:pt idx="41">
                  <c:v>237.88</c:v>
                </c:pt>
                <c:pt idx="42">
                  <c:v>237.91</c:v>
                </c:pt>
                <c:pt idx="43">
                  <c:v>237.96</c:v>
                </c:pt>
                <c:pt idx="44">
                  <c:v>237.96</c:v>
                </c:pt>
                <c:pt idx="45">
                  <c:v>238.02</c:v>
                </c:pt>
                <c:pt idx="46">
                  <c:v>237.97</c:v>
                </c:pt>
                <c:pt idx="47">
                  <c:v>238.21</c:v>
                </c:pt>
                <c:pt idx="48">
                  <c:v>237.98</c:v>
                </c:pt>
                <c:pt idx="49">
                  <c:v>238.06</c:v>
                </c:pt>
                <c:pt idx="50">
                  <c:v>238.35</c:v>
                </c:pt>
                <c:pt idx="51">
                  <c:v>238.1</c:v>
                </c:pt>
                <c:pt idx="52">
                  <c:v>238.29</c:v>
                </c:pt>
                <c:pt idx="53">
                  <c:v>238</c:v>
                </c:pt>
                <c:pt idx="54">
                  <c:v>238.63</c:v>
                </c:pt>
                <c:pt idx="55">
                  <c:v>238.77</c:v>
                </c:pt>
                <c:pt idx="56">
                  <c:v>238.69000000000003</c:v>
                </c:pt>
                <c:pt idx="57">
                  <c:v>238.37</c:v>
                </c:pt>
                <c:pt idx="58">
                  <c:v>238.69000000000003</c:v>
                </c:pt>
                <c:pt idx="59">
                  <c:v>238.82</c:v>
                </c:pt>
                <c:pt idx="60">
                  <c:v>238.74</c:v>
                </c:pt>
                <c:pt idx="61">
                  <c:v>238.81</c:v>
                </c:pt>
                <c:pt idx="62">
                  <c:v>238.53</c:v>
                </c:pt>
                <c:pt idx="63">
                  <c:v>238.63</c:v>
                </c:pt>
                <c:pt idx="64">
                  <c:v>238.67</c:v>
                </c:pt>
                <c:pt idx="65">
                  <c:v>238.72</c:v>
                </c:pt>
                <c:pt idx="66">
                  <c:v>238.74</c:v>
                </c:pt>
                <c:pt idx="67">
                  <c:v>238.82</c:v>
                </c:pt>
                <c:pt idx="68">
                  <c:v>238.82</c:v>
                </c:pt>
                <c:pt idx="69">
                  <c:v>238.89</c:v>
                </c:pt>
                <c:pt idx="70">
                  <c:v>238.92</c:v>
                </c:pt>
                <c:pt idx="71">
                  <c:v>238.97</c:v>
                </c:pt>
                <c:pt idx="72">
                  <c:v>238.99</c:v>
                </c:pt>
                <c:pt idx="73">
                  <c:v>239.03</c:v>
                </c:pt>
                <c:pt idx="74">
                  <c:v>239.09</c:v>
                </c:pt>
                <c:pt idx="75">
                  <c:v>239.13</c:v>
                </c:pt>
                <c:pt idx="76">
                  <c:v>239.17</c:v>
                </c:pt>
                <c:pt idx="77">
                  <c:v>239.19000000000003</c:v>
                </c:pt>
                <c:pt idx="78">
                  <c:v>239.22</c:v>
                </c:pt>
                <c:pt idx="79">
                  <c:v>239.4</c:v>
                </c:pt>
                <c:pt idx="80">
                  <c:v>239.19000000000003</c:v>
                </c:pt>
                <c:pt idx="81">
                  <c:v>239.53</c:v>
                </c:pt>
                <c:pt idx="82">
                  <c:v>239.49</c:v>
                </c:pt>
                <c:pt idx="83">
                  <c:v>239.67</c:v>
                </c:pt>
                <c:pt idx="84">
                  <c:v>239.42</c:v>
                </c:pt>
                <c:pt idx="85">
                  <c:v>239.48</c:v>
                </c:pt>
                <c:pt idx="86">
                  <c:v>239.32</c:v>
                </c:pt>
                <c:pt idx="87">
                  <c:v>239.97</c:v>
                </c:pt>
                <c:pt idx="88">
                  <c:v>239.27</c:v>
                </c:pt>
                <c:pt idx="89">
                  <c:v>239.52</c:v>
                </c:pt>
                <c:pt idx="90">
                  <c:v>240</c:v>
                </c:pt>
                <c:pt idx="91">
                  <c:v>239.43</c:v>
                </c:pt>
                <c:pt idx="92">
                  <c:v>239.66000000000003</c:v>
                </c:pt>
                <c:pt idx="93">
                  <c:v>239.9</c:v>
                </c:pt>
                <c:pt idx="94">
                  <c:v>239.95</c:v>
                </c:pt>
                <c:pt idx="95">
                  <c:v>239.85</c:v>
                </c:pt>
                <c:pt idx="96">
                  <c:v>239.77</c:v>
                </c:pt>
                <c:pt idx="97">
                  <c:v>239.94</c:v>
                </c:pt>
                <c:pt idx="98">
                  <c:v>239.93</c:v>
                </c:pt>
                <c:pt idx="99">
                  <c:v>240.14</c:v>
                </c:pt>
                <c:pt idx="100">
                  <c:v>240.14</c:v>
                </c:pt>
                <c:pt idx="101">
                  <c:v>240.13000000000002</c:v>
                </c:pt>
                <c:pt idx="102">
                  <c:v>240.21</c:v>
                </c:pt>
                <c:pt idx="103">
                  <c:v>240.22</c:v>
                </c:pt>
                <c:pt idx="104">
                  <c:v>240.29</c:v>
                </c:pt>
                <c:pt idx="105">
                  <c:v>240.32</c:v>
                </c:pt>
                <c:pt idx="106">
                  <c:v>240.35999999999999</c:v>
                </c:pt>
                <c:pt idx="107">
                  <c:v>240.39</c:v>
                </c:pt>
                <c:pt idx="108">
                  <c:v>240.44</c:v>
                </c:pt>
                <c:pt idx="109">
                  <c:v>240.49</c:v>
                </c:pt>
                <c:pt idx="110">
                  <c:v>240.53</c:v>
                </c:pt>
                <c:pt idx="111">
                  <c:v>240.6</c:v>
                </c:pt>
                <c:pt idx="112">
                  <c:v>240.54</c:v>
                </c:pt>
                <c:pt idx="113">
                  <c:v>240.69</c:v>
                </c:pt>
                <c:pt idx="114">
                  <c:v>240.84</c:v>
                </c:pt>
                <c:pt idx="115">
                  <c:v>240.88000000000002</c:v>
                </c:pt>
                <c:pt idx="116">
                  <c:v>240.68</c:v>
                </c:pt>
                <c:pt idx="117">
                  <c:v>240.72</c:v>
                </c:pt>
                <c:pt idx="118">
                  <c:v>241.2</c:v>
                </c:pt>
                <c:pt idx="119">
                  <c:v>241.19</c:v>
                </c:pt>
                <c:pt idx="120">
                  <c:v>241.31</c:v>
                </c:pt>
                <c:pt idx="121">
                  <c:v>241.34</c:v>
                </c:pt>
                <c:pt idx="122">
                  <c:v>240.39</c:v>
                </c:pt>
                <c:pt idx="123">
                  <c:v>241.38000000000002</c:v>
                </c:pt>
                <c:pt idx="124">
                  <c:v>241.04</c:v>
                </c:pt>
                <c:pt idx="125">
                  <c:v>241.35999999999999</c:v>
                </c:pt>
                <c:pt idx="126">
                  <c:v>240.74</c:v>
                </c:pt>
                <c:pt idx="127">
                  <c:v>240.98</c:v>
                </c:pt>
                <c:pt idx="128">
                  <c:v>241.44</c:v>
                </c:pt>
                <c:pt idx="129">
                  <c:v>311.47999999999996</c:v>
                </c:pt>
                <c:pt idx="130">
                  <c:v>312.68</c:v>
                </c:pt>
                <c:pt idx="131">
                  <c:v>313.08000000000004</c:v>
                </c:pt>
                <c:pt idx="132">
                  <c:v>314.17</c:v>
                </c:pt>
                <c:pt idx="133">
                  <c:v>316.07</c:v>
                </c:pt>
                <c:pt idx="134">
                  <c:v>318.58999999999997</c:v>
                </c:pt>
                <c:pt idx="135">
                  <c:v>321.26</c:v>
                </c:pt>
                <c:pt idx="136">
                  <c:v>323.28000000000003</c:v>
                </c:pt>
                <c:pt idx="137">
                  <c:v>326.29999999999995</c:v>
                </c:pt>
                <c:pt idx="138">
                  <c:v>329.92</c:v>
                </c:pt>
                <c:pt idx="139">
                  <c:v>333.38</c:v>
                </c:pt>
                <c:pt idx="140">
                  <c:v>337.88</c:v>
                </c:pt>
                <c:pt idx="141">
                  <c:v>342.89</c:v>
                </c:pt>
                <c:pt idx="142">
                  <c:v>345.86</c:v>
                </c:pt>
                <c:pt idx="143">
                  <c:v>347</c:v>
                </c:pt>
                <c:pt idx="144">
                  <c:v>349.26</c:v>
                </c:pt>
                <c:pt idx="145">
                  <c:v>353.89</c:v>
                </c:pt>
                <c:pt idx="146">
                  <c:v>364.42</c:v>
                </c:pt>
                <c:pt idx="147">
                  <c:v>369.92</c:v>
                </c:pt>
                <c:pt idx="148">
                  <c:v>375.90000000000003</c:v>
                </c:pt>
                <c:pt idx="149">
                  <c:v>381.03</c:v>
                </c:pt>
                <c:pt idx="150">
                  <c:v>386.27</c:v>
                </c:pt>
                <c:pt idx="151">
                  <c:v>392.12</c:v>
                </c:pt>
                <c:pt idx="152">
                  <c:v>397.56</c:v>
                </c:pt>
                <c:pt idx="153">
                  <c:v>402.71000000000004</c:v>
                </c:pt>
                <c:pt idx="154">
                  <c:v>407.99</c:v>
                </c:pt>
                <c:pt idx="155">
                  <c:v>413.28</c:v>
                </c:pt>
                <c:pt idx="156">
                  <c:v>418.78</c:v>
                </c:pt>
                <c:pt idx="157">
                  <c:v>423.54</c:v>
                </c:pt>
                <c:pt idx="158">
                  <c:v>429.77</c:v>
                </c:pt>
                <c:pt idx="159">
                  <c:v>435.78</c:v>
                </c:pt>
                <c:pt idx="160">
                  <c:v>442.24</c:v>
                </c:pt>
                <c:pt idx="161">
                  <c:v>448.21</c:v>
                </c:pt>
                <c:pt idx="162">
                  <c:v>453.59</c:v>
                </c:pt>
                <c:pt idx="163">
                  <c:v>460.01</c:v>
                </c:pt>
                <c:pt idx="164">
                  <c:v>466.62</c:v>
                </c:pt>
                <c:pt idx="165">
                  <c:v>472.42</c:v>
                </c:pt>
                <c:pt idx="166">
                  <c:v>479.42</c:v>
                </c:pt>
                <c:pt idx="167">
                  <c:v>485.01</c:v>
                </c:pt>
                <c:pt idx="168">
                  <c:v>491.78</c:v>
                </c:pt>
                <c:pt idx="169">
                  <c:v>498.56</c:v>
                </c:pt>
                <c:pt idx="170">
                  <c:v>505.63</c:v>
                </c:pt>
                <c:pt idx="171">
                  <c:v>511.66999999999996</c:v>
                </c:pt>
                <c:pt idx="172">
                  <c:v>517.71999999999991</c:v>
                </c:pt>
                <c:pt idx="173">
                  <c:v>524.04</c:v>
                </c:pt>
                <c:pt idx="174">
                  <c:v>530.59</c:v>
                </c:pt>
                <c:pt idx="175">
                  <c:v>536.52</c:v>
                </c:pt>
                <c:pt idx="176">
                  <c:v>543.81000000000006</c:v>
                </c:pt>
                <c:pt idx="177">
                  <c:v>549.88</c:v>
                </c:pt>
                <c:pt idx="178">
                  <c:v>556.81999999999994</c:v>
                </c:pt>
                <c:pt idx="179">
                  <c:v>563.06999999999994</c:v>
                </c:pt>
                <c:pt idx="180">
                  <c:v>569.6099999999999</c:v>
                </c:pt>
                <c:pt idx="181">
                  <c:v>575.55999999999995</c:v>
                </c:pt>
                <c:pt idx="182">
                  <c:v>582.45999999999992</c:v>
                </c:pt>
                <c:pt idx="183">
                  <c:v>589.79999999999995</c:v>
                </c:pt>
                <c:pt idx="184">
                  <c:v>596.31000000000006</c:v>
                </c:pt>
                <c:pt idx="185">
                  <c:v>601.67999999999995</c:v>
                </c:pt>
                <c:pt idx="186">
                  <c:v>607.38</c:v>
                </c:pt>
                <c:pt idx="187">
                  <c:v>616.31000000000006</c:v>
                </c:pt>
                <c:pt idx="188">
                  <c:v>620.37</c:v>
                </c:pt>
                <c:pt idx="189">
                  <c:v>626.41999999999996</c:v>
                </c:pt>
                <c:pt idx="190">
                  <c:v>633.37</c:v>
                </c:pt>
                <c:pt idx="191">
                  <c:v>640.86</c:v>
                </c:pt>
                <c:pt idx="192">
                  <c:v>646.83999999999992</c:v>
                </c:pt>
                <c:pt idx="193">
                  <c:v>654.54999999999995</c:v>
                </c:pt>
                <c:pt idx="194">
                  <c:v>660.23</c:v>
                </c:pt>
                <c:pt idx="195">
                  <c:v>666.01</c:v>
                </c:pt>
                <c:pt idx="196">
                  <c:v>672.42000000000007</c:v>
                </c:pt>
                <c:pt idx="197">
                  <c:v>679.11999999999989</c:v>
                </c:pt>
                <c:pt idx="198">
                  <c:v>684.92</c:v>
                </c:pt>
                <c:pt idx="199">
                  <c:v>692.2</c:v>
                </c:pt>
                <c:pt idx="200">
                  <c:v>697.84</c:v>
                </c:pt>
                <c:pt idx="201">
                  <c:v>704.82</c:v>
                </c:pt>
                <c:pt idx="202">
                  <c:v>711</c:v>
                </c:pt>
                <c:pt idx="203">
                  <c:v>717.99</c:v>
                </c:pt>
                <c:pt idx="204">
                  <c:v>723.77</c:v>
                </c:pt>
                <c:pt idx="205">
                  <c:v>731.77</c:v>
                </c:pt>
                <c:pt idx="206">
                  <c:v>738.66</c:v>
                </c:pt>
                <c:pt idx="207">
                  <c:v>744.46999999999991</c:v>
                </c:pt>
                <c:pt idx="208">
                  <c:v>750.94</c:v>
                </c:pt>
                <c:pt idx="209">
                  <c:v>757.61</c:v>
                </c:pt>
                <c:pt idx="210">
                  <c:v>763.44999999999993</c:v>
                </c:pt>
                <c:pt idx="211">
                  <c:v>769.81999999999994</c:v>
                </c:pt>
                <c:pt idx="212">
                  <c:v>776.38</c:v>
                </c:pt>
                <c:pt idx="213">
                  <c:v>782.28</c:v>
                </c:pt>
                <c:pt idx="214">
                  <c:v>789.15</c:v>
                </c:pt>
                <c:pt idx="215">
                  <c:v>794.26</c:v>
                </c:pt>
                <c:pt idx="216">
                  <c:v>801.62</c:v>
                </c:pt>
                <c:pt idx="217">
                  <c:v>807.96</c:v>
                </c:pt>
                <c:pt idx="218">
                  <c:v>813.63</c:v>
                </c:pt>
                <c:pt idx="219">
                  <c:v>819.28</c:v>
                </c:pt>
                <c:pt idx="220">
                  <c:v>825.53</c:v>
                </c:pt>
                <c:pt idx="221">
                  <c:v>829.48</c:v>
                </c:pt>
                <c:pt idx="222">
                  <c:v>836.30000000000007</c:v>
                </c:pt>
                <c:pt idx="223">
                  <c:v>843.72</c:v>
                </c:pt>
                <c:pt idx="224">
                  <c:v>847.6</c:v>
                </c:pt>
                <c:pt idx="225">
                  <c:v>854.41</c:v>
                </c:pt>
                <c:pt idx="226">
                  <c:v>859.54</c:v>
                </c:pt>
                <c:pt idx="227">
                  <c:v>866.68999999999994</c:v>
                </c:pt>
                <c:pt idx="228">
                  <c:v>872.99</c:v>
                </c:pt>
                <c:pt idx="229">
                  <c:v>877.92000000000007</c:v>
                </c:pt>
                <c:pt idx="230">
                  <c:v>883.4</c:v>
                </c:pt>
                <c:pt idx="231">
                  <c:v>891.44</c:v>
                </c:pt>
                <c:pt idx="232">
                  <c:v>897.59</c:v>
                </c:pt>
                <c:pt idx="233">
                  <c:v>903.81</c:v>
                </c:pt>
                <c:pt idx="234">
                  <c:v>909.86</c:v>
                </c:pt>
                <c:pt idx="235">
                  <c:v>915.49</c:v>
                </c:pt>
                <c:pt idx="236">
                  <c:v>920.48</c:v>
                </c:pt>
                <c:pt idx="237">
                  <c:v>926.96</c:v>
                </c:pt>
                <c:pt idx="238">
                  <c:v>932.84999999999991</c:v>
                </c:pt>
                <c:pt idx="239">
                  <c:v>940.2700000000001</c:v>
                </c:pt>
                <c:pt idx="240">
                  <c:v>946.86</c:v>
                </c:pt>
                <c:pt idx="241">
                  <c:v>953.2</c:v>
                </c:pt>
                <c:pt idx="242">
                  <c:v>959.54</c:v>
                </c:pt>
                <c:pt idx="243">
                  <c:v>964.53</c:v>
                </c:pt>
                <c:pt idx="244">
                  <c:v>970.58999999999992</c:v>
                </c:pt>
                <c:pt idx="245">
                  <c:v>977.01</c:v>
                </c:pt>
                <c:pt idx="246">
                  <c:v>983.45</c:v>
                </c:pt>
                <c:pt idx="247">
                  <c:v>988.66</c:v>
                </c:pt>
                <c:pt idx="248">
                  <c:v>995.72</c:v>
                </c:pt>
                <c:pt idx="249">
                  <c:v>1001.65</c:v>
                </c:pt>
                <c:pt idx="250">
                  <c:v>1007.87</c:v>
                </c:pt>
                <c:pt idx="251">
                  <c:v>1013.62</c:v>
                </c:pt>
                <c:pt idx="252">
                  <c:v>1019.14</c:v>
                </c:pt>
                <c:pt idx="253">
                  <c:v>1025.6600000000001</c:v>
                </c:pt>
                <c:pt idx="254">
                  <c:v>1031.21</c:v>
                </c:pt>
                <c:pt idx="255">
                  <c:v>1037.1399999999999</c:v>
                </c:pt>
                <c:pt idx="256">
                  <c:v>1042.6200000000001</c:v>
                </c:pt>
                <c:pt idx="257">
                  <c:v>1048.8399999999999</c:v>
                </c:pt>
                <c:pt idx="258">
                  <c:v>1053.42</c:v>
                </c:pt>
                <c:pt idx="259">
                  <c:v>1059.6699999999998</c:v>
                </c:pt>
                <c:pt idx="260">
                  <c:v>1065.6399999999999</c:v>
                </c:pt>
                <c:pt idx="261">
                  <c:v>1071.73</c:v>
                </c:pt>
                <c:pt idx="262">
                  <c:v>1077.2600000000002</c:v>
                </c:pt>
                <c:pt idx="263">
                  <c:v>1083.3500000000001</c:v>
                </c:pt>
                <c:pt idx="264">
                  <c:v>1089.01</c:v>
                </c:pt>
                <c:pt idx="265">
                  <c:v>1095.0800000000002</c:v>
                </c:pt>
                <c:pt idx="266">
                  <c:v>1100.9000000000001</c:v>
                </c:pt>
                <c:pt idx="267">
                  <c:v>1107.58</c:v>
                </c:pt>
                <c:pt idx="268">
                  <c:v>1115.3200000000002</c:v>
                </c:pt>
                <c:pt idx="269">
                  <c:v>1121.04</c:v>
                </c:pt>
                <c:pt idx="270">
                  <c:v>1126.8899999999999</c:v>
                </c:pt>
                <c:pt idx="271">
                  <c:v>1132.4000000000001</c:v>
                </c:pt>
                <c:pt idx="272">
                  <c:v>1137.45</c:v>
                </c:pt>
                <c:pt idx="273">
                  <c:v>1143.31</c:v>
                </c:pt>
                <c:pt idx="274">
                  <c:v>1149.47</c:v>
                </c:pt>
                <c:pt idx="275">
                  <c:v>1154.97</c:v>
                </c:pt>
                <c:pt idx="276">
                  <c:v>1161.53</c:v>
                </c:pt>
                <c:pt idx="277">
                  <c:v>1167</c:v>
                </c:pt>
                <c:pt idx="278">
                  <c:v>1173.0899999999999</c:v>
                </c:pt>
                <c:pt idx="279">
                  <c:v>1178.45</c:v>
                </c:pt>
                <c:pt idx="280">
                  <c:v>1184.6500000000001</c:v>
                </c:pt>
                <c:pt idx="281">
                  <c:v>1190.02</c:v>
                </c:pt>
                <c:pt idx="282">
                  <c:v>1196.18</c:v>
                </c:pt>
                <c:pt idx="283">
                  <c:v>1202.3</c:v>
                </c:pt>
                <c:pt idx="284">
                  <c:v>1207.81</c:v>
                </c:pt>
                <c:pt idx="285">
                  <c:v>1210.9000000000001</c:v>
                </c:pt>
                <c:pt idx="286">
                  <c:v>1216.1100000000001</c:v>
                </c:pt>
                <c:pt idx="287">
                  <c:v>1221.4199999999998</c:v>
                </c:pt>
                <c:pt idx="288">
                  <c:v>1226.6200000000001</c:v>
                </c:pt>
                <c:pt idx="289">
                  <c:v>1232.44</c:v>
                </c:pt>
                <c:pt idx="290">
                  <c:v>1237.55</c:v>
                </c:pt>
                <c:pt idx="291">
                  <c:v>1242.69</c:v>
                </c:pt>
                <c:pt idx="292">
                  <c:v>1248.6699999999998</c:v>
                </c:pt>
                <c:pt idx="293">
                  <c:v>1253.97</c:v>
                </c:pt>
                <c:pt idx="294">
                  <c:v>1260.0800000000002</c:v>
                </c:pt>
                <c:pt idx="295">
                  <c:v>1265.8100000000002</c:v>
                </c:pt>
                <c:pt idx="296">
                  <c:v>1273.0300000000002</c:v>
                </c:pt>
                <c:pt idx="297">
                  <c:v>1278.78</c:v>
                </c:pt>
                <c:pt idx="298">
                  <c:v>1284.3599999999999</c:v>
                </c:pt>
                <c:pt idx="299">
                  <c:v>1288.97</c:v>
                </c:pt>
                <c:pt idx="300">
                  <c:v>1295.19</c:v>
                </c:pt>
                <c:pt idx="301">
                  <c:v>1300.73</c:v>
                </c:pt>
                <c:pt idx="302">
                  <c:v>1305.3</c:v>
                </c:pt>
                <c:pt idx="303">
                  <c:v>1311.11</c:v>
                </c:pt>
                <c:pt idx="304">
                  <c:v>1316.6100000000001</c:v>
                </c:pt>
                <c:pt idx="305">
                  <c:v>1322.17</c:v>
                </c:pt>
                <c:pt idx="306">
                  <c:v>1327.19</c:v>
                </c:pt>
                <c:pt idx="307">
                  <c:v>1333.63</c:v>
                </c:pt>
                <c:pt idx="308">
                  <c:v>1338.27</c:v>
                </c:pt>
                <c:pt idx="309">
                  <c:v>1344.16</c:v>
                </c:pt>
                <c:pt idx="310">
                  <c:v>1349.76</c:v>
                </c:pt>
                <c:pt idx="311">
                  <c:v>1354.97</c:v>
                </c:pt>
                <c:pt idx="312">
                  <c:v>1360.8400000000001</c:v>
                </c:pt>
                <c:pt idx="313">
                  <c:v>1366.06</c:v>
                </c:pt>
                <c:pt idx="314">
                  <c:v>1371.78</c:v>
                </c:pt>
                <c:pt idx="315">
                  <c:v>1376.74</c:v>
                </c:pt>
                <c:pt idx="316">
                  <c:v>1382.2700000000002</c:v>
                </c:pt>
                <c:pt idx="317">
                  <c:v>1387.24</c:v>
                </c:pt>
                <c:pt idx="318">
                  <c:v>1392.79</c:v>
                </c:pt>
                <c:pt idx="319">
                  <c:v>1397.77</c:v>
                </c:pt>
                <c:pt idx="320">
                  <c:v>1402.76</c:v>
                </c:pt>
                <c:pt idx="321">
                  <c:v>1407.72</c:v>
                </c:pt>
                <c:pt idx="322">
                  <c:v>1412.91</c:v>
                </c:pt>
                <c:pt idx="323">
                  <c:v>1417.8</c:v>
                </c:pt>
                <c:pt idx="324">
                  <c:v>1423.1499999999999</c:v>
                </c:pt>
                <c:pt idx="325">
                  <c:v>1429.75</c:v>
                </c:pt>
                <c:pt idx="326">
                  <c:v>1434.61</c:v>
                </c:pt>
                <c:pt idx="327">
                  <c:v>1439.9299999999998</c:v>
                </c:pt>
                <c:pt idx="328">
                  <c:v>1444.9</c:v>
                </c:pt>
                <c:pt idx="329">
                  <c:v>1451.12</c:v>
                </c:pt>
                <c:pt idx="330">
                  <c:v>1454.97</c:v>
                </c:pt>
                <c:pt idx="331">
                  <c:v>1461.3799999999999</c:v>
                </c:pt>
                <c:pt idx="332">
                  <c:v>1464.6399999999999</c:v>
                </c:pt>
                <c:pt idx="333">
                  <c:v>1470.34</c:v>
                </c:pt>
                <c:pt idx="334">
                  <c:v>1475.29</c:v>
                </c:pt>
                <c:pt idx="335">
                  <c:v>1481.29</c:v>
                </c:pt>
                <c:pt idx="336">
                  <c:v>1487.53</c:v>
                </c:pt>
                <c:pt idx="337">
                  <c:v>1492.99</c:v>
                </c:pt>
                <c:pt idx="338">
                  <c:v>1497.8899999999999</c:v>
                </c:pt>
                <c:pt idx="339">
                  <c:v>1503.66</c:v>
                </c:pt>
                <c:pt idx="340">
                  <c:v>1507.3700000000001</c:v>
                </c:pt>
                <c:pt idx="341">
                  <c:v>1514</c:v>
                </c:pt>
                <c:pt idx="342">
                  <c:v>1516.8200000000002</c:v>
                </c:pt>
                <c:pt idx="343">
                  <c:v>1522.33</c:v>
                </c:pt>
                <c:pt idx="344">
                  <c:v>1527.1399999999999</c:v>
                </c:pt>
                <c:pt idx="345">
                  <c:v>1532.9299999999998</c:v>
                </c:pt>
                <c:pt idx="346">
                  <c:v>1538.13</c:v>
                </c:pt>
                <c:pt idx="347">
                  <c:v>1543.82</c:v>
                </c:pt>
                <c:pt idx="348">
                  <c:v>1549.7</c:v>
                </c:pt>
                <c:pt idx="349">
                  <c:v>1552.74</c:v>
                </c:pt>
                <c:pt idx="350">
                  <c:v>1557.63</c:v>
                </c:pt>
                <c:pt idx="351">
                  <c:v>1562.4499999999998</c:v>
                </c:pt>
                <c:pt idx="352">
                  <c:v>1567.3</c:v>
                </c:pt>
                <c:pt idx="353">
                  <c:v>1572.22</c:v>
                </c:pt>
                <c:pt idx="354">
                  <c:v>1576.8899999999999</c:v>
                </c:pt>
                <c:pt idx="355">
                  <c:v>1582.5</c:v>
                </c:pt>
                <c:pt idx="356">
                  <c:v>1586.95</c:v>
                </c:pt>
                <c:pt idx="357">
                  <c:v>1591.9</c:v>
                </c:pt>
                <c:pt idx="358">
                  <c:v>1596.44</c:v>
                </c:pt>
                <c:pt idx="359">
                  <c:v>1601.95</c:v>
                </c:pt>
                <c:pt idx="360">
                  <c:v>1606.77</c:v>
                </c:pt>
                <c:pt idx="361">
                  <c:v>1611.99</c:v>
                </c:pt>
                <c:pt idx="362">
                  <c:v>1616.72</c:v>
                </c:pt>
                <c:pt idx="363">
                  <c:v>1621.99</c:v>
                </c:pt>
                <c:pt idx="364">
                  <c:v>1627.9099999999999</c:v>
                </c:pt>
                <c:pt idx="365">
                  <c:v>1634.05</c:v>
                </c:pt>
                <c:pt idx="366">
                  <c:v>1638.9199999999998</c:v>
                </c:pt>
                <c:pt idx="367">
                  <c:v>1643.96</c:v>
                </c:pt>
                <c:pt idx="368">
                  <c:v>1648.8400000000001</c:v>
                </c:pt>
                <c:pt idx="369">
                  <c:v>1653.17</c:v>
                </c:pt>
                <c:pt idx="370">
                  <c:v>1658.26</c:v>
                </c:pt>
                <c:pt idx="371">
                  <c:v>1662.9199999999998</c:v>
                </c:pt>
                <c:pt idx="372">
                  <c:v>1668.42</c:v>
                </c:pt>
                <c:pt idx="373">
                  <c:v>1672.7399999999998</c:v>
                </c:pt>
                <c:pt idx="374">
                  <c:v>1679.29</c:v>
                </c:pt>
                <c:pt idx="375">
                  <c:v>1684.89</c:v>
                </c:pt>
                <c:pt idx="376">
                  <c:v>1689.92</c:v>
                </c:pt>
                <c:pt idx="377">
                  <c:v>1694.3600000000001</c:v>
                </c:pt>
                <c:pt idx="378">
                  <c:v>1699.65</c:v>
                </c:pt>
                <c:pt idx="379">
                  <c:v>1704.1599999999999</c:v>
                </c:pt>
                <c:pt idx="380">
                  <c:v>1708.0900000000001</c:v>
                </c:pt>
                <c:pt idx="381">
                  <c:v>1712.6699999999998</c:v>
                </c:pt>
                <c:pt idx="382">
                  <c:v>1717.27</c:v>
                </c:pt>
                <c:pt idx="383">
                  <c:v>1722.04</c:v>
                </c:pt>
                <c:pt idx="384">
                  <c:v>1726.5900000000001</c:v>
                </c:pt>
                <c:pt idx="385">
                  <c:v>1730.96</c:v>
                </c:pt>
                <c:pt idx="386">
                  <c:v>1735.44</c:v>
                </c:pt>
                <c:pt idx="387">
                  <c:v>1740.68</c:v>
                </c:pt>
                <c:pt idx="388">
                  <c:v>1746.5</c:v>
                </c:pt>
                <c:pt idx="389">
                  <c:v>1749.78</c:v>
                </c:pt>
                <c:pt idx="390">
                  <c:v>1754.3200000000002</c:v>
                </c:pt>
                <c:pt idx="391">
                  <c:v>1759.48</c:v>
                </c:pt>
                <c:pt idx="392">
                  <c:v>1763.66</c:v>
                </c:pt>
                <c:pt idx="393">
                  <c:v>1768.99</c:v>
                </c:pt>
                <c:pt idx="394">
                  <c:v>1775.07</c:v>
                </c:pt>
                <c:pt idx="395">
                  <c:v>1779.78</c:v>
                </c:pt>
                <c:pt idx="396">
                  <c:v>1784.6</c:v>
                </c:pt>
                <c:pt idx="397">
                  <c:v>1787.74</c:v>
                </c:pt>
                <c:pt idx="398">
                  <c:v>1793.34</c:v>
                </c:pt>
                <c:pt idx="399">
                  <c:v>1798.64</c:v>
                </c:pt>
                <c:pt idx="400">
                  <c:v>1801.34</c:v>
                </c:pt>
                <c:pt idx="401">
                  <c:v>1806.6</c:v>
                </c:pt>
                <c:pt idx="402">
                  <c:v>1810.91</c:v>
                </c:pt>
                <c:pt idx="403">
                  <c:v>1816.47</c:v>
                </c:pt>
                <c:pt idx="404">
                  <c:v>1821.84</c:v>
                </c:pt>
                <c:pt idx="405">
                  <c:v>1827.46</c:v>
                </c:pt>
                <c:pt idx="406">
                  <c:v>1829.96</c:v>
                </c:pt>
                <c:pt idx="407">
                  <c:v>1834.53</c:v>
                </c:pt>
                <c:pt idx="408">
                  <c:v>1839.3200000000002</c:v>
                </c:pt>
                <c:pt idx="409">
                  <c:v>1844.72</c:v>
                </c:pt>
                <c:pt idx="410">
                  <c:v>1849.73</c:v>
                </c:pt>
                <c:pt idx="411">
                  <c:v>1852.66</c:v>
                </c:pt>
                <c:pt idx="412">
                  <c:v>1858.46</c:v>
                </c:pt>
                <c:pt idx="413">
                  <c:v>1862.06</c:v>
                </c:pt>
                <c:pt idx="414">
                  <c:v>1868.08</c:v>
                </c:pt>
                <c:pt idx="415">
                  <c:v>1870.28</c:v>
                </c:pt>
                <c:pt idx="416">
                  <c:v>1874.74</c:v>
                </c:pt>
                <c:pt idx="417">
                  <c:v>1881.6999999999998</c:v>
                </c:pt>
                <c:pt idx="418">
                  <c:v>1884.19</c:v>
                </c:pt>
                <c:pt idx="419">
                  <c:v>1890.11</c:v>
                </c:pt>
                <c:pt idx="420">
                  <c:v>1893.73</c:v>
                </c:pt>
                <c:pt idx="421">
                  <c:v>1898.01</c:v>
                </c:pt>
                <c:pt idx="422">
                  <c:v>1904.1699999999998</c:v>
                </c:pt>
                <c:pt idx="423">
                  <c:v>1909.1299999999999</c:v>
                </c:pt>
                <c:pt idx="424">
                  <c:v>1913.49</c:v>
                </c:pt>
                <c:pt idx="425">
                  <c:v>1919.7</c:v>
                </c:pt>
                <c:pt idx="426">
                  <c:v>1923.71</c:v>
                </c:pt>
                <c:pt idx="427">
                  <c:v>1929.17</c:v>
                </c:pt>
                <c:pt idx="428">
                  <c:v>1932.11</c:v>
                </c:pt>
                <c:pt idx="429">
                  <c:v>1937.52</c:v>
                </c:pt>
                <c:pt idx="430">
                  <c:v>1942.21</c:v>
                </c:pt>
                <c:pt idx="431">
                  <c:v>1947.17</c:v>
                </c:pt>
                <c:pt idx="432">
                  <c:v>1952.11</c:v>
                </c:pt>
                <c:pt idx="433">
                  <c:v>1955.32</c:v>
                </c:pt>
                <c:pt idx="434">
                  <c:v>1961.29</c:v>
                </c:pt>
                <c:pt idx="435">
                  <c:v>1966.03</c:v>
                </c:pt>
                <c:pt idx="436">
                  <c:v>1969.13</c:v>
                </c:pt>
                <c:pt idx="437">
                  <c:v>1975.57</c:v>
                </c:pt>
                <c:pt idx="438">
                  <c:v>1979.9199999999998</c:v>
                </c:pt>
                <c:pt idx="439">
                  <c:v>1984.3200000000002</c:v>
                </c:pt>
                <c:pt idx="440">
                  <c:v>1988.68</c:v>
                </c:pt>
                <c:pt idx="441">
                  <c:v>1992.45</c:v>
                </c:pt>
                <c:pt idx="442">
                  <c:v>1996.6299999999999</c:v>
                </c:pt>
                <c:pt idx="443">
                  <c:v>2001.8899999999999</c:v>
                </c:pt>
                <c:pt idx="444">
                  <c:v>2005.4599999999998</c:v>
                </c:pt>
                <c:pt idx="445">
                  <c:v>2009.5</c:v>
                </c:pt>
                <c:pt idx="446">
                  <c:v>2014.98</c:v>
                </c:pt>
                <c:pt idx="447">
                  <c:v>2020</c:v>
                </c:pt>
                <c:pt idx="448">
                  <c:v>2024.59</c:v>
                </c:pt>
                <c:pt idx="449">
                  <c:v>2028.14</c:v>
                </c:pt>
                <c:pt idx="450">
                  <c:v>2033.06</c:v>
                </c:pt>
                <c:pt idx="451">
                  <c:v>2037.38</c:v>
                </c:pt>
                <c:pt idx="452">
                  <c:v>2041.43</c:v>
                </c:pt>
                <c:pt idx="453">
                  <c:v>2042.09</c:v>
                </c:pt>
                <c:pt idx="454">
                  <c:v>2047.8600000000001</c:v>
                </c:pt>
                <c:pt idx="455">
                  <c:v>2050.9</c:v>
                </c:pt>
                <c:pt idx="456">
                  <c:v>2057.48</c:v>
                </c:pt>
                <c:pt idx="457">
                  <c:v>2060.94</c:v>
                </c:pt>
                <c:pt idx="458">
                  <c:v>2066.73</c:v>
                </c:pt>
                <c:pt idx="459">
                  <c:v>2070.2199999999998</c:v>
                </c:pt>
                <c:pt idx="460">
                  <c:v>2075</c:v>
                </c:pt>
                <c:pt idx="461">
                  <c:v>2078.14</c:v>
                </c:pt>
                <c:pt idx="462">
                  <c:v>2083.4100000000003</c:v>
                </c:pt>
                <c:pt idx="463">
                  <c:v>2087.9300000000003</c:v>
                </c:pt>
                <c:pt idx="464">
                  <c:v>2091.7799999999997</c:v>
                </c:pt>
                <c:pt idx="465">
                  <c:v>2096.4700000000003</c:v>
                </c:pt>
                <c:pt idx="466">
                  <c:v>2100.46</c:v>
                </c:pt>
                <c:pt idx="467">
                  <c:v>2105.04</c:v>
                </c:pt>
                <c:pt idx="468">
                  <c:v>2109.62</c:v>
                </c:pt>
                <c:pt idx="469">
                  <c:v>2113.77</c:v>
                </c:pt>
                <c:pt idx="470">
                  <c:v>2118.23</c:v>
                </c:pt>
                <c:pt idx="471">
                  <c:v>2122.37</c:v>
                </c:pt>
                <c:pt idx="472">
                  <c:v>2126.77</c:v>
                </c:pt>
                <c:pt idx="473">
                  <c:v>2130.7800000000002</c:v>
                </c:pt>
                <c:pt idx="474">
                  <c:v>2134.64</c:v>
                </c:pt>
                <c:pt idx="475">
                  <c:v>2140.39</c:v>
                </c:pt>
                <c:pt idx="476">
                  <c:v>2144.1499999999996</c:v>
                </c:pt>
                <c:pt idx="477">
                  <c:v>2148.0700000000002</c:v>
                </c:pt>
                <c:pt idx="478">
                  <c:v>2151</c:v>
                </c:pt>
                <c:pt idx="479">
                  <c:v>2157.3199999999997</c:v>
                </c:pt>
                <c:pt idx="480">
                  <c:v>2158.9299999999998</c:v>
                </c:pt>
                <c:pt idx="481">
                  <c:v>2163.96</c:v>
                </c:pt>
                <c:pt idx="482">
                  <c:v>2170.94</c:v>
                </c:pt>
                <c:pt idx="483">
                  <c:v>2172.6999999999998</c:v>
                </c:pt>
                <c:pt idx="484">
                  <c:v>2178.33</c:v>
                </c:pt>
                <c:pt idx="485">
                  <c:v>2179.6799999999998</c:v>
                </c:pt>
                <c:pt idx="486">
                  <c:v>2183.8199999999997</c:v>
                </c:pt>
                <c:pt idx="487">
                  <c:v>2188.6899999999996</c:v>
                </c:pt>
                <c:pt idx="488">
                  <c:v>2195.19</c:v>
                </c:pt>
                <c:pt idx="489">
                  <c:v>2197.67</c:v>
                </c:pt>
                <c:pt idx="490">
                  <c:v>2201.66</c:v>
                </c:pt>
                <c:pt idx="491">
                  <c:v>2206.48</c:v>
                </c:pt>
                <c:pt idx="492">
                  <c:v>2211.89</c:v>
                </c:pt>
                <c:pt idx="493">
                  <c:v>2210.92</c:v>
                </c:pt>
                <c:pt idx="494">
                  <c:v>2215.84</c:v>
                </c:pt>
                <c:pt idx="495">
                  <c:v>2219.96</c:v>
                </c:pt>
                <c:pt idx="496">
                  <c:v>2224.4199999999996</c:v>
                </c:pt>
                <c:pt idx="497">
                  <c:v>2232.84</c:v>
                </c:pt>
                <c:pt idx="498">
                  <c:v>2237.5</c:v>
                </c:pt>
                <c:pt idx="499">
                  <c:v>2240.96</c:v>
                </c:pt>
                <c:pt idx="500">
                  <c:v>2245.29</c:v>
                </c:pt>
                <c:pt idx="501">
                  <c:v>2249.67</c:v>
                </c:pt>
                <c:pt idx="502">
                  <c:v>2253.15</c:v>
                </c:pt>
                <c:pt idx="503">
                  <c:v>2257.2800000000002</c:v>
                </c:pt>
                <c:pt idx="504">
                  <c:v>2260.96</c:v>
                </c:pt>
                <c:pt idx="505">
                  <c:v>2265.9899999999998</c:v>
                </c:pt>
                <c:pt idx="506">
                  <c:v>2269.04</c:v>
                </c:pt>
                <c:pt idx="507">
                  <c:v>2273.5699999999997</c:v>
                </c:pt>
                <c:pt idx="508">
                  <c:v>2278.35</c:v>
                </c:pt>
                <c:pt idx="509">
                  <c:v>2280.5</c:v>
                </c:pt>
                <c:pt idx="510">
                  <c:v>2285.3599999999997</c:v>
                </c:pt>
                <c:pt idx="511">
                  <c:v>2290.62</c:v>
                </c:pt>
                <c:pt idx="512">
                  <c:v>2295.5299999999997</c:v>
                </c:pt>
                <c:pt idx="513">
                  <c:v>2298.7600000000002</c:v>
                </c:pt>
                <c:pt idx="514">
                  <c:v>2303.84</c:v>
                </c:pt>
                <c:pt idx="515">
                  <c:v>2307.87</c:v>
                </c:pt>
                <c:pt idx="516">
                  <c:v>2311.7399999999998</c:v>
                </c:pt>
                <c:pt idx="517">
                  <c:v>2314.54</c:v>
                </c:pt>
                <c:pt idx="518">
                  <c:v>2319.0700000000002</c:v>
                </c:pt>
                <c:pt idx="519">
                  <c:v>2323.7000000000003</c:v>
                </c:pt>
                <c:pt idx="520">
                  <c:v>2324.9900000000002</c:v>
                </c:pt>
                <c:pt idx="521">
                  <c:v>2329.5699999999997</c:v>
                </c:pt>
                <c:pt idx="522">
                  <c:v>2331.9100000000003</c:v>
                </c:pt>
                <c:pt idx="523">
                  <c:v>2338.11</c:v>
                </c:pt>
                <c:pt idx="524">
                  <c:v>2338.7199999999998</c:v>
                </c:pt>
                <c:pt idx="525">
                  <c:v>2344.7599999999998</c:v>
                </c:pt>
                <c:pt idx="526">
                  <c:v>2347.6</c:v>
                </c:pt>
                <c:pt idx="527">
                  <c:v>2352.7599999999998</c:v>
                </c:pt>
                <c:pt idx="528">
                  <c:v>2356.1899999999996</c:v>
                </c:pt>
                <c:pt idx="529">
                  <c:v>2359.61</c:v>
                </c:pt>
                <c:pt idx="530">
                  <c:v>2363.46</c:v>
                </c:pt>
                <c:pt idx="531">
                  <c:v>2367.9199999999996</c:v>
                </c:pt>
                <c:pt idx="532">
                  <c:v>2372.06</c:v>
                </c:pt>
                <c:pt idx="533">
                  <c:v>2376.3399999999997</c:v>
                </c:pt>
                <c:pt idx="534">
                  <c:v>2379.89</c:v>
                </c:pt>
                <c:pt idx="535">
                  <c:v>2384.38</c:v>
                </c:pt>
                <c:pt idx="536">
                  <c:v>2387.75</c:v>
                </c:pt>
                <c:pt idx="537">
                  <c:v>2391.89</c:v>
                </c:pt>
                <c:pt idx="538">
                  <c:v>2395.6</c:v>
                </c:pt>
                <c:pt idx="539">
                  <c:v>2399.9499999999998</c:v>
                </c:pt>
                <c:pt idx="540">
                  <c:v>2403.3799999999997</c:v>
                </c:pt>
                <c:pt idx="541">
                  <c:v>2408.77</c:v>
                </c:pt>
                <c:pt idx="542">
                  <c:v>2410.7799999999997</c:v>
                </c:pt>
                <c:pt idx="543">
                  <c:v>2417.46</c:v>
                </c:pt>
                <c:pt idx="544">
                  <c:v>2421.19</c:v>
                </c:pt>
                <c:pt idx="545">
                  <c:v>2423.81</c:v>
                </c:pt>
                <c:pt idx="546">
                  <c:v>2428.7999999999997</c:v>
                </c:pt>
                <c:pt idx="547">
                  <c:v>2434.19</c:v>
                </c:pt>
                <c:pt idx="548">
                  <c:v>2436.8200000000002</c:v>
                </c:pt>
                <c:pt idx="549">
                  <c:v>2441.7599999999998</c:v>
                </c:pt>
                <c:pt idx="550">
                  <c:v>2445.31</c:v>
                </c:pt>
                <c:pt idx="551">
                  <c:v>2448.6</c:v>
                </c:pt>
                <c:pt idx="552">
                  <c:v>2453.89</c:v>
                </c:pt>
                <c:pt idx="553">
                  <c:v>2457.04</c:v>
                </c:pt>
                <c:pt idx="554">
                  <c:v>2460</c:v>
                </c:pt>
                <c:pt idx="555">
                  <c:v>2460.35</c:v>
                </c:pt>
                <c:pt idx="556">
                  <c:v>2467.2600000000002</c:v>
                </c:pt>
                <c:pt idx="557">
                  <c:v>2467.92</c:v>
                </c:pt>
                <c:pt idx="558">
                  <c:v>2472.5700000000002</c:v>
                </c:pt>
                <c:pt idx="559">
                  <c:v>2476.1799999999998</c:v>
                </c:pt>
                <c:pt idx="560">
                  <c:v>2481.27</c:v>
                </c:pt>
                <c:pt idx="561">
                  <c:v>2486.84</c:v>
                </c:pt>
                <c:pt idx="562">
                  <c:v>2492.5</c:v>
                </c:pt>
                <c:pt idx="563">
                  <c:v>2496.2399999999998</c:v>
                </c:pt>
                <c:pt idx="564">
                  <c:v>2499.6299999999997</c:v>
                </c:pt>
                <c:pt idx="565">
                  <c:v>2503.5699999999997</c:v>
                </c:pt>
                <c:pt idx="566">
                  <c:v>2507.71</c:v>
                </c:pt>
                <c:pt idx="567">
                  <c:v>2510.5700000000002</c:v>
                </c:pt>
                <c:pt idx="568">
                  <c:v>2513.64</c:v>
                </c:pt>
                <c:pt idx="569">
                  <c:v>2517.8500000000004</c:v>
                </c:pt>
                <c:pt idx="570">
                  <c:v>2521.16</c:v>
                </c:pt>
                <c:pt idx="571">
                  <c:v>2525.14</c:v>
                </c:pt>
                <c:pt idx="572">
                  <c:v>2528.89</c:v>
                </c:pt>
                <c:pt idx="573">
                  <c:v>2532.7799999999997</c:v>
                </c:pt>
                <c:pt idx="574">
                  <c:v>2536.1699999999996</c:v>
                </c:pt>
                <c:pt idx="575">
                  <c:v>2539.4700000000003</c:v>
                </c:pt>
                <c:pt idx="576">
                  <c:v>2544.36</c:v>
                </c:pt>
                <c:pt idx="577">
                  <c:v>2549.9100000000003</c:v>
                </c:pt>
                <c:pt idx="578">
                  <c:v>2553.42</c:v>
                </c:pt>
                <c:pt idx="579">
                  <c:v>2556.94</c:v>
                </c:pt>
                <c:pt idx="580">
                  <c:v>2560.2399999999998</c:v>
                </c:pt>
                <c:pt idx="581">
                  <c:v>2563.92</c:v>
                </c:pt>
                <c:pt idx="582">
                  <c:v>2568.8399999999997</c:v>
                </c:pt>
                <c:pt idx="583">
                  <c:v>2570.98</c:v>
                </c:pt>
                <c:pt idx="584">
                  <c:v>2574.04</c:v>
                </c:pt>
                <c:pt idx="585">
                  <c:v>2578.1200000000003</c:v>
                </c:pt>
                <c:pt idx="586">
                  <c:v>2583.37</c:v>
                </c:pt>
                <c:pt idx="587">
                  <c:v>2586.46</c:v>
                </c:pt>
                <c:pt idx="588">
                  <c:v>2590.65</c:v>
                </c:pt>
                <c:pt idx="589">
                  <c:v>2593.7600000000002</c:v>
                </c:pt>
                <c:pt idx="590">
                  <c:v>2595.0299999999997</c:v>
                </c:pt>
                <c:pt idx="591">
                  <c:v>2599.69</c:v>
                </c:pt>
                <c:pt idx="592">
                  <c:v>2604.6200000000003</c:v>
                </c:pt>
                <c:pt idx="593">
                  <c:v>2607.86</c:v>
                </c:pt>
                <c:pt idx="594">
                  <c:v>2611.79</c:v>
                </c:pt>
                <c:pt idx="595">
                  <c:v>2615.48</c:v>
                </c:pt>
                <c:pt idx="596">
                  <c:v>2618.4599999999996</c:v>
                </c:pt>
                <c:pt idx="597">
                  <c:v>2622.49</c:v>
                </c:pt>
                <c:pt idx="598">
                  <c:v>2626.27</c:v>
                </c:pt>
                <c:pt idx="599">
                  <c:v>2631.19</c:v>
                </c:pt>
                <c:pt idx="600">
                  <c:v>2633.47</c:v>
                </c:pt>
                <c:pt idx="601">
                  <c:v>2636.3599999999997</c:v>
                </c:pt>
                <c:pt idx="602">
                  <c:v>2639.62</c:v>
                </c:pt>
                <c:pt idx="603">
                  <c:v>2643.63</c:v>
                </c:pt>
                <c:pt idx="604">
                  <c:v>2646.9700000000003</c:v>
                </c:pt>
                <c:pt idx="605">
                  <c:v>2650.84</c:v>
                </c:pt>
                <c:pt idx="606">
                  <c:v>2654.93</c:v>
                </c:pt>
                <c:pt idx="607">
                  <c:v>2658.12</c:v>
                </c:pt>
                <c:pt idx="608">
                  <c:v>2662.69</c:v>
                </c:pt>
                <c:pt idx="609">
                  <c:v>2664.99</c:v>
                </c:pt>
                <c:pt idx="610">
                  <c:v>2669.61</c:v>
                </c:pt>
                <c:pt idx="611">
                  <c:v>2672.5699999999997</c:v>
                </c:pt>
                <c:pt idx="612">
                  <c:v>2674.35</c:v>
                </c:pt>
                <c:pt idx="613">
                  <c:v>2677.91</c:v>
                </c:pt>
                <c:pt idx="614">
                  <c:v>2681.1099999999997</c:v>
                </c:pt>
                <c:pt idx="615">
                  <c:v>2690.78</c:v>
                </c:pt>
                <c:pt idx="616">
                  <c:v>2688.82</c:v>
                </c:pt>
                <c:pt idx="617">
                  <c:v>2696.05</c:v>
                </c:pt>
                <c:pt idx="618">
                  <c:v>2699.91</c:v>
                </c:pt>
                <c:pt idx="619">
                  <c:v>2699.2</c:v>
                </c:pt>
                <c:pt idx="620">
                  <c:v>2706.25</c:v>
                </c:pt>
                <c:pt idx="621">
                  <c:v>2709.2000000000003</c:v>
                </c:pt>
                <c:pt idx="622">
                  <c:v>2714.61</c:v>
                </c:pt>
                <c:pt idx="623">
                  <c:v>2713.87</c:v>
                </c:pt>
                <c:pt idx="624">
                  <c:v>2719.27</c:v>
                </c:pt>
                <c:pt idx="625">
                  <c:v>2721.63</c:v>
                </c:pt>
                <c:pt idx="626">
                  <c:v>2725.73</c:v>
                </c:pt>
                <c:pt idx="627">
                  <c:v>2729.96</c:v>
                </c:pt>
                <c:pt idx="628">
                  <c:v>2733.72</c:v>
                </c:pt>
                <c:pt idx="629">
                  <c:v>2737.52</c:v>
                </c:pt>
                <c:pt idx="630">
                  <c:v>2741.42</c:v>
                </c:pt>
                <c:pt idx="631">
                  <c:v>2744.7</c:v>
                </c:pt>
                <c:pt idx="632">
                  <c:v>2748.3900000000003</c:v>
                </c:pt>
                <c:pt idx="633">
                  <c:v>2752.09</c:v>
                </c:pt>
                <c:pt idx="634">
                  <c:v>2755.5499999999997</c:v>
                </c:pt>
                <c:pt idx="635">
                  <c:v>2759.2</c:v>
                </c:pt>
                <c:pt idx="636">
                  <c:v>2763.14</c:v>
                </c:pt>
                <c:pt idx="637">
                  <c:v>2767.3</c:v>
                </c:pt>
                <c:pt idx="638">
                  <c:v>2773.21</c:v>
                </c:pt>
                <c:pt idx="639">
                  <c:v>2776.8199999999997</c:v>
                </c:pt>
                <c:pt idx="640">
                  <c:v>2780.86</c:v>
                </c:pt>
                <c:pt idx="641">
                  <c:v>2783.88</c:v>
                </c:pt>
                <c:pt idx="642">
                  <c:v>2787.42</c:v>
                </c:pt>
                <c:pt idx="643">
                  <c:v>2790.36</c:v>
                </c:pt>
                <c:pt idx="644">
                  <c:v>2793.94</c:v>
                </c:pt>
                <c:pt idx="645">
                  <c:v>2797.04</c:v>
                </c:pt>
                <c:pt idx="646">
                  <c:v>2800.05</c:v>
                </c:pt>
                <c:pt idx="647">
                  <c:v>2802.24</c:v>
                </c:pt>
                <c:pt idx="648">
                  <c:v>2807.71</c:v>
                </c:pt>
                <c:pt idx="649">
                  <c:v>2812.0099999999998</c:v>
                </c:pt>
                <c:pt idx="650">
                  <c:v>2814.5099999999998</c:v>
                </c:pt>
                <c:pt idx="651">
                  <c:v>2818.41</c:v>
                </c:pt>
                <c:pt idx="652">
                  <c:v>2817.71</c:v>
                </c:pt>
                <c:pt idx="653">
                  <c:v>2822.77</c:v>
                </c:pt>
                <c:pt idx="654">
                  <c:v>2827.03</c:v>
                </c:pt>
                <c:pt idx="655">
                  <c:v>2830.61</c:v>
                </c:pt>
                <c:pt idx="656">
                  <c:v>2834.2000000000003</c:v>
                </c:pt>
                <c:pt idx="657">
                  <c:v>2835.1099999999997</c:v>
                </c:pt>
                <c:pt idx="658">
                  <c:v>2838.7400000000002</c:v>
                </c:pt>
                <c:pt idx="659">
                  <c:v>2843.87</c:v>
                </c:pt>
                <c:pt idx="660">
                  <c:v>2846.7799999999997</c:v>
                </c:pt>
                <c:pt idx="661">
                  <c:v>2849.5699999999997</c:v>
                </c:pt>
                <c:pt idx="662">
                  <c:v>2852.96</c:v>
                </c:pt>
                <c:pt idx="663">
                  <c:v>2856.64</c:v>
                </c:pt>
                <c:pt idx="664">
                  <c:v>2859.84</c:v>
                </c:pt>
                <c:pt idx="665">
                  <c:v>2863.6400000000003</c:v>
                </c:pt>
                <c:pt idx="666">
                  <c:v>2866.7</c:v>
                </c:pt>
                <c:pt idx="667">
                  <c:v>2870.85</c:v>
                </c:pt>
                <c:pt idx="668">
                  <c:v>2874.16</c:v>
                </c:pt>
                <c:pt idx="669">
                  <c:v>2875.84</c:v>
                </c:pt>
                <c:pt idx="670">
                  <c:v>2879.27</c:v>
                </c:pt>
                <c:pt idx="671">
                  <c:v>2882.85</c:v>
                </c:pt>
                <c:pt idx="672">
                  <c:v>2885.78</c:v>
                </c:pt>
                <c:pt idx="673">
                  <c:v>2889.64</c:v>
                </c:pt>
                <c:pt idx="674">
                  <c:v>2892.2400000000002</c:v>
                </c:pt>
                <c:pt idx="675">
                  <c:v>2896.66</c:v>
                </c:pt>
                <c:pt idx="676">
                  <c:v>2901.7599999999998</c:v>
                </c:pt>
                <c:pt idx="677">
                  <c:v>2904.4300000000003</c:v>
                </c:pt>
                <c:pt idx="678">
                  <c:v>2909.1</c:v>
                </c:pt>
                <c:pt idx="679">
                  <c:v>2910.05</c:v>
                </c:pt>
                <c:pt idx="680">
                  <c:v>2916.06</c:v>
                </c:pt>
                <c:pt idx="681">
                  <c:v>2919.77</c:v>
                </c:pt>
                <c:pt idx="682">
                  <c:v>2923.52</c:v>
                </c:pt>
                <c:pt idx="683">
                  <c:v>2926.6899999999996</c:v>
                </c:pt>
                <c:pt idx="684">
                  <c:v>2930.13</c:v>
                </c:pt>
                <c:pt idx="685">
                  <c:v>2932.5899999999997</c:v>
                </c:pt>
                <c:pt idx="686">
                  <c:v>2934.28</c:v>
                </c:pt>
                <c:pt idx="687">
                  <c:v>2937.43</c:v>
                </c:pt>
                <c:pt idx="688">
                  <c:v>2942.33</c:v>
                </c:pt>
                <c:pt idx="689">
                  <c:v>2945.3399999999997</c:v>
                </c:pt>
                <c:pt idx="690">
                  <c:v>2948.3199999999997</c:v>
                </c:pt>
                <c:pt idx="691">
                  <c:v>2951.0299999999997</c:v>
                </c:pt>
                <c:pt idx="692">
                  <c:v>2954.66</c:v>
                </c:pt>
                <c:pt idx="693">
                  <c:v>2958.04</c:v>
                </c:pt>
                <c:pt idx="694">
                  <c:v>2962.67</c:v>
                </c:pt>
                <c:pt idx="695">
                  <c:v>2964.66</c:v>
                </c:pt>
                <c:pt idx="696">
                  <c:v>2967.6</c:v>
                </c:pt>
                <c:pt idx="697">
                  <c:v>2971.18</c:v>
                </c:pt>
                <c:pt idx="698">
                  <c:v>2974</c:v>
                </c:pt>
                <c:pt idx="699">
                  <c:v>2977.7</c:v>
                </c:pt>
                <c:pt idx="700">
                  <c:v>2980.62</c:v>
                </c:pt>
                <c:pt idx="701">
                  <c:v>2984.09</c:v>
                </c:pt>
                <c:pt idx="702">
                  <c:v>2986.79</c:v>
                </c:pt>
                <c:pt idx="703">
                  <c:v>2990.9900000000002</c:v>
                </c:pt>
                <c:pt idx="704">
                  <c:v>2994.32</c:v>
                </c:pt>
                <c:pt idx="705">
                  <c:v>2996.87</c:v>
                </c:pt>
                <c:pt idx="706">
                  <c:v>2998.57</c:v>
                </c:pt>
                <c:pt idx="707">
                  <c:v>3005.22</c:v>
                </c:pt>
                <c:pt idx="708">
                  <c:v>3009.33</c:v>
                </c:pt>
                <c:pt idx="709">
                  <c:v>3012.7000000000003</c:v>
                </c:pt>
                <c:pt idx="710">
                  <c:v>3013.7</c:v>
                </c:pt>
                <c:pt idx="711">
                  <c:v>3014.75</c:v>
                </c:pt>
                <c:pt idx="712">
                  <c:v>3017.94</c:v>
                </c:pt>
                <c:pt idx="713">
                  <c:v>3025.48</c:v>
                </c:pt>
                <c:pt idx="714">
                  <c:v>3025.34</c:v>
                </c:pt>
                <c:pt idx="715">
                  <c:v>3027.81</c:v>
                </c:pt>
                <c:pt idx="716">
                  <c:v>3023.25</c:v>
                </c:pt>
                <c:pt idx="717">
                  <c:v>3027.48</c:v>
                </c:pt>
                <c:pt idx="718">
                  <c:v>3036.0299999999997</c:v>
                </c:pt>
                <c:pt idx="719">
                  <c:v>3041.5899999999997</c:v>
                </c:pt>
                <c:pt idx="720">
                  <c:v>3043.93</c:v>
                </c:pt>
                <c:pt idx="721">
                  <c:v>3043.11</c:v>
                </c:pt>
                <c:pt idx="722">
                  <c:v>3045.67</c:v>
                </c:pt>
                <c:pt idx="723">
                  <c:v>3050.64</c:v>
                </c:pt>
                <c:pt idx="724">
                  <c:v>3054.69</c:v>
                </c:pt>
                <c:pt idx="725">
                  <c:v>3057.38</c:v>
                </c:pt>
                <c:pt idx="726">
                  <c:v>3060.1600000000003</c:v>
                </c:pt>
                <c:pt idx="727">
                  <c:v>3063.33</c:v>
                </c:pt>
                <c:pt idx="728">
                  <c:v>3066.6699999999996</c:v>
                </c:pt>
                <c:pt idx="729">
                  <c:v>3070.68</c:v>
                </c:pt>
                <c:pt idx="730">
                  <c:v>3079.04</c:v>
                </c:pt>
                <c:pt idx="731">
                  <c:v>3082.1299999999997</c:v>
                </c:pt>
                <c:pt idx="732">
                  <c:v>3085.23</c:v>
                </c:pt>
                <c:pt idx="733">
                  <c:v>3087.26</c:v>
                </c:pt>
                <c:pt idx="734">
                  <c:v>3091.11</c:v>
                </c:pt>
                <c:pt idx="735">
                  <c:v>3093.93</c:v>
                </c:pt>
                <c:pt idx="736">
                  <c:v>3096.23</c:v>
                </c:pt>
                <c:pt idx="737">
                  <c:v>3100.06</c:v>
                </c:pt>
                <c:pt idx="738">
                  <c:v>3102.83</c:v>
                </c:pt>
                <c:pt idx="739">
                  <c:v>3105.06</c:v>
                </c:pt>
                <c:pt idx="740">
                  <c:v>3108.64</c:v>
                </c:pt>
                <c:pt idx="741">
                  <c:v>3109.85</c:v>
                </c:pt>
                <c:pt idx="742">
                  <c:v>3114.5499999999997</c:v>
                </c:pt>
                <c:pt idx="743">
                  <c:v>3113.31</c:v>
                </c:pt>
                <c:pt idx="744">
                  <c:v>3115.71</c:v>
                </c:pt>
                <c:pt idx="745">
                  <c:v>3123.86</c:v>
                </c:pt>
                <c:pt idx="746">
                  <c:v>3123.5</c:v>
                </c:pt>
                <c:pt idx="747">
                  <c:v>3127.22</c:v>
                </c:pt>
                <c:pt idx="748">
                  <c:v>3132.16</c:v>
                </c:pt>
                <c:pt idx="749">
                  <c:v>3135.77</c:v>
                </c:pt>
                <c:pt idx="750">
                  <c:v>3138.12</c:v>
                </c:pt>
                <c:pt idx="751">
                  <c:v>3141.06</c:v>
                </c:pt>
                <c:pt idx="752">
                  <c:v>3143.3900000000003</c:v>
                </c:pt>
                <c:pt idx="753">
                  <c:v>3146.67</c:v>
                </c:pt>
                <c:pt idx="754">
                  <c:v>3147.84</c:v>
                </c:pt>
                <c:pt idx="755">
                  <c:v>3150.74</c:v>
                </c:pt>
                <c:pt idx="756">
                  <c:v>3155.3300000000004</c:v>
                </c:pt>
                <c:pt idx="757">
                  <c:v>3157.15</c:v>
                </c:pt>
                <c:pt idx="758">
                  <c:v>3161.07</c:v>
                </c:pt>
                <c:pt idx="759">
                  <c:v>3162.4</c:v>
                </c:pt>
                <c:pt idx="760">
                  <c:v>3165.41</c:v>
                </c:pt>
                <c:pt idx="761">
                  <c:v>3168.56</c:v>
                </c:pt>
                <c:pt idx="762">
                  <c:v>3171.26</c:v>
                </c:pt>
                <c:pt idx="763">
                  <c:v>3174.15</c:v>
                </c:pt>
                <c:pt idx="764">
                  <c:v>3176.58</c:v>
                </c:pt>
                <c:pt idx="765">
                  <c:v>3179.27</c:v>
                </c:pt>
                <c:pt idx="766">
                  <c:v>3183.16</c:v>
                </c:pt>
                <c:pt idx="767">
                  <c:v>3184.94</c:v>
                </c:pt>
                <c:pt idx="768">
                  <c:v>3188.12</c:v>
                </c:pt>
                <c:pt idx="769">
                  <c:v>3192.0899999999997</c:v>
                </c:pt>
                <c:pt idx="770">
                  <c:v>3194.28</c:v>
                </c:pt>
                <c:pt idx="771">
                  <c:v>3195.7</c:v>
                </c:pt>
                <c:pt idx="772">
                  <c:v>3198.15</c:v>
                </c:pt>
                <c:pt idx="773">
                  <c:v>3201.19</c:v>
                </c:pt>
                <c:pt idx="774">
                  <c:v>3204.94</c:v>
                </c:pt>
                <c:pt idx="775">
                  <c:v>3209.37</c:v>
                </c:pt>
                <c:pt idx="776">
                  <c:v>3209.73</c:v>
                </c:pt>
                <c:pt idx="777">
                  <c:v>3212.98</c:v>
                </c:pt>
                <c:pt idx="778">
                  <c:v>3216.7599999999998</c:v>
                </c:pt>
                <c:pt idx="779">
                  <c:v>3218.28</c:v>
                </c:pt>
                <c:pt idx="780">
                  <c:v>3225.94</c:v>
                </c:pt>
                <c:pt idx="781">
                  <c:v>3223.84</c:v>
                </c:pt>
                <c:pt idx="782">
                  <c:v>3231.91</c:v>
                </c:pt>
                <c:pt idx="783">
                  <c:v>3235.48</c:v>
                </c:pt>
                <c:pt idx="784">
                  <c:v>3238.57</c:v>
                </c:pt>
                <c:pt idx="785">
                  <c:v>3241.96</c:v>
                </c:pt>
                <c:pt idx="786">
                  <c:v>3243.49</c:v>
                </c:pt>
                <c:pt idx="787">
                  <c:v>3246.4300000000003</c:v>
                </c:pt>
                <c:pt idx="788">
                  <c:v>3250.5099999999998</c:v>
                </c:pt>
                <c:pt idx="789">
                  <c:v>3253.6200000000003</c:v>
                </c:pt>
                <c:pt idx="790">
                  <c:v>3257.38</c:v>
                </c:pt>
                <c:pt idx="791">
                  <c:v>3261.48</c:v>
                </c:pt>
                <c:pt idx="792">
                  <c:v>3265.12</c:v>
                </c:pt>
                <c:pt idx="793">
                  <c:v>3269.0299999999997</c:v>
                </c:pt>
                <c:pt idx="794">
                  <c:v>3272.63</c:v>
                </c:pt>
                <c:pt idx="795">
                  <c:v>3276.32</c:v>
                </c:pt>
                <c:pt idx="796">
                  <c:v>3280.67</c:v>
                </c:pt>
                <c:pt idx="797">
                  <c:v>3284.32</c:v>
                </c:pt>
                <c:pt idx="798">
                  <c:v>3288.32</c:v>
                </c:pt>
                <c:pt idx="799">
                  <c:v>3291.83</c:v>
                </c:pt>
                <c:pt idx="800">
                  <c:v>3296.15</c:v>
                </c:pt>
                <c:pt idx="801">
                  <c:v>3299.8599999999997</c:v>
                </c:pt>
                <c:pt idx="802">
                  <c:v>3303.83</c:v>
                </c:pt>
                <c:pt idx="803">
                  <c:v>3307.29</c:v>
                </c:pt>
                <c:pt idx="804">
                  <c:v>3312.16</c:v>
                </c:pt>
                <c:pt idx="805">
                  <c:v>3315.1600000000003</c:v>
                </c:pt>
                <c:pt idx="806">
                  <c:v>3319.79</c:v>
                </c:pt>
                <c:pt idx="807">
                  <c:v>3322.58</c:v>
                </c:pt>
                <c:pt idx="808">
                  <c:v>3322.96</c:v>
                </c:pt>
                <c:pt idx="809">
                  <c:v>3331.76</c:v>
                </c:pt>
                <c:pt idx="810">
                  <c:v>3330.42</c:v>
                </c:pt>
                <c:pt idx="811">
                  <c:v>3334.19</c:v>
                </c:pt>
                <c:pt idx="812">
                  <c:v>3342.12</c:v>
                </c:pt>
                <c:pt idx="813">
                  <c:v>3348.6699999999996</c:v>
                </c:pt>
                <c:pt idx="814">
                  <c:v>3352.62</c:v>
                </c:pt>
                <c:pt idx="815">
                  <c:v>3352.2799999999997</c:v>
                </c:pt>
                <c:pt idx="816">
                  <c:v>3351.6</c:v>
                </c:pt>
                <c:pt idx="817">
                  <c:v>3358.73</c:v>
                </c:pt>
                <c:pt idx="818">
                  <c:v>3359.8599999999997</c:v>
                </c:pt>
                <c:pt idx="819">
                  <c:v>3367.2200000000003</c:v>
                </c:pt>
                <c:pt idx="820">
                  <c:v>3371.36</c:v>
                </c:pt>
                <c:pt idx="821">
                  <c:v>3378.6</c:v>
                </c:pt>
                <c:pt idx="822">
                  <c:v>3382.52</c:v>
                </c:pt>
                <c:pt idx="823">
                  <c:v>3386.43</c:v>
                </c:pt>
                <c:pt idx="824">
                  <c:v>3389.8799999999997</c:v>
                </c:pt>
                <c:pt idx="825">
                  <c:v>3393.69</c:v>
                </c:pt>
                <c:pt idx="826">
                  <c:v>3396.96</c:v>
                </c:pt>
                <c:pt idx="827">
                  <c:v>3401.0699999999997</c:v>
                </c:pt>
                <c:pt idx="828">
                  <c:v>3402.2999999999997</c:v>
                </c:pt>
                <c:pt idx="829">
                  <c:v>3405.85</c:v>
                </c:pt>
                <c:pt idx="830">
                  <c:v>3409.44</c:v>
                </c:pt>
                <c:pt idx="831">
                  <c:v>3414.08</c:v>
                </c:pt>
                <c:pt idx="832">
                  <c:v>3414.79</c:v>
                </c:pt>
                <c:pt idx="833">
                  <c:v>3417.7200000000003</c:v>
                </c:pt>
                <c:pt idx="834">
                  <c:v>3421.9</c:v>
                </c:pt>
                <c:pt idx="835">
                  <c:v>3423.55</c:v>
                </c:pt>
                <c:pt idx="836">
                  <c:v>3429.29</c:v>
                </c:pt>
                <c:pt idx="837">
                  <c:v>3429.6099999999997</c:v>
                </c:pt>
                <c:pt idx="838">
                  <c:v>3437.22</c:v>
                </c:pt>
                <c:pt idx="839">
                  <c:v>3436.87</c:v>
                </c:pt>
                <c:pt idx="840">
                  <c:v>3442.26</c:v>
                </c:pt>
                <c:pt idx="841">
                  <c:v>3447.52</c:v>
                </c:pt>
                <c:pt idx="842">
                  <c:v>3450.91</c:v>
                </c:pt>
                <c:pt idx="843">
                  <c:v>3448.7999999999997</c:v>
                </c:pt>
                <c:pt idx="844">
                  <c:v>3451.5600000000004</c:v>
                </c:pt>
                <c:pt idx="845">
                  <c:v>3459.26</c:v>
                </c:pt>
                <c:pt idx="846">
                  <c:v>3465.41</c:v>
                </c:pt>
                <c:pt idx="847">
                  <c:v>3467.58</c:v>
                </c:pt>
                <c:pt idx="848">
                  <c:v>3472.29</c:v>
                </c:pt>
                <c:pt idx="849">
                  <c:v>3476.71</c:v>
                </c:pt>
                <c:pt idx="850">
                  <c:v>3479.91</c:v>
                </c:pt>
                <c:pt idx="851">
                  <c:v>3483.55</c:v>
                </c:pt>
                <c:pt idx="852">
                  <c:v>3486.89</c:v>
                </c:pt>
                <c:pt idx="853">
                  <c:v>3489.95</c:v>
                </c:pt>
                <c:pt idx="854">
                  <c:v>3487.97</c:v>
                </c:pt>
                <c:pt idx="855">
                  <c:v>3491.02</c:v>
                </c:pt>
                <c:pt idx="856">
                  <c:v>3495</c:v>
                </c:pt>
                <c:pt idx="857">
                  <c:v>3498.8700000000003</c:v>
                </c:pt>
                <c:pt idx="858">
                  <c:v>3502.0099999999998</c:v>
                </c:pt>
                <c:pt idx="859">
                  <c:v>3505.48</c:v>
                </c:pt>
                <c:pt idx="860">
                  <c:v>3509.36</c:v>
                </c:pt>
                <c:pt idx="861">
                  <c:v>3512.93</c:v>
                </c:pt>
                <c:pt idx="862">
                  <c:v>3516.06</c:v>
                </c:pt>
                <c:pt idx="863">
                  <c:v>3519.53</c:v>
                </c:pt>
                <c:pt idx="864">
                  <c:v>3523.7</c:v>
                </c:pt>
                <c:pt idx="865">
                  <c:v>3527.49</c:v>
                </c:pt>
                <c:pt idx="866">
                  <c:v>3531.17</c:v>
                </c:pt>
                <c:pt idx="867">
                  <c:v>3535.5099999999998</c:v>
                </c:pt>
                <c:pt idx="868">
                  <c:v>3538.81</c:v>
                </c:pt>
                <c:pt idx="869">
                  <c:v>3541.03</c:v>
                </c:pt>
                <c:pt idx="870">
                  <c:v>3545.1000000000004</c:v>
                </c:pt>
                <c:pt idx="871">
                  <c:v>3544.55</c:v>
                </c:pt>
                <c:pt idx="872">
                  <c:v>3549.75</c:v>
                </c:pt>
                <c:pt idx="873">
                  <c:v>3550.5499999999997</c:v>
                </c:pt>
                <c:pt idx="874">
                  <c:v>3555.6299999999997</c:v>
                </c:pt>
                <c:pt idx="875">
                  <c:v>3557.7200000000003</c:v>
                </c:pt>
                <c:pt idx="876">
                  <c:v>3559.58</c:v>
                </c:pt>
                <c:pt idx="877">
                  <c:v>3564.8900000000003</c:v>
                </c:pt>
                <c:pt idx="878">
                  <c:v>3565.72</c:v>
                </c:pt>
                <c:pt idx="879">
                  <c:v>3572.58</c:v>
                </c:pt>
                <c:pt idx="880">
                  <c:v>3574.53</c:v>
                </c:pt>
                <c:pt idx="881">
                  <c:v>3574.48</c:v>
                </c:pt>
                <c:pt idx="882">
                  <c:v>3580.91</c:v>
                </c:pt>
                <c:pt idx="883">
                  <c:v>3581.69</c:v>
                </c:pt>
                <c:pt idx="884">
                  <c:v>3585.45</c:v>
                </c:pt>
                <c:pt idx="885">
                  <c:v>3589.62</c:v>
                </c:pt>
                <c:pt idx="886">
                  <c:v>3593.2</c:v>
                </c:pt>
                <c:pt idx="887">
                  <c:v>3596.12</c:v>
                </c:pt>
                <c:pt idx="888">
                  <c:v>3599.32</c:v>
                </c:pt>
                <c:pt idx="889">
                  <c:v>3602.35</c:v>
                </c:pt>
                <c:pt idx="890">
                  <c:v>3605.52</c:v>
                </c:pt>
                <c:pt idx="891">
                  <c:v>3610.2400000000002</c:v>
                </c:pt>
                <c:pt idx="892">
                  <c:v>3613.25</c:v>
                </c:pt>
                <c:pt idx="893">
                  <c:v>3608.86</c:v>
                </c:pt>
                <c:pt idx="894">
                  <c:v>3611.8700000000003</c:v>
                </c:pt>
                <c:pt idx="895">
                  <c:v>3614.8799999999997</c:v>
                </c:pt>
                <c:pt idx="896">
                  <c:v>3618.29</c:v>
                </c:pt>
                <c:pt idx="897">
                  <c:v>3619.7599999999998</c:v>
                </c:pt>
                <c:pt idx="898">
                  <c:v>3625.81</c:v>
                </c:pt>
                <c:pt idx="899">
                  <c:v>3629.3799999999997</c:v>
                </c:pt>
                <c:pt idx="900">
                  <c:v>3628.8</c:v>
                </c:pt>
                <c:pt idx="901">
                  <c:v>3635.3300000000004</c:v>
                </c:pt>
                <c:pt idx="902">
                  <c:v>3639.1200000000003</c:v>
                </c:pt>
                <c:pt idx="903">
                  <c:v>3635.9</c:v>
                </c:pt>
                <c:pt idx="904">
                  <c:v>3636.29</c:v>
                </c:pt>
                <c:pt idx="905">
                  <c:v>3646.3999999999996</c:v>
                </c:pt>
                <c:pt idx="906">
                  <c:v>3651.32</c:v>
                </c:pt>
                <c:pt idx="907">
                  <c:v>3658.81</c:v>
                </c:pt>
                <c:pt idx="908">
                  <c:v>3661.54</c:v>
                </c:pt>
                <c:pt idx="909">
                  <c:v>3664.21</c:v>
                </c:pt>
                <c:pt idx="910">
                  <c:v>3667.1200000000003</c:v>
                </c:pt>
                <c:pt idx="911">
                  <c:v>3670.4</c:v>
                </c:pt>
                <c:pt idx="912">
                  <c:v>3671.84</c:v>
                </c:pt>
                <c:pt idx="913">
                  <c:v>3674.9900000000002</c:v>
                </c:pt>
                <c:pt idx="914">
                  <c:v>3679.16</c:v>
                </c:pt>
                <c:pt idx="915">
                  <c:v>3681.5099999999998</c:v>
                </c:pt>
                <c:pt idx="916">
                  <c:v>3682.2599999999998</c:v>
                </c:pt>
                <c:pt idx="917">
                  <c:v>3684.23</c:v>
                </c:pt>
                <c:pt idx="918">
                  <c:v>3687.95</c:v>
                </c:pt>
                <c:pt idx="919">
                  <c:v>3690.92</c:v>
                </c:pt>
                <c:pt idx="920">
                  <c:v>3693.8</c:v>
                </c:pt>
                <c:pt idx="921">
                  <c:v>3696.5499999999997</c:v>
                </c:pt>
                <c:pt idx="922">
                  <c:v>3699.85</c:v>
                </c:pt>
                <c:pt idx="923">
                  <c:v>3702.65</c:v>
                </c:pt>
                <c:pt idx="924">
                  <c:v>3705.67</c:v>
                </c:pt>
                <c:pt idx="925">
                  <c:v>3708.85</c:v>
                </c:pt>
                <c:pt idx="926">
                  <c:v>3711.42</c:v>
                </c:pt>
                <c:pt idx="927">
                  <c:v>3713.93</c:v>
                </c:pt>
                <c:pt idx="928">
                  <c:v>3716.9300000000003</c:v>
                </c:pt>
                <c:pt idx="929">
                  <c:v>3719.42</c:v>
                </c:pt>
                <c:pt idx="930">
                  <c:v>3723.5499999999997</c:v>
                </c:pt>
                <c:pt idx="931">
                  <c:v>3725.5099999999998</c:v>
                </c:pt>
                <c:pt idx="932">
                  <c:v>3730.57</c:v>
                </c:pt>
                <c:pt idx="933">
                  <c:v>3732.39</c:v>
                </c:pt>
                <c:pt idx="934">
                  <c:v>3736.49</c:v>
                </c:pt>
                <c:pt idx="935">
                  <c:v>3736.27</c:v>
                </c:pt>
                <c:pt idx="936">
                  <c:v>3739.5299999999997</c:v>
                </c:pt>
                <c:pt idx="937">
                  <c:v>3746.4900000000002</c:v>
                </c:pt>
                <c:pt idx="938">
                  <c:v>3749.06</c:v>
                </c:pt>
                <c:pt idx="939">
                  <c:v>3750.5299999999997</c:v>
                </c:pt>
                <c:pt idx="940">
                  <c:v>3751.74</c:v>
                </c:pt>
                <c:pt idx="941">
                  <c:v>3755.4500000000003</c:v>
                </c:pt>
                <c:pt idx="942">
                  <c:v>3745.86</c:v>
                </c:pt>
                <c:pt idx="943">
                  <c:v>3760.05</c:v>
                </c:pt>
                <c:pt idx="944">
                  <c:v>3756.03</c:v>
                </c:pt>
                <c:pt idx="945">
                  <c:v>3759.03</c:v>
                </c:pt>
                <c:pt idx="946">
                  <c:v>3760.1800000000003</c:v>
                </c:pt>
                <c:pt idx="947">
                  <c:v>3765.72</c:v>
                </c:pt>
                <c:pt idx="948">
                  <c:v>3770.1099999999997</c:v>
                </c:pt>
                <c:pt idx="949">
                  <c:v>3771.22</c:v>
                </c:pt>
                <c:pt idx="950">
                  <c:v>3774.5899999999997</c:v>
                </c:pt>
                <c:pt idx="951">
                  <c:v>3777.43</c:v>
                </c:pt>
                <c:pt idx="952">
                  <c:v>3780.4</c:v>
                </c:pt>
                <c:pt idx="953">
                  <c:v>3783.29</c:v>
                </c:pt>
                <c:pt idx="954">
                  <c:v>3790.66</c:v>
                </c:pt>
                <c:pt idx="955">
                  <c:v>3797.29</c:v>
                </c:pt>
                <c:pt idx="956">
                  <c:v>3800.05</c:v>
                </c:pt>
                <c:pt idx="957">
                  <c:v>3802.2599999999998</c:v>
                </c:pt>
                <c:pt idx="958">
                  <c:v>3805.29</c:v>
                </c:pt>
                <c:pt idx="959">
                  <c:v>3807.44</c:v>
                </c:pt>
                <c:pt idx="960">
                  <c:v>3810.1</c:v>
                </c:pt>
                <c:pt idx="961">
                  <c:v>3812.8199999999997</c:v>
                </c:pt>
                <c:pt idx="962">
                  <c:v>3816.49</c:v>
                </c:pt>
                <c:pt idx="963">
                  <c:v>3819.07</c:v>
                </c:pt>
                <c:pt idx="964">
                  <c:v>3820.25</c:v>
                </c:pt>
                <c:pt idx="965">
                  <c:v>3824.65</c:v>
                </c:pt>
                <c:pt idx="966">
                  <c:v>3825.6800000000003</c:v>
                </c:pt>
                <c:pt idx="967">
                  <c:v>3827.7999999999997</c:v>
                </c:pt>
                <c:pt idx="968">
                  <c:v>3830.9500000000003</c:v>
                </c:pt>
                <c:pt idx="969">
                  <c:v>3836.83</c:v>
                </c:pt>
                <c:pt idx="970">
                  <c:v>3836.21</c:v>
                </c:pt>
                <c:pt idx="971">
                  <c:v>3842.25</c:v>
                </c:pt>
                <c:pt idx="972">
                  <c:v>3843.6</c:v>
                </c:pt>
                <c:pt idx="973">
                  <c:v>3846.61</c:v>
                </c:pt>
                <c:pt idx="974">
                  <c:v>3846.99</c:v>
                </c:pt>
                <c:pt idx="975">
                  <c:v>3849.5699999999997</c:v>
                </c:pt>
                <c:pt idx="976">
                  <c:v>3852.86</c:v>
                </c:pt>
                <c:pt idx="977">
                  <c:v>3857.4</c:v>
                </c:pt>
                <c:pt idx="978">
                  <c:v>3859.7999999999997</c:v>
                </c:pt>
                <c:pt idx="979">
                  <c:v>3864.1</c:v>
                </c:pt>
                <c:pt idx="980">
                  <c:v>3866</c:v>
                </c:pt>
                <c:pt idx="981">
                  <c:v>3861.9</c:v>
                </c:pt>
                <c:pt idx="982">
                  <c:v>3864.59</c:v>
                </c:pt>
                <c:pt idx="983">
                  <c:v>3867.3</c:v>
                </c:pt>
                <c:pt idx="984">
                  <c:v>3870.0899999999997</c:v>
                </c:pt>
                <c:pt idx="985">
                  <c:v>3872.8799999999997</c:v>
                </c:pt>
                <c:pt idx="986">
                  <c:v>3875.6</c:v>
                </c:pt>
                <c:pt idx="987">
                  <c:v>3878.13</c:v>
                </c:pt>
                <c:pt idx="988">
                  <c:v>3880.92</c:v>
                </c:pt>
                <c:pt idx="989">
                  <c:v>3883.72</c:v>
                </c:pt>
                <c:pt idx="990">
                  <c:v>3886.04</c:v>
                </c:pt>
                <c:pt idx="991">
                  <c:v>3887.95</c:v>
                </c:pt>
                <c:pt idx="992">
                  <c:v>3892.09</c:v>
                </c:pt>
                <c:pt idx="993">
                  <c:v>3891.94</c:v>
                </c:pt>
                <c:pt idx="994">
                  <c:v>3897.22</c:v>
                </c:pt>
                <c:pt idx="995">
                  <c:v>3897.8799999999997</c:v>
                </c:pt>
                <c:pt idx="996">
                  <c:v>3908.69</c:v>
                </c:pt>
                <c:pt idx="997">
                  <c:v>3900.81</c:v>
                </c:pt>
                <c:pt idx="998">
                  <c:v>3915.45</c:v>
                </c:pt>
                <c:pt idx="999">
                  <c:v>3919.15</c:v>
                </c:pt>
                <c:pt idx="1000">
                  <c:v>3914.19</c:v>
                </c:pt>
                <c:pt idx="1001">
                  <c:v>3914.46</c:v>
                </c:pt>
                <c:pt idx="1002">
                  <c:v>3919.27</c:v>
                </c:pt>
                <c:pt idx="1003">
                  <c:v>3914.91</c:v>
                </c:pt>
                <c:pt idx="1004">
                  <c:v>3921.38</c:v>
                </c:pt>
                <c:pt idx="1005">
                  <c:v>3934.58</c:v>
                </c:pt>
                <c:pt idx="1006">
                  <c:v>3931.59</c:v>
                </c:pt>
                <c:pt idx="1007">
                  <c:v>3935.27</c:v>
                </c:pt>
                <c:pt idx="1008">
                  <c:v>3940.0499999999997</c:v>
                </c:pt>
                <c:pt idx="1009">
                  <c:v>3935.6</c:v>
                </c:pt>
                <c:pt idx="1010">
                  <c:v>3942.62</c:v>
                </c:pt>
                <c:pt idx="1011">
                  <c:v>3946.4100000000003</c:v>
                </c:pt>
                <c:pt idx="1012">
                  <c:v>3948.99</c:v>
                </c:pt>
                <c:pt idx="1013">
                  <c:v>3951.29</c:v>
                </c:pt>
                <c:pt idx="1014">
                  <c:v>3953.54</c:v>
                </c:pt>
                <c:pt idx="1015">
                  <c:v>3956.23</c:v>
                </c:pt>
                <c:pt idx="1016">
                  <c:v>3959.52</c:v>
                </c:pt>
                <c:pt idx="1017">
                  <c:v>3962.25</c:v>
                </c:pt>
                <c:pt idx="1018">
                  <c:v>3964.69</c:v>
                </c:pt>
                <c:pt idx="1019">
                  <c:v>3967.54</c:v>
                </c:pt>
                <c:pt idx="1020">
                  <c:v>3970.3599999999997</c:v>
                </c:pt>
                <c:pt idx="1021">
                  <c:v>3973.0699999999997</c:v>
                </c:pt>
                <c:pt idx="1022">
                  <c:v>3976.02</c:v>
                </c:pt>
                <c:pt idx="1023">
                  <c:v>3980.56</c:v>
                </c:pt>
                <c:pt idx="1024">
                  <c:v>3989.77</c:v>
                </c:pt>
                <c:pt idx="1025">
                  <c:v>3992.75</c:v>
                </c:pt>
                <c:pt idx="1026">
                  <c:v>3994.9900000000002</c:v>
                </c:pt>
                <c:pt idx="1027">
                  <c:v>3997.7299999999996</c:v>
                </c:pt>
                <c:pt idx="1028">
                  <c:v>4000.7799999999997</c:v>
                </c:pt>
                <c:pt idx="1029">
                  <c:v>4001.7699999999995</c:v>
                </c:pt>
                <c:pt idx="1030">
                  <c:v>4005.44</c:v>
                </c:pt>
                <c:pt idx="1031">
                  <c:v>4008.8299999999995</c:v>
                </c:pt>
                <c:pt idx="1032">
                  <c:v>4009.91</c:v>
                </c:pt>
                <c:pt idx="1033">
                  <c:v>4013.75</c:v>
                </c:pt>
                <c:pt idx="1034">
                  <c:v>4016.61</c:v>
                </c:pt>
                <c:pt idx="1035">
                  <c:v>4018.89</c:v>
                </c:pt>
                <c:pt idx="1036">
                  <c:v>4022.0200000000004</c:v>
                </c:pt>
                <c:pt idx="1037">
                  <c:v>4024.52</c:v>
                </c:pt>
                <c:pt idx="1038">
                  <c:v>4027.8999999999996</c:v>
                </c:pt>
                <c:pt idx="1039">
                  <c:v>4029.86</c:v>
                </c:pt>
                <c:pt idx="1040">
                  <c:v>4033.27</c:v>
                </c:pt>
                <c:pt idx="1041">
                  <c:v>4035.45</c:v>
                </c:pt>
                <c:pt idx="1042">
                  <c:v>4037.11</c:v>
                </c:pt>
                <c:pt idx="1043">
                  <c:v>4039.3999999999996</c:v>
                </c:pt>
                <c:pt idx="1044">
                  <c:v>4043.0599999999995</c:v>
                </c:pt>
                <c:pt idx="1045">
                  <c:v>4044.89</c:v>
                </c:pt>
                <c:pt idx="1046">
                  <c:v>4048.09</c:v>
                </c:pt>
                <c:pt idx="1047">
                  <c:v>4050.34</c:v>
                </c:pt>
                <c:pt idx="1048">
                  <c:v>4055.11</c:v>
                </c:pt>
                <c:pt idx="1049">
                  <c:v>4058.11</c:v>
                </c:pt>
                <c:pt idx="1050">
                  <c:v>4053.84</c:v>
                </c:pt>
                <c:pt idx="1051">
                  <c:v>4063.72</c:v>
                </c:pt>
                <c:pt idx="1052">
                  <c:v>4066.54</c:v>
                </c:pt>
                <c:pt idx="1053">
                  <c:v>4069.1699999999996</c:v>
                </c:pt>
                <c:pt idx="1054">
                  <c:v>4071.5399999999995</c:v>
                </c:pt>
                <c:pt idx="1055">
                  <c:v>4073.78</c:v>
                </c:pt>
                <c:pt idx="1056">
                  <c:v>4076.9</c:v>
                </c:pt>
                <c:pt idx="1057">
                  <c:v>4079.39</c:v>
                </c:pt>
                <c:pt idx="1058">
                  <c:v>4081.8599999999997</c:v>
                </c:pt>
                <c:pt idx="1059">
                  <c:v>4083.08</c:v>
                </c:pt>
                <c:pt idx="1060">
                  <c:v>4085.9199999999996</c:v>
                </c:pt>
                <c:pt idx="1061">
                  <c:v>4089.4199999999996</c:v>
                </c:pt>
                <c:pt idx="1062">
                  <c:v>4090.09</c:v>
                </c:pt>
                <c:pt idx="1063">
                  <c:v>4093.96</c:v>
                </c:pt>
                <c:pt idx="1064">
                  <c:v>4097.1099999999997</c:v>
                </c:pt>
                <c:pt idx="1065">
                  <c:v>4100.22</c:v>
                </c:pt>
                <c:pt idx="1066">
                  <c:v>4104.29</c:v>
                </c:pt>
                <c:pt idx="1067">
                  <c:v>4102.6100000000006</c:v>
                </c:pt>
                <c:pt idx="1068">
                  <c:v>4109.6000000000004</c:v>
                </c:pt>
                <c:pt idx="1069">
                  <c:v>4108.04</c:v>
                </c:pt>
                <c:pt idx="1070">
                  <c:v>4112.28</c:v>
                </c:pt>
                <c:pt idx="1071">
                  <c:v>4114.6900000000005</c:v>
                </c:pt>
                <c:pt idx="1072">
                  <c:v>4118.88</c:v>
                </c:pt>
                <c:pt idx="1073">
                  <c:v>4119.8899999999994</c:v>
                </c:pt>
                <c:pt idx="1074">
                  <c:v>4122.9500000000007</c:v>
                </c:pt>
                <c:pt idx="1075">
                  <c:v>4125.42</c:v>
                </c:pt>
                <c:pt idx="1076">
                  <c:v>4128.8999999999996</c:v>
                </c:pt>
                <c:pt idx="1077">
                  <c:v>4131.67</c:v>
                </c:pt>
                <c:pt idx="1078">
                  <c:v>4134.38</c:v>
                </c:pt>
                <c:pt idx="1079">
                  <c:v>4137.04</c:v>
                </c:pt>
                <c:pt idx="1080">
                  <c:v>4139.74</c:v>
                </c:pt>
                <c:pt idx="1081">
                  <c:v>4142.5599999999995</c:v>
                </c:pt>
                <c:pt idx="1082">
                  <c:v>4145.2299999999996</c:v>
                </c:pt>
                <c:pt idx="1083">
                  <c:v>4147.33</c:v>
                </c:pt>
                <c:pt idx="1084">
                  <c:v>4150.53</c:v>
                </c:pt>
                <c:pt idx="1085">
                  <c:v>4154.47</c:v>
                </c:pt>
                <c:pt idx="1086">
                  <c:v>4157.4400000000005</c:v>
                </c:pt>
                <c:pt idx="1087">
                  <c:v>4151.3799999999992</c:v>
                </c:pt>
                <c:pt idx="1088">
                  <c:v>4152.97</c:v>
                </c:pt>
                <c:pt idx="1089">
                  <c:v>4154.58</c:v>
                </c:pt>
                <c:pt idx="1090">
                  <c:v>4162.1100000000006</c:v>
                </c:pt>
                <c:pt idx="1091">
                  <c:v>4165.08</c:v>
                </c:pt>
                <c:pt idx="1092">
                  <c:v>4159.7699999999995</c:v>
                </c:pt>
                <c:pt idx="1093">
                  <c:v>4163.6899999999996</c:v>
                </c:pt>
                <c:pt idx="1094">
                  <c:v>4166.92</c:v>
                </c:pt>
                <c:pt idx="1095">
                  <c:v>4173.0200000000004</c:v>
                </c:pt>
                <c:pt idx="1096">
                  <c:v>4173.99</c:v>
                </c:pt>
                <c:pt idx="1097">
                  <c:v>4180.2400000000007</c:v>
                </c:pt>
                <c:pt idx="1098">
                  <c:v>4189.42</c:v>
                </c:pt>
                <c:pt idx="1099">
                  <c:v>4192.43</c:v>
                </c:pt>
                <c:pt idx="1100">
                  <c:v>4194.4299999999994</c:v>
                </c:pt>
                <c:pt idx="1101">
                  <c:v>4198.01</c:v>
                </c:pt>
                <c:pt idx="1102">
                  <c:v>4200.1600000000008</c:v>
                </c:pt>
                <c:pt idx="1103">
                  <c:v>4202.3099999999995</c:v>
                </c:pt>
                <c:pt idx="1104">
                  <c:v>4205.0999999999995</c:v>
                </c:pt>
                <c:pt idx="1105">
                  <c:v>4207.47</c:v>
                </c:pt>
                <c:pt idx="1106">
                  <c:v>4210.0200000000004</c:v>
                </c:pt>
                <c:pt idx="1107">
                  <c:v>4212.83</c:v>
                </c:pt>
                <c:pt idx="1108">
                  <c:v>4213.3999999999996</c:v>
                </c:pt>
                <c:pt idx="1109">
                  <c:v>4215.87</c:v>
                </c:pt>
                <c:pt idx="1110">
                  <c:v>4218.9500000000007</c:v>
                </c:pt>
                <c:pt idx="1111">
                  <c:v>4221.33</c:v>
                </c:pt>
                <c:pt idx="1112">
                  <c:v>4224.09</c:v>
                </c:pt>
                <c:pt idx="1113">
                  <c:v>4227.0200000000004</c:v>
                </c:pt>
                <c:pt idx="1114">
                  <c:v>4229.6899999999996</c:v>
                </c:pt>
                <c:pt idx="1115">
                  <c:v>4232.8500000000004</c:v>
                </c:pt>
                <c:pt idx="1116">
                  <c:v>4234.8600000000006</c:v>
                </c:pt>
                <c:pt idx="1117">
                  <c:v>4239.82</c:v>
                </c:pt>
                <c:pt idx="1118">
                  <c:v>4239.68</c:v>
                </c:pt>
                <c:pt idx="1119">
                  <c:v>4241.82</c:v>
                </c:pt>
                <c:pt idx="1120">
                  <c:v>4244.32</c:v>
                </c:pt>
                <c:pt idx="1121">
                  <c:v>4247.57</c:v>
                </c:pt>
                <c:pt idx="1122">
                  <c:v>4249.49</c:v>
                </c:pt>
                <c:pt idx="1123">
                  <c:v>4252.63</c:v>
                </c:pt>
                <c:pt idx="1124">
                  <c:v>4256.6100000000006</c:v>
                </c:pt>
                <c:pt idx="1125">
                  <c:v>4259.68</c:v>
                </c:pt>
                <c:pt idx="1126">
                  <c:v>4264.7199999999993</c:v>
                </c:pt>
                <c:pt idx="1127">
                  <c:v>4260.51</c:v>
                </c:pt>
                <c:pt idx="1128">
                  <c:v>4270.59</c:v>
                </c:pt>
                <c:pt idx="1129">
                  <c:v>4262.75</c:v>
                </c:pt>
                <c:pt idx="1130">
                  <c:v>4271.9800000000005</c:v>
                </c:pt>
                <c:pt idx="1131">
                  <c:v>4276.2</c:v>
                </c:pt>
                <c:pt idx="1132">
                  <c:v>4278.93</c:v>
                </c:pt>
                <c:pt idx="1133">
                  <c:v>4279.09</c:v>
                </c:pt>
                <c:pt idx="1134">
                  <c:v>4281.1099999999997</c:v>
                </c:pt>
                <c:pt idx="1135">
                  <c:v>4280.2699999999995</c:v>
                </c:pt>
                <c:pt idx="1136">
                  <c:v>4284.3099999999995</c:v>
                </c:pt>
                <c:pt idx="1137">
                  <c:v>4288.5099999999993</c:v>
                </c:pt>
                <c:pt idx="1138">
                  <c:v>4291.2299999999996</c:v>
                </c:pt>
                <c:pt idx="1139">
                  <c:v>4293.07</c:v>
                </c:pt>
                <c:pt idx="1140">
                  <c:v>4296.09</c:v>
                </c:pt>
                <c:pt idx="1141">
                  <c:v>4298.54</c:v>
                </c:pt>
                <c:pt idx="1142">
                  <c:v>4301.2699999999995</c:v>
                </c:pt>
                <c:pt idx="1143">
                  <c:v>4304.08</c:v>
                </c:pt>
                <c:pt idx="1144">
                  <c:v>4306.66</c:v>
                </c:pt>
                <c:pt idx="1145">
                  <c:v>4309.3500000000004</c:v>
                </c:pt>
                <c:pt idx="1146">
                  <c:v>4311.99</c:v>
                </c:pt>
                <c:pt idx="1147">
                  <c:v>4314.9399999999996</c:v>
                </c:pt>
                <c:pt idx="1148">
                  <c:v>4323.38</c:v>
                </c:pt>
                <c:pt idx="1149">
                  <c:v>4326.28</c:v>
                </c:pt>
                <c:pt idx="1150">
                  <c:v>4328.7699999999995</c:v>
                </c:pt>
                <c:pt idx="1151">
                  <c:v>4329.63</c:v>
                </c:pt>
                <c:pt idx="1152">
                  <c:v>4333.88</c:v>
                </c:pt>
                <c:pt idx="1153">
                  <c:v>4335.5499999999993</c:v>
                </c:pt>
                <c:pt idx="1154">
                  <c:v>4338.8</c:v>
                </c:pt>
                <c:pt idx="1155">
                  <c:v>4341.79</c:v>
                </c:pt>
                <c:pt idx="1156">
                  <c:v>4342.46</c:v>
                </c:pt>
                <c:pt idx="1157">
                  <c:v>4340.88</c:v>
                </c:pt>
                <c:pt idx="1158">
                  <c:v>4342.1200000000008</c:v>
                </c:pt>
                <c:pt idx="1159">
                  <c:v>4345.96</c:v>
                </c:pt>
                <c:pt idx="1160">
                  <c:v>4354.46</c:v>
                </c:pt>
                <c:pt idx="1161">
                  <c:v>4356.3500000000004</c:v>
                </c:pt>
                <c:pt idx="1162">
                  <c:v>4359.72</c:v>
                </c:pt>
                <c:pt idx="1163">
                  <c:v>4362.4799999999996</c:v>
                </c:pt>
                <c:pt idx="1164">
                  <c:v>4365.25</c:v>
                </c:pt>
                <c:pt idx="1165">
                  <c:v>4367.7700000000004</c:v>
                </c:pt>
                <c:pt idx="1166">
                  <c:v>4370.04</c:v>
                </c:pt>
                <c:pt idx="1167">
                  <c:v>4372.72</c:v>
                </c:pt>
                <c:pt idx="1168">
                  <c:v>4373.9400000000005</c:v>
                </c:pt>
                <c:pt idx="1169">
                  <c:v>4375.91</c:v>
                </c:pt>
                <c:pt idx="1170">
                  <c:v>4378.2300000000005</c:v>
                </c:pt>
                <c:pt idx="1171">
                  <c:v>4380.72</c:v>
                </c:pt>
                <c:pt idx="1172">
                  <c:v>4382.9799999999996</c:v>
                </c:pt>
                <c:pt idx="1173">
                  <c:v>4385.12</c:v>
                </c:pt>
                <c:pt idx="1174">
                  <c:v>4387.8700000000008</c:v>
                </c:pt>
                <c:pt idx="1175">
                  <c:v>4391.67</c:v>
                </c:pt>
                <c:pt idx="1176">
                  <c:v>4387.9000000000005</c:v>
                </c:pt>
                <c:pt idx="1177">
                  <c:v>4390.7</c:v>
                </c:pt>
                <c:pt idx="1178">
                  <c:v>4393.5</c:v>
                </c:pt>
                <c:pt idx="1179">
                  <c:v>4395.93</c:v>
                </c:pt>
                <c:pt idx="1180">
                  <c:v>4399.6399999999994</c:v>
                </c:pt>
                <c:pt idx="1181">
                  <c:v>4402.38</c:v>
                </c:pt>
                <c:pt idx="1182">
                  <c:v>4404.58</c:v>
                </c:pt>
                <c:pt idx="1183">
                  <c:v>4404.99</c:v>
                </c:pt>
                <c:pt idx="1184">
                  <c:v>4411.8</c:v>
                </c:pt>
                <c:pt idx="1185">
                  <c:v>4412.3599999999997</c:v>
                </c:pt>
                <c:pt idx="1186">
                  <c:v>4412.9800000000005</c:v>
                </c:pt>
                <c:pt idx="1187">
                  <c:v>4417.6399999999994</c:v>
                </c:pt>
                <c:pt idx="1188">
                  <c:v>4418.1499999999996</c:v>
                </c:pt>
                <c:pt idx="1189">
                  <c:v>4421.76</c:v>
                </c:pt>
                <c:pt idx="1190">
                  <c:v>4429.8900000000003</c:v>
                </c:pt>
                <c:pt idx="1191">
                  <c:v>4430.33</c:v>
                </c:pt>
                <c:pt idx="1192">
                  <c:v>4434.45</c:v>
                </c:pt>
                <c:pt idx="1193">
                  <c:v>4433.54</c:v>
                </c:pt>
                <c:pt idx="1194">
                  <c:v>4439.8</c:v>
                </c:pt>
                <c:pt idx="1195">
                  <c:v>4441.8900000000003</c:v>
                </c:pt>
                <c:pt idx="1196">
                  <c:v>4444.26</c:v>
                </c:pt>
                <c:pt idx="1197">
                  <c:v>4447.03</c:v>
                </c:pt>
                <c:pt idx="1198">
                  <c:v>4447.5600000000004</c:v>
                </c:pt>
                <c:pt idx="1199">
                  <c:v>4450.8599999999997</c:v>
                </c:pt>
                <c:pt idx="1200">
                  <c:v>4453.5999999999995</c:v>
                </c:pt>
                <c:pt idx="1201">
                  <c:v>4457.3</c:v>
                </c:pt>
                <c:pt idx="1202">
                  <c:v>4459.8899999999994</c:v>
                </c:pt>
                <c:pt idx="1203">
                  <c:v>4461.32</c:v>
                </c:pt>
                <c:pt idx="1204">
                  <c:v>4463.99</c:v>
                </c:pt>
                <c:pt idx="1205">
                  <c:v>4466.54</c:v>
                </c:pt>
                <c:pt idx="1206">
                  <c:v>4469.2699999999995</c:v>
                </c:pt>
                <c:pt idx="1207">
                  <c:v>4472.1000000000004</c:v>
                </c:pt>
                <c:pt idx="1208">
                  <c:v>4475.07</c:v>
                </c:pt>
                <c:pt idx="1209">
                  <c:v>4479.2199999999993</c:v>
                </c:pt>
                <c:pt idx="1210">
                  <c:v>4479.78</c:v>
                </c:pt>
                <c:pt idx="1211">
                  <c:v>4483.42</c:v>
                </c:pt>
                <c:pt idx="1212">
                  <c:v>4485.7300000000005</c:v>
                </c:pt>
                <c:pt idx="1213">
                  <c:v>4488.53</c:v>
                </c:pt>
                <c:pt idx="1214">
                  <c:v>4493.1900000000005</c:v>
                </c:pt>
                <c:pt idx="1215">
                  <c:v>4496.6799999999994</c:v>
                </c:pt>
                <c:pt idx="1216">
                  <c:v>4498.34</c:v>
                </c:pt>
                <c:pt idx="1217">
                  <c:v>4497.8</c:v>
                </c:pt>
                <c:pt idx="1218">
                  <c:v>4503.71</c:v>
                </c:pt>
                <c:pt idx="1219">
                  <c:v>4502.93</c:v>
                </c:pt>
                <c:pt idx="1220">
                  <c:v>4511.3500000000004</c:v>
                </c:pt>
                <c:pt idx="1221">
                  <c:v>4514.24</c:v>
                </c:pt>
                <c:pt idx="1222">
                  <c:v>4514.99</c:v>
                </c:pt>
                <c:pt idx="1223">
                  <c:v>4519.7300000000005</c:v>
                </c:pt>
                <c:pt idx="1224">
                  <c:v>4518.0499999999993</c:v>
                </c:pt>
                <c:pt idx="1225">
                  <c:v>4524.66</c:v>
                </c:pt>
                <c:pt idx="1226">
                  <c:v>4524.24</c:v>
                </c:pt>
                <c:pt idx="1227">
                  <c:v>4526.95</c:v>
                </c:pt>
                <c:pt idx="1228">
                  <c:v>4532.8799999999992</c:v>
                </c:pt>
                <c:pt idx="1229">
                  <c:v>4534.45</c:v>
                </c:pt>
                <c:pt idx="1230">
                  <c:v>4536.4399999999996</c:v>
                </c:pt>
                <c:pt idx="1231">
                  <c:v>4539.8100000000004</c:v>
                </c:pt>
                <c:pt idx="1232">
                  <c:v>4542.3099999999995</c:v>
                </c:pt>
                <c:pt idx="1233">
                  <c:v>4545.2700000000004</c:v>
                </c:pt>
                <c:pt idx="1234">
                  <c:v>4548.26</c:v>
                </c:pt>
                <c:pt idx="1235">
                  <c:v>4550.96</c:v>
                </c:pt>
                <c:pt idx="1236">
                  <c:v>4553.57</c:v>
                </c:pt>
                <c:pt idx="1237">
                  <c:v>4556.07</c:v>
                </c:pt>
                <c:pt idx="1238">
                  <c:v>4558.93</c:v>
                </c:pt>
                <c:pt idx="1239">
                  <c:v>4561.62</c:v>
                </c:pt>
                <c:pt idx="1240">
                  <c:v>4564.3900000000003</c:v>
                </c:pt>
                <c:pt idx="1241">
                  <c:v>4567.1900000000005</c:v>
                </c:pt>
                <c:pt idx="1242">
                  <c:v>4569.93</c:v>
                </c:pt>
                <c:pt idx="1243">
                  <c:v>4571.4399999999996</c:v>
                </c:pt>
                <c:pt idx="1244">
                  <c:v>4574.4400000000005</c:v>
                </c:pt>
                <c:pt idx="1245">
                  <c:v>4576.4800000000005</c:v>
                </c:pt>
                <c:pt idx="1246">
                  <c:v>4580.6500000000005</c:v>
                </c:pt>
                <c:pt idx="1247">
                  <c:v>4582.5600000000004</c:v>
                </c:pt>
                <c:pt idx="1248">
                  <c:v>4585.29</c:v>
                </c:pt>
                <c:pt idx="1249">
                  <c:v>4586</c:v>
                </c:pt>
                <c:pt idx="1250">
                  <c:v>4592.75</c:v>
                </c:pt>
                <c:pt idx="1251">
                  <c:v>4592.53</c:v>
                </c:pt>
                <c:pt idx="1252">
                  <c:v>4596.8799999999992</c:v>
                </c:pt>
                <c:pt idx="1253">
                  <c:v>4598.96</c:v>
                </c:pt>
                <c:pt idx="1254">
                  <c:v>4603.5700000000006</c:v>
                </c:pt>
                <c:pt idx="1255">
                  <c:v>4606.24</c:v>
                </c:pt>
                <c:pt idx="1256">
                  <c:v>4608.49</c:v>
                </c:pt>
                <c:pt idx="1257">
                  <c:v>4611.34</c:v>
                </c:pt>
                <c:pt idx="1258">
                  <c:v>4612.66</c:v>
                </c:pt>
                <c:pt idx="1259">
                  <c:v>4615.53</c:v>
                </c:pt>
                <c:pt idx="1260">
                  <c:v>4618.1400000000003</c:v>
                </c:pt>
                <c:pt idx="1261">
                  <c:v>4620</c:v>
                </c:pt>
                <c:pt idx="1262">
                  <c:v>4622.7700000000004</c:v>
                </c:pt>
                <c:pt idx="1263">
                  <c:v>4623.99</c:v>
                </c:pt>
                <c:pt idx="1264">
                  <c:v>4626.8599999999997</c:v>
                </c:pt>
                <c:pt idx="1265">
                  <c:v>4629.5</c:v>
                </c:pt>
                <c:pt idx="1266">
                  <c:v>4630.7700000000004</c:v>
                </c:pt>
                <c:pt idx="1267">
                  <c:v>4633.3200000000006</c:v>
                </c:pt>
                <c:pt idx="1268">
                  <c:v>4636.18</c:v>
                </c:pt>
                <c:pt idx="1269">
                  <c:v>4638.3599999999997</c:v>
                </c:pt>
                <c:pt idx="1270">
                  <c:v>4640.46</c:v>
                </c:pt>
                <c:pt idx="1271">
                  <c:v>4644.71</c:v>
                </c:pt>
                <c:pt idx="1272">
                  <c:v>4648.0600000000004</c:v>
                </c:pt>
                <c:pt idx="1273">
                  <c:v>4650.7699999999995</c:v>
                </c:pt>
                <c:pt idx="1274">
                  <c:v>4652.2</c:v>
                </c:pt>
                <c:pt idx="1275">
                  <c:v>4655.1600000000008</c:v>
                </c:pt>
                <c:pt idx="1276">
                  <c:v>4657.4799999999996</c:v>
                </c:pt>
                <c:pt idx="1277">
                  <c:v>4657.92</c:v>
                </c:pt>
                <c:pt idx="1278">
                  <c:v>4658.3500000000004</c:v>
                </c:pt>
                <c:pt idx="1279">
                  <c:v>4663.1400000000003</c:v>
                </c:pt>
                <c:pt idx="1280">
                  <c:v>4662.57</c:v>
                </c:pt>
                <c:pt idx="1281">
                  <c:v>4667.33</c:v>
                </c:pt>
                <c:pt idx="1282">
                  <c:v>4670.68</c:v>
                </c:pt>
                <c:pt idx="1283">
                  <c:v>4673.03</c:v>
                </c:pt>
                <c:pt idx="1284">
                  <c:v>4676.33</c:v>
                </c:pt>
                <c:pt idx="1285">
                  <c:v>4673.09</c:v>
                </c:pt>
                <c:pt idx="1286">
                  <c:v>4676.4900000000007</c:v>
                </c:pt>
                <c:pt idx="1287">
                  <c:v>4681.66</c:v>
                </c:pt>
                <c:pt idx="1288">
                  <c:v>4684.8099999999995</c:v>
                </c:pt>
                <c:pt idx="1289">
                  <c:v>4684.32</c:v>
                </c:pt>
                <c:pt idx="1290">
                  <c:v>4687.32</c:v>
                </c:pt>
                <c:pt idx="1291">
                  <c:v>4688.6400000000003</c:v>
                </c:pt>
                <c:pt idx="1292">
                  <c:v>4691.88</c:v>
                </c:pt>
                <c:pt idx="1293">
                  <c:v>4693.6000000000004</c:v>
                </c:pt>
                <c:pt idx="1294">
                  <c:v>4695.63</c:v>
                </c:pt>
                <c:pt idx="1295">
                  <c:v>4698.2299999999996</c:v>
                </c:pt>
                <c:pt idx="1296">
                  <c:v>4701.3100000000004</c:v>
                </c:pt>
                <c:pt idx="1297">
                  <c:v>4703.6100000000006</c:v>
                </c:pt>
                <c:pt idx="1298">
                  <c:v>4707.22</c:v>
                </c:pt>
                <c:pt idx="1299">
                  <c:v>4708.38</c:v>
                </c:pt>
                <c:pt idx="1300">
                  <c:v>4711.5</c:v>
                </c:pt>
                <c:pt idx="1301">
                  <c:v>4711.8</c:v>
                </c:pt>
                <c:pt idx="1302">
                  <c:v>4714.1900000000005</c:v>
                </c:pt>
                <c:pt idx="1303">
                  <c:v>4716.6499999999996</c:v>
                </c:pt>
                <c:pt idx="1304">
                  <c:v>4718.68</c:v>
                </c:pt>
                <c:pt idx="1305">
                  <c:v>4720.79</c:v>
                </c:pt>
                <c:pt idx="1306">
                  <c:v>4722.95</c:v>
                </c:pt>
                <c:pt idx="1307">
                  <c:v>4726.37</c:v>
                </c:pt>
                <c:pt idx="1308">
                  <c:v>4729.92</c:v>
                </c:pt>
                <c:pt idx="1309">
                  <c:v>4731.1899999999996</c:v>
                </c:pt>
                <c:pt idx="1310">
                  <c:v>4734.57</c:v>
                </c:pt>
                <c:pt idx="1311">
                  <c:v>4732.79</c:v>
                </c:pt>
                <c:pt idx="1312">
                  <c:v>4735.32</c:v>
                </c:pt>
                <c:pt idx="1313">
                  <c:v>4741.2</c:v>
                </c:pt>
                <c:pt idx="1314">
                  <c:v>4743.5999999999995</c:v>
                </c:pt>
                <c:pt idx="1315">
                  <c:v>4746.5400000000009</c:v>
                </c:pt>
                <c:pt idx="1316">
                  <c:v>4735.79</c:v>
                </c:pt>
                <c:pt idx="1317">
                  <c:v>4745.5600000000004</c:v>
                </c:pt>
                <c:pt idx="1318">
                  <c:v>4742.51</c:v>
                </c:pt>
                <c:pt idx="1319">
                  <c:v>4750.5</c:v>
                </c:pt>
                <c:pt idx="1320">
                  <c:v>4743.03</c:v>
                </c:pt>
                <c:pt idx="1321">
                  <c:v>4745.78</c:v>
                </c:pt>
                <c:pt idx="1322">
                  <c:v>4756.04</c:v>
                </c:pt>
                <c:pt idx="1323">
                  <c:v>4757.1899999999996</c:v>
                </c:pt>
                <c:pt idx="1324">
                  <c:v>4754.9900000000007</c:v>
                </c:pt>
                <c:pt idx="1325">
                  <c:v>4758.8999999999996</c:v>
                </c:pt>
                <c:pt idx="1326">
                  <c:v>4760.88</c:v>
                </c:pt>
                <c:pt idx="1327">
                  <c:v>4762.55</c:v>
                </c:pt>
                <c:pt idx="1328">
                  <c:v>4764.46</c:v>
                </c:pt>
                <c:pt idx="1329">
                  <c:v>4766.6000000000004</c:v>
                </c:pt>
                <c:pt idx="1330">
                  <c:v>4768.7699999999995</c:v>
                </c:pt>
                <c:pt idx="1331">
                  <c:v>4770.92</c:v>
                </c:pt>
                <c:pt idx="1332">
                  <c:v>4773.17</c:v>
                </c:pt>
                <c:pt idx="1333">
                  <c:v>4775.2299999999996</c:v>
                </c:pt>
                <c:pt idx="1334">
                  <c:v>4777.3999999999996</c:v>
                </c:pt>
                <c:pt idx="1335">
                  <c:v>4779.12</c:v>
                </c:pt>
                <c:pt idx="1336">
                  <c:v>4780.8200000000006</c:v>
                </c:pt>
                <c:pt idx="1337">
                  <c:v>4782.38</c:v>
                </c:pt>
                <c:pt idx="1338">
                  <c:v>4782.95</c:v>
                </c:pt>
                <c:pt idx="1339">
                  <c:v>4790.4400000000005</c:v>
                </c:pt>
                <c:pt idx="1340">
                  <c:v>4789.4699999999993</c:v>
                </c:pt>
                <c:pt idx="1341">
                  <c:v>4797.12</c:v>
                </c:pt>
                <c:pt idx="1342">
                  <c:v>4794.8500000000004</c:v>
                </c:pt>
                <c:pt idx="1343">
                  <c:v>4793.72</c:v>
                </c:pt>
                <c:pt idx="1344">
                  <c:v>4790.5600000000004</c:v>
                </c:pt>
                <c:pt idx="1345">
                  <c:v>4795.78</c:v>
                </c:pt>
                <c:pt idx="1346">
                  <c:v>4812.76</c:v>
                </c:pt>
                <c:pt idx="1347">
                  <c:v>4796.4799999999996</c:v>
                </c:pt>
                <c:pt idx="1348">
                  <c:v>4809.96</c:v>
                </c:pt>
                <c:pt idx="1349">
                  <c:v>4805.08</c:v>
                </c:pt>
                <c:pt idx="1350">
                  <c:v>4816.08</c:v>
                </c:pt>
                <c:pt idx="1351">
                  <c:v>4819.4100000000008</c:v>
                </c:pt>
                <c:pt idx="1352">
                  <c:v>4821.3499999999995</c:v>
                </c:pt>
                <c:pt idx="1353">
                  <c:v>4822.29</c:v>
                </c:pt>
                <c:pt idx="1354">
                  <c:v>4815.9299999999994</c:v>
                </c:pt>
                <c:pt idx="1355">
                  <c:v>4826.95</c:v>
                </c:pt>
                <c:pt idx="1356">
                  <c:v>4821.28</c:v>
                </c:pt>
                <c:pt idx="1357">
                  <c:v>4824</c:v>
                </c:pt>
                <c:pt idx="1358">
                  <c:v>4825.95</c:v>
                </c:pt>
                <c:pt idx="1359">
                  <c:v>4829.13</c:v>
                </c:pt>
                <c:pt idx="1360">
                  <c:v>4832.67</c:v>
                </c:pt>
                <c:pt idx="1361">
                  <c:v>4834.6499999999996</c:v>
                </c:pt>
                <c:pt idx="1362">
                  <c:v>4836.78</c:v>
                </c:pt>
                <c:pt idx="1363">
                  <c:v>4838.96</c:v>
                </c:pt>
                <c:pt idx="1364">
                  <c:v>4843.34</c:v>
                </c:pt>
                <c:pt idx="1365">
                  <c:v>4853.6499999999996</c:v>
                </c:pt>
                <c:pt idx="1366">
                  <c:v>4855.9400000000005</c:v>
                </c:pt>
                <c:pt idx="1367">
                  <c:v>4857.8900000000003</c:v>
                </c:pt>
                <c:pt idx="1368">
                  <c:v>4859.88</c:v>
                </c:pt>
                <c:pt idx="1369">
                  <c:v>4862.16</c:v>
                </c:pt>
                <c:pt idx="1370">
                  <c:v>4864.01</c:v>
                </c:pt>
                <c:pt idx="1371">
                  <c:v>4862.2</c:v>
                </c:pt>
                <c:pt idx="1372">
                  <c:v>4865.6899999999996</c:v>
                </c:pt>
                <c:pt idx="1373">
                  <c:v>4870.0099999999993</c:v>
                </c:pt>
                <c:pt idx="1374">
                  <c:v>4871.92</c:v>
                </c:pt>
                <c:pt idx="1375">
                  <c:v>4874.76</c:v>
                </c:pt>
                <c:pt idx="1376">
                  <c:v>4872.67</c:v>
                </c:pt>
                <c:pt idx="1377">
                  <c:v>4879.47</c:v>
                </c:pt>
                <c:pt idx="1378">
                  <c:v>4881.6499999999996</c:v>
                </c:pt>
                <c:pt idx="1379">
                  <c:v>4883.13</c:v>
                </c:pt>
                <c:pt idx="1380">
                  <c:v>4885.49</c:v>
                </c:pt>
                <c:pt idx="1381">
                  <c:v>4886.78</c:v>
                </c:pt>
                <c:pt idx="1382">
                  <c:v>4890.16</c:v>
                </c:pt>
                <c:pt idx="1383">
                  <c:v>4888.33</c:v>
                </c:pt>
                <c:pt idx="1384">
                  <c:v>4892.26</c:v>
                </c:pt>
                <c:pt idx="1385">
                  <c:v>4892.4799999999996</c:v>
                </c:pt>
                <c:pt idx="1386">
                  <c:v>4892.76</c:v>
                </c:pt>
                <c:pt idx="1387">
                  <c:v>4897.04</c:v>
                </c:pt>
                <c:pt idx="1388">
                  <c:v>4897.8099999999995</c:v>
                </c:pt>
                <c:pt idx="1389">
                  <c:v>4901.46</c:v>
                </c:pt>
                <c:pt idx="1390">
                  <c:v>4904.7599999999993</c:v>
                </c:pt>
                <c:pt idx="1391">
                  <c:v>4906.3</c:v>
                </c:pt>
                <c:pt idx="1392">
                  <c:v>4910.0599999999995</c:v>
                </c:pt>
                <c:pt idx="1393">
                  <c:v>4912.1100000000006</c:v>
                </c:pt>
                <c:pt idx="1394">
                  <c:v>4912.59</c:v>
                </c:pt>
                <c:pt idx="1395">
                  <c:v>4914.7</c:v>
                </c:pt>
                <c:pt idx="1396">
                  <c:v>4917.01</c:v>
                </c:pt>
                <c:pt idx="1397">
                  <c:v>4918.9800000000005</c:v>
                </c:pt>
                <c:pt idx="1398">
                  <c:v>4921.04</c:v>
                </c:pt>
                <c:pt idx="1399">
                  <c:v>4923.08</c:v>
                </c:pt>
                <c:pt idx="1400">
                  <c:v>4925.4800000000005</c:v>
                </c:pt>
                <c:pt idx="1401">
                  <c:v>4927.5200000000004</c:v>
                </c:pt>
                <c:pt idx="1402">
                  <c:v>4931.29</c:v>
                </c:pt>
                <c:pt idx="1403">
                  <c:v>4929.1499999999996</c:v>
                </c:pt>
                <c:pt idx="1404">
                  <c:v>4933.62</c:v>
                </c:pt>
                <c:pt idx="1405">
                  <c:v>4934.0599999999995</c:v>
                </c:pt>
                <c:pt idx="1406">
                  <c:v>4937.88</c:v>
                </c:pt>
                <c:pt idx="1407">
                  <c:v>4935.3499999999995</c:v>
                </c:pt>
                <c:pt idx="1408">
                  <c:v>4944.51</c:v>
                </c:pt>
                <c:pt idx="1409">
                  <c:v>4944.2300000000005</c:v>
                </c:pt>
                <c:pt idx="1410">
                  <c:v>4948.9799999999996</c:v>
                </c:pt>
                <c:pt idx="1411">
                  <c:v>4948.45</c:v>
                </c:pt>
                <c:pt idx="1412">
                  <c:v>4932.4000000000005</c:v>
                </c:pt>
                <c:pt idx="1413">
                  <c:v>4954.34</c:v>
                </c:pt>
                <c:pt idx="1414">
                  <c:v>4947.45</c:v>
                </c:pt>
                <c:pt idx="1415">
                  <c:v>4952</c:v>
                </c:pt>
                <c:pt idx="1416">
                  <c:v>4956.26</c:v>
                </c:pt>
                <c:pt idx="1417">
                  <c:v>4946.76</c:v>
                </c:pt>
                <c:pt idx="1418">
                  <c:v>4959.0300000000007</c:v>
                </c:pt>
                <c:pt idx="1419">
                  <c:v>4952.82</c:v>
                </c:pt>
                <c:pt idx="1420">
                  <c:v>4959.38</c:v>
                </c:pt>
                <c:pt idx="1421">
                  <c:v>4958.96</c:v>
                </c:pt>
                <c:pt idx="1422">
                  <c:v>4963.2</c:v>
                </c:pt>
                <c:pt idx="1423">
                  <c:v>4964.78</c:v>
                </c:pt>
                <c:pt idx="1424">
                  <c:v>4967.2400000000007</c:v>
                </c:pt>
                <c:pt idx="1425">
                  <c:v>4969.34</c:v>
                </c:pt>
                <c:pt idx="1426">
                  <c:v>4971.29</c:v>
                </c:pt>
                <c:pt idx="1427">
                  <c:v>4973.4400000000005</c:v>
                </c:pt>
                <c:pt idx="1428">
                  <c:v>4975.42</c:v>
                </c:pt>
                <c:pt idx="1429">
                  <c:v>4977.38</c:v>
                </c:pt>
                <c:pt idx="1430">
                  <c:v>4979.62</c:v>
                </c:pt>
                <c:pt idx="1431">
                  <c:v>4981.6399999999994</c:v>
                </c:pt>
                <c:pt idx="1432">
                  <c:v>4983.43</c:v>
                </c:pt>
                <c:pt idx="1433">
                  <c:v>4984.6500000000005</c:v>
                </c:pt>
                <c:pt idx="1434">
                  <c:v>4990.2300000000005</c:v>
                </c:pt>
                <c:pt idx="1435">
                  <c:v>4986.33</c:v>
                </c:pt>
                <c:pt idx="1436">
                  <c:v>4995.7299999999996</c:v>
                </c:pt>
                <c:pt idx="1437">
                  <c:v>4993.01</c:v>
                </c:pt>
                <c:pt idx="1438">
                  <c:v>4995.1299999999992</c:v>
                </c:pt>
                <c:pt idx="1439">
                  <c:v>4994.41</c:v>
                </c:pt>
                <c:pt idx="1440">
                  <c:v>5008.2700000000004</c:v>
                </c:pt>
                <c:pt idx="1441">
                  <c:v>5010.6000000000004</c:v>
                </c:pt>
                <c:pt idx="1442">
                  <c:v>5012.1000000000004</c:v>
                </c:pt>
                <c:pt idx="1443">
                  <c:v>5005.3500000000004</c:v>
                </c:pt>
                <c:pt idx="1444">
                  <c:v>5001.54</c:v>
                </c:pt>
                <c:pt idx="1445">
                  <c:v>5020.1399999999994</c:v>
                </c:pt>
                <c:pt idx="1446">
                  <c:v>5003.03</c:v>
                </c:pt>
                <c:pt idx="1447">
                  <c:v>5009.13</c:v>
                </c:pt>
                <c:pt idx="1448">
                  <c:v>5022.33</c:v>
                </c:pt>
                <c:pt idx="1449">
                  <c:v>5016.3999999999996</c:v>
                </c:pt>
                <c:pt idx="1450">
                  <c:v>5025.25</c:v>
                </c:pt>
                <c:pt idx="1451">
                  <c:v>5027.34</c:v>
                </c:pt>
                <c:pt idx="1452">
                  <c:v>5027.3599999999997</c:v>
                </c:pt>
                <c:pt idx="1453">
                  <c:v>5029.2300000000005</c:v>
                </c:pt>
                <c:pt idx="1454">
                  <c:v>5030.2300000000005</c:v>
                </c:pt>
                <c:pt idx="1455">
                  <c:v>5030.76</c:v>
                </c:pt>
                <c:pt idx="1456">
                  <c:v>5033.22</c:v>
                </c:pt>
                <c:pt idx="1457">
                  <c:v>5035.6400000000003</c:v>
                </c:pt>
                <c:pt idx="1458">
                  <c:v>5045.9800000000005</c:v>
                </c:pt>
                <c:pt idx="1459">
                  <c:v>5050.57</c:v>
                </c:pt>
                <c:pt idx="1460">
                  <c:v>5052.62</c:v>
                </c:pt>
                <c:pt idx="1461">
                  <c:v>5054.1600000000008</c:v>
                </c:pt>
                <c:pt idx="1462">
                  <c:v>5056.12</c:v>
                </c:pt>
                <c:pt idx="1463">
                  <c:v>5058</c:v>
                </c:pt>
                <c:pt idx="1464">
                  <c:v>5060.0199999999995</c:v>
                </c:pt>
                <c:pt idx="1465">
                  <c:v>5059.76</c:v>
                </c:pt>
                <c:pt idx="1466">
                  <c:v>5062.1000000000004</c:v>
                </c:pt>
                <c:pt idx="1467">
                  <c:v>5066.91</c:v>
                </c:pt>
                <c:pt idx="1468">
                  <c:v>5066.1399999999994</c:v>
                </c:pt>
                <c:pt idx="1469">
                  <c:v>5070.1099999999997</c:v>
                </c:pt>
                <c:pt idx="1470">
                  <c:v>5071.3499999999995</c:v>
                </c:pt>
                <c:pt idx="1471">
                  <c:v>5074.78</c:v>
                </c:pt>
                <c:pt idx="1472">
                  <c:v>5075.3500000000004</c:v>
                </c:pt>
                <c:pt idx="1473">
                  <c:v>5073.0899999999992</c:v>
                </c:pt>
                <c:pt idx="1474">
                  <c:v>5075.79</c:v>
                </c:pt>
                <c:pt idx="1475">
                  <c:v>5082.04</c:v>
                </c:pt>
                <c:pt idx="1476">
                  <c:v>5085.09</c:v>
                </c:pt>
                <c:pt idx="1477">
                  <c:v>5087.51</c:v>
                </c:pt>
                <c:pt idx="1478">
                  <c:v>5087.6900000000005</c:v>
                </c:pt>
                <c:pt idx="1479">
                  <c:v>5090.6900000000005</c:v>
                </c:pt>
                <c:pt idx="1480">
                  <c:v>5090.9500000000007</c:v>
                </c:pt>
                <c:pt idx="1481">
                  <c:v>5093.7700000000004</c:v>
                </c:pt>
                <c:pt idx="1482">
                  <c:v>5092.33</c:v>
                </c:pt>
                <c:pt idx="1483">
                  <c:v>5094.37</c:v>
                </c:pt>
                <c:pt idx="1484">
                  <c:v>5098.68</c:v>
                </c:pt>
                <c:pt idx="1485">
                  <c:v>5099.87</c:v>
                </c:pt>
                <c:pt idx="1486">
                  <c:v>5101.63</c:v>
                </c:pt>
                <c:pt idx="1487">
                  <c:v>5104.91</c:v>
                </c:pt>
                <c:pt idx="1488">
                  <c:v>5105.1099999999997</c:v>
                </c:pt>
                <c:pt idx="1489">
                  <c:v>5107.2</c:v>
                </c:pt>
                <c:pt idx="1490">
                  <c:v>5109.2000000000007</c:v>
                </c:pt>
                <c:pt idx="1491">
                  <c:v>5111.3</c:v>
                </c:pt>
                <c:pt idx="1492">
                  <c:v>5113.1499999999996</c:v>
                </c:pt>
                <c:pt idx="1493">
                  <c:v>5115.26</c:v>
                </c:pt>
                <c:pt idx="1494">
                  <c:v>5117.66</c:v>
                </c:pt>
                <c:pt idx="1495">
                  <c:v>5119.33</c:v>
                </c:pt>
                <c:pt idx="1496">
                  <c:v>5121.6000000000004</c:v>
                </c:pt>
                <c:pt idx="1497">
                  <c:v>5123.8</c:v>
                </c:pt>
                <c:pt idx="1498">
                  <c:v>5126.08</c:v>
                </c:pt>
                <c:pt idx="1499">
                  <c:v>5128.51</c:v>
                </c:pt>
                <c:pt idx="1500">
                  <c:v>5130.6000000000004</c:v>
                </c:pt>
                <c:pt idx="1501">
                  <c:v>5132.8899999999994</c:v>
                </c:pt>
                <c:pt idx="1502">
                  <c:v>5134.99</c:v>
                </c:pt>
                <c:pt idx="1503">
                  <c:v>5137.5700000000006</c:v>
                </c:pt>
                <c:pt idx="1504">
                  <c:v>5135.7299999999996</c:v>
                </c:pt>
                <c:pt idx="1505">
                  <c:v>5137.1000000000004</c:v>
                </c:pt>
                <c:pt idx="1506">
                  <c:v>5138.4100000000008</c:v>
                </c:pt>
                <c:pt idx="1507">
                  <c:v>5141.07</c:v>
                </c:pt>
                <c:pt idx="1508">
                  <c:v>5147.9100000000008</c:v>
                </c:pt>
                <c:pt idx="1509">
                  <c:v>5144.8999999999996</c:v>
                </c:pt>
                <c:pt idx="1510">
                  <c:v>5150.5</c:v>
                </c:pt>
                <c:pt idx="1511">
                  <c:v>5150.7199999999993</c:v>
                </c:pt>
                <c:pt idx="1512">
                  <c:v>5152.1299999999992</c:v>
                </c:pt>
                <c:pt idx="1513">
                  <c:v>5153.2700000000004</c:v>
                </c:pt>
                <c:pt idx="1514">
                  <c:v>5155.95</c:v>
                </c:pt>
                <c:pt idx="1515">
                  <c:v>5160.1400000000003</c:v>
                </c:pt>
                <c:pt idx="1516">
                  <c:v>5161.7</c:v>
                </c:pt>
                <c:pt idx="1517">
                  <c:v>5162.7700000000004</c:v>
                </c:pt>
                <c:pt idx="1518">
                  <c:v>5164.41</c:v>
                </c:pt>
                <c:pt idx="1519">
                  <c:v>5166.49</c:v>
                </c:pt>
                <c:pt idx="1520">
                  <c:v>5168.4799999999996</c:v>
                </c:pt>
                <c:pt idx="1521">
                  <c:v>5170.46</c:v>
                </c:pt>
                <c:pt idx="1522">
                  <c:v>5172.1899999999996</c:v>
                </c:pt>
                <c:pt idx="1523">
                  <c:v>5174.54</c:v>
                </c:pt>
                <c:pt idx="1524">
                  <c:v>5176.74</c:v>
                </c:pt>
                <c:pt idx="1525">
                  <c:v>5178.67</c:v>
                </c:pt>
                <c:pt idx="1526">
                  <c:v>5180.8500000000004</c:v>
                </c:pt>
                <c:pt idx="1527">
                  <c:v>5182.83</c:v>
                </c:pt>
                <c:pt idx="1528">
                  <c:v>5184.66</c:v>
                </c:pt>
                <c:pt idx="1529">
                  <c:v>5186.67</c:v>
                </c:pt>
                <c:pt idx="1530">
                  <c:v>5188.54</c:v>
                </c:pt>
                <c:pt idx="1531">
                  <c:v>5192.5</c:v>
                </c:pt>
                <c:pt idx="1532">
                  <c:v>5194.99</c:v>
                </c:pt>
                <c:pt idx="1533">
                  <c:v>5197.12</c:v>
                </c:pt>
                <c:pt idx="1534">
                  <c:v>5199.12</c:v>
                </c:pt>
                <c:pt idx="1535">
                  <c:v>5200.3700000000008</c:v>
                </c:pt>
                <c:pt idx="1536">
                  <c:v>5202.5600000000004</c:v>
                </c:pt>
                <c:pt idx="1537">
                  <c:v>5203.6499999999996</c:v>
                </c:pt>
                <c:pt idx="1538">
                  <c:v>5205.08</c:v>
                </c:pt>
                <c:pt idx="1539">
                  <c:v>5206.7699999999995</c:v>
                </c:pt>
                <c:pt idx="1540">
                  <c:v>5206.1400000000003</c:v>
                </c:pt>
                <c:pt idx="1541">
                  <c:v>5212.71</c:v>
                </c:pt>
                <c:pt idx="1542">
                  <c:v>5211.63</c:v>
                </c:pt>
                <c:pt idx="1543">
                  <c:v>5215.01</c:v>
                </c:pt>
                <c:pt idx="1544">
                  <c:v>5212.5599999999995</c:v>
                </c:pt>
                <c:pt idx="1545">
                  <c:v>5215.5</c:v>
                </c:pt>
                <c:pt idx="1546">
                  <c:v>5220.22</c:v>
                </c:pt>
                <c:pt idx="1547">
                  <c:v>5221.21</c:v>
                </c:pt>
                <c:pt idx="1548">
                  <c:v>5223.54</c:v>
                </c:pt>
                <c:pt idx="1549">
                  <c:v>5224.57</c:v>
                </c:pt>
                <c:pt idx="1550">
                  <c:v>5226.6099999999997</c:v>
                </c:pt>
                <c:pt idx="1551">
                  <c:v>5228.3</c:v>
                </c:pt>
                <c:pt idx="1552">
                  <c:v>5229.82</c:v>
                </c:pt>
                <c:pt idx="1553">
                  <c:v>5232.4400000000005</c:v>
                </c:pt>
                <c:pt idx="1554">
                  <c:v>5233.82</c:v>
                </c:pt>
                <c:pt idx="1555">
                  <c:v>5236.0499999999993</c:v>
                </c:pt>
                <c:pt idx="1556">
                  <c:v>5237.9800000000005</c:v>
                </c:pt>
                <c:pt idx="1557">
                  <c:v>5239.5600000000004</c:v>
                </c:pt>
                <c:pt idx="1558">
                  <c:v>5241.62</c:v>
                </c:pt>
                <c:pt idx="1559">
                  <c:v>5243.96</c:v>
                </c:pt>
                <c:pt idx="1560">
                  <c:v>5246.0599999999995</c:v>
                </c:pt>
                <c:pt idx="1561">
                  <c:v>5247.4</c:v>
                </c:pt>
                <c:pt idx="1562">
                  <c:v>5249.23</c:v>
                </c:pt>
                <c:pt idx="1563">
                  <c:v>5249.72</c:v>
                </c:pt>
                <c:pt idx="1564">
                  <c:v>5252.28</c:v>
                </c:pt>
                <c:pt idx="1565">
                  <c:v>5254.21</c:v>
                </c:pt>
                <c:pt idx="1566">
                  <c:v>5259.2800000000007</c:v>
                </c:pt>
                <c:pt idx="1567">
                  <c:v>5258.71</c:v>
                </c:pt>
                <c:pt idx="1568">
                  <c:v>5259.1</c:v>
                </c:pt>
                <c:pt idx="1569">
                  <c:v>5259.74</c:v>
                </c:pt>
                <c:pt idx="1570">
                  <c:v>5261.9400000000005</c:v>
                </c:pt>
                <c:pt idx="1571">
                  <c:v>5264.11</c:v>
                </c:pt>
                <c:pt idx="1572">
                  <c:v>5269.3899999999994</c:v>
                </c:pt>
                <c:pt idx="1573">
                  <c:v>5272.4000000000005</c:v>
                </c:pt>
                <c:pt idx="1574">
                  <c:v>5270.98</c:v>
                </c:pt>
                <c:pt idx="1575">
                  <c:v>5272.35</c:v>
                </c:pt>
                <c:pt idx="1576">
                  <c:v>5277.35</c:v>
                </c:pt>
                <c:pt idx="1577">
                  <c:v>5278.51</c:v>
                </c:pt>
                <c:pt idx="1578">
                  <c:v>5277.35</c:v>
                </c:pt>
                <c:pt idx="1579">
                  <c:v>5281.39</c:v>
                </c:pt>
                <c:pt idx="1580">
                  <c:v>5282.82</c:v>
                </c:pt>
                <c:pt idx="1581">
                  <c:v>5286.32</c:v>
                </c:pt>
                <c:pt idx="1582">
                  <c:v>5284.63</c:v>
                </c:pt>
                <c:pt idx="1583">
                  <c:v>5286.7300000000005</c:v>
                </c:pt>
                <c:pt idx="1584">
                  <c:v>5288.47</c:v>
                </c:pt>
                <c:pt idx="1585">
                  <c:v>5290.46</c:v>
                </c:pt>
                <c:pt idx="1586">
                  <c:v>5292.29</c:v>
                </c:pt>
                <c:pt idx="1587">
                  <c:v>5296.11</c:v>
                </c:pt>
                <c:pt idx="1588">
                  <c:v>5300.58</c:v>
                </c:pt>
                <c:pt idx="1589">
                  <c:v>5301.68</c:v>
                </c:pt>
                <c:pt idx="1590">
                  <c:v>5304.09</c:v>
                </c:pt>
                <c:pt idx="1591">
                  <c:v>5305.54</c:v>
                </c:pt>
                <c:pt idx="1592">
                  <c:v>5305.3600000000006</c:v>
                </c:pt>
                <c:pt idx="1593">
                  <c:v>5308.66</c:v>
                </c:pt>
                <c:pt idx="1594">
                  <c:v>5310.13</c:v>
                </c:pt>
                <c:pt idx="1595">
                  <c:v>5312.03</c:v>
                </c:pt>
                <c:pt idx="1596">
                  <c:v>5309.12</c:v>
                </c:pt>
                <c:pt idx="1597">
                  <c:v>5313.86</c:v>
                </c:pt>
                <c:pt idx="1598">
                  <c:v>5313.94</c:v>
                </c:pt>
                <c:pt idx="1599">
                  <c:v>5310.88</c:v>
                </c:pt>
                <c:pt idx="1600">
                  <c:v>5319.9800000000005</c:v>
                </c:pt>
                <c:pt idx="1601">
                  <c:v>5319.89</c:v>
                </c:pt>
                <c:pt idx="1602">
                  <c:v>5317.36</c:v>
                </c:pt>
                <c:pt idx="1603">
                  <c:v>5317.1799999999994</c:v>
                </c:pt>
                <c:pt idx="1604">
                  <c:v>5326.2</c:v>
                </c:pt>
                <c:pt idx="1605">
                  <c:v>5327.69</c:v>
                </c:pt>
                <c:pt idx="1606">
                  <c:v>5329.1399999999994</c:v>
                </c:pt>
                <c:pt idx="1607">
                  <c:v>5331.7300000000005</c:v>
                </c:pt>
                <c:pt idx="1608">
                  <c:v>5334.38</c:v>
                </c:pt>
                <c:pt idx="1609">
                  <c:v>5336.08</c:v>
                </c:pt>
                <c:pt idx="1610">
                  <c:v>5337.92</c:v>
                </c:pt>
                <c:pt idx="1611">
                  <c:v>5338.3099999999995</c:v>
                </c:pt>
                <c:pt idx="1612">
                  <c:v>5340.66</c:v>
                </c:pt>
                <c:pt idx="1613">
                  <c:v>5341.96</c:v>
                </c:pt>
                <c:pt idx="1614">
                  <c:v>5342.88</c:v>
                </c:pt>
                <c:pt idx="1615">
                  <c:v>5344.01</c:v>
                </c:pt>
                <c:pt idx="1616">
                  <c:v>5345.93</c:v>
                </c:pt>
                <c:pt idx="1617">
                  <c:v>5349.15</c:v>
                </c:pt>
                <c:pt idx="1618">
                  <c:v>5348.6399999999994</c:v>
                </c:pt>
                <c:pt idx="1619">
                  <c:v>5350.88</c:v>
                </c:pt>
                <c:pt idx="1620">
                  <c:v>5352.45</c:v>
                </c:pt>
                <c:pt idx="1621">
                  <c:v>5354.74</c:v>
                </c:pt>
                <c:pt idx="1622">
                  <c:v>5355.3899999999994</c:v>
                </c:pt>
                <c:pt idx="1623">
                  <c:v>5358.34</c:v>
                </c:pt>
                <c:pt idx="1624">
                  <c:v>5361.32</c:v>
                </c:pt>
                <c:pt idx="1625">
                  <c:v>5359.5300000000007</c:v>
                </c:pt>
                <c:pt idx="1626">
                  <c:v>5361.84</c:v>
                </c:pt>
                <c:pt idx="1627">
                  <c:v>5367.48</c:v>
                </c:pt>
                <c:pt idx="1628">
                  <c:v>5369.55</c:v>
                </c:pt>
                <c:pt idx="1629">
                  <c:v>5365.69</c:v>
                </c:pt>
                <c:pt idx="1630">
                  <c:v>5368.44</c:v>
                </c:pt>
                <c:pt idx="1631">
                  <c:v>5372.76</c:v>
                </c:pt>
                <c:pt idx="1632">
                  <c:v>5375.73</c:v>
                </c:pt>
                <c:pt idx="1633">
                  <c:v>5371.91</c:v>
                </c:pt>
                <c:pt idx="1634">
                  <c:v>5374.65</c:v>
                </c:pt>
                <c:pt idx="1635">
                  <c:v>5379.4000000000005</c:v>
                </c:pt>
                <c:pt idx="1636">
                  <c:v>5379.6900000000005</c:v>
                </c:pt>
                <c:pt idx="1637">
                  <c:v>5382.3</c:v>
                </c:pt>
                <c:pt idx="1638">
                  <c:v>5383.89</c:v>
                </c:pt>
                <c:pt idx="1639">
                  <c:v>5386.56</c:v>
                </c:pt>
                <c:pt idx="1640">
                  <c:v>5388.4100000000008</c:v>
                </c:pt>
                <c:pt idx="1641">
                  <c:v>5389.25</c:v>
                </c:pt>
                <c:pt idx="1642">
                  <c:v>5391.09</c:v>
                </c:pt>
                <c:pt idx="1643">
                  <c:v>5393.23</c:v>
                </c:pt>
                <c:pt idx="1644">
                  <c:v>5394.77</c:v>
                </c:pt>
                <c:pt idx="1645">
                  <c:v>5396.4299999999994</c:v>
                </c:pt>
                <c:pt idx="1646">
                  <c:v>5398.04</c:v>
                </c:pt>
                <c:pt idx="1647">
                  <c:v>5399.3399999999992</c:v>
                </c:pt>
                <c:pt idx="1648">
                  <c:v>5401.09</c:v>
                </c:pt>
                <c:pt idx="1649">
                  <c:v>5402.8099999999995</c:v>
                </c:pt>
                <c:pt idx="1650">
                  <c:v>5404.96</c:v>
                </c:pt>
                <c:pt idx="1651">
                  <c:v>5407.2</c:v>
                </c:pt>
                <c:pt idx="1652">
                  <c:v>5407.17</c:v>
                </c:pt>
                <c:pt idx="1653">
                  <c:v>5411.41</c:v>
                </c:pt>
                <c:pt idx="1654">
                  <c:v>5412.77</c:v>
                </c:pt>
                <c:pt idx="1655">
                  <c:v>5412.47</c:v>
                </c:pt>
                <c:pt idx="1656">
                  <c:v>5415.66</c:v>
                </c:pt>
                <c:pt idx="1657">
                  <c:v>5419.25</c:v>
                </c:pt>
                <c:pt idx="1658">
                  <c:v>5417.86</c:v>
                </c:pt>
                <c:pt idx="1659">
                  <c:v>5419.3</c:v>
                </c:pt>
                <c:pt idx="1660">
                  <c:v>5425.32</c:v>
                </c:pt>
                <c:pt idx="1661">
                  <c:v>5426.2699999999995</c:v>
                </c:pt>
                <c:pt idx="1662">
                  <c:v>5425.57</c:v>
                </c:pt>
                <c:pt idx="1663">
                  <c:v>5428.71</c:v>
                </c:pt>
                <c:pt idx="1664">
                  <c:v>5427.84</c:v>
                </c:pt>
                <c:pt idx="1665">
                  <c:v>5429.43</c:v>
                </c:pt>
                <c:pt idx="1666">
                  <c:v>5430.95</c:v>
                </c:pt>
                <c:pt idx="1667">
                  <c:v>5432.54</c:v>
                </c:pt>
                <c:pt idx="1668">
                  <c:v>5434.2300000000005</c:v>
                </c:pt>
                <c:pt idx="1669">
                  <c:v>5438.4800000000005</c:v>
                </c:pt>
                <c:pt idx="1670">
                  <c:v>5438.46</c:v>
                </c:pt>
                <c:pt idx="1671">
                  <c:v>5442.66</c:v>
                </c:pt>
                <c:pt idx="1672">
                  <c:v>5445.41</c:v>
                </c:pt>
                <c:pt idx="1673">
                  <c:v>5447.19</c:v>
                </c:pt>
                <c:pt idx="1674">
                  <c:v>5448.44</c:v>
                </c:pt>
                <c:pt idx="1675">
                  <c:v>5449.55</c:v>
                </c:pt>
                <c:pt idx="1676">
                  <c:v>5451.01</c:v>
                </c:pt>
                <c:pt idx="1677">
                  <c:v>5452.62</c:v>
                </c:pt>
                <c:pt idx="1678">
                  <c:v>5454.73</c:v>
                </c:pt>
                <c:pt idx="1679">
                  <c:v>5454.28</c:v>
                </c:pt>
                <c:pt idx="1680">
                  <c:v>5458.0599999999995</c:v>
                </c:pt>
                <c:pt idx="1681">
                  <c:v>5458.69</c:v>
                </c:pt>
                <c:pt idx="1682">
                  <c:v>5459.4500000000007</c:v>
                </c:pt>
                <c:pt idx="1683">
                  <c:v>5459.98</c:v>
                </c:pt>
                <c:pt idx="1684">
                  <c:v>5464.8</c:v>
                </c:pt>
                <c:pt idx="1685">
                  <c:v>5463.3099999999995</c:v>
                </c:pt>
                <c:pt idx="1686">
                  <c:v>5468.91</c:v>
                </c:pt>
                <c:pt idx="1687">
                  <c:v>5471.03</c:v>
                </c:pt>
                <c:pt idx="1688">
                  <c:v>5472.64</c:v>
                </c:pt>
                <c:pt idx="1689">
                  <c:v>5474.6100000000006</c:v>
                </c:pt>
                <c:pt idx="1690">
                  <c:v>5475.5</c:v>
                </c:pt>
                <c:pt idx="1691">
                  <c:v>5476.72</c:v>
                </c:pt>
                <c:pt idx="1692">
                  <c:v>5475.6799999999994</c:v>
                </c:pt>
                <c:pt idx="1693">
                  <c:v>5477.62</c:v>
                </c:pt>
                <c:pt idx="1694">
                  <c:v>5481.42</c:v>
                </c:pt>
                <c:pt idx="1695">
                  <c:v>5483.1399999999994</c:v>
                </c:pt>
                <c:pt idx="1696">
                  <c:v>5483.82</c:v>
                </c:pt>
                <c:pt idx="1697">
                  <c:v>5484.88</c:v>
                </c:pt>
                <c:pt idx="1698">
                  <c:v>5484.6</c:v>
                </c:pt>
                <c:pt idx="1699">
                  <c:v>5488.17</c:v>
                </c:pt>
                <c:pt idx="1700">
                  <c:v>5489.55</c:v>
                </c:pt>
                <c:pt idx="1701">
                  <c:v>5490.9100000000008</c:v>
                </c:pt>
                <c:pt idx="1702">
                  <c:v>5492.96</c:v>
                </c:pt>
                <c:pt idx="1703">
                  <c:v>5494.45</c:v>
                </c:pt>
                <c:pt idx="1704">
                  <c:v>5496.3600000000006</c:v>
                </c:pt>
                <c:pt idx="1705">
                  <c:v>5499.73</c:v>
                </c:pt>
                <c:pt idx="1706">
                  <c:v>5499.08</c:v>
                </c:pt>
                <c:pt idx="1707">
                  <c:v>5501</c:v>
                </c:pt>
                <c:pt idx="1708">
                  <c:v>5502.64</c:v>
                </c:pt>
                <c:pt idx="1709">
                  <c:v>5504.47</c:v>
                </c:pt>
                <c:pt idx="1710">
                  <c:v>5506.17</c:v>
                </c:pt>
                <c:pt idx="1711">
                  <c:v>5508.26</c:v>
                </c:pt>
                <c:pt idx="1712">
                  <c:v>5509.21</c:v>
                </c:pt>
                <c:pt idx="1713">
                  <c:v>5511.82</c:v>
                </c:pt>
                <c:pt idx="1714">
                  <c:v>5514.43</c:v>
                </c:pt>
                <c:pt idx="1715">
                  <c:v>5512.49</c:v>
                </c:pt>
                <c:pt idx="1716">
                  <c:v>5514.3</c:v>
                </c:pt>
                <c:pt idx="1717">
                  <c:v>5517.7699999999995</c:v>
                </c:pt>
                <c:pt idx="1718">
                  <c:v>5519.05</c:v>
                </c:pt>
                <c:pt idx="1719">
                  <c:v>5521.73</c:v>
                </c:pt>
                <c:pt idx="1720">
                  <c:v>5522.88</c:v>
                </c:pt>
                <c:pt idx="1721">
                  <c:v>5520.7300000000005</c:v>
                </c:pt>
                <c:pt idx="1722">
                  <c:v>5527</c:v>
                </c:pt>
                <c:pt idx="1723">
                  <c:v>5525.76</c:v>
                </c:pt>
                <c:pt idx="1724">
                  <c:v>5532.5499999999993</c:v>
                </c:pt>
                <c:pt idx="1725">
                  <c:v>5531.3499999999995</c:v>
                </c:pt>
                <c:pt idx="1726">
                  <c:v>5533.7699999999995</c:v>
                </c:pt>
                <c:pt idx="1727">
                  <c:v>5534.16</c:v>
                </c:pt>
                <c:pt idx="1728">
                  <c:v>5536.49</c:v>
                </c:pt>
                <c:pt idx="1729">
                  <c:v>5538.99</c:v>
                </c:pt>
                <c:pt idx="1730">
                  <c:v>5540.38</c:v>
                </c:pt>
                <c:pt idx="1731">
                  <c:v>5542.16</c:v>
                </c:pt>
                <c:pt idx="1732">
                  <c:v>5543.63</c:v>
                </c:pt>
                <c:pt idx="1733">
                  <c:v>5545.54</c:v>
                </c:pt>
                <c:pt idx="1734">
                  <c:v>5546.96</c:v>
                </c:pt>
                <c:pt idx="1735">
                  <c:v>5548.84</c:v>
                </c:pt>
                <c:pt idx="1736">
                  <c:v>5550.92</c:v>
                </c:pt>
                <c:pt idx="1737">
                  <c:v>5552.13</c:v>
                </c:pt>
                <c:pt idx="1738">
                  <c:v>5553.78</c:v>
                </c:pt>
                <c:pt idx="1739">
                  <c:v>5555.62</c:v>
                </c:pt>
                <c:pt idx="1740">
                  <c:v>5556.92</c:v>
                </c:pt>
                <c:pt idx="1741">
                  <c:v>5558.3099999999995</c:v>
                </c:pt>
                <c:pt idx="1742">
                  <c:v>5559.1</c:v>
                </c:pt>
                <c:pt idx="1743">
                  <c:v>5564.0999999999995</c:v>
                </c:pt>
                <c:pt idx="1744">
                  <c:v>5564.15</c:v>
                </c:pt>
                <c:pt idx="1745">
                  <c:v>5563.0199999999995</c:v>
                </c:pt>
                <c:pt idx="1746">
                  <c:v>5570.68</c:v>
                </c:pt>
                <c:pt idx="1747">
                  <c:v>5566.26</c:v>
                </c:pt>
                <c:pt idx="1748">
                  <c:v>5573.5999999999995</c:v>
                </c:pt>
                <c:pt idx="1749">
                  <c:v>5571.2400000000007</c:v>
                </c:pt>
                <c:pt idx="1750">
                  <c:v>5577.2000000000007</c:v>
                </c:pt>
                <c:pt idx="1751">
                  <c:v>5577.28</c:v>
                </c:pt>
                <c:pt idx="1752">
                  <c:v>5579.32</c:v>
                </c:pt>
                <c:pt idx="1753">
                  <c:v>5578.3899999999994</c:v>
                </c:pt>
                <c:pt idx="1754">
                  <c:v>5581.53</c:v>
                </c:pt>
                <c:pt idx="1755">
                  <c:v>5581.46</c:v>
                </c:pt>
                <c:pt idx="1756">
                  <c:v>5585.13</c:v>
                </c:pt>
                <c:pt idx="1757">
                  <c:v>5586.43</c:v>
                </c:pt>
                <c:pt idx="1758">
                  <c:v>5587.88</c:v>
                </c:pt>
                <c:pt idx="1759">
                  <c:v>5589.17</c:v>
                </c:pt>
                <c:pt idx="1760">
                  <c:v>5590.8600000000006</c:v>
                </c:pt>
                <c:pt idx="1761">
                  <c:v>5592.43</c:v>
                </c:pt>
                <c:pt idx="1762">
                  <c:v>5594.1900000000005</c:v>
                </c:pt>
                <c:pt idx="1763">
                  <c:v>5597.0199999999995</c:v>
                </c:pt>
                <c:pt idx="1764">
                  <c:v>5600.19</c:v>
                </c:pt>
                <c:pt idx="1765">
                  <c:v>5602.34</c:v>
                </c:pt>
                <c:pt idx="1766">
                  <c:v>5604.08</c:v>
                </c:pt>
                <c:pt idx="1767">
                  <c:v>5605.8899999999994</c:v>
                </c:pt>
                <c:pt idx="1768">
                  <c:v>5607.26</c:v>
                </c:pt>
                <c:pt idx="1769">
                  <c:v>5608.86</c:v>
                </c:pt>
                <c:pt idx="1770">
                  <c:v>5609.24</c:v>
                </c:pt>
                <c:pt idx="1771">
                  <c:v>5611.21</c:v>
                </c:pt>
                <c:pt idx="1772">
                  <c:v>5613.22</c:v>
                </c:pt>
                <c:pt idx="1773">
                  <c:v>5612.08</c:v>
                </c:pt>
                <c:pt idx="1774">
                  <c:v>5613.9000000000005</c:v>
                </c:pt>
                <c:pt idx="1775">
                  <c:v>5617.08</c:v>
                </c:pt>
                <c:pt idx="1776">
                  <c:v>5620.02</c:v>
                </c:pt>
                <c:pt idx="1777">
                  <c:v>5618.16</c:v>
                </c:pt>
                <c:pt idx="1778">
                  <c:v>5623.69</c:v>
                </c:pt>
                <c:pt idx="1779">
                  <c:v>5620.02</c:v>
                </c:pt>
                <c:pt idx="1780">
                  <c:v>5625.46</c:v>
                </c:pt>
                <c:pt idx="1781">
                  <c:v>5625.58</c:v>
                </c:pt>
                <c:pt idx="1782">
                  <c:v>5625.42</c:v>
                </c:pt>
                <c:pt idx="1783">
                  <c:v>5631.69</c:v>
                </c:pt>
                <c:pt idx="1784">
                  <c:v>5633.07</c:v>
                </c:pt>
                <c:pt idx="1785">
                  <c:v>5630.84</c:v>
                </c:pt>
                <c:pt idx="1786">
                  <c:v>5633.02</c:v>
                </c:pt>
                <c:pt idx="1787">
                  <c:v>5635.12</c:v>
                </c:pt>
                <c:pt idx="1788">
                  <c:v>5636.71</c:v>
                </c:pt>
                <c:pt idx="1789">
                  <c:v>5638.2300000000005</c:v>
                </c:pt>
                <c:pt idx="1790">
                  <c:v>5639.97</c:v>
                </c:pt>
                <c:pt idx="1791">
                  <c:v>5643.2599999999993</c:v>
                </c:pt>
                <c:pt idx="1792">
                  <c:v>5642.37</c:v>
                </c:pt>
                <c:pt idx="1793">
                  <c:v>5643.86</c:v>
                </c:pt>
                <c:pt idx="1794">
                  <c:v>5645.6</c:v>
                </c:pt>
                <c:pt idx="1795">
                  <c:v>5647.1900000000005</c:v>
                </c:pt>
                <c:pt idx="1796">
                  <c:v>5650.22</c:v>
                </c:pt>
                <c:pt idx="1797">
                  <c:v>5653.05</c:v>
                </c:pt>
                <c:pt idx="1798">
                  <c:v>5654.5</c:v>
                </c:pt>
                <c:pt idx="1799">
                  <c:v>5653.76</c:v>
                </c:pt>
                <c:pt idx="1800">
                  <c:v>5659.25</c:v>
                </c:pt>
                <c:pt idx="1801">
                  <c:v>5659.53</c:v>
                </c:pt>
                <c:pt idx="1802">
                  <c:v>5661.71</c:v>
                </c:pt>
                <c:pt idx="1803">
                  <c:v>5661.81</c:v>
                </c:pt>
                <c:pt idx="1804">
                  <c:v>5663.8099999999995</c:v>
                </c:pt>
                <c:pt idx="1805">
                  <c:v>5662.68</c:v>
                </c:pt>
                <c:pt idx="1806">
                  <c:v>5667.75</c:v>
                </c:pt>
                <c:pt idx="1807">
                  <c:v>5665.26</c:v>
                </c:pt>
                <c:pt idx="1808">
                  <c:v>5670.02</c:v>
                </c:pt>
                <c:pt idx="1809">
                  <c:v>5672.98</c:v>
                </c:pt>
                <c:pt idx="1810">
                  <c:v>5669.44</c:v>
                </c:pt>
                <c:pt idx="1811">
                  <c:v>5675.74</c:v>
                </c:pt>
                <c:pt idx="1812">
                  <c:v>5673.36</c:v>
                </c:pt>
                <c:pt idx="1813">
                  <c:v>5676.97</c:v>
                </c:pt>
                <c:pt idx="1814">
                  <c:v>5678.57</c:v>
                </c:pt>
                <c:pt idx="1815">
                  <c:v>5680.43</c:v>
                </c:pt>
                <c:pt idx="1816">
                  <c:v>5681.4299999999994</c:v>
                </c:pt>
                <c:pt idx="1817">
                  <c:v>5682.9599999999991</c:v>
                </c:pt>
                <c:pt idx="1818">
                  <c:v>5684.55</c:v>
                </c:pt>
                <c:pt idx="1819">
                  <c:v>5686.73</c:v>
                </c:pt>
                <c:pt idx="1820">
                  <c:v>5687.95</c:v>
                </c:pt>
                <c:pt idx="1821">
                  <c:v>5689.8</c:v>
                </c:pt>
                <c:pt idx="1822">
                  <c:v>5691.11</c:v>
                </c:pt>
                <c:pt idx="1823">
                  <c:v>5692.83</c:v>
                </c:pt>
                <c:pt idx="1824">
                  <c:v>5696.18</c:v>
                </c:pt>
                <c:pt idx="1825">
                  <c:v>5698.6299999999992</c:v>
                </c:pt>
                <c:pt idx="1826">
                  <c:v>5701.01</c:v>
                </c:pt>
                <c:pt idx="1827">
                  <c:v>5702.87</c:v>
                </c:pt>
                <c:pt idx="1828">
                  <c:v>5704.49</c:v>
                </c:pt>
                <c:pt idx="1829">
                  <c:v>5705.99</c:v>
                </c:pt>
                <c:pt idx="1830">
                  <c:v>5708.04</c:v>
                </c:pt>
                <c:pt idx="1831">
                  <c:v>5707.67</c:v>
                </c:pt>
                <c:pt idx="1832">
                  <c:v>5711.17</c:v>
                </c:pt>
                <c:pt idx="1833">
                  <c:v>5707.66</c:v>
                </c:pt>
                <c:pt idx="1834">
                  <c:v>5711.32</c:v>
                </c:pt>
                <c:pt idx="1835">
                  <c:v>5713.3099999999995</c:v>
                </c:pt>
                <c:pt idx="1836">
                  <c:v>5717.51</c:v>
                </c:pt>
                <c:pt idx="1837">
                  <c:v>5714.0899999999992</c:v>
                </c:pt>
                <c:pt idx="1838">
                  <c:v>5719.24</c:v>
                </c:pt>
                <c:pt idx="1839">
                  <c:v>5721.28</c:v>
                </c:pt>
                <c:pt idx="1840">
                  <c:v>5719.02</c:v>
                </c:pt>
                <c:pt idx="1841">
                  <c:v>5721.6500000000005</c:v>
                </c:pt>
                <c:pt idx="1842">
                  <c:v>5723.93</c:v>
                </c:pt>
                <c:pt idx="1843">
                  <c:v>5726.63</c:v>
                </c:pt>
                <c:pt idx="1844">
                  <c:v>5726.9800000000005</c:v>
                </c:pt>
                <c:pt idx="1845">
                  <c:v>5728.4699999999993</c:v>
                </c:pt>
                <c:pt idx="1846">
                  <c:v>5730.86</c:v>
                </c:pt>
                <c:pt idx="1847">
                  <c:v>5733.96</c:v>
                </c:pt>
                <c:pt idx="1848">
                  <c:v>5733.54</c:v>
                </c:pt>
                <c:pt idx="1849">
                  <c:v>5734.96</c:v>
                </c:pt>
                <c:pt idx="1850">
                  <c:v>5736.7</c:v>
                </c:pt>
                <c:pt idx="1851">
                  <c:v>5738.74</c:v>
                </c:pt>
                <c:pt idx="1852">
                  <c:v>5739.79</c:v>
                </c:pt>
                <c:pt idx="1853">
                  <c:v>5741.6</c:v>
                </c:pt>
                <c:pt idx="1854">
                  <c:v>5743.32</c:v>
                </c:pt>
                <c:pt idx="1855">
                  <c:v>5744.0300000000007</c:v>
                </c:pt>
                <c:pt idx="1856">
                  <c:v>5746.46</c:v>
                </c:pt>
                <c:pt idx="1857">
                  <c:v>5747.28</c:v>
                </c:pt>
                <c:pt idx="1858">
                  <c:v>5749.9900000000007</c:v>
                </c:pt>
                <c:pt idx="1859">
                  <c:v>5750.68</c:v>
                </c:pt>
                <c:pt idx="1860">
                  <c:v>5750.38</c:v>
                </c:pt>
                <c:pt idx="1861">
                  <c:v>5754.59</c:v>
                </c:pt>
                <c:pt idx="1862">
                  <c:v>5750.78</c:v>
                </c:pt>
                <c:pt idx="1863">
                  <c:v>5751.9299999999994</c:v>
                </c:pt>
                <c:pt idx="1864">
                  <c:v>5760.66</c:v>
                </c:pt>
                <c:pt idx="1865">
                  <c:v>5759.97</c:v>
                </c:pt>
                <c:pt idx="1866">
                  <c:v>5760.6</c:v>
                </c:pt>
                <c:pt idx="1867">
                  <c:v>5763.2000000000007</c:v>
                </c:pt>
                <c:pt idx="1868">
                  <c:v>5763.84</c:v>
                </c:pt>
                <c:pt idx="1869">
                  <c:v>5765.0499999999993</c:v>
                </c:pt>
                <c:pt idx="1870">
                  <c:v>5765.1</c:v>
                </c:pt>
                <c:pt idx="1871">
                  <c:v>5767.97</c:v>
                </c:pt>
                <c:pt idx="1872">
                  <c:v>5769.62</c:v>
                </c:pt>
                <c:pt idx="1873">
                  <c:v>5771.37</c:v>
                </c:pt>
                <c:pt idx="1874">
                  <c:v>5773.7999999999993</c:v>
                </c:pt>
                <c:pt idx="1875">
                  <c:v>5774.99</c:v>
                </c:pt>
                <c:pt idx="1876">
                  <c:v>5776.49</c:v>
                </c:pt>
                <c:pt idx="1877">
                  <c:v>5777.92</c:v>
                </c:pt>
                <c:pt idx="1878">
                  <c:v>5779.55</c:v>
                </c:pt>
                <c:pt idx="1879">
                  <c:v>5780.9400000000005</c:v>
                </c:pt>
                <c:pt idx="1880">
                  <c:v>5782.73</c:v>
                </c:pt>
                <c:pt idx="1881">
                  <c:v>5785.0599999999995</c:v>
                </c:pt>
                <c:pt idx="1882">
                  <c:v>5789.44</c:v>
                </c:pt>
                <c:pt idx="1883">
                  <c:v>5790.14</c:v>
                </c:pt>
                <c:pt idx="1884">
                  <c:v>5792.0999999999995</c:v>
                </c:pt>
                <c:pt idx="1885">
                  <c:v>5793.62</c:v>
                </c:pt>
                <c:pt idx="1886">
                  <c:v>5794.58</c:v>
                </c:pt>
                <c:pt idx="1887">
                  <c:v>5796.08</c:v>
                </c:pt>
                <c:pt idx="1888">
                  <c:v>5797.3499999999995</c:v>
                </c:pt>
                <c:pt idx="1889">
                  <c:v>5796.86</c:v>
                </c:pt>
                <c:pt idx="1890">
                  <c:v>5801.84</c:v>
                </c:pt>
                <c:pt idx="1891">
                  <c:v>5802.86</c:v>
                </c:pt>
                <c:pt idx="1892">
                  <c:v>5805.29</c:v>
                </c:pt>
                <c:pt idx="1893">
                  <c:v>5806.8499999999995</c:v>
                </c:pt>
                <c:pt idx="1894">
                  <c:v>5808.04</c:v>
                </c:pt>
                <c:pt idx="1895">
                  <c:v>5804.9299999999994</c:v>
                </c:pt>
                <c:pt idx="1896">
                  <c:v>5805.65</c:v>
                </c:pt>
                <c:pt idx="1897">
                  <c:v>5806.0999999999995</c:v>
                </c:pt>
                <c:pt idx="1898">
                  <c:v>5808.53</c:v>
                </c:pt>
                <c:pt idx="1899">
                  <c:v>5816.23</c:v>
                </c:pt>
                <c:pt idx="1900">
                  <c:v>5815.68</c:v>
                </c:pt>
                <c:pt idx="1901">
                  <c:v>5818.31</c:v>
                </c:pt>
                <c:pt idx="1902">
                  <c:v>5818.11</c:v>
                </c:pt>
                <c:pt idx="1903">
                  <c:v>5819.66</c:v>
                </c:pt>
                <c:pt idx="1904">
                  <c:v>5820.86</c:v>
                </c:pt>
                <c:pt idx="1905">
                  <c:v>5821.5899999999992</c:v>
                </c:pt>
                <c:pt idx="1906">
                  <c:v>5823.43</c:v>
                </c:pt>
                <c:pt idx="1907">
                  <c:v>5824.56</c:v>
                </c:pt>
                <c:pt idx="1908">
                  <c:v>5826.08</c:v>
                </c:pt>
                <c:pt idx="1909">
                  <c:v>5827.6500000000005</c:v>
                </c:pt>
                <c:pt idx="1910">
                  <c:v>5829.31</c:v>
                </c:pt>
                <c:pt idx="1911">
                  <c:v>5830.4400000000005</c:v>
                </c:pt>
                <c:pt idx="1912">
                  <c:v>5832.42</c:v>
                </c:pt>
                <c:pt idx="1913">
                  <c:v>5833.7300000000005</c:v>
                </c:pt>
                <c:pt idx="1914">
                  <c:v>5835.3200000000006</c:v>
                </c:pt>
                <c:pt idx="1915">
                  <c:v>5836.8200000000006</c:v>
                </c:pt>
                <c:pt idx="1916">
                  <c:v>5838.66</c:v>
                </c:pt>
                <c:pt idx="1917">
                  <c:v>5839.2699999999995</c:v>
                </c:pt>
                <c:pt idx="1918">
                  <c:v>5840.14</c:v>
                </c:pt>
                <c:pt idx="1919">
                  <c:v>5842.22</c:v>
                </c:pt>
                <c:pt idx="1920">
                  <c:v>5842.97</c:v>
                </c:pt>
                <c:pt idx="1921">
                  <c:v>5843.34</c:v>
                </c:pt>
                <c:pt idx="1922">
                  <c:v>5844.9</c:v>
                </c:pt>
                <c:pt idx="1923">
                  <c:v>5849.9400000000005</c:v>
                </c:pt>
                <c:pt idx="1924">
                  <c:v>5848.78</c:v>
                </c:pt>
                <c:pt idx="1925">
                  <c:v>5852.5099999999993</c:v>
                </c:pt>
                <c:pt idx="1926">
                  <c:v>5851.14</c:v>
                </c:pt>
                <c:pt idx="1927">
                  <c:v>5854.79</c:v>
                </c:pt>
                <c:pt idx="1928">
                  <c:v>5854.17</c:v>
                </c:pt>
                <c:pt idx="1929">
                  <c:v>5860.74</c:v>
                </c:pt>
                <c:pt idx="1930">
                  <c:v>5856.16</c:v>
                </c:pt>
                <c:pt idx="1931">
                  <c:v>5858.18</c:v>
                </c:pt>
                <c:pt idx="1932">
                  <c:v>5864.28</c:v>
                </c:pt>
                <c:pt idx="1933">
                  <c:v>5865.13</c:v>
                </c:pt>
                <c:pt idx="1934">
                  <c:v>5864.7400000000007</c:v>
                </c:pt>
                <c:pt idx="1935">
                  <c:v>5866.4800000000005</c:v>
                </c:pt>
                <c:pt idx="1936">
                  <c:v>5868.05</c:v>
                </c:pt>
                <c:pt idx="1937">
                  <c:v>5869.54</c:v>
                </c:pt>
                <c:pt idx="1938">
                  <c:v>5870.3200000000006</c:v>
                </c:pt>
                <c:pt idx="1939">
                  <c:v>5871.6</c:v>
                </c:pt>
                <c:pt idx="1940">
                  <c:v>5873.1799999999994</c:v>
                </c:pt>
                <c:pt idx="1941">
                  <c:v>5874.38</c:v>
                </c:pt>
                <c:pt idx="1942">
                  <c:v>5875.9699999999993</c:v>
                </c:pt>
                <c:pt idx="1943">
                  <c:v>5878.3399999999992</c:v>
                </c:pt>
                <c:pt idx="1944">
                  <c:v>5882.07</c:v>
                </c:pt>
                <c:pt idx="1945">
                  <c:v>5884.0700000000006</c:v>
                </c:pt>
                <c:pt idx="1946">
                  <c:v>5884.8399999999992</c:v>
                </c:pt>
                <c:pt idx="1947">
                  <c:v>5886</c:v>
                </c:pt>
                <c:pt idx="1948">
                  <c:v>5887.04</c:v>
                </c:pt>
                <c:pt idx="1949">
                  <c:v>5887.97</c:v>
                </c:pt>
                <c:pt idx="1950">
                  <c:v>5887.92</c:v>
                </c:pt>
                <c:pt idx="1951">
                  <c:v>5891.51</c:v>
                </c:pt>
                <c:pt idx="1952">
                  <c:v>5889.1900000000005</c:v>
                </c:pt>
                <c:pt idx="1953">
                  <c:v>5891.58</c:v>
                </c:pt>
                <c:pt idx="1954">
                  <c:v>5894.83</c:v>
                </c:pt>
                <c:pt idx="1955">
                  <c:v>5890.58</c:v>
                </c:pt>
                <c:pt idx="1956">
                  <c:v>5899.12</c:v>
                </c:pt>
                <c:pt idx="1957">
                  <c:v>5900.7199999999993</c:v>
                </c:pt>
                <c:pt idx="1958">
                  <c:v>5900.1900000000005</c:v>
                </c:pt>
                <c:pt idx="1959">
                  <c:v>5896.14</c:v>
                </c:pt>
                <c:pt idx="1960">
                  <c:v>5896.99</c:v>
                </c:pt>
                <c:pt idx="1961">
                  <c:v>5903.49</c:v>
                </c:pt>
                <c:pt idx="1962">
                  <c:v>5904.7</c:v>
                </c:pt>
                <c:pt idx="1963">
                  <c:v>5902.47</c:v>
                </c:pt>
                <c:pt idx="1964">
                  <c:v>5908.8099999999995</c:v>
                </c:pt>
                <c:pt idx="1965">
                  <c:v>5910.38</c:v>
                </c:pt>
                <c:pt idx="1966">
                  <c:v>5911.13</c:v>
                </c:pt>
                <c:pt idx="1967">
                  <c:v>5911.07</c:v>
                </c:pt>
                <c:pt idx="1968">
                  <c:v>5913.48</c:v>
                </c:pt>
                <c:pt idx="1969">
                  <c:v>5914.2400000000007</c:v>
                </c:pt>
                <c:pt idx="1970">
                  <c:v>5916.43</c:v>
                </c:pt>
                <c:pt idx="1971">
                  <c:v>5920.38</c:v>
                </c:pt>
                <c:pt idx="1972">
                  <c:v>5922.06</c:v>
                </c:pt>
                <c:pt idx="1973">
                  <c:v>5924.0599999999995</c:v>
                </c:pt>
                <c:pt idx="1974">
                  <c:v>5925.54</c:v>
                </c:pt>
                <c:pt idx="1975">
                  <c:v>5926.01</c:v>
                </c:pt>
                <c:pt idx="1976">
                  <c:v>5927.97</c:v>
                </c:pt>
                <c:pt idx="1977">
                  <c:v>5926.92</c:v>
                </c:pt>
                <c:pt idx="1978">
                  <c:v>5929.83</c:v>
                </c:pt>
                <c:pt idx="1979">
                  <c:v>5929.7300000000005</c:v>
                </c:pt>
                <c:pt idx="1980">
                  <c:v>5933.42</c:v>
                </c:pt>
                <c:pt idx="1981">
                  <c:v>5934.9</c:v>
                </c:pt>
                <c:pt idx="1982">
                  <c:v>5936.56</c:v>
                </c:pt>
                <c:pt idx="1983">
                  <c:v>5937.8399999999992</c:v>
                </c:pt>
                <c:pt idx="1984">
                  <c:v>5936.82</c:v>
                </c:pt>
                <c:pt idx="1985">
                  <c:v>5939.61</c:v>
                </c:pt>
                <c:pt idx="1986">
                  <c:v>5941.63</c:v>
                </c:pt>
                <c:pt idx="1987">
                  <c:v>5942.3899999999994</c:v>
                </c:pt>
                <c:pt idx="1988">
                  <c:v>5945.46</c:v>
                </c:pt>
                <c:pt idx="1989">
                  <c:v>5944.5199999999995</c:v>
                </c:pt>
                <c:pt idx="1990">
                  <c:v>5943.04</c:v>
                </c:pt>
                <c:pt idx="1991">
                  <c:v>5950.6100000000006</c:v>
                </c:pt>
                <c:pt idx="1992">
                  <c:v>5945.37</c:v>
                </c:pt>
                <c:pt idx="1993">
                  <c:v>5951.0300000000007</c:v>
                </c:pt>
                <c:pt idx="1994">
                  <c:v>5950.55</c:v>
                </c:pt>
                <c:pt idx="1995">
                  <c:v>5952.1100000000006</c:v>
                </c:pt>
                <c:pt idx="1996">
                  <c:v>5956.99</c:v>
                </c:pt>
                <c:pt idx="1997">
                  <c:v>5956.74</c:v>
                </c:pt>
                <c:pt idx="1998">
                  <c:v>5960.28</c:v>
                </c:pt>
                <c:pt idx="1999">
                  <c:v>5957.3600000000006</c:v>
                </c:pt>
                <c:pt idx="2000">
                  <c:v>5959.34</c:v>
                </c:pt>
                <c:pt idx="2001">
                  <c:v>5961.34</c:v>
                </c:pt>
                <c:pt idx="2002">
                  <c:v>5963.46</c:v>
                </c:pt>
                <c:pt idx="2003">
                  <c:v>5966.8</c:v>
                </c:pt>
                <c:pt idx="2004">
                  <c:v>5969.4900000000007</c:v>
                </c:pt>
                <c:pt idx="2005">
                  <c:v>5971.33</c:v>
                </c:pt>
                <c:pt idx="2006">
                  <c:v>5972.68</c:v>
                </c:pt>
                <c:pt idx="2007">
                  <c:v>5974.01</c:v>
                </c:pt>
                <c:pt idx="2008">
                  <c:v>5975.18</c:v>
                </c:pt>
                <c:pt idx="2009">
                  <c:v>5976.72</c:v>
                </c:pt>
                <c:pt idx="2010">
                  <c:v>5977.7699999999995</c:v>
                </c:pt>
                <c:pt idx="2011">
                  <c:v>5979.48</c:v>
                </c:pt>
                <c:pt idx="2012">
                  <c:v>5978.3099999999995</c:v>
                </c:pt>
                <c:pt idx="2013">
                  <c:v>5979.75</c:v>
                </c:pt>
                <c:pt idx="2014">
                  <c:v>5980.25</c:v>
                </c:pt>
                <c:pt idx="2015">
                  <c:v>5984.93</c:v>
                </c:pt>
                <c:pt idx="2016">
                  <c:v>5981.66</c:v>
                </c:pt>
                <c:pt idx="2017">
                  <c:v>5984.28</c:v>
                </c:pt>
                <c:pt idx="2018">
                  <c:v>5983.23</c:v>
                </c:pt>
                <c:pt idx="2019">
                  <c:v>5986.0199999999995</c:v>
                </c:pt>
                <c:pt idx="2020">
                  <c:v>5993.13</c:v>
                </c:pt>
                <c:pt idx="2021">
                  <c:v>5993.56</c:v>
                </c:pt>
                <c:pt idx="2022">
                  <c:v>5989.35</c:v>
                </c:pt>
                <c:pt idx="2023">
                  <c:v>5993.5</c:v>
                </c:pt>
                <c:pt idx="2024">
                  <c:v>5999.4699999999993</c:v>
                </c:pt>
                <c:pt idx="2025">
                  <c:v>6000.66</c:v>
                </c:pt>
                <c:pt idx="2026">
                  <c:v>6000.29</c:v>
                </c:pt>
                <c:pt idx="2027">
                  <c:v>6000.72</c:v>
                </c:pt>
                <c:pt idx="2028">
                  <c:v>6005.07</c:v>
                </c:pt>
                <c:pt idx="2029">
                  <c:v>6003.8</c:v>
                </c:pt>
                <c:pt idx="2030">
                  <c:v>6005.2300000000005</c:v>
                </c:pt>
                <c:pt idx="2031">
                  <c:v>6006</c:v>
                </c:pt>
                <c:pt idx="2032">
                  <c:v>6005.71</c:v>
                </c:pt>
                <c:pt idx="2033">
                  <c:v>6005.9</c:v>
                </c:pt>
                <c:pt idx="2034">
                  <c:v>6008</c:v>
                </c:pt>
                <c:pt idx="2035">
                  <c:v>6010.1699999999992</c:v>
                </c:pt>
                <c:pt idx="2036">
                  <c:v>6014.9</c:v>
                </c:pt>
                <c:pt idx="2037">
                  <c:v>6015.31</c:v>
                </c:pt>
                <c:pt idx="2038">
                  <c:v>6014.44</c:v>
                </c:pt>
                <c:pt idx="2039">
                  <c:v>6015.93</c:v>
                </c:pt>
                <c:pt idx="2040">
                  <c:v>6019.6100000000006</c:v>
                </c:pt>
                <c:pt idx="2041">
                  <c:v>6020.17</c:v>
                </c:pt>
                <c:pt idx="2042">
                  <c:v>6016.42</c:v>
                </c:pt>
                <c:pt idx="2043">
                  <c:v>6018.0199999999995</c:v>
                </c:pt>
                <c:pt idx="2044">
                  <c:v>6019.89</c:v>
                </c:pt>
                <c:pt idx="2045">
                  <c:v>6021.37</c:v>
                </c:pt>
                <c:pt idx="2046">
                  <c:v>6021.8499999999995</c:v>
                </c:pt>
                <c:pt idx="2047">
                  <c:v>6024.5300000000007</c:v>
                </c:pt>
                <c:pt idx="2048">
                  <c:v>6026.96</c:v>
                </c:pt>
                <c:pt idx="2049">
                  <c:v>6022.1</c:v>
                </c:pt>
                <c:pt idx="2050">
                  <c:v>6027.52</c:v>
                </c:pt>
                <c:pt idx="2051">
                  <c:v>6023.42</c:v>
                </c:pt>
                <c:pt idx="2052">
                  <c:v>6034</c:v>
                </c:pt>
                <c:pt idx="2053">
                  <c:v>6026.09</c:v>
                </c:pt>
                <c:pt idx="2054">
                  <c:v>6041.98</c:v>
                </c:pt>
                <c:pt idx="2055">
                  <c:v>6043.6100000000006</c:v>
                </c:pt>
                <c:pt idx="2056">
                  <c:v>6045.4299999999994</c:v>
                </c:pt>
                <c:pt idx="2057">
                  <c:v>6041.17</c:v>
                </c:pt>
                <c:pt idx="2058">
                  <c:v>6045.26</c:v>
                </c:pt>
                <c:pt idx="2059">
                  <c:v>6042.24</c:v>
                </c:pt>
                <c:pt idx="2060">
                  <c:v>6046.68</c:v>
                </c:pt>
                <c:pt idx="2061">
                  <c:v>6048.14</c:v>
                </c:pt>
                <c:pt idx="2062">
                  <c:v>6044.59</c:v>
                </c:pt>
                <c:pt idx="2063">
                  <c:v>6047.87</c:v>
                </c:pt>
                <c:pt idx="2064">
                  <c:v>6050.29</c:v>
                </c:pt>
                <c:pt idx="2065">
                  <c:v>6052.7800000000007</c:v>
                </c:pt>
                <c:pt idx="2066">
                  <c:v>6053.56</c:v>
                </c:pt>
                <c:pt idx="2067">
                  <c:v>6055.5700000000006</c:v>
                </c:pt>
                <c:pt idx="2068">
                  <c:v>6056.8</c:v>
                </c:pt>
                <c:pt idx="2069">
                  <c:v>6058.3499999999995</c:v>
                </c:pt>
                <c:pt idx="2070">
                  <c:v>6059.72</c:v>
                </c:pt>
                <c:pt idx="2071">
                  <c:v>6061.2000000000007</c:v>
                </c:pt>
                <c:pt idx="2072">
                  <c:v>6062.46</c:v>
                </c:pt>
                <c:pt idx="2073">
                  <c:v>6064.0099999999993</c:v>
                </c:pt>
                <c:pt idx="2074">
                  <c:v>6065.55</c:v>
                </c:pt>
                <c:pt idx="2075">
                  <c:v>6067.17</c:v>
                </c:pt>
                <c:pt idx="2076">
                  <c:v>6067.3899999999994</c:v>
                </c:pt>
                <c:pt idx="2077">
                  <c:v>6068.27</c:v>
                </c:pt>
                <c:pt idx="2078">
                  <c:v>6072.77</c:v>
                </c:pt>
                <c:pt idx="2079">
                  <c:v>6073.11</c:v>
                </c:pt>
                <c:pt idx="2080">
                  <c:v>6077.66</c:v>
                </c:pt>
                <c:pt idx="2081">
                  <c:v>6079.81</c:v>
                </c:pt>
                <c:pt idx="2082">
                  <c:v>6074.6</c:v>
                </c:pt>
                <c:pt idx="2083">
                  <c:v>6079.37</c:v>
                </c:pt>
                <c:pt idx="2084">
                  <c:v>6085.9</c:v>
                </c:pt>
                <c:pt idx="2085">
                  <c:v>6086.9299999999994</c:v>
                </c:pt>
                <c:pt idx="2086">
                  <c:v>6088.61</c:v>
                </c:pt>
                <c:pt idx="2087">
                  <c:v>6089.67</c:v>
                </c:pt>
                <c:pt idx="2088">
                  <c:v>6087.42</c:v>
                </c:pt>
                <c:pt idx="2089">
                  <c:v>6091.32</c:v>
                </c:pt>
                <c:pt idx="2090">
                  <c:v>6090.88</c:v>
                </c:pt>
                <c:pt idx="2091">
                  <c:v>6093.28</c:v>
                </c:pt>
                <c:pt idx="2092">
                  <c:v>6094.8399999999992</c:v>
                </c:pt>
                <c:pt idx="2093">
                  <c:v>6093.72</c:v>
                </c:pt>
                <c:pt idx="2094">
                  <c:v>6097.0700000000006</c:v>
                </c:pt>
                <c:pt idx="2095">
                  <c:v>6097.32</c:v>
                </c:pt>
                <c:pt idx="2096">
                  <c:v>6101.2199999999993</c:v>
                </c:pt>
                <c:pt idx="2097">
                  <c:v>6103.3</c:v>
                </c:pt>
                <c:pt idx="2098">
                  <c:v>6105.29</c:v>
                </c:pt>
                <c:pt idx="2099">
                  <c:v>6106.96</c:v>
                </c:pt>
                <c:pt idx="2100">
                  <c:v>6108.31</c:v>
                </c:pt>
                <c:pt idx="2101">
                  <c:v>6109.58</c:v>
                </c:pt>
                <c:pt idx="2102">
                  <c:v>6110.0199999999995</c:v>
                </c:pt>
                <c:pt idx="2103">
                  <c:v>6108.2400000000007</c:v>
                </c:pt>
                <c:pt idx="2104">
                  <c:v>6109.8600000000006</c:v>
                </c:pt>
                <c:pt idx="2105">
                  <c:v>6111.37</c:v>
                </c:pt>
                <c:pt idx="2106">
                  <c:v>6112.78</c:v>
                </c:pt>
                <c:pt idx="2107">
                  <c:v>6114.37</c:v>
                </c:pt>
                <c:pt idx="2108">
                  <c:v>6114.8600000000006</c:v>
                </c:pt>
                <c:pt idx="2109">
                  <c:v>6116.91</c:v>
                </c:pt>
                <c:pt idx="2110">
                  <c:v>6121.01</c:v>
                </c:pt>
                <c:pt idx="2111">
                  <c:v>6118.24</c:v>
                </c:pt>
                <c:pt idx="2112">
                  <c:v>6123.52</c:v>
                </c:pt>
                <c:pt idx="2113">
                  <c:v>6120.8799999999992</c:v>
                </c:pt>
                <c:pt idx="2114">
                  <c:v>6121.28</c:v>
                </c:pt>
                <c:pt idx="2115">
                  <c:v>6125.04</c:v>
                </c:pt>
                <c:pt idx="2116">
                  <c:v>6129.1200000000008</c:v>
                </c:pt>
                <c:pt idx="2117">
                  <c:v>6131.26</c:v>
                </c:pt>
                <c:pt idx="2118">
                  <c:v>6127.19</c:v>
                </c:pt>
                <c:pt idx="2119">
                  <c:v>6132.6799999999994</c:v>
                </c:pt>
                <c:pt idx="2120">
                  <c:v>6135.5199999999995</c:v>
                </c:pt>
                <c:pt idx="2121">
                  <c:v>6136.58</c:v>
                </c:pt>
                <c:pt idx="2122">
                  <c:v>6137.43</c:v>
                </c:pt>
                <c:pt idx="2123">
                  <c:v>6135.93</c:v>
                </c:pt>
                <c:pt idx="2124">
                  <c:v>6139.9400000000005</c:v>
                </c:pt>
                <c:pt idx="2125">
                  <c:v>6141.81</c:v>
                </c:pt>
                <c:pt idx="2126">
                  <c:v>6141.15</c:v>
                </c:pt>
                <c:pt idx="2127">
                  <c:v>6142.3899999999994</c:v>
                </c:pt>
                <c:pt idx="2128">
                  <c:v>6143.98</c:v>
                </c:pt>
                <c:pt idx="2129">
                  <c:v>6144.85</c:v>
                </c:pt>
                <c:pt idx="2130">
                  <c:v>6146.84</c:v>
                </c:pt>
                <c:pt idx="2131">
                  <c:v>6148.76</c:v>
                </c:pt>
                <c:pt idx="2132">
                  <c:v>6151.3</c:v>
                </c:pt>
                <c:pt idx="2133">
                  <c:v>6153.67</c:v>
                </c:pt>
                <c:pt idx="2134">
                  <c:v>6154.8600000000006</c:v>
                </c:pt>
                <c:pt idx="2135">
                  <c:v>6154.21</c:v>
                </c:pt>
                <c:pt idx="2136">
                  <c:v>6157.24</c:v>
                </c:pt>
                <c:pt idx="2137">
                  <c:v>6157.75</c:v>
                </c:pt>
                <c:pt idx="2138">
                  <c:v>6161.37</c:v>
                </c:pt>
                <c:pt idx="2139">
                  <c:v>6160.42</c:v>
                </c:pt>
                <c:pt idx="2140">
                  <c:v>6159.6</c:v>
                </c:pt>
                <c:pt idx="2141">
                  <c:v>6165.28</c:v>
                </c:pt>
                <c:pt idx="2142">
                  <c:v>6166.08</c:v>
                </c:pt>
                <c:pt idx="2143">
                  <c:v>6168.0599999999995</c:v>
                </c:pt>
                <c:pt idx="2144">
                  <c:v>6169.28</c:v>
                </c:pt>
                <c:pt idx="2145">
                  <c:v>6164.17</c:v>
                </c:pt>
                <c:pt idx="2146">
                  <c:v>6169.28</c:v>
                </c:pt>
                <c:pt idx="2147">
                  <c:v>6170.71</c:v>
                </c:pt>
                <c:pt idx="2148">
                  <c:v>6173.68</c:v>
                </c:pt>
                <c:pt idx="2149">
                  <c:v>6176.09</c:v>
                </c:pt>
                <c:pt idx="2150">
                  <c:v>6172.86</c:v>
                </c:pt>
                <c:pt idx="2151">
                  <c:v>6176.2699999999995</c:v>
                </c:pt>
                <c:pt idx="2152">
                  <c:v>6176.42</c:v>
                </c:pt>
                <c:pt idx="2153">
                  <c:v>6178.62</c:v>
                </c:pt>
                <c:pt idx="2154">
                  <c:v>6181.29</c:v>
                </c:pt>
                <c:pt idx="2155">
                  <c:v>6183.28</c:v>
                </c:pt>
                <c:pt idx="2156">
                  <c:v>6182.8200000000006</c:v>
                </c:pt>
                <c:pt idx="2157">
                  <c:v>6185.1500000000005</c:v>
                </c:pt>
                <c:pt idx="2158">
                  <c:v>6186.2300000000005</c:v>
                </c:pt>
                <c:pt idx="2159">
                  <c:v>6187.8200000000006</c:v>
                </c:pt>
                <c:pt idx="2160">
                  <c:v>6188.98</c:v>
                </c:pt>
                <c:pt idx="2161">
                  <c:v>6192.74</c:v>
                </c:pt>
                <c:pt idx="2162">
                  <c:v>6191.9800000000005</c:v>
                </c:pt>
                <c:pt idx="2163">
                  <c:v>6193.25</c:v>
                </c:pt>
                <c:pt idx="2164">
                  <c:v>6196.93</c:v>
                </c:pt>
                <c:pt idx="2165">
                  <c:v>6195.62</c:v>
                </c:pt>
                <c:pt idx="2166">
                  <c:v>6197.4</c:v>
                </c:pt>
                <c:pt idx="2167">
                  <c:v>6197.72</c:v>
                </c:pt>
                <c:pt idx="2168">
                  <c:v>6200.2300000000005</c:v>
                </c:pt>
                <c:pt idx="2169">
                  <c:v>6202.81</c:v>
                </c:pt>
                <c:pt idx="2170">
                  <c:v>6202.1100000000006</c:v>
                </c:pt>
                <c:pt idx="2171">
                  <c:v>6205.39</c:v>
                </c:pt>
                <c:pt idx="2172">
                  <c:v>6206.14</c:v>
                </c:pt>
                <c:pt idx="2173">
                  <c:v>6203.67</c:v>
                </c:pt>
                <c:pt idx="2174">
                  <c:v>6204.98</c:v>
                </c:pt>
                <c:pt idx="2175">
                  <c:v>6212.31</c:v>
                </c:pt>
                <c:pt idx="2176">
                  <c:v>6206.65</c:v>
                </c:pt>
                <c:pt idx="2177">
                  <c:v>6208.29</c:v>
                </c:pt>
                <c:pt idx="2178">
                  <c:v>6213.3</c:v>
                </c:pt>
                <c:pt idx="2179">
                  <c:v>6217.16</c:v>
                </c:pt>
                <c:pt idx="2180">
                  <c:v>6215.33</c:v>
                </c:pt>
                <c:pt idx="2181">
                  <c:v>6214.4199999999992</c:v>
                </c:pt>
                <c:pt idx="2182">
                  <c:v>6219</c:v>
                </c:pt>
                <c:pt idx="2183">
                  <c:v>6221.51</c:v>
                </c:pt>
                <c:pt idx="2184">
                  <c:v>6220.49</c:v>
                </c:pt>
                <c:pt idx="2185">
                  <c:v>6221.75</c:v>
                </c:pt>
                <c:pt idx="2186">
                  <c:v>6225.16</c:v>
                </c:pt>
                <c:pt idx="2187">
                  <c:v>6227.9299999999994</c:v>
                </c:pt>
                <c:pt idx="2188">
                  <c:v>6229.46</c:v>
                </c:pt>
                <c:pt idx="2189">
                  <c:v>6231.7400000000007</c:v>
                </c:pt>
                <c:pt idx="2190">
                  <c:v>6230.3899999999994</c:v>
                </c:pt>
                <c:pt idx="2191">
                  <c:v>6232.4400000000005</c:v>
                </c:pt>
                <c:pt idx="2192">
                  <c:v>6234.46</c:v>
                </c:pt>
                <c:pt idx="2193">
                  <c:v>6235.71</c:v>
                </c:pt>
                <c:pt idx="2194">
                  <c:v>6234.88</c:v>
                </c:pt>
                <c:pt idx="2195">
                  <c:v>6238.6900000000005</c:v>
                </c:pt>
                <c:pt idx="2196">
                  <c:v>6237.45</c:v>
                </c:pt>
                <c:pt idx="2197">
                  <c:v>6239.02</c:v>
                </c:pt>
                <c:pt idx="2198">
                  <c:v>6240.53</c:v>
                </c:pt>
                <c:pt idx="2199">
                  <c:v>6241.9000000000005</c:v>
                </c:pt>
                <c:pt idx="2200">
                  <c:v>6244.32</c:v>
                </c:pt>
                <c:pt idx="2201">
                  <c:v>6243.6100000000006</c:v>
                </c:pt>
                <c:pt idx="2202">
                  <c:v>6246.79</c:v>
                </c:pt>
                <c:pt idx="2203">
                  <c:v>6245.96</c:v>
                </c:pt>
                <c:pt idx="2204">
                  <c:v>6246.0599999999995</c:v>
                </c:pt>
                <c:pt idx="2205">
                  <c:v>6247.61</c:v>
                </c:pt>
                <c:pt idx="2206">
                  <c:v>6253.05</c:v>
                </c:pt>
                <c:pt idx="2207">
                  <c:v>6252.1699999999992</c:v>
                </c:pt>
                <c:pt idx="2208">
                  <c:v>6256.96</c:v>
                </c:pt>
                <c:pt idx="2209">
                  <c:v>6253.79</c:v>
                </c:pt>
                <c:pt idx="2210">
                  <c:v>6253.6399999999994</c:v>
                </c:pt>
                <c:pt idx="2211">
                  <c:v>6254.18</c:v>
                </c:pt>
                <c:pt idx="2212">
                  <c:v>6255.63</c:v>
                </c:pt>
                <c:pt idx="2213">
                  <c:v>6264.0700000000006</c:v>
                </c:pt>
                <c:pt idx="2214">
                  <c:v>6261.99</c:v>
                </c:pt>
                <c:pt idx="2215">
                  <c:v>6261.12</c:v>
                </c:pt>
                <c:pt idx="2216">
                  <c:v>6266.2699999999995</c:v>
                </c:pt>
                <c:pt idx="2217">
                  <c:v>6267.5099999999993</c:v>
                </c:pt>
                <c:pt idx="2218">
                  <c:v>6266.7</c:v>
                </c:pt>
                <c:pt idx="2219">
                  <c:v>6269.52</c:v>
                </c:pt>
                <c:pt idx="2220">
                  <c:v>6272.33</c:v>
                </c:pt>
                <c:pt idx="2221">
                  <c:v>6275.4000000000005</c:v>
                </c:pt>
                <c:pt idx="2222">
                  <c:v>6277</c:v>
                </c:pt>
                <c:pt idx="2223">
                  <c:v>6278.3</c:v>
                </c:pt>
                <c:pt idx="2224">
                  <c:v>6278.93</c:v>
                </c:pt>
                <c:pt idx="2225">
                  <c:v>6280.34</c:v>
                </c:pt>
                <c:pt idx="2226">
                  <c:v>6278.96</c:v>
                </c:pt>
                <c:pt idx="2227">
                  <c:v>6281.66</c:v>
                </c:pt>
                <c:pt idx="2228">
                  <c:v>6284.03</c:v>
                </c:pt>
                <c:pt idx="2229">
                  <c:v>6285.16</c:v>
                </c:pt>
                <c:pt idx="2230">
                  <c:v>6284.58</c:v>
                </c:pt>
                <c:pt idx="2231">
                  <c:v>6288</c:v>
                </c:pt>
                <c:pt idx="2232">
                  <c:v>6287.38</c:v>
                </c:pt>
                <c:pt idx="2233">
                  <c:v>6288.03</c:v>
                </c:pt>
                <c:pt idx="2234">
                  <c:v>6290.21</c:v>
                </c:pt>
                <c:pt idx="2235">
                  <c:v>6291.91</c:v>
                </c:pt>
                <c:pt idx="2236">
                  <c:v>6292.5899999999992</c:v>
                </c:pt>
                <c:pt idx="2237">
                  <c:v>6290.9699999999993</c:v>
                </c:pt>
                <c:pt idx="2238">
                  <c:v>6297.2599999999993</c:v>
                </c:pt>
                <c:pt idx="2239">
                  <c:v>6299.04</c:v>
                </c:pt>
                <c:pt idx="2240">
                  <c:v>6293.7300000000005</c:v>
                </c:pt>
                <c:pt idx="2241">
                  <c:v>6294.23</c:v>
                </c:pt>
                <c:pt idx="2242">
                  <c:v>6300.99</c:v>
                </c:pt>
                <c:pt idx="2243">
                  <c:v>6297.8899999999994</c:v>
                </c:pt>
                <c:pt idx="2244">
                  <c:v>6303.87</c:v>
                </c:pt>
                <c:pt idx="2245">
                  <c:v>6308.06</c:v>
                </c:pt>
                <c:pt idx="2246">
                  <c:v>6308.78</c:v>
                </c:pt>
                <c:pt idx="2247">
                  <c:v>6310.05</c:v>
                </c:pt>
                <c:pt idx="2248">
                  <c:v>6311.45</c:v>
                </c:pt>
                <c:pt idx="2249">
                  <c:v>6312.4900000000007</c:v>
                </c:pt>
                <c:pt idx="2250">
                  <c:v>6314.14</c:v>
                </c:pt>
                <c:pt idx="2251">
                  <c:v>6311.94</c:v>
                </c:pt>
                <c:pt idx="2252">
                  <c:v>6313.11</c:v>
                </c:pt>
                <c:pt idx="2253">
                  <c:v>6311.96</c:v>
                </c:pt>
                <c:pt idx="2254">
                  <c:v>6313.66</c:v>
                </c:pt>
                <c:pt idx="2255">
                  <c:v>6315.46</c:v>
                </c:pt>
                <c:pt idx="2256">
                  <c:v>6317.08</c:v>
                </c:pt>
                <c:pt idx="2257">
                  <c:v>6318.25</c:v>
                </c:pt>
                <c:pt idx="2258">
                  <c:v>6319.56</c:v>
                </c:pt>
                <c:pt idx="2259">
                  <c:v>6320.77</c:v>
                </c:pt>
                <c:pt idx="2260">
                  <c:v>6322.18</c:v>
                </c:pt>
                <c:pt idx="2261">
                  <c:v>6323.24</c:v>
                </c:pt>
                <c:pt idx="2262">
                  <c:v>6324.66</c:v>
                </c:pt>
                <c:pt idx="2263">
                  <c:v>6325.89</c:v>
                </c:pt>
                <c:pt idx="2264">
                  <c:v>6329.39</c:v>
                </c:pt>
                <c:pt idx="2265">
                  <c:v>6332.3099999999995</c:v>
                </c:pt>
                <c:pt idx="2266">
                  <c:v>6325.08</c:v>
                </c:pt>
                <c:pt idx="2267">
                  <c:v>6324.34</c:v>
                </c:pt>
                <c:pt idx="2268">
                  <c:v>6325.3</c:v>
                </c:pt>
                <c:pt idx="2269">
                  <c:v>6330.92</c:v>
                </c:pt>
                <c:pt idx="2270">
                  <c:v>6336.2</c:v>
                </c:pt>
                <c:pt idx="2271">
                  <c:v>6331.04</c:v>
                </c:pt>
                <c:pt idx="2272">
                  <c:v>6341.78</c:v>
                </c:pt>
                <c:pt idx="2273">
                  <c:v>6340.56</c:v>
                </c:pt>
                <c:pt idx="2274">
                  <c:v>6346.09</c:v>
                </c:pt>
                <c:pt idx="2275">
                  <c:v>6344.9400000000005</c:v>
                </c:pt>
                <c:pt idx="2276">
                  <c:v>6348.66</c:v>
                </c:pt>
                <c:pt idx="2277">
                  <c:v>6350.1500000000005</c:v>
                </c:pt>
                <c:pt idx="2278">
                  <c:v>6345.5</c:v>
                </c:pt>
                <c:pt idx="2279">
                  <c:v>6352.9299999999994</c:v>
                </c:pt>
                <c:pt idx="2280">
                  <c:v>6353.27</c:v>
                </c:pt>
                <c:pt idx="2281">
                  <c:v>6348.81</c:v>
                </c:pt>
                <c:pt idx="2282">
                  <c:v>6350.41</c:v>
                </c:pt>
                <c:pt idx="2283">
                  <c:v>6357.52</c:v>
                </c:pt>
                <c:pt idx="2284">
                  <c:v>6357.87</c:v>
                </c:pt>
                <c:pt idx="2285">
                  <c:v>6354.47</c:v>
                </c:pt>
                <c:pt idx="2286">
                  <c:v>6355.98</c:v>
                </c:pt>
                <c:pt idx="2287">
                  <c:v>6357.79</c:v>
                </c:pt>
                <c:pt idx="2288">
                  <c:v>6359.66</c:v>
                </c:pt>
                <c:pt idx="2289">
                  <c:v>6362.92</c:v>
                </c:pt>
                <c:pt idx="2290">
                  <c:v>6362</c:v>
                </c:pt>
                <c:pt idx="2291">
                  <c:v>6363.18</c:v>
                </c:pt>
                <c:pt idx="2292">
                  <c:v>6364.67</c:v>
                </c:pt>
                <c:pt idx="2293">
                  <c:v>6365.56</c:v>
                </c:pt>
                <c:pt idx="2294">
                  <c:v>6366.94</c:v>
                </c:pt>
                <c:pt idx="2295">
                  <c:v>6368.2999999999993</c:v>
                </c:pt>
                <c:pt idx="2296">
                  <c:v>6369.45</c:v>
                </c:pt>
                <c:pt idx="2297">
                  <c:v>6371.17</c:v>
                </c:pt>
                <c:pt idx="2298">
                  <c:v>6371.85</c:v>
                </c:pt>
                <c:pt idx="2299">
                  <c:v>6375.16</c:v>
                </c:pt>
                <c:pt idx="2300">
                  <c:v>6377.24</c:v>
                </c:pt>
                <c:pt idx="2301">
                  <c:v>6378.42</c:v>
                </c:pt>
                <c:pt idx="2302">
                  <c:v>6376.58</c:v>
                </c:pt>
                <c:pt idx="2303">
                  <c:v>6382.41</c:v>
                </c:pt>
                <c:pt idx="2304">
                  <c:v>6381.48</c:v>
                </c:pt>
                <c:pt idx="2305">
                  <c:v>6380.21</c:v>
                </c:pt>
                <c:pt idx="2306">
                  <c:v>6388.14</c:v>
                </c:pt>
                <c:pt idx="2307">
                  <c:v>6389.66</c:v>
                </c:pt>
                <c:pt idx="2308">
                  <c:v>6380.19</c:v>
                </c:pt>
                <c:pt idx="2309">
                  <c:v>6389.9299999999994</c:v>
                </c:pt>
                <c:pt idx="2310">
                  <c:v>6384.99</c:v>
                </c:pt>
                <c:pt idx="2311">
                  <c:v>6389.02</c:v>
                </c:pt>
                <c:pt idx="2312">
                  <c:v>6395.31</c:v>
                </c:pt>
                <c:pt idx="2313">
                  <c:v>6394.87</c:v>
                </c:pt>
                <c:pt idx="2314">
                  <c:v>6396.27</c:v>
                </c:pt>
                <c:pt idx="2315">
                  <c:v>6397.41</c:v>
                </c:pt>
                <c:pt idx="2316">
                  <c:v>6399.48</c:v>
                </c:pt>
                <c:pt idx="2317">
                  <c:v>6401.16</c:v>
                </c:pt>
                <c:pt idx="2318">
                  <c:v>6403.9900000000007</c:v>
                </c:pt>
                <c:pt idx="2319">
                  <c:v>6406.1399999999994</c:v>
                </c:pt>
                <c:pt idx="2320">
                  <c:v>6407.06</c:v>
                </c:pt>
                <c:pt idx="2321">
                  <c:v>6408.7</c:v>
                </c:pt>
                <c:pt idx="2322">
                  <c:v>6410.08</c:v>
                </c:pt>
                <c:pt idx="2323">
                  <c:v>6409.94</c:v>
                </c:pt>
                <c:pt idx="2324">
                  <c:v>6411.46</c:v>
                </c:pt>
                <c:pt idx="2325">
                  <c:v>6410.5999999999995</c:v>
                </c:pt>
                <c:pt idx="2326">
                  <c:v>6412.21</c:v>
                </c:pt>
                <c:pt idx="2327">
                  <c:v>6415.29</c:v>
                </c:pt>
                <c:pt idx="2328">
                  <c:v>6416.0899999999992</c:v>
                </c:pt>
                <c:pt idx="2329">
                  <c:v>6417.61</c:v>
                </c:pt>
                <c:pt idx="2330">
                  <c:v>6417.79</c:v>
                </c:pt>
                <c:pt idx="2331">
                  <c:v>6418.17</c:v>
                </c:pt>
                <c:pt idx="2332">
                  <c:v>6421.02</c:v>
                </c:pt>
                <c:pt idx="2333">
                  <c:v>6418.7900000000009</c:v>
                </c:pt>
                <c:pt idx="2334">
                  <c:v>6423.5300000000007</c:v>
                </c:pt>
                <c:pt idx="2335">
                  <c:v>6411.1900000000005</c:v>
                </c:pt>
                <c:pt idx="2336">
                  <c:v>6413.9</c:v>
                </c:pt>
                <c:pt idx="2337">
                  <c:v>6414.25</c:v>
                </c:pt>
                <c:pt idx="2338">
                  <c:v>6417.78</c:v>
                </c:pt>
                <c:pt idx="2339">
                  <c:v>6432.34</c:v>
                </c:pt>
                <c:pt idx="2340">
                  <c:v>6426.42</c:v>
                </c:pt>
                <c:pt idx="2341">
                  <c:v>6431.5199999999995</c:v>
                </c:pt>
                <c:pt idx="2342">
                  <c:v>6435.13</c:v>
                </c:pt>
                <c:pt idx="2343">
                  <c:v>6435.83</c:v>
                </c:pt>
                <c:pt idx="2344">
                  <c:v>6423.77</c:v>
                </c:pt>
                <c:pt idx="2345">
                  <c:v>6436.69</c:v>
                </c:pt>
                <c:pt idx="2346">
                  <c:v>6428.9699999999993</c:v>
                </c:pt>
                <c:pt idx="2347">
                  <c:v>6434.86</c:v>
                </c:pt>
                <c:pt idx="2348">
                  <c:v>6433</c:v>
                </c:pt>
                <c:pt idx="2349">
                  <c:v>6437.1</c:v>
                </c:pt>
                <c:pt idx="2350">
                  <c:v>6437.1</c:v>
                </c:pt>
                <c:pt idx="2351">
                  <c:v>6439.78</c:v>
                </c:pt>
                <c:pt idx="2352">
                  <c:v>6440.87</c:v>
                </c:pt>
                <c:pt idx="2353">
                  <c:v>6442.11</c:v>
                </c:pt>
                <c:pt idx="2354">
                  <c:v>6443.5</c:v>
                </c:pt>
                <c:pt idx="2355">
                  <c:v>6444.68</c:v>
                </c:pt>
                <c:pt idx="2356">
                  <c:v>6446.23</c:v>
                </c:pt>
                <c:pt idx="2357">
                  <c:v>6447.33</c:v>
                </c:pt>
                <c:pt idx="2358">
                  <c:v>6448.67</c:v>
                </c:pt>
                <c:pt idx="2359">
                  <c:v>6450.05</c:v>
                </c:pt>
                <c:pt idx="2360">
                  <c:v>6451.58</c:v>
                </c:pt>
                <c:pt idx="2361">
                  <c:v>6452.75</c:v>
                </c:pt>
                <c:pt idx="2362">
                  <c:v>6455.38</c:v>
                </c:pt>
                <c:pt idx="2363">
                  <c:v>6457.91</c:v>
                </c:pt>
                <c:pt idx="2364">
                  <c:v>6460.9800000000005</c:v>
                </c:pt>
                <c:pt idx="2365">
                  <c:v>6466.3700000000008</c:v>
                </c:pt>
                <c:pt idx="2366">
                  <c:v>6468.08</c:v>
                </c:pt>
                <c:pt idx="2367">
                  <c:v>6469.38</c:v>
                </c:pt>
                <c:pt idx="2368">
                  <c:v>6471.17</c:v>
                </c:pt>
                <c:pt idx="2369">
                  <c:v>6472.7800000000007</c:v>
                </c:pt>
                <c:pt idx="2370">
                  <c:v>6473.1500000000005</c:v>
                </c:pt>
                <c:pt idx="2371">
                  <c:v>6475.39</c:v>
                </c:pt>
                <c:pt idx="2372">
                  <c:v>6474.9100000000008</c:v>
                </c:pt>
                <c:pt idx="2373">
                  <c:v>6475.6900000000005</c:v>
                </c:pt>
                <c:pt idx="2374">
                  <c:v>6477.98</c:v>
                </c:pt>
                <c:pt idx="2375">
                  <c:v>6479.14</c:v>
                </c:pt>
                <c:pt idx="2376">
                  <c:v>6478.2400000000007</c:v>
                </c:pt>
                <c:pt idx="2377">
                  <c:v>6479.3099999999995</c:v>
                </c:pt>
                <c:pt idx="2378">
                  <c:v>6480.03</c:v>
                </c:pt>
                <c:pt idx="2379">
                  <c:v>6480.2999999999993</c:v>
                </c:pt>
                <c:pt idx="2380">
                  <c:v>6483.75</c:v>
                </c:pt>
                <c:pt idx="2381">
                  <c:v>6484.62</c:v>
                </c:pt>
                <c:pt idx="2382">
                  <c:v>6485.4000000000005</c:v>
                </c:pt>
                <c:pt idx="2383">
                  <c:v>6486.39</c:v>
                </c:pt>
                <c:pt idx="2384">
                  <c:v>6487.66</c:v>
                </c:pt>
                <c:pt idx="2385">
                  <c:v>6488.9900000000007</c:v>
                </c:pt>
                <c:pt idx="2386">
                  <c:v>6490.25</c:v>
                </c:pt>
                <c:pt idx="2387">
                  <c:v>6491.6600000000008</c:v>
                </c:pt>
                <c:pt idx="2388">
                  <c:v>6492.94</c:v>
                </c:pt>
                <c:pt idx="2389">
                  <c:v>6494.33</c:v>
                </c:pt>
                <c:pt idx="2390">
                  <c:v>6495.51</c:v>
                </c:pt>
                <c:pt idx="2391">
                  <c:v>6497.9500000000007</c:v>
                </c:pt>
                <c:pt idx="2392">
                  <c:v>6497.36</c:v>
                </c:pt>
                <c:pt idx="2393">
                  <c:v>6500.9699999999993</c:v>
                </c:pt>
                <c:pt idx="2394">
                  <c:v>6499.39</c:v>
                </c:pt>
                <c:pt idx="2395">
                  <c:v>6500.88</c:v>
                </c:pt>
                <c:pt idx="2396">
                  <c:v>6504.8</c:v>
                </c:pt>
                <c:pt idx="2397">
                  <c:v>6507.9900000000007</c:v>
                </c:pt>
                <c:pt idx="2398">
                  <c:v>6508.3</c:v>
                </c:pt>
                <c:pt idx="2399">
                  <c:v>6511.8600000000006</c:v>
                </c:pt>
                <c:pt idx="2400">
                  <c:v>6513.09</c:v>
                </c:pt>
                <c:pt idx="2401">
                  <c:v>6512.9000000000005</c:v>
                </c:pt>
                <c:pt idx="2402">
                  <c:v>6510.93</c:v>
                </c:pt>
                <c:pt idx="2403">
                  <c:v>6512.51</c:v>
                </c:pt>
                <c:pt idx="2404">
                  <c:v>6515.18</c:v>
                </c:pt>
                <c:pt idx="2405">
                  <c:v>6516.04</c:v>
                </c:pt>
                <c:pt idx="2406">
                  <c:v>6515.12</c:v>
                </c:pt>
              </c:numCache>
            </c:numRef>
          </c:xVal>
          <c:yVal>
            <c:numRef>
              <c:f>'Post Processing CaCl2'!$BM$13:$BM$2420</c:f>
              <c:numCache>
                <c:formatCode>General</c:formatCode>
                <c:ptCount val="2408"/>
                <c:pt idx="0">
                  <c:v>28.42</c:v>
                </c:pt>
                <c:pt idx="1">
                  <c:v>28.45</c:v>
                </c:pt>
                <c:pt idx="2">
                  <c:v>28.46</c:v>
                </c:pt>
                <c:pt idx="3">
                  <c:v>28.479999999999997</c:v>
                </c:pt>
                <c:pt idx="4">
                  <c:v>28.490000000000002</c:v>
                </c:pt>
                <c:pt idx="5">
                  <c:v>28.51</c:v>
                </c:pt>
                <c:pt idx="6">
                  <c:v>28.35</c:v>
                </c:pt>
                <c:pt idx="7">
                  <c:v>30.08</c:v>
                </c:pt>
                <c:pt idx="8">
                  <c:v>32.5</c:v>
                </c:pt>
                <c:pt idx="9">
                  <c:v>36.24</c:v>
                </c:pt>
                <c:pt idx="10">
                  <c:v>39.68</c:v>
                </c:pt>
                <c:pt idx="11">
                  <c:v>42.55</c:v>
                </c:pt>
                <c:pt idx="12">
                  <c:v>45.57</c:v>
                </c:pt>
                <c:pt idx="13">
                  <c:v>48.63</c:v>
                </c:pt>
                <c:pt idx="14">
                  <c:v>51.42</c:v>
                </c:pt>
                <c:pt idx="15">
                  <c:v>53.769999999999996</c:v>
                </c:pt>
                <c:pt idx="16">
                  <c:v>56.550000000000004</c:v>
                </c:pt>
                <c:pt idx="17">
                  <c:v>58.68</c:v>
                </c:pt>
                <c:pt idx="18">
                  <c:v>60.769999999999996</c:v>
                </c:pt>
                <c:pt idx="19">
                  <c:v>63.58</c:v>
                </c:pt>
                <c:pt idx="20">
                  <c:v>65.710000000000008</c:v>
                </c:pt>
                <c:pt idx="21">
                  <c:v>67.78</c:v>
                </c:pt>
                <c:pt idx="22">
                  <c:v>69.7</c:v>
                </c:pt>
                <c:pt idx="23">
                  <c:v>71.64</c:v>
                </c:pt>
                <c:pt idx="24">
                  <c:v>73.75</c:v>
                </c:pt>
                <c:pt idx="25">
                  <c:v>75.289999999999992</c:v>
                </c:pt>
                <c:pt idx="26">
                  <c:v>77.53</c:v>
                </c:pt>
                <c:pt idx="27">
                  <c:v>78.83</c:v>
                </c:pt>
                <c:pt idx="28">
                  <c:v>81.290000000000006</c:v>
                </c:pt>
                <c:pt idx="29">
                  <c:v>82.77</c:v>
                </c:pt>
                <c:pt idx="30">
                  <c:v>84.76</c:v>
                </c:pt>
                <c:pt idx="31">
                  <c:v>86.62</c:v>
                </c:pt>
                <c:pt idx="32">
                  <c:v>88.48</c:v>
                </c:pt>
                <c:pt idx="33">
                  <c:v>90.07</c:v>
                </c:pt>
                <c:pt idx="34">
                  <c:v>91.97</c:v>
                </c:pt>
                <c:pt idx="35">
                  <c:v>93.410000000000011</c:v>
                </c:pt>
                <c:pt idx="36">
                  <c:v>95.18</c:v>
                </c:pt>
                <c:pt idx="37">
                  <c:v>96.850000000000009</c:v>
                </c:pt>
                <c:pt idx="38">
                  <c:v>98.460000000000008</c:v>
                </c:pt>
                <c:pt idx="39">
                  <c:v>99.87</c:v>
                </c:pt>
                <c:pt idx="40">
                  <c:v>101.43</c:v>
                </c:pt>
                <c:pt idx="41">
                  <c:v>102.83</c:v>
                </c:pt>
                <c:pt idx="42">
                  <c:v>104.31</c:v>
                </c:pt>
                <c:pt idx="43">
                  <c:v>105.53999999999999</c:v>
                </c:pt>
                <c:pt idx="44">
                  <c:v>107.08</c:v>
                </c:pt>
                <c:pt idx="45">
                  <c:v>108.28</c:v>
                </c:pt>
                <c:pt idx="46">
                  <c:v>109.64999999999999</c:v>
                </c:pt>
                <c:pt idx="47">
                  <c:v>111.07000000000001</c:v>
                </c:pt>
                <c:pt idx="48">
                  <c:v>112.10000000000001</c:v>
                </c:pt>
                <c:pt idx="49">
                  <c:v>113.35000000000001</c:v>
                </c:pt>
                <c:pt idx="50">
                  <c:v>114.6</c:v>
                </c:pt>
                <c:pt idx="51">
                  <c:v>115.52</c:v>
                </c:pt>
                <c:pt idx="52">
                  <c:v>116.88</c:v>
                </c:pt>
                <c:pt idx="53">
                  <c:v>117.7</c:v>
                </c:pt>
                <c:pt idx="54">
                  <c:v>119.27</c:v>
                </c:pt>
                <c:pt idx="55">
                  <c:v>120.33000000000001</c:v>
                </c:pt>
                <c:pt idx="56">
                  <c:v>121.26</c:v>
                </c:pt>
                <c:pt idx="57">
                  <c:v>121.95</c:v>
                </c:pt>
                <c:pt idx="58">
                  <c:v>123.14999999999999</c:v>
                </c:pt>
                <c:pt idx="59">
                  <c:v>124.11</c:v>
                </c:pt>
                <c:pt idx="60">
                  <c:v>125.12</c:v>
                </c:pt>
                <c:pt idx="61">
                  <c:v>126.01</c:v>
                </c:pt>
                <c:pt idx="62">
                  <c:v>127.01</c:v>
                </c:pt>
                <c:pt idx="63">
                  <c:v>127.67</c:v>
                </c:pt>
                <c:pt idx="64">
                  <c:v>128.70000000000002</c:v>
                </c:pt>
                <c:pt idx="65">
                  <c:v>129.5</c:v>
                </c:pt>
                <c:pt idx="66">
                  <c:v>130.45000000000002</c:v>
                </c:pt>
                <c:pt idx="67">
                  <c:v>131.31</c:v>
                </c:pt>
                <c:pt idx="68">
                  <c:v>132.14999999999998</c:v>
                </c:pt>
                <c:pt idx="69">
                  <c:v>132.95000000000002</c:v>
                </c:pt>
                <c:pt idx="70">
                  <c:v>133.80000000000001</c:v>
                </c:pt>
                <c:pt idx="71">
                  <c:v>134.58000000000001</c:v>
                </c:pt>
                <c:pt idx="72">
                  <c:v>135.47</c:v>
                </c:pt>
                <c:pt idx="73">
                  <c:v>136.29</c:v>
                </c:pt>
                <c:pt idx="74">
                  <c:v>137.01</c:v>
                </c:pt>
                <c:pt idx="75">
                  <c:v>137.69999999999999</c:v>
                </c:pt>
                <c:pt idx="76">
                  <c:v>138.47999999999999</c:v>
                </c:pt>
                <c:pt idx="77">
                  <c:v>139.12</c:v>
                </c:pt>
                <c:pt idx="78">
                  <c:v>139.91</c:v>
                </c:pt>
                <c:pt idx="79">
                  <c:v>140.65</c:v>
                </c:pt>
                <c:pt idx="80">
                  <c:v>141.18</c:v>
                </c:pt>
                <c:pt idx="81">
                  <c:v>142.03</c:v>
                </c:pt>
                <c:pt idx="82">
                  <c:v>142.58000000000001</c:v>
                </c:pt>
                <c:pt idx="83">
                  <c:v>143.34</c:v>
                </c:pt>
                <c:pt idx="84">
                  <c:v>143.66</c:v>
                </c:pt>
                <c:pt idx="85">
                  <c:v>144.27000000000001</c:v>
                </c:pt>
                <c:pt idx="86">
                  <c:v>144.66000000000003</c:v>
                </c:pt>
                <c:pt idx="87">
                  <c:v>145.72</c:v>
                </c:pt>
                <c:pt idx="88">
                  <c:v>145.63</c:v>
                </c:pt>
                <c:pt idx="89">
                  <c:v>146.35</c:v>
                </c:pt>
                <c:pt idx="90">
                  <c:v>147.31</c:v>
                </c:pt>
                <c:pt idx="91">
                  <c:v>147.31</c:v>
                </c:pt>
                <c:pt idx="92">
                  <c:v>147.99</c:v>
                </c:pt>
                <c:pt idx="93">
                  <c:v>148.69</c:v>
                </c:pt>
                <c:pt idx="94">
                  <c:v>149.21</c:v>
                </c:pt>
                <c:pt idx="95">
                  <c:v>149.68</c:v>
                </c:pt>
                <c:pt idx="96">
                  <c:v>150</c:v>
                </c:pt>
                <c:pt idx="97">
                  <c:v>150.71</c:v>
                </c:pt>
                <c:pt idx="98">
                  <c:v>151.10999999999999</c:v>
                </c:pt>
                <c:pt idx="99">
                  <c:v>151.75</c:v>
                </c:pt>
                <c:pt idx="100">
                  <c:v>152.23000000000002</c:v>
                </c:pt>
                <c:pt idx="101">
                  <c:v>152.69</c:v>
                </c:pt>
                <c:pt idx="102">
                  <c:v>153.10000000000002</c:v>
                </c:pt>
                <c:pt idx="103">
                  <c:v>153.6</c:v>
                </c:pt>
                <c:pt idx="104">
                  <c:v>154.01000000000002</c:v>
                </c:pt>
                <c:pt idx="105">
                  <c:v>154.48000000000002</c:v>
                </c:pt>
                <c:pt idx="106">
                  <c:v>154.87</c:v>
                </c:pt>
                <c:pt idx="107">
                  <c:v>155.25</c:v>
                </c:pt>
                <c:pt idx="108">
                  <c:v>155.66</c:v>
                </c:pt>
                <c:pt idx="109">
                  <c:v>156.04999999999998</c:v>
                </c:pt>
                <c:pt idx="110">
                  <c:v>156.39000000000001</c:v>
                </c:pt>
                <c:pt idx="111">
                  <c:v>156.91</c:v>
                </c:pt>
                <c:pt idx="112">
                  <c:v>157.11000000000001</c:v>
                </c:pt>
                <c:pt idx="113">
                  <c:v>157.56</c:v>
                </c:pt>
                <c:pt idx="114">
                  <c:v>157.98000000000002</c:v>
                </c:pt>
                <c:pt idx="115">
                  <c:v>158.33000000000001</c:v>
                </c:pt>
                <c:pt idx="116">
                  <c:v>158.41</c:v>
                </c:pt>
                <c:pt idx="117">
                  <c:v>158.79</c:v>
                </c:pt>
                <c:pt idx="118">
                  <c:v>159.48999999999998</c:v>
                </c:pt>
                <c:pt idx="119">
                  <c:v>159.58000000000001</c:v>
                </c:pt>
                <c:pt idx="120">
                  <c:v>160.01000000000002</c:v>
                </c:pt>
                <c:pt idx="121">
                  <c:v>159.12</c:v>
                </c:pt>
                <c:pt idx="122">
                  <c:v>159.51999999999998</c:v>
                </c:pt>
                <c:pt idx="123">
                  <c:v>160.70000000000002</c:v>
                </c:pt>
                <c:pt idx="124">
                  <c:v>160.62</c:v>
                </c:pt>
                <c:pt idx="125">
                  <c:v>161.11000000000001</c:v>
                </c:pt>
                <c:pt idx="126">
                  <c:v>160.89000000000001</c:v>
                </c:pt>
                <c:pt idx="127">
                  <c:v>161.37</c:v>
                </c:pt>
                <c:pt idx="128">
                  <c:v>162.07</c:v>
                </c:pt>
                <c:pt idx="129">
                  <c:v>161.88</c:v>
                </c:pt>
                <c:pt idx="130">
                  <c:v>162.14999999999998</c:v>
                </c:pt>
                <c:pt idx="131">
                  <c:v>162.76</c:v>
                </c:pt>
                <c:pt idx="132">
                  <c:v>163.02000000000001</c:v>
                </c:pt>
                <c:pt idx="133">
                  <c:v>163.51</c:v>
                </c:pt>
                <c:pt idx="134">
                  <c:v>164.47</c:v>
                </c:pt>
                <c:pt idx="135">
                  <c:v>165.39000000000001</c:v>
                </c:pt>
                <c:pt idx="136">
                  <c:v>165.13</c:v>
                </c:pt>
                <c:pt idx="137">
                  <c:v>166.06</c:v>
                </c:pt>
                <c:pt idx="138">
                  <c:v>166.91</c:v>
                </c:pt>
                <c:pt idx="139">
                  <c:v>168.15</c:v>
                </c:pt>
                <c:pt idx="140">
                  <c:v>169.05</c:v>
                </c:pt>
                <c:pt idx="141">
                  <c:v>170.06</c:v>
                </c:pt>
                <c:pt idx="142">
                  <c:v>171.09</c:v>
                </c:pt>
                <c:pt idx="143">
                  <c:v>172.31</c:v>
                </c:pt>
                <c:pt idx="144">
                  <c:v>173.48</c:v>
                </c:pt>
                <c:pt idx="145">
                  <c:v>174.82</c:v>
                </c:pt>
                <c:pt idx="146">
                  <c:v>175.79</c:v>
                </c:pt>
                <c:pt idx="147">
                  <c:v>177.16000000000003</c:v>
                </c:pt>
                <c:pt idx="148">
                  <c:v>178.54999999999998</c:v>
                </c:pt>
                <c:pt idx="149">
                  <c:v>179.85000000000002</c:v>
                </c:pt>
                <c:pt idx="150">
                  <c:v>180.94</c:v>
                </c:pt>
                <c:pt idx="151">
                  <c:v>182.97</c:v>
                </c:pt>
                <c:pt idx="152">
                  <c:v>184.66</c:v>
                </c:pt>
                <c:pt idx="153">
                  <c:v>184.35000000000002</c:v>
                </c:pt>
                <c:pt idx="154">
                  <c:v>186.28</c:v>
                </c:pt>
                <c:pt idx="155">
                  <c:v>187.25</c:v>
                </c:pt>
                <c:pt idx="156">
                  <c:v>188.84</c:v>
                </c:pt>
                <c:pt idx="157">
                  <c:v>189.85</c:v>
                </c:pt>
                <c:pt idx="158">
                  <c:v>192.17000000000002</c:v>
                </c:pt>
                <c:pt idx="159">
                  <c:v>193.89999999999998</c:v>
                </c:pt>
                <c:pt idx="160">
                  <c:v>195.57</c:v>
                </c:pt>
                <c:pt idx="161">
                  <c:v>197.55</c:v>
                </c:pt>
                <c:pt idx="162">
                  <c:v>199.28</c:v>
                </c:pt>
                <c:pt idx="163">
                  <c:v>201.86</c:v>
                </c:pt>
                <c:pt idx="164">
                  <c:v>203.82</c:v>
                </c:pt>
                <c:pt idx="165">
                  <c:v>205.69</c:v>
                </c:pt>
                <c:pt idx="166">
                  <c:v>208.01</c:v>
                </c:pt>
                <c:pt idx="167">
                  <c:v>209.98</c:v>
                </c:pt>
                <c:pt idx="168">
                  <c:v>212.16</c:v>
                </c:pt>
                <c:pt idx="169">
                  <c:v>215.28</c:v>
                </c:pt>
                <c:pt idx="170">
                  <c:v>215.75</c:v>
                </c:pt>
                <c:pt idx="171">
                  <c:v>216.13</c:v>
                </c:pt>
                <c:pt idx="172">
                  <c:v>218.5</c:v>
                </c:pt>
                <c:pt idx="173">
                  <c:v>221.1</c:v>
                </c:pt>
                <c:pt idx="174">
                  <c:v>223.56</c:v>
                </c:pt>
                <c:pt idx="175">
                  <c:v>226.06</c:v>
                </c:pt>
                <c:pt idx="176">
                  <c:v>228.66</c:v>
                </c:pt>
                <c:pt idx="177">
                  <c:v>231.42</c:v>
                </c:pt>
                <c:pt idx="178">
                  <c:v>233.64</c:v>
                </c:pt>
                <c:pt idx="179">
                  <c:v>236.8</c:v>
                </c:pt>
                <c:pt idx="180">
                  <c:v>238.85999999999999</c:v>
                </c:pt>
                <c:pt idx="181">
                  <c:v>241.60999999999999</c:v>
                </c:pt>
                <c:pt idx="182">
                  <c:v>244.39</c:v>
                </c:pt>
                <c:pt idx="183">
                  <c:v>247.75</c:v>
                </c:pt>
                <c:pt idx="184">
                  <c:v>250.76999999999998</c:v>
                </c:pt>
                <c:pt idx="185">
                  <c:v>252.88</c:v>
                </c:pt>
                <c:pt idx="186">
                  <c:v>255.18999999999997</c:v>
                </c:pt>
                <c:pt idx="187">
                  <c:v>259.63000000000005</c:v>
                </c:pt>
                <c:pt idx="188">
                  <c:v>260.99</c:v>
                </c:pt>
                <c:pt idx="189">
                  <c:v>263.76</c:v>
                </c:pt>
                <c:pt idx="190">
                  <c:v>267</c:v>
                </c:pt>
                <c:pt idx="191">
                  <c:v>271.34000000000003</c:v>
                </c:pt>
                <c:pt idx="192">
                  <c:v>273.76</c:v>
                </c:pt>
                <c:pt idx="193">
                  <c:v>277.61</c:v>
                </c:pt>
                <c:pt idx="194">
                  <c:v>277.12</c:v>
                </c:pt>
                <c:pt idx="195">
                  <c:v>280.55</c:v>
                </c:pt>
                <c:pt idx="196">
                  <c:v>283.82</c:v>
                </c:pt>
                <c:pt idx="197">
                  <c:v>286.95</c:v>
                </c:pt>
                <c:pt idx="198">
                  <c:v>290.06</c:v>
                </c:pt>
                <c:pt idx="199">
                  <c:v>294.02</c:v>
                </c:pt>
                <c:pt idx="200">
                  <c:v>297.29000000000002</c:v>
                </c:pt>
                <c:pt idx="201">
                  <c:v>300.70000000000005</c:v>
                </c:pt>
                <c:pt idx="202">
                  <c:v>304.26</c:v>
                </c:pt>
                <c:pt idx="203">
                  <c:v>307.61</c:v>
                </c:pt>
                <c:pt idx="204">
                  <c:v>311.36</c:v>
                </c:pt>
                <c:pt idx="205">
                  <c:v>315.91999999999996</c:v>
                </c:pt>
                <c:pt idx="206">
                  <c:v>317.18</c:v>
                </c:pt>
                <c:pt idx="207">
                  <c:v>320.58999999999997</c:v>
                </c:pt>
                <c:pt idx="208">
                  <c:v>322.31</c:v>
                </c:pt>
                <c:pt idx="209">
                  <c:v>326.84000000000003</c:v>
                </c:pt>
                <c:pt idx="210">
                  <c:v>327.88</c:v>
                </c:pt>
                <c:pt idx="211">
                  <c:v>331.98</c:v>
                </c:pt>
                <c:pt idx="212">
                  <c:v>335.34000000000003</c:v>
                </c:pt>
                <c:pt idx="213">
                  <c:v>339.86</c:v>
                </c:pt>
                <c:pt idx="214">
                  <c:v>343.21000000000004</c:v>
                </c:pt>
                <c:pt idx="215">
                  <c:v>346.34999999999997</c:v>
                </c:pt>
                <c:pt idx="216">
                  <c:v>350.43</c:v>
                </c:pt>
                <c:pt idx="217">
                  <c:v>354.26</c:v>
                </c:pt>
                <c:pt idx="218">
                  <c:v>357.69</c:v>
                </c:pt>
                <c:pt idx="219">
                  <c:v>360.92999999999995</c:v>
                </c:pt>
                <c:pt idx="220">
                  <c:v>364.5</c:v>
                </c:pt>
                <c:pt idx="221">
                  <c:v>366.55</c:v>
                </c:pt>
                <c:pt idx="222">
                  <c:v>370.73</c:v>
                </c:pt>
                <c:pt idx="223">
                  <c:v>375.3</c:v>
                </c:pt>
                <c:pt idx="224">
                  <c:v>377.2</c:v>
                </c:pt>
                <c:pt idx="225">
                  <c:v>381.33</c:v>
                </c:pt>
                <c:pt idx="226">
                  <c:v>384.27</c:v>
                </c:pt>
                <c:pt idx="227">
                  <c:v>388.58</c:v>
                </c:pt>
                <c:pt idx="228">
                  <c:v>392.61</c:v>
                </c:pt>
                <c:pt idx="229">
                  <c:v>395.51</c:v>
                </c:pt>
                <c:pt idx="230">
                  <c:v>399.9</c:v>
                </c:pt>
                <c:pt idx="231">
                  <c:v>404.46999999999997</c:v>
                </c:pt>
                <c:pt idx="232">
                  <c:v>407.1</c:v>
                </c:pt>
                <c:pt idx="233">
                  <c:v>409.39</c:v>
                </c:pt>
                <c:pt idx="234">
                  <c:v>412.81</c:v>
                </c:pt>
                <c:pt idx="235">
                  <c:v>410.09000000000003</c:v>
                </c:pt>
                <c:pt idx="236">
                  <c:v>415.15000000000003</c:v>
                </c:pt>
                <c:pt idx="237">
                  <c:v>418.60999999999996</c:v>
                </c:pt>
                <c:pt idx="238">
                  <c:v>422.47</c:v>
                </c:pt>
                <c:pt idx="239">
                  <c:v>426.85</c:v>
                </c:pt>
                <c:pt idx="240">
                  <c:v>430.08000000000004</c:v>
                </c:pt>
                <c:pt idx="241">
                  <c:v>430.77</c:v>
                </c:pt>
                <c:pt idx="242">
                  <c:v>434.45</c:v>
                </c:pt>
                <c:pt idx="243">
                  <c:v>436.12</c:v>
                </c:pt>
                <c:pt idx="244">
                  <c:v>440.33</c:v>
                </c:pt>
                <c:pt idx="245">
                  <c:v>444.87</c:v>
                </c:pt>
                <c:pt idx="246">
                  <c:v>448.90999999999997</c:v>
                </c:pt>
                <c:pt idx="247">
                  <c:v>452.28000000000003</c:v>
                </c:pt>
                <c:pt idx="248">
                  <c:v>456.65</c:v>
                </c:pt>
                <c:pt idx="249">
                  <c:v>460.46</c:v>
                </c:pt>
                <c:pt idx="250">
                  <c:v>464.27000000000004</c:v>
                </c:pt>
                <c:pt idx="251">
                  <c:v>468.5</c:v>
                </c:pt>
                <c:pt idx="252">
                  <c:v>472.64</c:v>
                </c:pt>
                <c:pt idx="253">
                  <c:v>477.66999999999996</c:v>
                </c:pt>
                <c:pt idx="254">
                  <c:v>481.42</c:v>
                </c:pt>
                <c:pt idx="255">
                  <c:v>484.89</c:v>
                </c:pt>
                <c:pt idx="256">
                  <c:v>488.89</c:v>
                </c:pt>
                <c:pt idx="257">
                  <c:v>494.09999999999997</c:v>
                </c:pt>
                <c:pt idx="258">
                  <c:v>493.51</c:v>
                </c:pt>
                <c:pt idx="259">
                  <c:v>497.3</c:v>
                </c:pt>
                <c:pt idx="260">
                  <c:v>500.75</c:v>
                </c:pt>
                <c:pt idx="261">
                  <c:v>504.81</c:v>
                </c:pt>
                <c:pt idx="262">
                  <c:v>509.22</c:v>
                </c:pt>
                <c:pt idx="263">
                  <c:v>512.74</c:v>
                </c:pt>
                <c:pt idx="264">
                  <c:v>516.92000000000007</c:v>
                </c:pt>
                <c:pt idx="265">
                  <c:v>520.62</c:v>
                </c:pt>
                <c:pt idx="266">
                  <c:v>524.51</c:v>
                </c:pt>
                <c:pt idx="267">
                  <c:v>529.07000000000005</c:v>
                </c:pt>
                <c:pt idx="268">
                  <c:v>533.90000000000009</c:v>
                </c:pt>
                <c:pt idx="269">
                  <c:v>534.37</c:v>
                </c:pt>
                <c:pt idx="270">
                  <c:v>537.07000000000005</c:v>
                </c:pt>
                <c:pt idx="271">
                  <c:v>539.99</c:v>
                </c:pt>
                <c:pt idx="272">
                  <c:v>541.47</c:v>
                </c:pt>
                <c:pt idx="273">
                  <c:v>546.32999999999993</c:v>
                </c:pt>
                <c:pt idx="274">
                  <c:v>550.08999999999992</c:v>
                </c:pt>
                <c:pt idx="275">
                  <c:v>554.42000000000007</c:v>
                </c:pt>
                <c:pt idx="276">
                  <c:v>559.38</c:v>
                </c:pt>
                <c:pt idx="277">
                  <c:v>563.33999999999992</c:v>
                </c:pt>
                <c:pt idx="278">
                  <c:v>567.4</c:v>
                </c:pt>
                <c:pt idx="279">
                  <c:v>571.99</c:v>
                </c:pt>
                <c:pt idx="280">
                  <c:v>575.9</c:v>
                </c:pt>
                <c:pt idx="281">
                  <c:v>580.30000000000007</c:v>
                </c:pt>
                <c:pt idx="282">
                  <c:v>584.16</c:v>
                </c:pt>
                <c:pt idx="283">
                  <c:v>588.84</c:v>
                </c:pt>
                <c:pt idx="284">
                  <c:v>588.79000000000008</c:v>
                </c:pt>
                <c:pt idx="285">
                  <c:v>591.97</c:v>
                </c:pt>
                <c:pt idx="286">
                  <c:v>595.99</c:v>
                </c:pt>
                <c:pt idx="287">
                  <c:v>599.72</c:v>
                </c:pt>
                <c:pt idx="288">
                  <c:v>603.43000000000006</c:v>
                </c:pt>
                <c:pt idx="289">
                  <c:v>607.40000000000009</c:v>
                </c:pt>
                <c:pt idx="290">
                  <c:v>610.85</c:v>
                </c:pt>
                <c:pt idx="291">
                  <c:v>615.34</c:v>
                </c:pt>
                <c:pt idx="292">
                  <c:v>619.16999999999996</c:v>
                </c:pt>
                <c:pt idx="293">
                  <c:v>623.83000000000004</c:v>
                </c:pt>
                <c:pt idx="294">
                  <c:v>627.44000000000005</c:v>
                </c:pt>
                <c:pt idx="295">
                  <c:v>631.92999999999995</c:v>
                </c:pt>
                <c:pt idx="296">
                  <c:v>636.44000000000005</c:v>
                </c:pt>
                <c:pt idx="297">
                  <c:v>638.29999999999995</c:v>
                </c:pt>
                <c:pt idx="298">
                  <c:v>640.41999999999996</c:v>
                </c:pt>
                <c:pt idx="299">
                  <c:v>645.22</c:v>
                </c:pt>
                <c:pt idx="300">
                  <c:v>650.23</c:v>
                </c:pt>
                <c:pt idx="301">
                  <c:v>654.65</c:v>
                </c:pt>
                <c:pt idx="302">
                  <c:v>656.37</c:v>
                </c:pt>
                <c:pt idx="303">
                  <c:v>660.12</c:v>
                </c:pt>
                <c:pt idx="304">
                  <c:v>664.66000000000008</c:v>
                </c:pt>
                <c:pt idx="305">
                  <c:v>667.93999999999994</c:v>
                </c:pt>
                <c:pt idx="306">
                  <c:v>672.65</c:v>
                </c:pt>
                <c:pt idx="307">
                  <c:v>676.33</c:v>
                </c:pt>
                <c:pt idx="308">
                  <c:v>680.72</c:v>
                </c:pt>
                <c:pt idx="309">
                  <c:v>685.02</c:v>
                </c:pt>
                <c:pt idx="310">
                  <c:v>688.75</c:v>
                </c:pt>
                <c:pt idx="311">
                  <c:v>693.43</c:v>
                </c:pt>
                <c:pt idx="312">
                  <c:v>697.01</c:v>
                </c:pt>
                <c:pt idx="313">
                  <c:v>701.25</c:v>
                </c:pt>
                <c:pt idx="314">
                  <c:v>705.91000000000008</c:v>
                </c:pt>
                <c:pt idx="315">
                  <c:v>709.33999999999992</c:v>
                </c:pt>
                <c:pt idx="316">
                  <c:v>712.54</c:v>
                </c:pt>
                <c:pt idx="317">
                  <c:v>716.94999999999993</c:v>
                </c:pt>
                <c:pt idx="318">
                  <c:v>720.53</c:v>
                </c:pt>
                <c:pt idx="319">
                  <c:v>724</c:v>
                </c:pt>
                <c:pt idx="320">
                  <c:v>727.68999999999994</c:v>
                </c:pt>
                <c:pt idx="321">
                  <c:v>731.51</c:v>
                </c:pt>
                <c:pt idx="322">
                  <c:v>735.04000000000008</c:v>
                </c:pt>
                <c:pt idx="323">
                  <c:v>738.18</c:v>
                </c:pt>
                <c:pt idx="324">
                  <c:v>742.43999999999994</c:v>
                </c:pt>
                <c:pt idx="325">
                  <c:v>746.87</c:v>
                </c:pt>
                <c:pt idx="326">
                  <c:v>742.25</c:v>
                </c:pt>
                <c:pt idx="327">
                  <c:v>748.04000000000008</c:v>
                </c:pt>
                <c:pt idx="328">
                  <c:v>749.6</c:v>
                </c:pt>
                <c:pt idx="329">
                  <c:v>756.61</c:v>
                </c:pt>
                <c:pt idx="330">
                  <c:v>759.25</c:v>
                </c:pt>
                <c:pt idx="331">
                  <c:v>764.1099999999999</c:v>
                </c:pt>
                <c:pt idx="332">
                  <c:v>765.80000000000007</c:v>
                </c:pt>
                <c:pt idx="333">
                  <c:v>770.29000000000008</c:v>
                </c:pt>
                <c:pt idx="334">
                  <c:v>774.42</c:v>
                </c:pt>
                <c:pt idx="335">
                  <c:v>778.63</c:v>
                </c:pt>
                <c:pt idx="336">
                  <c:v>785.01</c:v>
                </c:pt>
                <c:pt idx="337">
                  <c:v>784.81000000000006</c:v>
                </c:pt>
                <c:pt idx="338">
                  <c:v>789.52</c:v>
                </c:pt>
                <c:pt idx="339">
                  <c:v>792.37</c:v>
                </c:pt>
                <c:pt idx="340">
                  <c:v>794.55</c:v>
                </c:pt>
                <c:pt idx="341">
                  <c:v>799.56000000000006</c:v>
                </c:pt>
                <c:pt idx="342">
                  <c:v>800.44</c:v>
                </c:pt>
                <c:pt idx="343">
                  <c:v>803.89</c:v>
                </c:pt>
                <c:pt idx="344">
                  <c:v>807.78000000000009</c:v>
                </c:pt>
                <c:pt idx="345">
                  <c:v>811.69999999999993</c:v>
                </c:pt>
                <c:pt idx="346">
                  <c:v>815.94999999999993</c:v>
                </c:pt>
                <c:pt idx="347">
                  <c:v>819.66000000000008</c:v>
                </c:pt>
                <c:pt idx="348">
                  <c:v>824.82999999999993</c:v>
                </c:pt>
                <c:pt idx="349">
                  <c:v>825.18999999999994</c:v>
                </c:pt>
                <c:pt idx="350">
                  <c:v>829.48</c:v>
                </c:pt>
                <c:pt idx="351">
                  <c:v>832.93</c:v>
                </c:pt>
                <c:pt idx="352">
                  <c:v>837.11</c:v>
                </c:pt>
                <c:pt idx="353">
                  <c:v>840.09999999999991</c:v>
                </c:pt>
                <c:pt idx="354">
                  <c:v>844.42</c:v>
                </c:pt>
                <c:pt idx="355">
                  <c:v>848.14</c:v>
                </c:pt>
                <c:pt idx="356">
                  <c:v>851.49</c:v>
                </c:pt>
                <c:pt idx="357">
                  <c:v>855.17</c:v>
                </c:pt>
                <c:pt idx="358">
                  <c:v>858.78</c:v>
                </c:pt>
                <c:pt idx="359">
                  <c:v>862.28000000000009</c:v>
                </c:pt>
                <c:pt idx="360">
                  <c:v>866.3</c:v>
                </c:pt>
                <c:pt idx="361">
                  <c:v>869.19</c:v>
                </c:pt>
                <c:pt idx="362">
                  <c:v>873.04000000000008</c:v>
                </c:pt>
                <c:pt idx="363">
                  <c:v>876.87</c:v>
                </c:pt>
                <c:pt idx="364">
                  <c:v>881.99</c:v>
                </c:pt>
                <c:pt idx="365">
                  <c:v>885.73</c:v>
                </c:pt>
                <c:pt idx="366">
                  <c:v>887.28</c:v>
                </c:pt>
                <c:pt idx="367">
                  <c:v>887.23</c:v>
                </c:pt>
                <c:pt idx="368">
                  <c:v>889.93999999999994</c:v>
                </c:pt>
                <c:pt idx="369">
                  <c:v>892.83999999999992</c:v>
                </c:pt>
                <c:pt idx="370">
                  <c:v>896.42</c:v>
                </c:pt>
                <c:pt idx="371">
                  <c:v>900.2</c:v>
                </c:pt>
                <c:pt idx="372">
                  <c:v>903.85</c:v>
                </c:pt>
                <c:pt idx="373">
                  <c:v>907.3</c:v>
                </c:pt>
                <c:pt idx="374">
                  <c:v>911.65</c:v>
                </c:pt>
                <c:pt idx="375">
                  <c:v>911.93000000000006</c:v>
                </c:pt>
                <c:pt idx="376">
                  <c:v>912.66000000000008</c:v>
                </c:pt>
                <c:pt idx="377">
                  <c:v>913.53</c:v>
                </c:pt>
                <c:pt idx="378">
                  <c:v>916.25</c:v>
                </c:pt>
                <c:pt idx="379">
                  <c:v>919.78000000000009</c:v>
                </c:pt>
                <c:pt idx="380">
                  <c:v>921.54000000000008</c:v>
                </c:pt>
                <c:pt idx="381">
                  <c:v>925.17000000000007</c:v>
                </c:pt>
                <c:pt idx="382">
                  <c:v>928.96999999999991</c:v>
                </c:pt>
                <c:pt idx="383">
                  <c:v>932.3900000000001</c:v>
                </c:pt>
                <c:pt idx="384">
                  <c:v>935.24</c:v>
                </c:pt>
                <c:pt idx="385">
                  <c:v>938.52</c:v>
                </c:pt>
                <c:pt idx="386">
                  <c:v>942.11</c:v>
                </c:pt>
                <c:pt idx="387">
                  <c:v>945.82</c:v>
                </c:pt>
                <c:pt idx="388">
                  <c:v>949.65</c:v>
                </c:pt>
                <c:pt idx="389">
                  <c:v>951.6099999999999</c:v>
                </c:pt>
                <c:pt idx="390">
                  <c:v>955.66</c:v>
                </c:pt>
                <c:pt idx="391">
                  <c:v>958.9</c:v>
                </c:pt>
                <c:pt idx="392">
                  <c:v>962.48</c:v>
                </c:pt>
                <c:pt idx="393">
                  <c:v>965.74</c:v>
                </c:pt>
                <c:pt idx="394">
                  <c:v>972.51</c:v>
                </c:pt>
                <c:pt idx="395">
                  <c:v>973.78</c:v>
                </c:pt>
                <c:pt idx="396">
                  <c:v>973.57</c:v>
                </c:pt>
                <c:pt idx="397">
                  <c:v>975.46</c:v>
                </c:pt>
                <c:pt idx="398">
                  <c:v>981.29</c:v>
                </c:pt>
                <c:pt idx="399">
                  <c:v>983.28000000000009</c:v>
                </c:pt>
                <c:pt idx="400">
                  <c:v>986.02</c:v>
                </c:pt>
                <c:pt idx="401">
                  <c:v>989.72</c:v>
                </c:pt>
                <c:pt idx="402">
                  <c:v>992.83</c:v>
                </c:pt>
                <c:pt idx="403">
                  <c:v>995.82</c:v>
                </c:pt>
                <c:pt idx="404">
                  <c:v>1000.7299999999999</c:v>
                </c:pt>
                <c:pt idx="405">
                  <c:v>1004.8999999999999</c:v>
                </c:pt>
                <c:pt idx="406">
                  <c:v>1005.6700000000001</c:v>
                </c:pt>
                <c:pt idx="407">
                  <c:v>1008.8399999999999</c:v>
                </c:pt>
                <c:pt idx="408">
                  <c:v>1012.3</c:v>
                </c:pt>
                <c:pt idx="409">
                  <c:v>1016.24</c:v>
                </c:pt>
                <c:pt idx="410">
                  <c:v>1020.5900000000001</c:v>
                </c:pt>
                <c:pt idx="411">
                  <c:v>1022.43</c:v>
                </c:pt>
                <c:pt idx="412">
                  <c:v>1027.08</c:v>
                </c:pt>
                <c:pt idx="413">
                  <c:v>1028.2</c:v>
                </c:pt>
                <c:pt idx="414">
                  <c:v>1034.4000000000001</c:v>
                </c:pt>
                <c:pt idx="415">
                  <c:v>1036.18</c:v>
                </c:pt>
                <c:pt idx="416">
                  <c:v>1038.95</c:v>
                </c:pt>
                <c:pt idx="417">
                  <c:v>1046.74</c:v>
                </c:pt>
                <c:pt idx="418">
                  <c:v>1046.48</c:v>
                </c:pt>
                <c:pt idx="419">
                  <c:v>1049.53</c:v>
                </c:pt>
                <c:pt idx="420">
                  <c:v>1054.08</c:v>
                </c:pt>
                <c:pt idx="421">
                  <c:v>1057.43</c:v>
                </c:pt>
                <c:pt idx="422">
                  <c:v>1062.43</c:v>
                </c:pt>
                <c:pt idx="423">
                  <c:v>1065.28</c:v>
                </c:pt>
                <c:pt idx="424">
                  <c:v>1068.68</c:v>
                </c:pt>
                <c:pt idx="425">
                  <c:v>1072.6199999999999</c:v>
                </c:pt>
                <c:pt idx="426">
                  <c:v>1076.26</c:v>
                </c:pt>
                <c:pt idx="427">
                  <c:v>1080.0700000000002</c:v>
                </c:pt>
                <c:pt idx="428">
                  <c:v>1081.99</c:v>
                </c:pt>
                <c:pt idx="429">
                  <c:v>1085.6699999999998</c:v>
                </c:pt>
                <c:pt idx="430">
                  <c:v>1089.3500000000001</c:v>
                </c:pt>
                <c:pt idx="431">
                  <c:v>1093.0899999999999</c:v>
                </c:pt>
                <c:pt idx="432">
                  <c:v>1097.44</c:v>
                </c:pt>
                <c:pt idx="433">
                  <c:v>1089.69</c:v>
                </c:pt>
                <c:pt idx="434">
                  <c:v>1100.6400000000001</c:v>
                </c:pt>
                <c:pt idx="435">
                  <c:v>1096.05</c:v>
                </c:pt>
                <c:pt idx="436">
                  <c:v>1103.3200000000002</c:v>
                </c:pt>
                <c:pt idx="437">
                  <c:v>1107.68</c:v>
                </c:pt>
                <c:pt idx="438">
                  <c:v>1110.33</c:v>
                </c:pt>
                <c:pt idx="439">
                  <c:v>1112.8100000000002</c:v>
                </c:pt>
                <c:pt idx="440">
                  <c:v>1115.1299999999999</c:v>
                </c:pt>
                <c:pt idx="441">
                  <c:v>1116.71</c:v>
                </c:pt>
                <c:pt idx="442">
                  <c:v>1120.7</c:v>
                </c:pt>
                <c:pt idx="443">
                  <c:v>1123.96</c:v>
                </c:pt>
                <c:pt idx="444">
                  <c:v>1126.2700000000002</c:v>
                </c:pt>
                <c:pt idx="445">
                  <c:v>1130.4000000000001</c:v>
                </c:pt>
                <c:pt idx="446">
                  <c:v>1133.71</c:v>
                </c:pt>
                <c:pt idx="447">
                  <c:v>1137.28</c:v>
                </c:pt>
                <c:pt idx="448">
                  <c:v>1131.3599999999999</c:v>
                </c:pt>
                <c:pt idx="449">
                  <c:v>1139.23</c:v>
                </c:pt>
                <c:pt idx="450">
                  <c:v>1140.76</c:v>
                </c:pt>
                <c:pt idx="451">
                  <c:v>1142.4099999999999</c:v>
                </c:pt>
                <c:pt idx="452">
                  <c:v>1146.6600000000001</c:v>
                </c:pt>
                <c:pt idx="453">
                  <c:v>1145.76</c:v>
                </c:pt>
                <c:pt idx="454">
                  <c:v>1151.43</c:v>
                </c:pt>
                <c:pt idx="455">
                  <c:v>1152.7099999999998</c:v>
                </c:pt>
                <c:pt idx="456">
                  <c:v>1157.69</c:v>
                </c:pt>
                <c:pt idx="457">
                  <c:v>1159.8900000000001</c:v>
                </c:pt>
                <c:pt idx="458">
                  <c:v>1164.56</c:v>
                </c:pt>
                <c:pt idx="459">
                  <c:v>1167</c:v>
                </c:pt>
                <c:pt idx="460">
                  <c:v>1171.1400000000001</c:v>
                </c:pt>
                <c:pt idx="461">
                  <c:v>1174.3399999999999</c:v>
                </c:pt>
                <c:pt idx="462">
                  <c:v>1177.79</c:v>
                </c:pt>
                <c:pt idx="463">
                  <c:v>1181.19</c:v>
                </c:pt>
                <c:pt idx="464">
                  <c:v>1184.74</c:v>
                </c:pt>
                <c:pt idx="465">
                  <c:v>1188.1500000000001</c:v>
                </c:pt>
                <c:pt idx="466">
                  <c:v>1192.19</c:v>
                </c:pt>
                <c:pt idx="467">
                  <c:v>1195.44</c:v>
                </c:pt>
                <c:pt idx="468">
                  <c:v>1198.8799999999999</c:v>
                </c:pt>
                <c:pt idx="469">
                  <c:v>1201.98</c:v>
                </c:pt>
                <c:pt idx="470">
                  <c:v>1205.23</c:v>
                </c:pt>
                <c:pt idx="471">
                  <c:v>1208.3</c:v>
                </c:pt>
                <c:pt idx="472">
                  <c:v>1211.6599999999999</c:v>
                </c:pt>
                <c:pt idx="473">
                  <c:v>1214.3200000000002</c:v>
                </c:pt>
                <c:pt idx="474">
                  <c:v>1217.1499999999999</c:v>
                </c:pt>
                <c:pt idx="475">
                  <c:v>1221.31</c:v>
                </c:pt>
                <c:pt idx="476">
                  <c:v>1224.6300000000001</c:v>
                </c:pt>
                <c:pt idx="477">
                  <c:v>1227.3599999999999</c:v>
                </c:pt>
                <c:pt idx="478">
                  <c:v>1229.6100000000001</c:v>
                </c:pt>
                <c:pt idx="479">
                  <c:v>1234.47</c:v>
                </c:pt>
                <c:pt idx="480">
                  <c:v>1236.1899999999998</c:v>
                </c:pt>
                <c:pt idx="481">
                  <c:v>1240.3</c:v>
                </c:pt>
                <c:pt idx="482">
                  <c:v>1245.9499999999998</c:v>
                </c:pt>
                <c:pt idx="483">
                  <c:v>1247.9199999999998</c:v>
                </c:pt>
                <c:pt idx="484">
                  <c:v>1251.75</c:v>
                </c:pt>
                <c:pt idx="485">
                  <c:v>1252.1400000000001</c:v>
                </c:pt>
                <c:pt idx="486">
                  <c:v>1255.96</c:v>
                </c:pt>
                <c:pt idx="487">
                  <c:v>1260.6099999999999</c:v>
                </c:pt>
                <c:pt idx="488">
                  <c:v>1264.4899999999998</c:v>
                </c:pt>
                <c:pt idx="489">
                  <c:v>1265.77</c:v>
                </c:pt>
                <c:pt idx="490">
                  <c:v>1269.42</c:v>
                </c:pt>
                <c:pt idx="491">
                  <c:v>1272.5800000000002</c:v>
                </c:pt>
                <c:pt idx="492">
                  <c:v>1273.3699999999999</c:v>
                </c:pt>
                <c:pt idx="493">
                  <c:v>1274.48</c:v>
                </c:pt>
                <c:pt idx="494">
                  <c:v>1277.77</c:v>
                </c:pt>
                <c:pt idx="495">
                  <c:v>1281.6300000000001</c:v>
                </c:pt>
                <c:pt idx="496">
                  <c:v>1284.92</c:v>
                </c:pt>
                <c:pt idx="497">
                  <c:v>1290.56</c:v>
                </c:pt>
                <c:pt idx="498">
                  <c:v>1286.8</c:v>
                </c:pt>
                <c:pt idx="499">
                  <c:v>1293.03</c:v>
                </c:pt>
                <c:pt idx="500">
                  <c:v>1295.1099999999999</c:v>
                </c:pt>
                <c:pt idx="501">
                  <c:v>1296.9299999999998</c:v>
                </c:pt>
                <c:pt idx="502">
                  <c:v>1298.4199999999998</c:v>
                </c:pt>
                <c:pt idx="503">
                  <c:v>1301.1699999999998</c:v>
                </c:pt>
                <c:pt idx="504">
                  <c:v>1304.19</c:v>
                </c:pt>
                <c:pt idx="505">
                  <c:v>1307.6600000000001</c:v>
                </c:pt>
                <c:pt idx="506">
                  <c:v>1309.78</c:v>
                </c:pt>
                <c:pt idx="507">
                  <c:v>1313.18</c:v>
                </c:pt>
                <c:pt idx="508">
                  <c:v>1315.16</c:v>
                </c:pt>
                <c:pt idx="509">
                  <c:v>1316.87</c:v>
                </c:pt>
                <c:pt idx="510">
                  <c:v>1319.74</c:v>
                </c:pt>
                <c:pt idx="511">
                  <c:v>1323.49</c:v>
                </c:pt>
                <c:pt idx="512">
                  <c:v>1328.4499999999998</c:v>
                </c:pt>
                <c:pt idx="513">
                  <c:v>1328.6100000000001</c:v>
                </c:pt>
                <c:pt idx="514">
                  <c:v>1333.26</c:v>
                </c:pt>
                <c:pt idx="515">
                  <c:v>1332.24</c:v>
                </c:pt>
                <c:pt idx="516">
                  <c:v>1333.1299999999999</c:v>
                </c:pt>
                <c:pt idx="517">
                  <c:v>1334.71</c:v>
                </c:pt>
                <c:pt idx="518">
                  <c:v>1338.44</c:v>
                </c:pt>
                <c:pt idx="519">
                  <c:v>1341.6200000000001</c:v>
                </c:pt>
                <c:pt idx="520">
                  <c:v>1342.4199999999998</c:v>
                </c:pt>
                <c:pt idx="521">
                  <c:v>1345.57</c:v>
                </c:pt>
                <c:pt idx="522">
                  <c:v>1347.9099999999999</c:v>
                </c:pt>
                <c:pt idx="523">
                  <c:v>1353.92</c:v>
                </c:pt>
                <c:pt idx="524">
                  <c:v>1353.81</c:v>
                </c:pt>
                <c:pt idx="525">
                  <c:v>1358.96</c:v>
                </c:pt>
                <c:pt idx="526">
                  <c:v>1361.21</c:v>
                </c:pt>
                <c:pt idx="527">
                  <c:v>1365.28</c:v>
                </c:pt>
                <c:pt idx="528">
                  <c:v>1368.96</c:v>
                </c:pt>
                <c:pt idx="529">
                  <c:v>1372</c:v>
                </c:pt>
                <c:pt idx="530">
                  <c:v>1375.72</c:v>
                </c:pt>
                <c:pt idx="531">
                  <c:v>1379.28</c:v>
                </c:pt>
                <c:pt idx="532">
                  <c:v>1381.69</c:v>
                </c:pt>
                <c:pt idx="533">
                  <c:v>1385.5</c:v>
                </c:pt>
                <c:pt idx="534">
                  <c:v>1388.93</c:v>
                </c:pt>
                <c:pt idx="535">
                  <c:v>1391.8500000000001</c:v>
                </c:pt>
                <c:pt idx="536">
                  <c:v>1394.99</c:v>
                </c:pt>
                <c:pt idx="537">
                  <c:v>1398.2</c:v>
                </c:pt>
                <c:pt idx="538">
                  <c:v>1401.76</c:v>
                </c:pt>
                <c:pt idx="539">
                  <c:v>1404.81</c:v>
                </c:pt>
                <c:pt idx="540">
                  <c:v>1407.88</c:v>
                </c:pt>
                <c:pt idx="541">
                  <c:v>1411.87</c:v>
                </c:pt>
                <c:pt idx="542">
                  <c:v>1414.01</c:v>
                </c:pt>
                <c:pt idx="543">
                  <c:v>1417.86</c:v>
                </c:pt>
                <c:pt idx="544">
                  <c:v>1422.61</c:v>
                </c:pt>
                <c:pt idx="545">
                  <c:v>1425.23</c:v>
                </c:pt>
                <c:pt idx="546">
                  <c:v>1429.02</c:v>
                </c:pt>
                <c:pt idx="547">
                  <c:v>1432.2299999999998</c:v>
                </c:pt>
                <c:pt idx="548">
                  <c:v>1434.8600000000001</c:v>
                </c:pt>
                <c:pt idx="549">
                  <c:v>1439.1499999999999</c:v>
                </c:pt>
                <c:pt idx="550">
                  <c:v>1441.73</c:v>
                </c:pt>
                <c:pt idx="551">
                  <c:v>1440.22</c:v>
                </c:pt>
                <c:pt idx="552">
                  <c:v>1448.05</c:v>
                </c:pt>
                <c:pt idx="553">
                  <c:v>1451.2</c:v>
                </c:pt>
                <c:pt idx="554">
                  <c:v>1452.57</c:v>
                </c:pt>
                <c:pt idx="555">
                  <c:v>1453.2099999999998</c:v>
                </c:pt>
                <c:pt idx="556">
                  <c:v>1458.31</c:v>
                </c:pt>
                <c:pt idx="557">
                  <c:v>1461.79</c:v>
                </c:pt>
                <c:pt idx="558">
                  <c:v>1462.2900000000002</c:v>
                </c:pt>
                <c:pt idx="559">
                  <c:v>1466.5</c:v>
                </c:pt>
                <c:pt idx="560">
                  <c:v>1469.1499999999999</c:v>
                </c:pt>
                <c:pt idx="561">
                  <c:v>1474.9099999999999</c:v>
                </c:pt>
                <c:pt idx="562">
                  <c:v>1478.1899999999998</c:v>
                </c:pt>
                <c:pt idx="563">
                  <c:v>1476.6699999999998</c:v>
                </c:pt>
                <c:pt idx="564">
                  <c:v>1474.21</c:v>
                </c:pt>
                <c:pt idx="565">
                  <c:v>1478.14</c:v>
                </c:pt>
                <c:pt idx="566">
                  <c:v>1479.71</c:v>
                </c:pt>
                <c:pt idx="567">
                  <c:v>1479.3</c:v>
                </c:pt>
                <c:pt idx="568">
                  <c:v>1482.45</c:v>
                </c:pt>
                <c:pt idx="569">
                  <c:v>1485.5</c:v>
                </c:pt>
                <c:pt idx="570">
                  <c:v>1488.23</c:v>
                </c:pt>
                <c:pt idx="571">
                  <c:v>1490.79</c:v>
                </c:pt>
                <c:pt idx="572">
                  <c:v>1494.01</c:v>
                </c:pt>
                <c:pt idx="573">
                  <c:v>1496</c:v>
                </c:pt>
                <c:pt idx="574">
                  <c:v>1499.21</c:v>
                </c:pt>
                <c:pt idx="575">
                  <c:v>1502.18</c:v>
                </c:pt>
                <c:pt idx="576">
                  <c:v>1505.73</c:v>
                </c:pt>
                <c:pt idx="577">
                  <c:v>1509.61</c:v>
                </c:pt>
                <c:pt idx="578">
                  <c:v>1508.3999999999999</c:v>
                </c:pt>
                <c:pt idx="579">
                  <c:v>1509.71</c:v>
                </c:pt>
                <c:pt idx="580">
                  <c:v>1510.1599999999999</c:v>
                </c:pt>
                <c:pt idx="581">
                  <c:v>1512.06</c:v>
                </c:pt>
                <c:pt idx="582">
                  <c:v>1513.97</c:v>
                </c:pt>
                <c:pt idx="583">
                  <c:v>1514.57</c:v>
                </c:pt>
                <c:pt idx="584">
                  <c:v>1517.0900000000001</c:v>
                </c:pt>
                <c:pt idx="585">
                  <c:v>1520.9299999999998</c:v>
                </c:pt>
                <c:pt idx="586">
                  <c:v>1523.53</c:v>
                </c:pt>
                <c:pt idx="587">
                  <c:v>1526.78</c:v>
                </c:pt>
                <c:pt idx="588">
                  <c:v>1529.99</c:v>
                </c:pt>
                <c:pt idx="589">
                  <c:v>1532.91</c:v>
                </c:pt>
                <c:pt idx="590">
                  <c:v>1534.05</c:v>
                </c:pt>
                <c:pt idx="591">
                  <c:v>1539.02</c:v>
                </c:pt>
                <c:pt idx="592">
                  <c:v>1541.63</c:v>
                </c:pt>
                <c:pt idx="593">
                  <c:v>1543.6000000000001</c:v>
                </c:pt>
                <c:pt idx="594">
                  <c:v>1547.48</c:v>
                </c:pt>
                <c:pt idx="595">
                  <c:v>1550.22</c:v>
                </c:pt>
                <c:pt idx="596">
                  <c:v>1553.1699999999998</c:v>
                </c:pt>
                <c:pt idx="597">
                  <c:v>1555.7700000000002</c:v>
                </c:pt>
                <c:pt idx="598">
                  <c:v>1559.42</c:v>
                </c:pt>
                <c:pt idx="599">
                  <c:v>1562.84</c:v>
                </c:pt>
                <c:pt idx="600">
                  <c:v>1564.4199999999998</c:v>
                </c:pt>
                <c:pt idx="601">
                  <c:v>1566.22</c:v>
                </c:pt>
                <c:pt idx="602">
                  <c:v>1569.35</c:v>
                </c:pt>
                <c:pt idx="603">
                  <c:v>1571.77</c:v>
                </c:pt>
                <c:pt idx="604">
                  <c:v>1575.34</c:v>
                </c:pt>
                <c:pt idx="605">
                  <c:v>1578.55</c:v>
                </c:pt>
                <c:pt idx="606">
                  <c:v>1581.42</c:v>
                </c:pt>
                <c:pt idx="607">
                  <c:v>1584.96</c:v>
                </c:pt>
                <c:pt idx="608">
                  <c:v>1588.06</c:v>
                </c:pt>
                <c:pt idx="609">
                  <c:v>1591.27</c:v>
                </c:pt>
                <c:pt idx="610">
                  <c:v>1593.0500000000002</c:v>
                </c:pt>
                <c:pt idx="611">
                  <c:v>1597.31</c:v>
                </c:pt>
                <c:pt idx="612">
                  <c:v>1597.03</c:v>
                </c:pt>
                <c:pt idx="613">
                  <c:v>1602.94</c:v>
                </c:pt>
                <c:pt idx="614">
                  <c:v>1601.51</c:v>
                </c:pt>
                <c:pt idx="615">
                  <c:v>1604.25</c:v>
                </c:pt>
                <c:pt idx="616">
                  <c:v>1606.88</c:v>
                </c:pt>
                <c:pt idx="617">
                  <c:v>1614.5700000000002</c:v>
                </c:pt>
                <c:pt idx="618">
                  <c:v>1616.06</c:v>
                </c:pt>
                <c:pt idx="619">
                  <c:v>1616.09</c:v>
                </c:pt>
                <c:pt idx="620">
                  <c:v>1622.1699999999998</c:v>
                </c:pt>
                <c:pt idx="621">
                  <c:v>1622.3600000000001</c:v>
                </c:pt>
                <c:pt idx="622">
                  <c:v>1626.77</c:v>
                </c:pt>
                <c:pt idx="623">
                  <c:v>1630.21</c:v>
                </c:pt>
                <c:pt idx="624">
                  <c:v>1633.3899999999999</c:v>
                </c:pt>
                <c:pt idx="625">
                  <c:v>1636</c:v>
                </c:pt>
                <c:pt idx="626">
                  <c:v>1638.11</c:v>
                </c:pt>
                <c:pt idx="627">
                  <c:v>1642.04</c:v>
                </c:pt>
                <c:pt idx="628">
                  <c:v>1644.8400000000001</c:v>
                </c:pt>
                <c:pt idx="629">
                  <c:v>1647.8600000000001</c:v>
                </c:pt>
                <c:pt idx="630">
                  <c:v>1651</c:v>
                </c:pt>
                <c:pt idx="631">
                  <c:v>1653.8999999999999</c:v>
                </c:pt>
                <c:pt idx="632">
                  <c:v>1656.3600000000001</c:v>
                </c:pt>
                <c:pt idx="633">
                  <c:v>1659.49</c:v>
                </c:pt>
                <c:pt idx="634">
                  <c:v>1662.39</c:v>
                </c:pt>
                <c:pt idx="635">
                  <c:v>1665.6899999999998</c:v>
                </c:pt>
                <c:pt idx="636">
                  <c:v>1669.54</c:v>
                </c:pt>
                <c:pt idx="637">
                  <c:v>1673.12</c:v>
                </c:pt>
                <c:pt idx="638">
                  <c:v>1677.65</c:v>
                </c:pt>
                <c:pt idx="639">
                  <c:v>1676.8300000000002</c:v>
                </c:pt>
                <c:pt idx="640">
                  <c:v>1674.85</c:v>
                </c:pt>
                <c:pt idx="641">
                  <c:v>1670.97</c:v>
                </c:pt>
                <c:pt idx="642">
                  <c:v>1675.44</c:v>
                </c:pt>
                <c:pt idx="643">
                  <c:v>1679.22</c:v>
                </c:pt>
                <c:pt idx="644">
                  <c:v>1679.71</c:v>
                </c:pt>
                <c:pt idx="645">
                  <c:v>1682.7700000000002</c:v>
                </c:pt>
                <c:pt idx="646">
                  <c:v>1685.84</c:v>
                </c:pt>
                <c:pt idx="647">
                  <c:v>1686.81</c:v>
                </c:pt>
                <c:pt idx="648">
                  <c:v>1689.99</c:v>
                </c:pt>
                <c:pt idx="649">
                  <c:v>1694.48</c:v>
                </c:pt>
                <c:pt idx="650">
                  <c:v>1696.72</c:v>
                </c:pt>
                <c:pt idx="651">
                  <c:v>1699.86</c:v>
                </c:pt>
                <c:pt idx="652">
                  <c:v>1697.99</c:v>
                </c:pt>
                <c:pt idx="653">
                  <c:v>1702.5600000000002</c:v>
                </c:pt>
                <c:pt idx="654">
                  <c:v>1705.7</c:v>
                </c:pt>
                <c:pt idx="655">
                  <c:v>1708.5600000000002</c:v>
                </c:pt>
                <c:pt idx="656">
                  <c:v>1711.43</c:v>
                </c:pt>
                <c:pt idx="657">
                  <c:v>1712.22</c:v>
                </c:pt>
                <c:pt idx="658">
                  <c:v>1717</c:v>
                </c:pt>
                <c:pt idx="659">
                  <c:v>1718.92</c:v>
                </c:pt>
                <c:pt idx="660">
                  <c:v>1721.52</c:v>
                </c:pt>
                <c:pt idx="661">
                  <c:v>1723.8700000000001</c:v>
                </c:pt>
                <c:pt idx="662">
                  <c:v>1726.75</c:v>
                </c:pt>
                <c:pt idx="663">
                  <c:v>1728.8799999999999</c:v>
                </c:pt>
                <c:pt idx="664">
                  <c:v>1732.65</c:v>
                </c:pt>
                <c:pt idx="665">
                  <c:v>1735.35</c:v>
                </c:pt>
                <c:pt idx="666">
                  <c:v>1738.74</c:v>
                </c:pt>
                <c:pt idx="667">
                  <c:v>1740.9399999999998</c:v>
                </c:pt>
                <c:pt idx="668">
                  <c:v>1745.31</c:v>
                </c:pt>
                <c:pt idx="669">
                  <c:v>1745.8899999999999</c:v>
                </c:pt>
                <c:pt idx="670">
                  <c:v>1749.07</c:v>
                </c:pt>
                <c:pt idx="671">
                  <c:v>1752.17</c:v>
                </c:pt>
                <c:pt idx="672">
                  <c:v>1753.86</c:v>
                </c:pt>
                <c:pt idx="673">
                  <c:v>1757.53</c:v>
                </c:pt>
                <c:pt idx="674">
                  <c:v>1758.87</c:v>
                </c:pt>
                <c:pt idx="675">
                  <c:v>1761.47</c:v>
                </c:pt>
                <c:pt idx="676">
                  <c:v>1766.44</c:v>
                </c:pt>
                <c:pt idx="677">
                  <c:v>1764.47</c:v>
                </c:pt>
                <c:pt idx="678">
                  <c:v>1771.26</c:v>
                </c:pt>
                <c:pt idx="679">
                  <c:v>1770.7900000000002</c:v>
                </c:pt>
                <c:pt idx="680">
                  <c:v>1776.03</c:v>
                </c:pt>
                <c:pt idx="681">
                  <c:v>1750.55</c:v>
                </c:pt>
                <c:pt idx="682">
                  <c:v>1775.8</c:v>
                </c:pt>
                <c:pt idx="683">
                  <c:v>1774.4</c:v>
                </c:pt>
                <c:pt idx="684">
                  <c:v>1777.39</c:v>
                </c:pt>
                <c:pt idx="685">
                  <c:v>1778.64</c:v>
                </c:pt>
                <c:pt idx="686">
                  <c:v>1779.26</c:v>
                </c:pt>
                <c:pt idx="687">
                  <c:v>1781</c:v>
                </c:pt>
                <c:pt idx="688">
                  <c:v>1783.9199999999998</c:v>
                </c:pt>
                <c:pt idx="689">
                  <c:v>1787.62</c:v>
                </c:pt>
                <c:pt idx="690">
                  <c:v>1789.78</c:v>
                </c:pt>
                <c:pt idx="691">
                  <c:v>1791.48</c:v>
                </c:pt>
                <c:pt idx="692">
                  <c:v>1793.82</c:v>
                </c:pt>
                <c:pt idx="693">
                  <c:v>1797.35</c:v>
                </c:pt>
                <c:pt idx="694">
                  <c:v>1801.34</c:v>
                </c:pt>
                <c:pt idx="695">
                  <c:v>1801.69</c:v>
                </c:pt>
                <c:pt idx="696">
                  <c:v>1804.4199999999998</c:v>
                </c:pt>
                <c:pt idx="697">
                  <c:v>1806.3400000000001</c:v>
                </c:pt>
                <c:pt idx="698">
                  <c:v>1808.4199999999998</c:v>
                </c:pt>
                <c:pt idx="699">
                  <c:v>1810.4199999999998</c:v>
                </c:pt>
                <c:pt idx="700">
                  <c:v>1813.11</c:v>
                </c:pt>
                <c:pt idx="701">
                  <c:v>1814.9299999999998</c:v>
                </c:pt>
                <c:pt idx="702">
                  <c:v>1816.67</c:v>
                </c:pt>
                <c:pt idx="703">
                  <c:v>1818.5500000000002</c:v>
                </c:pt>
                <c:pt idx="704">
                  <c:v>1821.51</c:v>
                </c:pt>
                <c:pt idx="705">
                  <c:v>1822.13</c:v>
                </c:pt>
                <c:pt idx="706">
                  <c:v>1824.6599999999999</c:v>
                </c:pt>
                <c:pt idx="707">
                  <c:v>1826.53</c:v>
                </c:pt>
                <c:pt idx="708">
                  <c:v>1829.1599999999999</c:v>
                </c:pt>
                <c:pt idx="709">
                  <c:v>1835</c:v>
                </c:pt>
                <c:pt idx="710">
                  <c:v>1835.5900000000001</c:v>
                </c:pt>
                <c:pt idx="711">
                  <c:v>1835.1299999999999</c:v>
                </c:pt>
                <c:pt idx="712">
                  <c:v>1837.1100000000001</c:v>
                </c:pt>
                <c:pt idx="713">
                  <c:v>1843.54</c:v>
                </c:pt>
                <c:pt idx="714">
                  <c:v>1842.23</c:v>
                </c:pt>
                <c:pt idx="715">
                  <c:v>1842.47</c:v>
                </c:pt>
                <c:pt idx="716">
                  <c:v>1847.5600000000002</c:v>
                </c:pt>
                <c:pt idx="717">
                  <c:v>1842.2</c:v>
                </c:pt>
                <c:pt idx="718">
                  <c:v>1849.07</c:v>
                </c:pt>
                <c:pt idx="719">
                  <c:v>1853.78</c:v>
                </c:pt>
                <c:pt idx="720">
                  <c:v>1855.44</c:v>
                </c:pt>
                <c:pt idx="721">
                  <c:v>1854.3899999999999</c:v>
                </c:pt>
                <c:pt idx="722">
                  <c:v>1855.78</c:v>
                </c:pt>
                <c:pt idx="723">
                  <c:v>1859.81</c:v>
                </c:pt>
                <c:pt idx="724">
                  <c:v>1863.53</c:v>
                </c:pt>
                <c:pt idx="725">
                  <c:v>1866.03</c:v>
                </c:pt>
                <c:pt idx="726">
                  <c:v>1868.3700000000001</c:v>
                </c:pt>
                <c:pt idx="727">
                  <c:v>1870.7</c:v>
                </c:pt>
                <c:pt idx="728">
                  <c:v>1873.45</c:v>
                </c:pt>
                <c:pt idx="729">
                  <c:v>1878.11</c:v>
                </c:pt>
                <c:pt idx="730">
                  <c:v>1883.75</c:v>
                </c:pt>
                <c:pt idx="731">
                  <c:v>1873.84</c:v>
                </c:pt>
                <c:pt idx="732">
                  <c:v>1869.24</c:v>
                </c:pt>
                <c:pt idx="733">
                  <c:v>1883.1100000000001</c:v>
                </c:pt>
                <c:pt idx="734">
                  <c:v>1885.47</c:v>
                </c:pt>
                <c:pt idx="735">
                  <c:v>1886.1399999999999</c:v>
                </c:pt>
                <c:pt idx="736">
                  <c:v>1885.95</c:v>
                </c:pt>
                <c:pt idx="737">
                  <c:v>1889.96</c:v>
                </c:pt>
                <c:pt idx="738">
                  <c:v>1891.97</c:v>
                </c:pt>
                <c:pt idx="739">
                  <c:v>1893.07</c:v>
                </c:pt>
                <c:pt idx="740">
                  <c:v>1894.8899999999999</c:v>
                </c:pt>
                <c:pt idx="741">
                  <c:v>1897.05</c:v>
                </c:pt>
                <c:pt idx="742">
                  <c:v>1901.64</c:v>
                </c:pt>
                <c:pt idx="743">
                  <c:v>1899.42</c:v>
                </c:pt>
                <c:pt idx="744">
                  <c:v>1901.8600000000001</c:v>
                </c:pt>
                <c:pt idx="745">
                  <c:v>1906.25</c:v>
                </c:pt>
                <c:pt idx="746">
                  <c:v>1909.03</c:v>
                </c:pt>
                <c:pt idx="747">
                  <c:v>1914.86</c:v>
                </c:pt>
                <c:pt idx="748">
                  <c:v>1916.46</c:v>
                </c:pt>
                <c:pt idx="749">
                  <c:v>1905.81</c:v>
                </c:pt>
                <c:pt idx="750">
                  <c:v>1901.89</c:v>
                </c:pt>
                <c:pt idx="751">
                  <c:v>1911.86</c:v>
                </c:pt>
                <c:pt idx="752">
                  <c:v>1918.19</c:v>
                </c:pt>
                <c:pt idx="753">
                  <c:v>1920.39</c:v>
                </c:pt>
                <c:pt idx="754">
                  <c:v>1919.16</c:v>
                </c:pt>
                <c:pt idx="755">
                  <c:v>1923.4199999999998</c:v>
                </c:pt>
                <c:pt idx="756">
                  <c:v>1927.0700000000002</c:v>
                </c:pt>
                <c:pt idx="757">
                  <c:v>1928.92</c:v>
                </c:pt>
                <c:pt idx="758">
                  <c:v>1932.34</c:v>
                </c:pt>
                <c:pt idx="759">
                  <c:v>1932.46</c:v>
                </c:pt>
                <c:pt idx="760">
                  <c:v>1935.21</c:v>
                </c:pt>
                <c:pt idx="761">
                  <c:v>1937.2</c:v>
                </c:pt>
                <c:pt idx="762">
                  <c:v>1939.6899999999998</c:v>
                </c:pt>
                <c:pt idx="763">
                  <c:v>1942.6000000000001</c:v>
                </c:pt>
                <c:pt idx="764">
                  <c:v>1945.28</c:v>
                </c:pt>
                <c:pt idx="765">
                  <c:v>1947.59</c:v>
                </c:pt>
                <c:pt idx="766">
                  <c:v>1951.97</c:v>
                </c:pt>
                <c:pt idx="767">
                  <c:v>1953.1000000000001</c:v>
                </c:pt>
                <c:pt idx="768">
                  <c:v>1955.7</c:v>
                </c:pt>
                <c:pt idx="769">
                  <c:v>1959.48</c:v>
                </c:pt>
                <c:pt idx="770">
                  <c:v>1961.1499999999999</c:v>
                </c:pt>
                <c:pt idx="771">
                  <c:v>1963.2099999999998</c:v>
                </c:pt>
                <c:pt idx="772">
                  <c:v>1965.05</c:v>
                </c:pt>
                <c:pt idx="773">
                  <c:v>1966.89</c:v>
                </c:pt>
                <c:pt idx="774">
                  <c:v>1970.6999999999998</c:v>
                </c:pt>
                <c:pt idx="775">
                  <c:v>1972.73</c:v>
                </c:pt>
                <c:pt idx="776">
                  <c:v>1978.6999999999998</c:v>
                </c:pt>
                <c:pt idx="777">
                  <c:v>1977.5700000000002</c:v>
                </c:pt>
                <c:pt idx="778">
                  <c:v>1981.27</c:v>
                </c:pt>
                <c:pt idx="779">
                  <c:v>1982.3200000000002</c:v>
                </c:pt>
                <c:pt idx="780">
                  <c:v>1989.08</c:v>
                </c:pt>
                <c:pt idx="781">
                  <c:v>1987.25</c:v>
                </c:pt>
                <c:pt idx="782">
                  <c:v>1990.9699999999998</c:v>
                </c:pt>
                <c:pt idx="783">
                  <c:v>1996</c:v>
                </c:pt>
                <c:pt idx="784">
                  <c:v>1998.34</c:v>
                </c:pt>
                <c:pt idx="785">
                  <c:v>2000.41</c:v>
                </c:pt>
                <c:pt idx="786">
                  <c:v>1999.94</c:v>
                </c:pt>
                <c:pt idx="787">
                  <c:v>2003.2</c:v>
                </c:pt>
                <c:pt idx="788">
                  <c:v>2006.93</c:v>
                </c:pt>
                <c:pt idx="789">
                  <c:v>2008.33</c:v>
                </c:pt>
                <c:pt idx="790">
                  <c:v>2011.4999999999998</c:v>
                </c:pt>
                <c:pt idx="791">
                  <c:v>2014.0600000000002</c:v>
                </c:pt>
                <c:pt idx="792">
                  <c:v>2015.67</c:v>
                </c:pt>
                <c:pt idx="793">
                  <c:v>2018.03</c:v>
                </c:pt>
                <c:pt idx="794">
                  <c:v>2020.27</c:v>
                </c:pt>
                <c:pt idx="795">
                  <c:v>2022.7300000000002</c:v>
                </c:pt>
                <c:pt idx="796">
                  <c:v>2025.71</c:v>
                </c:pt>
                <c:pt idx="797">
                  <c:v>2027.94</c:v>
                </c:pt>
                <c:pt idx="798">
                  <c:v>2030.4199999999998</c:v>
                </c:pt>
                <c:pt idx="799">
                  <c:v>2032.5000000000002</c:v>
                </c:pt>
                <c:pt idx="800">
                  <c:v>2035.39</c:v>
                </c:pt>
                <c:pt idx="801">
                  <c:v>2037.9</c:v>
                </c:pt>
                <c:pt idx="802">
                  <c:v>2041.1999999999998</c:v>
                </c:pt>
                <c:pt idx="803">
                  <c:v>2043.0700000000002</c:v>
                </c:pt>
                <c:pt idx="804">
                  <c:v>2046.5300000000002</c:v>
                </c:pt>
                <c:pt idx="805">
                  <c:v>2048.48</c:v>
                </c:pt>
                <c:pt idx="806">
                  <c:v>2047.4199999999998</c:v>
                </c:pt>
                <c:pt idx="807">
                  <c:v>2054.91</c:v>
                </c:pt>
                <c:pt idx="808">
                  <c:v>2053</c:v>
                </c:pt>
                <c:pt idx="809">
                  <c:v>2054.91</c:v>
                </c:pt>
                <c:pt idx="810">
                  <c:v>2058.9499999999998</c:v>
                </c:pt>
                <c:pt idx="811">
                  <c:v>2062.2400000000002</c:v>
                </c:pt>
                <c:pt idx="812">
                  <c:v>2066.27</c:v>
                </c:pt>
                <c:pt idx="813">
                  <c:v>2072.25</c:v>
                </c:pt>
                <c:pt idx="814">
                  <c:v>2075.23</c:v>
                </c:pt>
                <c:pt idx="815">
                  <c:v>2070.15</c:v>
                </c:pt>
                <c:pt idx="816">
                  <c:v>2073.2400000000002</c:v>
                </c:pt>
                <c:pt idx="817">
                  <c:v>2079.54</c:v>
                </c:pt>
                <c:pt idx="818">
                  <c:v>2082.75</c:v>
                </c:pt>
                <c:pt idx="819">
                  <c:v>2083.4499999999998</c:v>
                </c:pt>
                <c:pt idx="820">
                  <c:v>2088.0299999999997</c:v>
                </c:pt>
                <c:pt idx="821">
                  <c:v>2093.33</c:v>
                </c:pt>
                <c:pt idx="822">
                  <c:v>2078.4500000000003</c:v>
                </c:pt>
                <c:pt idx="823">
                  <c:v>2077.4</c:v>
                </c:pt>
                <c:pt idx="824">
                  <c:v>2091.7599999999998</c:v>
                </c:pt>
                <c:pt idx="825">
                  <c:v>2092.65</c:v>
                </c:pt>
                <c:pt idx="826">
                  <c:v>2094.3900000000003</c:v>
                </c:pt>
                <c:pt idx="827">
                  <c:v>2093.0499999999997</c:v>
                </c:pt>
                <c:pt idx="828">
                  <c:v>2095.2799999999997</c:v>
                </c:pt>
                <c:pt idx="829">
                  <c:v>2096.96</c:v>
                </c:pt>
                <c:pt idx="830">
                  <c:v>2098.8199999999997</c:v>
                </c:pt>
                <c:pt idx="831">
                  <c:v>2102.1999999999998</c:v>
                </c:pt>
                <c:pt idx="832">
                  <c:v>2102.04</c:v>
                </c:pt>
                <c:pt idx="833">
                  <c:v>2104.2200000000003</c:v>
                </c:pt>
                <c:pt idx="834">
                  <c:v>2106.98</c:v>
                </c:pt>
                <c:pt idx="835">
                  <c:v>2107.6600000000003</c:v>
                </c:pt>
                <c:pt idx="836">
                  <c:v>2109.44</c:v>
                </c:pt>
                <c:pt idx="837">
                  <c:v>2111.33</c:v>
                </c:pt>
                <c:pt idx="838">
                  <c:v>2116.2000000000003</c:v>
                </c:pt>
                <c:pt idx="839">
                  <c:v>2117.66</c:v>
                </c:pt>
                <c:pt idx="840">
                  <c:v>2121.33</c:v>
                </c:pt>
                <c:pt idx="841">
                  <c:v>2125.04</c:v>
                </c:pt>
                <c:pt idx="842">
                  <c:v>2122.89</c:v>
                </c:pt>
                <c:pt idx="843">
                  <c:v>2126.85</c:v>
                </c:pt>
                <c:pt idx="844">
                  <c:v>2128.19</c:v>
                </c:pt>
                <c:pt idx="845">
                  <c:v>2137.08</c:v>
                </c:pt>
                <c:pt idx="846">
                  <c:v>2140.6200000000003</c:v>
                </c:pt>
                <c:pt idx="847">
                  <c:v>2142.71</c:v>
                </c:pt>
                <c:pt idx="848">
                  <c:v>2145.13</c:v>
                </c:pt>
                <c:pt idx="849">
                  <c:v>2148.67</c:v>
                </c:pt>
                <c:pt idx="850">
                  <c:v>2134.3000000000002</c:v>
                </c:pt>
                <c:pt idx="851">
                  <c:v>2134.25</c:v>
                </c:pt>
                <c:pt idx="852">
                  <c:v>2133.33</c:v>
                </c:pt>
                <c:pt idx="853">
                  <c:v>2124.7400000000002</c:v>
                </c:pt>
                <c:pt idx="854">
                  <c:v>2144.46</c:v>
                </c:pt>
                <c:pt idx="855">
                  <c:v>2147.69</c:v>
                </c:pt>
                <c:pt idx="856">
                  <c:v>2151.7200000000003</c:v>
                </c:pt>
                <c:pt idx="857">
                  <c:v>2155.2600000000002</c:v>
                </c:pt>
                <c:pt idx="858">
                  <c:v>2157.9199999999996</c:v>
                </c:pt>
                <c:pt idx="859">
                  <c:v>2160.33</c:v>
                </c:pt>
                <c:pt idx="860">
                  <c:v>2163.1</c:v>
                </c:pt>
                <c:pt idx="861">
                  <c:v>2166.3000000000002</c:v>
                </c:pt>
                <c:pt idx="862">
                  <c:v>2168.61</c:v>
                </c:pt>
                <c:pt idx="863">
                  <c:v>2171.27</c:v>
                </c:pt>
                <c:pt idx="864">
                  <c:v>2174.14</c:v>
                </c:pt>
                <c:pt idx="865">
                  <c:v>2177.2200000000003</c:v>
                </c:pt>
                <c:pt idx="866">
                  <c:v>2179.1200000000003</c:v>
                </c:pt>
                <c:pt idx="867">
                  <c:v>2181.9899999999998</c:v>
                </c:pt>
                <c:pt idx="868">
                  <c:v>2182.27</c:v>
                </c:pt>
                <c:pt idx="869">
                  <c:v>2184.4</c:v>
                </c:pt>
                <c:pt idx="870">
                  <c:v>2185.2399999999998</c:v>
                </c:pt>
                <c:pt idx="871">
                  <c:v>2185.69</c:v>
                </c:pt>
                <c:pt idx="872">
                  <c:v>2190.52</c:v>
                </c:pt>
                <c:pt idx="873">
                  <c:v>2193.31</c:v>
                </c:pt>
                <c:pt idx="874">
                  <c:v>2191.4699999999998</c:v>
                </c:pt>
                <c:pt idx="875">
                  <c:v>2196.61</c:v>
                </c:pt>
                <c:pt idx="876">
                  <c:v>2197.92</c:v>
                </c:pt>
                <c:pt idx="877">
                  <c:v>2203.6099999999997</c:v>
                </c:pt>
                <c:pt idx="878">
                  <c:v>2202.0100000000002</c:v>
                </c:pt>
                <c:pt idx="879">
                  <c:v>2208.2199999999998</c:v>
                </c:pt>
                <c:pt idx="880">
                  <c:v>2209.4700000000003</c:v>
                </c:pt>
                <c:pt idx="881">
                  <c:v>2211.8000000000002</c:v>
                </c:pt>
                <c:pt idx="882">
                  <c:v>2213.04</c:v>
                </c:pt>
                <c:pt idx="883">
                  <c:v>2215.85</c:v>
                </c:pt>
                <c:pt idx="884">
                  <c:v>2217.23</c:v>
                </c:pt>
                <c:pt idx="885">
                  <c:v>2220.8000000000002</c:v>
                </c:pt>
                <c:pt idx="886">
                  <c:v>2223</c:v>
                </c:pt>
                <c:pt idx="887">
                  <c:v>2225.61</c:v>
                </c:pt>
                <c:pt idx="888">
                  <c:v>2227.9</c:v>
                </c:pt>
                <c:pt idx="889">
                  <c:v>2230.2599999999998</c:v>
                </c:pt>
                <c:pt idx="890">
                  <c:v>2232.98</c:v>
                </c:pt>
                <c:pt idx="891">
                  <c:v>2236.1</c:v>
                </c:pt>
                <c:pt idx="892">
                  <c:v>2238.2599999999998</c:v>
                </c:pt>
                <c:pt idx="893">
                  <c:v>2231.89</c:v>
                </c:pt>
                <c:pt idx="894">
                  <c:v>2234.89</c:v>
                </c:pt>
                <c:pt idx="895">
                  <c:v>2237.2999999999997</c:v>
                </c:pt>
                <c:pt idx="896">
                  <c:v>2239.8799999999997</c:v>
                </c:pt>
                <c:pt idx="897">
                  <c:v>2242.7199999999998</c:v>
                </c:pt>
                <c:pt idx="898">
                  <c:v>2248.3399999999997</c:v>
                </c:pt>
                <c:pt idx="899">
                  <c:v>2249.3599999999997</c:v>
                </c:pt>
                <c:pt idx="900">
                  <c:v>2251.7599999999998</c:v>
                </c:pt>
                <c:pt idx="901">
                  <c:v>2257.77</c:v>
                </c:pt>
                <c:pt idx="902">
                  <c:v>2260.64</c:v>
                </c:pt>
                <c:pt idx="903">
                  <c:v>2257.8900000000003</c:v>
                </c:pt>
                <c:pt idx="904">
                  <c:v>2268.5100000000002</c:v>
                </c:pt>
                <c:pt idx="905">
                  <c:v>2265.92</c:v>
                </c:pt>
                <c:pt idx="906">
                  <c:v>2271.12</c:v>
                </c:pt>
                <c:pt idx="907">
                  <c:v>2276.5499999999997</c:v>
                </c:pt>
                <c:pt idx="908">
                  <c:v>2267.59</c:v>
                </c:pt>
                <c:pt idx="909">
                  <c:v>2271.46</c:v>
                </c:pt>
                <c:pt idx="910">
                  <c:v>2276.8000000000002</c:v>
                </c:pt>
                <c:pt idx="911">
                  <c:v>2276.5</c:v>
                </c:pt>
                <c:pt idx="912">
                  <c:v>2281.12</c:v>
                </c:pt>
                <c:pt idx="913">
                  <c:v>2279.02</c:v>
                </c:pt>
                <c:pt idx="914">
                  <c:v>2283.7399999999998</c:v>
                </c:pt>
                <c:pt idx="915">
                  <c:v>2285.79</c:v>
                </c:pt>
                <c:pt idx="916">
                  <c:v>2285.17</c:v>
                </c:pt>
                <c:pt idx="917">
                  <c:v>2286.3199999999997</c:v>
                </c:pt>
                <c:pt idx="918">
                  <c:v>2288.91</c:v>
                </c:pt>
                <c:pt idx="919">
                  <c:v>2291.4</c:v>
                </c:pt>
                <c:pt idx="920">
                  <c:v>2293.92</c:v>
                </c:pt>
                <c:pt idx="921">
                  <c:v>2296.15</c:v>
                </c:pt>
                <c:pt idx="922">
                  <c:v>2298.85</c:v>
                </c:pt>
                <c:pt idx="923">
                  <c:v>2301.0899999999997</c:v>
                </c:pt>
                <c:pt idx="924">
                  <c:v>2303.11</c:v>
                </c:pt>
                <c:pt idx="925">
                  <c:v>2305.87</c:v>
                </c:pt>
                <c:pt idx="926">
                  <c:v>2307.63</c:v>
                </c:pt>
                <c:pt idx="927">
                  <c:v>2310.02</c:v>
                </c:pt>
                <c:pt idx="928">
                  <c:v>2312.3000000000002</c:v>
                </c:pt>
                <c:pt idx="929">
                  <c:v>2314.4499999999998</c:v>
                </c:pt>
                <c:pt idx="930">
                  <c:v>2317.0299999999997</c:v>
                </c:pt>
                <c:pt idx="931">
                  <c:v>2319.1999999999998</c:v>
                </c:pt>
                <c:pt idx="932">
                  <c:v>2320.81</c:v>
                </c:pt>
                <c:pt idx="933">
                  <c:v>2324.31</c:v>
                </c:pt>
                <c:pt idx="934">
                  <c:v>2328.0300000000002</c:v>
                </c:pt>
                <c:pt idx="935">
                  <c:v>2327.0300000000002</c:v>
                </c:pt>
                <c:pt idx="936">
                  <c:v>2330.2200000000003</c:v>
                </c:pt>
                <c:pt idx="937">
                  <c:v>2332.6999999999998</c:v>
                </c:pt>
                <c:pt idx="938">
                  <c:v>2335.25</c:v>
                </c:pt>
                <c:pt idx="939">
                  <c:v>2337.02</c:v>
                </c:pt>
                <c:pt idx="940">
                  <c:v>2336.77</c:v>
                </c:pt>
                <c:pt idx="941">
                  <c:v>2331.34</c:v>
                </c:pt>
                <c:pt idx="942">
                  <c:v>2332.44</c:v>
                </c:pt>
                <c:pt idx="943">
                  <c:v>2344.19</c:v>
                </c:pt>
                <c:pt idx="944">
                  <c:v>2346.0200000000004</c:v>
                </c:pt>
                <c:pt idx="945">
                  <c:v>2342.1</c:v>
                </c:pt>
                <c:pt idx="946">
                  <c:v>2345.0700000000002</c:v>
                </c:pt>
                <c:pt idx="947">
                  <c:v>2346.6999999999998</c:v>
                </c:pt>
                <c:pt idx="948">
                  <c:v>2352.1</c:v>
                </c:pt>
                <c:pt idx="949">
                  <c:v>2352.86</c:v>
                </c:pt>
                <c:pt idx="950">
                  <c:v>2354.42</c:v>
                </c:pt>
                <c:pt idx="951">
                  <c:v>2358</c:v>
                </c:pt>
                <c:pt idx="952">
                  <c:v>2359.89</c:v>
                </c:pt>
                <c:pt idx="953">
                  <c:v>2362.17</c:v>
                </c:pt>
                <c:pt idx="954">
                  <c:v>2368.56</c:v>
                </c:pt>
                <c:pt idx="955">
                  <c:v>2374.12</c:v>
                </c:pt>
                <c:pt idx="956">
                  <c:v>2364.4599999999996</c:v>
                </c:pt>
                <c:pt idx="957">
                  <c:v>2364.33</c:v>
                </c:pt>
                <c:pt idx="958">
                  <c:v>2375.69</c:v>
                </c:pt>
                <c:pt idx="959">
                  <c:v>2376.94</c:v>
                </c:pt>
                <c:pt idx="960">
                  <c:v>2379.09</c:v>
                </c:pt>
                <c:pt idx="961">
                  <c:v>2380.08</c:v>
                </c:pt>
                <c:pt idx="962">
                  <c:v>2383.41</c:v>
                </c:pt>
                <c:pt idx="963">
                  <c:v>2384.54</c:v>
                </c:pt>
                <c:pt idx="964">
                  <c:v>2385.04</c:v>
                </c:pt>
                <c:pt idx="965">
                  <c:v>2388.88</c:v>
                </c:pt>
                <c:pt idx="966">
                  <c:v>2389.13</c:v>
                </c:pt>
                <c:pt idx="967">
                  <c:v>2390.0700000000002</c:v>
                </c:pt>
                <c:pt idx="968">
                  <c:v>2393.0500000000002</c:v>
                </c:pt>
                <c:pt idx="969">
                  <c:v>2398.0800000000004</c:v>
                </c:pt>
                <c:pt idx="970">
                  <c:v>2397.85</c:v>
                </c:pt>
                <c:pt idx="971">
                  <c:v>2402.2600000000002</c:v>
                </c:pt>
                <c:pt idx="972">
                  <c:v>2402.16</c:v>
                </c:pt>
                <c:pt idx="973">
                  <c:v>2403.9799999999996</c:v>
                </c:pt>
                <c:pt idx="974">
                  <c:v>2405.5700000000002</c:v>
                </c:pt>
                <c:pt idx="975">
                  <c:v>2408.48</c:v>
                </c:pt>
                <c:pt idx="976">
                  <c:v>2412.71</c:v>
                </c:pt>
                <c:pt idx="977">
                  <c:v>2415.2599999999998</c:v>
                </c:pt>
                <c:pt idx="978">
                  <c:v>2416.34</c:v>
                </c:pt>
                <c:pt idx="979">
                  <c:v>2420.36</c:v>
                </c:pt>
                <c:pt idx="980">
                  <c:v>2419.88</c:v>
                </c:pt>
                <c:pt idx="981">
                  <c:v>2416.4699999999998</c:v>
                </c:pt>
                <c:pt idx="982">
                  <c:v>2418.66</c:v>
                </c:pt>
                <c:pt idx="983">
                  <c:v>2421.2799999999997</c:v>
                </c:pt>
                <c:pt idx="984">
                  <c:v>2423.4499999999998</c:v>
                </c:pt>
                <c:pt idx="985">
                  <c:v>2425.71</c:v>
                </c:pt>
                <c:pt idx="986">
                  <c:v>2427.9899999999998</c:v>
                </c:pt>
                <c:pt idx="987">
                  <c:v>2429.6600000000003</c:v>
                </c:pt>
                <c:pt idx="988">
                  <c:v>2431.5699999999997</c:v>
                </c:pt>
                <c:pt idx="989">
                  <c:v>2434.0500000000002</c:v>
                </c:pt>
                <c:pt idx="990">
                  <c:v>2437.5700000000002</c:v>
                </c:pt>
                <c:pt idx="991">
                  <c:v>2437.37</c:v>
                </c:pt>
                <c:pt idx="992">
                  <c:v>2440.67</c:v>
                </c:pt>
                <c:pt idx="993">
                  <c:v>2441.0699999999997</c:v>
                </c:pt>
                <c:pt idx="994">
                  <c:v>2445.16</c:v>
                </c:pt>
                <c:pt idx="995">
                  <c:v>2448</c:v>
                </c:pt>
                <c:pt idx="996">
                  <c:v>2452.8500000000004</c:v>
                </c:pt>
                <c:pt idx="997">
                  <c:v>2455.63</c:v>
                </c:pt>
                <c:pt idx="998">
                  <c:v>2462.08</c:v>
                </c:pt>
                <c:pt idx="999">
                  <c:v>2464.3700000000003</c:v>
                </c:pt>
                <c:pt idx="1000">
                  <c:v>2458.9500000000003</c:v>
                </c:pt>
                <c:pt idx="1001">
                  <c:v>2459.65</c:v>
                </c:pt>
                <c:pt idx="1002">
                  <c:v>2467.3500000000004</c:v>
                </c:pt>
                <c:pt idx="1003">
                  <c:v>2461.81</c:v>
                </c:pt>
                <c:pt idx="1004">
                  <c:v>2467.4299999999998</c:v>
                </c:pt>
                <c:pt idx="1005">
                  <c:v>2478.2099999999996</c:v>
                </c:pt>
                <c:pt idx="1006">
                  <c:v>2475.6</c:v>
                </c:pt>
                <c:pt idx="1007">
                  <c:v>2478.7200000000003</c:v>
                </c:pt>
                <c:pt idx="1008">
                  <c:v>2477.3999999999996</c:v>
                </c:pt>
                <c:pt idx="1009">
                  <c:v>2482.64</c:v>
                </c:pt>
                <c:pt idx="1010">
                  <c:v>2488.23</c:v>
                </c:pt>
                <c:pt idx="1011">
                  <c:v>2487.5699999999997</c:v>
                </c:pt>
                <c:pt idx="1012">
                  <c:v>2491.2600000000002</c:v>
                </c:pt>
                <c:pt idx="1013">
                  <c:v>2493.4299999999998</c:v>
                </c:pt>
                <c:pt idx="1014">
                  <c:v>2496.5099999999998</c:v>
                </c:pt>
                <c:pt idx="1015">
                  <c:v>2499.17</c:v>
                </c:pt>
                <c:pt idx="1016">
                  <c:v>2501.56</c:v>
                </c:pt>
                <c:pt idx="1017">
                  <c:v>2504.21</c:v>
                </c:pt>
                <c:pt idx="1018">
                  <c:v>2506.83</c:v>
                </c:pt>
                <c:pt idx="1019">
                  <c:v>2509.67</c:v>
                </c:pt>
                <c:pt idx="1020">
                  <c:v>2512.2599999999998</c:v>
                </c:pt>
                <c:pt idx="1021">
                  <c:v>2515.5699999999997</c:v>
                </c:pt>
                <c:pt idx="1022">
                  <c:v>2518.4</c:v>
                </c:pt>
                <c:pt idx="1023">
                  <c:v>2522.84</c:v>
                </c:pt>
                <c:pt idx="1024">
                  <c:v>2530.8000000000002</c:v>
                </c:pt>
                <c:pt idx="1025">
                  <c:v>2528.4499999999998</c:v>
                </c:pt>
                <c:pt idx="1026">
                  <c:v>2530.3399999999997</c:v>
                </c:pt>
                <c:pt idx="1027">
                  <c:v>2533.09</c:v>
                </c:pt>
                <c:pt idx="1028">
                  <c:v>2535.4</c:v>
                </c:pt>
                <c:pt idx="1029">
                  <c:v>2534.38</c:v>
                </c:pt>
                <c:pt idx="1030">
                  <c:v>2540.48</c:v>
                </c:pt>
                <c:pt idx="1031">
                  <c:v>2542.6600000000003</c:v>
                </c:pt>
                <c:pt idx="1032">
                  <c:v>2542.5</c:v>
                </c:pt>
                <c:pt idx="1033">
                  <c:v>2546.1800000000003</c:v>
                </c:pt>
                <c:pt idx="1034">
                  <c:v>2548.6499999999996</c:v>
                </c:pt>
                <c:pt idx="1035">
                  <c:v>2549.9</c:v>
                </c:pt>
                <c:pt idx="1036">
                  <c:v>2552.9299999999998</c:v>
                </c:pt>
                <c:pt idx="1037">
                  <c:v>2554.91</c:v>
                </c:pt>
                <c:pt idx="1038">
                  <c:v>2553.84</c:v>
                </c:pt>
                <c:pt idx="1039">
                  <c:v>2560.0299999999997</c:v>
                </c:pt>
                <c:pt idx="1040">
                  <c:v>2561.41</c:v>
                </c:pt>
                <c:pt idx="1041">
                  <c:v>2563.5699999999997</c:v>
                </c:pt>
                <c:pt idx="1042">
                  <c:v>2564.4900000000002</c:v>
                </c:pt>
                <c:pt idx="1043">
                  <c:v>2565.5800000000004</c:v>
                </c:pt>
                <c:pt idx="1044">
                  <c:v>2569.2200000000003</c:v>
                </c:pt>
                <c:pt idx="1045">
                  <c:v>2572.73</c:v>
                </c:pt>
                <c:pt idx="1046">
                  <c:v>2574.6799999999998</c:v>
                </c:pt>
                <c:pt idx="1047">
                  <c:v>2577.42</c:v>
                </c:pt>
                <c:pt idx="1048">
                  <c:v>2581.4699999999998</c:v>
                </c:pt>
                <c:pt idx="1049">
                  <c:v>2573.48</c:v>
                </c:pt>
                <c:pt idx="1050">
                  <c:v>2577.96</c:v>
                </c:pt>
                <c:pt idx="1051">
                  <c:v>2584.65</c:v>
                </c:pt>
                <c:pt idx="1052">
                  <c:v>2583.62</c:v>
                </c:pt>
                <c:pt idx="1053">
                  <c:v>2583.37</c:v>
                </c:pt>
                <c:pt idx="1054">
                  <c:v>2586.04</c:v>
                </c:pt>
                <c:pt idx="1055">
                  <c:v>2586.58</c:v>
                </c:pt>
                <c:pt idx="1056">
                  <c:v>2589.13</c:v>
                </c:pt>
                <c:pt idx="1057">
                  <c:v>2590.4299999999998</c:v>
                </c:pt>
                <c:pt idx="1058">
                  <c:v>2592.36</c:v>
                </c:pt>
                <c:pt idx="1059">
                  <c:v>2592.42</c:v>
                </c:pt>
                <c:pt idx="1060">
                  <c:v>2594.9</c:v>
                </c:pt>
                <c:pt idx="1061">
                  <c:v>2596.1400000000003</c:v>
                </c:pt>
                <c:pt idx="1062">
                  <c:v>2600.46</c:v>
                </c:pt>
                <c:pt idx="1063">
                  <c:v>2601.9700000000003</c:v>
                </c:pt>
                <c:pt idx="1064">
                  <c:v>2604.8000000000002</c:v>
                </c:pt>
                <c:pt idx="1065">
                  <c:v>2605.79</c:v>
                </c:pt>
                <c:pt idx="1066">
                  <c:v>2610.6699999999996</c:v>
                </c:pt>
                <c:pt idx="1067">
                  <c:v>2609.41</c:v>
                </c:pt>
                <c:pt idx="1068">
                  <c:v>2615.62</c:v>
                </c:pt>
                <c:pt idx="1069">
                  <c:v>2615.38</c:v>
                </c:pt>
                <c:pt idx="1070">
                  <c:v>2618.63</c:v>
                </c:pt>
                <c:pt idx="1071">
                  <c:v>2621.54</c:v>
                </c:pt>
                <c:pt idx="1072">
                  <c:v>2625.3199999999997</c:v>
                </c:pt>
                <c:pt idx="1073">
                  <c:v>2625.69</c:v>
                </c:pt>
                <c:pt idx="1074">
                  <c:v>2628.37</c:v>
                </c:pt>
                <c:pt idx="1075">
                  <c:v>2632.05</c:v>
                </c:pt>
                <c:pt idx="1076">
                  <c:v>2634.58</c:v>
                </c:pt>
                <c:pt idx="1077">
                  <c:v>2636.4100000000003</c:v>
                </c:pt>
                <c:pt idx="1078">
                  <c:v>2638.52</c:v>
                </c:pt>
                <c:pt idx="1079">
                  <c:v>2641.04</c:v>
                </c:pt>
                <c:pt idx="1080">
                  <c:v>2642.52</c:v>
                </c:pt>
                <c:pt idx="1081">
                  <c:v>2645.63</c:v>
                </c:pt>
                <c:pt idx="1082">
                  <c:v>2647.53</c:v>
                </c:pt>
                <c:pt idx="1083">
                  <c:v>2649.52</c:v>
                </c:pt>
                <c:pt idx="1084">
                  <c:v>2652.31</c:v>
                </c:pt>
                <c:pt idx="1085">
                  <c:v>2655.9900000000002</c:v>
                </c:pt>
                <c:pt idx="1086">
                  <c:v>2644.28</c:v>
                </c:pt>
                <c:pt idx="1087">
                  <c:v>2651.3300000000004</c:v>
                </c:pt>
                <c:pt idx="1088">
                  <c:v>2652.52</c:v>
                </c:pt>
                <c:pt idx="1089">
                  <c:v>2654.11</c:v>
                </c:pt>
                <c:pt idx="1090">
                  <c:v>2660.75</c:v>
                </c:pt>
                <c:pt idx="1091">
                  <c:v>2665.72</c:v>
                </c:pt>
                <c:pt idx="1092">
                  <c:v>2660.05</c:v>
                </c:pt>
                <c:pt idx="1093">
                  <c:v>2662.5899999999997</c:v>
                </c:pt>
                <c:pt idx="1094">
                  <c:v>2665.41</c:v>
                </c:pt>
                <c:pt idx="1095">
                  <c:v>2673.45</c:v>
                </c:pt>
                <c:pt idx="1096">
                  <c:v>2675.04</c:v>
                </c:pt>
                <c:pt idx="1097">
                  <c:v>2680.59</c:v>
                </c:pt>
                <c:pt idx="1098">
                  <c:v>2686.55</c:v>
                </c:pt>
                <c:pt idx="1099">
                  <c:v>2687.63</c:v>
                </c:pt>
                <c:pt idx="1100">
                  <c:v>2687.21</c:v>
                </c:pt>
                <c:pt idx="1101">
                  <c:v>2689.87</c:v>
                </c:pt>
                <c:pt idx="1102">
                  <c:v>2692.81</c:v>
                </c:pt>
                <c:pt idx="1103">
                  <c:v>2694.4900000000002</c:v>
                </c:pt>
                <c:pt idx="1104">
                  <c:v>2696.45</c:v>
                </c:pt>
                <c:pt idx="1105">
                  <c:v>2698.61</c:v>
                </c:pt>
                <c:pt idx="1106">
                  <c:v>2701.4700000000003</c:v>
                </c:pt>
                <c:pt idx="1107">
                  <c:v>2703.41</c:v>
                </c:pt>
                <c:pt idx="1108">
                  <c:v>2704.5699999999997</c:v>
                </c:pt>
                <c:pt idx="1109">
                  <c:v>2707.49</c:v>
                </c:pt>
                <c:pt idx="1110">
                  <c:v>2710.33</c:v>
                </c:pt>
                <c:pt idx="1111">
                  <c:v>2713.28</c:v>
                </c:pt>
                <c:pt idx="1112">
                  <c:v>2716.1</c:v>
                </c:pt>
                <c:pt idx="1113">
                  <c:v>2718.78</c:v>
                </c:pt>
                <c:pt idx="1114">
                  <c:v>2721.0899999999997</c:v>
                </c:pt>
                <c:pt idx="1115">
                  <c:v>2723.57</c:v>
                </c:pt>
                <c:pt idx="1116">
                  <c:v>2725.73</c:v>
                </c:pt>
                <c:pt idx="1117">
                  <c:v>2730.3799999999997</c:v>
                </c:pt>
                <c:pt idx="1118">
                  <c:v>2730.6499999999996</c:v>
                </c:pt>
                <c:pt idx="1119">
                  <c:v>2733.25</c:v>
                </c:pt>
                <c:pt idx="1120">
                  <c:v>2734.68</c:v>
                </c:pt>
                <c:pt idx="1121">
                  <c:v>2738.0499999999997</c:v>
                </c:pt>
                <c:pt idx="1122">
                  <c:v>2740.1499999999996</c:v>
                </c:pt>
                <c:pt idx="1123">
                  <c:v>2744.4500000000003</c:v>
                </c:pt>
                <c:pt idx="1124">
                  <c:v>2746.36</c:v>
                </c:pt>
                <c:pt idx="1125">
                  <c:v>2749.21</c:v>
                </c:pt>
                <c:pt idx="1126">
                  <c:v>2754.29</c:v>
                </c:pt>
                <c:pt idx="1127">
                  <c:v>2752.38</c:v>
                </c:pt>
                <c:pt idx="1128">
                  <c:v>2761.33</c:v>
                </c:pt>
                <c:pt idx="1129">
                  <c:v>2755.71</c:v>
                </c:pt>
                <c:pt idx="1130">
                  <c:v>2764.0600000000004</c:v>
                </c:pt>
                <c:pt idx="1131">
                  <c:v>2766.29</c:v>
                </c:pt>
                <c:pt idx="1132">
                  <c:v>2768.89</c:v>
                </c:pt>
                <c:pt idx="1133">
                  <c:v>2770.99</c:v>
                </c:pt>
                <c:pt idx="1134">
                  <c:v>2772.92</c:v>
                </c:pt>
                <c:pt idx="1135">
                  <c:v>2772.0099999999998</c:v>
                </c:pt>
                <c:pt idx="1136">
                  <c:v>2775.67</c:v>
                </c:pt>
                <c:pt idx="1137">
                  <c:v>2779.0099999999998</c:v>
                </c:pt>
                <c:pt idx="1138">
                  <c:v>2781.61</c:v>
                </c:pt>
                <c:pt idx="1139">
                  <c:v>2782.85</c:v>
                </c:pt>
                <c:pt idx="1140">
                  <c:v>2785.99</c:v>
                </c:pt>
                <c:pt idx="1141">
                  <c:v>2788.44</c:v>
                </c:pt>
                <c:pt idx="1142">
                  <c:v>2790.9</c:v>
                </c:pt>
                <c:pt idx="1143">
                  <c:v>2793.08</c:v>
                </c:pt>
                <c:pt idx="1144">
                  <c:v>2795.5800000000004</c:v>
                </c:pt>
                <c:pt idx="1145">
                  <c:v>2797.8</c:v>
                </c:pt>
                <c:pt idx="1146">
                  <c:v>2799.9100000000003</c:v>
                </c:pt>
                <c:pt idx="1147">
                  <c:v>2802.69</c:v>
                </c:pt>
                <c:pt idx="1148">
                  <c:v>2808.49</c:v>
                </c:pt>
                <c:pt idx="1149">
                  <c:v>2810.54</c:v>
                </c:pt>
                <c:pt idx="1150">
                  <c:v>2810.62</c:v>
                </c:pt>
                <c:pt idx="1151">
                  <c:v>2808.7599999999998</c:v>
                </c:pt>
                <c:pt idx="1152">
                  <c:v>2810.35</c:v>
                </c:pt>
                <c:pt idx="1153">
                  <c:v>2809.46</c:v>
                </c:pt>
                <c:pt idx="1154">
                  <c:v>2812.86</c:v>
                </c:pt>
                <c:pt idx="1155">
                  <c:v>2813.94</c:v>
                </c:pt>
                <c:pt idx="1156">
                  <c:v>2812.54</c:v>
                </c:pt>
                <c:pt idx="1157">
                  <c:v>2811.4300000000003</c:v>
                </c:pt>
                <c:pt idx="1158">
                  <c:v>2812.52</c:v>
                </c:pt>
                <c:pt idx="1159">
                  <c:v>2816.35</c:v>
                </c:pt>
                <c:pt idx="1160">
                  <c:v>2822.4300000000003</c:v>
                </c:pt>
                <c:pt idx="1161">
                  <c:v>2820.7200000000003</c:v>
                </c:pt>
                <c:pt idx="1162">
                  <c:v>2815.45</c:v>
                </c:pt>
                <c:pt idx="1163">
                  <c:v>2818.4700000000003</c:v>
                </c:pt>
                <c:pt idx="1164">
                  <c:v>2825.18</c:v>
                </c:pt>
                <c:pt idx="1165">
                  <c:v>2823.2599999999998</c:v>
                </c:pt>
                <c:pt idx="1166">
                  <c:v>2825.89</c:v>
                </c:pt>
                <c:pt idx="1167">
                  <c:v>2824.8700000000003</c:v>
                </c:pt>
                <c:pt idx="1168">
                  <c:v>2827.18</c:v>
                </c:pt>
                <c:pt idx="1169">
                  <c:v>2828.03</c:v>
                </c:pt>
                <c:pt idx="1170">
                  <c:v>2830.09</c:v>
                </c:pt>
                <c:pt idx="1171">
                  <c:v>2832.1800000000003</c:v>
                </c:pt>
                <c:pt idx="1172">
                  <c:v>2834.64</c:v>
                </c:pt>
                <c:pt idx="1173">
                  <c:v>2836.52</c:v>
                </c:pt>
                <c:pt idx="1174">
                  <c:v>2838.4900000000002</c:v>
                </c:pt>
                <c:pt idx="1175">
                  <c:v>2842.23</c:v>
                </c:pt>
                <c:pt idx="1176">
                  <c:v>2839.41</c:v>
                </c:pt>
                <c:pt idx="1177">
                  <c:v>2842.6200000000003</c:v>
                </c:pt>
                <c:pt idx="1178">
                  <c:v>2844.54</c:v>
                </c:pt>
                <c:pt idx="1179">
                  <c:v>2846.12</c:v>
                </c:pt>
                <c:pt idx="1180">
                  <c:v>2849.64</c:v>
                </c:pt>
                <c:pt idx="1181">
                  <c:v>2852.1299999999997</c:v>
                </c:pt>
                <c:pt idx="1182">
                  <c:v>2853.1499999999996</c:v>
                </c:pt>
                <c:pt idx="1183">
                  <c:v>2853.1499999999996</c:v>
                </c:pt>
                <c:pt idx="1184">
                  <c:v>2859.39</c:v>
                </c:pt>
                <c:pt idx="1185">
                  <c:v>2858.67</c:v>
                </c:pt>
                <c:pt idx="1186">
                  <c:v>2860.51</c:v>
                </c:pt>
                <c:pt idx="1187">
                  <c:v>2862.65</c:v>
                </c:pt>
                <c:pt idx="1188">
                  <c:v>2864.73</c:v>
                </c:pt>
                <c:pt idx="1189">
                  <c:v>2867.9199999999996</c:v>
                </c:pt>
                <c:pt idx="1190">
                  <c:v>2874.0299999999997</c:v>
                </c:pt>
                <c:pt idx="1191">
                  <c:v>2874.79</c:v>
                </c:pt>
                <c:pt idx="1192">
                  <c:v>2878.02</c:v>
                </c:pt>
                <c:pt idx="1193">
                  <c:v>2876.9900000000002</c:v>
                </c:pt>
                <c:pt idx="1194">
                  <c:v>2882.02</c:v>
                </c:pt>
                <c:pt idx="1195">
                  <c:v>2883.04</c:v>
                </c:pt>
                <c:pt idx="1196">
                  <c:v>2881.2000000000003</c:v>
                </c:pt>
                <c:pt idx="1197">
                  <c:v>2883.48</c:v>
                </c:pt>
                <c:pt idx="1198">
                  <c:v>2885.17</c:v>
                </c:pt>
                <c:pt idx="1199">
                  <c:v>2887.77</c:v>
                </c:pt>
                <c:pt idx="1200">
                  <c:v>2889.58</c:v>
                </c:pt>
                <c:pt idx="1201">
                  <c:v>2892.35</c:v>
                </c:pt>
                <c:pt idx="1202">
                  <c:v>2894.44</c:v>
                </c:pt>
                <c:pt idx="1203">
                  <c:v>2895.7000000000003</c:v>
                </c:pt>
                <c:pt idx="1204">
                  <c:v>2897.13</c:v>
                </c:pt>
                <c:pt idx="1205">
                  <c:v>2899.68</c:v>
                </c:pt>
                <c:pt idx="1206">
                  <c:v>2901.13</c:v>
                </c:pt>
                <c:pt idx="1207">
                  <c:v>2903.27</c:v>
                </c:pt>
                <c:pt idx="1208">
                  <c:v>2905.81</c:v>
                </c:pt>
                <c:pt idx="1209">
                  <c:v>2909.1</c:v>
                </c:pt>
                <c:pt idx="1210">
                  <c:v>2908.3700000000003</c:v>
                </c:pt>
                <c:pt idx="1211">
                  <c:v>2911.3199999999997</c:v>
                </c:pt>
                <c:pt idx="1212">
                  <c:v>2913.35</c:v>
                </c:pt>
                <c:pt idx="1213">
                  <c:v>2914.73</c:v>
                </c:pt>
                <c:pt idx="1214">
                  <c:v>2918.16</c:v>
                </c:pt>
                <c:pt idx="1215">
                  <c:v>2916.3100000000004</c:v>
                </c:pt>
                <c:pt idx="1216">
                  <c:v>2920.8500000000004</c:v>
                </c:pt>
                <c:pt idx="1217">
                  <c:v>2920</c:v>
                </c:pt>
                <c:pt idx="1218">
                  <c:v>2924.81</c:v>
                </c:pt>
                <c:pt idx="1219">
                  <c:v>2923.72</c:v>
                </c:pt>
                <c:pt idx="1220">
                  <c:v>2930.97</c:v>
                </c:pt>
                <c:pt idx="1221">
                  <c:v>2932.71</c:v>
                </c:pt>
                <c:pt idx="1222">
                  <c:v>2933.62</c:v>
                </c:pt>
                <c:pt idx="1223">
                  <c:v>2936.92</c:v>
                </c:pt>
                <c:pt idx="1224">
                  <c:v>2935.25</c:v>
                </c:pt>
                <c:pt idx="1225">
                  <c:v>2941.26</c:v>
                </c:pt>
                <c:pt idx="1226">
                  <c:v>2941.31</c:v>
                </c:pt>
                <c:pt idx="1227">
                  <c:v>2943.2299999999996</c:v>
                </c:pt>
                <c:pt idx="1228">
                  <c:v>2947.4900000000002</c:v>
                </c:pt>
                <c:pt idx="1229">
                  <c:v>2948.15</c:v>
                </c:pt>
                <c:pt idx="1230">
                  <c:v>2950.33</c:v>
                </c:pt>
                <c:pt idx="1231">
                  <c:v>2953.36</c:v>
                </c:pt>
                <c:pt idx="1232">
                  <c:v>2955.7000000000003</c:v>
                </c:pt>
                <c:pt idx="1233">
                  <c:v>2957.46</c:v>
                </c:pt>
                <c:pt idx="1234">
                  <c:v>2960.47</c:v>
                </c:pt>
                <c:pt idx="1235">
                  <c:v>2962.52</c:v>
                </c:pt>
                <c:pt idx="1236">
                  <c:v>2964.54</c:v>
                </c:pt>
                <c:pt idx="1237">
                  <c:v>2966.77</c:v>
                </c:pt>
                <c:pt idx="1238">
                  <c:v>2968.8599999999997</c:v>
                </c:pt>
                <c:pt idx="1239">
                  <c:v>2971.37</c:v>
                </c:pt>
                <c:pt idx="1240">
                  <c:v>2974.12</c:v>
                </c:pt>
                <c:pt idx="1241">
                  <c:v>2976.5299999999997</c:v>
                </c:pt>
                <c:pt idx="1242">
                  <c:v>2979.52</c:v>
                </c:pt>
                <c:pt idx="1243">
                  <c:v>2981.6600000000003</c:v>
                </c:pt>
                <c:pt idx="1244">
                  <c:v>2983.12</c:v>
                </c:pt>
                <c:pt idx="1245">
                  <c:v>2985.31</c:v>
                </c:pt>
                <c:pt idx="1246">
                  <c:v>2988.84</c:v>
                </c:pt>
                <c:pt idx="1247">
                  <c:v>2989.92</c:v>
                </c:pt>
                <c:pt idx="1248">
                  <c:v>2992.04</c:v>
                </c:pt>
                <c:pt idx="1249">
                  <c:v>2992.13</c:v>
                </c:pt>
                <c:pt idx="1250">
                  <c:v>2996.77</c:v>
                </c:pt>
                <c:pt idx="1251">
                  <c:v>2995.45</c:v>
                </c:pt>
                <c:pt idx="1252">
                  <c:v>2998.9900000000002</c:v>
                </c:pt>
                <c:pt idx="1253">
                  <c:v>3002.2000000000003</c:v>
                </c:pt>
                <c:pt idx="1254">
                  <c:v>3004.45</c:v>
                </c:pt>
                <c:pt idx="1255">
                  <c:v>3006.0600000000004</c:v>
                </c:pt>
                <c:pt idx="1256">
                  <c:v>3004.9199999999996</c:v>
                </c:pt>
                <c:pt idx="1257">
                  <c:v>3005.29</c:v>
                </c:pt>
                <c:pt idx="1258">
                  <c:v>3002.2400000000002</c:v>
                </c:pt>
                <c:pt idx="1259">
                  <c:v>3004.73</c:v>
                </c:pt>
                <c:pt idx="1260">
                  <c:v>3005.21</c:v>
                </c:pt>
                <c:pt idx="1261">
                  <c:v>3005.68</c:v>
                </c:pt>
                <c:pt idx="1262">
                  <c:v>3007.42</c:v>
                </c:pt>
                <c:pt idx="1263">
                  <c:v>3007.92</c:v>
                </c:pt>
                <c:pt idx="1264">
                  <c:v>3009.94</c:v>
                </c:pt>
                <c:pt idx="1265">
                  <c:v>3011.8</c:v>
                </c:pt>
                <c:pt idx="1266">
                  <c:v>3013.59</c:v>
                </c:pt>
                <c:pt idx="1267">
                  <c:v>3015.1</c:v>
                </c:pt>
                <c:pt idx="1268">
                  <c:v>3017.1</c:v>
                </c:pt>
                <c:pt idx="1269">
                  <c:v>3018.56</c:v>
                </c:pt>
                <c:pt idx="1270">
                  <c:v>3021.1899999999996</c:v>
                </c:pt>
                <c:pt idx="1271">
                  <c:v>3023.93</c:v>
                </c:pt>
                <c:pt idx="1272">
                  <c:v>3024.15</c:v>
                </c:pt>
                <c:pt idx="1273">
                  <c:v>3025.27</c:v>
                </c:pt>
                <c:pt idx="1274">
                  <c:v>3025.11</c:v>
                </c:pt>
                <c:pt idx="1275">
                  <c:v>3023.59</c:v>
                </c:pt>
                <c:pt idx="1276">
                  <c:v>3022.91</c:v>
                </c:pt>
                <c:pt idx="1277">
                  <c:v>3028.19</c:v>
                </c:pt>
                <c:pt idx="1278">
                  <c:v>3027.6</c:v>
                </c:pt>
                <c:pt idx="1279">
                  <c:v>3031.4100000000003</c:v>
                </c:pt>
                <c:pt idx="1280">
                  <c:v>3030.6600000000003</c:v>
                </c:pt>
                <c:pt idx="1281">
                  <c:v>3035.24</c:v>
                </c:pt>
                <c:pt idx="1282">
                  <c:v>3035.85</c:v>
                </c:pt>
                <c:pt idx="1283">
                  <c:v>3037.67</c:v>
                </c:pt>
                <c:pt idx="1284">
                  <c:v>3041.7000000000003</c:v>
                </c:pt>
                <c:pt idx="1285">
                  <c:v>3038.84</c:v>
                </c:pt>
                <c:pt idx="1286">
                  <c:v>3041.4</c:v>
                </c:pt>
                <c:pt idx="1287">
                  <c:v>3046.0099999999998</c:v>
                </c:pt>
                <c:pt idx="1288">
                  <c:v>3048.73</c:v>
                </c:pt>
                <c:pt idx="1289">
                  <c:v>3049.71</c:v>
                </c:pt>
                <c:pt idx="1290">
                  <c:v>3051.08</c:v>
                </c:pt>
                <c:pt idx="1291">
                  <c:v>3053.33</c:v>
                </c:pt>
                <c:pt idx="1292">
                  <c:v>3056.79</c:v>
                </c:pt>
                <c:pt idx="1293">
                  <c:v>3058.0699999999997</c:v>
                </c:pt>
                <c:pt idx="1294">
                  <c:v>3060.45</c:v>
                </c:pt>
                <c:pt idx="1295">
                  <c:v>3063.6</c:v>
                </c:pt>
                <c:pt idx="1296">
                  <c:v>3066.3399999999997</c:v>
                </c:pt>
                <c:pt idx="1297">
                  <c:v>3068.4900000000002</c:v>
                </c:pt>
                <c:pt idx="1298">
                  <c:v>3071.23</c:v>
                </c:pt>
                <c:pt idx="1299">
                  <c:v>3073.2200000000003</c:v>
                </c:pt>
                <c:pt idx="1300">
                  <c:v>3076.8</c:v>
                </c:pt>
                <c:pt idx="1301">
                  <c:v>3076.71</c:v>
                </c:pt>
                <c:pt idx="1302">
                  <c:v>3079.2799999999997</c:v>
                </c:pt>
                <c:pt idx="1303">
                  <c:v>3082.2</c:v>
                </c:pt>
                <c:pt idx="1304">
                  <c:v>3084.06</c:v>
                </c:pt>
                <c:pt idx="1305">
                  <c:v>3086.46</c:v>
                </c:pt>
                <c:pt idx="1306">
                  <c:v>3088.4700000000003</c:v>
                </c:pt>
                <c:pt idx="1307">
                  <c:v>3091.33</c:v>
                </c:pt>
                <c:pt idx="1308">
                  <c:v>3094.38</c:v>
                </c:pt>
                <c:pt idx="1309">
                  <c:v>3095.32</c:v>
                </c:pt>
                <c:pt idx="1310">
                  <c:v>3099.1</c:v>
                </c:pt>
                <c:pt idx="1311">
                  <c:v>3098.0099999999998</c:v>
                </c:pt>
                <c:pt idx="1312">
                  <c:v>3100.58</c:v>
                </c:pt>
                <c:pt idx="1313">
                  <c:v>3103.9500000000003</c:v>
                </c:pt>
                <c:pt idx="1314">
                  <c:v>3105.6499999999996</c:v>
                </c:pt>
                <c:pt idx="1315">
                  <c:v>3092.45</c:v>
                </c:pt>
                <c:pt idx="1316">
                  <c:v>3100.58</c:v>
                </c:pt>
                <c:pt idx="1317">
                  <c:v>3104.54</c:v>
                </c:pt>
                <c:pt idx="1318">
                  <c:v>3101.6400000000003</c:v>
                </c:pt>
                <c:pt idx="1319">
                  <c:v>3109.57</c:v>
                </c:pt>
                <c:pt idx="1320">
                  <c:v>3105.75</c:v>
                </c:pt>
                <c:pt idx="1321">
                  <c:v>3108.31</c:v>
                </c:pt>
                <c:pt idx="1322">
                  <c:v>3115.8700000000003</c:v>
                </c:pt>
                <c:pt idx="1323">
                  <c:v>3117.2599999999998</c:v>
                </c:pt>
                <c:pt idx="1324">
                  <c:v>3116.2999999999997</c:v>
                </c:pt>
                <c:pt idx="1325">
                  <c:v>3120.18</c:v>
                </c:pt>
                <c:pt idx="1326">
                  <c:v>3121.34</c:v>
                </c:pt>
                <c:pt idx="1327">
                  <c:v>3123.23</c:v>
                </c:pt>
                <c:pt idx="1328">
                  <c:v>3125.5299999999997</c:v>
                </c:pt>
                <c:pt idx="1329">
                  <c:v>3127.49</c:v>
                </c:pt>
                <c:pt idx="1330">
                  <c:v>3129.33</c:v>
                </c:pt>
                <c:pt idx="1331">
                  <c:v>3132.0299999999997</c:v>
                </c:pt>
                <c:pt idx="1332">
                  <c:v>3133.99</c:v>
                </c:pt>
                <c:pt idx="1333">
                  <c:v>3135.7599999999998</c:v>
                </c:pt>
                <c:pt idx="1334">
                  <c:v>3137.74</c:v>
                </c:pt>
                <c:pt idx="1335">
                  <c:v>3139.63</c:v>
                </c:pt>
                <c:pt idx="1336">
                  <c:v>3142.61</c:v>
                </c:pt>
                <c:pt idx="1337">
                  <c:v>3142.89</c:v>
                </c:pt>
                <c:pt idx="1338">
                  <c:v>3148.65</c:v>
                </c:pt>
                <c:pt idx="1339">
                  <c:v>3145.1099999999997</c:v>
                </c:pt>
                <c:pt idx="1340">
                  <c:v>3148.44</c:v>
                </c:pt>
                <c:pt idx="1341">
                  <c:v>3154.89</c:v>
                </c:pt>
                <c:pt idx="1342">
                  <c:v>3151.0699999999997</c:v>
                </c:pt>
                <c:pt idx="1343">
                  <c:v>3153.74</c:v>
                </c:pt>
                <c:pt idx="1344">
                  <c:v>3153.5899999999997</c:v>
                </c:pt>
                <c:pt idx="1345">
                  <c:v>3160.16</c:v>
                </c:pt>
                <c:pt idx="1346">
                  <c:v>3173.82</c:v>
                </c:pt>
                <c:pt idx="1347">
                  <c:v>3160.32</c:v>
                </c:pt>
                <c:pt idx="1348">
                  <c:v>3173.71</c:v>
                </c:pt>
                <c:pt idx="1349">
                  <c:v>3170.01</c:v>
                </c:pt>
                <c:pt idx="1350">
                  <c:v>3175.16</c:v>
                </c:pt>
                <c:pt idx="1351">
                  <c:v>3178.4900000000002</c:v>
                </c:pt>
                <c:pt idx="1352">
                  <c:v>3180.66</c:v>
                </c:pt>
                <c:pt idx="1353">
                  <c:v>3177.5899999999997</c:v>
                </c:pt>
                <c:pt idx="1354">
                  <c:v>3176.67</c:v>
                </c:pt>
                <c:pt idx="1355">
                  <c:v>3187.16</c:v>
                </c:pt>
                <c:pt idx="1356">
                  <c:v>3184.37</c:v>
                </c:pt>
                <c:pt idx="1357">
                  <c:v>3185.7700000000004</c:v>
                </c:pt>
                <c:pt idx="1358">
                  <c:v>3189.58</c:v>
                </c:pt>
                <c:pt idx="1359">
                  <c:v>3191.26</c:v>
                </c:pt>
                <c:pt idx="1360">
                  <c:v>3193.75</c:v>
                </c:pt>
                <c:pt idx="1361">
                  <c:v>3196.58</c:v>
                </c:pt>
                <c:pt idx="1362">
                  <c:v>3198</c:v>
                </c:pt>
                <c:pt idx="1363">
                  <c:v>3200.9599999999996</c:v>
                </c:pt>
                <c:pt idx="1364">
                  <c:v>3203.78</c:v>
                </c:pt>
                <c:pt idx="1365">
                  <c:v>3211.9399999999996</c:v>
                </c:pt>
                <c:pt idx="1366">
                  <c:v>3213.6</c:v>
                </c:pt>
                <c:pt idx="1367">
                  <c:v>3213.5699999999997</c:v>
                </c:pt>
                <c:pt idx="1368">
                  <c:v>3213.9500000000003</c:v>
                </c:pt>
                <c:pt idx="1369">
                  <c:v>3213</c:v>
                </c:pt>
                <c:pt idx="1370">
                  <c:v>3212.9</c:v>
                </c:pt>
                <c:pt idx="1371">
                  <c:v>3210.76</c:v>
                </c:pt>
                <c:pt idx="1372">
                  <c:v>3215.06</c:v>
                </c:pt>
                <c:pt idx="1373">
                  <c:v>3217.16</c:v>
                </c:pt>
                <c:pt idx="1374">
                  <c:v>3219.83</c:v>
                </c:pt>
                <c:pt idx="1375">
                  <c:v>3218.87</c:v>
                </c:pt>
                <c:pt idx="1376">
                  <c:v>3221.7</c:v>
                </c:pt>
                <c:pt idx="1377">
                  <c:v>3222.5899999999997</c:v>
                </c:pt>
                <c:pt idx="1378">
                  <c:v>3225.86</c:v>
                </c:pt>
                <c:pt idx="1379">
                  <c:v>3226.02</c:v>
                </c:pt>
                <c:pt idx="1380">
                  <c:v>3212.1400000000003</c:v>
                </c:pt>
                <c:pt idx="1381">
                  <c:v>3214.07</c:v>
                </c:pt>
                <c:pt idx="1382">
                  <c:v>3223.57</c:v>
                </c:pt>
                <c:pt idx="1383">
                  <c:v>3223.89</c:v>
                </c:pt>
                <c:pt idx="1384">
                  <c:v>3226.47</c:v>
                </c:pt>
                <c:pt idx="1385">
                  <c:v>3224.8700000000003</c:v>
                </c:pt>
                <c:pt idx="1386">
                  <c:v>3224.5</c:v>
                </c:pt>
                <c:pt idx="1387">
                  <c:v>3226.7999999999997</c:v>
                </c:pt>
                <c:pt idx="1388">
                  <c:v>3227.5</c:v>
                </c:pt>
                <c:pt idx="1389">
                  <c:v>3231.23</c:v>
                </c:pt>
                <c:pt idx="1390">
                  <c:v>3232.85</c:v>
                </c:pt>
                <c:pt idx="1391">
                  <c:v>3233.9500000000003</c:v>
                </c:pt>
                <c:pt idx="1392">
                  <c:v>3237.25</c:v>
                </c:pt>
                <c:pt idx="1393">
                  <c:v>3238.04</c:v>
                </c:pt>
                <c:pt idx="1394">
                  <c:v>3237.66</c:v>
                </c:pt>
                <c:pt idx="1395">
                  <c:v>3239.25</c:v>
                </c:pt>
                <c:pt idx="1396">
                  <c:v>3240.71</c:v>
                </c:pt>
                <c:pt idx="1397">
                  <c:v>3242.48</c:v>
                </c:pt>
                <c:pt idx="1398">
                  <c:v>3243.51</c:v>
                </c:pt>
                <c:pt idx="1399">
                  <c:v>3245.07</c:v>
                </c:pt>
                <c:pt idx="1400">
                  <c:v>3246.84</c:v>
                </c:pt>
                <c:pt idx="1401">
                  <c:v>3248.58</c:v>
                </c:pt>
                <c:pt idx="1402">
                  <c:v>3251.6699999999996</c:v>
                </c:pt>
                <c:pt idx="1403">
                  <c:v>3249.6</c:v>
                </c:pt>
                <c:pt idx="1404">
                  <c:v>3253.28</c:v>
                </c:pt>
                <c:pt idx="1405">
                  <c:v>3254.98</c:v>
                </c:pt>
                <c:pt idx="1406">
                  <c:v>3258.2200000000003</c:v>
                </c:pt>
                <c:pt idx="1407">
                  <c:v>3254.7999999999997</c:v>
                </c:pt>
                <c:pt idx="1408">
                  <c:v>3263.66</c:v>
                </c:pt>
                <c:pt idx="1409">
                  <c:v>3264.59</c:v>
                </c:pt>
                <c:pt idx="1410">
                  <c:v>3269.75</c:v>
                </c:pt>
                <c:pt idx="1411">
                  <c:v>3242.36</c:v>
                </c:pt>
                <c:pt idx="1412">
                  <c:v>3253.73</c:v>
                </c:pt>
                <c:pt idx="1413">
                  <c:v>3273.1400000000003</c:v>
                </c:pt>
                <c:pt idx="1414">
                  <c:v>3266.5099999999998</c:v>
                </c:pt>
                <c:pt idx="1415">
                  <c:v>3270.5</c:v>
                </c:pt>
                <c:pt idx="1416">
                  <c:v>3269.55</c:v>
                </c:pt>
                <c:pt idx="1417">
                  <c:v>3275.09</c:v>
                </c:pt>
                <c:pt idx="1418">
                  <c:v>3280.9900000000002</c:v>
                </c:pt>
                <c:pt idx="1419">
                  <c:v>3281.4</c:v>
                </c:pt>
                <c:pt idx="1420">
                  <c:v>3278.96</c:v>
                </c:pt>
                <c:pt idx="1421">
                  <c:v>3280.77</c:v>
                </c:pt>
                <c:pt idx="1422">
                  <c:v>3283.73</c:v>
                </c:pt>
                <c:pt idx="1423">
                  <c:v>3286.54</c:v>
                </c:pt>
                <c:pt idx="1424">
                  <c:v>3288.7200000000003</c:v>
                </c:pt>
                <c:pt idx="1425">
                  <c:v>3290.72</c:v>
                </c:pt>
                <c:pt idx="1426">
                  <c:v>3293.08</c:v>
                </c:pt>
                <c:pt idx="1427">
                  <c:v>3295.25</c:v>
                </c:pt>
                <c:pt idx="1428">
                  <c:v>3297.1</c:v>
                </c:pt>
                <c:pt idx="1429">
                  <c:v>3299.3199999999997</c:v>
                </c:pt>
                <c:pt idx="1430">
                  <c:v>3301.88</c:v>
                </c:pt>
                <c:pt idx="1431">
                  <c:v>3303.42</c:v>
                </c:pt>
                <c:pt idx="1432">
                  <c:v>3306.12</c:v>
                </c:pt>
                <c:pt idx="1433">
                  <c:v>3307.3700000000003</c:v>
                </c:pt>
                <c:pt idx="1434">
                  <c:v>3313.31</c:v>
                </c:pt>
                <c:pt idx="1435">
                  <c:v>3310.18</c:v>
                </c:pt>
                <c:pt idx="1436">
                  <c:v>3318.5699999999997</c:v>
                </c:pt>
                <c:pt idx="1437">
                  <c:v>3317.8399999999997</c:v>
                </c:pt>
                <c:pt idx="1438">
                  <c:v>3317.49</c:v>
                </c:pt>
                <c:pt idx="1439">
                  <c:v>3320.59</c:v>
                </c:pt>
                <c:pt idx="1440">
                  <c:v>3331.13</c:v>
                </c:pt>
                <c:pt idx="1441">
                  <c:v>3333.07</c:v>
                </c:pt>
                <c:pt idx="1442">
                  <c:v>3337.9300000000003</c:v>
                </c:pt>
                <c:pt idx="1443">
                  <c:v>3333.39</c:v>
                </c:pt>
                <c:pt idx="1444">
                  <c:v>3326.4100000000003</c:v>
                </c:pt>
                <c:pt idx="1445">
                  <c:v>3337.92</c:v>
                </c:pt>
                <c:pt idx="1446">
                  <c:v>3329.75</c:v>
                </c:pt>
                <c:pt idx="1447">
                  <c:v>3348.02</c:v>
                </c:pt>
                <c:pt idx="1448">
                  <c:v>3348.91</c:v>
                </c:pt>
                <c:pt idx="1449">
                  <c:v>3341.24</c:v>
                </c:pt>
                <c:pt idx="1450">
                  <c:v>3350.7799999999997</c:v>
                </c:pt>
                <c:pt idx="1451">
                  <c:v>3345.1499999999996</c:v>
                </c:pt>
                <c:pt idx="1452">
                  <c:v>3348.1800000000003</c:v>
                </c:pt>
                <c:pt idx="1453">
                  <c:v>3352.06</c:v>
                </c:pt>
                <c:pt idx="1454">
                  <c:v>3354.81</c:v>
                </c:pt>
                <c:pt idx="1455">
                  <c:v>3355.9100000000003</c:v>
                </c:pt>
                <c:pt idx="1456">
                  <c:v>3358.48</c:v>
                </c:pt>
                <c:pt idx="1457">
                  <c:v>3360.03</c:v>
                </c:pt>
                <c:pt idx="1458">
                  <c:v>3368.38</c:v>
                </c:pt>
                <c:pt idx="1459">
                  <c:v>3370.8300000000004</c:v>
                </c:pt>
                <c:pt idx="1460">
                  <c:v>3359.88</c:v>
                </c:pt>
                <c:pt idx="1461">
                  <c:v>3371.45</c:v>
                </c:pt>
                <c:pt idx="1462">
                  <c:v>3371.35</c:v>
                </c:pt>
                <c:pt idx="1463">
                  <c:v>3371.6499999999996</c:v>
                </c:pt>
                <c:pt idx="1464">
                  <c:v>3372.48</c:v>
                </c:pt>
                <c:pt idx="1465">
                  <c:v>3371.13</c:v>
                </c:pt>
                <c:pt idx="1466">
                  <c:v>3372.5499999999997</c:v>
                </c:pt>
                <c:pt idx="1467">
                  <c:v>3374.34</c:v>
                </c:pt>
                <c:pt idx="1468">
                  <c:v>3373.36</c:v>
                </c:pt>
                <c:pt idx="1469">
                  <c:v>3375.6</c:v>
                </c:pt>
                <c:pt idx="1470">
                  <c:v>3376.2599999999998</c:v>
                </c:pt>
                <c:pt idx="1471">
                  <c:v>3378.97</c:v>
                </c:pt>
                <c:pt idx="1472">
                  <c:v>3379.85</c:v>
                </c:pt>
                <c:pt idx="1473">
                  <c:v>3377</c:v>
                </c:pt>
                <c:pt idx="1474">
                  <c:v>3378.25</c:v>
                </c:pt>
                <c:pt idx="1475">
                  <c:v>3382.93</c:v>
                </c:pt>
                <c:pt idx="1476">
                  <c:v>3385.16</c:v>
                </c:pt>
                <c:pt idx="1477">
                  <c:v>3384.95</c:v>
                </c:pt>
                <c:pt idx="1478">
                  <c:v>3381.92</c:v>
                </c:pt>
                <c:pt idx="1479">
                  <c:v>3380.14</c:v>
                </c:pt>
                <c:pt idx="1480">
                  <c:v>3384.03</c:v>
                </c:pt>
                <c:pt idx="1481">
                  <c:v>3385.7400000000002</c:v>
                </c:pt>
                <c:pt idx="1482">
                  <c:v>3387.1099999999997</c:v>
                </c:pt>
                <c:pt idx="1483">
                  <c:v>3386.21</c:v>
                </c:pt>
                <c:pt idx="1484">
                  <c:v>3388.77</c:v>
                </c:pt>
                <c:pt idx="1485">
                  <c:v>3389.3</c:v>
                </c:pt>
                <c:pt idx="1486">
                  <c:v>3389.35</c:v>
                </c:pt>
                <c:pt idx="1487">
                  <c:v>3394.23</c:v>
                </c:pt>
                <c:pt idx="1488">
                  <c:v>3394.31</c:v>
                </c:pt>
                <c:pt idx="1489">
                  <c:v>3396.54</c:v>
                </c:pt>
                <c:pt idx="1490">
                  <c:v>3398.42</c:v>
                </c:pt>
                <c:pt idx="1491">
                  <c:v>3399.15</c:v>
                </c:pt>
                <c:pt idx="1492">
                  <c:v>3401.1200000000003</c:v>
                </c:pt>
                <c:pt idx="1493">
                  <c:v>3403.14</c:v>
                </c:pt>
                <c:pt idx="1494">
                  <c:v>3405.4500000000003</c:v>
                </c:pt>
                <c:pt idx="1495">
                  <c:v>3406.86</c:v>
                </c:pt>
                <c:pt idx="1496">
                  <c:v>3408.0099999999998</c:v>
                </c:pt>
                <c:pt idx="1497">
                  <c:v>3409.68</c:v>
                </c:pt>
                <c:pt idx="1498">
                  <c:v>3412.8599999999997</c:v>
                </c:pt>
                <c:pt idx="1499">
                  <c:v>3415.13</c:v>
                </c:pt>
                <c:pt idx="1500">
                  <c:v>3415.7099999999996</c:v>
                </c:pt>
                <c:pt idx="1501">
                  <c:v>3417.4500000000003</c:v>
                </c:pt>
                <c:pt idx="1502">
                  <c:v>3419.7000000000003</c:v>
                </c:pt>
                <c:pt idx="1503">
                  <c:v>3421.11</c:v>
                </c:pt>
                <c:pt idx="1504">
                  <c:v>3418.52</c:v>
                </c:pt>
                <c:pt idx="1505">
                  <c:v>3421.44</c:v>
                </c:pt>
                <c:pt idx="1506">
                  <c:v>3422.8399999999997</c:v>
                </c:pt>
                <c:pt idx="1507">
                  <c:v>3425.69</c:v>
                </c:pt>
                <c:pt idx="1508">
                  <c:v>3431.35</c:v>
                </c:pt>
                <c:pt idx="1509">
                  <c:v>3430.38</c:v>
                </c:pt>
                <c:pt idx="1510">
                  <c:v>3434.49</c:v>
                </c:pt>
                <c:pt idx="1511">
                  <c:v>3433.25</c:v>
                </c:pt>
                <c:pt idx="1512">
                  <c:v>3437.19</c:v>
                </c:pt>
                <c:pt idx="1513">
                  <c:v>3436.48</c:v>
                </c:pt>
                <c:pt idx="1514">
                  <c:v>3438.91</c:v>
                </c:pt>
                <c:pt idx="1515">
                  <c:v>3441.63</c:v>
                </c:pt>
                <c:pt idx="1516">
                  <c:v>3442.1400000000003</c:v>
                </c:pt>
                <c:pt idx="1517">
                  <c:v>3444.19</c:v>
                </c:pt>
                <c:pt idx="1518">
                  <c:v>3445.6600000000003</c:v>
                </c:pt>
                <c:pt idx="1519">
                  <c:v>3447.0299999999997</c:v>
                </c:pt>
                <c:pt idx="1520">
                  <c:v>3448.8599999999997</c:v>
                </c:pt>
                <c:pt idx="1521">
                  <c:v>3450.77</c:v>
                </c:pt>
                <c:pt idx="1522">
                  <c:v>3452.3199999999997</c:v>
                </c:pt>
                <c:pt idx="1523">
                  <c:v>3453.41</c:v>
                </c:pt>
                <c:pt idx="1524">
                  <c:v>3455.26</c:v>
                </c:pt>
                <c:pt idx="1525">
                  <c:v>3457.49</c:v>
                </c:pt>
                <c:pt idx="1526">
                  <c:v>3458.81</c:v>
                </c:pt>
                <c:pt idx="1527">
                  <c:v>3460.68</c:v>
                </c:pt>
                <c:pt idx="1528">
                  <c:v>3461.63</c:v>
                </c:pt>
                <c:pt idx="1529">
                  <c:v>3464.03</c:v>
                </c:pt>
                <c:pt idx="1530">
                  <c:v>3466.24</c:v>
                </c:pt>
                <c:pt idx="1531">
                  <c:v>3469.96</c:v>
                </c:pt>
                <c:pt idx="1532">
                  <c:v>3468.87</c:v>
                </c:pt>
                <c:pt idx="1533">
                  <c:v>3470.04</c:v>
                </c:pt>
                <c:pt idx="1534">
                  <c:v>3460.82</c:v>
                </c:pt>
                <c:pt idx="1535">
                  <c:v>3462.4799999999996</c:v>
                </c:pt>
                <c:pt idx="1536">
                  <c:v>3472.57</c:v>
                </c:pt>
                <c:pt idx="1537">
                  <c:v>3473.47</c:v>
                </c:pt>
                <c:pt idx="1538">
                  <c:v>3475.15</c:v>
                </c:pt>
                <c:pt idx="1539">
                  <c:v>3477.2</c:v>
                </c:pt>
                <c:pt idx="1540">
                  <c:v>3475.96</c:v>
                </c:pt>
                <c:pt idx="1541">
                  <c:v>3482.5</c:v>
                </c:pt>
                <c:pt idx="1542">
                  <c:v>3482.45</c:v>
                </c:pt>
                <c:pt idx="1543">
                  <c:v>3485.7200000000003</c:v>
                </c:pt>
                <c:pt idx="1544">
                  <c:v>3483.6800000000003</c:v>
                </c:pt>
                <c:pt idx="1545">
                  <c:v>3486.13</c:v>
                </c:pt>
                <c:pt idx="1546">
                  <c:v>3490.33</c:v>
                </c:pt>
                <c:pt idx="1547">
                  <c:v>3491.3599999999997</c:v>
                </c:pt>
                <c:pt idx="1548">
                  <c:v>3492.75</c:v>
                </c:pt>
                <c:pt idx="1549">
                  <c:v>3495.24</c:v>
                </c:pt>
                <c:pt idx="1550">
                  <c:v>3497.3999999999996</c:v>
                </c:pt>
                <c:pt idx="1551">
                  <c:v>3499.52</c:v>
                </c:pt>
                <c:pt idx="1552">
                  <c:v>3501.35</c:v>
                </c:pt>
                <c:pt idx="1553">
                  <c:v>3503.19</c:v>
                </c:pt>
                <c:pt idx="1554">
                  <c:v>3505.58</c:v>
                </c:pt>
                <c:pt idx="1555">
                  <c:v>3507.4100000000003</c:v>
                </c:pt>
                <c:pt idx="1556">
                  <c:v>3509.95</c:v>
                </c:pt>
                <c:pt idx="1557">
                  <c:v>3511.69</c:v>
                </c:pt>
                <c:pt idx="1558">
                  <c:v>3513.3</c:v>
                </c:pt>
                <c:pt idx="1559">
                  <c:v>3515.1400000000003</c:v>
                </c:pt>
                <c:pt idx="1560">
                  <c:v>3517</c:v>
                </c:pt>
                <c:pt idx="1561">
                  <c:v>3517.84</c:v>
                </c:pt>
                <c:pt idx="1562">
                  <c:v>3519.8399999999997</c:v>
                </c:pt>
                <c:pt idx="1563">
                  <c:v>3520.72</c:v>
                </c:pt>
                <c:pt idx="1564">
                  <c:v>3523.5</c:v>
                </c:pt>
                <c:pt idx="1565">
                  <c:v>3524.77</c:v>
                </c:pt>
                <c:pt idx="1566">
                  <c:v>3528.52</c:v>
                </c:pt>
                <c:pt idx="1567">
                  <c:v>3529.5800000000004</c:v>
                </c:pt>
                <c:pt idx="1568">
                  <c:v>3530.0600000000004</c:v>
                </c:pt>
                <c:pt idx="1569">
                  <c:v>3530.2400000000002</c:v>
                </c:pt>
                <c:pt idx="1570">
                  <c:v>3533.23</c:v>
                </c:pt>
                <c:pt idx="1571">
                  <c:v>3536.24</c:v>
                </c:pt>
                <c:pt idx="1572">
                  <c:v>3539.7599999999998</c:v>
                </c:pt>
                <c:pt idx="1573">
                  <c:v>3542.86</c:v>
                </c:pt>
                <c:pt idx="1574">
                  <c:v>3542.31</c:v>
                </c:pt>
                <c:pt idx="1575">
                  <c:v>3544.31</c:v>
                </c:pt>
                <c:pt idx="1576">
                  <c:v>3547.3599999999997</c:v>
                </c:pt>
                <c:pt idx="1577">
                  <c:v>3548.36</c:v>
                </c:pt>
                <c:pt idx="1578">
                  <c:v>3547.61</c:v>
                </c:pt>
                <c:pt idx="1579">
                  <c:v>3552.63</c:v>
                </c:pt>
                <c:pt idx="1580">
                  <c:v>3553.02</c:v>
                </c:pt>
                <c:pt idx="1581">
                  <c:v>3557.84</c:v>
                </c:pt>
                <c:pt idx="1582">
                  <c:v>3556.1699999999996</c:v>
                </c:pt>
                <c:pt idx="1583">
                  <c:v>3557.48</c:v>
                </c:pt>
                <c:pt idx="1584">
                  <c:v>3558.97</c:v>
                </c:pt>
                <c:pt idx="1585">
                  <c:v>3560.98</c:v>
                </c:pt>
                <c:pt idx="1586">
                  <c:v>3561.57</c:v>
                </c:pt>
                <c:pt idx="1587">
                  <c:v>3564.85</c:v>
                </c:pt>
                <c:pt idx="1588">
                  <c:v>3569.93</c:v>
                </c:pt>
                <c:pt idx="1589">
                  <c:v>3569.27</c:v>
                </c:pt>
                <c:pt idx="1590">
                  <c:v>3569.38</c:v>
                </c:pt>
                <c:pt idx="1591">
                  <c:v>3568.98</c:v>
                </c:pt>
                <c:pt idx="1592">
                  <c:v>3567.82</c:v>
                </c:pt>
                <c:pt idx="1593">
                  <c:v>3566.89</c:v>
                </c:pt>
                <c:pt idx="1594">
                  <c:v>3565.09</c:v>
                </c:pt>
                <c:pt idx="1595">
                  <c:v>3570.27</c:v>
                </c:pt>
                <c:pt idx="1596">
                  <c:v>3567.24</c:v>
                </c:pt>
                <c:pt idx="1597">
                  <c:v>3569.06</c:v>
                </c:pt>
                <c:pt idx="1598">
                  <c:v>3569.76</c:v>
                </c:pt>
                <c:pt idx="1599">
                  <c:v>3567.06</c:v>
                </c:pt>
                <c:pt idx="1600">
                  <c:v>3575.59</c:v>
                </c:pt>
                <c:pt idx="1601">
                  <c:v>3575.02</c:v>
                </c:pt>
                <c:pt idx="1602">
                  <c:v>3572.45</c:v>
                </c:pt>
                <c:pt idx="1603">
                  <c:v>3572.99</c:v>
                </c:pt>
                <c:pt idx="1604">
                  <c:v>3580.8399999999997</c:v>
                </c:pt>
                <c:pt idx="1605">
                  <c:v>3581.8599999999997</c:v>
                </c:pt>
                <c:pt idx="1606">
                  <c:v>3583.93</c:v>
                </c:pt>
                <c:pt idx="1607">
                  <c:v>3585.57</c:v>
                </c:pt>
                <c:pt idx="1608">
                  <c:v>3587.27</c:v>
                </c:pt>
                <c:pt idx="1609">
                  <c:v>3569.94</c:v>
                </c:pt>
                <c:pt idx="1610">
                  <c:v>3572.9700000000003</c:v>
                </c:pt>
                <c:pt idx="1611">
                  <c:v>3585.4900000000002</c:v>
                </c:pt>
                <c:pt idx="1612">
                  <c:v>3585.63</c:v>
                </c:pt>
                <c:pt idx="1613">
                  <c:v>3586.7200000000003</c:v>
                </c:pt>
                <c:pt idx="1614">
                  <c:v>3585.8599999999997</c:v>
                </c:pt>
                <c:pt idx="1615">
                  <c:v>3588.92</c:v>
                </c:pt>
                <c:pt idx="1616">
                  <c:v>3590.58</c:v>
                </c:pt>
                <c:pt idx="1617">
                  <c:v>3592.6800000000003</c:v>
                </c:pt>
                <c:pt idx="1618">
                  <c:v>3593.07</c:v>
                </c:pt>
                <c:pt idx="1619">
                  <c:v>3595.02</c:v>
                </c:pt>
                <c:pt idx="1620">
                  <c:v>3596.66</c:v>
                </c:pt>
                <c:pt idx="1621">
                  <c:v>3598.95</c:v>
                </c:pt>
                <c:pt idx="1622">
                  <c:v>3601.1600000000003</c:v>
                </c:pt>
                <c:pt idx="1623">
                  <c:v>3602.69</c:v>
                </c:pt>
                <c:pt idx="1624">
                  <c:v>3603.6000000000004</c:v>
                </c:pt>
                <c:pt idx="1625">
                  <c:v>3606.0699999999997</c:v>
                </c:pt>
                <c:pt idx="1626">
                  <c:v>3605.74</c:v>
                </c:pt>
                <c:pt idx="1627">
                  <c:v>3610.43</c:v>
                </c:pt>
                <c:pt idx="1628">
                  <c:v>3611.69</c:v>
                </c:pt>
                <c:pt idx="1629">
                  <c:v>3607.98</c:v>
                </c:pt>
                <c:pt idx="1630">
                  <c:v>3609.8599999999997</c:v>
                </c:pt>
                <c:pt idx="1631">
                  <c:v>3610.63</c:v>
                </c:pt>
                <c:pt idx="1632">
                  <c:v>3618.21</c:v>
                </c:pt>
                <c:pt idx="1633">
                  <c:v>3613.8599999999997</c:v>
                </c:pt>
                <c:pt idx="1634">
                  <c:v>3616.3599999999997</c:v>
                </c:pt>
                <c:pt idx="1635">
                  <c:v>3620.4100000000003</c:v>
                </c:pt>
                <c:pt idx="1636">
                  <c:v>3621.84</c:v>
                </c:pt>
                <c:pt idx="1637">
                  <c:v>3622.78</c:v>
                </c:pt>
                <c:pt idx="1638">
                  <c:v>3624.56</c:v>
                </c:pt>
                <c:pt idx="1639">
                  <c:v>3625.07</c:v>
                </c:pt>
                <c:pt idx="1640">
                  <c:v>3626.95</c:v>
                </c:pt>
                <c:pt idx="1641">
                  <c:v>3626.92</c:v>
                </c:pt>
                <c:pt idx="1642">
                  <c:v>3628.77</c:v>
                </c:pt>
                <c:pt idx="1643">
                  <c:v>3630.3399999999997</c:v>
                </c:pt>
                <c:pt idx="1644">
                  <c:v>3632.53</c:v>
                </c:pt>
                <c:pt idx="1645">
                  <c:v>3632.85</c:v>
                </c:pt>
                <c:pt idx="1646">
                  <c:v>3634</c:v>
                </c:pt>
                <c:pt idx="1647">
                  <c:v>3635.0699999999997</c:v>
                </c:pt>
                <c:pt idx="1648">
                  <c:v>3637.39</c:v>
                </c:pt>
                <c:pt idx="1649">
                  <c:v>3639.1</c:v>
                </c:pt>
                <c:pt idx="1650">
                  <c:v>3640.28</c:v>
                </c:pt>
                <c:pt idx="1651">
                  <c:v>3642.3999999999996</c:v>
                </c:pt>
                <c:pt idx="1652">
                  <c:v>3643.42</c:v>
                </c:pt>
                <c:pt idx="1653">
                  <c:v>3646.1</c:v>
                </c:pt>
                <c:pt idx="1654">
                  <c:v>3646.88</c:v>
                </c:pt>
                <c:pt idx="1655">
                  <c:v>3646.9100000000003</c:v>
                </c:pt>
                <c:pt idx="1656">
                  <c:v>3648.7799999999997</c:v>
                </c:pt>
                <c:pt idx="1657">
                  <c:v>3652.0800000000004</c:v>
                </c:pt>
                <c:pt idx="1658">
                  <c:v>3652.82</c:v>
                </c:pt>
                <c:pt idx="1659">
                  <c:v>3652.79</c:v>
                </c:pt>
                <c:pt idx="1660">
                  <c:v>3659.7</c:v>
                </c:pt>
                <c:pt idx="1661">
                  <c:v>3661.09</c:v>
                </c:pt>
                <c:pt idx="1662">
                  <c:v>3658.89</c:v>
                </c:pt>
                <c:pt idx="1663">
                  <c:v>3663.6600000000003</c:v>
                </c:pt>
                <c:pt idx="1664">
                  <c:v>3661.15</c:v>
                </c:pt>
                <c:pt idx="1665">
                  <c:v>3662.33</c:v>
                </c:pt>
                <c:pt idx="1666">
                  <c:v>3664.59</c:v>
                </c:pt>
                <c:pt idx="1667">
                  <c:v>3666.84</c:v>
                </c:pt>
                <c:pt idx="1668">
                  <c:v>3667.2799999999997</c:v>
                </c:pt>
                <c:pt idx="1669">
                  <c:v>3670.56</c:v>
                </c:pt>
                <c:pt idx="1670">
                  <c:v>3671.15</c:v>
                </c:pt>
                <c:pt idx="1671">
                  <c:v>3674.02</c:v>
                </c:pt>
                <c:pt idx="1672">
                  <c:v>3675.8199999999997</c:v>
                </c:pt>
                <c:pt idx="1673">
                  <c:v>3654.82</c:v>
                </c:pt>
                <c:pt idx="1674">
                  <c:v>3657.64</c:v>
                </c:pt>
                <c:pt idx="1675">
                  <c:v>3674.0499999999997</c:v>
                </c:pt>
                <c:pt idx="1676">
                  <c:v>3674.51</c:v>
                </c:pt>
                <c:pt idx="1677">
                  <c:v>3674.4900000000002</c:v>
                </c:pt>
                <c:pt idx="1678">
                  <c:v>3675.69</c:v>
                </c:pt>
                <c:pt idx="1679">
                  <c:v>3675.8</c:v>
                </c:pt>
                <c:pt idx="1680">
                  <c:v>3678.95</c:v>
                </c:pt>
                <c:pt idx="1681">
                  <c:v>3679.32</c:v>
                </c:pt>
                <c:pt idx="1682">
                  <c:v>3680.31</c:v>
                </c:pt>
                <c:pt idx="1683">
                  <c:v>3680.9500000000003</c:v>
                </c:pt>
                <c:pt idx="1684">
                  <c:v>3684.66</c:v>
                </c:pt>
                <c:pt idx="1685">
                  <c:v>3683.1</c:v>
                </c:pt>
                <c:pt idx="1686">
                  <c:v>3687.64</c:v>
                </c:pt>
                <c:pt idx="1687">
                  <c:v>3683.69</c:v>
                </c:pt>
                <c:pt idx="1688">
                  <c:v>3683.58</c:v>
                </c:pt>
                <c:pt idx="1689">
                  <c:v>3686.12</c:v>
                </c:pt>
                <c:pt idx="1690">
                  <c:v>3686.41</c:v>
                </c:pt>
                <c:pt idx="1691">
                  <c:v>3686.79</c:v>
                </c:pt>
                <c:pt idx="1692">
                  <c:v>3684.9599999999996</c:v>
                </c:pt>
                <c:pt idx="1693">
                  <c:v>3686.5299999999997</c:v>
                </c:pt>
                <c:pt idx="1694">
                  <c:v>3692.19</c:v>
                </c:pt>
                <c:pt idx="1695">
                  <c:v>3692.86</c:v>
                </c:pt>
                <c:pt idx="1696">
                  <c:v>3690.84</c:v>
                </c:pt>
                <c:pt idx="1697">
                  <c:v>3694.48</c:v>
                </c:pt>
                <c:pt idx="1698">
                  <c:v>3694.4</c:v>
                </c:pt>
                <c:pt idx="1699">
                  <c:v>3697.2999999999997</c:v>
                </c:pt>
                <c:pt idx="1700">
                  <c:v>3697.24</c:v>
                </c:pt>
                <c:pt idx="1701">
                  <c:v>3699.0099999999998</c:v>
                </c:pt>
                <c:pt idx="1702">
                  <c:v>3700.08</c:v>
                </c:pt>
                <c:pt idx="1703">
                  <c:v>3702.47</c:v>
                </c:pt>
                <c:pt idx="1704">
                  <c:v>3704.08</c:v>
                </c:pt>
                <c:pt idx="1705">
                  <c:v>3705.99</c:v>
                </c:pt>
                <c:pt idx="1706">
                  <c:v>3705.82</c:v>
                </c:pt>
                <c:pt idx="1707">
                  <c:v>3707.27</c:v>
                </c:pt>
                <c:pt idx="1708">
                  <c:v>3708.7599999999998</c:v>
                </c:pt>
                <c:pt idx="1709">
                  <c:v>3710.45</c:v>
                </c:pt>
                <c:pt idx="1710">
                  <c:v>3711.08</c:v>
                </c:pt>
                <c:pt idx="1711">
                  <c:v>3714.3799999999997</c:v>
                </c:pt>
                <c:pt idx="1712">
                  <c:v>3715.02</c:v>
                </c:pt>
                <c:pt idx="1713">
                  <c:v>3717.46</c:v>
                </c:pt>
                <c:pt idx="1714">
                  <c:v>3716.96</c:v>
                </c:pt>
                <c:pt idx="1715">
                  <c:v>3720.88</c:v>
                </c:pt>
                <c:pt idx="1716">
                  <c:v>3719.64</c:v>
                </c:pt>
                <c:pt idx="1717">
                  <c:v>3722.69</c:v>
                </c:pt>
                <c:pt idx="1718">
                  <c:v>3726.15</c:v>
                </c:pt>
                <c:pt idx="1719">
                  <c:v>3728.91</c:v>
                </c:pt>
                <c:pt idx="1720">
                  <c:v>3730.72</c:v>
                </c:pt>
                <c:pt idx="1721">
                  <c:v>3728.2799999999997</c:v>
                </c:pt>
                <c:pt idx="1722">
                  <c:v>3733.17</c:v>
                </c:pt>
                <c:pt idx="1723">
                  <c:v>3733.66</c:v>
                </c:pt>
                <c:pt idx="1724">
                  <c:v>3739.95</c:v>
                </c:pt>
                <c:pt idx="1725">
                  <c:v>3738.98</c:v>
                </c:pt>
                <c:pt idx="1726">
                  <c:v>3742.88</c:v>
                </c:pt>
                <c:pt idx="1727">
                  <c:v>3743.0099999999998</c:v>
                </c:pt>
                <c:pt idx="1728">
                  <c:v>3744.8199999999997</c:v>
                </c:pt>
                <c:pt idx="1729">
                  <c:v>3748.62</c:v>
                </c:pt>
                <c:pt idx="1730">
                  <c:v>3749.98</c:v>
                </c:pt>
                <c:pt idx="1731">
                  <c:v>3751.5299999999997</c:v>
                </c:pt>
                <c:pt idx="1732">
                  <c:v>3753.52</c:v>
                </c:pt>
                <c:pt idx="1733">
                  <c:v>3755.44</c:v>
                </c:pt>
                <c:pt idx="1734">
                  <c:v>3757.21</c:v>
                </c:pt>
                <c:pt idx="1735">
                  <c:v>3758.89</c:v>
                </c:pt>
                <c:pt idx="1736">
                  <c:v>3760.68</c:v>
                </c:pt>
                <c:pt idx="1737">
                  <c:v>3762.3700000000003</c:v>
                </c:pt>
                <c:pt idx="1738">
                  <c:v>3764.69</c:v>
                </c:pt>
                <c:pt idx="1739">
                  <c:v>3766.3</c:v>
                </c:pt>
                <c:pt idx="1740">
                  <c:v>3768.1</c:v>
                </c:pt>
                <c:pt idx="1741">
                  <c:v>3769.31</c:v>
                </c:pt>
                <c:pt idx="1742">
                  <c:v>3771</c:v>
                </c:pt>
                <c:pt idx="1743">
                  <c:v>3776.2</c:v>
                </c:pt>
                <c:pt idx="1744">
                  <c:v>3776.57</c:v>
                </c:pt>
                <c:pt idx="1745">
                  <c:v>3775.33</c:v>
                </c:pt>
                <c:pt idx="1746">
                  <c:v>3782.4</c:v>
                </c:pt>
                <c:pt idx="1747">
                  <c:v>3779.46</c:v>
                </c:pt>
                <c:pt idx="1748">
                  <c:v>3786.3199999999997</c:v>
                </c:pt>
                <c:pt idx="1749">
                  <c:v>3784.46</c:v>
                </c:pt>
                <c:pt idx="1750">
                  <c:v>3788.51</c:v>
                </c:pt>
                <c:pt idx="1751">
                  <c:v>3790.19</c:v>
                </c:pt>
                <c:pt idx="1752">
                  <c:v>3791.14</c:v>
                </c:pt>
                <c:pt idx="1753">
                  <c:v>3790.33</c:v>
                </c:pt>
                <c:pt idx="1754">
                  <c:v>3793.77</c:v>
                </c:pt>
                <c:pt idx="1755">
                  <c:v>3795.2200000000003</c:v>
                </c:pt>
                <c:pt idx="1756">
                  <c:v>3799.35</c:v>
                </c:pt>
                <c:pt idx="1757">
                  <c:v>3800.79</c:v>
                </c:pt>
                <c:pt idx="1758">
                  <c:v>3801.7400000000002</c:v>
                </c:pt>
                <c:pt idx="1759">
                  <c:v>3803.95</c:v>
                </c:pt>
                <c:pt idx="1760">
                  <c:v>3806.07</c:v>
                </c:pt>
                <c:pt idx="1761">
                  <c:v>3807.38</c:v>
                </c:pt>
                <c:pt idx="1762">
                  <c:v>3808.6099999999997</c:v>
                </c:pt>
                <c:pt idx="1763">
                  <c:v>3811.0400000000004</c:v>
                </c:pt>
                <c:pt idx="1764">
                  <c:v>3808.9</c:v>
                </c:pt>
                <c:pt idx="1765">
                  <c:v>3809.58</c:v>
                </c:pt>
                <c:pt idx="1766">
                  <c:v>3813.71</c:v>
                </c:pt>
                <c:pt idx="1767">
                  <c:v>3814.96</c:v>
                </c:pt>
                <c:pt idx="1768">
                  <c:v>3814.63</c:v>
                </c:pt>
                <c:pt idx="1769">
                  <c:v>3814.99</c:v>
                </c:pt>
                <c:pt idx="1770">
                  <c:v>3814.98</c:v>
                </c:pt>
                <c:pt idx="1771">
                  <c:v>3817.33</c:v>
                </c:pt>
                <c:pt idx="1772">
                  <c:v>3818.79</c:v>
                </c:pt>
                <c:pt idx="1773">
                  <c:v>3817.19</c:v>
                </c:pt>
                <c:pt idx="1774">
                  <c:v>3820.17</c:v>
                </c:pt>
                <c:pt idx="1775">
                  <c:v>3822.79</c:v>
                </c:pt>
                <c:pt idx="1776">
                  <c:v>3824.69</c:v>
                </c:pt>
                <c:pt idx="1777">
                  <c:v>3822.5600000000004</c:v>
                </c:pt>
                <c:pt idx="1778">
                  <c:v>3828.81</c:v>
                </c:pt>
                <c:pt idx="1779">
                  <c:v>3824.05</c:v>
                </c:pt>
                <c:pt idx="1780">
                  <c:v>3829.06</c:v>
                </c:pt>
                <c:pt idx="1781">
                  <c:v>3828.51</c:v>
                </c:pt>
                <c:pt idx="1782">
                  <c:v>3828.86</c:v>
                </c:pt>
                <c:pt idx="1783">
                  <c:v>3834.24</c:v>
                </c:pt>
                <c:pt idx="1784">
                  <c:v>3831.62</c:v>
                </c:pt>
                <c:pt idx="1785">
                  <c:v>3832.3399999999997</c:v>
                </c:pt>
                <c:pt idx="1786">
                  <c:v>3833.88</c:v>
                </c:pt>
                <c:pt idx="1787">
                  <c:v>3835.3199999999997</c:v>
                </c:pt>
                <c:pt idx="1788">
                  <c:v>3836.86</c:v>
                </c:pt>
                <c:pt idx="1789">
                  <c:v>3838.39</c:v>
                </c:pt>
                <c:pt idx="1790">
                  <c:v>3839.82</c:v>
                </c:pt>
                <c:pt idx="1791">
                  <c:v>3842.25</c:v>
                </c:pt>
                <c:pt idx="1792">
                  <c:v>3842.0299999999997</c:v>
                </c:pt>
                <c:pt idx="1793">
                  <c:v>3843.02</c:v>
                </c:pt>
                <c:pt idx="1794">
                  <c:v>3844.42</c:v>
                </c:pt>
                <c:pt idx="1795">
                  <c:v>3845.7200000000003</c:v>
                </c:pt>
                <c:pt idx="1796">
                  <c:v>3848.05</c:v>
                </c:pt>
                <c:pt idx="1797">
                  <c:v>3850.4700000000003</c:v>
                </c:pt>
                <c:pt idx="1798">
                  <c:v>3851.21</c:v>
                </c:pt>
                <c:pt idx="1799">
                  <c:v>3850.4700000000003</c:v>
                </c:pt>
                <c:pt idx="1800">
                  <c:v>3855.06</c:v>
                </c:pt>
                <c:pt idx="1801">
                  <c:v>3854.82</c:v>
                </c:pt>
                <c:pt idx="1802">
                  <c:v>3858.06</c:v>
                </c:pt>
                <c:pt idx="1803">
                  <c:v>3858.19</c:v>
                </c:pt>
                <c:pt idx="1804">
                  <c:v>3861.48</c:v>
                </c:pt>
                <c:pt idx="1805">
                  <c:v>3860.57</c:v>
                </c:pt>
                <c:pt idx="1806">
                  <c:v>3862.11</c:v>
                </c:pt>
                <c:pt idx="1807">
                  <c:v>3863.57</c:v>
                </c:pt>
                <c:pt idx="1808">
                  <c:v>3867.01</c:v>
                </c:pt>
                <c:pt idx="1809">
                  <c:v>3869.3300000000004</c:v>
                </c:pt>
                <c:pt idx="1810">
                  <c:v>3866.21</c:v>
                </c:pt>
                <c:pt idx="1811">
                  <c:v>3871.44</c:v>
                </c:pt>
                <c:pt idx="1812">
                  <c:v>3869.4500000000003</c:v>
                </c:pt>
                <c:pt idx="1813">
                  <c:v>3871.39</c:v>
                </c:pt>
                <c:pt idx="1814">
                  <c:v>3873.2700000000004</c:v>
                </c:pt>
                <c:pt idx="1815">
                  <c:v>3874.6200000000003</c:v>
                </c:pt>
                <c:pt idx="1816">
                  <c:v>3875.28</c:v>
                </c:pt>
                <c:pt idx="1817">
                  <c:v>3876.81</c:v>
                </c:pt>
                <c:pt idx="1818">
                  <c:v>3878.64</c:v>
                </c:pt>
                <c:pt idx="1819">
                  <c:v>3880.7200000000003</c:v>
                </c:pt>
                <c:pt idx="1820">
                  <c:v>3882.2999999999997</c:v>
                </c:pt>
                <c:pt idx="1821">
                  <c:v>3883.35</c:v>
                </c:pt>
                <c:pt idx="1822">
                  <c:v>3884.75</c:v>
                </c:pt>
                <c:pt idx="1823">
                  <c:v>3887.2</c:v>
                </c:pt>
                <c:pt idx="1824">
                  <c:v>3889.37</c:v>
                </c:pt>
                <c:pt idx="1825">
                  <c:v>3891.09</c:v>
                </c:pt>
                <c:pt idx="1826">
                  <c:v>3891.09</c:v>
                </c:pt>
                <c:pt idx="1827">
                  <c:v>3891.73</c:v>
                </c:pt>
                <c:pt idx="1828">
                  <c:v>3892.7999999999997</c:v>
                </c:pt>
                <c:pt idx="1829">
                  <c:v>3893.3</c:v>
                </c:pt>
                <c:pt idx="1830">
                  <c:v>3886.66</c:v>
                </c:pt>
                <c:pt idx="1831">
                  <c:v>3891.87</c:v>
                </c:pt>
                <c:pt idx="1832">
                  <c:v>3895.08</c:v>
                </c:pt>
                <c:pt idx="1833">
                  <c:v>3886.11</c:v>
                </c:pt>
                <c:pt idx="1834">
                  <c:v>3892.39</c:v>
                </c:pt>
                <c:pt idx="1835">
                  <c:v>3893.14</c:v>
                </c:pt>
                <c:pt idx="1836">
                  <c:v>3896.77</c:v>
                </c:pt>
                <c:pt idx="1837">
                  <c:v>3894.6299999999997</c:v>
                </c:pt>
                <c:pt idx="1838">
                  <c:v>3895.9</c:v>
                </c:pt>
                <c:pt idx="1839">
                  <c:v>3899.99</c:v>
                </c:pt>
                <c:pt idx="1840">
                  <c:v>3899.01</c:v>
                </c:pt>
                <c:pt idx="1841">
                  <c:v>3900.68</c:v>
                </c:pt>
                <c:pt idx="1842">
                  <c:v>3902.13</c:v>
                </c:pt>
                <c:pt idx="1843">
                  <c:v>3906.18</c:v>
                </c:pt>
                <c:pt idx="1844">
                  <c:v>3906.18</c:v>
                </c:pt>
                <c:pt idx="1845">
                  <c:v>3908.19</c:v>
                </c:pt>
                <c:pt idx="1846">
                  <c:v>3910.65</c:v>
                </c:pt>
                <c:pt idx="1847">
                  <c:v>3913.41</c:v>
                </c:pt>
                <c:pt idx="1848">
                  <c:v>3914.22</c:v>
                </c:pt>
                <c:pt idx="1849">
                  <c:v>3915.06</c:v>
                </c:pt>
                <c:pt idx="1850">
                  <c:v>3916.92</c:v>
                </c:pt>
                <c:pt idx="1851">
                  <c:v>3918.01</c:v>
                </c:pt>
                <c:pt idx="1852">
                  <c:v>3919.64</c:v>
                </c:pt>
                <c:pt idx="1853">
                  <c:v>3921.09</c:v>
                </c:pt>
                <c:pt idx="1854">
                  <c:v>3921.78</c:v>
                </c:pt>
                <c:pt idx="1855">
                  <c:v>3923.39</c:v>
                </c:pt>
                <c:pt idx="1856">
                  <c:v>3925.08</c:v>
                </c:pt>
                <c:pt idx="1857">
                  <c:v>3925.23</c:v>
                </c:pt>
                <c:pt idx="1858">
                  <c:v>3928.62</c:v>
                </c:pt>
                <c:pt idx="1859">
                  <c:v>3928.51</c:v>
                </c:pt>
                <c:pt idx="1860">
                  <c:v>3929.05</c:v>
                </c:pt>
                <c:pt idx="1861">
                  <c:v>3931.96</c:v>
                </c:pt>
                <c:pt idx="1862">
                  <c:v>3928.67</c:v>
                </c:pt>
                <c:pt idx="1863">
                  <c:v>3930.6800000000003</c:v>
                </c:pt>
                <c:pt idx="1864">
                  <c:v>3939.4</c:v>
                </c:pt>
                <c:pt idx="1865">
                  <c:v>3936.7999999999997</c:v>
                </c:pt>
                <c:pt idx="1866">
                  <c:v>3938.05</c:v>
                </c:pt>
                <c:pt idx="1867">
                  <c:v>3942.45</c:v>
                </c:pt>
                <c:pt idx="1868">
                  <c:v>3941.8</c:v>
                </c:pt>
                <c:pt idx="1869">
                  <c:v>3944.14</c:v>
                </c:pt>
                <c:pt idx="1870">
                  <c:v>3943.07</c:v>
                </c:pt>
                <c:pt idx="1871">
                  <c:v>3947.61</c:v>
                </c:pt>
                <c:pt idx="1872">
                  <c:v>3948.21</c:v>
                </c:pt>
                <c:pt idx="1873">
                  <c:v>3949.9399999999996</c:v>
                </c:pt>
                <c:pt idx="1874">
                  <c:v>3952.25</c:v>
                </c:pt>
                <c:pt idx="1875">
                  <c:v>3954.26</c:v>
                </c:pt>
                <c:pt idx="1876">
                  <c:v>3956.4900000000002</c:v>
                </c:pt>
                <c:pt idx="1877">
                  <c:v>3958.13</c:v>
                </c:pt>
                <c:pt idx="1878">
                  <c:v>3959.81</c:v>
                </c:pt>
                <c:pt idx="1879">
                  <c:v>3961.11</c:v>
                </c:pt>
                <c:pt idx="1880">
                  <c:v>3963.43</c:v>
                </c:pt>
                <c:pt idx="1881">
                  <c:v>3966.0299999999997</c:v>
                </c:pt>
                <c:pt idx="1882">
                  <c:v>3970.3599999999997</c:v>
                </c:pt>
                <c:pt idx="1883">
                  <c:v>3969.09</c:v>
                </c:pt>
                <c:pt idx="1884">
                  <c:v>3970.5</c:v>
                </c:pt>
                <c:pt idx="1885">
                  <c:v>3971.86</c:v>
                </c:pt>
                <c:pt idx="1886">
                  <c:v>3973.1200000000003</c:v>
                </c:pt>
                <c:pt idx="1887">
                  <c:v>3975.32</c:v>
                </c:pt>
                <c:pt idx="1888">
                  <c:v>3977.42</c:v>
                </c:pt>
                <c:pt idx="1889">
                  <c:v>3978.23</c:v>
                </c:pt>
                <c:pt idx="1890">
                  <c:v>3981.71</c:v>
                </c:pt>
                <c:pt idx="1891">
                  <c:v>3982.39</c:v>
                </c:pt>
                <c:pt idx="1892">
                  <c:v>3985.7</c:v>
                </c:pt>
                <c:pt idx="1893">
                  <c:v>3988.17</c:v>
                </c:pt>
                <c:pt idx="1894">
                  <c:v>3988.52</c:v>
                </c:pt>
                <c:pt idx="1895">
                  <c:v>3984.39</c:v>
                </c:pt>
                <c:pt idx="1896">
                  <c:v>3985.0699999999997</c:v>
                </c:pt>
                <c:pt idx="1897">
                  <c:v>3986.8100000000004</c:v>
                </c:pt>
                <c:pt idx="1898">
                  <c:v>3988.47</c:v>
                </c:pt>
                <c:pt idx="1899">
                  <c:v>3994.0699999999997</c:v>
                </c:pt>
                <c:pt idx="1900">
                  <c:v>3994.62</c:v>
                </c:pt>
                <c:pt idx="1901">
                  <c:v>3997.87</c:v>
                </c:pt>
                <c:pt idx="1902">
                  <c:v>3996.9199999999996</c:v>
                </c:pt>
                <c:pt idx="1903">
                  <c:v>3999.76</c:v>
                </c:pt>
                <c:pt idx="1904">
                  <c:v>4000.73</c:v>
                </c:pt>
                <c:pt idx="1905">
                  <c:v>3998.42</c:v>
                </c:pt>
                <c:pt idx="1906">
                  <c:v>4003.9800000000005</c:v>
                </c:pt>
                <c:pt idx="1907">
                  <c:v>4004.6499999999996</c:v>
                </c:pt>
                <c:pt idx="1908">
                  <c:v>4005.7299999999996</c:v>
                </c:pt>
                <c:pt idx="1909">
                  <c:v>4006.64</c:v>
                </c:pt>
                <c:pt idx="1910">
                  <c:v>4008.97</c:v>
                </c:pt>
                <c:pt idx="1911">
                  <c:v>4010.44</c:v>
                </c:pt>
                <c:pt idx="1912">
                  <c:v>4012.0699999999997</c:v>
                </c:pt>
                <c:pt idx="1913">
                  <c:v>4013.2599999999998</c:v>
                </c:pt>
                <c:pt idx="1914">
                  <c:v>4015.04</c:v>
                </c:pt>
                <c:pt idx="1915">
                  <c:v>4017.67</c:v>
                </c:pt>
                <c:pt idx="1916">
                  <c:v>4018.96</c:v>
                </c:pt>
                <c:pt idx="1917">
                  <c:v>4018.7799999999997</c:v>
                </c:pt>
                <c:pt idx="1918">
                  <c:v>4020.15</c:v>
                </c:pt>
                <c:pt idx="1919">
                  <c:v>4020.8500000000004</c:v>
                </c:pt>
                <c:pt idx="1920">
                  <c:v>4021.42</c:v>
                </c:pt>
                <c:pt idx="1921">
                  <c:v>4021.2899999999995</c:v>
                </c:pt>
                <c:pt idx="1922">
                  <c:v>4022.9999999999995</c:v>
                </c:pt>
                <c:pt idx="1923">
                  <c:v>4028.03</c:v>
                </c:pt>
                <c:pt idx="1924">
                  <c:v>4027.1800000000003</c:v>
                </c:pt>
                <c:pt idx="1925">
                  <c:v>4029.96</c:v>
                </c:pt>
                <c:pt idx="1926">
                  <c:v>4028.8599999999997</c:v>
                </c:pt>
                <c:pt idx="1927">
                  <c:v>4031.93</c:v>
                </c:pt>
                <c:pt idx="1928">
                  <c:v>4031.58</c:v>
                </c:pt>
                <c:pt idx="1929">
                  <c:v>4035.7799999999997</c:v>
                </c:pt>
                <c:pt idx="1930">
                  <c:v>4031.35</c:v>
                </c:pt>
                <c:pt idx="1931">
                  <c:v>4032.82</c:v>
                </c:pt>
                <c:pt idx="1932">
                  <c:v>4037.6000000000004</c:v>
                </c:pt>
                <c:pt idx="1933">
                  <c:v>4038.6300000000006</c:v>
                </c:pt>
                <c:pt idx="1934">
                  <c:v>4038.17</c:v>
                </c:pt>
                <c:pt idx="1935">
                  <c:v>4039.2799999999997</c:v>
                </c:pt>
                <c:pt idx="1936">
                  <c:v>4040.82</c:v>
                </c:pt>
                <c:pt idx="1937">
                  <c:v>4041.41</c:v>
                </c:pt>
                <c:pt idx="1938">
                  <c:v>4042.1699999999996</c:v>
                </c:pt>
                <c:pt idx="1939">
                  <c:v>4042.9700000000003</c:v>
                </c:pt>
                <c:pt idx="1940">
                  <c:v>4044.25</c:v>
                </c:pt>
                <c:pt idx="1941">
                  <c:v>4045.21</c:v>
                </c:pt>
                <c:pt idx="1942">
                  <c:v>4046.2999999999997</c:v>
                </c:pt>
                <c:pt idx="1943">
                  <c:v>4047.9</c:v>
                </c:pt>
                <c:pt idx="1944">
                  <c:v>4050.6200000000003</c:v>
                </c:pt>
                <c:pt idx="1945">
                  <c:v>4048.68</c:v>
                </c:pt>
                <c:pt idx="1946">
                  <c:v>4051.66</c:v>
                </c:pt>
                <c:pt idx="1947">
                  <c:v>4049.93</c:v>
                </c:pt>
                <c:pt idx="1948">
                  <c:v>4050.68</c:v>
                </c:pt>
                <c:pt idx="1949">
                  <c:v>4049.72</c:v>
                </c:pt>
                <c:pt idx="1950">
                  <c:v>4050.2700000000004</c:v>
                </c:pt>
                <c:pt idx="1951">
                  <c:v>4057.3199999999997</c:v>
                </c:pt>
                <c:pt idx="1952">
                  <c:v>4054.6699999999996</c:v>
                </c:pt>
                <c:pt idx="1953">
                  <c:v>4057.25</c:v>
                </c:pt>
                <c:pt idx="1954">
                  <c:v>4060.59</c:v>
                </c:pt>
                <c:pt idx="1955">
                  <c:v>4056.8999999999996</c:v>
                </c:pt>
                <c:pt idx="1956">
                  <c:v>4065.3300000000004</c:v>
                </c:pt>
                <c:pt idx="1957">
                  <c:v>4066.13</c:v>
                </c:pt>
                <c:pt idx="1958">
                  <c:v>4064.97</c:v>
                </c:pt>
                <c:pt idx="1959">
                  <c:v>4061.4999999999995</c:v>
                </c:pt>
                <c:pt idx="1960">
                  <c:v>4063.16</c:v>
                </c:pt>
                <c:pt idx="1961">
                  <c:v>4068.67</c:v>
                </c:pt>
                <c:pt idx="1962">
                  <c:v>4069.5800000000004</c:v>
                </c:pt>
                <c:pt idx="1963">
                  <c:v>4066.42</c:v>
                </c:pt>
                <c:pt idx="1964">
                  <c:v>4072.22</c:v>
                </c:pt>
                <c:pt idx="1965">
                  <c:v>4072.71</c:v>
                </c:pt>
                <c:pt idx="1966">
                  <c:v>4074.58</c:v>
                </c:pt>
                <c:pt idx="1967">
                  <c:v>4075.1</c:v>
                </c:pt>
                <c:pt idx="1968">
                  <c:v>4077.4800000000005</c:v>
                </c:pt>
                <c:pt idx="1969">
                  <c:v>4078.93</c:v>
                </c:pt>
                <c:pt idx="1970">
                  <c:v>4080.99</c:v>
                </c:pt>
                <c:pt idx="1971">
                  <c:v>4080.11</c:v>
                </c:pt>
                <c:pt idx="1972">
                  <c:v>4086.48</c:v>
                </c:pt>
                <c:pt idx="1973">
                  <c:v>4086.7599999999998</c:v>
                </c:pt>
                <c:pt idx="1974">
                  <c:v>4087.47</c:v>
                </c:pt>
                <c:pt idx="1975">
                  <c:v>4060.6099999999997</c:v>
                </c:pt>
                <c:pt idx="1976">
                  <c:v>4087.0699999999997</c:v>
                </c:pt>
                <c:pt idx="1977">
                  <c:v>4081.13</c:v>
                </c:pt>
                <c:pt idx="1978">
                  <c:v>4085.96</c:v>
                </c:pt>
                <c:pt idx="1979">
                  <c:v>4086.38</c:v>
                </c:pt>
                <c:pt idx="1980">
                  <c:v>4086.5299999999997</c:v>
                </c:pt>
                <c:pt idx="1981">
                  <c:v>4090.9199999999996</c:v>
                </c:pt>
                <c:pt idx="1982">
                  <c:v>4090.7299999999996</c:v>
                </c:pt>
                <c:pt idx="1983">
                  <c:v>4092.88</c:v>
                </c:pt>
                <c:pt idx="1984">
                  <c:v>4094.0000000000005</c:v>
                </c:pt>
                <c:pt idx="1985">
                  <c:v>4095.11</c:v>
                </c:pt>
                <c:pt idx="1986">
                  <c:v>4097.93</c:v>
                </c:pt>
                <c:pt idx="1987">
                  <c:v>4096.42</c:v>
                </c:pt>
                <c:pt idx="1988">
                  <c:v>4098.34</c:v>
                </c:pt>
                <c:pt idx="1989">
                  <c:v>4103.22</c:v>
                </c:pt>
                <c:pt idx="1990">
                  <c:v>4104.71</c:v>
                </c:pt>
                <c:pt idx="1991">
                  <c:v>4109.5</c:v>
                </c:pt>
                <c:pt idx="1992">
                  <c:v>4107.59</c:v>
                </c:pt>
                <c:pt idx="1993">
                  <c:v>4110.97</c:v>
                </c:pt>
                <c:pt idx="1994">
                  <c:v>4114.09</c:v>
                </c:pt>
                <c:pt idx="1995">
                  <c:v>4113.08</c:v>
                </c:pt>
                <c:pt idx="1996">
                  <c:v>4116.07</c:v>
                </c:pt>
                <c:pt idx="1997">
                  <c:v>4114.82</c:v>
                </c:pt>
                <c:pt idx="1998">
                  <c:v>4116.5200000000004</c:v>
                </c:pt>
                <c:pt idx="1999">
                  <c:v>4113.53</c:v>
                </c:pt>
                <c:pt idx="2000">
                  <c:v>4115.34</c:v>
                </c:pt>
                <c:pt idx="2001">
                  <c:v>4114.4100000000008</c:v>
                </c:pt>
                <c:pt idx="2002">
                  <c:v>4116.3499999999995</c:v>
                </c:pt>
                <c:pt idx="2003">
                  <c:v>4117.0600000000004</c:v>
                </c:pt>
                <c:pt idx="2004">
                  <c:v>4118.8999999999996</c:v>
                </c:pt>
                <c:pt idx="2005">
                  <c:v>4094.06</c:v>
                </c:pt>
                <c:pt idx="2006">
                  <c:v>4096.96</c:v>
                </c:pt>
                <c:pt idx="2007">
                  <c:v>4099.32</c:v>
                </c:pt>
                <c:pt idx="2008">
                  <c:v>4098.7299999999996</c:v>
                </c:pt>
                <c:pt idx="2009">
                  <c:v>4110.01</c:v>
                </c:pt>
                <c:pt idx="2010">
                  <c:v>4099.24</c:v>
                </c:pt>
                <c:pt idx="2011">
                  <c:v>4078.41</c:v>
                </c:pt>
                <c:pt idx="2012">
                  <c:v>4082.6399999999994</c:v>
                </c:pt>
                <c:pt idx="2013">
                  <c:v>4112.99</c:v>
                </c:pt>
                <c:pt idx="2014">
                  <c:v>4118.8999999999996</c:v>
                </c:pt>
                <c:pt idx="2015">
                  <c:v>4111.0499999999993</c:v>
                </c:pt>
                <c:pt idx="2016">
                  <c:v>4115.9100000000008</c:v>
                </c:pt>
                <c:pt idx="2017">
                  <c:v>4121.41</c:v>
                </c:pt>
                <c:pt idx="2018">
                  <c:v>4120.87</c:v>
                </c:pt>
                <c:pt idx="2019">
                  <c:v>4123.66</c:v>
                </c:pt>
                <c:pt idx="2020">
                  <c:v>4127.93</c:v>
                </c:pt>
                <c:pt idx="2021">
                  <c:v>4127.88</c:v>
                </c:pt>
                <c:pt idx="2022">
                  <c:v>4125.09</c:v>
                </c:pt>
                <c:pt idx="2023">
                  <c:v>4123.8999999999996</c:v>
                </c:pt>
                <c:pt idx="2024">
                  <c:v>4131.95</c:v>
                </c:pt>
                <c:pt idx="2025">
                  <c:v>4135.4699999999993</c:v>
                </c:pt>
                <c:pt idx="2026">
                  <c:v>4132.7</c:v>
                </c:pt>
                <c:pt idx="2027">
                  <c:v>4136.25</c:v>
                </c:pt>
                <c:pt idx="2028">
                  <c:v>4139.2800000000007</c:v>
                </c:pt>
                <c:pt idx="2029">
                  <c:v>4136.51</c:v>
                </c:pt>
                <c:pt idx="2030">
                  <c:v>4139.33</c:v>
                </c:pt>
                <c:pt idx="2031">
                  <c:v>4139.6899999999996</c:v>
                </c:pt>
                <c:pt idx="2032">
                  <c:v>4138.4299999999994</c:v>
                </c:pt>
                <c:pt idx="2033">
                  <c:v>4138.76</c:v>
                </c:pt>
                <c:pt idx="2034">
                  <c:v>4140.38</c:v>
                </c:pt>
                <c:pt idx="2035">
                  <c:v>4142.26</c:v>
                </c:pt>
                <c:pt idx="2036">
                  <c:v>4146.3599999999997</c:v>
                </c:pt>
                <c:pt idx="2037">
                  <c:v>4146.29</c:v>
                </c:pt>
                <c:pt idx="2038">
                  <c:v>4146.37</c:v>
                </c:pt>
                <c:pt idx="2039">
                  <c:v>4148.1099999999997</c:v>
                </c:pt>
                <c:pt idx="2040">
                  <c:v>4151.33</c:v>
                </c:pt>
                <c:pt idx="2041">
                  <c:v>4152.1499999999996</c:v>
                </c:pt>
                <c:pt idx="2042">
                  <c:v>4149.9699999999993</c:v>
                </c:pt>
                <c:pt idx="2043">
                  <c:v>4151.62</c:v>
                </c:pt>
                <c:pt idx="2044">
                  <c:v>4153.63</c:v>
                </c:pt>
                <c:pt idx="2045">
                  <c:v>4153.79</c:v>
                </c:pt>
                <c:pt idx="2046">
                  <c:v>4156.58</c:v>
                </c:pt>
                <c:pt idx="2047">
                  <c:v>4153.84</c:v>
                </c:pt>
                <c:pt idx="2048">
                  <c:v>4158.1900000000005</c:v>
                </c:pt>
                <c:pt idx="2049">
                  <c:v>4155.0200000000004</c:v>
                </c:pt>
                <c:pt idx="2050">
                  <c:v>4162.1100000000006</c:v>
                </c:pt>
                <c:pt idx="2051">
                  <c:v>4156.55</c:v>
                </c:pt>
                <c:pt idx="2052">
                  <c:v>4164.3999999999996</c:v>
                </c:pt>
                <c:pt idx="2053">
                  <c:v>4159.9000000000005</c:v>
                </c:pt>
                <c:pt idx="2054">
                  <c:v>4174.29</c:v>
                </c:pt>
                <c:pt idx="2055">
                  <c:v>4176.13</c:v>
                </c:pt>
                <c:pt idx="2056">
                  <c:v>4176.79</c:v>
                </c:pt>
                <c:pt idx="2057">
                  <c:v>4176.1400000000003</c:v>
                </c:pt>
                <c:pt idx="2058">
                  <c:v>4178.93</c:v>
                </c:pt>
                <c:pt idx="2059">
                  <c:v>4174.1000000000004</c:v>
                </c:pt>
                <c:pt idx="2060">
                  <c:v>4173.66</c:v>
                </c:pt>
                <c:pt idx="2061">
                  <c:v>4182.2999999999993</c:v>
                </c:pt>
                <c:pt idx="2062">
                  <c:v>4179.1600000000008</c:v>
                </c:pt>
                <c:pt idx="2063">
                  <c:v>4183.09</c:v>
                </c:pt>
                <c:pt idx="2064">
                  <c:v>4185.91</c:v>
                </c:pt>
                <c:pt idx="2065">
                  <c:v>4187.8599999999997</c:v>
                </c:pt>
                <c:pt idx="2066">
                  <c:v>4189.3999999999996</c:v>
                </c:pt>
                <c:pt idx="2067">
                  <c:v>4192.3899999999994</c:v>
                </c:pt>
                <c:pt idx="2068">
                  <c:v>4193.7300000000005</c:v>
                </c:pt>
                <c:pt idx="2069">
                  <c:v>4194.03</c:v>
                </c:pt>
                <c:pt idx="2070">
                  <c:v>4197.54</c:v>
                </c:pt>
                <c:pt idx="2071">
                  <c:v>4199.71</c:v>
                </c:pt>
                <c:pt idx="2072">
                  <c:v>4201.84</c:v>
                </c:pt>
                <c:pt idx="2073">
                  <c:v>4204.6400000000003</c:v>
                </c:pt>
                <c:pt idx="2074">
                  <c:v>4206.93</c:v>
                </c:pt>
                <c:pt idx="2075">
                  <c:v>4210.5</c:v>
                </c:pt>
                <c:pt idx="2076">
                  <c:v>4211.66</c:v>
                </c:pt>
                <c:pt idx="2077">
                  <c:v>4214.3899999999994</c:v>
                </c:pt>
                <c:pt idx="2078">
                  <c:v>4219.01</c:v>
                </c:pt>
                <c:pt idx="2079">
                  <c:v>4218</c:v>
                </c:pt>
                <c:pt idx="2080">
                  <c:v>4223.6099999999997</c:v>
                </c:pt>
                <c:pt idx="2081">
                  <c:v>4224.68</c:v>
                </c:pt>
                <c:pt idx="2082">
                  <c:v>4220.16</c:v>
                </c:pt>
                <c:pt idx="2083">
                  <c:v>4222.54</c:v>
                </c:pt>
                <c:pt idx="2084">
                  <c:v>4228.0199999999995</c:v>
                </c:pt>
                <c:pt idx="2085">
                  <c:v>4228.1500000000005</c:v>
                </c:pt>
                <c:pt idx="2086">
                  <c:v>4228.5700000000006</c:v>
                </c:pt>
                <c:pt idx="2087">
                  <c:v>4201.01</c:v>
                </c:pt>
                <c:pt idx="2088">
                  <c:v>4199.54</c:v>
                </c:pt>
                <c:pt idx="2089">
                  <c:v>4222.8599999999997</c:v>
                </c:pt>
                <c:pt idx="2090">
                  <c:v>4227.2999999999993</c:v>
                </c:pt>
                <c:pt idx="2091">
                  <c:v>4223.58</c:v>
                </c:pt>
                <c:pt idx="2092">
                  <c:v>4222.6000000000004</c:v>
                </c:pt>
                <c:pt idx="2093">
                  <c:v>4226.71</c:v>
                </c:pt>
                <c:pt idx="2094">
                  <c:v>4228.0600000000004</c:v>
                </c:pt>
                <c:pt idx="2095">
                  <c:v>4228.6000000000004</c:v>
                </c:pt>
                <c:pt idx="2096">
                  <c:v>4234.7400000000007</c:v>
                </c:pt>
                <c:pt idx="2097">
                  <c:v>4235.99</c:v>
                </c:pt>
                <c:pt idx="2098">
                  <c:v>4236.4699999999993</c:v>
                </c:pt>
                <c:pt idx="2099">
                  <c:v>4211.53</c:v>
                </c:pt>
                <c:pt idx="2100">
                  <c:v>4236.12</c:v>
                </c:pt>
                <c:pt idx="2101">
                  <c:v>4210.7599999999993</c:v>
                </c:pt>
                <c:pt idx="2102">
                  <c:v>4235.7699999999995</c:v>
                </c:pt>
                <c:pt idx="2103">
                  <c:v>4233.91</c:v>
                </c:pt>
                <c:pt idx="2104">
                  <c:v>4234.9500000000007</c:v>
                </c:pt>
                <c:pt idx="2105">
                  <c:v>4235.38</c:v>
                </c:pt>
                <c:pt idx="2106">
                  <c:v>4236.8899999999994</c:v>
                </c:pt>
                <c:pt idx="2107">
                  <c:v>4237.47</c:v>
                </c:pt>
                <c:pt idx="2108">
                  <c:v>4238.3600000000006</c:v>
                </c:pt>
                <c:pt idx="2109">
                  <c:v>4240.21</c:v>
                </c:pt>
                <c:pt idx="2110">
                  <c:v>4245</c:v>
                </c:pt>
                <c:pt idx="2111">
                  <c:v>4242.59</c:v>
                </c:pt>
                <c:pt idx="2112">
                  <c:v>4248.22</c:v>
                </c:pt>
                <c:pt idx="2113">
                  <c:v>4246.4500000000007</c:v>
                </c:pt>
                <c:pt idx="2114">
                  <c:v>4246.5</c:v>
                </c:pt>
                <c:pt idx="2115">
                  <c:v>4248.95</c:v>
                </c:pt>
                <c:pt idx="2116">
                  <c:v>4252.7</c:v>
                </c:pt>
                <c:pt idx="2117">
                  <c:v>4254.93</c:v>
                </c:pt>
                <c:pt idx="2118">
                  <c:v>4251.1000000000004</c:v>
                </c:pt>
                <c:pt idx="2119">
                  <c:v>4255.59</c:v>
                </c:pt>
                <c:pt idx="2120">
                  <c:v>4260.34</c:v>
                </c:pt>
                <c:pt idx="2121">
                  <c:v>4259.62</c:v>
                </c:pt>
                <c:pt idx="2122">
                  <c:v>4259.8900000000003</c:v>
                </c:pt>
                <c:pt idx="2123">
                  <c:v>4259.8</c:v>
                </c:pt>
                <c:pt idx="2124">
                  <c:v>4263.4299999999994</c:v>
                </c:pt>
                <c:pt idx="2125">
                  <c:v>4263.8900000000003</c:v>
                </c:pt>
                <c:pt idx="2126">
                  <c:v>4263.72</c:v>
                </c:pt>
                <c:pt idx="2127">
                  <c:v>4265.58</c:v>
                </c:pt>
                <c:pt idx="2128">
                  <c:v>4267.29</c:v>
                </c:pt>
                <c:pt idx="2129">
                  <c:v>4268.9199999999992</c:v>
                </c:pt>
                <c:pt idx="2130">
                  <c:v>4270.01</c:v>
                </c:pt>
                <c:pt idx="2131">
                  <c:v>4271.45</c:v>
                </c:pt>
                <c:pt idx="2132">
                  <c:v>4274.6399999999994</c:v>
                </c:pt>
                <c:pt idx="2133">
                  <c:v>4276.5</c:v>
                </c:pt>
                <c:pt idx="2134">
                  <c:v>4277.0200000000004</c:v>
                </c:pt>
                <c:pt idx="2135">
                  <c:v>4276.8899999999994</c:v>
                </c:pt>
                <c:pt idx="2136">
                  <c:v>4279.83</c:v>
                </c:pt>
                <c:pt idx="2137">
                  <c:v>4281.1500000000005</c:v>
                </c:pt>
                <c:pt idx="2138">
                  <c:v>4284.99</c:v>
                </c:pt>
                <c:pt idx="2139">
                  <c:v>4284.2</c:v>
                </c:pt>
                <c:pt idx="2140">
                  <c:v>4282.8099999999995</c:v>
                </c:pt>
                <c:pt idx="2141">
                  <c:v>4287.24</c:v>
                </c:pt>
                <c:pt idx="2142">
                  <c:v>4289.6099999999997</c:v>
                </c:pt>
                <c:pt idx="2143">
                  <c:v>4289.66</c:v>
                </c:pt>
                <c:pt idx="2144">
                  <c:v>4289.83</c:v>
                </c:pt>
                <c:pt idx="2145">
                  <c:v>4287.09</c:v>
                </c:pt>
                <c:pt idx="2146">
                  <c:v>4290.71</c:v>
                </c:pt>
                <c:pt idx="2147">
                  <c:v>4294.3600000000006</c:v>
                </c:pt>
                <c:pt idx="2148">
                  <c:v>4294.22</c:v>
                </c:pt>
                <c:pt idx="2149">
                  <c:v>4295.5600000000004</c:v>
                </c:pt>
                <c:pt idx="2150">
                  <c:v>4292.79</c:v>
                </c:pt>
                <c:pt idx="2151">
                  <c:v>4295.59</c:v>
                </c:pt>
                <c:pt idx="2152">
                  <c:v>4295.6200000000008</c:v>
                </c:pt>
                <c:pt idx="2153">
                  <c:v>4297.95</c:v>
                </c:pt>
                <c:pt idx="2154">
                  <c:v>4298.3900000000003</c:v>
                </c:pt>
                <c:pt idx="2155">
                  <c:v>4301.24</c:v>
                </c:pt>
                <c:pt idx="2156">
                  <c:v>4300.6900000000005</c:v>
                </c:pt>
                <c:pt idx="2157">
                  <c:v>4303.12</c:v>
                </c:pt>
                <c:pt idx="2158">
                  <c:v>4303.96</c:v>
                </c:pt>
                <c:pt idx="2159">
                  <c:v>4304.33</c:v>
                </c:pt>
                <c:pt idx="2160">
                  <c:v>4304.8900000000003</c:v>
                </c:pt>
                <c:pt idx="2161">
                  <c:v>4305.9799999999996</c:v>
                </c:pt>
                <c:pt idx="2162">
                  <c:v>4301.08</c:v>
                </c:pt>
                <c:pt idx="2163">
                  <c:v>4307.03</c:v>
                </c:pt>
                <c:pt idx="2164">
                  <c:v>4309.66</c:v>
                </c:pt>
                <c:pt idx="2165">
                  <c:v>4308.68</c:v>
                </c:pt>
                <c:pt idx="2166">
                  <c:v>4310.1200000000008</c:v>
                </c:pt>
                <c:pt idx="2167">
                  <c:v>4309.71</c:v>
                </c:pt>
                <c:pt idx="2168">
                  <c:v>4311.8</c:v>
                </c:pt>
                <c:pt idx="2169">
                  <c:v>4313.0499999999993</c:v>
                </c:pt>
                <c:pt idx="2170">
                  <c:v>4312.7300000000005</c:v>
                </c:pt>
                <c:pt idx="2171">
                  <c:v>4313.96</c:v>
                </c:pt>
                <c:pt idx="2172">
                  <c:v>4315.58</c:v>
                </c:pt>
                <c:pt idx="2173">
                  <c:v>4312.8999999999996</c:v>
                </c:pt>
                <c:pt idx="2174">
                  <c:v>4311.62</c:v>
                </c:pt>
                <c:pt idx="2175">
                  <c:v>4317.59</c:v>
                </c:pt>
                <c:pt idx="2176">
                  <c:v>4311.5600000000004</c:v>
                </c:pt>
                <c:pt idx="2177">
                  <c:v>4313.04</c:v>
                </c:pt>
                <c:pt idx="2178">
                  <c:v>4315.7199999999993</c:v>
                </c:pt>
                <c:pt idx="2179">
                  <c:v>4320.41</c:v>
                </c:pt>
                <c:pt idx="2180">
                  <c:v>4314.17</c:v>
                </c:pt>
                <c:pt idx="2181">
                  <c:v>4314.74</c:v>
                </c:pt>
                <c:pt idx="2182">
                  <c:v>4318.26</c:v>
                </c:pt>
                <c:pt idx="2183">
                  <c:v>4320.33</c:v>
                </c:pt>
                <c:pt idx="2184">
                  <c:v>4319.6399999999994</c:v>
                </c:pt>
                <c:pt idx="2185">
                  <c:v>4320.42</c:v>
                </c:pt>
                <c:pt idx="2186">
                  <c:v>4323.59</c:v>
                </c:pt>
                <c:pt idx="2187">
                  <c:v>4325.88</c:v>
                </c:pt>
                <c:pt idx="2188">
                  <c:v>4325.45</c:v>
                </c:pt>
                <c:pt idx="2189">
                  <c:v>4325.5200000000004</c:v>
                </c:pt>
                <c:pt idx="2190">
                  <c:v>4325.3599999999997</c:v>
                </c:pt>
                <c:pt idx="2191">
                  <c:v>4320.74</c:v>
                </c:pt>
                <c:pt idx="2192">
                  <c:v>4324.2</c:v>
                </c:pt>
                <c:pt idx="2193">
                  <c:v>4329.55</c:v>
                </c:pt>
                <c:pt idx="2194">
                  <c:v>4330.4799999999996</c:v>
                </c:pt>
                <c:pt idx="2195">
                  <c:v>4335.1499999999996</c:v>
                </c:pt>
                <c:pt idx="2196">
                  <c:v>4334.4399999999996</c:v>
                </c:pt>
                <c:pt idx="2197">
                  <c:v>4335.4799999999996</c:v>
                </c:pt>
                <c:pt idx="2198">
                  <c:v>4336.6100000000006</c:v>
                </c:pt>
                <c:pt idx="2199">
                  <c:v>4338.46</c:v>
                </c:pt>
                <c:pt idx="2200">
                  <c:v>4342.1200000000008</c:v>
                </c:pt>
                <c:pt idx="2201">
                  <c:v>4340.2700000000004</c:v>
                </c:pt>
                <c:pt idx="2202">
                  <c:v>4344.3100000000004</c:v>
                </c:pt>
                <c:pt idx="2203">
                  <c:v>4343.84</c:v>
                </c:pt>
                <c:pt idx="2204">
                  <c:v>4344.37</c:v>
                </c:pt>
                <c:pt idx="2205">
                  <c:v>4346.37</c:v>
                </c:pt>
                <c:pt idx="2206">
                  <c:v>4350.18</c:v>
                </c:pt>
                <c:pt idx="2207">
                  <c:v>4350.58</c:v>
                </c:pt>
                <c:pt idx="2208">
                  <c:v>4356.3099999999995</c:v>
                </c:pt>
                <c:pt idx="2209">
                  <c:v>4349.5</c:v>
                </c:pt>
                <c:pt idx="2210">
                  <c:v>4352.22</c:v>
                </c:pt>
                <c:pt idx="2211">
                  <c:v>4352.63</c:v>
                </c:pt>
                <c:pt idx="2212">
                  <c:v>4355.0700000000006</c:v>
                </c:pt>
                <c:pt idx="2213">
                  <c:v>4361.7</c:v>
                </c:pt>
                <c:pt idx="2214">
                  <c:v>4361.5599999999995</c:v>
                </c:pt>
                <c:pt idx="2215">
                  <c:v>4360.83</c:v>
                </c:pt>
                <c:pt idx="2216">
                  <c:v>4366.55</c:v>
                </c:pt>
                <c:pt idx="2217">
                  <c:v>4368.13</c:v>
                </c:pt>
                <c:pt idx="2218">
                  <c:v>4367.84</c:v>
                </c:pt>
                <c:pt idx="2219">
                  <c:v>4371.6100000000006</c:v>
                </c:pt>
                <c:pt idx="2220">
                  <c:v>4372.76</c:v>
                </c:pt>
                <c:pt idx="2221">
                  <c:v>4376.46</c:v>
                </c:pt>
                <c:pt idx="2222">
                  <c:v>4363.8500000000004</c:v>
                </c:pt>
                <c:pt idx="2223">
                  <c:v>4376.88</c:v>
                </c:pt>
                <c:pt idx="2224">
                  <c:v>4344.88</c:v>
                </c:pt>
                <c:pt idx="2225">
                  <c:v>4376.08</c:v>
                </c:pt>
                <c:pt idx="2226">
                  <c:v>4375.47</c:v>
                </c:pt>
                <c:pt idx="2227">
                  <c:v>4374.28</c:v>
                </c:pt>
                <c:pt idx="2228">
                  <c:v>4381.09</c:v>
                </c:pt>
                <c:pt idx="2229">
                  <c:v>4380.78</c:v>
                </c:pt>
                <c:pt idx="2230">
                  <c:v>4380</c:v>
                </c:pt>
                <c:pt idx="2231">
                  <c:v>4382.6799999999994</c:v>
                </c:pt>
                <c:pt idx="2232">
                  <c:v>4383.6399999999994</c:v>
                </c:pt>
                <c:pt idx="2233">
                  <c:v>4382.9399999999996</c:v>
                </c:pt>
                <c:pt idx="2234">
                  <c:v>4384.62</c:v>
                </c:pt>
                <c:pt idx="2235">
                  <c:v>4384.6299999999992</c:v>
                </c:pt>
                <c:pt idx="2236">
                  <c:v>4385.2299999999996</c:v>
                </c:pt>
                <c:pt idx="2237">
                  <c:v>4382.9900000000007</c:v>
                </c:pt>
                <c:pt idx="2238">
                  <c:v>4388.76</c:v>
                </c:pt>
                <c:pt idx="2239">
                  <c:v>4390.58</c:v>
                </c:pt>
                <c:pt idx="2240">
                  <c:v>4385.67</c:v>
                </c:pt>
                <c:pt idx="2241">
                  <c:v>4385</c:v>
                </c:pt>
                <c:pt idx="2242">
                  <c:v>4388.8100000000004</c:v>
                </c:pt>
                <c:pt idx="2243">
                  <c:v>4387.38</c:v>
                </c:pt>
                <c:pt idx="2244">
                  <c:v>4393.53</c:v>
                </c:pt>
                <c:pt idx="2245">
                  <c:v>4393.2</c:v>
                </c:pt>
                <c:pt idx="2246">
                  <c:v>4395.07</c:v>
                </c:pt>
                <c:pt idx="2247">
                  <c:v>4388.7700000000004</c:v>
                </c:pt>
                <c:pt idx="2248">
                  <c:v>4396.49</c:v>
                </c:pt>
                <c:pt idx="2249">
                  <c:v>4367.0600000000004</c:v>
                </c:pt>
                <c:pt idx="2250">
                  <c:v>4379.55</c:v>
                </c:pt>
                <c:pt idx="2251">
                  <c:v>4392.6899999999996</c:v>
                </c:pt>
                <c:pt idx="2252">
                  <c:v>4394.04</c:v>
                </c:pt>
                <c:pt idx="2253">
                  <c:v>4393.63</c:v>
                </c:pt>
                <c:pt idx="2254">
                  <c:v>4395.42</c:v>
                </c:pt>
                <c:pt idx="2255">
                  <c:v>4396.99</c:v>
                </c:pt>
                <c:pt idx="2256">
                  <c:v>4398.66</c:v>
                </c:pt>
                <c:pt idx="2257">
                  <c:v>4400.54</c:v>
                </c:pt>
                <c:pt idx="2258">
                  <c:v>4401.1699999999992</c:v>
                </c:pt>
                <c:pt idx="2259">
                  <c:v>4402.49</c:v>
                </c:pt>
                <c:pt idx="2260">
                  <c:v>4405.03</c:v>
                </c:pt>
                <c:pt idx="2261">
                  <c:v>4406.5</c:v>
                </c:pt>
                <c:pt idx="2262">
                  <c:v>4406.7</c:v>
                </c:pt>
                <c:pt idx="2263">
                  <c:v>4408.91</c:v>
                </c:pt>
                <c:pt idx="2264">
                  <c:v>4411.82</c:v>
                </c:pt>
                <c:pt idx="2265">
                  <c:v>4410.05</c:v>
                </c:pt>
                <c:pt idx="2266">
                  <c:v>4408.78</c:v>
                </c:pt>
                <c:pt idx="2267">
                  <c:v>4409.8899999999994</c:v>
                </c:pt>
                <c:pt idx="2268">
                  <c:v>4411.91</c:v>
                </c:pt>
                <c:pt idx="2269">
                  <c:v>4414.95</c:v>
                </c:pt>
                <c:pt idx="2270">
                  <c:v>4421.13</c:v>
                </c:pt>
                <c:pt idx="2271">
                  <c:v>4420.16</c:v>
                </c:pt>
                <c:pt idx="2272">
                  <c:v>4427.49</c:v>
                </c:pt>
                <c:pt idx="2273">
                  <c:v>4428.63</c:v>
                </c:pt>
                <c:pt idx="2274">
                  <c:v>4431.29</c:v>
                </c:pt>
                <c:pt idx="2275">
                  <c:v>4428.68</c:v>
                </c:pt>
                <c:pt idx="2276">
                  <c:v>4432.6100000000006</c:v>
                </c:pt>
                <c:pt idx="2277">
                  <c:v>4424.5999999999995</c:v>
                </c:pt>
                <c:pt idx="2278">
                  <c:v>4431.04</c:v>
                </c:pt>
                <c:pt idx="2279">
                  <c:v>4435.5599999999995</c:v>
                </c:pt>
                <c:pt idx="2280">
                  <c:v>4434.9100000000008</c:v>
                </c:pt>
                <c:pt idx="2281">
                  <c:v>4433.6399999999994</c:v>
                </c:pt>
                <c:pt idx="2282">
                  <c:v>4435.6099999999997</c:v>
                </c:pt>
                <c:pt idx="2283">
                  <c:v>4442.4900000000007</c:v>
                </c:pt>
                <c:pt idx="2284">
                  <c:v>4438.8899999999994</c:v>
                </c:pt>
                <c:pt idx="2285">
                  <c:v>4439.58</c:v>
                </c:pt>
                <c:pt idx="2286">
                  <c:v>4440.8500000000004</c:v>
                </c:pt>
                <c:pt idx="2287">
                  <c:v>4443.1200000000008</c:v>
                </c:pt>
                <c:pt idx="2288">
                  <c:v>4444.03</c:v>
                </c:pt>
                <c:pt idx="2289">
                  <c:v>4447.12</c:v>
                </c:pt>
                <c:pt idx="2290">
                  <c:v>4446.5700000000006</c:v>
                </c:pt>
                <c:pt idx="2291">
                  <c:v>4447.6500000000005</c:v>
                </c:pt>
                <c:pt idx="2292">
                  <c:v>4449.34</c:v>
                </c:pt>
                <c:pt idx="2293">
                  <c:v>4450.78</c:v>
                </c:pt>
                <c:pt idx="2294">
                  <c:v>4451.8899999999994</c:v>
                </c:pt>
                <c:pt idx="2295">
                  <c:v>4453.53</c:v>
                </c:pt>
                <c:pt idx="2296">
                  <c:v>4455.07</c:v>
                </c:pt>
                <c:pt idx="2297">
                  <c:v>4456.99</c:v>
                </c:pt>
                <c:pt idx="2298">
                  <c:v>4456.9799999999996</c:v>
                </c:pt>
                <c:pt idx="2299">
                  <c:v>4460.7299999999996</c:v>
                </c:pt>
                <c:pt idx="2300">
                  <c:v>4462.5599999999995</c:v>
                </c:pt>
                <c:pt idx="2301">
                  <c:v>4463.7700000000004</c:v>
                </c:pt>
                <c:pt idx="2302">
                  <c:v>4463.8099999999995</c:v>
                </c:pt>
                <c:pt idx="2303">
                  <c:v>4467.6000000000004</c:v>
                </c:pt>
                <c:pt idx="2304">
                  <c:v>4467.79</c:v>
                </c:pt>
                <c:pt idx="2305">
                  <c:v>4465.67</c:v>
                </c:pt>
                <c:pt idx="2306">
                  <c:v>4473.42</c:v>
                </c:pt>
                <c:pt idx="2307">
                  <c:v>4474.04</c:v>
                </c:pt>
                <c:pt idx="2308">
                  <c:v>4465.7700000000004</c:v>
                </c:pt>
                <c:pt idx="2309">
                  <c:v>4477.88</c:v>
                </c:pt>
                <c:pt idx="2310">
                  <c:v>4471.53</c:v>
                </c:pt>
                <c:pt idx="2311">
                  <c:v>4477.4900000000007</c:v>
                </c:pt>
                <c:pt idx="2312">
                  <c:v>4481.3999999999996</c:v>
                </c:pt>
                <c:pt idx="2313">
                  <c:v>4482.97</c:v>
                </c:pt>
                <c:pt idx="2314">
                  <c:v>4484.59</c:v>
                </c:pt>
                <c:pt idx="2315">
                  <c:v>4484.9500000000007</c:v>
                </c:pt>
                <c:pt idx="2316">
                  <c:v>4486.5700000000006</c:v>
                </c:pt>
                <c:pt idx="2317">
                  <c:v>4488.12</c:v>
                </c:pt>
                <c:pt idx="2318">
                  <c:v>4490.01</c:v>
                </c:pt>
                <c:pt idx="2319">
                  <c:v>4489.9699999999993</c:v>
                </c:pt>
                <c:pt idx="2320">
                  <c:v>4490.04</c:v>
                </c:pt>
                <c:pt idx="2321">
                  <c:v>4465.84</c:v>
                </c:pt>
                <c:pt idx="2322">
                  <c:v>4490.33</c:v>
                </c:pt>
                <c:pt idx="2323">
                  <c:v>4450.2699999999995</c:v>
                </c:pt>
                <c:pt idx="2324">
                  <c:v>4480.84</c:v>
                </c:pt>
                <c:pt idx="2325">
                  <c:v>4486.84</c:v>
                </c:pt>
                <c:pt idx="2326">
                  <c:v>4487.5499999999993</c:v>
                </c:pt>
                <c:pt idx="2327">
                  <c:v>4487.8499999999995</c:v>
                </c:pt>
                <c:pt idx="2328">
                  <c:v>4490.1900000000005</c:v>
                </c:pt>
                <c:pt idx="2329">
                  <c:v>4489.9399999999996</c:v>
                </c:pt>
                <c:pt idx="2330">
                  <c:v>4490.1499999999996</c:v>
                </c:pt>
                <c:pt idx="2331">
                  <c:v>4488.13</c:v>
                </c:pt>
                <c:pt idx="2332">
                  <c:v>4491.1899999999996</c:v>
                </c:pt>
                <c:pt idx="2333">
                  <c:v>4490.1099999999997</c:v>
                </c:pt>
                <c:pt idx="2334">
                  <c:v>4492.26</c:v>
                </c:pt>
                <c:pt idx="2335">
                  <c:v>4482.26</c:v>
                </c:pt>
                <c:pt idx="2336">
                  <c:v>4488.03</c:v>
                </c:pt>
                <c:pt idx="2337">
                  <c:v>4487.92</c:v>
                </c:pt>
                <c:pt idx="2338">
                  <c:v>4491.54</c:v>
                </c:pt>
                <c:pt idx="2339">
                  <c:v>4502.04</c:v>
                </c:pt>
                <c:pt idx="2340">
                  <c:v>4499.43</c:v>
                </c:pt>
                <c:pt idx="2341">
                  <c:v>4499.1099999999997</c:v>
                </c:pt>
                <c:pt idx="2342">
                  <c:v>4505.25</c:v>
                </c:pt>
                <c:pt idx="2343">
                  <c:v>4505.2700000000004</c:v>
                </c:pt>
                <c:pt idx="2344">
                  <c:v>4494.71</c:v>
                </c:pt>
                <c:pt idx="2345">
                  <c:v>4505.82</c:v>
                </c:pt>
                <c:pt idx="2346">
                  <c:v>4499.2299999999996</c:v>
                </c:pt>
                <c:pt idx="2347">
                  <c:v>4506.34</c:v>
                </c:pt>
                <c:pt idx="2348">
                  <c:v>4503.53</c:v>
                </c:pt>
                <c:pt idx="2349">
                  <c:v>4507.72</c:v>
                </c:pt>
                <c:pt idx="2350">
                  <c:v>4508.8999999999996</c:v>
                </c:pt>
                <c:pt idx="2351">
                  <c:v>4510.1500000000005</c:v>
                </c:pt>
                <c:pt idx="2352">
                  <c:v>4510.88</c:v>
                </c:pt>
                <c:pt idx="2353">
                  <c:v>4512.26</c:v>
                </c:pt>
                <c:pt idx="2354">
                  <c:v>4514.05</c:v>
                </c:pt>
                <c:pt idx="2355">
                  <c:v>4515.22</c:v>
                </c:pt>
                <c:pt idx="2356">
                  <c:v>4516.09</c:v>
                </c:pt>
                <c:pt idx="2357">
                  <c:v>4518.18</c:v>
                </c:pt>
                <c:pt idx="2358">
                  <c:v>4519.7700000000004</c:v>
                </c:pt>
                <c:pt idx="2359">
                  <c:v>4520.1900000000005</c:v>
                </c:pt>
                <c:pt idx="2360">
                  <c:v>4522.43</c:v>
                </c:pt>
                <c:pt idx="2361">
                  <c:v>4523.42</c:v>
                </c:pt>
                <c:pt idx="2362">
                  <c:v>4524.4400000000005</c:v>
                </c:pt>
                <c:pt idx="2363">
                  <c:v>4528.5</c:v>
                </c:pt>
                <c:pt idx="2364">
                  <c:v>4531.43</c:v>
                </c:pt>
                <c:pt idx="2365">
                  <c:v>4534.6799999999994</c:v>
                </c:pt>
                <c:pt idx="2366">
                  <c:v>4536.08</c:v>
                </c:pt>
                <c:pt idx="2367">
                  <c:v>4502.8599999999997</c:v>
                </c:pt>
                <c:pt idx="2368">
                  <c:v>4527.16</c:v>
                </c:pt>
                <c:pt idx="2369">
                  <c:v>4537.55</c:v>
                </c:pt>
                <c:pt idx="2370">
                  <c:v>4506.88</c:v>
                </c:pt>
                <c:pt idx="2371">
                  <c:v>4524.92</c:v>
                </c:pt>
                <c:pt idx="2372">
                  <c:v>4535.62</c:v>
                </c:pt>
                <c:pt idx="2373">
                  <c:v>4538.46</c:v>
                </c:pt>
                <c:pt idx="2374">
                  <c:v>4531.54</c:v>
                </c:pt>
                <c:pt idx="2375">
                  <c:v>4541.1499999999996</c:v>
                </c:pt>
                <c:pt idx="2376">
                  <c:v>4541.1400000000003</c:v>
                </c:pt>
                <c:pt idx="2377">
                  <c:v>4543.59</c:v>
                </c:pt>
                <c:pt idx="2378">
                  <c:v>4542.4800000000005</c:v>
                </c:pt>
                <c:pt idx="2379">
                  <c:v>4543.0599999999995</c:v>
                </c:pt>
                <c:pt idx="2380">
                  <c:v>4546.2800000000007</c:v>
                </c:pt>
                <c:pt idx="2381">
                  <c:v>4546.6499999999996</c:v>
                </c:pt>
                <c:pt idx="2382">
                  <c:v>4546.71</c:v>
                </c:pt>
                <c:pt idx="2383">
                  <c:v>4548.5499999999993</c:v>
                </c:pt>
                <c:pt idx="2384">
                  <c:v>4549.3899999999994</c:v>
                </c:pt>
                <c:pt idx="2385">
                  <c:v>4550.66</c:v>
                </c:pt>
                <c:pt idx="2386">
                  <c:v>4551.87</c:v>
                </c:pt>
                <c:pt idx="2387">
                  <c:v>4552.8500000000004</c:v>
                </c:pt>
                <c:pt idx="2388">
                  <c:v>4554.57</c:v>
                </c:pt>
                <c:pt idx="2389">
                  <c:v>4556.6000000000004</c:v>
                </c:pt>
                <c:pt idx="2390">
                  <c:v>4557.2800000000007</c:v>
                </c:pt>
                <c:pt idx="2391">
                  <c:v>4559.6899999999996</c:v>
                </c:pt>
                <c:pt idx="2392">
                  <c:v>4559.1799999999994</c:v>
                </c:pt>
                <c:pt idx="2393">
                  <c:v>4562.4799999999996</c:v>
                </c:pt>
                <c:pt idx="2394">
                  <c:v>4564.95</c:v>
                </c:pt>
                <c:pt idx="2395">
                  <c:v>4563</c:v>
                </c:pt>
                <c:pt idx="2396">
                  <c:v>4568.08</c:v>
                </c:pt>
                <c:pt idx="2397">
                  <c:v>4569.75</c:v>
                </c:pt>
                <c:pt idx="2398">
                  <c:v>4571.07</c:v>
                </c:pt>
                <c:pt idx="2399">
                  <c:v>4574.0999999999995</c:v>
                </c:pt>
                <c:pt idx="2400">
                  <c:v>4574.71</c:v>
                </c:pt>
                <c:pt idx="2401">
                  <c:v>4574.12</c:v>
                </c:pt>
                <c:pt idx="2402">
                  <c:v>4574.82</c:v>
                </c:pt>
                <c:pt idx="2403">
                  <c:v>4575.21</c:v>
                </c:pt>
                <c:pt idx="2404">
                  <c:v>4578.5999999999995</c:v>
                </c:pt>
                <c:pt idx="2405">
                  <c:v>4578.47</c:v>
                </c:pt>
                <c:pt idx="2406">
                  <c:v>4577.37</c:v>
                </c:pt>
              </c:numCache>
            </c:numRef>
          </c:yVal>
          <c:smooth val="0"/>
          <c:extLst>
            <c:ext xmlns:c16="http://schemas.microsoft.com/office/drawing/2014/chart" uri="{C3380CC4-5D6E-409C-BE32-E72D297353CC}">
              <c16:uniqueId val="{00000003-1079-45A5-8BD0-B300E665AEDC}"/>
            </c:ext>
          </c:extLst>
        </c:ser>
        <c:dLbls>
          <c:showLegendKey val="0"/>
          <c:showVal val="0"/>
          <c:showCatName val="0"/>
          <c:showSerName val="0"/>
          <c:showPercent val="0"/>
          <c:showBubbleSize val="0"/>
        </c:dLbls>
        <c:axId val="1933997231"/>
        <c:axId val="1933998671"/>
      </c:scatterChart>
      <c:valAx>
        <c:axId val="1933997231"/>
        <c:scaling>
          <c:orientation val="minMax"/>
        </c:scaling>
        <c:delete val="0"/>
        <c:axPos val="b"/>
        <c:majorGridlines>
          <c:spPr>
            <a:ln w="9525" cap="flat" cmpd="sng" algn="ctr">
              <a:solidFill>
                <a:schemeClr val="tx1">
                  <a:lumMod val="15000"/>
                  <a:lumOff val="85000"/>
                </a:schemeClr>
              </a:solidFill>
              <a:round/>
            </a:ln>
            <a:effectLst/>
          </c:spPr>
        </c:majorGridlines>
        <c:title>
          <c:tx>
            <c:rich>
              <a:bodyPr/>
              <a:lstStyle/>
              <a:p>
                <a:pPr>
                  <a:defRPr/>
                </a:pPr>
                <a:r>
                  <a:rPr lang="en-US"/>
                  <a:t>Retentate Concentration</a:t>
                </a:r>
              </a:p>
            </c:rich>
          </c:tx>
          <c:overlay val="0"/>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33998671"/>
        <c:crosses val="autoZero"/>
        <c:crossBetween val="midCat"/>
      </c:valAx>
      <c:valAx>
        <c:axId val="1933998671"/>
        <c:scaling>
          <c:orientation val="minMax"/>
        </c:scaling>
        <c:delete val="0"/>
        <c:axPos val="l"/>
        <c:majorGridlines>
          <c:spPr>
            <a:ln w="9525" cap="flat" cmpd="sng" algn="ctr">
              <a:solidFill>
                <a:schemeClr val="tx1">
                  <a:lumMod val="15000"/>
                  <a:lumOff val="85000"/>
                </a:schemeClr>
              </a:solidFill>
              <a:round/>
            </a:ln>
            <a:effectLst/>
          </c:spPr>
        </c:majorGridlines>
        <c:title>
          <c:tx>
            <c:rich>
              <a:bodyPr/>
              <a:lstStyle/>
              <a:p>
                <a:pPr>
                  <a:defRPr/>
                </a:pPr>
                <a:r>
                  <a:rPr lang="en-US"/>
                  <a:t>Permeate Concentration</a:t>
                </a:r>
              </a:p>
            </c:rich>
          </c:tx>
          <c:overlay val="0"/>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33997231"/>
        <c:crosses val="autoZero"/>
        <c:crossBetween val="midCat"/>
      </c:valAx>
    </c:plotArea>
    <c:plotVisOnly val="1"/>
    <c:dispBlanksAs val="gap"/>
    <c:showDLblsOverMax val="0"/>
    <c:extLst/>
  </c:chart>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1"/>
          <c:order val="0"/>
          <c:tx>
            <c:strRef>
              <c:f>Presentation!$Q$1</c:f>
              <c:strCache>
                <c:ptCount val="1"/>
                <c:pt idx="0">
                  <c:v>NF270_MC3_071124_CaCl2</c:v>
                </c:pt>
              </c:strCache>
            </c:strRef>
          </c:tx>
          <c:spPr>
            <a:ln w="38100">
              <a:noFill/>
            </a:ln>
          </c:spPr>
          <c:marker>
            <c:symbol val="square"/>
            <c:size val="2"/>
          </c:marker>
          <c:xVal>
            <c:numRef>
              <c:f>Presentation!$AR$13:$AR$584</c:f>
              <c:numCache>
                <c:formatCode>General</c:formatCode>
                <c:ptCount val="572"/>
                <c:pt idx="0">
                  <c:v>8152.7</c:v>
                </c:pt>
                <c:pt idx="1">
                  <c:v>8155.8899999999994</c:v>
                </c:pt>
                <c:pt idx="2">
                  <c:v>8156.56</c:v>
                </c:pt>
                <c:pt idx="3">
                  <c:v>8156.67</c:v>
                </c:pt>
                <c:pt idx="4">
                  <c:v>8160.2099999999991</c:v>
                </c:pt>
                <c:pt idx="5">
                  <c:v>8163.9800000000005</c:v>
                </c:pt>
                <c:pt idx="6">
                  <c:v>8163.73</c:v>
                </c:pt>
                <c:pt idx="7">
                  <c:v>8165.6200000000008</c:v>
                </c:pt>
                <c:pt idx="8">
                  <c:v>8170.61</c:v>
                </c:pt>
                <c:pt idx="9">
                  <c:v>8168.04</c:v>
                </c:pt>
                <c:pt idx="10">
                  <c:v>8178.16</c:v>
                </c:pt>
                <c:pt idx="11">
                  <c:v>8180.9999999999991</c:v>
                </c:pt>
                <c:pt idx="12">
                  <c:v>8184.35</c:v>
                </c:pt>
                <c:pt idx="13">
                  <c:v>8184.55</c:v>
                </c:pt>
                <c:pt idx="14">
                  <c:v>8189.22</c:v>
                </c:pt>
                <c:pt idx="15">
                  <c:v>8191.63</c:v>
                </c:pt>
                <c:pt idx="16">
                  <c:v>8198.2199999999993</c:v>
                </c:pt>
                <c:pt idx="17">
                  <c:v>8191.6100000000006</c:v>
                </c:pt>
                <c:pt idx="18">
                  <c:v>8194.32</c:v>
                </c:pt>
                <c:pt idx="19">
                  <c:v>8198.0500000000011</c:v>
                </c:pt>
                <c:pt idx="20">
                  <c:v>8201.119999999999</c:v>
                </c:pt>
                <c:pt idx="21">
                  <c:v>8204.9</c:v>
                </c:pt>
                <c:pt idx="22">
                  <c:v>8208.1999999999989</c:v>
                </c:pt>
                <c:pt idx="23">
                  <c:v>8211.82</c:v>
                </c:pt>
                <c:pt idx="24">
                  <c:v>8215.33</c:v>
                </c:pt>
                <c:pt idx="25">
                  <c:v>8219.23</c:v>
                </c:pt>
                <c:pt idx="26">
                  <c:v>8222.7200000000012</c:v>
                </c:pt>
                <c:pt idx="27">
                  <c:v>8220.119999999999</c:v>
                </c:pt>
                <c:pt idx="28">
                  <c:v>8213.5700000000015</c:v>
                </c:pt>
                <c:pt idx="29">
                  <c:v>8212.630000000001</c:v>
                </c:pt>
                <c:pt idx="30">
                  <c:v>8205.92</c:v>
                </c:pt>
                <c:pt idx="31">
                  <c:v>8198.48</c:v>
                </c:pt>
                <c:pt idx="32">
                  <c:v>8198.9599999999991</c:v>
                </c:pt>
                <c:pt idx="33">
                  <c:v>8186.5199999999995</c:v>
                </c:pt>
                <c:pt idx="34">
                  <c:v>8190.0099999999993</c:v>
                </c:pt>
                <c:pt idx="35">
                  <c:v>8183.4900000000007</c:v>
                </c:pt>
                <c:pt idx="36">
                  <c:v>8161.46</c:v>
                </c:pt>
                <c:pt idx="37">
                  <c:v>8172.2400000000007</c:v>
                </c:pt>
                <c:pt idx="38">
                  <c:v>8150.2199999999993</c:v>
                </c:pt>
                <c:pt idx="39">
                  <c:v>8158.55</c:v>
                </c:pt>
                <c:pt idx="40">
                  <c:v>8137.7400000000007</c:v>
                </c:pt>
                <c:pt idx="41">
                  <c:v>8132.32</c:v>
                </c:pt>
                <c:pt idx="42">
                  <c:v>8151.99</c:v>
                </c:pt>
                <c:pt idx="43">
                  <c:v>8130.0000000000009</c:v>
                </c:pt>
                <c:pt idx="44">
                  <c:v>8124.29</c:v>
                </c:pt>
                <c:pt idx="45">
                  <c:v>8125.71</c:v>
                </c:pt>
                <c:pt idx="46">
                  <c:v>8127.53</c:v>
                </c:pt>
                <c:pt idx="47">
                  <c:v>8127.34</c:v>
                </c:pt>
                <c:pt idx="48">
                  <c:v>8117.1100000000006</c:v>
                </c:pt>
                <c:pt idx="49">
                  <c:v>8106.18</c:v>
                </c:pt>
                <c:pt idx="50">
                  <c:v>8096.19</c:v>
                </c:pt>
                <c:pt idx="51">
                  <c:v>8092.829999999999</c:v>
                </c:pt>
                <c:pt idx="52">
                  <c:v>8087.9600000000009</c:v>
                </c:pt>
                <c:pt idx="53">
                  <c:v>8082.5300000000007</c:v>
                </c:pt>
                <c:pt idx="54">
                  <c:v>8077.9599999999991</c:v>
                </c:pt>
                <c:pt idx="55">
                  <c:v>8070.5500000000011</c:v>
                </c:pt>
                <c:pt idx="56">
                  <c:v>8065.88</c:v>
                </c:pt>
                <c:pt idx="57">
                  <c:v>8058.74</c:v>
                </c:pt>
                <c:pt idx="58">
                  <c:v>8054.24</c:v>
                </c:pt>
                <c:pt idx="59">
                  <c:v>8048.37</c:v>
                </c:pt>
                <c:pt idx="60">
                  <c:v>8045.33</c:v>
                </c:pt>
                <c:pt idx="61">
                  <c:v>8049.97</c:v>
                </c:pt>
                <c:pt idx="62">
                  <c:v>8042.8899999999994</c:v>
                </c:pt>
                <c:pt idx="63">
                  <c:v>8028.2400000000007</c:v>
                </c:pt>
                <c:pt idx="64">
                  <c:v>8014.79</c:v>
                </c:pt>
                <c:pt idx="65">
                  <c:v>8007.24</c:v>
                </c:pt>
                <c:pt idx="66">
                  <c:v>8010.7599999999993</c:v>
                </c:pt>
                <c:pt idx="67">
                  <c:v>8002.2699999999995</c:v>
                </c:pt>
                <c:pt idx="68">
                  <c:v>7991.85</c:v>
                </c:pt>
                <c:pt idx="69">
                  <c:v>7999.9000000000005</c:v>
                </c:pt>
                <c:pt idx="70">
                  <c:v>8001.69</c:v>
                </c:pt>
                <c:pt idx="71">
                  <c:v>7998.31</c:v>
                </c:pt>
                <c:pt idx="72">
                  <c:v>7986.53</c:v>
                </c:pt>
                <c:pt idx="73">
                  <c:v>7963.38</c:v>
                </c:pt>
                <c:pt idx="74">
                  <c:v>7976.94</c:v>
                </c:pt>
                <c:pt idx="75">
                  <c:v>7966.1600000000008</c:v>
                </c:pt>
                <c:pt idx="76">
                  <c:v>7959.71</c:v>
                </c:pt>
                <c:pt idx="77">
                  <c:v>7949.7</c:v>
                </c:pt>
                <c:pt idx="78">
                  <c:v>7940.47</c:v>
                </c:pt>
                <c:pt idx="79">
                  <c:v>7930.82</c:v>
                </c:pt>
                <c:pt idx="80">
                  <c:v>7932.46</c:v>
                </c:pt>
                <c:pt idx="81">
                  <c:v>7919.6799999999994</c:v>
                </c:pt>
                <c:pt idx="82">
                  <c:v>7920.63</c:v>
                </c:pt>
                <c:pt idx="83">
                  <c:v>7912.4400000000005</c:v>
                </c:pt>
                <c:pt idx="84">
                  <c:v>7919.7699999999995</c:v>
                </c:pt>
                <c:pt idx="85">
                  <c:v>7907.3099999999995</c:v>
                </c:pt>
                <c:pt idx="86">
                  <c:v>7895.8</c:v>
                </c:pt>
                <c:pt idx="87">
                  <c:v>7902.21</c:v>
                </c:pt>
                <c:pt idx="88">
                  <c:v>7889.8</c:v>
                </c:pt>
                <c:pt idx="89">
                  <c:v>7884.65</c:v>
                </c:pt>
                <c:pt idx="90">
                  <c:v>7879.1</c:v>
                </c:pt>
                <c:pt idx="91">
                  <c:v>7880.18</c:v>
                </c:pt>
                <c:pt idx="92">
                  <c:v>7858.83</c:v>
                </c:pt>
                <c:pt idx="93">
                  <c:v>7854.04</c:v>
                </c:pt>
                <c:pt idx="94">
                  <c:v>7848.05</c:v>
                </c:pt>
                <c:pt idx="95">
                  <c:v>7842.64</c:v>
                </c:pt>
                <c:pt idx="96">
                  <c:v>7833.01</c:v>
                </c:pt>
                <c:pt idx="97">
                  <c:v>7844.9</c:v>
                </c:pt>
                <c:pt idx="98">
                  <c:v>7836.92</c:v>
                </c:pt>
                <c:pt idx="99">
                  <c:v>7827.61</c:v>
                </c:pt>
                <c:pt idx="100">
                  <c:v>7821.95</c:v>
                </c:pt>
                <c:pt idx="101">
                  <c:v>7802.55</c:v>
                </c:pt>
                <c:pt idx="102">
                  <c:v>7813.76</c:v>
                </c:pt>
                <c:pt idx="103">
                  <c:v>7808.27</c:v>
                </c:pt>
                <c:pt idx="104">
                  <c:v>7793.4900000000007</c:v>
                </c:pt>
                <c:pt idx="105">
                  <c:v>7794.4800000000005</c:v>
                </c:pt>
                <c:pt idx="106">
                  <c:v>7785.13</c:v>
                </c:pt>
                <c:pt idx="107">
                  <c:v>7765.61</c:v>
                </c:pt>
                <c:pt idx="108">
                  <c:v>7783.24</c:v>
                </c:pt>
                <c:pt idx="109">
                  <c:v>7765.83</c:v>
                </c:pt>
                <c:pt idx="110">
                  <c:v>7760.9000000000005</c:v>
                </c:pt>
                <c:pt idx="111">
                  <c:v>7761.3200000000006</c:v>
                </c:pt>
                <c:pt idx="112">
                  <c:v>7756.0599999999995</c:v>
                </c:pt>
                <c:pt idx="113">
                  <c:v>7753.96</c:v>
                </c:pt>
                <c:pt idx="114">
                  <c:v>7744.75</c:v>
                </c:pt>
                <c:pt idx="115">
                  <c:v>7733.4</c:v>
                </c:pt>
                <c:pt idx="116">
                  <c:v>7722.45</c:v>
                </c:pt>
                <c:pt idx="117">
                  <c:v>7721.25</c:v>
                </c:pt>
                <c:pt idx="118">
                  <c:v>7711.99</c:v>
                </c:pt>
                <c:pt idx="119">
                  <c:v>7707.89</c:v>
                </c:pt>
                <c:pt idx="120">
                  <c:v>7703.2699999999995</c:v>
                </c:pt>
                <c:pt idx="121">
                  <c:v>7699.6200000000008</c:v>
                </c:pt>
                <c:pt idx="122">
                  <c:v>7705.08</c:v>
                </c:pt>
                <c:pt idx="123">
                  <c:v>7693.9900000000007</c:v>
                </c:pt>
                <c:pt idx="124">
                  <c:v>7681.0999999999995</c:v>
                </c:pt>
                <c:pt idx="125">
                  <c:v>7674.9400000000005</c:v>
                </c:pt>
                <c:pt idx="126">
                  <c:v>7667.53</c:v>
                </c:pt>
                <c:pt idx="127">
                  <c:v>7663.56</c:v>
                </c:pt>
                <c:pt idx="128">
                  <c:v>7659.55</c:v>
                </c:pt>
                <c:pt idx="129">
                  <c:v>7652.84</c:v>
                </c:pt>
                <c:pt idx="130">
                  <c:v>7645.0300000000007</c:v>
                </c:pt>
                <c:pt idx="131">
                  <c:v>7653.61</c:v>
                </c:pt>
                <c:pt idx="132">
                  <c:v>7649.4400000000005</c:v>
                </c:pt>
                <c:pt idx="133">
                  <c:v>7644.0999999999995</c:v>
                </c:pt>
                <c:pt idx="134">
                  <c:v>7632.4</c:v>
                </c:pt>
                <c:pt idx="135">
                  <c:v>7628.73</c:v>
                </c:pt>
                <c:pt idx="136">
                  <c:v>7625.2300000000005</c:v>
                </c:pt>
                <c:pt idx="137">
                  <c:v>7622.84</c:v>
                </c:pt>
                <c:pt idx="138">
                  <c:v>7593.9</c:v>
                </c:pt>
                <c:pt idx="139">
                  <c:v>7602.83</c:v>
                </c:pt>
                <c:pt idx="140">
                  <c:v>7588.0999999999995</c:v>
                </c:pt>
                <c:pt idx="141">
                  <c:v>7600.59</c:v>
                </c:pt>
                <c:pt idx="142">
                  <c:v>7597.52</c:v>
                </c:pt>
                <c:pt idx="143">
                  <c:v>7589.84</c:v>
                </c:pt>
                <c:pt idx="144">
                  <c:v>7578.5</c:v>
                </c:pt>
                <c:pt idx="145">
                  <c:v>7581.44</c:v>
                </c:pt>
                <c:pt idx="146">
                  <c:v>7569.2199999999993</c:v>
                </c:pt>
                <c:pt idx="147">
                  <c:v>7573.8399999999992</c:v>
                </c:pt>
                <c:pt idx="148">
                  <c:v>7563.07</c:v>
                </c:pt>
                <c:pt idx="149">
                  <c:v>7562.97</c:v>
                </c:pt>
                <c:pt idx="150">
                  <c:v>7550.63</c:v>
                </c:pt>
                <c:pt idx="151">
                  <c:v>7551.74</c:v>
                </c:pt>
                <c:pt idx="152">
                  <c:v>7540.28</c:v>
                </c:pt>
                <c:pt idx="153">
                  <c:v>7535.74</c:v>
                </c:pt>
                <c:pt idx="154">
                  <c:v>7532.29</c:v>
                </c:pt>
                <c:pt idx="155">
                  <c:v>7526.5700000000006</c:v>
                </c:pt>
                <c:pt idx="156">
                  <c:v>7521.2000000000007</c:v>
                </c:pt>
                <c:pt idx="157">
                  <c:v>7517.35</c:v>
                </c:pt>
                <c:pt idx="158">
                  <c:v>7517.2</c:v>
                </c:pt>
                <c:pt idx="159">
                  <c:v>7512.06</c:v>
                </c:pt>
                <c:pt idx="160">
                  <c:v>7507.29</c:v>
                </c:pt>
                <c:pt idx="161">
                  <c:v>7488.8899999999994</c:v>
                </c:pt>
                <c:pt idx="162">
                  <c:v>7488.6</c:v>
                </c:pt>
                <c:pt idx="163">
                  <c:v>7491.6</c:v>
                </c:pt>
                <c:pt idx="164">
                  <c:v>7478.63</c:v>
                </c:pt>
                <c:pt idx="165">
                  <c:v>7477.55</c:v>
                </c:pt>
                <c:pt idx="166">
                  <c:v>7465.56</c:v>
                </c:pt>
                <c:pt idx="167">
                  <c:v>7467.22</c:v>
                </c:pt>
                <c:pt idx="168">
                  <c:v>7456.84</c:v>
                </c:pt>
                <c:pt idx="169">
                  <c:v>7462.63</c:v>
                </c:pt>
                <c:pt idx="170">
                  <c:v>7456.69</c:v>
                </c:pt>
                <c:pt idx="171">
                  <c:v>7431.73</c:v>
                </c:pt>
                <c:pt idx="172">
                  <c:v>7425.44</c:v>
                </c:pt>
                <c:pt idx="173">
                  <c:v>7423.06</c:v>
                </c:pt>
                <c:pt idx="174">
                  <c:v>7436.9800000000005</c:v>
                </c:pt>
                <c:pt idx="175">
                  <c:v>7427.5700000000006</c:v>
                </c:pt>
                <c:pt idx="176">
                  <c:v>7426.71</c:v>
                </c:pt>
                <c:pt idx="177">
                  <c:v>7424</c:v>
                </c:pt>
                <c:pt idx="178">
                  <c:v>7418.09</c:v>
                </c:pt>
                <c:pt idx="179">
                  <c:v>7408.4199999999992</c:v>
                </c:pt>
                <c:pt idx="180">
                  <c:v>7403.7699999999995</c:v>
                </c:pt>
                <c:pt idx="181">
                  <c:v>7402.78</c:v>
                </c:pt>
                <c:pt idx="182">
                  <c:v>7400.4000000000005</c:v>
                </c:pt>
                <c:pt idx="183">
                  <c:v>7397.03</c:v>
                </c:pt>
                <c:pt idx="184">
                  <c:v>7379.76</c:v>
                </c:pt>
                <c:pt idx="185">
                  <c:v>7376.2999999999993</c:v>
                </c:pt>
                <c:pt idx="186">
                  <c:v>7369.11</c:v>
                </c:pt>
                <c:pt idx="187">
                  <c:v>7366.19</c:v>
                </c:pt>
                <c:pt idx="188">
                  <c:v>7370.39</c:v>
                </c:pt>
                <c:pt idx="189">
                  <c:v>7365.33</c:v>
                </c:pt>
                <c:pt idx="190">
                  <c:v>7353.33</c:v>
                </c:pt>
                <c:pt idx="191">
                  <c:v>7350.21</c:v>
                </c:pt>
                <c:pt idx="192">
                  <c:v>7350.4</c:v>
                </c:pt>
                <c:pt idx="193">
                  <c:v>7340.12</c:v>
                </c:pt>
                <c:pt idx="194">
                  <c:v>7336</c:v>
                </c:pt>
                <c:pt idx="195">
                  <c:v>7330.92</c:v>
                </c:pt>
                <c:pt idx="196">
                  <c:v>7332.91</c:v>
                </c:pt>
                <c:pt idx="197">
                  <c:v>7320.64</c:v>
                </c:pt>
                <c:pt idx="198">
                  <c:v>7316.88</c:v>
                </c:pt>
                <c:pt idx="199">
                  <c:v>7312.52</c:v>
                </c:pt>
                <c:pt idx="200">
                  <c:v>7306.8099999999995</c:v>
                </c:pt>
                <c:pt idx="201">
                  <c:v>7309.97</c:v>
                </c:pt>
                <c:pt idx="202">
                  <c:v>7298.78</c:v>
                </c:pt>
                <c:pt idx="203">
                  <c:v>7292.4800000000005</c:v>
                </c:pt>
                <c:pt idx="204">
                  <c:v>7295.36</c:v>
                </c:pt>
                <c:pt idx="205">
                  <c:v>7275.25</c:v>
                </c:pt>
                <c:pt idx="206">
                  <c:v>7288.02</c:v>
                </c:pt>
                <c:pt idx="207">
                  <c:v>7274.6</c:v>
                </c:pt>
                <c:pt idx="208">
                  <c:v>7277.76</c:v>
                </c:pt>
                <c:pt idx="209">
                  <c:v>7275.9</c:v>
                </c:pt>
                <c:pt idx="210">
                  <c:v>7262.06</c:v>
                </c:pt>
                <c:pt idx="211">
                  <c:v>7257.4699999999993</c:v>
                </c:pt>
                <c:pt idx="212">
                  <c:v>7259.38</c:v>
                </c:pt>
                <c:pt idx="213">
                  <c:v>7249.83</c:v>
                </c:pt>
                <c:pt idx="214">
                  <c:v>7248.2800000000007</c:v>
                </c:pt>
                <c:pt idx="215">
                  <c:v>7242.05</c:v>
                </c:pt>
                <c:pt idx="216">
                  <c:v>7240</c:v>
                </c:pt>
                <c:pt idx="217">
                  <c:v>7236.9000000000005</c:v>
                </c:pt>
                <c:pt idx="218">
                  <c:v>7228.29</c:v>
                </c:pt>
                <c:pt idx="219">
                  <c:v>7229.63</c:v>
                </c:pt>
                <c:pt idx="220">
                  <c:v>7223.57</c:v>
                </c:pt>
                <c:pt idx="221">
                  <c:v>7214.24</c:v>
                </c:pt>
                <c:pt idx="222">
                  <c:v>7209.0300000000007</c:v>
                </c:pt>
                <c:pt idx="223">
                  <c:v>7206.26</c:v>
                </c:pt>
                <c:pt idx="224">
                  <c:v>7201.34</c:v>
                </c:pt>
                <c:pt idx="225">
                  <c:v>7196.87</c:v>
                </c:pt>
                <c:pt idx="226">
                  <c:v>7191.43</c:v>
                </c:pt>
                <c:pt idx="227">
                  <c:v>7190.43</c:v>
                </c:pt>
                <c:pt idx="228">
                  <c:v>7186.99</c:v>
                </c:pt>
                <c:pt idx="229">
                  <c:v>7178.5199999999995</c:v>
                </c:pt>
                <c:pt idx="230">
                  <c:v>7173.1100000000006</c:v>
                </c:pt>
                <c:pt idx="231">
                  <c:v>7167.9000000000005</c:v>
                </c:pt>
                <c:pt idx="232">
                  <c:v>7166.8399999999992</c:v>
                </c:pt>
                <c:pt idx="233">
                  <c:v>7162.99</c:v>
                </c:pt>
                <c:pt idx="234">
                  <c:v>7155.44</c:v>
                </c:pt>
                <c:pt idx="235">
                  <c:v>7153.95</c:v>
                </c:pt>
                <c:pt idx="236">
                  <c:v>7148.49</c:v>
                </c:pt>
                <c:pt idx="237">
                  <c:v>7145.8</c:v>
                </c:pt>
                <c:pt idx="238">
                  <c:v>7142.83</c:v>
                </c:pt>
                <c:pt idx="239">
                  <c:v>7136.51</c:v>
                </c:pt>
                <c:pt idx="240">
                  <c:v>7129.6799999999994</c:v>
                </c:pt>
                <c:pt idx="241">
                  <c:v>7125.0099999999993</c:v>
                </c:pt>
                <c:pt idx="242">
                  <c:v>7114.0800000000008</c:v>
                </c:pt>
                <c:pt idx="243">
                  <c:v>7111.63</c:v>
                </c:pt>
                <c:pt idx="244">
                  <c:v>7110.8399999999992</c:v>
                </c:pt>
                <c:pt idx="245">
                  <c:v>7105.7</c:v>
                </c:pt>
                <c:pt idx="246">
                  <c:v>7101.84</c:v>
                </c:pt>
                <c:pt idx="247">
                  <c:v>7100.9900000000007</c:v>
                </c:pt>
                <c:pt idx="248">
                  <c:v>7094.46</c:v>
                </c:pt>
                <c:pt idx="249">
                  <c:v>7090.8</c:v>
                </c:pt>
                <c:pt idx="250">
                  <c:v>7081.99</c:v>
                </c:pt>
                <c:pt idx="251">
                  <c:v>7083.45</c:v>
                </c:pt>
                <c:pt idx="252">
                  <c:v>7079.22</c:v>
                </c:pt>
                <c:pt idx="253">
                  <c:v>7073.44</c:v>
                </c:pt>
                <c:pt idx="254">
                  <c:v>7065.0199999999995</c:v>
                </c:pt>
                <c:pt idx="255">
                  <c:v>7061.2000000000007</c:v>
                </c:pt>
                <c:pt idx="256">
                  <c:v>7055.7699999999995</c:v>
                </c:pt>
                <c:pt idx="257">
                  <c:v>7055.18</c:v>
                </c:pt>
                <c:pt idx="258">
                  <c:v>7051.0700000000006</c:v>
                </c:pt>
                <c:pt idx="259">
                  <c:v>7045.19</c:v>
                </c:pt>
                <c:pt idx="260">
                  <c:v>7038.35</c:v>
                </c:pt>
                <c:pt idx="261">
                  <c:v>7032.78</c:v>
                </c:pt>
                <c:pt idx="262">
                  <c:v>7027.1100000000006</c:v>
                </c:pt>
                <c:pt idx="263">
                  <c:v>7025.8099999999995</c:v>
                </c:pt>
                <c:pt idx="264">
                  <c:v>7023.11</c:v>
                </c:pt>
                <c:pt idx="265">
                  <c:v>7018.23</c:v>
                </c:pt>
                <c:pt idx="266">
                  <c:v>7003.2</c:v>
                </c:pt>
                <c:pt idx="267">
                  <c:v>7009.8099999999995</c:v>
                </c:pt>
                <c:pt idx="268">
                  <c:v>7006.2</c:v>
                </c:pt>
                <c:pt idx="269">
                  <c:v>6997.81</c:v>
                </c:pt>
                <c:pt idx="270">
                  <c:v>6992.45</c:v>
                </c:pt>
                <c:pt idx="271">
                  <c:v>6985.32</c:v>
                </c:pt>
                <c:pt idx="272">
                  <c:v>6978.5899999999992</c:v>
                </c:pt>
                <c:pt idx="273">
                  <c:v>6977.4900000000007</c:v>
                </c:pt>
                <c:pt idx="274">
                  <c:v>6968.46</c:v>
                </c:pt>
                <c:pt idx="275">
                  <c:v>6971.09</c:v>
                </c:pt>
                <c:pt idx="276">
                  <c:v>6966.1</c:v>
                </c:pt>
                <c:pt idx="277">
                  <c:v>6950.9100000000008</c:v>
                </c:pt>
                <c:pt idx="278">
                  <c:v>6950.1799999999994</c:v>
                </c:pt>
                <c:pt idx="279">
                  <c:v>6963.51</c:v>
                </c:pt>
                <c:pt idx="280">
                  <c:v>6961.0599999999995</c:v>
                </c:pt>
                <c:pt idx="281">
                  <c:v>6961.14</c:v>
                </c:pt>
                <c:pt idx="282">
                  <c:v>6955.57</c:v>
                </c:pt>
                <c:pt idx="283">
                  <c:v>6960.7599999999993</c:v>
                </c:pt>
                <c:pt idx="284">
                  <c:v>6958.54</c:v>
                </c:pt>
                <c:pt idx="285">
                  <c:v>6951.91</c:v>
                </c:pt>
                <c:pt idx="286">
                  <c:v>6950.87</c:v>
                </c:pt>
                <c:pt idx="287">
                  <c:v>6951.06</c:v>
                </c:pt>
                <c:pt idx="288">
                  <c:v>6950.54</c:v>
                </c:pt>
                <c:pt idx="289">
                  <c:v>6956.7300000000005</c:v>
                </c:pt>
                <c:pt idx="290">
                  <c:v>6953.9</c:v>
                </c:pt>
                <c:pt idx="291">
                  <c:v>6940.32</c:v>
                </c:pt>
                <c:pt idx="292">
                  <c:v>6942.05</c:v>
                </c:pt>
                <c:pt idx="293">
                  <c:v>6947.6699999999992</c:v>
                </c:pt>
                <c:pt idx="294">
                  <c:v>6943.43</c:v>
                </c:pt>
                <c:pt idx="295">
                  <c:v>6938.1</c:v>
                </c:pt>
                <c:pt idx="296">
                  <c:v>6935.9400000000005</c:v>
                </c:pt>
                <c:pt idx="297">
                  <c:v>6939.3399999999992</c:v>
                </c:pt>
                <c:pt idx="298">
                  <c:v>6935.59</c:v>
                </c:pt>
                <c:pt idx="299">
                  <c:v>6931.5499999999993</c:v>
                </c:pt>
                <c:pt idx="300">
                  <c:v>6923.33</c:v>
                </c:pt>
                <c:pt idx="301">
                  <c:v>6924.9</c:v>
                </c:pt>
                <c:pt idx="302">
                  <c:v>6920.4</c:v>
                </c:pt>
                <c:pt idx="303">
                  <c:v>6921.43</c:v>
                </c:pt>
                <c:pt idx="304">
                  <c:v>6921.58</c:v>
                </c:pt>
                <c:pt idx="305">
                  <c:v>6912.66</c:v>
                </c:pt>
                <c:pt idx="306">
                  <c:v>6900.1799999999994</c:v>
                </c:pt>
                <c:pt idx="307">
                  <c:v>6905.42</c:v>
                </c:pt>
                <c:pt idx="308">
                  <c:v>6907.93</c:v>
                </c:pt>
                <c:pt idx="309">
                  <c:v>6902.71</c:v>
                </c:pt>
                <c:pt idx="310">
                  <c:v>6901.96</c:v>
                </c:pt>
                <c:pt idx="311">
                  <c:v>6896.82</c:v>
                </c:pt>
                <c:pt idx="312">
                  <c:v>6890.75</c:v>
                </c:pt>
                <c:pt idx="313">
                  <c:v>6879.7800000000007</c:v>
                </c:pt>
                <c:pt idx="314">
                  <c:v>6875.36</c:v>
                </c:pt>
                <c:pt idx="315">
                  <c:v>6877.8499999999995</c:v>
                </c:pt>
                <c:pt idx="316">
                  <c:v>6872.3</c:v>
                </c:pt>
                <c:pt idx="317">
                  <c:v>6866.25</c:v>
                </c:pt>
                <c:pt idx="318">
                  <c:v>6857.57</c:v>
                </c:pt>
                <c:pt idx="319">
                  <c:v>6853.0199999999995</c:v>
                </c:pt>
                <c:pt idx="320">
                  <c:v>6846.37</c:v>
                </c:pt>
                <c:pt idx="321">
                  <c:v>6843.24</c:v>
                </c:pt>
                <c:pt idx="322">
                  <c:v>6838.25</c:v>
                </c:pt>
                <c:pt idx="323">
                  <c:v>6833.17</c:v>
                </c:pt>
                <c:pt idx="324">
                  <c:v>6833.74</c:v>
                </c:pt>
                <c:pt idx="325">
                  <c:v>6828.7699999999995</c:v>
                </c:pt>
                <c:pt idx="326">
                  <c:v>6824.03</c:v>
                </c:pt>
                <c:pt idx="327">
                  <c:v>6815.3899999999994</c:v>
                </c:pt>
                <c:pt idx="328">
                  <c:v>6806.51</c:v>
                </c:pt>
                <c:pt idx="329">
                  <c:v>6803.04</c:v>
                </c:pt>
                <c:pt idx="330">
                  <c:v>6798.3399999999992</c:v>
                </c:pt>
                <c:pt idx="331">
                  <c:v>6793.07</c:v>
                </c:pt>
                <c:pt idx="332">
                  <c:v>6788.03</c:v>
                </c:pt>
                <c:pt idx="333">
                  <c:v>6786.7800000000007</c:v>
                </c:pt>
                <c:pt idx="334">
                  <c:v>6782.94</c:v>
                </c:pt>
                <c:pt idx="335">
                  <c:v>6774.28</c:v>
                </c:pt>
                <c:pt idx="336">
                  <c:v>6770.1500000000005</c:v>
                </c:pt>
                <c:pt idx="337">
                  <c:v>6766.6</c:v>
                </c:pt>
                <c:pt idx="338">
                  <c:v>6760.34</c:v>
                </c:pt>
                <c:pt idx="339">
                  <c:v>6756.92</c:v>
                </c:pt>
                <c:pt idx="340">
                  <c:v>6751.98</c:v>
                </c:pt>
                <c:pt idx="341">
                  <c:v>6743.8399999999992</c:v>
                </c:pt>
                <c:pt idx="342">
                  <c:v>6745.53</c:v>
                </c:pt>
                <c:pt idx="343">
                  <c:v>6722.1799999999994</c:v>
                </c:pt>
                <c:pt idx="344">
                  <c:v>6721.8600000000006</c:v>
                </c:pt>
                <c:pt idx="345">
                  <c:v>6730.53</c:v>
                </c:pt>
                <c:pt idx="346">
                  <c:v>6719.88</c:v>
                </c:pt>
                <c:pt idx="347">
                  <c:v>6716.43</c:v>
                </c:pt>
                <c:pt idx="348">
                  <c:v>6707.82</c:v>
                </c:pt>
                <c:pt idx="349">
                  <c:v>6702.71</c:v>
                </c:pt>
                <c:pt idx="350">
                  <c:v>6701.3499999999995</c:v>
                </c:pt>
                <c:pt idx="351">
                  <c:v>6697.38</c:v>
                </c:pt>
                <c:pt idx="352">
                  <c:v>6694.06</c:v>
                </c:pt>
                <c:pt idx="353">
                  <c:v>6690.1799999999994</c:v>
                </c:pt>
                <c:pt idx="354">
                  <c:v>6679.8099999999995</c:v>
                </c:pt>
                <c:pt idx="355">
                  <c:v>6681.7599999999993</c:v>
                </c:pt>
                <c:pt idx="356">
                  <c:v>6670.19</c:v>
                </c:pt>
                <c:pt idx="357">
                  <c:v>6664.94</c:v>
                </c:pt>
                <c:pt idx="358">
                  <c:v>6659.12</c:v>
                </c:pt>
                <c:pt idx="359">
                  <c:v>6656.63</c:v>
                </c:pt>
                <c:pt idx="360">
                  <c:v>6651.64</c:v>
                </c:pt>
                <c:pt idx="361">
                  <c:v>6654.87</c:v>
                </c:pt>
                <c:pt idx="362">
                  <c:v>6645.1</c:v>
                </c:pt>
                <c:pt idx="363">
                  <c:v>6644.4</c:v>
                </c:pt>
                <c:pt idx="364">
                  <c:v>6640.18</c:v>
                </c:pt>
                <c:pt idx="365">
                  <c:v>6635.3</c:v>
                </c:pt>
                <c:pt idx="366">
                  <c:v>6628.9400000000005</c:v>
                </c:pt>
                <c:pt idx="367">
                  <c:v>6619.5899999999992</c:v>
                </c:pt>
                <c:pt idx="368">
                  <c:v>6615.08</c:v>
                </c:pt>
                <c:pt idx="369">
                  <c:v>6613.1399999999994</c:v>
                </c:pt>
                <c:pt idx="370">
                  <c:v>6609.69</c:v>
                </c:pt>
                <c:pt idx="371">
                  <c:v>6604.91</c:v>
                </c:pt>
                <c:pt idx="372">
                  <c:v>6602.45</c:v>
                </c:pt>
                <c:pt idx="373">
                  <c:v>6597.8700000000008</c:v>
                </c:pt>
                <c:pt idx="374">
                  <c:v>6590.33</c:v>
                </c:pt>
                <c:pt idx="375">
                  <c:v>6584.8899999999994</c:v>
                </c:pt>
                <c:pt idx="376">
                  <c:v>6575.85</c:v>
                </c:pt>
                <c:pt idx="377">
                  <c:v>6574.22</c:v>
                </c:pt>
                <c:pt idx="378">
                  <c:v>6576.37</c:v>
                </c:pt>
                <c:pt idx="379">
                  <c:v>6563.44</c:v>
                </c:pt>
                <c:pt idx="380">
                  <c:v>6566.07</c:v>
                </c:pt>
                <c:pt idx="381">
                  <c:v>6556.68</c:v>
                </c:pt>
                <c:pt idx="382">
                  <c:v>6558.53</c:v>
                </c:pt>
                <c:pt idx="383">
                  <c:v>6545.16</c:v>
                </c:pt>
                <c:pt idx="384">
                  <c:v>6538.92</c:v>
                </c:pt>
                <c:pt idx="385">
                  <c:v>6546.48</c:v>
                </c:pt>
                <c:pt idx="386">
                  <c:v>6540.24</c:v>
                </c:pt>
                <c:pt idx="387">
                  <c:v>6530.62</c:v>
                </c:pt>
                <c:pt idx="388">
                  <c:v>6525.97</c:v>
                </c:pt>
                <c:pt idx="389">
                  <c:v>6520.04</c:v>
                </c:pt>
                <c:pt idx="390">
                  <c:v>6517.85</c:v>
                </c:pt>
                <c:pt idx="391">
                  <c:v>6519.9</c:v>
                </c:pt>
                <c:pt idx="392">
                  <c:v>6508.1100000000006</c:v>
                </c:pt>
                <c:pt idx="393">
                  <c:v>6502.3600000000006</c:v>
                </c:pt>
                <c:pt idx="394">
                  <c:v>6499.13</c:v>
                </c:pt>
                <c:pt idx="395">
                  <c:v>6495.04</c:v>
                </c:pt>
                <c:pt idx="396">
                  <c:v>6496.52</c:v>
                </c:pt>
                <c:pt idx="397">
                  <c:v>6487.26</c:v>
                </c:pt>
                <c:pt idx="398">
                  <c:v>6484.14</c:v>
                </c:pt>
                <c:pt idx="399">
                  <c:v>6487.7599999999993</c:v>
                </c:pt>
                <c:pt idx="400">
                  <c:v>6484.7400000000007</c:v>
                </c:pt>
                <c:pt idx="401">
                  <c:v>6479.5199999999995</c:v>
                </c:pt>
                <c:pt idx="402">
                  <c:v>6488.13</c:v>
                </c:pt>
                <c:pt idx="403">
                  <c:v>6487.16</c:v>
                </c:pt>
                <c:pt idx="404">
                  <c:v>6483.62</c:v>
                </c:pt>
                <c:pt idx="405">
                  <c:v>6479.2199999999993</c:v>
                </c:pt>
                <c:pt idx="406">
                  <c:v>6481.5</c:v>
                </c:pt>
                <c:pt idx="407">
                  <c:v>6482.32</c:v>
                </c:pt>
                <c:pt idx="408">
                  <c:v>6480.85</c:v>
                </c:pt>
                <c:pt idx="409">
                  <c:v>6483.18</c:v>
                </c:pt>
                <c:pt idx="410">
                  <c:v>6481.76</c:v>
                </c:pt>
                <c:pt idx="411">
                  <c:v>6471.4</c:v>
                </c:pt>
                <c:pt idx="412">
                  <c:v>6479.61</c:v>
                </c:pt>
                <c:pt idx="413">
                  <c:v>6476.38</c:v>
                </c:pt>
                <c:pt idx="414">
                  <c:v>6471.62</c:v>
                </c:pt>
                <c:pt idx="415">
                  <c:v>6468.34</c:v>
                </c:pt>
                <c:pt idx="416">
                  <c:v>6463.93</c:v>
                </c:pt>
                <c:pt idx="417">
                  <c:v>6462.43</c:v>
                </c:pt>
                <c:pt idx="418">
                  <c:v>6460.69</c:v>
                </c:pt>
                <c:pt idx="419">
                  <c:v>6459.43</c:v>
                </c:pt>
                <c:pt idx="420">
                  <c:v>6447.99</c:v>
                </c:pt>
                <c:pt idx="421">
                  <c:v>6457.06</c:v>
                </c:pt>
                <c:pt idx="422">
                  <c:v>6447.72</c:v>
                </c:pt>
                <c:pt idx="423">
                  <c:v>6444.4</c:v>
                </c:pt>
                <c:pt idx="424">
                  <c:v>6441.9500000000007</c:v>
                </c:pt>
                <c:pt idx="425">
                  <c:v>6439.3399999999992</c:v>
                </c:pt>
                <c:pt idx="426">
                  <c:v>6429.03</c:v>
                </c:pt>
                <c:pt idx="427">
                  <c:v>6426.21</c:v>
                </c:pt>
                <c:pt idx="428">
                  <c:v>6429.25</c:v>
                </c:pt>
                <c:pt idx="429">
                  <c:v>6424.36</c:v>
                </c:pt>
                <c:pt idx="430">
                  <c:v>6416.62</c:v>
                </c:pt>
                <c:pt idx="431">
                  <c:v>6417.4699999999993</c:v>
                </c:pt>
                <c:pt idx="432">
                  <c:v>6411.0300000000007</c:v>
                </c:pt>
                <c:pt idx="433">
                  <c:v>6401.99</c:v>
                </c:pt>
                <c:pt idx="434">
                  <c:v>6398.11</c:v>
                </c:pt>
                <c:pt idx="435">
                  <c:v>6395.2</c:v>
                </c:pt>
                <c:pt idx="436">
                  <c:v>6386.97</c:v>
                </c:pt>
                <c:pt idx="437">
                  <c:v>6380.25</c:v>
                </c:pt>
                <c:pt idx="438">
                  <c:v>6374.72</c:v>
                </c:pt>
                <c:pt idx="439">
                  <c:v>6378.28</c:v>
                </c:pt>
                <c:pt idx="440">
                  <c:v>6365.48</c:v>
                </c:pt>
                <c:pt idx="441">
                  <c:v>6366.37</c:v>
                </c:pt>
                <c:pt idx="442">
                  <c:v>6358.19</c:v>
                </c:pt>
                <c:pt idx="443">
                  <c:v>6357.0599999999995</c:v>
                </c:pt>
                <c:pt idx="444">
                  <c:v>6345.84</c:v>
                </c:pt>
                <c:pt idx="445">
                  <c:v>6347.0599999999995</c:v>
                </c:pt>
                <c:pt idx="446">
                  <c:v>6334.46</c:v>
                </c:pt>
                <c:pt idx="447">
                  <c:v>6330.15</c:v>
                </c:pt>
                <c:pt idx="448">
                  <c:v>6326.96</c:v>
                </c:pt>
                <c:pt idx="449">
                  <c:v>6329.58</c:v>
                </c:pt>
                <c:pt idx="450">
                  <c:v>6323.34</c:v>
                </c:pt>
                <c:pt idx="451">
                  <c:v>6319.61</c:v>
                </c:pt>
                <c:pt idx="452">
                  <c:v>6312.7000000000007</c:v>
                </c:pt>
                <c:pt idx="453">
                  <c:v>6311.62</c:v>
                </c:pt>
                <c:pt idx="454">
                  <c:v>6306.78</c:v>
                </c:pt>
                <c:pt idx="455">
                  <c:v>6301.03</c:v>
                </c:pt>
                <c:pt idx="456">
                  <c:v>6292.49</c:v>
                </c:pt>
                <c:pt idx="457">
                  <c:v>6287.38</c:v>
                </c:pt>
                <c:pt idx="458">
                  <c:v>6280.36</c:v>
                </c:pt>
                <c:pt idx="459">
                  <c:v>6278.6</c:v>
                </c:pt>
                <c:pt idx="460">
                  <c:v>6273.4800000000005</c:v>
                </c:pt>
                <c:pt idx="461">
                  <c:v>6265.19</c:v>
                </c:pt>
                <c:pt idx="462">
                  <c:v>6268.72</c:v>
                </c:pt>
                <c:pt idx="463">
                  <c:v>6257.74</c:v>
                </c:pt>
                <c:pt idx="464">
                  <c:v>6253.79</c:v>
                </c:pt>
                <c:pt idx="465">
                  <c:v>6248.46</c:v>
                </c:pt>
                <c:pt idx="466">
                  <c:v>6244.45</c:v>
                </c:pt>
                <c:pt idx="467">
                  <c:v>6240.68</c:v>
                </c:pt>
                <c:pt idx="468">
                  <c:v>6237.08</c:v>
                </c:pt>
                <c:pt idx="469">
                  <c:v>6234.54</c:v>
                </c:pt>
                <c:pt idx="470">
                  <c:v>6232.08</c:v>
                </c:pt>
                <c:pt idx="471">
                  <c:v>6225.06</c:v>
                </c:pt>
                <c:pt idx="472">
                  <c:v>6222.84</c:v>
                </c:pt>
                <c:pt idx="473">
                  <c:v>6214.93</c:v>
                </c:pt>
                <c:pt idx="474">
                  <c:v>6207.37</c:v>
                </c:pt>
                <c:pt idx="475">
                  <c:v>6207.8600000000006</c:v>
                </c:pt>
                <c:pt idx="476">
                  <c:v>6198.11</c:v>
                </c:pt>
                <c:pt idx="477">
                  <c:v>6194.2199999999993</c:v>
                </c:pt>
                <c:pt idx="478">
                  <c:v>6188.51</c:v>
                </c:pt>
                <c:pt idx="479">
                  <c:v>6189.12</c:v>
                </c:pt>
                <c:pt idx="480">
                  <c:v>6185.16</c:v>
                </c:pt>
                <c:pt idx="481">
                  <c:v>6180.79</c:v>
                </c:pt>
                <c:pt idx="482">
                  <c:v>6176.52</c:v>
                </c:pt>
                <c:pt idx="483">
                  <c:v>6165.06</c:v>
                </c:pt>
                <c:pt idx="484">
                  <c:v>6165.39</c:v>
                </c:pt>
                <c:pt idx="485">
                  <c:v>6157.0099999999993</c:v>
                </c:pt>
                <c:pt idx="486">
                  <c:v>6161.5700000000006</c:v>
                </c:pt>
                <c:pt idx="487">
                  <c:v>6153.04</c:v>
                </c:pt>
                <c:pt idx="488">
                  <c:v>6145.72</c:v>
                </c:pt>
                <c:pt idx="489">
                  <c:v>6149.99</c:v>
                </c:pt>
                <c:pt idx="490">
                  <c:v>6133.54</c:v>
                </c:pt>
                <c:pt idx="491">
                  <c:v>6134.35</c:v>
                </c:pt>
                <c:pt idx="492">
                  <c:v>6135.3</c:v>
                </c:pt>
                <c:pt idx="493">
                  <c:v>6135.98</c:v>
                </c:pt>
                <c:pt idx="494">
                  <c:v>6135.87</c:v>
                </c:pt>
                <c:pt idx="495">
                  <c:v>6139.38</c:v>
                </c:pt>
                <c:pt idx="496">
                  <c:v>6129.46</c:v>
                </c:pt>
                <c:pt idx="497">
                  <c:v>6128.78</c:v>
                </c:pt>
                <c:pt idx="498">
                  <c:v>6130.99</c:v>
                </c:pt>
                <c:pt idx="499">
                  <c:v>6135.75</c:v>
                </c:pt>
                <c:pt idx="500">
                  <c:v>6132.33</c:v>
                </c:pt>
                <c:pt idx="501">
                  <c:v>6135.39</c:v>
                </c:pt>
                <c:pt idx="502">
                  <c:v>6131.53</c:v>
                </c:pt>
                <c:pt idx="503">
                  <c:v>6130.19</c:v>
                </c:pt>
                <c:pt idx="504">
                  <c:v>6128.33</c:v>
                </c:pt>
                <c:pt idx="505">
                  <c:v>6124.3600000000006</c:v>
                </c:pt>
                <c:pt idx="506">
                  <c:v>6121.8700000000008</c:v>
                </c:pt>
                <c:pt idx="507">
                  <c:v>6123.67</c:v>
                </c:pt>
                <c:pt idx="508">
                  <c:v>6118.2</c:v>
                </c:pt>
                <c:pt idx="509">
                  <c:v>6116.13</c:v>
                </c:pt>
                <c:pt idx="510">
                  <c:v>6109.9</c:v>
                </c:pt>
                <c:pt idx="511">
                  <c:v>6109.9</c:v>
                </c:pt>
                <c:pt idx="512">
                  <c:v>6109.72</c:v>
                </c:pt>
                <c:pt idx="513">
                  <c:v>6106.63</c:v>
                </c:pt>
                <c:pt idx="514">
                  <c:v>6106.54</c:v>
                </c:pt>
                <c:pt idx="515">
                  <c:v>6104.2699999999995</c:v>
                </c:pt>
                <c:pt idx="516">
                  <c:v>6092.61</c:v>
                </c:pt>
                <c:pt idx="517">
                  <c:v>6087.58</c:v>
                </c:pt>
                <c:pt idx="518">
                  <c:v>6089.9</c:v>
                </c:pt>
                <c:pt idx="519">
                  <c:v>6085.54</c:v>
                </c:pt>
                <c:pt idx="520">
                  <c:v>6078.79</c:v>
                </c:pt>
                <c:pt idx="521">
                  <c:v>6070.21</c:v>
                </c:pt>
                <c:pt idx="522">
                  <c:v>6058.22</c:v>
                </c:pt>
                <c:pt idx="523">
                  <c:v>6048.59</c:v>
                </c:pt>
                <c:pt idx="524">
                  <c:v>6041.15</c:v>
                </c:pt>
                <c:pt idx="525">
                  <c:v>6043.67</c:v>
                </c:pt>
                <c:pt idx="526">
                  <c:v>6036.27</c:v>
                </c:pt>
                <c:pt idx="527">
                  <c:v>6028.6600000000008</c:v>
                </c:pt>
                <c:pt idx="528">
                  <c:v>6023.0300000000007</c:v>
                </c:pt>
                <c:pt idx="529">
                  <c:v>6015.27</c:v>
                </c:pt>
                <c:pt idx="530">
                  <c:v>6019.4400000000005</c:v>
                </c:pt>
                <c:pt idx="531">
                  <c:v>6009.22</c:v>
                </c:pt>
                <c:pt idx="532">
                  <c:v>6007.6</c:v>
                </c:pt>
                <c:pt idx="533">
                  <c:v>6001.37</c:v>
                </c:pt>
                <c:pt idx="534">
                  <c:v>5993.04</c:v>
                </c:pt>
                <c:pt idx="535">
                  <c:v>5991.43</c:v>
                </c:pt>
                <c:pt idx="536">
                  <c:v>5985.89</c:v>
                </c:pt>
                <c:pt idx="537">
                  <c:v>5985.08</c:v>
                </c:pt>
                <c:pt idx="538">
                  <c:v>5977.9400000000005</c:v>
                </c:pt>
                <c:pt idx="539">
                  <c:v>5971.07</c:v>
                </c:pt>
                <c:pt idx="540">
                  <c:v>5968.06</c:v>
                </c:pt>
                <c:pt idx="541">
                  <c:v>5967.22</c:v>
                </c:pt>
                <c:pt idx="542">
                  <c:v>5960.46</c:v>
                </c:pt>
                <c:pt idx="543">
                  <c:v>5949.35</c:v>
                </c:pt>
                <c:pt idx="544">
                  <c:v>5945.2699999999995</c:v>
                </c:pt>
                <c:pt idx="545">
                  <c:v>5944.5499999999993</c:v>
                </c:pt>
                <c:pt idx="546">
                  <c:v>5942.25</c:v>
                </c:pt>
                <c:pt idx="547">
                  <c:v>5937.62</c:v>
                </c:pt>
                <c:pt idx="548">
                  <c:v>5928.5300000000007</c:v>
                </c:pt>
                <c:pt idx="549">
                  <c:v>5931.3</c:v>
                </c:pt>
                <c:pt idx="550">
                  <c:v>5923.08</c:v>
                </c:pt>
                <c:pt idx="551">
                  <c:v>5922.38</c:v>
                </c:pt>
                <c:pt idx="552">
                  <c:v>5916.76</c:v>
                </c:pt>
                <c:pt idx="553">
                  <c:v>5913.21</c:v>
                </c:pt>
                <c:pt idx="554">
                  <c:v>5909.01</c:v>
                </c:pt>
                <c:pt idx="555">
                  <c:v>5900.03</c:v>
                </c:pt>
                <c:pt idx="556">
                  <c:v>5896.6500000000005</c:v>
                </c:pt>
                <c:pt idx="557">
                  <c:v>5891.3099999999995</c:v>
                </c:pt>
                <c:pt idx="558">
                  <c:v>5890.19</c:v>
                </c:pt>
                <c:pt idx="559">
                  <c:v>5885.24</c:v>
                </c:pt>
                <c:pt idx="560">
                  <c:v>5874.5700000000006</c:v>
                </c:pt>
                <c:pt idx="561">
                  <c:v>5871.05</c:v>
                </c:pt>
                <c:pt idx="562">
                  <c:v>5873.2800000000007</c:v>
                </c:pt>
                <c:pt idx="563">
                  <c:v>5865.46</c:v>
                </c:pt>
                <c:pt idx="564">
                  <c:v>5860.3899999999994</c:v>
                </c:pt>
                <c:pt idx="565">
                  <c:v>5855.72</c:v>
                </c:pt>
                <c:pt idx="566">
                  <c:v>5850.08</c:v>
                </c:pt>
                <c:pt idx="567">
                  <c:v>5846.18</c:v>
                </c:pt>
                <c:pt idx="568">
                  <c:v>5843.48</c:v>
                </c:pt>
                <c:pt idx="569">
                  <c:v>5838.94</c:v>
                </c:pt>
                <c:pt idx="570">
                  <c:v>5833.8099999999995</c:v>
                </c:pt>
                <c:pt idx="571">
                  <c:v>5832.79</c:v>
                </c:pt>
              </c:numCache>
            </c:numRef>
          </c:xVal>
          <c:yVal>
            <c:numRef>
              <c:f>Presentation!$AW$13:$AW$584</c:f>
              <c:numCache>
                <c:formatCode>General</c:formatCode>
                <c:ptCount val="572"/>
                <c:pt idx="0">
                  <c:v>7.6293743177106973E-4</c:v>
                </c:pt>
                <c:pt idx="1">
                  <c:v>7.5650848650484501E-4</c:v>
                </c:pt>
                <c:pt idx="2">
                  <c:v>7.5889835911217471E-4</c:v>
                </c:pt>
                <c:pt idx="3">
                  <c:v>7.6011411519652018E-4</c:v>
                </c:pt>
                <c:pt idx="4">
                  <c:v>7.8919537609938972E-4</c:v>
                </c:pt>
                <c:pt idx="5">
                  <c:v>5.4777204255767415E-3</c:v>
                </c:pt>
                <c:pt idx="6">
                  <c:v>1.2061888377004139E-2</c:v>
                </c:pt>
                <c:pt idx="7">
                  <c:v>2.9694009762883892E-2</c:v>
                </c:pt>
                <c:pt idx="8">
                  <c:v>4.9160344209306289E-2</c:v>
                </c:pt>
                <c:pt idx="9">
                  <c:v>5.937899422627705E-2</c:v>
                </c:pt>
                <c:pt idx="10">
                  <c:v>7.2877028573664487E-2</c:v>
                </c:pt>
                <c:pt idx="11">
                  <c:v>8.3365114289206704E-2</c:v>
                </c:pt>
                <c:pt idx="12">
                  <c:v>9.6396170740498624E-2</c:v>
                </c:pt>
                <c:pt idx="13">
                  <c:v>0.11050699183217158</c:v>
                </c:pt>
                <c:pt idx="14">
                  <c:v>0.12307032904232636</c:v>
                </c:pt>
                <c:pt idx="15">
                  <c:v>0.13697762228030319</c:v>
                </c:pt>
                <c:pt idx="16">
                  <c:v>0.14414348480523823</c:v>
                </c:pt>
                <c:pt idx="17">
                  <c:v>0.15799458226160668</c:v>
                </c:pt>
                <c:pt idx="18">
                  <c:v>0.17064015073856037</c:v>
                </c:pt>
                <c:pt idx="19">
                  <c:v>0.18094790834405741</c:v>
                </c:pt>
                <c:pt idx="20">
                  <c:v>0.19251638800554075</c:v>
                </c:pt>
                <c:pt idx="21">
                  <c:v>0.20199393045619085</c:v>
                </c:pt>
                <c:pt idx="22">
                  <c:v>0.21211836943544263</c:v>
                </c:pt>
                <c:pt idx="23">
                  <c:v>0.22103382684959</c:v>
                </c:pt>
                <c:pt idx="24">
                  <c:v>0.23071258245256127</c:v>
                </c:pt>
                <c:pt idx="25">
                  <c:v>0.23890680757199884</c:v>
                </c:pt>
                <c:pt idx="26">
                  <c:v>0.24907208320361138</c:v>
                </c:pt>
                <c:pt idx="27">
                  <c:v>0.25622740300628216</c:v>
                </c:pt>
                <c:pt idx="28">
                  <c:v>0.26503944082780079</c:v>
                </c:pt>
                <c:pt idx="29">
                  <c:v>0.27383919645716415</c:v>
                </c:pt>
                <c:pt idx="30">
                  <c:v>0.28185626961998167</c:v>
                </c:pt>
                <c:pt idx="31">
                  <c:v>0.2894414574408915</c:v>
                </c:pt>
                <c:pt idx="32">
                  <c:v>0.29766824085005911</c:v>
                </c:pt>
                <c:pt idx="33">
                  <c:v>0.30399241680225547</c:v>
                </c:pt>
                <c:pt idx="34">
                  <c:v>0.31205700603540171</c:v>
                </c:pt>
                <c:pt idx="35">
                  <c:v>0.31734137880048729</c:v>
                </c:pt>
                <c:pt idx="36">
                  <c:v>0.32341884907847374</c:v>
                </c:pt>
                <c:pt idx="37">
                  <c:v>0.33039166740085946</c:v>
                </c:pt>
                <c:pt idx="38">
                  <c:v>0.33658109842433703</c:v>
                </c:pt>
                <c:pt idx="39">
                  <c:v>0.34243830092357097</c:v>
                </c:pt>
                <c:pt idx="40">
                  <c:v>0.34774888359667422</c:v>
                </c:pt>
                <c:pt idx="41">
                  <c:v>0.35339116021012451</c:v>
                </c:pt>
                <c:pt idx="42">
                  <c:v>0.36115230759605932</c:v>
                </c:pt>
                <c:pt idx="43">
                  <c:v>0.36456949569495695</c:v>
                </c:pt>
                <c:pt idx="44">
                  <c:v>0.37107119514443726</c:v>
                </c:pt>
                <c:pt idx="45">
                  <c:v>0.37696029023925298</c:v>
                </c:pt>
                <c:pt idx="46">
                  <c:v>0.38232156633073022</c:v>
                </c:pt>
                <c:pt idx="47">
                  <c:v>0.38649053687922491</c:v>
                </c:pt>
                <c:pt idx="48">
                  <c:v>0.39130306229680267</c:v>
                </c:pt>
                <c:pt idx="49">
                  <c:v>0.39284225122067357</c:v>
                </c:pt>
                <c:pt idx="50">
                  <c:v>0.39776610973803728</c:v>
                </c:pt>
                <c:pt idx="51">
                  <c:v>0.40188413694591391</c:v>
                </c:pt>
                <c:pt idx="52">
                  <c:v>0.40679231845854819</c:v>
                </c:pt>
                <c:pt idx="53">
                  <c:v>0.41031830379843931</c:v>
                </c:pt>
                <c:pt idx="54">
                  <c:v>0.41488197515214242</c:v>
                </c:pt>
                <c:pt idx="55">
                  <c:v>0.41850803229024042</c:v>
                </c:pt>
                <c:pt idx="56">
                  <c:v>0.42220315700208783</c:v>
                </c:pt>
                <c:pt idx="57">
                  <c:v>0.42609018283255201</c:v>
                </c:pt>
                <c:pt idx="58">
                  <c:v>0.42945082341723112</c:v>
                </c:pt>
                <c:pt idx="59">
                  <c:v>0.43372508967654322</c:v>
                </c:pt>
                <c:pt idx="60">
                  <c:v>0.4364768132568832</c:v>
                </c:pt>
                <c:pt idx="61">
                  <c:v>0.44052710755443808</c:v>
                </c:pt>
                <c:pt idx="62">
                  <c:v>0.44024598123311398</c:v>
                </c:pt>
                <c:pt idx="63">
                  <c:v>0.44537034269030318</c:v>
                </c:pt>
                <c:pt idx="64">
                  <c:v>0.44796058287241464</c:v>
                </c:pt>
                <c:pt idx="65">
                  <c:v>0.45246926531489001</c:v>
                </c:pt>
                <c:pt idx="66">
                  <c:v>0.45475335673519124</c:v>
                </c:pt>
                <c:pt idx="67">
                  <c:v>0.45660168927066946</c:v>
                </c:pt>
                <c:pt idx="68">
                  <c:v>0.45815799846093203</c:v>
                </c:pt>
                <c:pt idx="69">
                  <c:v>0.46169577119713995</c:v>
                </c:pt>
                <c:pt idx="70">
                  <c:v>0.46418319130083774</c:v>
                </c:pt>
                <c:pt idx="71">
                  <c:v>0.46699865346554453</c:v>
                </c:pt>
                <c:pt idx="72">
                  <c:v>0.46931270526749419</c:v>
                </c:pt>
                <c:pt idx="73">
                  <c:v>0.47108263074222251</c:v>
                </c:pt>
                <c:pt idx="74">
                  <c:v>0.47479108530338704</c:v>
                </c:pt>
                <c:pt idx="75">
                  <c:v>0.47632485413298248</c:v>
                </c:pt>
                <c:pt idx="76">
                  <c:v>0.47913177741400126</c:v>
                </c:pt>
                <c:pt idx="77">
                  <c:v>0.48074141162559597</c:v>
                </c:pt>
                <c:pt idx="78">
                  <c:v>0.48330514440580974</c:v>
                </c:pt>
                <c:pt idx="79">
                  <c:v>0.48518186013552195</c:v>
                </c:pt>
                <c:pt idx="80">
                  <c:v>0.48696747288987274</c:v>
                </c:pt>
                <c:pt idx="81">
                  <c:v>0.48912582326558657</c:v>
                </c:pt>
                <c:pt idx="82">
                  <c:v>0.49111118686266114</c:v>
                </c:pt>
                <c:pt idx="83">
                  <c:v>0.49276076659033113</c:v>
                </c:pt>
                <c:pt idx="84">
                  <c:v>0.49393732393743761</c:v>
                </c:pt>
                <c:pt idx="85">
                  <c:v>0.49526956702089586</c:v>
                </c:pt>
                <c:pt idx="86">
                  <c:v>0.49550647179513158</c:v>
                </c:pt>
                <c:pt idx="87">
                  <c:v>0.49315571213622517</c:v>
                </c:pt>
                <c:pt idx="88">
                  <c:v>0.49694922558239751</c:v>
                </c:pt>
                <c:pt idx="89">
                  <c:v>0.49837849492368086</c:v>
                </c:pt>
                <c:pt idx="90">
                  <c:v>0.49959513142363976</c:v>
                </c:pt>
                <c:pt idx="91">
                  <c:v>0.50082485425459822</c:v>
                </c:pt>
                <c:pt idx="92">
                  <c:v>0.50139651831124987</c:v>
                </c:pt>
                <c:pt idx="93">
                  <c:v>0.50229181414915125</c:v>
                </c:pt>
                <c:pt idx="94">
                  <c:v>0.50347028879785427</c:v>
                </c:pt>
                <c:pt idx="95">
                  <c:v>0.50456606448848851</c:v>
                </c:pt>
                <c:pt idx="96">
                  <c:v>0.50551065299291076</c:v>
                </c:pt>
                <c:pt idx="97">
                  <c:v>0.50657242284796489</c:v>
                </c:pt>
                <c:pt idx="98">
                  <c:v>0.50810777703485555</c:v>
                </c:pt>
                <c:pt idx="99">
                  <c:v>0.50960382543330596</c:v>
                </c:pt>
                <c:pt idx="100">
                  <c:v>0.50982811191582666</c:v>
                </c:pt>
                <c:pt idx="101">
                  <c:v>0.51184035988234622</c:v>
                </c:pt>
                <c:pt idx="102">
                  <c:v>0.51282481161438276</c:v>
                </c:pt>
                <c:pt idx="103">
                  <c:v>0.51346457025691983</c:v>
                </c:pt>
                <c:pt idx="104">
                  <c:v>0.51372491656497921</c:v>
                </c:pt>
                <c:pt idx="105">
                  <c:v>0.51546350750787728</c:v>
                </c:pt>
                <c:pt idx="106">
                  <c:v>0.51579742406356732</c:v>
                </c:pt>
                <c:pt idx="107">
                  <c:v>0.51639085661010531</c:v>
                </c:pt>
                <c:pt idx="108">
                  <c:v>0.51779850036745623</c:v>
                </c:pt>
                <c:pt idx="109">
                  <c:v>0.51826913543046915</c:v>
                </c:pt>
                <c:pt idx="110">
                  <c:v>0.51794379517839417</c:v>
                </c:pt>
                <c:pt idx="111">
                  <c:v>0.51903026804718777</c:v>
                </c:pt>
                <c:pt idx="112">
                  <c:v>0.51967622736286212</c:v>
                </c:pt>
                <c:pt idx="113">
                  <c:v>0.52050436164230918</c:v>
                </c:pt>
                <c:pt idx="114">
                  <c:v>0.5211233416185157</c:v>
                </c:pt>
                <c:pt idx="115">
                  <c:v>0.52109938707424941</c:v>
                </c:pt>
                <c:pt idx="116">
                  <c:v>0.52263206624840552</c:v>
                </c:pt>
                <c:pt idx="117">
                  <c:v>0.52337769143597213</c:v>
                </c:pt>
                <c:pt idx="118">
                  <c:v>0.52435882307938675</c:v>
                </c:pt>
                <c:pt idx="119">
                  <c:v>0.52501008706662911</c:v>
                </c:pt>
                <c:pt idx="120">
                  <c:v>0.52541712805081486</c:v>
                </c:pt>
                <c:pt idx="121">
                  <c:v>0.52534280912564513</c:v>
                </c:pt>
                <c:pt idx="122">
                  <c:v>0.52376743654835511</c:v>
                </c:pt>
                <c:pt idx="123">
                  <c:v>0.52595337399710684</c:v>
                </c:pt>
                <c:pt idx="124">
                  <c:v>0.5259910689875148</c:v>
                </c:pt>
                <c:pt idx="125">
                  <c:v>0.5264523240572565</c:v>
                </c:pt>
                <c:pt idx="126">
                  <c:v>0.52691935995033601</c:v>
                </c:pt>
                <c:pt idx="127">
                  <c:v>0.52701616481113212</c:v>
                </c:pt>
                <c:pt idx="128">
                  <c:v>0.52729207329412309</c:v>
                </c:pt>
                <c:pt idx="129">
                  <c:v>0.52820913543207493</c:v>
                </c:pt>
                <c:pt idx="130">
                  <c:v>0.52819282592743255</c:v>
                </c:pt>
                <c:pt idx="131">
                  <c:v>0.52963242182447245</c:v>
                </c:pt>
                <c:pt idx="132">
                  <c:v>0.52996820682298307</c:v>
                </c:pt>
                <c:pt idx="133">
                  <c:v>0.5304260802448949</c:v>
                </c:pt>
                <c:pt idx="134">
                  <c:v>0.53106231329594888</c:v>
                </c:pt>
                <c:pt idx="135">
                  <c:v>0.53147378397190626</c:v>
                </c:pt>
                <c:pt idx="136">
                  <c:v>0.53156429379835102</c:v>
                </c:pt>
                <c:pt idx="137">
                  <c:v>0.53249838642815528</c:v>
                </c:pt>
                <c:pt idx="138">
                  <c:v>0.53169649323799373</c:v>
                </c:pt>
                <c:pt idx="139">
                  <c:v>0.53202952058641317</c:v>
                </c:pt>
                <c:pt idx="140">
                  <c:v>0.53264980693454234</c:v>
                </c:pt>
                <c:pt idx="141">
                  <c:v>0.53272706460945796</c:v>
                </c:pt>
                <c:pt idx="142">
                  <c:v>0.5327988606808538</c:v>
                </c:pt>
                <c:pt idx="143">
                  <c:v>0.53337224500121216</c:v>
                </c:pt>
                <c:pt idx="144">
                  <c:v>0.53340238833542264</c:v>
                </c:pt>
                <c:pt idx="145">
                  <c:v>0.53352133631605603</c:v>
                </c:pt>
                <c:pt idx="146">
                  <c:v>0.53377626756786034</c:v>
                </c:pt>
                <c:pt idx="147">
                  <c:v>0.53341237734095259</c:v>
                </c:pt>
                <c:pt idx="148">
                  <c:v>0.53459111181041563</c:v>
                </c:pt>
                <c:pt idx="149">
                  <c:v>0.53455190222888627</c:v>
                </c:pt>
                <c:pt idx="150">
                  <c:v>0.53403755713099443</c:v>
                </c:pt>
                <c:pt idx="151">
                  <c:v>0.53415106981967064</c:v>
                </c:pt>
                <c:pt idx="152">
                  <c:v>0.53448678298418628</c:v>
                </c:pt>
                <c:pt idx="153">
                  <c:v>0.53450092492575385</c:v>
                </c:pt>
                <c:pt idx="154">
                  <c:v>0.53455190918034223</c:v>
                </c:pt>
                <c:pt idx="155">
                  <c:v>0.53491032435757579</c:v>
                </c:pt>
                <c:pt idx="156">
                  <c:v>0.53503430303674937</c:v>
                </c:pt>
                <c:pt idx="157">
                  <c:v>0.53495580224414185</c:v>
                </c:pt>
                <c:pt idx="158">
                  <c:v>0.5345647315489811</c:v>
                </c:pt>
                <c:pt idx="159">
                  <c:v>0.53489455622026438</c:v>
                </c:pt>
                <c:pt idx="160">
                  <c:v>0.53473623637824041</c:v>
                </c:pt>
                <c:pt idx="161">
                  <c:v>0.53337009890651355</c:v>
                </c:pt>
                <c:pt idx="162">
                  <c:v>0.53322116283417453</c:v>
                </c:pt>
                <c:pt idx="163">
                  <c:v>0.53362966522505195</c:v>
                </c:pt>
                <c:pt idx="164">
                  <c:v>0.53431845137411527</c:v>
                </c:pt>
                <c:pt idx="165">
                  <c:v>0.53395029120500703</c:v>
                </c:pt>
                <c:pt idx="166">
                  <c:v>0.534531903835747</c:v>
                </c:pt>
                <c:pt idx="167">
                  <c:v>0.53480411719488641</c:v>
                </c:pt>
                <c:pt idx="168">
                  <c:v>0.53542385246297364</c:v>
                </c:pt>
                <c:pt idx="169">
                  <c:v>0.53482753399270766</c:v>
                </c:pt>
                <c:pt idx="170">
                  <c:v>0.53252984903489353</c:v>
                </c:pt>
                <c:pt idx="171">
                  <c:v>0.53492120946266886</c:v>
                </c:pt>
                <c:pt idx="172">
                  <c:v>0.53394142299984915</c:v>
                </c:pt>
                <c:pt idx="173">
                  <c:v>0.53380007705717047</c:v>
                </c:pt>
                <c:pt idx="174">
                  <c:v>0.53426525283112225</c:v>
                </c:pt>
                <c:pt idx="175">
                  <c:v>0.5348128661190672</c:v>
                </c:pt>
                <c:pt idx="176">
                  <c:v>0.53533529651756961</c:v>
                </c:pt>
                <c:pt idx="177">
                  <c:v>0.53540005387931044</c:v>
                </c:pt>
                <c:pt idx="178">
                  <c:v>0.5356014823222689</c:v>
                </c:pt>
                <c:pt idx="179">
                  <c:v>0.53503446078921024</c:v>
                </c:pt>
                <c:pt idx="180">
                  <c:v>0.53528540189660134</c:v>
                </c:pt>
                <c:pt idx="181">
                  <c:v>0.5353272689449099</c:v>
                </c:pt>
                <c:pt idx="182">
                  <c:v>0.53502513377655259</c:v>
                </c:pt>
                <c:pt idx="183">
                  <c:v>0.53517290047492028</c:v>
                </c:pt>
                <c:pt idx="184">
                  <c:v>0.53535074311359709</c:v>
                </c:pt>
                <c:pt idx="185">
                  <c:v>0.53558965877201314</c:v>
                </c:pt>
                <c:pt idx="186">
                  <c:v>0.53607559121793547</c:v>
                </c:pt>
                <c:pt idx="187">
                  <c:v>0.53602065654021969</c:v>
                </c:pt>
                <c:pt idx="188">
                  <c:v>0.53219843183332216</c:v>
                </c:pt>
                <c:pt idx="189">
                  <c:v>0.53636700595899978</c:v>
                </c:pt>
                <c:pt idx="190">
                  <c:v>0.53590142153282938</c:v>
                </c:pt>
                <c:pt idx="191">
                  <c:v>0.53531939903757852</c:v>
                </c:pt>
                <c:pt idx="192">
                  <c:v>0.53465933826730516</c:v>
                </c:pt>
                <c:pt idx="193">
                  <c:v>0.53419835098063795</c:v>
                </c:pt>
                <c:pt idx="194">
                  <c:v>0.53411532170119957</c:v>
                </c:pt>
                <c:pt idx="195">
                  <c:v>0.53452772639723256</c:v>
                </c:pt>
                <c:pt idx="196">
                  <c:v>0.53518589482211021</c:v>
                </c:pt>
                <c:pt idx="197">
                  <c:v>0.53571682257288977</c:v>
                </c:pt>
                <c:pt idx="198">
                  <c:v>0.53528006472704215</c:v>
                </c:pt>
                <c:pt idx="199">
                  <c:v>0.53571272283699733</c:v>
                </c:pt>
                <c:pt idx="200">
                  <c:v>0.53505702214783202</c:v>
                </c:pt>
                <c:pt idx="201">
                  <c:v>0.53521697079468178</c:v>
                </c:pt>
                <c:pt idx="202">
                  <c:v>0.53465647683585482</c:v>
                </c:pt>
                <c:pt idx="203">
                  <c:v>0.53466173373118608</c:v>
                </c:pt>
                <c:pt idx="204">
                  <c:v>0.53556507149749977</c:v>
                </c:pt>
                <c:pt idx="205">
                  <c:v>0.53484759973884055</c:v>
                </c:pt>
                <c:pt idx="206">
                  <c:v>0.53385556022074576</c:v>
                </c:pt>
                <c:pt idx="207">
                  <c:v>0.53429879306078676</c:v>
                </c:pt>
                <c:pt idx="208">
                  <c:v>0.53474008486127589</c:v>
                </c:pt>
                <c:pt idx="209">
                  <c:v>0.53434901524210066</c:v>
                </c:pt>
                <c:pt idx="210">
                  <c:v>0.53438142896092844</c:v>
                </c:pt>
                <c:pt idx="211">
                  <c:v>0.53467668485023012</c:v>
                </c:pt>
                <c:pt idx="212">
                  <c:v>0.53493686788678918</c:v>
                </c:pt>
                <c:pt idx="213">
                  <c:v>0.5351766869016239</c:v>
                </c:pt>
                <c:pt idx="214">
                  <c:v>0.53560706815961856</c:v>
                </c:pt>
                <c:pt idx="215">
                  <c:v>0.53535393983747703</c:v>
                </c:pt>
                <c:pt idx="216">
                  <c:v>0.53517955801104966</c:v>
                </c:pt>
                <c:pt idx="217">
                  <c:v>0.5354309165526675</c:v>
                </c:pt>
                <c:pt idx="218">
                  <c:v>0.53513901628185923</c:v>
                </c:pt>
                <c:pt idx="219">
                  <c:v>0.5344367554079531</c:v>
                </c:pt>
                <c:pt idx="220">
                  <c:v>0.5346469958760004</c:v>
                </c:pt>
                <c:pt idx="221">
                  <c:v>0.53415328572379073</c:v>
                </c:pt>
                <c:pt idx="222">
                  <c:v>0.53412456322140422</c:v>
                </c:pt>
                <c:pt idx="223">
                  <c:v>0.53364019616278069</c:v>
                </c:pt>
                <c:pt idx="224">
                  <c:v>0.53312300210794095</c:v>
                </c:pt>
                <c:pt idx="225">
                  <c:v>0.53247036558948546</c:v>
                </c:pt>
                <c:pt idx="226">
                  <c:v>0.53249909962274533</c:v>
                </c:pt>
                <c:pt idx="227">
                  <c:v>0.53181659511322688</c:v>
                </c:pt>
                <c:pt idx="228">
                  <c:v>0.53048911992363978</c:v>
                </c:pt>
                <c:pt idx="229">
                  <c:v>0.53228242033176754</c:v>
                </c:pt>
                <c:pt idx="230">
                  <c:v>0.53275357550630054</c:v>
                </c:pt>
                <c:pt idx="231">
                  <c:v>0.53272227570139086</c:v>
                </c:pt>
                <c:pt idx="232">
                  <c:v>0.53311222240206291</c:v>
                </c:pt>
                <c:pt idx="233">
                  <c:v>0.53316980758035404</c:v>
                </c:pt>
                <c:pt idx="234">
                  <c:v>0.53362197153494406</c:v>
                </c:pt>
                <c:pt idx="235">
                  <c:v>0.532960112944597</c:v>
                </c:pt>
                <c:pt idx="236">
                  <c:v>0.5323152162204885</c:v>
                </c:pt>
                <c:pt idx="237">
                  <c:v>0.53165215931036414</c:v>
                </c:pt>
                <c:pt idx="238">
                  <c:v>0.53104021795282819</c:v>
                </c:pt>
                <c:pt idx="239">
                  <c:v>0.53105369431276628</c:v>
                </c:pt>
                <c:pt idx="240">
                  <c:v>0.53124544159064646</c:v>
                </c:pt>
                <c:pt idx="241">
                  <c:v>0.53141960502511576</c:v>
                </c:pt>
                <c:pt idx="242">
                  <c:v>0.53135472190360522</c:v>
                </c:pt>
                <c:pt idx="243">
                  <c:v>0.53140700514509331</c:v>
                </c:pt>
                <c:pt idx="244">
                  <c:v>0.53104977752276816</c:v>
                </c:pt>
                <c:pt idx="245">
                  <c:v>0.53107083046005321</c:v>
                </c:pt>
                <c:pt idx="246">
                  <c:v>0.53087509715791958</c:v>
                </c:pt>
                <c:pt idx="247">
                  <c:v>0.5306034792331773</c:v>
                </c:pt>
                <c:pt idx="248">
                  <c:v>0.53077612672423269</c:v>
                </c:pt>
                <c:pt idx="249">
                  <c:v>0.53056636768770793</c:v>
                </c:pt>
                <c:pt idx="250">
                  <c:v>0.53066299161676311</c:v>
                </c:pt>
                <c:pt idx="251">
                  <c:v>0.53095878420826015</c:v>
                </c:pt>
                <c:pt idx="252">
                  <c:v>0.5306686329849899</c:v>
                </c:pt>
                <c:pt idx="253">
                  <c:v>0.53107116198059223</c:v>
                </c:pt>
                <c:pt idx="254">
                  <c:v>0.53112376185771593</c:v>
                </c:pt>
                <c:pt idx="255">
                  <c:v>0.53082478898770746</c:v>
                </c:pt>
                <c:pt idx="256">
                  <c:v>0.5305771021447695</c:v>
                </c:pt>
                <c:pt idx="257">
                  <c:v>0.52998789541868518</c:v>
                </c:pt>
                <c:pt idx="258">
                  <c:v>0.53025569168934639</c:v>
                </c:pt>
                <c:pt idx="259">
                  <c:v>0.53019719837222279</c:v>
                </c:pt>
                <c:pt idx="260">
                  <c:v>0.5298599813876832</c:v>
                </c:pt>
                <c:pt idx="261">
                  <c:v>0.52968242999212267</c:v>
                </c:pt>
                <c:pt idx="262">
                  <c:v>0.5293456342650108</c:v>
                </c:pt>
                <c:pt idx="263">
                  <c:v>0.52948485655034794</c:v>
                </c:pt>
                <c:pt idx="264">
                  <c:v>0.52939224930265938</c:v>
                </c:pt>
                <c:pt idx="265">
                  <c:v>0.52933146961555844</c:v>
                </c:pt>
                <c:pt idx="266">
                  <c:v>0.52850982408042047</c:v>
                </c:pt>
                <c:pt idx="267">
                  <c:v>0.5277889129662573</c:v>
                </c:pt>
                <c:pt idx="268">
                  <c:v>0.52814221689360852</c:v>
                </c:pt>
                <c:pt idx="269">
                  <c:v>0.52782656288181584</c:v>
                </c:pt>
                <c:pt idx="270">
                  <c:v>0.52761192428976966</c:v>
                </c:pt>
                <c:pt idx="271">
                  <c:v>0.52799155944180087</c:v>
                </c:pt>
                <c:pt idx="272">
                  <c:v>0.52729562848655687</c:v>
                </c:pt>
                <c:pt idx="273">
                  <c:v>0.52765536030864968</c:v>
                </c:pt>
                <c:pt idx="274">
                  <c:v>0.52714660054014806</c:v>
                </c:pt>
                <c:pt idx="275">
                  <c:v>0.52632084795921441</c:v>
                </c:pt>
                <c:pt idx="276">
                  <c:v>0.52717589468999859</c:v>
                </c:pt>
                <c:pt idx="277">
                  <c:v>0.52574986584490369</c:v>
                </c:pt>
                <c:pt idx="278">
                  <c:v>0.52546840513483106</c:v>
                </c:pt>
                <c:pt idx="279">
                  <c:v>0.52528250839016533</c:v>
                </c:pt>
                <c:pt idx="280">
                  <c:v>0.52472037304663377</c:v>
                </c:pt>
                <c:pt idx="281">
                  <c:v>0.52448018571670729</c:v>
                </c:pt>
                <c:pt idx="282">
                  <c:v>0.52423022124714436</c:v>
                </c:pt>
                <c:pt idx="283">
                  <c:v>0.52427177492112931</c:v>
                </c:pt>
                <c:pt idx="284">
                  <c:v>0.52406683011091404</c:v>
                </c:pt>
                <c:pt idx="285">
                  <c:v>0.52363882731508316</c:v>
                </c:pt>
                <c:pt idx="286">
                  <c:v>0.52444514139956577</c:v>
                </c:pt>
                <c:pt idx="287">
                  <c:v>0.52462358259028119</c:v>
                </c:pt>
                <c:pt idx="288">
                  <c:v>0.52419668112117912</c:v>
                </c:pt>
                <c:pt idx="289">
                  <c:v>0.52419743183938428</c:v>
                </c:pt>
                <c:pt idx="290">
                  <c:v>0.52365291419203619</c:v>
                </c:pt>
                <c:pt idx="291">
                  <c:v>0.52308539087534878</c:v>
                </c:pt>
                <c:pt idx="292">
                  <c:v>0.52250559993085621</c:v>
                </c:pt>
                <c:pt idx="293">
                  <c:v>0.52203832363943603</c:v>
                </c:pt>
                <c:pt idx="294">
                  <c:v>0.52137488244282726</c:v>
                </c:pt>
                <c:pt idx="295">
                  <c:v>0.52175667690001581</c:v>
                </c:pt>
                <c:pt idx="296">
                  <c:v>0.52120837262144704</c:v>
                </c:pt>
                <c:pt idx="297">
                  <c:v>0.52155824617326729</c:v>
                </c:pt>
                <c:pt idx="298">
                  <c:v>0.52188206050242303</c:v>
                </c:pt>
                <c:pt idx="299">
                  <c:v>0.52213285628755479</c:v>
                </c:pt>
                <c:pt idx="300">
                  <c:v>0.5217937033190676</c:v>
                </c:pt>
                <c:pt idx="301">
                  <c:v>0.52217793758754638</c:v>
                </c:pt>
                <c:pt idx="302">
                  <c:v>0.52189757817467208</c:v>
                </c:pt>
                <c:pt idx="303">
                  <c:v>0.52211176014205163</c:v>
                </c:pt>
                <c:pt idx="304">
                  <c:v>0.52165690492633188</c:v>
                </c:pt>
                <c:pt idx="305">
                  <c:v>0.52207543839853254</c:v>
                </c:pt>
                <c:pt idx="306">
                  <c:v>0.52215884223310127</c:v>
                </c:pt>
                <c:pt idx="307">
                  <c:v>0.52359595795766223</c:v>
                </c:pt>
                <c:pt idx="308">
                  <c:v>0.52349835623696239</c:v>
                </c:pt>
                <c:pt idx="309">
                  <c:v>0.52306702729797427</c:v>
                </c:pt>
                <c:pt idx="310">
                  <c:v>0.52331801401341072</c:v>
                </c:pt>
                <c:pt idx="311">
                  <c:v>0.52363553057786061</c:v>
                </c:pt>
                <c:pt idx="312">
                  <c:v>0.52397054021695744</c:v>
                </c:pt>
                <c:pt idx="313">
                  <c:v>0.52385686751611238</c:v>
                </c:pt>
                <c:pt idx="314">
                  <c:v>0.52394638244397385</c:v>
                </c:pt>
                <c:pt idx="315">
                  <c:v>0.5240692949104736</c:v>
                </c:pt>
                <c:pt idx="316">
                  <c:v>0.52416221643409044</c:v>
                </c:pt>
                <c:pt idx="317">
                  <c:v>0.52368760240305845</c:v>
                </c:pt>
                <c:pt idx="318">
                  <c:v>0.52347260035260301</c:v>
                </c:pt>
                <c:pt idx="319">
                  <c:v>0.52350058806190558</c:v>
                </c:pt>
                <c:pt idx="320">
                  <c:v>0.52423108888359815</c:v>
                </c:pt>
                <c:pt idx="321">
                  <c:v>0.52442264190646537</c:v>
                </c:pt>
                <c:pt idx="322">
                  <c:v>0.52451285050999885</c:v>
                </c:pt>
                <c:pt idx="323">
                  <c:v>0.52465985772342849</c:v>
                </c:pt>
                <c:pt idx="324">
                  <c:v>0.52488827494168644</c:v>
                </c:pt>
                <c:pt idx="325">
                  <c:v>0.52516631838530226</c:v>
                </c:pt>
                <c:pt idx="326">
                  <c:v>0.52400121335926131</c:v>
                </c:pt>
                <c:pt idx="327">
                  <c:v>0.52495161685538172</c:v>
                </c:pt>
                <c:pt idx="328">
                  <c:v>0.5255938799766694</c:v>
                </c:pt>
                <c:pt idx="329">
                  <c:v>0.52531809308779609</c:v>
                </c:pt>
                <c:pt idx="330">
                  <c:v>0.52557241914938069</c:v>
                </c:pt>
                <c:pt idx="331">
                  <c:v>0.5257357866178326</c:v>
                </c:pt>
                <c:pt idx="332">
                  <c:v>0.52545289281278962</c:v>
                </c:pt>
                <c:pt idx="333">
                  <c:v>0.52483799386454244</c:v>
                </c:pt>
                <c:pt idx="334">
                  <c:v>0.52241653324369675</c:v>
                </c:pt>
                <c:pt idx="335">
                  <c:v>0.52498568113511701</c:v>
                </c:pt>
                <c:pt idx="336">
                  <c:v>0.52484952327496437</c:v>
                </c:pt>
                <c:pt idx="337">
                  <c:v>0.52481748588656041</c:v>
                </c:pt>
                <c:pt idx="338">
                  <c:v>0.52512891363452141</c:v>
                </c:pt>
                <c:pt idx="339">
                  <c:v>0.52507799411566214</c:v>
                </c:pt>
                <c:pt idx="340">
                  <c:v>0.52458241878678558</c:v>
                </c:pt>
                <c:pt idx="341">
                  <c:v>0.52488938053097356</c:v>
                </c:pt>
                <c:pt idx="342">
                  <c:v>0.52535975675743785</c:v>
                </c:pt>
                <c:pt idx="343">
                  <c:v>0.5252135467958311</c:v>
                </c:pt>
                <c:pt idx="344">
                  <c:v>0.52485770307623181</c:v>
                </c:pt>
                <c:pt idx="345">
                  <c:v>0.52502997535112395</c:v>
                </c:pt>
                <c:pt idx="346">
                  <c:v>0.52573111424608776</c:v>
                </c:pt>
                <c:pt idx="347">
                  <c:v>0.52581356464669471</c:v>
                </c:pt>
                <c:pt idx="348">
                  <c:v>0.5254911431731919</c:v>
                </c:pt>
                <c:pt idx="349">
                  <c:v>0.52554712944465742</c:v>
                </c:pt>
                <c:pt idx="350">
                  <c:v>0.52536130779619039</c:v>
                </c:pt>
                <c:pt idx="351">
                  <c:v>0.52518447512310784</c:v>
                </c:pt>
                <c:pt idx="352">
                  <c:v>0.52566006280194677</c:v>
                </c:pt>
                <c:pt idx="353">
                  <c:v>0.52338203157463625</c:v>
                </c:pt>
                <c:pt idx="354">
                  <c:v>0.52573052227533423</c:v>
                </c:pt>
                <c:pt idx="355">
                  <c:v>0.5254618543617251</c:v>
                </c:pt>
                <c:pt idx="356">
                  <c:v>0.52522641783817248</c:v>
                </c:pt>
                <c:pt idx="357">
                  <c:v>0.52491995426815552</c:v>
                </c:pt>
                <c:pt idx="358">
                  <c:v>0.52510692103461121</c:v>
                </c:pt>
                <c:pt idx="359">
                  <c:v>0.52492928103259462</c:v>
                </c:pt>
                <c:pt idx="360">
                  <c:v>0.52487506840418308</c:v>
                </c:pt>
                <c:pt idx="361">
                  <c:v>0.5252664589991991</c:v>
                </c:pt>
                <c:pt idx="362">
                  <c:v>0.52507712449775013</c:v>
                </c:pt>
                <c:pt idx="363">
                  <c:v>0.52487658780326296</c:v>
                </c:pt>
                <c:pt idx="364">
                  <c:v>0.52480354448222788</c:v>
                </c:pt>
                <c:pt idx="365">
                  <c:v>0.52427772670414297</c:v>
                </c:pt>
                <c:pt idx="366">
                  <c:v>0.52459367561027848</c:v>
                </c:pt>
                <c:pt idx="367">
                  <c:v>0.5247182982631855</c:v>
                </c:pt>
                <c:pt idx="368">
                  <c:v>0.52385307509508572</c:v>
                </c:pt>
                <c:pt idx="369">
                  <c:v>0.5242078649476648</c:v>
                </c:pt>
                <c:pt idx="370">
                  <c:v>0.52390959333947584</c:v>
                </c:pt>
                <c:pt idx="371">
                  <c:v>0.52173610238443824</c:v>
                </c:pt>
                <c:pt idx="372">
                  <c:v>0.52324364440472848</c:v>
                </c:pt>
                <c:pt idx="373">
                  <c:v>0.52392211425808621</c:v>
                </c:pt>
                <c:pt idx="374">
                  <c:v>0.52407694303623642</c:v>
                </c:pt>
                <c:pt idx="375">
                  <c:v>0.52388118859996147</c:v>
                </c:pt>
                <c:pt idx="376">
                  <c:v>0.52367678703133436</c:v>
                </c:pt>
                <c:pt idx="377">
                  <c:v>0.52356933598206323</c:v>
                </c:pt>
                <c:pt idx="378">
                  <c:v>0.5240124871319588</c:v>
                </c:pt>
                <c:pt idx="379">
                  <c:v>0.52446430530331656</c:v>
                </c:pt>
                <c:pt idx="380">
                  <c:v>0.52466696212498498</c:v>
                </c:pt>
                <c:pt idx="381">
                  <c:v>0.52458866377495927</c:v>
                </c:pt>
                <c:pt idx="382">
                  <c:v>0.52397564698186949</c:v>
                </c:pt>
                <c:pt idx="383">
                  <c:v>0.52459221776091036</c:v>
                </c:pt>
                <c:pt idx="384">
                  <c:v>0.52441687618138777</c:v>
                </c:pt>
                <c:pt idx="385">
                  <c:v>0.52393500018330474</c:v>
                </c:pt>
                <c:pt idx="386">
                  <c:v>0.5233355350873975</c:v>
                </c:pt>
                <c:pt idx="387">
                  <c:v>0.52405744018178968</c:v>
                </c:pt>
                <c:pt idx="388">
                  <c:v>0.52365242255174316</c:v>
                </c:pt>
                <c:pt idx="389">
                  <c:v>0.52388328905957626</c:v>
                </c:pt>
                <c:pt idx="390">
                  <c:v>0.52343334074886649</c:v>
                </c:pt>
                <c:pt idx="391">
                  <c:v>0.52377643828893083</c:v>
                </c:pt>
                <c:pt idx="392">
                  <c:v>0.52370196570125582</c:v>
                </c:pt>
                <c:pt idx="393">
                  <c:v>0.52356375223764906</c:v>
                </c:pt>
                <c:pt idx="394">
                  <c:v>0.52334850972360913</c:v>
                </c:pt>
                <c:pt idx="395">
                  <c:v>0.52302834162684142</c:v>
                </c:pt>
                <c:pt idx="396">
                  <c:v>0.52222266690474284</c:v>
                </c:pt>
                <c:pt idx="397">
                  <c:v>0.52295422104247402</c:v>
                </c:pt>
                <c:pt idx="398">
                  <c:v>0.5231873463558776</c:v>
                </c:pt>
                <c:pt idx="399">
                  <c:v>0.52353046351899579</c:v>
                </c:pt>
                <c:pt idx="400">
                  <c:v>0.52322375299549406</c:v>
                </c:pt>
                <c:pt idx="401">
                  <c:v>0.52281650492629084</c:v>
                </c:pt>
                <c:pt idx="402">
                  <c:v>0.52080645733054054</c:v>
                </c:pt>
                <c:pt idx="403">
                  <c:v>0.52180306944795563</c:v>
                </c:pt>
                <c:pt idx="404">
                  <c:v>0.52138928561513476</c:v>
                </c:pt>
                <c:pt idx="405">
                  <c:v>0.52087133945135367</c:v>
                </c:pt>
                <c:pt idx="406">
                  <c:v>0.52073594075445495</c:v>
                </c:pt>
                <c:pt idx="407">
                  <c:v>0.52056825334139634</c:v>
                </c:pt>
                <c:pt idx="408">
                  <c:v>0.51961548253701284</c:v>
                </c:pt>
                <c:pt idx="409">
                  <c:v>0.52018453906879036</c:v>
                </c:pt>
                <c:pt idx="410">
                  <c:v>0.51990508750709685</c:v>
                </c:pt>
                <c:pt idx="411">
                  <c:v>0.51912414624347136</c:v>
                </c:pt>
                <c:pt idx="412">
                  <c:v>0.51912692276232675</c:v>
                </c:pt>
                <c:pt idx="413">
                  <c:v>0.51867246826159052</c:v>
                </c:pt>
                <c:pt idx="414">
                  <c:v>0.5181391985314342</c:v>
                </c:pt>
                <c:pt idx="415">
                  <c:v>0.51720070373542515</c:v>
                </c:pt>
                <c:pt idx="416">
                  <c:v>0.51769279679699498</c:v>
                </c:pt>
                <c:pt idx="417">
                  <c:v>0.51683964081622547</c:v>
                </c:pt>
                <c:pt idx="418">
                  <c:v>0.51649282042630129</c:v>
                </c:pt>
                <c:pt idx="419">
                  <c:v>0.51647591196127207</c:v>
                </c:pt>
                <c:pt idx="420">
                  <c:v>0.51629422502206113</c:v>
                </c:pt>
                <c:pt idx="421">
                  <c:v>0.51623804022263997</c:v>
                </c:pt>
                <c:pt idx="422">
                  <c:v>0.51600100500642088</c:v>
                </c:pt>
                <c:pt idx="423">
                  <c:v>0.51588200608280055</c:v>
                </c:pt>
                <c:pt idx="424">
                  <c:v>0.51564665978469248</c:v>
                </c:pt>
                <c:pt idx="425">
                  <c:v>0.51559631887740054</c:v>
                </c:pt>
                <c:pt idx="426">
                  <c:v>0.51568743651841731</c:v>
                </c:pt>
                <c:pt idx="427">
                  <c:v>0.51618605678930507</c:v>
                </c:pt>
                <c:pt idx="428">
                  <c:v>0.5162095112182602</c:v>
                </c:pt>
                <c:pt idx="429">
                  <c:v>0.51746788785186382</c:v>
                </c:pt>
                <c:pt idx="430">
                  <c:v>0.51811545642409862</c:v>
                </c:pt>
                <c:pt idx="431">
                  <c:v>0.51773206575176833</c:v>
                </c:pt>
                <c:pt idx="432">
                  <c:v>0.51767500698015767</c:v>
                </c:pt>
                <c:pt idx="433">
                  <c:v>0.517086093542789</c:v>
                </c:pt>
                <c:pt idx="434">
                  <c:v>0.51669008504073854</c:v>
                </c:pt>
                <c:pt idx="435">
                  <c:v>0.51672973480110085</c:v>
                </c:pt>
                <c:pt idx="436">
                  <c:v>0.51662368854088869</c:v>
                </c:pt>
                <c:pt idx="437">
                  <c:v>0.51680733513577048</c:v>
                </c:pt>
                <c:pt idx="438">
                  <c:v>0.51746272777471003</c:v>
                </c:pt>
                <c:pt idx="439">
                  <c:v>0.51767561160689091</c:v>
                </c:pt>
                <c:pt idx="440">
                  <c:v>0.51860032550569646</c:v>
                </c:pt>
                <c:pt idx="441">
                  <c:v>0.51868647282517355</c:v>
                </c:pt>
                <c:pt idx="442">
                  <c:v>0.51871365907593203</c:v>
                </c:pt>
                <c:pt idx="443">
                  <c:v>0.51920541885714466</c:v>
                </c:pt>
                <c:pt idx="444">
                  <c:v>0.51852237056087136</c:v>
                </c:pt>
                <c:pt idx="445">
                  <c:v>0.51924828188169014</c:v>
                </c:pt>
                <c:pt idx="446">
                  <c:v>0.51866141707422575</c:v>
                </c:pt>
                <c:pt idx="447">
                  <c:v>0.51877127714193194</c:v>
                </c:pt>
                <c:pt idx="448">
                  <c:v>0.51901545133839955</c:v>
                </c:pt>
                <c:pt idx="449">
                  <c:v>0.51958581770038448</c:v>
                </c:pt>
                <c:pt idx="450">
                  <c:v>0.51954030623056802</c:v>
                </c:pt>
                <c:pt idx="451">
                  <c:v>0.51916653084604913</c:v>
                </c:pt>
                <c:pt idx="452">
                  <c:v>0.51821090816924609</c:v>
                </c:pt>
                <c:pt idx="453">
                  <c:v>0.51846435621916398</c:v>
                </c:pt>
                <c:pt idx="454">
                  <c:v>0.51864184258845247</c:v>
                </c:pt>
                <c:pt idx="455">
                  <c:v>0.51857077334975388</c:v>
                </c:pt>
                <c:pt idx="456">
                  <c:v>0.51879303741444172</c:v>
                </c:pt>
                <c:pt idx="457">
                  <c:v>0.51883932576049163</c:v>
                </c:pt>
                <c:pt idx="458">
                  <c:v>0.51899094956340086</c:v>
                </c:pt>
                <c:pt idx="459">
                  <c:v>0.51884815086165703</c:v>
                </c:pt>
                <c:pt idx="460">
                  <c:v>0.51917914777762897</c:v>
                </c:pt>
                <c:pt idx="461">
                  <c:v>0.51887333025814064</c:v>
                </c:pt>
                <c:pt idx="462">
                  <c:v>0.51904535535165075</c:v>
                </c:pt>
                <c:pt idx="463">
                  <c:v>0.51924816307484811</c:v>
                </c:pt>
                <c:pt idx="464">
                  <c:v>0.51967846697762476</c:v>
                </c:pt>
                <c:pt idx="465">
                  <c:v>0.51999052566552406</c:v>
                </c:pt>
                <c:pt idx="466">
                  <c:v>0.52033085379817279</c:v>
                </c:pt>
                <c:pt idx="467">
                  <c:v>0.52091278514520845</c:v>
                </c:pt>
                <c:pt idx="468">
                  <c:v>0.52039736543382487</c:v>
                </c:pt>
                <c:pt idx="469">
                  <c:v>0.52061579523108359</c:v>
                </c:pt>
                <c:pt idx="470">
                  <c:v>0.51991309482548365</c:v>
                </c:pt>
                <c:pt idx="471">
                  <c:v>0.52125762643251627</c:v>
                </c:pt>
                <c:pt idx="472">
                  <c:v>0.52072526370596062</c:v>
                </c:pt>
                <c:pt idx="473">
                  <c:v>0.52090208578374975</c:v>
                </c:pt>
                <c:pt idx="474">
                  <c:v>0.52022192973835946</c:v>
                </c:pt>
                <c:pt idx="475">
                  <c:v>0.51955263166372945</c:v>
                </c:pt>
                <c:pt idx="476">
                  <c:v>0.51954708774126301</c:v>
                </c:pt>
                <c:pt idx="477">
                  <c:v>0.51914688209330639</c:v>
                </c:pt>
                <c:pt idx="478">
                  <c:v>0.51951277448044841</c:v>
                </c:pt>
                <c:pt idx="479">
                  <c:v>0.51936785843544808</c:v>
                </c:pt>
                <c:pt idx="480">
                  <c:v>0.51946594752601394</c:v>
                </c:pt>
                <c:pt idx="481">
                  <c:v>0.51897572963973859</c:v>
                </c:pt>
                <c:pt idx="482">
                  <c:v>0.51904146671588525</c:v>
                </c:pt>
                <c:pt idx="483">
                  <c:v>0.51844750902667613</c:v>
                </c:pt>
                <c:pt idx="484">
                  <c:v>0.51863061379734299</c:v>
                </c:pt>
                <c:pt idx="485">
                  <c:v>0.519736040708071</c:v>
                </c:pt>
                <c:pt idx="486">
                  <c:v>0.51834191610255176</c:v>
                </c:pt>
                <c:pt idx="487">
                  <c:v>0.5192571476863469</c:v>
                </c:pt>
                <c:pt idx="488">
                  <c:v>0.51947371504071127</c:v>
                </c:pt>
                <c:pt idx="489">
                  <c:v>0.51889515267504494</c:v>
                </c:pt>
                <c:pt idx="490">
                  <c:v>0.51945532270108297</c:v>
                </c:pt>
                <c:pt idx="491">
                  <c:v>0.51893517650606835</c:v>
                </c:pt>
                <c:pt idx="492">
                  <c:v>0.51867553338875039</c:v>
                </c:pt>
                <c:pt idx="493">
                  <c:v>0.51826277139104115</c:v>
                </c:pt>
                <c:pt idx="494">
                  <c:v>0.51792655320272429</c:v>
                </c:pt>
                <c:pt idx="495">
                  <c:v>0.51767442315022039</c:v>
                </c:pt>
                <c:pt idx="496">
                  <c:v>0.51652021548390881</c:v>
                </c:pt>
                <c:pt idx="497">
                  <c:v>0.51616798122954322</c:v>
                </c:pt>
                <c:pt idx="498">
                  <c:v>0.51481082174330739</c:v>
                </c:pt>
                <c:pt idx="499">
                  <c:v>0.51548873405859108</c:v>
                </c:pt>
                <c:pt idx="500">
                  <c:v>0.5147766020419644</c:v>
                </c:pt>
                <c:pt idx="501">
                  <c:v>0.51464699065585073</c:v>
                </c:pt>
                <c:pt idx="502">
                  <c:v>0.51468556787620712</c:v>
                </c:pt>
                <c:pt idx="503">
                  <c:v>0.51452238837621678</c:v>
                </c:pt>
                <c:pt idx="504">
                  <c:v>0.51399320859026842</c:v>
                </c:pt>
                <c:pt idx="505">
                  <c:v>0.51333527095076048</c:v>
                </c:pt>
                <c:pt idx="506">
                  <c:v>0.51345585580876429</c:v>
                </c:pt>
                <c:pt idx="507">
                  <c:v>0.51356947712727818</c:v>
                </c:pt>
                <c:pt idx="508">
                  <c:v>0.51352685430355327</c:v>
                </c:pt>
                <c:pt idx="509">
                  <c:v>0.51332460232205657</c:v>
                </c:pt>
                <c:pt idx="510">
                  <c:v>0.51342247827296683</c:v>
                </c:pt>
                <c:pt idx="511">
                  <c:v>0.51373017561662226</c:v>
                </c:pt>
                <c:pt idx="512">
                  <c:v>0.5135570860857781</c:v>
                </c:pt>
                <c:pt idx="513">
                  <c:v>0.51247414695175575</c:v>
                </c:pt>
                <c:pt idx="514">
                  <c:v>0.51246696165095129</c:v>
                </c:pt>
                <c:pt idx="515">
                  <c:v>0.51329643020377547</c:v>
                </c:pt>
                <c:pt idx="516">
                  <c:v>0.51301002361877757</c:v>
                </c:pt>
                <c:pt idx="517">
                  <c:v>0.51295095916603972</c:v>
                </c:pt>
                <c:pt idx="518">
                  <c:v>0.51338609829389648</c:v>
                </c:pt>
                <c:pt idx="519">
                  <c:v>0.5140612008137323</c:v>
                </c:pt>
                <c:pt idx="520">
                  <c:v>0.51443790622804864</c:v>
                </c:pt>
                <c:pt idx="521">
                  <c:v>0.51494758830419374</c:v>
                </c:pt>
                <c:pt idx="522">
                  <c:v>0.51524870341453433</c:v>
                </c:pt>
                <c:pt idx="523">
                  <c:v>0.51534324528526487</c:v>
                </c:pt>
                <c:pt idx="524">
                  <c:v>0.51575776135338469</c:v>
                </c:pt>
                <c:pt idx="525">
                  <c:v>0.5159017616779209</c:v>
                </c:pt>
                <c:pt idx="526">
                  <c:v>0.51625921305707001</c:v>
                </c:pt>
                <c:pt idx="527">
                  <c:v>0.51606990608194847</c:v>
                </c:pt>
                <c:pt idx="528">
                  <c:v>0.51619367660463245</c:v>
                </c:pt>
                <c:pt idx="529">
                  <c:v>0.51667506196729318</c:v>
                </c:pt>
                <c:pt idx="530">
                  <c:v>0.5164533577874354</c:v>
                </c:pt>
                <c:pt idx="531">
                  <c:v>0.51651295842056044</c:v>
                </c:pt>
                <c:pt idx="532">
                  <c:v>0.51703009521273058</c:v>
                </c:pt>
                <c:pt idx="533">
                  <c:v>0.51743851820500986</c:v>
                </c:pt>
                <c:pt idx="534">
                  <c:v>0.51809432274772071</c:v>
                </c:pt>
                <c:pt idx="535">
                  <c:v>0.51800989079401738</c:v>
                </c:pt>
                <c:pt idx="536">
                  <c:v>0.51835733700418818</c:v>
                </c:pt>
                <c:pt idx="537">
                  <c:v>0.5185110307631644</c:v>
                </c:pt>
                <c:pt idx="538">
                  <c:v>0.51854652271518276</c:v>
                </c:pt>
                <c:pt idx="539">
                  <c:v>0.51870770230461216</c:v>
                </c:pt>
                <c:pt idx="540">
                  <c:v>0.51808963046618162</c:v>
                </c:pt>
                <c:pt idx="541">
                  <c:v>0.5179296221691172</c:v>
                </c:pt>
                <c:pt idx="542">
                  <c:v>0.51768655439345279</c:v>
                </c:pt>
                <c:pt idx="543">
                  <c:v>0.51784480657550813</c:v>
                </c:pt>
                <c:pt idx="544">
                  <c:v>0.5176400735374509</c:v>
                </c:pt>
                <c:pt idx="545">
                  <c:v>0.51785080451842458</c:v>
                </c:pt>
                <c:pt idx="546">
                  <c:v>0.51765240439227567</c:v>
                </c:pt>
                <c:pt idx="547">
                  <c:v>0.51748006777126188</c:v>
                </c:pt>
                <c:pt idx="548">
                  <c:v>0.51704048052383977</c:v>
                </c:pt>
                <c:pt idx="549">
                  <c:v>0.51776844873805061</c:v>
                </c:pt>
                <c:pt idx="550">
                  <c:v>0.51748752338310477</c:v>
                </c:pt>
                <c:pt idx="551">
                  <c:v>0.51672131811872934</c:v>
                </c:pt>
                <c:pt idx="552">
                  <c:v>0.5165918509454499</c:v>
                </c:pt>
                <c:pt idx="553">
                  <c:v>0.51662633324370355</c:v>
                </c:pt>
                <c:pt idx="554">
                  <c:v>0.51693261646197919</c:v>
                </c:pt>
                <c:pt idx="555">
                  <c:v>0.517334657620385</c:v>
                </c:pt>
                <c:pt idx="556">
                  <c:v>0.51763628500928482</c:v>
                </c:pt>
                <c:pt idx="557">
                  <c:v>0.51729751107987876</c:v>
                </c:pt>
                <c:pt idx="558">
                  <c:v>0.51639420799668601</c:v>
                </c:pt>
                <c:pt idx="559">
                  <c:v>0.51625252326158322</c:v>
                </c:pt>
                <c:pt idx="560">
                  <c:v>0.51598840425767323</c:v>
                </c:pt>
                <c:pt idx="561">
                  <c:v>0.51617342724044246</c:v>
                </c:pt>
                <c:pt idx="562">
                  <c:v>0.51250068105045221</c:v>
                </c:pt>
                <c:pt idx="563">
                  <c:v>0.51706771506412119</c:v>
                </c:pt>
                <c:pt idx="564">
                  <c:v>0.51700825371690284</c:v>
                </c:pt>
                <c:pt idx="565">
                  <c:v>0.51696631669547044</c:v>
                </c:pt>
                <c:pt idx="566">
                  <c:v>0.51686130787955042</c:v>
                </c:pt>
                <c:pt idx="567">
                  <c:v>0.51676479342066095</c:v>
                </c:pt>
                <c:pt idx="568">
                  <c:v>0.51642514392108818</c:v>
                </c:pt>
                <c:pt idx="569">
                  <c:v>0.51590014625942382</c:v>
                </c:pt>
                <c:pt idx="570">
                  <c:v>0.51594412570858506</c:v>
                </c:pt>
                <c:pt idx="571">
                  <c:v>0.51545315363659594</c:v>
                </c:pt>
              </c:numCache>
            </c:numRef>
          </c:yVal>
          <c:smooth val="0"/>
          <c:extLst>
            <c:ext xmlns:c16="http://schemas.microsoft.com/office/drawing/2014/chart" uri="{C3380CC4-5D6E-409C-BE32-E72D297353CC}">
              <c16:uniqueId val="{00000000-F418-4E82-AEA0-F6712B301903}"/>
            </c:ext>
          </c:extLst>
        </c:ser>
        <c:ser>
          <c:idx val="0"/>
          <c:order val="1"/>
          <c:tx>
            <c:strRef>
              <c:f>Presentation!$B$1</c:f>
              <c:strCache>
                <c:ptCount val="1"/>
                <c:pt idx="0">
                  <c:v>NF270_MC3_071124_CaCl2</c:v>
                </c:pt>
              </c:strCache>
            </c:strRef>
          </c:tx>
          <c:spPr>
            <a:ln w="38100" cap="rnd">
              <a:noFill/>
              <a:round/>
            </a:ln>
            <a:effectLst/>
          </c:spPr>
          <c:marker>
            <c:symbol val="circle"/>
            <c:size val="2"/>
            <c:spPr>
              <a:solidFill>
                <a:schemeClr val="accent1"/>
              </a:solidFill>
              <a:ln w="9525">
                <a:solidFill>
                  <a:schemeClr val="accent1"/>
                </a:solidFill>
              </a:ln>
              <a:effectLst/>
            </c:spPr>
          </c:marker>
          <c:xVal>
            <c:numRef>
              <c:f>Presentation!$BB$13:$BB$584</c:f>
              <c:numCache>
                <c:formatCode>General</c:formatCode>
                <c:ptCount val="572"/>
                <c:pt idx="0">
                  <c:v>8137.03</c:v>
                </c:pt>
                <c:pt idx="1">
                  <c:v>8140.82</c:v>
                </c:pt>
                <c:pt idx="2">
                  <c:v>8141.53</c:v>
                </c:pt>
                <c:pt idx="3">
                  <c:v>8143.2300000000005</c:v>
                </c:pt>
                <c:pt idx="4">
                  <c:v>8141.93</c:v>
                </c:pt>
                <c:pt idx="5">
                  <c:v>8141.55</c:v>
                </c:pt>
                <c:pt idx="6">
                  <c:v>8144.0599999999995</c:v>
                </c:pt>
                <c:pt idx="7">
                  <c:v>8146.5099999999993</c:v>
                </c:pt>
                <c:pt idx="8">
                  <c:v>8149.7100000000009</c:v>
                </c:pt>
                <c:pt idx="9">
                  <c:v>8157.7</c:v>
                </c:pt>
                <c:pt idx="10">
                  <c:v>8161.0700000000006</c:v>
                </c:pt>
                <c:pt idx="11">
                  <c:v>8162.52</c:v>
                </c:pt>
                <c:pt idx="12">
                  <c:v>8168.07</c:v>
                </c:pt>
                <c:pt idx="13">
                  <c:v>8169.7900000000009</c:v>
                </c:pt>
                <c:pt idx="14">
                  <c:v>8173.9800000000005</c:v>
                </c:pt>
                <c:pt idx="15">
                  <c:v>8177.8899999999994</c:v>
                </c:pt>
                <c:pt idx="16">
                  <c:v>8185.6799999999994</c:v>
                </c:pt>
                <c:pt idx="17">
                  <c:v>8176.76</c:v>
                </c:pt>
                <c:pt idx="18">
                  <c:v>8180.5800000000008</c:v>
                </c:pt>
                <c:pt idx="19">
                  <c:v>8184.1500000000005</c:v>
                </c:pt>
                <c:pt idx="20">
                  <c:v>8188.3499999999995</c:v>
                </c:pt>
                <c:pt idx="21">
                  <c:v>8191.9400000000005</c:v>
                </c:pt>
                <c:pt idx="22">
                  <c:v>8060.86</c:v>
                </c:pt>
                <c:pt idx="23">
                  <c:v>8055.0099999999993</c:v>
                </c:pt>
                <c:pt idx="24">
                  <c:v>8050.77</c:v>
                </c:pt>
                <c:pt idx="25">
                  <c:v>8046.78</c:v>
                </c:pt>
                <c:pt idx="26">
                  <c:v>8038.7000000000007</c:v>
                </c:pt>
                <c:pt idx="27">
                  <c:v>8034.06</c:v>
                </c:pt>
                <c:pt idx="28">
                  <c:v>8037.6399999999994</c:v>
                </c:pt>
                <c:pt idx="29">
                  <c:v>8025.49</c:v>
                </c:pt>
                <c:pt idx="30">
                  <c:v>8019.53</c:v>
                </c:pt>
                <c:pt idx="31">
                  <c:v>8015.7900000000009</c:v>
                </c:pt>
                <c:pt idx="32">
                  <c:v>8019.9800000000005</c:v>
                </c:pt>
                <c:pt idx="33">
                  <c:v>7999.2400000000007</c:v>
                </c:pt>
                <c:pt idx="34">
                  <c:v>8001.54</c:v>
                </c:pt>
                <c:pt idx="35">
                  <c:v>7991.0199999999995</c:v>
                </c:pt>
                <c:pt idx="36">
                  <c:v>7987.9800000000005</c:v>
                </c:pt>
                <c:pt idx="37">
                  <c:v>7997.75</c:v>
                </c:pt>
                <c:pt idx="38">
                  <c:v>7999.6</c:v>
                </c:pt>
                <c:pt idx="39">
                  <c:v>7977.45</c:v>
                </c:pt>
                <c:pt idx="40">
                  <c:v>7965.8600000000006</c:v>
                </c:pt>
                <c:pt idx="41">
                  <c:v>7961.79</c:v>
                </c:pt>
                <c:pt idx="42">
                  <c:v>7976.12</c:v>
                </c:pt>
                <c:pt idx="43">
                  <c:v>7965.55</c:v>
                </c:pt>
                <c:pt idx="44">
                  <c:v>7968.3200000000006</c:v>
                </c:pt>
                <c:pt idx="45">
                  <c:v>7949.72</c:v>
                </c:pt>
                <c:pt idx="46">
                  <c:v>7947.45</c:v>
                </c:pt>
                <c:pt idx="47">
                  <c:v>7948.37</c:v>
                </c:pt>
                <c:pt idx="48">
                  <c:v>7943.9000000000005</c:v>
                </c:pt>
                <c:pt idx="49">
                  <c:v>7939.8799999999992</c:v>
                </c:pt>
                <c:pt idx="50">
                  <c:v>7932.76</c:v>
                </c:pt>
                <c:pt idx="51">
                  <c:v>7928.87</c:v>
                </c:pt>
                <c:pt idx="52">
                  <c:v>7924.76</c:v>
                </c:pt>
                <c:pt idx="53">
                  <c:v>7920.05</c:v>
                </c:pt>
                <c:pt idx="54">
                  <c:v>7916.69</c:v>
                </c:pt>
                <c:pt idx="55">
                  <c:v>7911.6600000000008</c:v>
                </c:pt>
                <c:pt idx="56">
                  <c:v>7908.31</c:v>
                </c:pt>
                <c:pt idx="57">
                  <c:v>7915.2699999999995</c:v>
                </c:pt>
                <c:pt idx="58">
                  <c:v>7907.56</c:v>
                </c:pt>
                <c:pt idx="59">
                  <c:v>7902.76</c:v>
                </c:pt>
                <c:pt idx="60">
                  <c:v>7898.84</c:v>
                </c:pt>
                <c:pt idx="61">
                  <c:v>7893.42</c:v>
                </c:pt>
                <c:pt idx="62">
                  <c:v>7888.83</c:v>
                </c:pt>
                <c:pt idx="63">
                  <c:v>7885.3799999999992</c:v>
                </c:pt>
                <c:pt idx="64">
                  <c:v>7882.22</c:v>
                </c:pt>
                <c:pt idx="65">
                  <c:v>7881.9</c:v>
                </c:pt>
                <c:pt idx="66">
                  <c:v>7872.9800000000005</c:v>
                </c:pt>
                <c:pt idx="67">
                  <c:v>7869.6799999999994</c:v>
                </c:pt>
                <c:pt idx="68">
                  <c:v>7866.41</c:v>
                </c:pt>
                <c:pt idx="69">
                  <c:v>7857.12</c:v>
                </c:pt>
                <c:pt idx="70">
                  <c:v>7852.46</c:v>
                </c:pt>
                <c:pt idx="71">
                  <c:v>7849.13</c:v>
                </c:pt>
                <c:pt idx="72">
                  <c:v>7846.8499999999995</c:v>
                </c:pt>
                <c:pt idx="73">
                  <c:v>7841.34</c:v>
                </c:pt>
                <c:pt idx="74">
                  <c:v>7843.68</c:v>
                </c:pt>
                <c:pt idx="75">
                  <c:v>7840.38</c:v>
                </c:pt>
                <c:pt idx="76">
                  <c:v>7835.82</c:v>
                </c:pt>
                <c:pt idx="77">
                  <c:v>7830.2300000000005</c:v>
                </c:pt>
                <c:pt idx="78">
                  <c:v>7824.82</c:v>
                </c:pt>
                <c:pt idx="79">
                  <c:v>7824.51</c:v>
                </c:pt>
                <c:pt idx="80">
                  <c:v>7815.76</c:v>
                </c:pt>
                <c:pt idx="81">
                  <c:v>7816.34</c:v>
                </c:pt>
                <c:pt idx="82">
                  <c:v>7811.17</c:v>
                </c:pt>
                <c:pt idx="83">
                  <c:v>7805.55</c:v>
                </c:pt>
                <c:pt idx="84">
                  <c:v>7796.44</c:v>
                </c:pt>
                <c:pt idx="85">
                  <c:v>7793.89</c:v>
                </c:pt>
                <c:pt idx="86">
                  <c:v>7790.1100000000006</c:v>
                </c:pt>
                <c:pt idx="87">
                  <c:v>7785.25</c:v>
                </c:pt>
                <c:pt idx="88">
                  <c:v>7787.5300000000007</c:v>
                </c:pt>
                <c:pt idx="89">
                  <c:v>7780.71</c:v>
                </c:pt>
                <c:pt idx="90">
                  <c:v>7773.59</c:v>
                </c:pt>
                <c:pt idx="91">
                  <c:v>7769.72</c:v>
                </c:pt>
                <c:pt idx="92">
                  <c:v>7765.1500000000005</c:v>
                </c:pt>
                <c:pt idx="93">
                  <c:v>7761.66</c:v>
                </c:pt>
                <c:pt idx="94">
                  <c:v>7757.0300000000007</c:v>
                </c:pt>
                <c:pt idx="95">
                  <c:v>7756.1799999999994</c:v>
                </c:pt>
                <c:pt idx="96">
                  <c:v>7753.15</c:v>
                </c:pt>
                <c:pt idx="97">
                  <c:v>7748.52</c:v>
                </c:pt>
                <c:pt idx="98">
                  <c:v>7739.88</c:v>
                </c:pt>
                <c:pt idx="99">
                  <c:v>7735.59</c:v>
                </c:pt>
                <c:pt idx="100">
                  <c:v>7731.19</c:v>
                </c:pt>
                <c:pt idx="101">
                  <c:v>7727.2</c:v>
                </c:pt>
                <c:pt idx="102">
                  <c:v>7723.6200000000008</c:v>
                </c:pt>
                <c:pt idx="103">
                  <c:v>7717.59</c:v>
                </c:pt>
                <c:pt idx="104">
                  <c:v>7713.28</c:v>
                </c:pt>
                <c:pt idx="105">
                  <c:v>7714.8099999999995</c:v>
                </c:pt>
                <c:pt idx="106">
                  <c:v>7709.92</c:v>
                </c:pt>
                <c:pt idx="107">
                  <c:v>7699.75</c:v>
                </c:pt>
                <c:pt idx="108">
                  <c:v>7701.1500000000005</c:v>
                </c:pt>
                <c:pt idx="109">
                  <c:v>7698.0199999999995</c:v>
                </c:pt>
                <c:pt idx="110">
                  <c:v>7693.05</c:v>
                </c:pt>
                <c:pt idx="111">
                  <c:v>7682.25</c:v>
                </c:pt>
                <c:pt idx="112">
                  <c:v>7684.9100000000008</c:v>
                </c:pt>
                <c:pt idx="113">
                  <c:v>7671.34</c:v>
                </c:pt>
                <c:pt idx="114">
                  <c:v>7676.95</c:v>
                </c:pt>
                <c:pt idx="115">
                  <c:v>7671.8200000000006</c:v>
                </c:pt>
                <c:pt idx="116">
                  <c:v>7659.8899999999994</c:v>
                </c:pt>
                <c:pt idx="117">
                  <c:v>7663.08</c:v>
                </c:pt>
                <c:pt idx="118">
                  <c:v>7655.1</c:v>
                </c:pt>
                <c:pt idx="119">
                  <c:v>7656.18</c:v>
                </c:pt>
                <c:pt idx="120">
                  <c:v>7648</c:v>
                </c:pt>
                <c:pt idx="121">
                  <c:v>7646.35</c:v>
                </c:pt>
                <c:pt idx="122">
                  <c:v>7639.79</c:v>
                </c:pt>
                <c:pt idx="123">
                  <c:v>7634.31</c:v>
                </c:pt>
                <c:pt idx="124">
                  <c:v>7629.09</c:v>
                </c:pt>
                <c:pt idx="125">
                  <c:v>7623.9800000000005</c:v>
                </c:pt>
                <c:pt idx="126">
                  <c:v>7618.75</c:v>
                </c:pt>
                <c:pt idx="127">
                  <c:v>7618.7199999999993</c:v>
                </c:pt>
                <c:pt idx="128">
                  <c:v>7611.51</c:v>
                </c:pt>
                <c:pt idx="129">
                  <c:v>7610.59</c:v>
                </c:pt>
                <c:pt idx="130">
                  <c:v>7601.7</c:v>
                </c:pt>
                <c:pt idx="131">
                  <c:v>7597.01</c:v>
                </c:pt>
                <c:pt idx="132">
                  <c:v>7592.13</c:v>
                </c:pt>
                <c:pt idx="133">
                  <c:v>7587.6900000000005</c:v>
                </c:pt>
                <c:pt idx="134">
                  <c:v>7585.69</c:v>
                </c:pt>
                <c:pt idx="135">
                  <c:v>7579.0300000000007</c:v>
                </c:pt>
                <c:pt idx="136">
                  <c:v>7572.69</c:v>
                </c:pt>
                <c:pt idx="137">
                  <c:v>7568.65</c:v>
                </c:pt>
                <c:pt idx="138">
                  <c:v>7563.72</c:v>
                </c:pt>
                <c:pt idx="139">
                  <c:v>7563.18</c:v>
                </c:pt>
                <c:pt idx="140">
                  <c:v>7558.6</c:v>
                </c:pt>
                <c:pt idx="141">
                  <c:v>7552.16</c:v>
                </c:pt>
                <c:pt idx="142">
                  <c:v>7546.22</c:v>
                </c:pt>
                <c:pt idx="143">
                  <c:v>7537.77</c:v>
                </c:pt>
                <c:pt idx="144">
                  <c:v>7534.6900000000005</c:v>
                </c:pt>
                <c:pt idx="145">
                  <c:v>7531.98</c:v>
                </c:pt>
                <c:pt idx="146">
                  <c:v>7528.62</c:v>
                </c:pt>
                <c:pt idx="147">
                  <c:v>7524.26</c:v>
                </c:pt>
                <c:pt idx="148">
                  <c:v>7513.18</c:v>
                </c:pt>
                <c:pt idx="149">
                  <c:v>7507</c:v>
                </c:pt>
                <c:pt idx="150">
                  <c:v>7509.88</c:v>
                </c:pt>
                <c:pt idx="151">
                  <c:v>7504.61</c:v>
                </c:pt>
                <c:pt idx="152">
                  <c:v>7495.2199999999993</c:v>
                </c:pt>
                <c:pt idx="153">
                  <c:v>7488.4500000000007</c:v>
                </c:pt>
                <c:pt idx="154">
                  <c:v>7487.58</c:v>
                </c:pt>
                <c:pt idx="155">
                  <c:v>7488.46</c:v>
                </c:pt>
                <c:pt idx="156">
                  <c:v>7482.62</c:v>
                </c:pt>
                <c:pt idx="157">
                  <c:v>7470.43</c:v>
                </c:pt>
                <c:pt idx="158">
                  <c:v>7473.72</c:v>
                </c:pt>
                <c:pt idx="159">
                  <c:v>7468.81</c:v>
                </c:pt>
                <c:pt idx="160">
                  <c:v>7463.72</c:v>
                </c:pt>
                <c:pt idx="161">
                  <c:v>7457.71</c:v>
                </c:pt>
                <c:pt idx="162">
                  <c:v>7450.01</c:v>
                </c:pt>
                <c:pt idx="163">
                  <c:v>7447.0599999999995</c:v>
                </c:pt>
                <c:pt idx="164">
                  <c:v>7443.61</c:v>
                </c:pt>
                <c:pt idx="165">
                  <c:v>7437.97</c:v>
                </c:pt>
                <c:pt idx="166">
                  <c:v>7433.34</c:v>
                </c:pt>
                <c:pt idx="167">
                  <c:v>7432.7</c:v>
                </c:pt>
                <c:pt idx="168">
                  <c:v>7423.25</c:v>
                </c:pt>
                <c:pt idx="169">
                  <c:v>7423.15</c:v>
                </c:pt>
                <c:pt idx="170">
                  <c:v>7417.95</c:v>
                </c:pt>
                <c:pt idx="171">
                  <c:v>7409.1500000000005</c:v>
                </c:pt>
                <c:pt idx="172">
                  <c:v>7405.69</c:v>
                </c:pt>
                <c:pt idx="173">
                  <c:v>7399.2699999999995</c:v>
                </c:pt>
                <c:pt idx="174">
                  <c:v>7395.0199999999995</c:v>
                </c:pt>
                <c:pt idx="175">
                  <c:v>7389.56</c:v>
                </c:pt>
                <c:pt idx="176">
                  <c:v>7386.41</c:v>
                </c:pt>
                <c:pt idx="177">
                  <c:v>7380.8</c:v>
                </c:pt>
                <c:pt idx="178">
                  <c:v>7380.73</c:v>
                </c:pt>
                <c:pt idx="179">
                  <c:v>7373.8200000000006</c:v>
                </c:pt>
                <c:pt idx="180">
                  <c:v>7366.6900000000005</c:v>
                </c:pt>
                <c:pt idx="181">
                  <c:v>7365.55</c:v>
                </c:pt>
                <c:pt idx="182">
                  <c:v>7361.27</c:v>
                </c:pt>
                <c:pt idx="183">
                  <c:v>7355.7800000000007</c:v>
                </c:pt>
                <c:pt idx="184">
                  <c:v>7346.75</c:v>
                </c:pt>
                <c:pt idx="185">
                  <c:v>7348.59</c:v>
                </c:pt>
                <c:pt idx="186">
                  <c:v>7341.88</c:v>
                </c:pt>
                <c:pt idx="187">
                  <c:v>7338.29</c:v>
                </c:pt>
                <c:pt idx="188">
                  <c:v>7334.1</c:v>
                </c:pt>
                <c:pt idx="189">
                  <c:v>7322.8600000000006</c:v>
                </c:pt>
                <c:pt idx="190">
                  <c:v>7323.5099999999993</c:v>
                </c:pt>
                <c:pt idx="191">
                  <c:v>7318.4800000000005</c:v>
                </c:pt>
                <c:pt idx="192">
                  <c:v>7307.4199999999992</c:v>
                </c:pt>
                <c:pt idx="193">
                  <c:v>7302.6600000000008</c:v>
                </c:pt>
                <c:pt idx="194">
                  <c:v>7299.0199999999995</c:v>
                </c:pt>
                <c:pt idx="195">
                  <c:v>7299.91</c:v>
                </c:pt>
                <c:pt idx="196">
                  <c:v>7290</c:v>
                </c:pt>
                <c:pt idx="197">
                  <c:v>7292.18</c:v>
                </c:pt>
                <c:pt idx="198">
                  <c:v>7281.51</c:v>
                </c:pt>
                <c:pt idx="199">
                  <c:v>7282.75</c:v>
                </c:pt>
                <c:pt idx="200">
                  <c:v>7274.29</c:v>
                </c:pt>
                <c:pt idx="201">
                  <c:v>7267.85</c:v>
                </c:pt>
                <c:pt idx="202">
                  <c:v>7267.03</c:v>
                </c:pt>
                <c:pt idx="203">
                  <c:v>7262.1900000000005</c:v>
                </c:pt>
                <c:pt idx="204">
                  <c:v>7254.7300000000005</c:v>
                </c:pt>
                <c:pt idx="205">
                  <c:v>7249.74</c:v>
                </c:pt>
                <c:pt idx="206">
                  <c:v>7244.18</c:v>
                </c:pt>
                <c:pt idx="207">
                  <c:v>7240.01</c:v>
                </c:pt>
                <c:pt idx="208">
                  <c:v>7234.3200000000006</c:v>
                </c:pt>
                <c:pt idx="209">
                  <c:v>7230.33</c:v>
                </c:pt>
                <c:pt idx="210">
                  <c:v>7229.7</c:v>
                </c:pt>
                <c:pt idx="211">
                  <c:v>7224.0700000000006</c:v>
                </c:pt>
                <c:pt idx="212">
                  <c:v>7220.7</c:v>
                </c:pt>
                <c:pt idx="213">
                  <c:v>7213.6699999999992</c:v>
                </c:pt>
                <c:pt idx="214">
                  <c:v>7207.5</c:v>
                </c:pt>
                <c:pt idx="215">
                  <c:v>7201.3600000000006</c:v>
                </c:pt>
                <c:pt idx="216">
                  <c:v>7198.98</c:v>
                </c:pt>
                <c:pt idx="217">
                  <c:v>7195.01</c:v>
                </c:pt>
                <c:pt idx="218">
                  <c:v>7190.34</c:v>
                </c:pt>
                <c:pt idx="219">
                  <c:v>7183.3600000000006</c:v>
                </c:pt>
                <c:pt idx="220">
                  <c:v>7181.6</c:v>
                </c:pt>
                <c:pt idx="221">
                  <c:v>7170.03</c:v>
                </c:pt>
                <c:pt idx="222">
                  <c:v>7173.8099999999995</c:v>
                </c:pt>
                <c:pt idx="223">
                  <c:v>7162.2300000000005</c:v>
                </c:pt>
                <c:pt idx="224">
                  <c:v>7157.1100000000006</c:v>
                </c:pt>
                <c:pt idx="225">
                  <c:v>7156.27</c:v>
                </c:pt>
                <c:pt idx="226">
                  <c:v>7156.04</c:v>
                </c:pt>
                <c:pt idx="227">
                  <c:v>7152.46</c:v>
                </c:pt>
                <c:pt idx="228">
                  <c:v>7147.48</c:v>
                </c:pt>
                <c:pt idx="229">
                  <c:v>7144.2699999999995</c:v>
                </c:pt>
                <c:pt idx="230">
                  <c:v>7136.91</c:v>
                </c:pt>
                <c:pt idx="231">
                  <c:v>7134.88</c:v>
                </c:pt>
                <c:pt idx="232">
                  <c:v>7127.3</c:v>
                </c:pt>
                <c:pt idx="233">
                  <c:v>7119.3099999999995</c:v>
                </c:pt>
                <c:pt idx="234">
                  <c:v>7117.99</c:v>
                </c:pt>
                <c:pt idx="235">
                  <c:v>7116.37</c:v>
                </c:pt>
                <c:pt idx="236">
                  <c:v>7109.66</c:v>
                </c:pt>
                <c:pt idx="237">
                  <c:v>7102.43</c:v>
                </c:pt>
                <c:pt idx="238">
                  <c:v>7098.3</c:v>
                </c:pt>
                <c:pt idx="239">
                  <c:v>7092.5599999999995</c:v>
                </c:pt>
                <c:pt idx="240">
                  <c:v>7087.92</c:v>
                </c:pt>
                <c:pt idx="241">
                  <c:v>7083.26</c:v>
                </c:pt>
                <c:pt idx="242">
                  <c:v>7079.18</c:v>
                </c:pt>
                <c:pt idx="243">
                  <c:v>7077.87</c:v>
                </c:pt>
                <c:pt idx="244">
                  <c:v>7071.25</c:v>
                </c:pt>
                <c:pt idx="245">
                  <c:v>7065.57</c:v>
                </c:pt>
                <c:pt idx="246">
                  <c:v>7063.08</c:v>
                </c:pt>
                <c:pt idx="247">
                  <c:v>7059.9100000000008</c:v>
                </c:pt>
                <c:pt idx="248">
                  <c:v>7052.49</c:v>
                </c:pt>
                <c:pt idx="249">
                  <c:v>7048.16</c:v>
                </c:pt>
                <c:pt idx="250">
                  <c:v>7042.73</c:v>
                </c:pt>
                <c:pt idx="251">
                  <c:v>7038.64</c:v>
                </c:pt>
                <c:pt idx="252">
                  <c:v>7037.13</c:v>
                </c:pt>
                <c:pt idx="253">
                  <c:v>7028.95</c:v>
                </c:pt>
                <c:pt idx="254">
                  <c:v>7022.1600000000008</c:v>
                </c:pt>
                <c:pt idx="255">
                  <c:v>7023.17</c:v>
                </c:pt>
                <c:pt idx="256">
                  <c:v>7013.6900000000005</c:v>
                </c:pt>
                <c:pt idx="257">
                  <c:v>7014.77</c:v>
                </c:pt>
                <c:pt idx="258">
                  <c:v>7005.76</c:v>
                </c:pt>
                <c:pt idx="259">
                  <c:v>7006.02</c:v>
                </c:pt>
                <c:pt idx="260">
                  <c:v>7002.11</c:v>
                </c:pt>
                <c:pt idx="261">
                  <c:v>6997.51</c:v>
                </c:pt>
                <c:pt idx="262">
                  <c:v>6986.8899999999994</c:v>
                </c:pt>
                <c:pt idx="263">
                  <c:v>6981.6500000000005</c:v>
                </c:pt>
                <c:pt idx="264">
                  <c:v>6984.8</c:v>
                </c:pt>
                <c:pt idx="265">
                  <c:v>6979.72</c:v>
                </c:pt>
                <c:pt idx="266">
                  <c:v>6975.53</c:v>
                </c:pt>
                <c:pt idx="267">
                  <c:v>6970.67</c:v>
                </c:pt>
                <c:pt idx="268">
                  <c:v>6965.14</c:v>
                </c:pt>
                <c:pt idx="269">
                  <c:v>6959.38</c:v>
                </c:pt>
                <c:pt idx="270">
                  <c:v>6957.99</c:v>
                </c:pt>
                <c:pt idx="271">
                  <c:v>6953.5999999999995</c:v>
                </c:pt>
                <c:pt idx="272">
                  <c:v>6949.34</c:v>
                </c:pt>
                <c:pt idx="273">
                  <c:v>6940.29</c:v>
                </c:pt>
                <c:pt idx="274">
                  <c:v>6936.71</c:v>
                </c:pt>
                <c:pt idx="275">
                  <c:v>6931.2300000000005</c:v>
                </c:pt>
                <c:pt idx="276">
                  <c:v>6926.9</c:v>
                </c:pt>
                <c:pt idx="277">
                  <c:v>6922.72</c:v>
                </c:pt>
                <c:pt idx="278">
                  <c:v>6922.2400000000007</c:v>
                </c:pt>
                <c:pt idx="279">
                  <c:v>6913.83</c:v>
                </c:pt>
                <c:pt idx="280">
                  <c:v>6909.07</c:v>
                </c:pt>
                <c:pt idx="281">
                  <c:v>6904.02</c:v>
                </c:pt>
                <c:pt idx="282">
                  <c:v>6900.14</c:v>
                </c:pt>
                <c:pt idx="283">
                  <c:v>6900.11</c:v>
                </c:pt>
                <c:pt idx="284">
                  <c:v>6895.05</c:v>
                </c:pt>
                <c:pt idx="285">
                  <c:v>6886.7</c:v>
                </c:pt>
                <c:pt idx="286">
                  <c:v>6882.4800000000005</c:v>
                </c:pt>
                <c:pt idx="287">
                  <c:v>6876.5</c:v>
                </c:pt>
                <c:pt idx="288">
                  <c:v>6873.84</c:v>
                </c:pt>
                <c:pt idx="289">
                  <c:v>6873.35</c:v>
                </c:pt>
                <c:pt idx="290">
                  <c:v>6867.6500000000005</c:v>
                </c:pt>
                <c:pt idx="291">
                  <c:v>6860.0599999999995</c:v>
                </c:pt>
                <c:pt idx="292">
                  <c:v>6858.11</c:v>
                </c:pt>
                <c:pt idx="293">
                  <c:v>6853.62</c:v>
                </c:pt>
                <c:pt idx="294">
                  <c:v>6850.4</c:v>
                </c:pt>
                <c:pt idx="295">
                  <c:v>6846.8</c:v>
                </c:pt>
                <c:pt idx="296">
                  <c:v>6839.53</c:v>
                </c:pt>
                <c:pt idx="297">
                  <c:v>6838.0599999999995</c:v>
                </c:pt>
                <c:pt idx="298">
                  <c:v>6825.71</c:v>
                </c:pt>
                <c:pt idx="299">
                  <c:v>6830.38</c:v>
                </c:pt>
                <c:pt idx="300">
                  <c:v>6825.14</c:v>
                </c:pt>
                <c:pt idx="301">
                  <c:v>6820.4900000000007</c:v>
                </c:pt>
                <c:pt idx="302">
                  <c:v>6815.86</c:v>
                </c:pt>
                <c:pt idx="303">
                  <c:v>6812.69</c:v>
                </c:pt>
                <c:pt idx="304">
                  <c:v>6804.71</c:v>
                </c:pt>
                <c:pt idx="305">
                  <c:v>6798.3200000000006</c:v>
                </c:pt>
                <c:pt idx="306">
                  <c:v>6798.35</c:v>
                </c:pt>
                <c:pt idx="307">
                  <c:v>6791.96</c:v>
                </c:pt>
                <c:pt idx="308">
                  <c:v>6790.21</c:v>
                </c:pt>
                <c:pt idx="309">
                  <c:v>6785.1</c:v>
                </c:pt>
                <c:pt idx="310">
                  <c:v>6781.96</c:v>
                </c:pt>
                <c:pt idx="311">
                  <c:v>6775.91</c:v>
                </c:pt>
                <c:pt idx="312">
                  <c:v>6769.0099999999993</c:v>
                </c:pt>
                <c:pt idx="313">
                  <c:v>6764.53</c:v>
                </c:pt>
                <c:pt idx="314">
                  <c:v>6759.5999999999995</c:v>
                </c:pt>
                <c:pt idx="315">
                  <c:v>6754.53</c:v>
                </c:pt>
                <c:pt idx="316">
                  <c:v>6750.54</c:v>
                </c:pt>
                <c:pt idx="317">
                  <c:v>6745.7599999999993</c:v>
                </c:pt>
                <c:pt idx="318">
                  <c:v>6741.7800000000007</c:v>
                </c:pt>
                <c:pt idx="319">
                  <c:v>6740.52</c:v>
                </c:pt>
                <c:pt idx="320">
                  <c:v>6733.29</c:v>
                </c:pt>
                <c:pt idx="321">
                  <c:v>6732.03</c:v>
                </c:pt>
                <c:pt idx="322">
                  <c:v>6728.21</c:v>
                </c:pt>
                <c:pt idx="323">
                  <c:v>6723.59</c:v>
                </c:pt>
                <c:pt idx="324">
                  <c:v>6714.8099999999995</c:v>
                </c:pt>
                <c:pt idx="325">
                  <c:v>6712.32</c:v>
                </c:pt>
                <c:pt idx="326">
                  <c:v>6707.75</c:v>
                </c:pt>
                <c:pt idx="327">
                  <c:v>6706.22</c:v>
                </c:pt>
                <c:pt idx="328">
                  <c:v>6695.69</c:v>
                </c:pt>
                <c:pt idx="329">
                  <c:v>6689.69</c:v>
                </c:pt>
                <c:pt idx="330">
                  <c:v>6693.7300000000005</c:v>
                </c:pt>
                <c:pt idx="331">
                  <c:v>6688.61</c:v>
                </c:pt>
                <c:pt idx="332">
                  <c:v>6681.9800000000005</c:v>
                </c:pt>
                <c:pt idx="333">
                  <c:v>6678.54</c:v>
                </c:pt>
                <c:pt idx="334">
                  <c:v>6675.51</c:v>
                </c:pt>
                <c:pt idx="335">
                  <c:v>6671.0599999999995</c:v>
                </c:pt>
                <c:pt idx="336">
                  <c:v>6664.76</c:v>
                </c:pt>
                <c:pt idx="337">
                  <c:v>6659.1399999999994</c:v>
                </c:pt>
                <c:pt idx="338">
                  <c:v>6657.6399999999994</c:v>
                </c:pt>
                <c:pt idx="339">
                  <c:v>6651.46</c:v>
                </c:pt>
                <c:pt idx="340">
                  <c:v>6647.7000000000007</c:v>
                </c:pt>
                <c:pt idx="341">
                  <c:v>6639.44</c:v>
                </c:pt>
                <c:pt idx="342">
                  <c:v>6636.08</c:v>
                </c:pt>
                <c:pt idx="343">
                  <c:v>6632.64</c:v>
                </c:pt>
                <c:pt idx="344">
                  <c:v>6629.92</c:v>
                </c:pt>
                <c:pt idx="345">
                  <c:v>6623.58</c:v>
                </c:pt>
                <c:pt idx="346">
                  <c:v>6617.09</c:v>
                </c:pt>
                <c:pt idx="347">
                  <c:v>6615.43</c:v>
                </c:pt>
                <c:pt idx="348">
                  <c:v>6610.5999999999995</c:v>
                </c:pt>
                <c:pt idx="349">
                  <c:v>6603.95</c:v>
                </c:pt>
                <c:pt idx="350">
                  <c:v>6599.09</c:v>
                </c:pt>
                <c:pt idx="351">
                  <c:v>6593.54</c:v>
                </c:pt>
                <c:pt idx="352">
                  <c:v>6589.5</c:v>
                </c:pt>
                <c:pt idx="353">
                  <c:v>6584.81</c:v>
                </c:pt>
                <c:pt idx="354">
                  <c:v>6581.95</c:v>
                </c:pt>
                <c:pt idx="355">
                  <c:v>6579.3799999999992</c:v>
                </c:pt>
                <c:pt idx="356">
                  <c:v>6573.97</c:v>
                </c:pt>
                <c:pt idx="357">
                  <c:v>6566.5199999999995</c:v>
                </c:pt>
                <c:pt idx="358">
                  <c:v>6562.41</c:v>
                </c:pt>
                <c:pt idx="359">
                  <c:v>6555.3</c:v>
                </c:pt>
                <c:pt idx="360">
                  <c:v>6550.28</c:v>
                </c:pt>
                <c:pt idx="361">
                  <c:v>6550.0999999999995</c:v>
                </c:pt>
                <c:pt idx="362">
                  <c:v>6546.17</c:v>
                </c:pt>
                <c:pt idx="363">
                  <c:v>6542.43</c:v>
                </c:pt>
                <c:pt idx="364">
                  <c:v>6536.41</c:v>
                </c:pt>
                <c:pt idx="365">
                  <c:v>6532.69</c:v>
                </c:pt>
                <c:pt idx="366">
                  <c:v>6529.0999999999995</c:v>
                </c:pt>
                <c:pt idx="367">
                  <c:v>6523.87</c:v>
                </c:pt>
                <c:pt idx="368">
                  <c:v>6519.6500000000005</c:v>
                </c:pt>
                <c:pt idx="369">
                  <c:v>6510.39</c:v>
                </c:pt>
                <c:pt idx="370">
                  <c:v>6506.8200000000006</c:v>
                </c:pt>
                <c:pt idx="371">
                  <c:v>6504.96</c:v>
                </c:pt>
                <c:pt idx="372">
                  <c:v>6496.5700000000006</c:v>
                </c:pt>
                <c:pt idx="373">
                  <c:v>6492.8</c:v>
                </c:pt>
                <c:pt idx="374">
                  <c:v>6492.04</c:v>
                </c:pt>
                <c:pt idx="375">
                  <c:v>6487.77</c:v>
                </c:pt>
                <c:pt idx="376">
                  <c:v>6478.21</c:v>
                </c:pt>
                <c:pt idx="377">
                  <c:v>6478.3099999999995</c:v>
                </c:pt>
                <c:pt idx="378">
                  <c:v>6473.47</c:v>
                </c:pt>
                <c:pt idx="379">
                  <c:v>6464.92</c:v>
                </c:pt>
                <c:pt idx="380">
                  <c:v>6461.0700000000006</c:v>
                </c:pt>
                <c:pt idx="381">
                  <c:v>6456.97</c:v>
                </c:pt>
                <c:pt idx="382">
                  <c:v>6451.6</c:v>
                </c:pt>
                <c:pt idx="383">
                  <c:v>6447.39</c:v>
                </c:pt>
                <c:pt idx="384">
                  <c:v>6443.18</c:v>
                </c:pt>
                <c:pt idx="385">
                  <c:v>6441.6900000000005</c:v>
                </c:pt>
                <c:pt idx="386">
                  <c:v>6433.97</c:v>
                </c:pt>
                <c:pt idx="387">
                  <c:v>6429.66</c:v>
                </c:pt>
                <c:pt idx="388">
                  <c:v>6424.58</c:v>
                </c:pt>
                <c:pt idx="389">
                  <c:v>6419.76</c:v>
                </c:pt>
                <c:pt idx="390">
                  <c:v>6415.25</c:v>
                </c:pt>
                <c:pt idx="391">
                  <c:v>6414</c:v>
                </c:pt>
                <c:pt idx="392">
                  <c:v>6409.0499999999993</c:v>
                </c:pt>
                <c:pt idx="393">
                  <c:v>6402.8099999999995</c:v>
                </c:pt>
                <c:pt idx="394">
                  <c:v>6399.2300000000005</c:v>
                </c:pt>
                <c:pt idx="395">
                  <c:v>6391.4299999999994</c:v>
                </c:pt>
                <c:pt idx="396">
                  <c:v>6388.93</c:v>
                </c:pt>
                <c:pt idx="397">
                  <c:v>6384.55</c:v>
                </c:pt>
                <c:pt idx="398">
                  <c:v>6383.27</c:v>
                </c:pt>
                <c:pt idx="399">
                  <c:v>6379.01</c:v>
                </c:pt>
                <c:pt idx="400">
                  <c:v>6372.4400000000005</c:v>
                </c:pt>
                <c:pt idx="401">
                  <c:v>6365.04</c:v>
                </c:pt>
                <c:pt idx="402">
                  <c:v>6363.6900000000005</c:v>
                </c:pt>
                <c:pt idx="403">
                  <c:v>6355.04</c:v>
                </c:pt>
                <c:pt idx="404">
                  <c:v>6348.79</c:v>
                </c:pt>
                <c:pt idx="405">
                  <c:v>6344.24</c:v>
                </c:pt>
                <c:pt idx="406">
                  <c:v>6346.3399999999992</c:v>
                </c:pt>
                <c:pt idx="407">
                  <c:v>6343.36</c:v>
                </c:pt>
                <c:pt idx="408">
                  <c:v>6334.39</c:v>
                </c:pt>
                <c:pt idx="409">
                  <c:v>6335.3200000000006</c:v>
                </c:pt>
                <c:pt idx="410">
                  <c:v>6326.76</c:v>
                </c:pt>
                <c:pt idx="411">
                  <c:v>6326</c:v>
                </c:pt>
                <c:pt idx="412">
                  <c:v>6319.9500000000007</c:v>
                </c:pt>
                <c:pt idx="413">
                  <c:v>6315.62</c:v>
                </c:pt>
                <c:pt idx="414">
                  <c:v>6310.74</c:v>
                </c:pt>
                <c:pt idx="415">
                  <c:v>6308.34</c:v>
                </c:pt>
                <c:pt idx="416">
                  <c:v>6301.3700000000008</c:v>
                </c:pt>
                <c:pt idx="417">
                  <c:v>6299.29</c:v>
                </c:pt>
                <c:pt idx="418">
                  <c:v>6291.7300000000005</c:v>
                </c:pt>
                <c:pt idx="419">
                  <c:v>6287.29</c:v>
                </c:pt>
                <c:pt idx="420">
                  <c:v>6282.26</c:v>
                </c:pt>
                <c:pt idx="421">
                  <c:v>6278.08</c:v>
                </c:pt>
                <c:pt idx="422">
                  <c:v>6277.66</c:v>
                </c:pt>
                <c:pt idx="423">
                  <c:v>6273.21</c:v>
                </c:pt>
                <c:pt idx="424">
                  <c:v>6266.5</c:v>
                </c:pt>
                <c:pt idx="425">
                  <c:v>6261.63</c:v>
                </c:pt>
                <c:pt idx="426">
                  <c:v>6256.26</c:v>
                </c:pt>
                <c:pt idx="427">
                  <c:v>6252.4800000000005</c:v>
                </c:pt>
                <c:pt idx="428">
                  <c:v>6248.11</c:v>
                </c:pt>
                <c:pt idx="429">
                  <c:v>6243.67</c:v>
                </c:pt>
                <c:pt idx="430">
                  <c:v>6239.09</c:v>
                </c:pt>
                <c:pt idx="431">
                  <c:v>6237.56</c:v>
                </c:pt>
                <c:pt idx="432">
                  <c:v>6234.47</c:v>
                </c:pt>
                <c:pt idx="433">
                  <c:v>6227.64</c:v>
                </c:pt>
                <c:pt idx="434">
                  <c:v>6222</c:v>
                </c:pt>
                <c:pt idx="435">
                  <c:v>6216.4400000000005</c:v>
                </c:pt>
                <c:pt idx="436">
                  <c:v>6218.81</c:v>
                </c:pt>
                <c:pt idx="437">
                  <c:v>6212.73</c:v>
                </c:pt>
                <c:pt idx="438">
                  <c:v>6206.4000000000005</c:v>
                </c:pt>
                <c:pt idx="439">
                  <c:v>6206.37</c:v>
                </c:pt>
                <c:pt idx="440">
                  <c:v>6196.18</c:v>
                </c:pt>
                <c:pt idx="441">
                  <c:v>6193.2</c:v>
                </c:pt>
                <c:pt idx="442">
                  <c:v>6193.86</c:v>
                </c:pt>
                <c:pt idx="443">
                  <c:v>6184.1799999999994</c:v>
                </c:pt>
                <c:pt idx="444">
                  <c:v>6183.76</c:v>
                </c:pt>
                <c:pt idx="445">
                  <c:v>6181.48</c:v>
                </c:pt>
                <c:pt idx="446">
                  <c:v>6177.0300000000007</c:v>
                </c:pt>
                <c:pt idx="447">
                  <c:v>6170.87</c:v>
                </c:pt>
                <c:pt idx="448">
                  <c:v>6164.21</c:v>
                </c:pt>
                <c:pt idx="449">
                  <c:v>6162.16</c:v>
                </c:pt>
                <c:pt idx="450">
                  <c:v>6160.83</c:v>
                </c:pt>
                <c:pt idx="451">
                  <c:v>6153.32</c:v>
                </c:pt>
                <c:pt idx="452">
                  <c:v>6148.23</c:v>
                </c:pt>
                <c:pt idx="453">
                  <c:v>6145.22</c:v>
                </c:pt>
                <c:pt idx="454">
                  <c:v>6139.34</c:v>
                </c:pt>
                <c:pt idx="455">
                  <c:v>6138.36</c:v>
                </c:pt>
                <c:pt idx="456">
                  <c:v>6134.38</c:v>
                </c:pt>
                <c:pt idx="457">
                  <c:v>6127.07</c:v>
                </c:pt>
                <c:pt idx="458">
                  <c:v>6122.9699999999993</c:v>
                </c:pt>
                <c:pt idx="459">
                  <c:v>6118.76</c:v>
                </c:pt>
                <c:pt idx="460">
                  <c:v>6114.46</c:v>
                </c:pt>
                <c:pt idx="461">
                  <c:v>6114.19</c:v>
                </c:pt>
                <c:pt idx="462">
                  <c:v>6106.55</c:v>
                </c:pt>
                <c:pt idx="463">
                  <c:v>6103.13</c:v>
                </c:pt>
                <c:pt idx="464">
                  <c:v>6097.36</c:v>
                </c:pt>
                <c:pt idx="465">
                  <c:v>6096.5499999999993</c:v>
                </c:pt>
                <c:pt idx="466">
                  <c:v>6088.8</c:v>
                </c:pt>
                <c:pt idx="467">
                  <c:v>6085.37</c:v>
                </c:pt>
                <c:pt idx="468">
                  <c:v>6080.94</c:v>
                </c:pt>
                <c:pt idx="469">
                  <c:v>6076.85</c:v>
                </c:pt>
                <c:pt idx="470">
                  <c:v>6073.5999999999995</c:v>
                </c:pt>
                <c:pt idx="471">
                  <c:v>6069.7599999999993</c:v>
                </c:pt>
                <c:pt idx="472">
                  <c:v>6067.52</c:v>
                </c:pt>
                <c:pt idx="473">
                  <c:v>6061.7599999999993</c:v>
                </c:pt>
                <c:pt idx="474">
                  <c:v>6059.14</c:v>
                </c:pt>
                <c:pt idx="475">
                  <c:v>6053.77</c:v>
                </c:pt>
                <c:pt idx="476">
                  <c:v>6051.01</c:v>
                </c:pt>
                <c:pt idx="477">
                  <c:v>6046.24</c:v>
                </c:pt>
                <c:pt idx="478">
                  <c:v>6042.81</c:v>
                </c:pt>
                <c:pt idx="479">
                  <c:v>6035.9400000000005</c:v>
                </c:pt>
                <c:pt idx="480">
                  <c:v>6034.09</c:v>
                </c:pt>
                <c:pt idx="481">
                  <c:v>6031.61</c:v>
                </c:pt>
                <c:pt idx="482">
                  <c:v>6026.8499999999995</c:v>
                </c:pt>
                <c:pt idx="483">
                  <c:v>6022.22</c:v>
                </c:pt>
                <c:pt idx="484">
                  <c:v>6018.1500000000005</c:v>
                </c:pt>
                <c:pt idx="485">
                  <c:v>6015.27</c:v>
                </c:pt>
                <c:pt idx="486">
                  <c:v>6012.05</c:v>
                </c:pt>
                <c:pt idx="487">
                  <c:v>6007.9000000000005</c:v>
                </c:pt>
                <c:pt idx="488">
                  <c:v>6003.42</c:v>
                </c:pt>
                <c:pt idx="489">
                  <c:v>5996.05</c:v>
                </c:pt>
                <c:pt idx="490">
                  <c:v>5992.3</c:v>
                </c:pt>
                <c:pt idx="491">
                  <c:v>5992.61</c:v>
                </c:pt>
                <c:pt idx="492">
                  <c:v>5987.94</c:v>
                </c:pt>
                <c:pt idx="493">
                  <c:v>5981.68</c:v>
                </c:pt>
                <c:pt idx="494">
                  <c:v>5979.71</c:v>
                </c:pt>
                <c:pt idx="495">
                  <c:v>5973.75</c:v>
                </c:pt>
                <c:pt idx="496">
                  <c:v>5968.46</c:v>
                </c:pt>
                <c:pt idx="497">
                  <c:v>5960.16</c:v>
                </c:pt>
                <c:pt idx="498">
                  <c:v>5956.2</c:v>
                </c:pt>
                <c:pt idx="499">
                  <c:v>5952.9800000000005</c:v>
                </c:pt>
                <c:pt idx="500">
                  <c:v>5952.24</c:v>
                </c:pt>
                <c:pt idx="501">
                  <c:v>5951.25</c:v>
                </c:pt>
                <c:pt idx="502">
                  <c:v>5946.87</c:v>
                </c:pt>
                <c:pt idx="503">
                  <c:v>5940.26</c:v>
                </c:pt>
                <c:pt idx="504">
                  <c:v>5936.61</c:v>
                </c:pt>
                <c:pt idx="505">
                  <c:v>5934.53</c:v>
                </c:pt>
                <c:pt idx="506">
                  <c:v>5930.46</c:v>
                </c:pt>
                <c:pt idx="507">
                  <c:v>5923.9699999999993</c:v>
                </c:pt>
                <c:pt idx="508">
                  <c:v>5918.34</c:v>
                </c:pt>
                <c:pt idx="509">
                  <c:v>5915.54</c:v>
                </c:pt>
                <c:pt idx="510">
                  <c:v>5914.91</c:v>
                </c:pt>
                <c:pt idx="511">
                  <c:v>5909.8899999999994</c:v>
                </c:pt>
                <c:pt idx="512">
                  <c:v>5905.9400000000005</c:v>
                </c:pt>
                <c:pt idx="513">
                  <c:v>5898.83</c:v>
                </c:pt>
                <c:pt idx="514">
                  <c:v>5899.4</c:v>
                </c:pt>
                <c:pt idx="515">
                  <c:v>5893.99</c:v>
                </c:pt>
                <c:pt idx="516">
                  <c:v>5891.73</c:v>
                </c:pt>
                <c:pt idx="517">
                  <c:v>5886.53</c:v>
                </c:pt>
                <c:pt idx="518">
                  <c:v>5883.19</c:v>
                </c:pt>
                <c:pt idx="519">
                  <c:v>5879.51</c:v>
                </c:pt>
                <c:pt idx="520">
                  <c:v>5870.04</c:v>
                </c:pt>
                <c:pt idx="521">
                  <c:v>5869.3499999999995</c:v>
                </c:pt>
                <c:pt idx="522">
                  <c:v>5863.41</c:v>
                </c:pt>
                <c:pt idx="523">
                  <c:v>5861.7</c:v>
                </c:pt>
                <c:pt idx="524">
                  <c:v>5856.35</c:v>
                </c:pt>
                <c:pt idx="525">
                  <c:v>5851.73</c:v>
                </c:pt>
                <c:pt idx="526">
                  <c:v>5847.68</c:v>
                </c:pt>
                <c:pt idx="527">
                  <c:v>5845.4</c:v>
                </c:pt>
                <c:pt idx="528">
                  <c:v>5842.4800000000005</c:v>
                </c:pt>
                <c:pt idx="529">
                  <c:v>5836.36</c:v>
                </c:pt>
                <c:pt idx="530">
                  <c:v>5831.7</c:v>
                </c:pt>
                <c:pt idx="531">
                  <c:v>5827.5</c:v>
                </c:pt>
                <c:pt idx="532">
                  <c:v>5823.1900000000005</c:v>
                </c:pt>
                <c:pt idx="533">
                  <c:v>5819.57</c:v>
                </c:pt>
                <c:pt idx="534">
                  <c:v>5818.8899999999994</c:v>
                </c:pt>
                <c:pt idx="535">
                  <c:v>5813.96</c:v>
                </c:pt>
                <c:pt idx="536">
                  <c:v>5808.3499999999995</c:v>
                </c:pt>
                <c:pt idx="537">
                  <c:v>5806.14</c:v>
                </c:pt>
                <c:pt idx="538">
                  <c:v>5803.78</c:v>
                </c:pt>
                <c:pt idx="539">
                  <c:v>5796.68</c:v>
                </c:pt>
                <c:pt idx="540">
                  <c:v>5790.5300000000007</c:v>
                </c:pt>
                <c:pt idx="541">
                  <c:v>5789.54</c:v>
                </c:pt>
                <c:pt idx="542">
                  <c:v>5787.4299999999994</c:v>
                </c:pt>
                <c:pt idx="543">
                  <c:v>5782.84</c:v>
                </c:pt>
                <c:pt idx="544">
                  <c:v>5775.7</c:v>
                </c:pt>
                <c:pt idx="545">
                  <c:v>5770.82</c:v>
                </c:pt>
                <c:pt idx="546">
                  <c:v>5770.5700000000006</c:v>
                </c:pt>
                <c:pt idx="547">
                  <c:v>5758.8</c:v>
                </c:pt>
                <c:pt idx="548">
                  <c:v>5758.12</c:v>
                </c:pt>
                <c:pt idx="549">
                  <c:v>5758.27</c:v>
                </c:pt>
                <c:pt idx="550">
                  <c:v>5752.9000000000005</c:v>
                </c:pt>
                <c:pt idx="551">
                  <c:v>5751.62</c:v>
                </c:pt>
                <c:pt idx="552">
                  <c:v>5747.59</c:v>
                </c:pt>
                <c:pt idx="553">
                  <c:v>5743.57</c:v>
                </c:pt>
                <c:pt idx="554">
                  <c:v>5738.05</c:v>
                </c:pt>
                <c:pt idx="555">
                  <c:v>5733.27</c:v>
                </c:pt>
                <c:pt idx="556">
                  <c:v>5730.91</c:v>
                </c:pt>
                <c:pt idx="557">
                  <c:v>5724.97</c:v>
                </c:pt>
                <c:pt idx="558">
                  <c:v>5723.89</c:v>
                </c:pt>
                <c:pt idx="559">
                  <c:v>5718.34</c:v>
                </c:pt>
                <c:pt idx="560">
                  <c:v>5713.95</c:v>
                </c:pt>
                <c:pt idx="561">
                  <c:v>5712.19</c:v>
                </c:pt>
                <c:pt idx="562">
                  <c:v>5705.49</c:v>
                </c:pt>
                <c:pt idx="563">
                  <c:v>5705.14</c:v>
                </c:pt>
                <c:pt idx="564">
                  <c:v>5700.2300000000005</c:v>
                </c:pt>
                <c:pt idx="565">
                  <c:v>5694.03</c:v>
                </c:pt>
                <c:pt idx="566">
                  <c:v>5689.96</c:v>
                </c:pt>
                <c:pt idx="567">
                  <c:v>5689.19</c:v>
                </c:pt>
                <c:pt idx="568">
                  <c:v>5682.76</c:v>
                </c:pt>
                <c:pt idx="569">
                  <c:v>5678.21</c:v>
                </c:pt>
                <c:pt idx="570">
                  <c:v>5677.4500000000007</c:v>
                </c:pt>
                <c:pt idx="571">
                  <c:v>5670.78</c:v>
                </c:pt>
              </c:numCache>
            </c:numRef>
          </c:xVal>
          <c:yVal>
            <c:numRef>
              <c:f>Presentation!$BG$13:$BG$584</c:f>
              <c:numCache>
                <c:formatCode>General</c:formatCode>
                <c:ptCount val="572"/>
                <c:pt idx="0">
                  <c:v>1.3739656852684579E-2</c:v>
                </c:pt>
                <c:pt idx="1">
                  <c:v>1.3736945418274818E-2</c:v>
                </c:pt>
                <c:pt idx="2">
                  <c:v>1.3662051236069879E-2</c:v>
                </c:pt>
                <c:pt idx="3">
                  <c:v>1.3643234932575894E-2</c:v>
                </c:pt>
                <c:pt idx="4">
                  <c:v>1.435654691209578E-2</c:v>
                </c:pt>
                <c:pt idx="5">
                  <c:v>1.6193476672132456E-2</c:v>
                </c:pt>
                <c:pt idx="6">
                  <c:v>2.8929059952898187E-2</c:v>
                </c:pt>
                <c:pt idx="7">
                  <c:v>4.4425158748961219E-2</c:v>
                </c:pt>
                <c:pt idx="8">
                  <c:v>6.143286080118187E-2</c:v>
                </c:pt>
                <c:pt idx="9">
                  <c:v>8.2461968446988734E-2</c:v>
                </c:pt>
                <c:pt idx="10">
                  <c:v>8.5664012194479389E-2</c:v>
                </c:pt>
                <c:pt idx="11">
                  <c:v>9.7902363485786251E-2</c:v>
                </c:pt>
                <c:pt idx="12">
                  <c:v>0.11191995171441969</c:v>
                </c:pt>
                <c:pt idx="13">
                  <c:v>0.12670827524330491</c:v>
                </c:pt>
                <c:pt idx="14">
                  <c:v>0.14026214891643971</c:v>
                </c:pt>
                <c:pt idx="15">
                  <c:v>0.15393946360246957</c:v>
                </c:pt>
                <c:pt idx="16">
                  <c:v>0.16052301091662513</c:v>
                </c:pt>
                <c:pt idx="17">
                  <c:v>0.17202657287238465</c:v>
                </c:pt>
                <c:pt idx="18">
                  <c:v>0.18217901420192698</c:v>
                </c:pt>
                <c:pt idx="19">
                  <c:v>0.1937476708027101</c:v>
                </c:pt>
                <c:pt idx="20">
                  <c:v>0.20406675337522212</c:v>
                </c:pt>
                <c:pt idx="21">
                  <c:v>0.22007973691213559</c:v>
                </c:pt>
                <c:pt idx="22">
                  <c:v>0.22824611765990233</c:v>
                </c:pt>
                <c:pt idx="23">
                  <c:v>0.23997238985426464</c:v>
                </c:pt>
                <c:pt idx="24">
                  <c:v>0.24945812636555259</c:v>
                </c:pt>
                <c:pt idx="25">
                  <c:v>0.2595448117135053</c:v>
                </c:pt>
                <c:pt idx="26">
                  <c:v>0.27533058827919932</c:v>
                </c:pt>
                <c:pt idx="27">
                  <c:v>0.27843580954087965</c:v>
                </c:pt>
                <c:pt idx="28">
                  <c:v>0.28742640874684605</c:v>
                </c:pt>
                <c:pt idx="29">
                  <c:v>0.29581122149550992</c:v>
                </c:pt>
                <c:pt idx="30">
                  <c:v>0.3039779139176485</c:v>
                </c:pt>
                <c:pt idx="31">
                  <c:v>0.31214764857861793</c:v>
                </c:pt>
                <c:pt idx="32">
                  <c:v>0.31931750453243024</c:v>
                </c:pt>
                <c:pt idx="33">
                  <c:v>0.32528340192318267</c:v>
                </c:pt>
                <c:pt idx="34">
                  <c:v>0.33359828233065131</c:v>
                </c:pt>
                <c:pt idx="35">
                  <c:v>0.33986900295581796</c:v>
                </c:pt>
                <c:pt idx="36">
                  <c:v>0.34628028612991019</c:v>
                </c:pt>
                <c:pt idx="37">
                  <c:v>0.35329061298490205</c:v>
                </c:pt>
                <c:pt idx="38">
                  <c:v>0.36026676333816693</c:v>
                </c:pt>
                <c:pt idx="39">
                  <c:v>0.36599916013262379</c:v>
                </c:pt>
                <c:pt idx="40">
                  <c:v>0.3717100225211088</c:v>
                </c:pt>
                <c:pt idx="41">
                  <c:v>0.37757338487953085</c:v>
                </c:pt>
                <c:pt idx="42">
                  <c:v>0.38429336569660438</c:v>
                </c:pt>
                <c:pt idx="43">
                  <c:v>0.38853939778169744</c:v>
                </c:pt>
                <c:pt idx="44">
                  <c:v>0.39487495482109147</c:v>
                </c:pt>
                <c:pt idx="45">
                  <c:v>0.40044932400134847</c:v>
                </c:pt>
                <c:pt idx="46">
                  <c:v>0.40601324953286905</c:v>
                </c:pt>
                <c:pt idx="47">
                  <c:v>0.41015705106833222</c:v>
                </c:pt>
                <c:pt idx="48">
                  <c:v>0.41512355392187711</c:v>
                </c:pt>
                <c:pt idx="49">
                  <c:v>0.41965495700186906</c:v>
                </c:pt>
                <c:pt idx="50">
                  <c:v>0.42465800049415336</c:v>
                </c:pt>
                <c:pt idx="51">
                  <c:v>0.42879628496872818</c:v>
                </c:pt>
                <c:pt idx="52">
                  <c:v>0.43401061987997114</c:v>
                </c:pt>
                <c:pt idx="53">
                  <c:v>0.43793662918794701</c:v>
                </c:pt>
                <c:pt idx="54">
                  <c:v>0.44218606513580799</c:v>
                </c:pt>
                <c:pt idx="55">
                  <c:v>0.44567764539932198</c:v>
                </c:pt>
                <c:pt idx="56">
                  <c:v>0.45061840013858834</c:v>
                </c:pt>
                <c:pt idx="57">
                  <c:v>0.45386449230411602</c:v>
                </c:pt>
                <c:pt idx="58">
                  <c:v>0.45735220472560434</c:v>
                </c:pt>
                <c:pt idx="59">
                  <c:v>0.46126922745977356</c:v>
                </c:pt>
                <c:pt idx="60">
                  <c:v>0.46490877141453679</c:v>
                </c:pt>
                <c:pt idx="61">
                  <c:v>0.4684065968870274</c:v>
                </c:pt>
                <c:pt idx="62">
                  <c:v>0.47183676159836124</c:v>
                </c:pt>
                <c:pt idx="63">
                  <c:v>0.4754951568599104</c:v>
                </c:pt>
                <c:pt idx="64">
                  <c:v>0.47852889160667933</c:v>
                </c:pt>
                <c:pt idx="65">
                  <c:v>0.47938948730636016</c:v>
                </c:pt>
                <c:pt idx="66">
                  <c:v>0.48171213441416083</c:v>
                </c:pt>
                <c:pt idx="67">
                  <c:v>0.48395868701141603</c:v>
                </c:pt>
                <c:pt idx="68">
                  <c:v>0.48645443092846674</c:v>
                </c:pt>
                <c:pt idx="69">
                  <c:v>0.48859760319302753</c:v>
                </c:pt>
                <c:pt idx="70">
                  <c:v>0.49046031434735099</c:v>
                </c:pt>
                <c:pt idx="71">
                  <c:v>0.49286226626390439</c:v>
                </c:pt>
                <c:pt idx="72">
                  <c:v>0.49471189075871219</c:v>
                </c:pt>
                <c:pt idx="73">
                  <c:v>0.49719818296362606</c:v>
                </c:pt>
                <c:pt idx="74">
                  <c:v>0.50029577953205639</c:v>
                </c:pt>
                <c:pt idx="75">
                  <c:v>0.50139023873842847</c:v>
                </c:pt>
                <c:pt idx="76">
                  <c:v>0.50345337182324257</c:v>
                </c:pt>
                <c:pt idx="77">
                  <c:v>0.50489449224352279</c:v>
                </c:pt>
                <c:pt idx="78">
                  <c:v>0.50598224623697419</c:v>
                </c:pt>
                <c:pt idx="79">
                  <c:v>0.50754743747531794</c:v>
                </c:pt>
                <c:pt idx="80">
                  <c:v>0.50923518634144338</c:v>
                </c:pt>
                <c:pt idx="81">
                  <c:v>0.50990361217654301</c:v>
                </c:pt>
                <c:pt idx="82">
                  <c:v>0.51008235642035704</c:v>
                </c:pt>
                <c:pt idx="83">
                  <c:v>0.51167566667307229</c:v>
                </c:pt>
                <c:pt idx="84">
                  <c:v>0.51239155306781048</c:v>
                </c:pt>
                <c:pt idx="85">
                  <c:v>0.51415788521521344</c:v>
                </c:pt>
                <c:pt idx="86">
                  <c:v>0.51510569170396825</c:v>
                </c:pt>
                <c:pt idx="87">
                  <c:v>0.51698532481294757</c:v>
                </c:pt>
                <c:pt idx="88">
                  <c:v>0.51829270641654024</c:v>
                </c:pt>
                <c:pt idx="89">
                  <c:v>0.5185040953846114</c:v>
                </c:pt>
                <c:pt idx="90">
                  <c:v>0.520373469658163</c:v>
                </c:pt>
                <c:pt idx="91">
                  <c:v>0.52154646499487756</c:v>
                </c:pt>
                <c:pt idx="92">
                  <c:v>0.52235565314256638</c:v>
                </c:pt>
                <c:pt idx="93">
                  <c:v>0.52326564162820843</c:v>
                </c:pt>
                <c:pt idx="94">
                  <c:v>0.52428313413767891</c:v>
                </c:pt>
                <c:pt idx="95">
                  <c:v>0.52558991668579125</c:v>
                </c:pt>
                <c:pt idx="96">
                  <c:v>0.52528714135544907</c:v>
                </c:pt>
                <c:pt idx="97">
                  <c:v>0.52586171294647233</c:v>
                </c:pt>
                <c:pt idx="98">
                  <c:v>0.52692031401003625</c:v>
                </c:pt>
                <c:pt idx="99">
                  <c:v>0.52787570178874521</c:v>
                </c:pt>
                <c:pt idx="100">
                  <c:v>0.52909189917722887</c:v>
                </c:pt>
                <c:pt idx="101">
                  <c:v>0.52995781136763642</c:v>
                </c:pt>
                <c:pt idx="102">
                  <c:v>0.53044945245882102</c:v>
                </c:pt>
                <c:pt idx="103">
                  <c:v>0.53146254206300148</c:v>
                </c:pt>
                <c:pt idx="104">
                  <c:v>0.53170894872220376</c:v>
                </c:pt>
                <c:pt idx="105">
                  <c:v>0.53281934357424221</c:v>
                </c:pt>
                <c:pt idx="106">
                  <c:v>0.53281357005001351</c:v>
                </c:pt>
                <c:pt idx="107">
                  <c:v>0.53361213026396948</c:v>
                </c:pt>
                <c:pt idx="108">
                  <c:v>0.53377352733033379</c:v>
                </c:pt>
                <c:pt idx="109">
                  <c:v>0.53379830138139417</c:v>
                </c:pt>
                <c:pt idx="110">
                  <c:v>0.53379608867744255</c:v>
                </c:pt>
                <c:pt idx="111">
                  <c:v>0.53474177487064334</c:v>
                </c:pt>
                <c:pt idx="112">
                  <c:v>0.53587615209547013</c:v>
                </c:pt>
                <c:pt idx="113">
                  <c:v>0.53622313702690794</c:v>
                </c:pt>
                <c:pt idx="114">
                  <c:v>0.53712867740443793</c:v>
                </c:pt>
                <c:pt idx="115">
                  <c:v>0.53750870067337342</c:v>
                </c:pt>
                <c:pt idx="116">
                  <c:v>0.53774923660783647</c:v>
                </c:pt>
                <c:pt idx="117">
                  <c:v>0.53843885226305876</c:v>
                </c:pt>
                <c:pt idx="118">
                  <c:v>0.53845018353777208</c:v>
                </c:pt>
                <c:pt idx="119">
                  <c:v>0.5386720270422064</c:v>
                </c:pt>
                <c:pt idx="120">
                  <c:v>0.53919717573221759</c:v>
                </c:pt>
                <c:pt idx="121">
                  <c:v>0.53886233300855957</c:v>
                </c:pt>
                <c:pt idx="122">
                  <c:v>0.53865747618717275</c:v>
                </c:pt>
                <c:pt idx="123">
                  <c:v>0.5400396368499577</c:v>
                </c:pt>
                <c:pt idx="124">
                  <c:v>0.54033311967744513</c:v>
                </c:pt>
                <c:pt idx="125">
                  <c:v>0.54062313909532811</c:v>
                </c:pt>
                <c:pt idx="126">
                  <c:v>0.54106776045939298</c:v>
                </c:pt>
                <c:pt idx="127">
                  <c:v>0.54140459289749465</c:v>
                </c:pt>
                <c:pt idx="128">
                  <c:v>0.54138140789409717</c:v>
                </c:pt>
                <c:pt idx="129">
                  <c:v>0.54074651242544935</c:v>
                </c:pt>
                <c:pt idx="130">
                  <c:v>0.5411605298814739</c:v>
                </c:pt>
                <c:pt idx="131">
                  <c:v>0.54166705058963993</c:v>
                </c:pt>
                <c:pt idx="132">
                  <c:v>0.54222332863109568</c:v>
                </c:pt>
                <c:pt idx="133">
                  <c:v>0.54262364435025678</c:v>
                </c:pt>
                <c:pt idx="134">
                  <c:v>0.54244768768562912</c:v>
                </c:pt>
                <c:pt idx="135">
                  <c:v>0.54309060658158104</c:v>
                </c:pt>
                <c:pt idx="136">
                  <c:v>0.54333928894487959</c:v>
                </c:pt>
                <c:pt idx="137">
                  <c:v>0.54350511650030064</c:v>
                </c:pt>
                <c:pt idx="138">
                  <c:v>0.54387126969269095</c:v>
                </c:pt>
                <c:pt idx="139">
                  <c:v>0.54415338521627143</c:v>
                </c:pt>
                <c:pt idx="140">
                  <c:v>0.5421374328579367</c:v>
                </c:pt>
                <c:pt idx="141">
                  <c:v>0.5440973178534354</c:v>
                </c:pt>
                <c:pt idx="142">
                  <c:v>0.54392397783261015</c:v>
                </c:pt>
                <c:pt idx="143">
                  <c:v>0.54391683481984721</c:v>
                </c:pt>
                <c:pt idx="144">
                  <c:v>0.54383126578532093</c:v>
                </c:pt>
                <c:pt idx="145">
                  <c:v>0.54434823247008091</c:v>
                </c:pt>
                <c:pt idx="146">
                  <c:v>0.54509724225688105</c:v>
                </c:pt>
                <c:pt idx="147">
                  <c:v>0.54486819966348854</c:v>
                </c:pt>
                <c:pt idx="148">
                  <c:v>0.54531636404292183</c:v>
                </c:pt>
                <c:pt idx="149">
                  <c:v>0.54455041960836548</c:v>
                </c:pt>
                <c:pt idx="150">
                  <c:v>0.54457727686727353</c:v>
                </c:pt>
                <c:pt idx="151">
                  <c:v>0.54359120593874966</c:v>
                </c:pt>
                <c:pt idx="152">
                  <c:v>0.54327958352123096</c:v>
                </c:pt>
                <c:pt idx="153">
                  <c:v>0.54347695450994526</c:v>
                </c:pt>
                <c:pt idx="154">
                  <c:v>0.54372841425400453</c:v>
                </c:pt>
                <c:pt idx="155">
                  <c:v>0.5442988277963694</c:v>
                </c:pt>
                <c:pt idx="156">
                  <c:v>0.54474368603510537</c:v>
                </c:pt>
                <c:pt idx="157">
                  <c:v>0.54492043965340675</c:v>
                </c:pt>
                <c:pt idx="158">
                  <c:v>0.54531076893434594</c:v>
                </c:pt>
                <c:pt idx="159">
                  <c:v>0.54498775574689939</c:v>
                </c:pt>
                <c:pt idx="160">
                  <c:v>0.54476990026421146</c:v>
                </c:pt>
                <c:pt idx="161">
                  <c:v>0.54478251366706398</c:v>
                </c:pt>
                <c:pt idx="162">
                  <c:v>0.54480463784612365</c:v>
                </c:pt>
                <c:pt idx="163">
                  <c:v>0.54484454267858728</c:v>
                </c:pt>
                <c:pt idx="164">
                  <c:v>0.54487405976401238</c:v>
                </c:pt>
                <c:pt idx="165">
                  <c:v>0.5449322866319708</c:v>
                </c:pt>
                <c:pt idx="166">
                  <c:v>0.54504839009112993</c:v>
                </c:pt>
                <c:pt idx="167">
                  <c:v>0.54460828501083047</c:v>
                </c:pt>
                <c:pt idx="168">
                  <c:v>0.54485299565554168</c:v>
                </c:pt>
                <c:pt idx="169">
                  <c:v>0.54474987033806399</c:v>
                </c:pt>
                <c:pt idx="170">
                  <c:v>0.54420021704109633</c:v>
                </c:pt>
                <c:pt idx="171">
                  <c:v>0.54486142135062721</c:v>
                </c:pt>
                <c:pt idx="172">
                  <c:v>0.54506602355756184</c:v>
                </c:pt>
                <c:pt idx="173">
                  <c:v>0.54523757073332924</c:v>
                </c:pt>
                <c:pt idx="174">
                  <c:v>0.54541434641150399</c:v>
                </c:pt>
                <c:pt idx="175">
                  <c:v>0.54562653256756821</c:v>
                </c:pt>
                <c:pt idx="176">
                  <c:v>0.54555460636493247</c:v>
                </c:pt>
                <c:pt idx="177">
                  <c:v>0.54530403208324296</c:v>
                </c:pt>
                <c:pt idx="178">
                  <c:v>0.5449406765997401</c:v>
                </c:pt>
                <c:pt idx="179">
                  <c:v>0.54565205009072626</c:v>
                </c:pt>
                <c:pt idx="180">
                  <c:v>0.54582858787325106</c:v>
                </c:pt>
                <c:pt idx="181">
                  <c:v>0.54618596031525146</c:v>
                </c:pt>
                <c:pt idx="182">
                  <c:v>0.54644782761670196</c:v>
                </c:pt>
                <c:pt idx="183">
                  <c:v>0.54596249480000758</c:v>
                </c:pt>
                <c:pt idx="184">
                  <c:v>0.54597747303229327</c:v>
                </c:pt>
                <c:pt idx="185">
                  <c:v>0.54595099195900165</c:v>
                </c:pt>
                <c:pt idx="186">
                  <c:v>0.54591739445482634</c:v>
                </c:pt>
                <c:pt idx="187">
                  <c:v>0.54577973887649578</c:v>
                </c:pt>
                <c:pt idx="188">
                  <c:v>0.54587611295182781</c:v>
                </c:pt>
                <c:pt idx="189">
                  <c:v>0.54510123093982399</c:v>
                </c:pt>
                <c:pt idx="190">
                  <c:v>0.54563044223330071</c:v>
                </c:pt>
                <c:pt idx="191">
                  <c:v>0.54555454138017734</c:v>
                </c:pt>
                <c:pt idx="192">
                  <c:v>0.54599571394555124</c:v>
                </c:pt>
                <c:pt idx="193">
                  <c:v>0.5451575179455157</c:v>
                </c:pt>
                <c:pt idx="194">
                  <c:v>0.54519373833747553</c:v>
                </c:pt>
                <c:pt idx="195">
                  <c:v>0.54478753847650174</c:v>
                </c:pt>
                <c:pt idx="196">
                  <c:v>0.54488614540466396</c:v>
                </c:pt>
                <c:pt idx="197">
                  <c:v>0.54446681239355033</c:v>
                </c:pt>
                <c:pt idx="198">
                  <c:v>0.544154989830406</c:v>
                </c:pt>
                <c:pt idx="199">
                  <c:v>0.5444001235796917</c:v>
                </c:pt>
                <c:pt idx="200">
                  <c:v>0.54449162736157064</c:v>
                </c:pt>
                <c:pt idx="201">
                  <c:v>0.5445255474452555</c:v>
                </c:pt>
                <c:pt idx="202">
                  <c:v>0.54447828067312232</c:v>
                </c:pt>
                <c:pt idx="203">
                  <c:v>0.54347930858322346</c:v>
                </c:pt>
                <c:pt idx="204">
                  <c:v>0.54390032434012014</c:v>
                </c:pt>
                <c:pt idx="205">
                  <c:v>0.54396709399233634</c:v>
                </c:pt>
                <c:pt idx="206">
                  <c:v>0.54456681087438463</c:v>
                </c:pt>
                <c:pt idx="207">
                  <c:v>0.54454759040388068</c:v>
                </c:pt>
                <c:pt idx="208">
                  <c:v>0.54447411781618715</c:v>
                </c:pt>
                <c:pt idx="209">
                  <c:v>0.54444679565109755</c:v>
                </c:pt>
                <c:pt idx="210">
                  <c:v>0.54357165580867817</c:v>
                </c:pt>
                <c:pt idx="211">
                  <c:v>0.5443427320056422</c:v>
                </c:pt>
                <c:pt idx="212">
                  <c:v>0.54443336518620078</c:v>
                </c:pt>
                <c:pt idx="213">
                  <c:v>0.54440111621407694</c:v>
                </c:pt>
                <c:pt idx="214">
                  <c:v>0.54410405827263264</c:v>
                </c:pt>
                <c:pt idx="215">
                  <c:v>0.54428052478976185</c:v>
                </c:pt>
                <c:pt idx="216">
                  <c:v>0.54455492305854447</c:v>
                </c:pt>
                <c:pt idx="217">
                  <c:v>0.54448430231507672</c:v>
                </c:pt>
                <c:pt idx="218">
                  <c:v>0.54450554493946046</c:v>
                </c:pt>
                <c:pt idx="219">
                  <c:v>0.54456271160014247</c:v>
                </c:pt>
                <c:pt idx="220">
                  <c:v>0.54419210203854296</c:v>
                </c:pt>
                <c:pt idx="221">
                  <c:v>0.54399493447028813</c:v>
                </c:pt>
                <c:pt idx="222">
                  <c:v>0.54248997394689857</c:v>
                </c:pt>
                <c:pt idx="223">
                  <c:v>0.54363934137831371</c:v>
                </c:pt>
                <c:pt idx="224">
                  <c:v>0.54350289432466448</c:v>
                </c:pt>
                <c:pt idx="225">
                  <c:v>0.54288197622504453</c:v>
                </c:pt>
                <c:pt idx="226">
                  <c:v>0.54339411182721165</c:v>
                </c:pt>
                <c:pt idx="227">
                  <c:v>0.5433948599502828</c:v>
                </c:pt>
                <c:pt idx="228">
                  <c:v>0.5431438772826227</c:v>
                </c:pt>
                <c:pt idx="229">
                  <c:v>0.54246829977030542</c:v>
                </c:pt>
                <c:pt idx="230">
                  <c:v>0.54309638204769295</c:v>
                </c:pt>
                <c:pt idx="231">
                  <c:v>0.54299581772923999</c:v>
                </c:pt>
                <c:pt idx="232">
                  <c:v>0.54335582899555235</c:v>
                </c:pt>
                <c:pt idx="233">
                  <c:v>0.5423671676047257</c:v>
                </c:pt>
                <c:pt idx="234">
                  <c:v>0.54167257891623899</c:v>
                </c:pt>
                <c:pt idx="235">
                  <c:v>0.54143474833377137</c:v>
                </c:pt>
                <c:pt idx="236">
                  <c:v>0.54126357659859958</c:v>
                </c:pt>
                <c:pt idx="237">
                  <c:v>0.54135838016002968</c:v>
                </c:pt>
                <c:pt idx="238">
                  <c:v>0.54109716410971642</c:v>
                </c:pt>
                <c:pt idx="239">
                  <c:v>0.54094572340593527</c:v>
                </c:pt>
                <c:pt idx="240">
                  <c:v>0.54020925744082893</c:v>
                </c:pt>
                <c:pt idx="241">
                  <c:v>0.54009170918475391</c:v>
                </c:pt>
                <c:pt idx="242">
                  <c:v>0.53979415695038124</c:v>
                </c:pt>
                <c:pt idx="243">
                  <c:v>0.53960866757937065</c:v>
                </c:pt>
                <c:pt idx="244">
                  <c:v>0.53979989393671557</c:v>
                </c:pt>
                <c:pt idx="245">
                  <c:v>0.53999606542713474</c:v>
                </c:pt>
                <c:pt idx="246">
                  <c:v>0.53986504471137242</c:v>
                </c:pt>
                <c:pt idx="247">
                  <c:v>0.53922642073340876</c:v>
                </c:pt>
                <c:pt idx="248">
                  <c:v>0.53914291264503744</c:v>
                </c:pt>
                <c:pt idx="249">
                  <c:v>0.53915631881228587</c:v>
                </c:pt>
                <c:pt idx="250">
                  <c:v>0.53940872360576086</c:v>
                </c:pt>
                <c:pt idx="251">
                  <c:v>0.53944369935101089</c:v>
                </c:pt>
                <c:pt idx="252">
                  <c:v>0.53946850491606657</c:v>
                </c:pt>
                <c:pt idx="253">
                  <c:v>0.53966808698311974</c:v>
                </c:pt>
                <c:pt idx="254">
                  <c:v>0.53962455996445535</c:v>
                </c:pt>
                <c:pt idx="255">
                  <c:v>0.5397178197309761</c:v>
                </c:pt>
                <c:pt idx="256">
                  <c:v>0.53935660116144279</c:v>
                </c:pt>
                <c:pt idx="257">
                  <c:v>0.53916236740477586</c:v>
                </c:pt>
                <c:pt idx="258">
                  <c:v>0.53874954323299684</c:v>
                </c:pt>
                <c:pt idx="259">
                  <c:v>0.53891938647049242</c:v>
                </c:pt>
                <c:pt idx="260">
                  <c:v>0.53890041715997039</c:v>
                </c:pt>
                <c:pt idx="261">
                  <c:v>0.5388459609203845</c:v>
                </c:pt>
                <c:pt idx="262">
                  <c:v>0.5388549125576616</c:v>
                </c:pt>
                <c:pt idx="263">
                  <c:v>0.5383698695867023</c:v>
                </c:pt>
                <c:pt idx="264">
                  <c:v>0.53842916046271894</c:v>
                </c:pt>
                <c:pt idx="265">
                  <c:v>0.53595846251712098</c:v>
                </c:pt>
                <c:pt idx="266">
                  <c:v>0.53781576453688817</c:v>
                </c:pt>
                <c:pt idx="267">
                  <c:v>0.53846330410132737</c:v>
                </c:pt>
                <c:pt idx="268">
                  <c:v>0.53836678085436906</c:v>
                </c:pt>
                <c:pt idx="269">
                  <c:v>0.53875488908494717</c:v>
                </c:pt>
                <c:pt idx="270">
                  <c:v>0.53862106729098491</c:v>
                </c:pt>
                <c:pt idx="271">
                  <c:v>0.53838874827427519</c:v>
                </c:pt>
                <c:pt idx="272">
                  <c:v>0.5376150828711791</c:v>
                </c:pt>
                <c:pt idx="273">
                  <c:v>0.53836367068234903</c:v>
                </c:pt>
                <c:pt idx="274">
                  <c:v>0.53796252113754217</c:v>
                </c:pt>
                <c:pt idx="275">
                  <c:v>0.53788288658722905</c:v>
                </c:pt>
                <c:pt idx="276">
                  <c:v>0.53761567223433282</c:v>
                </c:pt>
                <c:pt idx="277">
                  <c:v>0.53751704532322564</c:v>
                </c:pt>
                <c:pt idx="278">
                  <c:v>0.53782301682692302</c:v>
                </c:pt>
                <c:pt idx="279">
                  <c:v>0.53776126980269978</c:v>
                </c:pt>
                <c:pt idx="280">
                  <c:v>0.53779741701849892</c:v>
                </c:pt>
                <c:pt idx="281">
                  <c:v>0.53778812923485153</c:v>
                </c:pt>
                <c:pt idx="282">
                  <c:v>0.53769343810415438</c:v>
                </c:pt>
                <c:pt idx="283">
                  <c:v>0.53692622291528691</c:v>
                </c:pt>
                <c:pt idx="284">
                  <c:v>0.53653273000195789</c:v>
                </c:pt>
                <c:pt idx="285">
                  <c:v>0.53674473986089133</c:v>
                </c:pt>
                <c:pt idx="286">
                  <c:v>0.53681812369959669</c:v>
                </c:pt>
                <c:pt idx="287">
                  <c:v>0.53668581400421722</c:v>
                </c:pt>
                <c:pt idx="288">
                  <c:v>0.53634358669971949</c:v>
                </c:pt>
                <c:pt idx="289">
                  <c:v>0.53638182254650202</c:v>
                </c:pt>
                <c:pt idx="290">
                  <c:v>0.53628824998361879</c:v>
                </c:pt>
                <c:pt idx="291">
                  <c:v>0.53576936644869</c:v>
                </c:pt>
                <c:pt idx="292">
                  <c:v>0.53542010845553656</c:v>
                </c:pt>
                <c:pt idx="293">
                  <c:v>0.53463279259719687</c:v>
                </c:pt>
                <c:pt idx="294">
                  <c:v>0.53464323251197021</c:v>
                </c:pt>
                <c:pt idx="295">
                  <c:v>0.53465706607466257</c:v>
                </c:pt>
                <c:pt idx="296">
                  <c:v>0.53424577419793462</c:v>
                </c:pt>
                <c:pt idx="297">
                  <c:v>0.534179284767902</c:v>
                </c:pt>
                <c:pt idx="298">
                  <c:v>0.53410414447727783</c:v>
                </c:pt>
                <c:pt idx="299">
                  <c:v>0.53434947982396297</c:v>
                </c:pt>
                <c:pt idx="300">
                  <c:v>0.53419563554740268</c:v>
                </c:pt>
                <c:pt idx="301">
                  <c:v>0.53390152320434447</c:v>
                </c:pt>
                <c:pt idx="302">
                  <c:v>0.53417470429263514</c:v>
                </c:pt>
                <c:pt idx="303">
                  <c:v>0.53452600954982543</c:v>
                </c:pt>
                <c:pt idx="304">
                  <c:v>0.53401981862562842</c:v>
                </c:pt>
                <c:pt idx="305">
                  <c:v>0.53395838971981313</c:v>
                </c:pt>
                <c:pt idx="306">
                  <c:v>0.53374715923716776</c:v>
                </c:pt>
                <c:pt idx="307">
                  <c:v>0.53389448701111308</c:v>
                </c:pt>
                <c:pt idx="308">
                  <c:v>0.53371397939091714</c:v>
                </c:pt>
                <c:pt idx="309">
                  <c:v>0.53365904702952049</c:v>
                </c:pt>
                <c:pt idx="310">
                  <c:v>0.53173713793652566</c:v>
                </c:pt>
                <c:pt idx="311">
                  <c:v>0.53356375748792417</c:v>
                </c:pt>
                <c:pt idx="312">
                  <c:v>0.53326409622677473</c:v>
                </c:pt>
                <c:pt idx="313">
                  <c:v>0.53306438141304713</c:v>
                </c:pt>
                <c:pt idx="314">
                  <c:v>0.53321350375761878</c:v>
                </c:pt>
                <c:pt idx="315">
                  <c:v>0.5334049889481578</c:v>
                </c:pt>
                <c:pt idx="316">
                  <c:v>0.53332770415403807</c:v>
                </c:pt>
                <c:pt idx="317">
                  <c:v>0.53328461137069805</c:v>
                </c:pt>
                <c:pt idx="318">
                  <c:v>0.53337694199454733</c:v>
                </c:pt>
                <c:pt idx="319">
                  <c:v>0.53312800792817172</c:v>
                </c:pt>
                <c:pt idx="320">
                  <c:v>0.53296085568867524</c:v>
                </c:pt>
                <c:pt idx="321">
                  <c:v>0.53277837442792142</c:v>
                </c:pt>
                <c:pt idx="322">
                  <c:v>0.53252499550400467</c:v>
                </c:pt>
                <c:pt idx="323">
                  <c:v>0.53095147086601058</c:v>
                </c:pt>
                <c:pt idx="324">
                  <c:v>0.53258245579547303</c:v>
                </c:pt>
                <c:pt idx="325">
                  <c:v>0.53317779843630819</c:v>
                </c:pt>
                <c:pt idx="326">
                  <c:v>0.53313107972121798</c:v>
                </c:pt>
                <c:pt idx="327">
                  <c:v>0.53319903015409575</c:v>
                </c:pt>
                <c:pt idx="328">
                  <c:v>0.53319971504057084</c:v>
                </c:pt>
                <c:pt idx="329">
                  <c:v>0.53360170650657957</c:v>
                </c:pt>
                <c:pt idx="330">
                  <c:v>0.53258945311507933</c:v>
                </c:pt>
                <c:pt idx="331">
                  <c:v>0.53283417630868002</c:v>
                </c:pt>
                <c:pt idx="332">
                  <c:v>0.53244098306190679</c:v>
                </c:pt>
                <c:pt idx="333">
                  <c:v>0.53246817418178216</c:v>
                </c:pt>
                <c:pt idx="334">
                  <c:v>0.53239977170283614</c:v>
                </c:pt>
                <c:pt idx="335">
                  <c:v>0.5322272622341877</c:v>
                </c:pt>
                <c:pt idx="336">
                  <c:v>0.53235675403165295</c:v>
                </c:pt>
                <c:pt idx="337">
                  <c:v>0.53205819370068819</c:v>
                </c:pt>
                <c:pt idx="338">
                  <c:v>0.53180556473465079</c:v>
                </c:pt>
                <c:pt idx="339">
                  <c:v>0.53120668244265168</c:v>
                </c:pt>
                <c:pt idx="340">
                  <c:v>0.53092347729289824</c:v>
                </c:pt>
                <c:pt idx="341">
                  <c:v>0.53081886424156255</c:v>
                </c:pt>
                <c:pt idx="342">
                  <c:v>0.53074857445962076</c:v>
                </c:pt>
                <c:pt idx="343">
                  <c:v>0.53079316833116219</c:v>
                </c:pt>
                <c:pt idx="344">
                  <c:v>0.53040760672828635</c:v>
                </c:pt>
                <c:pt idx="345">
                  <c:v>0.53055900283532476</c:v>
                </c:pt>
                <c:pt idx="346">
                  <c:v>0.53042349431547708</c:v>
                </c:pt>
                <c:pt idx="347">
                  <c:v>0.5302255484526327</c:v>
                </c:pt>
                <c:pt idx="348">
                  <c:v>0.53013039663570638</c:v>
                </c:pt>
                <c:pt idx="349">
                  <c:v>0.53010395293725721</c:v>
                </c:pt>
                <c:pt idx="350">
                  <c:v>0.53002914038147686</c:v>
                </c:pt>
                <c:pt idx="351">
                  <c:v>0.53050713273901429</c:v>
                </c:pt>
                <c:pt idx="352">
                  <c:v>0.53093102663328029</c:v>
                </c:pt>
                <c:pt idx="353">
                  <c:v>0.53080498905815043</c:v>
                </c:pt>
                <c:pt idx="354">
                  <c:v>0.53069682996680312</c:v>
                </c:pt>
                <c:pt idx="355">
                  <c:v>0.52860603886688418</c:v>
                </c:pt>
                <c:pt idx="356">
                  <c:v>0.5306823730561594</c:v>
                </c:pt>
                <c:pt idx="357">
                  <c:v>0.53060220634369504</c:v>
                </c:pt>
                <c:pt idx="358">
                  <c:v>0.5306388963810551</c:v>
                </c:pt>
                <c:pt idx="359">
                  <c:v>0.53079035284426346</c:v>
                </c:pt>
                <c:pt idx="360">
                  <c:v>0.53036664081535456</c:v>
                </c:pt>
                <c:pt idx="361">
                  <c:v>0.53042396299293149</c:v>
                </c:pt>
                <c:pt idx="362">
                  <c:v>0.53054992461240691</c:v>
                </c:pt>
                <c:pt idx="363">
                  <c:v>0.53014858393593811</c:v>
                </c:pt>
                <c:pt idx="364">
                  <c:v>0.5307699486415326</c:v>
                </c:pt>
                <c:pt idx="365">
                  <c:v>0.53056857129298962</c:v>
                </c:pt>
                <c:pt idx="366">
                  <c:v>0.52859352743869759</c:v>
                </c:pt>
                <c:pt idx="367">
                  <c:v>0.52961662326195957</c:v>
                </c:pt>
                <c:pt idx="368">
                  <c:v>0.52968334189718769</c:v>
                </c:pt>
                <c:pt idx="369">
                  <c:v>0.52982847417743029</c:v>
                </c:pt>
                <c:pt idx="370">
                  <c:v>0.52977644994021655</c:v>
                </c:pt>
                <c:pt idx="371">
                  <c:v>0.52920540633608815</c:v>
                </c:pt>
                <c:pt idx="372">
                  <c:v>0.52912998705470726</c:v>
                </c:pt>
                <c:pt idx="373">
                  <c:v>0.52794942089699359</c:v>
                </c:pt>
                <c:pt idx="374">
                  <c:v>0.52831313423823634</c:v>
                </c:pt>
                <c:pt idx="375">
                  <c:v>0.52728903768166868</c:v>
                </c:pt>
                <c:pt idx="376">
                  <c:v>0.52750682673145821</c:v>
                </c:pt>
                <c:pt idx="377">
                  <c:v>0.52648607430024197</c:v>
                </c:pt>
                <c:pt idx="378">
                  <c:v>0.52837195507200929</c:v>
                </c:pt>
                <c:pt idx="379">
                  <c:v>0.52783483786342289</c:v>
                </c:pt>
                <c:pt idx="380">
                  <c:v>0.5278181477680941</c:v>
                </c:pt>
                <c:pt idx="381">
                  <c:v>0.52771191441186804</c:v>
                </c:pt>
                <c:pt idx="382">
                  <c:v>0.52779155558311108</c:v>
                </c:pt>
                <c:pt idx="383">
                  <c:v>0.52755766286823036</c:v>
                </c:pt>
                <c:pt idx="384">
                  <c:v>0.52782011367057879</c:v>
                </c:pt>
                <c:pt idx="385">
                  <c:v>0.52709304545856761</c:v>
                </c:pt>
                <c:pt idx="386">
                  <c:v>0.52707581788538027</c:v>
                </c:pt>
                <c:pt idx="387">
                  <c:v>0.52738402963764797</c:v>
                </c:pt>
                <c:pt idx="388">
                  <c:v>0.52752553474312724</c:v>
                </c:pt>
                <c:pt idx="389">
                  <c:v>0.52800883522125441</c:v>
                </c:pt>
                <c:pt idx="390">
                  <c:v>0.52795604224309256</c:v>
                </c:pt>
                <c:pt idx="391">
                  <c:v>0.52777829747427507</c:v>
                </c:pt>
                <c:pt idx="392">
                  <c:v>0.52583612235822785</c:v>
                </c:pt>
                <c:pt idx="393">
                  <c:v>0.5276573879281129</c:v>
                </c:pt>
                <c:pt idx="394">
                  <c:v>0.52751971721597746</c:v>
                </c:pt>
                <c:pt idx="395">
                  <c:v>0.52752357453652787</c:v>
                </c:pt>
                <c:pt idx="396">
                  <c:v>0.52812599292839324</c:v>
                </c:pt>
                <c:pt idx="397">
                  <c:v>0.52837553155664851</c:v>
                </c:pt>
                <c:pt idx="398">
                  <c:v>0.52837652175139072</c:v>
                </c:pt>
                <c:pt idx="399">
                  <c:v>0.52874662369239112</c:v>
                </c:pt>
                <c:pt idx="400">
                  <c:v>0.52838473175110323</c:v>
                </c:pt>
                <c:pt idx="401">
                  <c:v>0.5274263790958108</c:v>
                </c:pt>
                <c:pt idx="402">
                  <c:v>0.52730884125405231</c:v>
                </c:pt>
                <c:pt idx="403">
                  <c:v>0.52693295400186302</c:v>
                </c:pt>
                <c:pt idx="404">
                  <c:v>0.52657750531991132</c:v>
                </c:pt>
                <c:pt idx="405">
                  <c:v>0.52667931856298</c:v>
                </c:pt>
                <c:pt idx="406">
                  <c:v>0.52678551732179502</c:v>
                </c:pt>
                <c:pt idx="407">
                  <c:v>0.52686115875498163</c:v>
                </c:pt>
                <c:pt idx="408">
                  <c:v>0.5265037359556326</c:v>
                </c:pt>
                <c:pt idx="409">
                  <c:v>0.52642644728285226</c:v>
                </c:pt>
                <c:pt idx="410">
                  <c:v>0.52589635137100188</c:v>
                </c:pt>
                <c:pt idx="411">
                  <c:v>0.52576983876067029</c:v>
                </c:pt>
                <c:pt idx="412">
                  <c:v>0.52556744910956565</c:v>
                </c:pt>
                <c:pt idx="413">
                  <c:v>0.5257504409701661</c:v>
                </c:pt>
                <c:pt idx="414">
                  <c:v>0.52599219742851078</c:v>
                </c:pt>
                <c:pt idx="415">
                  <c:v>0.52503194184206936</c:v>
                </c:pt>
                <c:pt idx="416">
                  <c:v>0.52510485814989427</c:v>
                </c:pt>
                <c:pt idx="417">
                  <c:v>0.52479088913194982</c:v>
                </c:pt>
                <c:pt idx="418">
                  <c:v>0.52531497696182128</c:v>
                </c:pt>
                <c:pt idx="419">
                  <c:v>0.52534398763219126</c:v>
                </c:pt>
                <c:pt idx="420">
                  <c:v>0.52508651345216528</c:v>
                </c:pt>
                <c:pt idx="421">
                  <c:v>0.52485632550079009</c:v>
                </c:pt>
                <c:pt idx="422">
                  <c:v>0.52501569055985831</c:v>
                </c:pt>
                <c:pt idx="423">
                  <c:v>0.52452890944189656</c:v>
                </c:pt>
                <c:pt idx="424">
                  <c:v>0.52438841458549423</c:v>
                </c:pt>
                <c:pt idx="425">
                  <c:v>0.52396899848761425</c:v>
                </c:pt>
                <c:pt idx="426">
                  <c:v>0.52409906237912107</c:v>
                </c:pt>
                <c:pt idx="427">
                  <c:v>0.52399367930805052</c:v>
                </c:pt>
                <c:pt idx="428">
                  <c:v>0.52395524406580551</c:v>
                </c:pt>
                <c:pt idx="429">
                  <c:v>0.52362312550150791</c:v>
                </c:pt>
                <c:pt idx="430">
                  <c:v>0.52354429892820897</c:v>
                </c:pt>
                <c:pt idx="431">
                  <c:v>0.52376570325576022</c:v>
                </c:pt>
                <c:pt idx="432">
                  <c:v>0.52428033176837796</c:v>
                </c:pt>
                <c:pt idx="433">
                  <c:v>0.5244378287762298</c:v>
                </c:pt>
                <c:pt idx="434">
                  <c:v>0.5245419479267116</c:v>
                </c:pt>
                <c:pt idx="435">
                  <c:v>0.52474567437311381</c:v>
                </c:pt>
                <c:pt idx="436">
                  <c:v>0.52432378541875369</c:v>
                </c:pt>
                <c:pt idx="437">
                  <c:v>0.52396450513703319</c:v>
                </c:pt>
                <c:pt idx="438">
                  <c:v>0.52424755091518427</c:v>
                </c:pt>
                <c:pt idx="439">
                  <c:v>0.5245916695266315</c:v>
                </c:pt>
                <c:pt idx="440">
                  <c:v>0.52394539861656697</c:v>
                </c:pt>
                <c:pt idx="441">
                  <c:v>0.52397306723503201</c:v>
                </c:pt>
                <c:pt idx="442">
                  <c:v>0.52269989957796925</c:v>
                </c:pt>
                <c:pt idx="443">
                  <c:v>0.52447373782781237</c:v>
                </c:pt>
                <c:pt idx="444">
                  <c:v>0.52488777054736913</c:v>
                </c:pt>
                <c:pt idx="445">
                  <c:v>0.5227405087454785</c:v>
                </c:pt>
                <c:pt idx="446">
                  <c:v>0.52331945935182433</c:v>
                </c:pt>
                <c:pt idx="447">
                  <c:v>0.52280310555885967</c:v>
                </c:pt>
                <c:pt idx="448">
                  <c:v>0.5224254202890557</c:v>
                </c:pt>
                <c:pt idx="449">
                  <c:v>0.52222597271086757</c:v>
                </c:pt>
                <c:pt idx="450">
                  <c:v>0.52270716770305303</c:v>
                </c:pt>
                <c:pt idx="451">
                  <c:v>0.52292095974205799</c:v>
                </c:pt>
                <c:pt idx="452">
                  <c:v>0.52284478622302688</c:v>
                </c:pt>
                <c:pt idx="453">
                  <c:v>0.52288445328238853</c:v>
                </c:pt>
                <c:pt idx="454">
                  <c:v>0.52331195209908554</c:v>
                </c:pt>
                <c:pt idx="455">
                  <c:v>0.52330915749483586</c:v>
                </c:pt>
                <c:pt idx="456">
                  <c:v>0.5224113928383961</c:v>
                </c:pt>
                <c:pt idx="457">
                  <c:v>0.52231001114725317</c:v>
                </c:pt>
                <c:pt idx="458">
                  <c:v>0.52219756098755998</c:v>
                </c:pt>
                <c:pt idx="459">
                  <c:v>0.52264184246481316</c:v>
                </c:pt>
                <c:pt idx="460">
                  <c:v>0.52294560762520326</c:v>
                </c:pt>
                <c:pt idx="461">
                  <c:v>0.52290327909338774</c:v>
                </c:pt>
                <c:pt idx="462">
                  <c:v>0.52308586681514113</c:v>
                </c:pt>
                <c:pt idx="463">
                  <c:v>0.52222384252014942</c:v>
                </c:pt>
                <c:pt idx="464">
                  <c:v>0.52184223992022782</c:v>
                </c:pt>
                <c:pt idx="465">
                  <c:v>0.52174426519917005</c:v>
                </c:pt>
                <c:pt idx="466">
                  <c:v>0.52144593351727764</c:v>
                </c:pt>
                <c:pt idx="467">
                  <c:v>0.52119756070707279</c:v>
                </c:pt>
                <c:pt idx="468">
                  <c:v>0.52090466276595404</c:v>
                </c:pt>
                <c:pt idx="469">
                  <c:v>0.5207862626196138</c:v>
                </c:pt>
                <c:pt idx="470">
                  <c:v>0.52061380400421498</c:v>
                </c:pt>
                <c:pt idx="471">
                  <c:v>0.51985251476170402</c:v>
                </c:pt>
                <c:pt idx="472">
                  <c:v>0.51989775064606303</c:v>
                </c:pt>
                <c:pt idx="473">
                  <c:v>0.51976818613735953</c:v>
                </c:pt>
                <c:pt idx="474">
                  <c:v>0.51989391233739446</c:v>
                </c:pt>
                <c:pt idx="475">
                  <c:v>0.52016016465772563</c:v>
                </c:pt>
                <c:pt idx="476">
                  <c:v>0.52009829763956761</c:v>
                </c:pt>
                <c:pt idx="477">
                  <c:v>0.51985531503876792</c:v>
                </c:pt>
                <c:pt idx="478">
                  <c:v>0.51980618288511471</c:v>
                </c:pt>
                <c:pt idx="479">
                  <c:v>0.52022551582686372</c:v>
                </c:pt>
                <c:pt idx="480">
                  <c:v>0.52007179210121157</c:v>
                </c:pt>
                <c:pt idx="481">
                  <c:v>0.51510790651252325</c:v>
                </c:pt>
                <c:pt idx="482">
                  <c:v>0.51941561512232759</c:v>
                </c:pt>
                <c:pt idx="483">
                  <c:v>0.5183985307743656</c:v>
                </c:pt>
                <c:pt idx="484">
                  <c:v>0.51866271196297864</c:v>
                </c:pt>
                <c:pt idx="485">
                  <c:v>0.51867330975999415</c:v>
                </c:pt>
                <c:pt idx="486">
                  <c:v>0.51899767966001609</c:v>
                </c:pt>
                <c:pt idx="487">
                  <c:v>0.51904991760848207</c:v>
                </c:pt>
                <c:pt idx="488">
                  <c:v>0.51929067098420567</c:v>
                </c:pt>
                <c:pt idx="489">
                  <c:v>0.51930354149815294</c:v>
                </c:pt>
                <c:pt idx="490">
                  <c:v>0.51926138544465394</c:v>
                </c:pt>
                <c:pt idx="491">
                  <c:v>0.5190276023302034</c:v>
                </c:pt>
                <c:pt idx="492">
                  <c:v>0.51838862780856199</c:v>
                </c:pt>
                <c:pt idx="493">
                  <c:v>0.5183443447325834</c:v>
                </c:pt>
                <c:pt idx="494">
                  <c:v>0.51841978958845825</c:v>
                </c:pt>
                <c:pt idx="495">
                  <c:v>0.51882988072818581</c:v>
                </c:pt>
                <c:pt idx="496">
                  <c:v>0.51917915174098506</c:v>
                </c:pt>
                <c:pt idx="497">
                  <c:v>0.51937531878338838</c:v>
                </c:pt>
                <c:pt idx="498">
                  <c:v>0.5193982740673585</c:v>
                </c:pt>
                <c:pt idx="499">
                  <c:v>0.51962882455509674</c:v>
                </c:pt>
                <c:pt idx="500">
                  <c:v>0.51951366208351812</c:v>
                </c:pt>
                <c:pt idx="501">
                  <c:v>0.51806259189245951</c:v>
                </c:pt>
                <c:pt idx="502">
                  <c:v>0.5186560325011309</c:v>
                </c:pt>
                <c:pt idx="503">
                  <c:v>0.51837293317127531</c:v>
                </c:pt>
                <c:pt idx="504">
                  <c:v>0.5184861393960527</c:v>
                </c:pt>
                <c:pt idx="505">
                  <c:v>0.51848587840991622</c:v>
                </c:pt>
                <c:pt idx="506">
                  <c:v>0.51854324959615283</c:v>
                </c:pt>
                <c:pt idx="507">
                  <c:v>0.5184192357489994</c:v>
                </c:pt>
                <c:pt idx="508">
                  <c:v>0.51812163545859147</c:v>
                </c:pt>
                <c:pt idx="509">
                  <c:v>0.51809978463504591</c:v>
                </c:pt>
                <c:pt idx="510">
                  <c:v>0.51725554573104238</c:v>
                </c:pt>
                <c:pt idx="511">
                  <c:v>0.5176187712461654</c:v>
                </c:pt>
                <c:pt idx="512">
                  <c:v>0.51751287686634129</c:v>
                </c:pt>
                <c:pt idx="513">
                  <c:v>0.51707033428662974</c:v>
                </c:pt>
                <c:pt idx="514">
                  <c:v>0.51686442689087031</c:v>
                </c:pt>
                <c:pt idx="515">
                  <c:v>0.51717427413348183</c:v>
                </c:pt>
                <c:pt idx="516">
                  <c:v>0.51540040022200617</c:v>
                </c:pt>
                <c:pt idx="517">
                  <c:v>0.51675605152781012</c:v>
                </c:pt>
                <c:pt idx="518">
                  <c:v>0.51663468288462555</c:v>
                </c:pt>
                <c:pt idx="519">
                  <c:v>0.51640187702716722</c:v>
                </c:pt>
                <c:pt idx="520">
                  <c:v>0.51664724601535927</c:v>
                </c:pt>
                <c:pt idx="521">
                  <c:v>0.51581350575447027</c:v>
                </c:pt>
                <c:pt idx="522">
                  <c:v>0.51613310343298524</c:v>
                </c:pt>
                <c:pt idx="523">
                  <c:v>0.51593735605711655</c:v>
                </c:pt>
                <c:pt idx="524">
                  <c:v>0.51544391984768667</c:v>
                </c:pt>
                <c:pt idx="525">
                  <c:v>0.51566288943611549</c:v>
                </c:pt>
                <c:pt idx="526">
                  <c:v>0.51569169311590235</c:v>
                </c:pt>
                <c:pt idx="527">
                  <c:v>0.51583125192459023</c:v>
                </c:pt>
                <c:pt idx="528">
                  <c:v>0.51560467472717064</c:v>
                </c:pt>
                <c:pt idx="529">
                  <c:v>0.51630125626246504</c:v>
                </c:pt>
                <c:pt idx="530">
                  <c:v>0.51645489308434933</c:v>
                </c:pt>
                <c:pt idx="531">
                  <c:v>0.51664178464178467</c:v>
                </c:pt>
                <c:pt idx="532">
                  <c:v>0.51636645893402067</c:v>
                </c:pt>
                <c:pt idx="533">
                  <c:v>0.51616012866930028</c:v>
                </c:pt>
                <c:pt idx="534">
                  <c:v>0.51445378757804328</c:v>
                </c:pt>
                <c:pt idx="535">
                  <c:v>0.5152168229571582</c:v>
                </c:pt>
                <c:pt idx="536">
                  <c:v>0.51511186481530913</c:v>
                </c:pt>
                <c:pt idx="537">
                  <c:v>0.51520459375764283</c:v>
                </c:pt>
                <c:pt idx="538">
                  <c:v>0.51532966446005879</c:v>
                </c:pt>
                <c:pt idx="539">
                  <c:v>0.51568311516247234</c:v>
                </c:pt>
                <c:pt idx="540">
                  <c:v>0.51578180235660631</c:v>
                </c:pt>
                <c:pt idx="541">
                  <c:v>0.51544336855777828</c:v>
                </c:pt>
                <c:pt idx="542">
                  <c:v>0.51533755051896957</c:v>
                </c:pt>
                <c:pt idx="543">
                  <c:v>0.51499955039392409</c:v>
                </c:pt>
                <c:pt idx="544">
                  <c:v>0.51496441989715525</c:v>
                </c:pt>
                <c:pt idx="545">
                  <c:v>0.51542761687247218</c:v>
                </c:pt>
                <c:pt idx="546">
                  <c:v>0.51579480016705459</c:v>
                </c:pt>
                <c:pt idx="547">
                  <c:v>0.51559873584774607</c:v>
                </c:pt>
                <c:pt idx="548">
                  <c:v>0.51596180697866667</c:v>
                </c:pt>
                <c:pt idx="549">
                  <c:v>0.51540480040012004</c:v>
                </c:pt>
                <c:pt idx="550">
                  <c:v>0.51596586069634442</c:v>
                </c:pt>
                <c:pt idx="551">
                  <c:v>0.5151835482872652</c:v>
                </c:pt>
                <c:pt idx="552">
                  <c:v>0.51531511468284963</c:v>
                </c:pt>
                <c:pt idx="553">
                  <c:v>0.51518132450723164</c:v>
                </c:pt>
                <c:pt idx="554">
                  <c:v>0.51562290325110449</c:v>
                </c:pt>
                <c:pt idx="555">
                  <c:v>0.51567953366926722</c:v>
                </c:pt>
                <c:pt idx="556">
                  <c:v>0.51512412513893957</c:v>
                </c:pt>
                <c:pt idx="557">
                  <c:v>0.51535641234801233</c:v>
                </c:pt>
                <c:pt idx="558">
                  <c:v>0.51488934972544897</c:v>
                </c:pt>
                <c:pt idx="559">
                  <c:v>0.5143573134860816</c:v>
                </c:pt>
                <c:pt idx="560">
                  <c:v>0.51396494544054461</c:v>
                </c:pt>
                <c:pt idx="561">
                  <c:v>0.51390972639215438</c:v>
                </c:pt>
                <c:pt idx="562">
                  <c:v>0.5132530247182977</c:v>
                </c:pt>
                <c:pt idx="563">
                  <c:v>0.51345453398163765</c:v>
                </c:pt>
                <c:pt idx="564">
                  <c:v>0.51372663910052752</c:v>
                </c:pt>
                <c:pt idx="565">
                  <c:v>0.51333062874624835</c:v>
                </c:pt>
                <c:pt idx="566">
                  <c:v>0.51329359081610415</c:v>
                </c:pt>
                <c:pt idx="567">
                  <c:v>0.5128867202536741</c:v>
                </c:pt>
                <c:pt idx="568">
                  <c:v>0.51264878333767394</c:v>
                </c:pt>
                <c:pt idx="569">
                  <c:v>0.51266860507096423</c:v>
                </c:pt>
                <c:pt idx="570">
                  <c:v>0.5128235387365806</c:v>
                </c:pt>
                <c:pt idx="571">
                  <c:v>0.51292062114911885</c:v>
                </c:pt>
              </c:numCache>
            </c:numRef>
          </c:yVal>
          <c:smooth val="0"/>
          <c:extLst>
            <c:ext xmlns:c16="http://schemas.microsoft.com/office/drawing/2014/chart" uri="{C3380CC4-5D6E-409C-BE32-E72D297353CC}">
              <c16:uniqueId val="{00000001-F418-4E82-AEA0-F6712B301903}"/>
            </c:ext>
          </c:extLst>
        </c:ser>
        <c:ser>
          <c:idx val="2"/>
          <c:order val="2"/>
          <c:tx>
            <c:strRef>
              <c:f>Presentation!$X$1</c:f>
              <c:strCache>
                <c:ptCount val="1"/>
                <c:pt idx="0">
                  <c:v>NF270_MC3_071224_S2CaCl2</c:v>
                </c:pt>
              </c:strCache>
            </c:strRef>
          </c:tx>
          <c:spPr>
            <a:ln w="38100">
              <a:noFill/>
            </a:ln>
          </c:spPr>
          <c:marker>
            <c:symbol val="triangle"/>
            <c:size val="2"/>
          </c:marker>
          <c:xVal>
            <c:numRef>
              <c:f>Presentation!$AH$13:$AH$908</c:f>
              <c:numCache>
                <c:formatCode>General</c:formatCode>
                <c:ptCount val="896"/>
                <c:pt idx="0">
                  <c:v>207.17</c:v>
                </c:pt>
                <c:pt idx="1">
                  <c:v>207.42</c:v>
                </c:pt>
                <c:pt idx="2">
                  <c:v>207.49</c:v>
                </c:pt>
                <c:pt idx="3">
                  <c:v>207.55</c:v>
                </c:pt>
                <c:pt idx="4">
                  <c:v>207.56</c:v>
                </c:pt>
                <c:pt idx="5">
                  <c:v>207.71</c:v>
                </c:pt>
                <c:pt idx="6">
                  <c:v>207.89</c:v>
                </c:pt>
                <c:pt idx="7">
                  <c:v>207.81</c:v>
                </c:pt>
                <c:pt idx="8">
                  <c:v>207.88</c:v>
                </c:pt>
                <c:pt idx="9">
                  <c:v>208.01</c:v>
                </c:pt>
                <c:pt idx="10">
                  <c:v>208.13</c:v>
                </c:pt>
                <c:pt idx="11">
                  <c:v>208.27</c:v>
                </c:pt>
                <c:pt idx="12">
                  <c:v>208.35999999999999</c:v>
                </c:pt>
                <c:pt idx="13">
                  <c:v>208.51</c:v>
                </c:pt>
                <c:pt idx="14">
                  <c:v>208.63000000000002</c:v>
                </c:pt>
                <c:pt idx="15">
                  <c:v>208.85999999999999</c:v>
                </c:pt>
                <c:pt idx="16">
                  <c:v>209.13000000000002</c:v>
                </c:pt>
                <c:pt idx="17">
                  <c:v>209.21</c:v>
                </c:pt>
                <c:pt idx="18">
                  <c:v>209.21</c:v>
                </c:pt>
                <c:pt idx="19">
                  <c:v>209.3</c:v>
                </c:pt>
                <c:pt idx="20">
                  <c:v>209.42</c:v>
                </c:pt>
                <c:pt idx="21">
                  <c:v>329.51000000000005</c:v>
                </c:pt>
                <c:pt idx="22">
                  <c:v>340.40999999999997</c:v>
                </c:pt>
                <c:pt idx="23">
                  <c:v>356.16999999999996</c:v>
                </c:pt>
                <c:pt idx="24">
                  <c:v>372.36</c:v>
                </c:pt>
                <c:pt idx="25">
                  <c:v>390.25</c:v>
                </c:pt>
                <c:pt idx="26">
                  <c:v>407.02</c:v>
                </c:pt>
                <c:pt idx="27">
                  <c:v>428.32</c:v>
                </c:pt>
                <c:pt idx="28">
                  <c:v>446.5</c:v>
                </c:pt>
                <c:pt idx="29">
                  <c:v>467.84999999999997</c:v>
                </c:pt>
                <c:pt idx="30">
                  <c:v>487.91</c:v>
                </c:pt>
                <c:pt idx="31">
                  <c:v>511.48</c:v>
                </c:pt>
                <c:pt idx="32">
                  <c:v>531.38</c:v>
                </c:pt>
                <c:pt idx="33">
                  <c:v>550.08000000000004</c:v>
                </c:pt>
                <c:pt idx="34">
                  <c:v>572.36</c:v>
                </c:pt>
                <c:pt idx="35">
                  <c:v>592.38</c:v>
                </c:pt>
                <c:pt idx="36">
                  <c:v>612.84</c:v>
                </c:pt>
                <c:pt idx="37">
                  <c:v>631.59</c:v>
                </c:pt>
                <c:pt idx="38">
                  <c:v>652.95000000000005</c:v>
                </c:pt>
                <c:pt idx="39">
                  <c:v>671.29000000000008</c:v>
                </c:pt>
                <c:pt idx="40">
                  <c:v>691.45</c:v>
                </c:pt>
                <c:pt idx="41">
                  <c:v>711.62</c:v>
                </c:pt>
                <c:pt idx="42">
                  <c:v>730.09</c:v>
                </c:pt>
                <c:pt idx="43">
                  <c:v>748.04000000000008</c:v>
                </c:pt>
                <c:pt idx="44">
                  <c:v>764.53000000000009</c:v>
                </c:pt>
                <c:pt idx="45">
                  <c:v>785.08999999999992</c:v>
                </c:pt>
                <c:pt idx="46">
                  <c:v>800.45</c:v>
                </c:pt>
                <c:pt idx="47">
                  <c:v>818.24</c:v>
                </c:pt>
                <c:pt idx="48">
                  <c:v>834.75</c:v>
                </c:pt>
                <c:pt idx="49">
                  <c:v>853.58</c:v>
                </c:pt>
                <c:pt idx="50">
                  <c:v>873.15</c:v>
                </c:pt>
                <c:pt idx="51">
                  <c:v>890.16</c:v>
                </c:pt>
                <c:pt idx="52">
                  <c:v>904.23</c:v>
                </c:pt>
                <c:pt idx="53">
                  <c:v>924.67</c:v>
                </c:pt>
                <c:pt idx="54">
                  <c:v>939.78</c:v>
                </c:pt>
                <c:pt idx="55">
                  <c:v>955.53</c:v>
                </c:pt>
                <c:pt idx="56">
                  <c:v>973.19999999999993</c:v>
                </c:pt>
                <c:pt idx="57">
                  <c:v>994.27</c:v>
                </c:pt>
                <c:pt idx="58">
                  <c:v>1009.09</c:v>
                </c:pt>
                <c:pt idx="59">
                  <c:v>1029.23</c:v>
                </c:pt>
                <c:pt idx="60">
                  <c:v>1043.6600000000001</c:v>
                </c:pt>
                <c:pt idx="61">
                  <c:v>1062.3100000000002</c:v>
                </c:pt>
                <c:pt idx="62">
                  <c:v>1078.0400000000002</c:v>
                </c:pt>
                <c:pt idx="63">
                  <c:v>1097.49</c:v>
                </c:pt>
                <c:pt idx="64">
                  <c:v>1109.99</c:v>
                </c:pt>
                <c:pt idx="65">
                  <c:v>1122.3700000000001</c:v>
                </c:pt>
                <c:pt idx="66">
                  <c:v>1138.55</c:v>
                </c:pt>
                <c:pt idx="67">
                  <c:v>1156.6300000000001</c:v>
                </c:pt>
                <c:pt idx="68">
                  <c:v>1167.77</c:v>
                </c:pt>
                <c:pt idx="69">
                  <c:v>1178.1200000000001</c:v>
                </c:pt>
                <c:pt idx="70">
                  <c:v>1190.55</c:v>
                </c:pt>
                <c:pt idx="71">
                  <c:v>1206.7</c:v>
                </c:pt>
                <c:pt idx="72">
                  <c:v>1220.6399999999999</c:v>
                </c:pt>
                <c:pt idx="73">
                  <c:v>1235.28</c:v>
                </c:pt>
                <c:pt idx="74">
                  <c:v>1249.21</c:v>
                </c:pt>
                <c:pt idx="75">
                  <c:v>1265.5400000000002</c:v>
                </c:pt>
                <c:pt idx="76">
                  <c:v>1282.5500000000002</c:v>
                </c:pt>
                <c:pt idx="77">
                  <c:v>1295.8599999999999</c:v>
                </c:pt>
                <c:pt idx="78">
                  <c:v>1312.95</c:v>
                </c:pt>
                <c:pt idx="79">
                  <c:v>1326.76</c:v>
                </c:pt>
                <c:pt idx="80">
                  <c:v>1342.54</c:v>
                </c:pt>
                <c:pt idx="81">
                  <c:v>1360.6000000000001</c:v>
                </c:pt>
                <c:pt idx="82">
                  <c:v>1373.6399999999999</c:v>
                </c:pt>
                <c:pt idx="83">
                  <c:v>1389.67</c:v>
                </c:pt>
                <c:pt idx="84">
                  <c:v>1405.99</c:v>
                </c:pt>
                <c:pt idx="85">
                  <c:v>1422.28</c:v>
                </c:pt>
                <c:pt idx="86">
                  <c:v>1439.8500000000001</c:v>
                </c:pt>
                <c:pt idx="87">
                  <c:v>1455.5</c:v>
                </c:pt>
                <c:pt idx="88">
                  <c:v>1473.1000000000001</c:v>
                </c:pt>
                <c:pt idx="89">
                  <c:v>1493.4099999999999</c:v>
                </c:pt>
                <c:pt idx="90">
                  <c:v>1505.59</c:v>
                </c:pt>
                <c:pt idx="91">
                  <c:v>1523.69</c:v>
                </c:pt>
                <c:pt idx="92">
                  <c:v>1541.37</c:v>
                </c:pt>
                <c:pt idx="93">
                  <c:v>1558.22</c:v>
                </c:pt>
                <c:pt idx="94">
                  <c:v>1574.8500000000001</c:v>
                </c:pt>
                <c:pt idx="95">
                  <c:v>1595.24</c:v>
                </c:pt>
                <c:pt idx="96">
                  <c:v>1606.88</c:v>
                </c:pt>
                <c:pt idx="97">
                  <c:v>1621.52</c:v>
                </c:pt>
                <c:pt idx="98">
                  <c:v>1634.04</c:v>
                </c:pt>
                <c:pt idx="99">
                  <c:v>1650.15</c:v>
                </c:pt>
                <c:pt idx="100">
                  <c:v>1667.09</c:v>
                </c:pt>
                <c:pt idx="101">
                  <c:v>1683.3700000000001</c:v>
                </c:pt>
                <c:pt idx="102">
                  <c:v>1699.78</c:v>
                </c:pt>
                <c:pt idx="103">
                  <c:v>1719.01</c:v>
                </c:pt>
                <c:pt idx="104">
                  <c:v>1734.17</c:v>
                </c:pt>
                <c:pt idx="105">
                  <c:v>1749.5</c:v>
                </c:pt>
                <c:pt idx="106">
                  <c:v>1766.38</c:v>
                </c:pt>
                <c:pt idx="107">
                  <c:v>1783.02</c:v>
                </c:pt>
                <c:pt idx="108">
                  <c:v>1799.3300000000002</c:v>
                </c:pt>
                <c:pt idx="109">
                  <c:v>1818.3400000000001</c:v>
                </c:pt>
                <c:pt idx="110">
                  <c:v>1829.81</c:v>
                </c:pt>
                <c:pt idx="111">
                  <c:v>1846.16</c:v>
                </c:pt>
                <c:pt idx="112">
                  <c:v>1864.08</c:v>
                </c:pt>
                <c:pt idx="113">
                  <c:v>1881.5900000000001</c:v>
                </c:pt>
                <c:pt idx="114">
                  <c:v>1898.5</c:v>
                </c:pt>
                <c:pt idx="115">
                  <c:v>1907.95</c:v>
                </c:pt>
                <c:pt idx="116">
                  <c:v>1929.2</c:v>
                </c:pt>
                <c:pt idx="117">
                  <c:v>1941.17</c:v>
                </c:pt>
                <c:pt idx="118">
                  <c:v>1959.3799999999999</c:v>
                </c:pt>
                <c:pt idx="119">
                  <c:v>1975.6100000000001</c:v>
                </c:pt>
                <c:pt idx="120">
                  <c:v>1992.7299999999998</c:v>
                </c:pt>
                <c:pt idx="121">
                  <c:v>2011.5500000000002</c:v>
                </c:pt>
                <c:pt idx="122">
                  <c:v>2025.17</c:v>
                </c:pt>
                <c:pt idx="123">
                  <c:v>2040.5099999999998</c:v>
                </c:pt>
                <c:pt idx="124">
                  <c:v>2057.06</c:v>
                </c:pt>
                <c:pt idx="125">
                  <c:v>2076.2600000000002</c:v>
                </c:pt>
                <c:pt idx="126">
                  <c:v>2089.77</c:v>
                </c:pt>
                <c:pt idx="127">
                  <c:v>2104.21</c:v>
                </c:pt>
                <c:pt idx="128">
                  <c:v>2121.63</c:v>
                </c:pt>
                <c:pt idx="129">
                  <c:v>2137.77</c:v>
                </c:pt>
                <c:pt idx="130">
                  <c:v>2153.9799999999996</c:v>
                </c:pt>
                <c:pt idx="131">
                  <c:v>2172.8200000000002</c:v>
                </c:pt>
                <c:pt idx="132">
                  <c:v>2185.85</c:v>
                </c:pt>
                <c:pt idx="133">
                  <c:v>2199.64</c:v>
                </c:pt>
                <c:pt idx="134">
                  <c:v>2219.75</c:v>
                </c:pt>
                <c:pt idx="135">
                  <c:v>2232.94</c:v>
                </c:pt>
                <c:pt idx="136">
                  <c:v>2249.0299999999997</c:v>
                </c:pt>
                <c:pt idx="137">
                  <c:v>2260.86</c:v>
                </c:pt>
                <c:pt idx="138">
                  <c:v>2281.4700000000003</c:v>
                </c:pt>
                <c:pt idx="139">
                  <c:v>2289.66</c:v>
                </c:pt>
                <c:pt idx="140">
                  <c:v>2301.9599999999996</c:v>
                </c:pt>
                <c:pt idx="141">
                  <c:v>2323.46</c:v>
                </c:pt>
                <c:pt idx="142">
                  <c:v>2341.11</c:v>
                </c:pt>
                <c:pt idx="143">
                  <c:v>2354.04</c:v>
                </c:pt>
                <c:pt idx="144">
                  <c:v>2367.2800000000002</c:v>
                </c:pt>
                <c:pt idx="145">
                  <c:v>2375.5099999999998</c:v>
                </c:pt>
                <c:pt idx="146">
                  <c:v>2396.89</c:v>
                </c:pt>
                <c:pt idx="147">
                  <c:v>2405.8000000000002</c:v>
                </c:pt>
                <c:pt idx="148">
                  <c:v>2427.09</c:v>
                </c:pt>
                <c:pt idx="149">
                  <c:v>2440.67</c:v>
                </c:pt>
                <c:pt idx="150">
                  <c:v>2459.33</c:v>
                </c:pt>
                <c:pt idx="151">
                  <c:v>2469.77</c:v>
                </c:pt>
                <c:pt idx="152">
                  <c:v>2484</c:v>
                </c:pt>
                <c:pt idx="153">
                  <c:v>2500.15</c:v>
                </c:pt>
                <c:pt idx="154">
                  <c:v>2514.0300000000002</c:v>
                </c:pt>
                <c:pt idx="155">
                  <c:v>2530.19</c:v>
                </c:pt>
                <c:pt idx="156">
                  <c:v>2549</c:v>
                </c:pt>
                <c:pt idx="157">
                  <c:v>2558.9</c:v>
                </c:pt>
                <c:pt idx="158">
                  <c:v>2573.1799999999998</c:v>
                </c:pt>
                <c:pt idx="159">
                  <c:v>2589</c:v>
                </c:pt>
                <c:pt idx="160">
                  <c:v>2606.7999999999997</c:v>
                </c:pt>
                <c:pt idx="161">
                  <c:v>2617.7600000000002</c:v>
                </c:pt>
                <c:pt idx="162">
                  <c:v>2631.38</c:v>
                </c:pt>
                <c:pt idx="163">
                  <c:v>2647.7599999999998</c:v>
                </c:pt>
                <c:pt idx="164">
                  <c:v>2661.99</c:v>
                </c:pt>
                <c:pt idx="165">
                  <c:v>2675.75</c:v>
                </c:pt>
                <c:pt idx="166">
                  <c:v>2695.1299999999997</c:v>
                </c:pt>
                <c:pt idx="167">
                  <c:v>2703.03</c:v>
                </c:pt>
                <c:pt idx="168">
                  <c:v>2714.5899999999997</c:v>
                </c:pt>
                <c:pt idx="169">
                  <c:v>2729.98</c:v>
                </c:pt>
                <c:pt idx="170">
                  <c:v>2751.52</c:v>
                </c:pt>
                <c:pt idx="171">
                  <c:v>2760.98</c:v>
                </c:pt>
                <c:pt idx="172">
                  <c:v>2773.01</c:v>
                </c:pt>
                <c:pt idx="173">
                  <c:v>2794.1699999999996</c:v>
                </c:pt>
                <c:pt idx="174">
                  <c:v>2807.88</c:v>
                </c:pt>
                <c:pt idx="175">
                  <c:v>2819.33</c:v>
                </c:pt>
                <c:pt idx="176">
                  <c:v>2832.32</c:v>
                </c:pt>
                <c:pt idx="177">
                  <c:v>2848.1200000000003</c:v>
                </c:pt>
                <c:pt idx="178">
                  <c:v>2859.35</c:v>
                </c:pt>
                <c:pt idx="179">
                  <c:v>2871.14</c:v>
                </c:pt>
                <c:pt idx="180">
                  <c:v>2888.1899999999996</c:v>
                </c:pt>
                <c:pt idx="181">
                  <c:v>2896.74</c:v>
                </c:pt>
                <c:pt idx="182">
                  <c:v>2913.29</c:v>
                </c:pt>
                <c:pt idx="183">
                  <c:v>2932.41</c:v>
                </c:pt>
                <c:pt idx="184">
                  <c:v>2947.18</c:v>
                </c:pt>
                <c:pt idx="185">
                  <c:v>2953.63</c:v>
                </c:pt>
                <c:pt idx="186">
                  <c:v>2967.4100000000003</c:v>
                </c:pt>
                <c:pt idx="187">
                  <c:v>2981.29</c:v>
                </c:pt>
                <c:pt idx="188">
                  <c:v>2999.87</c:v>
                </c:pt>
                <c:pt idx="189">
                  <c:v>3006.7400000000002</c:v>
                </c:pt>
                <c:pt idx="190">
                  <c:v>3021.54</c:v>
                </c:pt>
                <c:pt idx="191">
                  <c:v>3034.37</c:v>
                </c:pt>
                <c:pt idx="192">
                  <c:v>3048.85</c:v>
                </c:pt>
                <c:pt idx="193">
                  <c:v>3067.05</c:v>
                </c:pt>
                <c:pt idx="194">
                  <c:v>3074.08</c:v>
                </c:pt>
                <c:pt idx="195">
                  <c:v>3087.06</c:v>
                </c:pt>
                <c:pt idx="196">
                  <c:v>3100.8300000000004</c:v>
                </c:pt>
                <c:pt idx="197">
                  <c:v>3113.39</c:v>
                </c:pt>
                <c:pt idx="198">
                  <c:v>3125.75</c:v>
                </c:pt>
                <c:pt idx="199">
                  <c:v>3146.98</c:v>
                </c:pt>
                <c:pt idx="200">
                  <c:v>3150.89</c:v>
                </c:pt>
                <c:pt idx="201">
                  <c:v>3165.2200000000003</c:v>
                </c:pt>
                <c:pt idx="202">
                  <c:v>3185.76</c:v>
                </c:pt>
                <c:pt idx="203">
                  <c:v>3184.46</c:v>
                </c:pt>
                <c:pt idx="204">
                  <c:v>3209.65</c:v>
                </c:pt>
                <c:pt idx="205">
                  <c:v>3213.4900000000002</c:v>
                </c:pt>
                <c:pt idx="206">
                  <c:v>3235.84</c:v>
                </c:pt>
                <c:pt idx="207">
                  <c:v>3237.5699999999997</c:v>
                </c:pt>
                <c:pt idx="208">
                  <c:v>3256.44</c:v>
                </c:pt>
                <c:pt idx="209">
                  <c:v>3271.03</c:v>
                </c:pt>
                <c:pt idx="210">
                  <c:v>3279.12</c:v>
                </c:pt>
                <c:pt idx="211">
                  <c:v>3292.37</c:v>
                </c:pt>
                <c:pt idx="212">
                  <c:v>3305.8999999999996</c:v>
                </c:pt>
                <c:pt idx="213">
                  <c:v>3317.72</c:v>
                </c:pt>
                <c:pt idx="214">
                  <c:v>3333.46</c:v>
                </c:pt>
                <c:pt idx="215">
                  <c:v>3348.68</c:v>
                </c:pt>
                <c:pt idx="216">
                  <c:v>3355.83</c:v>
                </c:pt>
                <c:pt idx="217">
                  <c:v>3374.8900000000003</c:v>
                </c:pt>
                <c:pt idx="218">
                  <c:v>3381.26</c:v>
                </c:pt>
                <c:pt idx="219">
                  <c:v>3395.0499999999997</c:v>
                </c:pt>
                <c:pt idx="220">
                  <c:v>3405.84</c:v>
                </c:pt>
                <c:pt idx="221">
                  <c:v>3419.99</c:v>
                </c:pt>
                <c:pt idx="222">
                  <c:v>3431.2200000000003</c:v>
                </c:pt>
                <c:pt idx="223">
                  <c:v>3448.57</c:v>
                </c:pt>
                <c:pt idx="224">
                  <c:v>3457.5</c:v>
                </c:pt>
                <c:pt idx="225">
                  <c:v>3466.9900000000002</c:v>
                </c:pt>
                <c:pt idx="226">
                  <c:v>3482.52</c:v>
                </c:pt>
                <c:pt idx="227">
                  <c:v>3498.64</c:v>
                </c:pt>
                <c:pt idx="228">
                  <c:v>3508.88</c:v>
                </c:pt>
                <c:pt idx="229">
                  <c:v>3511.4700000000003</c:v>
                </c:pt>
                <c:pt idx="230">
                  <c:v>3533.0099999999998</c:v>
                </c:pt>
                <c:pt idx="231">
                  <c:v>3534.5499999999997</c:v>
                </c:pt>
                <c:pt idx="232">
                  <c:v>3557.9900000000002</c:v>
                </c:pt>
                <c:pt idx="233">
                  <c:v>3569.34</c:v>
                </c:pt>
                <c:pt idx="234">
                  <c:v>3579.59</c:v>
                </c:pt>
                <c:pt idx="235">
                  <c:v>3591.2000000000003</c:v>
                </c:pt>
                <c:pt idx="236">
                  <c:v>3589.18</c:v>
                </c:pt>
                <c:pt idx="237">
                  <c:v>3613.1600000000003</c:v>
                </c:pt>
                <c:pt idx="238">
                  <c:v>3625.34</c:v>
                </c:pt>
                <c:pt idx="239">
                  <c:v>3633.5099999999998</c:v>
                </c:pt>
                <c:pt idx="240">
                  <c:v>3641.0499999999997</c:v>
                </c:pt>
                <c:pt idx="241">
                  <c:v>3655.6099999999997</c:v>
                </c:pt>
                <c:pt idx="242">
                  <c:v>3666.6400000000003</c:v>
                </c:pt>
                <c:pt idx="243">
                  <c:v>3686.2200000000003</c:v>
                </c:pt>
                <c:pt idx="244">
                  <c:v>3690.0400000000004</c:v>
                </c:pt>
                <c:pt idx="245">
                  <c:v>3702.46</c:v>
                </c:pt>
                <c:pt idx="246">
                  <c:v>3714.03</c:v>
                </c:pt>
                <c:pt idx="247">
                  <c:v>3725.91</c:v>
                </c:pt>
                <c:pt idx="248">
                  <c:v>3737.99</c:v>
                </c:pt>
                <c:pt idx="249">
                  <c:v>3752.59</c:v>
                </c:pt>
                <c:pt idx="250">
                  <c:v>3760.49</c:v>
                </c:pt>
                <c:pt idx="251">
                  <c:v>3771.63</c:v>
                </c:pt>
                <c:pt idx="252">
                  <c:v>3783.09</c:v>
                </c:pt>
                <c:pt idx="253">
                  <c:v>3801.8</c:v>
                </c:pt>
                <c:pt idx="254">
                  <c:v>3804.1200000000003</c:v>
                </c:pt>
                <c:pt idx="255">
                  <c:v>3816.02</c:v>
                </c:pt>
                <c:pt idx="256">
                  <c:v>3831.4</c:v>
                </c:pt>
                <c:pt idx="257">
                  <c:v>3848.47</c:v>
                </c:pt>
                <c:pt idx="258">
                  <c:v>3855.99</c:v>
                </c:pt>
                <c:pt idx="259">
                  <c:v>3865.6000000000004</c:v>
                </c:pt>
                <c:pt idx="260">
                  <c:v>3871.31</c:v>
                </c:pt>
                <c:pt idx="261">
                  <c:v>3883.95</c:v>
                </c:pt>
                <c:pt idx="262">
                  <c:v>3904.5299999999997</c:v>
                </c:pt>
                <c:pt idx="263">
                  <c:v>3916.1000000000004</c:v>
                </c:pt>
                <c:pt idx="264">
                  <c:v>3924.36</c:v>
                </c:pt>
                <c:pt idx="265">
                  <c:v>3938.6800000000003</c:v>
                </c:pt>
                <c:pt idx="266">
                  <c:v>3936.08</c:v>
                </c:pt>
                <c:pt idx="267">
                  <c:v>3952.98</c:v>
                </c:pt>
                <c:pt idx="268">
                  <c:v>3960.44</c:v>
                </c:pt>
                <c:pt idx="269">
                  <c:v>3974.56</c:v>
                </c:pt>
                <c:pt idx="270">
                  <c:v>3985.15</c:v>
                </c:pt>
                <c:pt idx="271">
                  <c:v>3998.22</c:v>
                </c:pt>
                <c:pt idx="272">
                  <c:v>4016.3599999999997</c:v>
                </c:pt>
                <c:pt idx="273">
                  <c:v>4018.9300000000003</c:v>
                </c:pt>
                <c:pt idx="274">
                  <c:v>4030.3199999999997</c:v>
                </c:pt>
                <c:pt idx="275">
                  <c:v>4040.84</c:v>
                </c:pt>
                <c:pt idx="276">
                  <c:v>4060.1099999999997</c:v>
                </c:pt>
                <c:pt idx="277">
                  <c:v>4061.8999999999996</c:v>
                </c:pt>
                <c:pt idx="278">
                  <c:v>4072.8</c:v>
                </c:pt>
                <c:pt idx="279">
                  <c:v>4084.11</c:v>
                </c:pt>
                <c:pt idx="280">
                  <c:v>4096.54</c:v>
                </c:pt>
                <c:pt idx="281">
                  <c:v>4113.83</c:v>
                </c:pt>
                <c:pt idx="282">
                  <c:v>4119.2599999999993</c:v>
                </c:pt>
                <c:pt idx="283">
                  <c:v>4129.1200000000008</c:v>
                </c:pt>
                <c:pt idx="284">
                  <c:v>4137.62</c:v>
                </c:pt>
                <c:pt idx="285">
                  <c:v>4150.25</c:v>
                </c:pt>
                <c:pt idx="286">
                  <c:v>4155.41</c:v>
                </c:pt>
                <c:pt idx="287">
                  <c:v>4178.87</c:v>
                </c:pt>
                <c:pt idx="288">
                  <c:v>4172.34</c:v>
                </c:pt>
                <c:pt idx="289">
                  <c:v>4183.18</c:v>
                </c:pt>
                <c:pt idx="290">
                  <c:v>4209.1099999999997</c:v>
                </c:pt>
                <c:pt idx="291">
                  <c:v>4204.79</c:v>
                </c:pt>
                <c:pt idx="292">
                  <c:v>4224.88</c:v>
                </c:pt>
                <c:pt idx="293">
                  <c:v>4233.16</c:v>
                </c:pt>
                <c:pt idx="294">
                  <c:v>4246.18</c:v>
                </c:pt>
                <c:pt idx="295">
                  <c:v>4256.5</c:v>
                </c:pt>
                <c:pt idx="296">
                  <c:v>4268.66</c:v>
                </c:pt>
                <c:pt idx="297">
                  <c:v>4274.51</c:v>
                </c:pt>
                <c:pt idx="298">
                  <c:v>4284.2599999999993</c:v>
                </c:pt>
                <c:pt idx="299">
                  <c:v>4287.9800000000005</c:v>
                </c:pt>
                <c:pt idx="300">
                  <c:v>4310.3300000000008</c:v>
                </c:pt>
                <c:pt idx="301">
                  <c:v>4312.33</c:v>
                </c:pt>
                <c:pt idx="302">
                  <c:v>4320.5099999999993</c:v>
                </c:pt>
                <c:pt idx="303">
                  <c:v>4332.3500000000004</c:v>
                </c:pt>
                <c:pt idx="304">
                  <c:v>4344.58</c:v>
                </c:pt>
                <c:pt idx="305">
                  <c:v>4354.8099999999995</c:v>
                </c:pt>
                <c:pt idx="306">
                  <c:v>4368.0899999999992</c:v>
                </c:pt>
                <c:pt idx="307">
                  <c:v>4382.42</c:v>
                </c:pt>
                <c:pt idx="308">
                  <c:v>4383.0999999999995</c:v>
                </c:pt>
                <c:pt idx="309">
                  <c:v>4394.8099999999995</c:v>
                </c:pt>
                <c:pt idx="310">
                  <c:v>4411.3300000000008</c:v>
                </c:pt>
                <c:pt idx="311">
                  <c:v>4416.79</c:v>
                </c:pt>
                <c:pt idx="312">
                  <c:v>4428.2700000000004</c:v>
                </c:pt>
                <c:pt idx="313">
                  <c:v>4437.1400000000003</c:v>
                </c:pt>
                <c:pt idx="314">
                  <c:v>4455.24</c:v>
                </c:pt>
                <c:pt idx="315">
                  <c:v>4451.01</c:v>
                </c:pt>
                <c:pt idx="316">
                  <c:v>4469.29</c:v>
                </c:pt>
                <c:pt idx="317">
                  <c:v>4481.6099999999997</c:v>
                </c:pt>
                <c:pt idx="318">
                  <c:v>4494</c:v>
                </c:pt>
                <c:pt idx="319">
                  <c:v>4502.01</c:v>
                </c:pt>
                <c:pt idx="320">
                  <c:v>4511.51</c:v>
                </c:pt>
                <c:pt idx="321">
                  <c:v>4510.12</c:v>
                </c:pt>
                <c:pt idx="322">
                  <c:v>4527.8</c:v>
                </c:pt>
                <c:pt idx="323">
                  <c:v>4536.1500000000005</c:v>
                </c:pt>
                <c:pt idx="324">
                  <c:v>4534.92</c:v>
                </c:pt>
                <c:pt idx="325">
                  <c:v>4553.16</c:v>
                </c:pt>
                <c:pt idx="326">
                  <c:v>4562.4799999999996</c:v>
                </c:pt>
                <c:pt idx="327">
                  <c:v>4564.91</c:v>
                </c:pt>
                <c:pt idx="328">
                  <c:v>4589.03</c:v>
                </c:pt>
                <c:pt idx="329">
                  <c:v>4588.57</c:v>
                </c:pt>
                <c:pt idx="330">
                  <c:v>4595.91</c:v>
                </c:pt>
                <c:pt idx="331">
                  <c:v>4606.2900000000009</c:v>
                </c:pt>
                <c:pt idx="332">
                  <c:v>4627.67</c:v>
                </c:pt>
                <c:pt idx="333">
                  <c:v>4626.33</c:v>
                </c:pt>
                <c:pt idx="334">
                  <c:v>4639.5999999999995</c:v>
                </c:pt>
                <c:pt idx="335">
                  <c:v>4654.84</c:v>
                </c:pt>
                <c:pt idx="336">
                  <c:v>4656.0199999999995</c:v>
                </c:pt>
                <c:pt idx="337">
                  <c:v>4665.8499999999995</c:v>
                </c:pt>
                <c:pt idx="338">
                  <c:v>4679.3599999999997</c:v>
                </c:pt>
                <c:pt idx="339">
                  <c:v>4684.25</c:v>
                </c:pt>
                <c:pt idx="340">
                  <c:v>4694.2300000000005</c:v>
                </c:pt>
                <c:pt idx="341">
                  <c:v>4703.9400000000005</c:v>
                </c:pt>
                <c:pt idx="342">
                  <c:v>4721.91</c:v>
                </c:pt>
                <c:pt idx="343">
                  <c:v>4719.67</c:v>
                </c:pt>
                <c:pt idx="344">
                  <c:v>4729.38</c:v>
                </c:pt>
                <c:pt idx="345">
                  <c:v>4743.8999999999996</c:v>
                </c:pt>
                <c:pt idx="346">
                  <c:v>4755.1500000000005</c:v>
                </c:pt>
                <c:pt idx="347">
                  <c:v>4753.88</c:v>
                </c:pt>
                <c:pt idx="348">
                  <c:v>4774.1400000000003</c:v>
                </c:pt>
                <c:pt idx="349">
                  <c:v>4784.91</c:v>
                </c:pt>
                <c:pt idx="350">
                  <c:v>4794.62</c:v>
                </c:pt>
                <c:pt idx="351">
                  <c:v>4799.1099999999997</c:v>
                </c:pt>
                <c:pt idx="352">
                  <c:v>4797.7699999999995</c:v>
                </c:pt>
                <c:pt idx="353">
                  <c:v>4821.75</c:v>
                </c:pt>
                <c:pt idx="354">
                  <c:v>4829.8500000000004</c:v>
                </c:pt>
                <c:pt idx="355">
                  <c:v>4838.96</c:v>
                </c:pt>
                <c:pt idx="356">
                  <c:v>4829.6099999999997</c:v>
                </c:pt>
                <c:pt idx="357">
                  <c:v>4846.99</c:v>
                </c:pt>
                <c:pt idx="358">
                  <c:v>4860.38</c:v>
                </c:pt>
                <c:pt idx="359">
                  <c:v>4869.12</c:v>
                </c:pt>
                <c:pt idx="360">
                  <c:v>4883.38</c:v>
                </c:pt>
                <c:pt idx="361">
                  <c:v>4884.32</c:v>
                </c:pt>
                <c:pt idx="362">
                  <c:v>4890.83</c:v>
                </c:pt>
                <c:pt idx="363">
                  <c:v>4901.8499999999995</c:v>
                </c:pt>
                <c:pt idx="364">
                  <c:v>4919.1000000000004</c:v>
                </c:pt>
                <c:pt idx="365">
                  <c:v>4918.6400000000003</c:v>
                </c:pt>
                <c:pt idx="366">
                  <c:v>4927.1399999999994</c:v>
                </c:pt>
                <c:pt idx="367">
                  <c:v>4936.42</c:v>
                </c:pt>
                <c:pt idx="368">
                  <c:v>4955.3200000000006</c:v>
                </c:pt>
                <c:pt idx="369">
                  <c:v>4953.47</c:v>
                </c:pt>
                <c:pt idx="370">
                  <c:v>4965.4299999999994</c:v>
                </c:pt>
                <c:pt idx="371">
                  <c:v>4979.7599999999993</c:v>
                </c:pt>
                <c:pt idx="372">
                  <c:v>4982.4000000000005</c:v>
                </c:pt>
                <c:pt idx="373">
                  <c:v>4988.9400000000005</c:v>
                </c:pt>
                <c:pt idx="374">
                  <c:v>5006.6499999999996</c:v>
                </c:pt>
                <c:pt idx="375">
                  <c:v>5002.8499999999995</c:v>
                </c:pt>
                <c:pt idx="376">
                  <c:v>5022.33</c:v>
                </c:pt>
                <c:pt idx="377">
                  <c:v>5037.37</c:v>
                </c:pt>
                <c:pt idx="378">
                  <c:v>5026.99</c:v>
                </c:pt>
                <c:pt idx="379">
                  <c:v>5052.6400000000003</c:v>
                </c:pt>
                <c:pt idx="380">
                  <c:v>5059.51</c:v>
                </c:pt>
                <c:pt idx="381">
                  <c:v>5069.47</c:v>
                </c:pt>
                <c:pt idx="382">
                  <c:v>5065.05</c:v>
                </c:pt>
                <c:pt idx="383">
                  <c:v>5087.4399999999996</c:v>
                </c:pt>
                <c:pt idx="384">
                  <c:v>5088.3900000000003</c:v>
                </c:pt>
                <c:pt idx="385">
                  <c:v>5098.84</c:v>
                </c:pt>
                <c:pt idx="386">
                  <c:v>5111.12</c:v>
                </c:pt>
                <c:pt idx="387">
                  <c:v>5119.82</c:v>
                </c:pt>
                <c:pt idx="388">
                  <c:v>5123.26</c:v>
                </c:pt>
                <c:pt idx="389">
                  <c:v>5121.67</c:v>
                </c:pt>
                <c:pt idx="390">
                  <c:v>5134.2999999999993</c:v>
                </c:pt>
                <c:pt idx="391">
                  <c:v>5145.9900000000007</c:v>
                </c:pt>
                <c:pt idx="392">
                  <c:v>5164.3</c:v>
                </c:pt>
                <c:pt idx="393">
                  <c:v>5160.1499999999996</c:v>
                </c:pt>
                <c:pt idx="394">
                  <c:v>5169.8700000000008</c:v>
                </c:pt>
                <c:pt idx="395">
                  <c:v>5178.68</c:v>
                </c:pt>
                <c:pt idx="396">
                  <c:v>5188.74</c:v>
                </c:pt>
                <c:pt idx="397">
                  <c:v>5196.6400000000003</c:v>
                </c:pt>
                <c:pt idx="398">
                  <c:v>5214.4199999999992</c:v>
                </c:pt>
                <c:pt idx="399">
                  <c:v>5212.28</c:v>
                </c:pt>
                <c:pt idx="400">
                  <c:v>5225.8500000000004</c:v>
                </c:pt>
                <c:pt idx="401">
                  <c:v>5240.4900000000007</c:v>
                </c:pt>
                <c:pt idx="402">
                  <c:v>5238.9799999999996</c:v>
                </c:pt>
                <c:pt idx="403">
                  <c:v>5246.58</c:v>
                </c:pt>
                <c:pt idx="404">
                  <c:v>5259.11</c:v>
                </c:pt>
                <c:pt idx="405">
                  <c:v>5275.14</c:v>
                </c:pt>
                <c:pt idx="406">
                  <c:v>5274.77</c:v>
                </c:pt>
                <c:pt idx="407">
                  <c:v>5275.03</c:v>
                </c:pt>
                <c:pt idx="408">
                  <c:v>5300.34</c:v>
                </c:pt>
                <c:pt idx="409">
                  <c:v>5296.91</c:v>
                </c:pt>
                <c:pt idx="410">
                  <c:v>5296.2300000000005</c:v>
                </c:pt>
                <c:pt idx="411">
                  <c:v>5311.9699999999993</c:v>
                </c:pt>
                <c:pt idx="412">
                  <c:v>5311.57</c:v>
                </c:pt>
                <c:pt idx="413">
                  <c:v>5336.3899999999994</c:v>
                </c:pt>
                <c:pt idx="414">
                  <c:v>5349.38</c:v>
                </c:pt>
                <c:pt idx="415">
                  <c:v>5356.3</c:v>
                </c:pt>
                <c:pt idx="416">
                  <c:v>5359.6399999999994</c:v>
                </c:pt>
                <c:pt idx="417">
                  <c:v>5350.96</c:v>
                </c:pt>
                <c:pt idx="418">
                  <c:v>5361.33</c:v>
                </c:pt>
                <c:pt idx="419">
                  <c:v>5384.2</c:v>
                </c:pt>
                <c:pt idx="420">
                  <c:v>5383.5</c:v>
                </c:pt>
                <c:pt idx="421">
                  <c:v>5393.7699999999995</c:v>
                </c:pt>
                <c:pt idx="422">
                  <c:v>5401.28</c:v>
                </c:pt>
                <c:pt idx="423">
                  <c:v>5420.12</c:v>
                </c:pt>
                <c:pt idx="424">
                  <c:v>5417.06</c:v>
                </c:pt>
                <c:pt idx="425">
                  <c:v>5426.2</c:v>
                </c:pt>
                <c:pt idx="426">
                  <c:v>5432.92</c:v>
                </c:pt>
                <c:pt idx="427">
                  <c:v>5453.79</c:v>
                </c:pt>
                <c:pt idx="428">
                  <c:v>5448.97</c:v>
                </c:pt>
                <c:pt idx="429">
                  <c:v>5457.76</c:v>
                </c:pt>
                <c:pt idx="430">
                  <c:v>5465.2900000000009</c:v>
                </c:pt>
                <c:pt idx="431">
                  <c:v>5483.72</c:v>
                </c:pt>
                <c:pt idx="432">
                  <c:v>5481.91</c:v>
                </c:pt>
                <c:pt idx="433">
                  <c:v>5489.29</c:v>
                </c:pt>
                <c:pt idx="434">
                  <c:v>5501.5599999999995</c:v>
                </c:pt>
                <c:pt idx="435">
                  <c:v>5512.92</c:v>
                </c:pt>
                <c:pt idx="436">
                  <c:v>5508.5199999999995</c:v>
                </c:pt>
                <c:pt idx="437">
                  <c:v>5515.4500000000007</c:v>
                </c:pt>
                <c:pt idx="438">
                  <c:v>5539.73</c:v>
                </c:pt>
                <c:pt idx="439">
                  <c:v>5528.37</c:v>
                </c:pt>
                <c:pt idx="440">
                  <c:v>5552.46</c:v>
                </c:pt>
                <c:pt idx="441">
                  <c:v>5557.68</c:v>
                </c:pt>
                <c:pt idx="442">
                  <c:v>5572.02</c:v>
                </c:pt>
                <c:pt idx="443">
                  <c:v>5576.1399999999994</c:v>
                </c:pt>
                <c:pt idx="444">
                  <c:v>5565.75</c:v>
                </c:pt>
                <c:pt idx="445">
                  <c:v>5586.54</c:v>
                </c:pt>
                <c:pt idx="446">
                  <c:v>5601.89</c:v>
                </c:pt>
                <c:pt idx="447">
                  <c:v>5593.29</c:v>
                </c:pt>
                <c:pt idx="448">
                  <c:v>5604.5499999999993</c:v>
                </c:pt>
                <c:pt idx="449">
                  <c:v>5614.02</c:v>
                </c:pt>
                <c:pt idx="450">
                  <c:v>5631.11</c:v>
                </c:pt>
                <c:pt idx="451">
                  <c:v>5629.47</c:v>
                </c:pt>
                <c:pt idx="452">
                  <c:v>5637.18</c:v>
                </c:pt>
                <c:pt idx="453">
                  <c:v>5648.86</c:v>
                </c:pt>
                <c:pt idx="454">
                  <c:v>5652.68</c:v>
                </c:pt>
                <c:pt idx="455">
                  <c:v>5659.3499999999995</c:v>
                </c:pt>
                <c:pt idx="456">
                  <c:v>5667.76</c:v>
                </c:pt>
                <c:pt idx="457">
                  <c:v>5676.4400000000005</c:v>
                </c:pt>
                <c:pt idx="458">
                  <c:v>5695.47</c:v>
                </c:pt>
                <c:pt idx="459">
                  <c:v>5689.05</c:v>
                </c:pt>
                <c:pt idx="460">
                  <c:v>5699.9800000000005</c:v>
                </c:pt>
                <c:pt idx="461">
                  <c:v>5703.92</c:v>
                </c:pt>
                <c:pt idx="462">
                  <c:v>5715.63</c:v>
                </c:pt>
                <c:pt idx="463">
                  <c:v>5725.8899999999994</c:v>
                </c:pt>
                <c:pt idx="464">
                  <c:v>5722.38</c:v>
                </c:pt>
                <c:pt idx="465">
                  <c:v>5743.79</c:v>
                </c:pt>
                <c:pt idx="466">
                  <c:v>5750.8</c:v>
                </c:pt>
                <c:pt idx="467">
                  <c:v>5760.67</c:v>
                </c:pt>
                <c:pt idx="468">
                  <c:v>5770.1200000000008</c:v>
                </c:pt>
                <c:pt idx="469">
                  <c:v>5754.7</c:v>
                </c:pt>
                <c:pt idx="470">
                  <c:v>5771.88</c:v>
                </c:pt>
                <c:pt idx="471">
                  <c:v>5791.54</c:v>
                </c:pt>
                <c:pt idx="472">
                  <c:v>5786.13</c:v>
                </c:pt>
                <c:pt idx="473">
                  <c:v>5801.92</c:v>
                </c:pt>
                <c:pt idx="474">
                  <c:v>5807.97</c:v>
                </c:pt>
                <c:pt idx="475">
                  <c:v>5801.64</c:v>
                </c:pt>
                <c:pt idx="476">
                  <c:v>5812.2699999999995</c:v>
                </c:pt>
                <c:pt idx="477">
                  <c:v>5826.37</c:v>
                </c:pt>
                <c:pt idx="478">
                  <c:v>5830.41</c:v>
                </c:pt>
                <c:pt idx="479">
                  <c:v>5851.12</c:v>
                </c:pt>
                <c:pt idx="480">
                  <c:v>5845.5</c:v>
                </c:pt>
                <c:pt idx="481">
                  <c:v>5852.5999999999995</c:v>
                </c:pt>
                <c:pt idx="482">
                  <c:v>5872.4299999999994</c:v>
                </c:pt>
                <c:pt idx="483">
                  <c:v>5867.41</c:v>
                </c:pt>
                <c:pt idx="484">
                  <c:v>5874.13</c:v>
                </c:pt>
                <c:pt idx="485">
                  <c:v>5882.86</c:v>
                </c:pt>
                <c:pt idx="486">
                  <c:v>5889.17</c:v>
                </c:pt>
                <c:pt idx="487">
                  <c:v>5909.72</c:v>
                </c:pt>
                <c:pt idx="488">
                  <c:v>5904.91</c:v>
                </c:pt>
                <c:pt idx="489">
                  <c:v>5911.93</c:v>
                </c:pt>
                <c:pt idx="490">
                  <c:v>5923.26</c:v>
                </c:pt>
                <c:pt idx="491">
                  <c:v>5922.32</c:v>
                </c:pt>
                <c:pt idx="492">
                  <c:v>5940.34</c:v>
                </c:pt>
                <c:pt idx="493">
                  <c:v>5953.7300000000005</c:v>
                </c:pt>
                <c:pt idx="494">
                  <c:v>5936.6</c:v>
                </c:pt>
                <c:pt idx="495">
                  <c:v>5966.2</c:v>
                </c:pt>
                <c:pt idx="496">
                  <c:v>5968.8600000000006</c:v>
                </c:pt>
                <c:pt idx="497">
                  <c:v>5963.2</c:v>
                </c:pt>
                <c:pt idx="498">
                  <c:v>5984.15</c:v>
                </c:pt>
                <c:pt idx="499">
                  <c:v>5997.18</c:v>
                </c:pt>
                <c:pt idx="500">
                  <c:v>6002.4800000000005</c:v>
                </c:pt>
                <c:pt idx="501">
                  <c:v>6006.4900000000007</c:v>
                </c:pt>
                <c:pt idx="502">
                  <c:v>5997.84</c:v>
                </c:pt>
                <c:pt idx="503">
                  <c:v>6017.78</c:v>
                </c:pt>
                <c:pt idx="504">
                  <c:v>6031.67</c:v>
                </c:pt>
                <c:pt idx="505">
                  <c:v>6029.8</c:v>
                </c:pt>
                <c:pt idx="506">
                  <c:v>6033.14</c:v>
                </c:pt>
                <c:pt idx="507">
                  <c:v>6044.37</c:v>
                </c:pt>
                <c:pt idx="508">
                  <c:v>6060.26</c:v>
                </c:pt>
                <c:pt idx="509">
                  <c:v>6056.1100000000006</c:v>
                </c:pt>
                <c:pt idx="510">
                  <c:v>6061.28</c:v>
                </c:pt>
                <c:pt idx="511">
                  <c:v>6082.05</c:v>
                </c:pt>
                <c:pt idx="512">
                  <c:v>6076.1200000000008</c:v>
                </c:pt>
                <c:pt idx="513">
                  <c:v>6083.75</c:v>
                </c:pt>
                <c:pt idx="514">
                  <c:v>6091.35</c:v>
                </c:pt>
                <c:pt idx="515">
                  <c:v>6110.65</c:v>
                </c:pt>
                <c:pt idx="516">
                  <c:v>6105.8899999999994</c:v>
                </c:pt>
                <c:pt idx="517">
                  <c:v>6113.15</c:v>
                </c:pt>
                <c:pt idx="518">
                  <c:v>6128.26</c:v>
                </c:pt>
                <c:pt idx="519">
                  <c:v>6132.65</c:v>
                </c:pt>
                <c:pt idx="520">
                  <c:v>6139.58</c:v>
                </c:pt>
                <c:pt idx="521">
                  <c:v>6127.66</c:v>
                </c:pt>
                <c:pt idx="522">
                  <c:v>6136.59</c:v>
                </c:pt>
                <c:pt idx="523">
                  <c:v>6162.68</c:v>
                </c:pt>
                <c:pt idx="524">
                  <c:v>6143.95</c:v>
                </c:pt>
                <c:pt idx="525">
                  <c:v>6160.66</c:v>
                </c:pt>
                <c:pt idx="526">
                  <c:v>6164.91</c:v>
                </c:pt>
                <c:pt idx="527">
                  <c:v>6192.31</c:v>
                </c:pt>
                <c:pt idx="528">
                  <c:v>6184.74</c:v>
                </c:pt>
                <c:pt idx="529">
                  <c:v>6184.87</c:v>
                </c:pt>
                <c:pt idx="530">
                  <c:v>6194.4299999999994</c:v>
                </c:pt>
                <c:pt idx="531">
                  <c:v>6218.0099999999993</c:v>
                </c:pt>
                <c:pt idx="532">
                  <c:v>6216.66</c:v>
                </c:pt>
                <c:pt idx="533">
                  <c:v>6220.8899999999994</c:v>
                </c:pt>
                <c:pt idx="534">
                  <c:v>6233.28</c:v>
                </c:pt>
                <c:pt idx="535">
                  <c:v>6236.5899999999992</c:v>
                </c:pt>
                <c:pt idx="536">
                  <c:v>6238.44</c:v>
                </c:pt>
                <c:pt idx="537">
                  <c:v>6244.88</c:v>
                </c:pt>
                <c:pt idx="538">
                  <c:v>6252.39</c:v>
                </c:pt>
                <c:pt idx="539">
                  <c:v>6271.6</c:v>
                </c:pt>
                <c:pt idx="540">
                  <c:v>6264.9100000000008</c:v>
                </c:pt>
                <c:pt idx="541">
                  <c:v>6271.84</c:v>
                </c:pt>
                <c:pt idx="542">
                  <c:v>6278.01</c:v>
                </c:pt>
                <c:pt idx="543">
                  <c:v>6294.1900000000005</c:v>
                </c:pt>
                <c:pt idx="544">
                  <c:v>6303.75</c:v>
                </c:pt>
                <c:pt idx="545">
                  <c:v>6294.18</c:v>
                </c:pt>
                <c:pt idx="546">
                  <c:v>6306.51</c:v>
                </c:pt>
                <c:pt idx="547">
                  <c:v>6320.15</c:v>
                </c:pt>
                <c:pt idx="548">
                  <c:v>6332.2300000000005</c:v>
                </c:pt>
                <c:pt idx="549">
                  <c:v>6331.37</c:v>
                </c:pt>
                <c:pt idx="550">
                  <c:v>6319.9</c:v>
                </c:pt>
                <c:pt idx="551">
                  <c:v>6341.38</c:v>
                </c:pt>
                <c:pt idx="552">
                  <c:v>6357.89</c:v>
                </c:pt>
                <c:pt idx="553">
                  <c:v>6344.33</c:v>
                </c:pt>
                <c:pt idx="554">
                  <c:v>6363.43</c:v>
                </c:pt>
                <c:pt idx="555">
                  <c:v>6353.3499999999995</c:v>
                </c:pt>
                <c:pt idx="556">
                  <c:v>6376.83</c:v>
                </c:pt>
                <c:pt idx="557">
                  <c:v>6389.87</c:v>
                </c:pt>
                <c:pt idx="558">
                  <c:v>6374.84</c:v>
                </c:pt>
                <c:pt idx="559">
                  <c:v>6397.13</c:v>
                </c:pt>
                <c:pt idx="560">
                  <c:v>6402.3099999999995</c:v>
                </c:pt>
                <c:pt idx="561">
                  <c:v>6402.14</c:v>
                </c:pt>
                <c:pt idx="562">
                  <c:v>6417.54</c:v>
                </c:pt>
                <c:pt idx="563">
                  <c:v>6429.62</c:v>
                </c:pt>
                <c:pt idx="564">
                  <c:v>6424.13</c:v>
                </c:pt>
                <c:pt idx="565">
                  <c:v>6432.44</c:v>
                </c:pt>
                <c:pt idx="566">
                  <c:v>6450.5</c:v>
                </c:pt>
                <c:pt idx="567">
                  <c:v>6443.28</c:v>
                </c:pt>
                <c:pt idx="568">
                  <c:v>6452.34</c:v>
                </c:pt>
                <c:pt idx="569">
                  <c:v>6470.7699999999995</c:v>
                </c:pt>
                <c:pt idx="570">
                  <c:v>6462.95</c:v>
                </c:pt>
                <c:pt idx="571">
                  <c:v>6470.7</c:v>
                </c:pt>
                <c:pt idx="572">
                  <c:v>6490.22</c:v>
                </c:pt>
                <c:pt idx="573">
                  <c:v>6480.1399999999994</c:v>
                </c:pt>
                <c:pt idx="574">
                  <c:v>6484.66</c:v>
                </c:pt>
                <c:pt idx="575">
                  <c:v>6502.4</c:v>
                </c:pt>
                <c:pt idx="576">
                  <c:v>6514.43</c:v>
                </c:pt>
                <c:pt idx="577">
                  <c:v>6499.16</c:v>
                </c:pt>
                <c:pt idx="578">
                  <c:v>6503.42</c:v>
                </c:pt>
                <c:pt idx="579">
                  <c:v>6511.3399999999992</c:v>
                </c:pt>
                <c:pt idx="580">
                  <c:v>6541.23</c:v>
                </c:pt>
                <c:pt idx="581">
                  <c:v>6527.04</c:v>
                </c:pt>
                <c:pt idx="582">
                  <c:v>6553.33</c:v>
                </c:pt>
                <c:pt idx="583">
                  <c:v>6540.9699999999993</c:v>
                </c:pt>
                <c:pt idx="584">
                  <c:v>6566.9000000000005</c:v>
                </c:pt>
                <c:pt idx="585">
                  <c:v>6559.1900000000005</c:v>
                </c:pt>
                <c:pt idx="586">
                  <c:v>6557.4199999999992</c:v>
                </c:pt>
                <c:pt idx="587">
                  <c:v>6571.4699999999993</c:v>
                </c:pt>
                <c:pt idx="588">
                  <c:v>6590.99</c:v>
                </c:pt>
                <c:pt idx="589">
                  <c:v>6588.4299999999994</c:v>
                </c:pt>
                <c:pt idx="590">
                  <c:v>6587.13</c:v>
                </c:pt>
              </c:numCache>
            </c:numRef>
          </c:xVal>
          <c:yVal>
            <c:numRef>
              <c:f>Presentation!$AM$13:$AM$909</c:f>
              <c:numCache>
                <c:formatCode>General</c:formatCode>
                <c:ptCount val="897"/>
                <c:pt idx="0">
                  <c:v>0.13959550127914275</c:v>
                </c:pt>
                <c:pt idx="1">
                  <c:v>0.1388487127567255</c:v>
                </c:pt>
                <c:pt idx="2">
                  <c:v>0.13962118656320785</c:v>
                </c:pt>
                <c:pt idx="3">
                  <c:v>0.14054444712117561</c:v>
                </c:pt>
                <c:pt idx="4">
                  <c:v>0.1412603584505685</c:v>
                </c:pt>
                <c:pt idx="5">
                  <c:v>0.14293967550912329</c:v>
                </c:pt>
                <c:pt idx="6">
                  <c:v>0.15339843186300448</c:v>
                </c:pt>
                <c:pt idx="7">
                  <c:v>0.17054039747846589</c:v>
                </c:pt>
                <c:pt idx="8">
                  <c:v>0.18707908408697327</c:v>
                </c:pt>
                <c:pt idx="9">
                  <c:v>0.21777799144271909</c:v>
                </c:pt>
                <c:pt idx="10">
                  <c:v>0.24551962715610437</c:v>
                </c:pt>
                <c:pt idx="11">
                  <c:v>0.27233879099246167</c:v>
                </c:pt>
                <c:pt idx="12">
                  <c:v>0.29765789978882701</c:v>
                </c:pt>
                <c:pt idx="13">
                  <c:v>0.31892954774351351</c:v>
                </c:pt>
                <c:pt idx="14">
                  <c:v>0.3419450702200067</c:v>
                </c:pt>
                <c:pt idx="15">
                  <c:v>0.36330556353538263</c:v>
                </c:pt>
                <c:pt idx="16">
                  <c:v>0.38234590924305456</c:v>
                </c:pt>
                <c:pt idx="17">
                  <c:v>0.39988528273027096</c:v>
                </c:pt>
                <c:pt idx="18">
                  <c:v>0.41599349935471536</c:v>
                </c:pt>
                <c:pt idx="19">
                  <c:v>0.43258480649784992</c:v>
                </c:pt>
                <c:pt idx="20">
                  <c:v>0.44293763728392704</c:v>
                </c:pt>
                <c:pt idx="21">
                  <c:v>0.29307153045431095</c:v>
                </c:pt>
                <c:pt idx="22">
                  <c:v>0.29117828500925358</c:v>
                </c:pt>
                <c:pt idx="23">
                  <c:v>0.28834545301401021</c:v>
                </c:pt>
                <c:pt idx="24">
                  <c:v>0.2864700827156515</c:v>
                </c:pt>
                <c:pt idx="25">
                  <c:v>0.28632927610506087</c:v>
                </c:pt>
                <c:pt idx="26">
                  <c:v>0.2877008500810771</c:v>
                </c:pt>
                <c:pt idx="27">
                  <c:v>0.29013354501307437</c:v>
                </c:pt>
                <c:pt idx="28">
                  <c:v>0.2942441209406495</c:v>
                </c:pt>
                <c:pt idx="29">
                  <c:v>0.29731751629795877</c:v>
                </c:pt>
                <c:pt idx="30">
                  <c:v>0.30444139287983435</c:v>
                </c:pt>
                <c:pt idx="31">
                  <c:v>0.30587706264174552</c:v>
                </c:pt>
                <c:pt idx="32">
                  <c:v>0.30998532123903799</c:v>
                </c:pt>
                <c:pt idx="33">
                  <c:v>0.3189536067481093</c:v>
                </c:pt>
                <c:pt idx="34">
                  <c:v>0.32269900062897477</c:v>
                </c:pt>
                <c:pt idx="35">
                  <c:v>0.32940004726695704</c:v>
                </c:pt>
                <c:pt idx="36">
                  <c:v>0.33432869917107233</c:v>
                </c:pt>
                <c:pt idx="37">
                  <c:v>0.34197818204848079</c:v>
                </c:pt>
                <c:pt idx="38">
                  <c:v>0.34598361283406076</c:v>
                </c:pt>
                <c:pt idx="39">
                  <c:v>0.35415394240939085</c:v>
                </c:pt>
                <c:pt idx="40">
                  <c:v>0.35999710752765929</c:v>
                </c:pt>
                <c:pt idx="41">
                  <c:v>0.36497006829487649</c:v>
                </c:pt>
                <c:pt idx="42">
                  <c:v>0.368625785862017</c:v>
                </c:pt>
                <c:pt idx="43">
                  <c:v>0.37202556013047422</c:v>
                </c:pt>
                <c:pt idx="44">
                  <c:v>0.3776437811465867</c:v>
                </c:pt>
                <c:pt idx="45">
                  <c:v>0.38241475499624256</c:v>
                </c:pt>
                <c:pt idx="46">
                  <c:v>0.38625773002685987</c:v>
                </c:pt>
                <c:pt idx="47">
                  <c:v>0.3925743058271412</c:v>
                </c:pt>
                <c:pt idx="48">
                  <c:v>0.39766397124887698</c:v>
                </c:pt>
                <c:pt idx="49">
                  <c:v>0.40114576255301199</c:v>
                </c:pt>
                <c:pt idx="50">
                  <c:v>0.40786806390654529</c:v>
                </c:pt>
                <c:pt idx="51">
                  <c:v>0.41271232138042602</c:v>
                </c:pt>
                <c:pt idx="52">
                  <c:v>0.41618835915640928</c:v>
                </c:pt>
                <c:pt idx="53">
                  <c:v>0.42172883298906638</c:v>
                </c:pt>
                <c:pt idx="54">
                  <c:v>0.42649343463363765</c:v>
                </c:pt>
                <c:pt idx="55">
                  <c:v>0.43233598107856369</c:v>
                </c:pt>
                <c:pt idx="56">
                  <c:v>0.43506987258528573</c:v>
                </c:pt>
                <c:pt idx="57">
                  <c:v>0.43907590493527915</c:v>
                </c:pt>
                <c:pt idx="58">
                  <c:v>0.44484634670842044</c:v>
                </c:pt>
                <c:pt idx="59">
                  <c:v>0.44611991488782876</c:v>
                </c:pt>
                <c:pt idx="60">
                  <c:v>0.45289653718643996</c:v>
                </c:pt>
                <c:pt idx="61">
                  <c:v>0.45111125754252512</c:v>
                </c:pt>
                <c:pt idx="62">
                  <c:v>0.45558606359689802</c:v>
                </c:pt>
                <c:pt idx="63">
                  <c:v>0.45892901074269465</c:v>
                </c:pt>
                <c:pt idx="64">
                  <c:v>0.46059874413283008</c:v>
                </c:pt>
                <c:pt idx="65">
                  <c:v>0.46656628384579052</c:v>
                </c:pt>
                <c:pt idx="66">
                  <c:v>0.47086206139387821</c:v>
                </c:pt>
                <c:pt idx="67">
                  <c:v>0.47136940940490907</c:v>
                </c:pt>
                <c:pt idx="68">
                  <c:v>0.47285852522328881</c:v>
                </c:pt>
                <c:pt idx="69">
                  <c:v>0.48063864462024236</c:v>
                </c:pt>
                <c:pt idx="70">
                  <c:v>0.48532191004157738</c:v>
                </c:pt>
                <c:pt idx="71">
                  <c:v>0.48896163089417427</c:v>
                </c:pt>
                <c:pt idx="72">
                  <c:v>0.49248754751605717</c:v>
                </c:pt>
                <c:pt idx="73">
                  <c:v>0.49470565377890036</c:v>
                </c:pt>
                <c:pt idx="74">
                  <c:v>0.49820286421018084</c:v>
                </c:pt>
                <c:pt idx="75">
                  <c:v>0.49359166837871571</c:v>
                </c:pt>
                <c:pt idx="76">
                  <c:v>0.50168804335113637</c:v>
                </c:pt>
                <c:pt idx="77">
                  <c:v>0.50091059219360123</c:v>
                </c:pt>
                <c:pt idx="78">
                  <c:v>0.5025324650595987</c:v>
                </c:pt>
                <c:pt idx="79">
                  <c:v>0.5051478790436853</c:v>
                </c:pt>
                <c:pt idx="80">
                  <c:v>0.50654729095594919</c:v>
                </c:pt>
                <c:pt idx="81">
                  <c:v>0.50103630751139205</c:v>
                </c:pt>
                <c:pt idx="82">
                  <c:v>0.50626801782126318</c:v>
                </c:pt>
                <c:pt idx="83">
                  <c:v>0.50752336885735461</c:v>
                </c:pt>
                <c:pt idx="84">
                  <c:v>0.50750005334319592</c:v>
                </c:pt>
                <c:pt idx="85">
                  <c:v>0.50745985319346398</c:v>
                </c:pt>
                <c:pt idx="86">
                  <c:v>0.50755287009063432</c:v>
                </c:pt>
                <c:pt idx="87">
                  <c:v>0.50970800412229478</c:v>
                </c:pt>
                <c:pt idx="88">
                  <c:v>0.51031837621342746</c:v>
                </c:pt>
                <c:pt idx="89">
                  <c:v>0.51247145793854332</c:v>
                </c:pt>
                <c:pt idx="90">
                  <c:v>0.5115204006402807</c:v>
                </c:pt>
                <c:pt idx="91">
                  <c:v>0.51215798489193998</c:v>
                </c:pt>
                <c:pt idx="92">
                  <c:v>0.51449684371695314</c:v>
                </c:pt>
                <c:pt idx="93">
                  <c:v>0.51496579430375677</c:v>
                </c:pt>
                <c:pt idx="94">
                  <c:v>0.51657618185858967</c:v>
                </c:pt>
                <c:pt idx="95">
                  <c:v>0.51834833630049393</c:v>
                </c:pt>
                <c:pt idx="96">
                  <c:v>0.51816563775764213</c:v>
                </c:pt>
                <c:pt idx="97">
                  <c:v>0.51977773940500271</c:v>
                </c:pt>
                <c:pt idx="98">
                  <c:v>0.52404469902817563</c:v>
                </c:pt>
                <c:pt idx="99">
                  <c:v>0.52493409690028181</c:v>
                </c:pt>
                <c:pt idx="100">
                  <c:v>0.51734459447300385</c:v>
                </c:pt>
                <c:pt idx="101">
                  <c:v>0.52386581678418886</c:v>
                </c:pt>
                <c:pt idx="102">
                  <c:v>0.52593865088423208</c:v>
                </c:pt>
                <c:pt idx="103">
                  <c:v>0.52664033368043228</c:v>
                </c:pt>
                <c:pt idx="104">
                  <c:v>0.52888701799708215</c:v>
                </c:pt>
                <c:pt idx="105">
                  <c:v>0.52965418691054589</c:v>
                </c:pt>
                <c:pt idx="106">
                  <c:v>0.53084840181614368</c:v>
                </c:pt>
                <c:pt idx="107">
                  <c:v>0.53234960909019524</c:v>
                </c:pt>
                <c:pt idx="108">
                  <c:v>0.53370976974762818</c:v>
                </c:pt>
                <c:pt idx="109">
                  <c:v>0.53441600580749471</c:v>
                </c:pt>
                <c:pt idx="110">
                  <c:v>0.53606658614828862</c:v>
                </c:pt>
                <c:pt idx="111">
                  <c:v>0.53734237552541486</c:v>
                </c:pt>
                <c:pt idx="112">
                  <c:v>0.53807776490279391</c:v>
                </c:pt>
                <c:pt idx="113">
                  <c:v>0.53916102870444671</c:v>
                </c:pt>
                <c:pt idx="114">
                  <c:v>0.53758756913352646</c:v>
                </c:pt>
                <c:pt idx="115">
                  <c:v>0.53883487512775485</c:v>
                </c:pt>
                <c:pt idx="116">
                  <c:v>0.54040534936761364</c:v>
                </c:pt>
                <c:pt idx="117">
                  <c:v>0.54089028781611093</c:v>
                </c:pt>
                <c:pt idx="118">
                  <c:v>0.54181424736396211</c:v>
                </c:pt>
                <c:pt idx="119">
                  <c:v>0.54083548878574206</c:v>
                </c:pt>
                <c:pt idx="120">
                  <c:v>0.54276294329889152</c:v>
                </c:pt>
                <c:pt idx="121">
                  <c:v>0.53617856876537984</c:v>
                </c:pt>
                <c:pt idx="122">
                  <c:v>0.54235940686460893</c:v>
                </c:pt>
                <c:pt idx="123">
                  <c:v>0.54508921789160558</c:v>
                </c:pt>
                <c:pt idx="124">
                  <c:v>0.54529765782232897</c:v>
                </c:pt>
                <c:pt idx="125">
                  <c:v>0.54431525916792678</c:v>
                </c:pt>
                <c:pt idx="126">
                  <c:v>0.54501691573713851</c:v>
                </c:pt>
                <c:pt idx="127">
                  <c:v>0.54744535954111051</c:v>
                </c:pt>
                <c:pt idx="128">
                  <c:v>0.54824356744578462</c:v>
                </c:pt>
                <c:pt idx="129">
                  <c:v>0.54896457523494102</c:v>
                </c:pt>
                <c:pt idx="130">
                  <c:v>0.54995403857046044</c:v>
                </c:pt>
                <c:pt idx="131">
                  <c:v>0.54809878406862966</c:v>
                </c:pt>
                <c:pt idx="132">
                  <c:v>0.55017041425532409</c:v>
                </c:pt>
                <c:pt idx="133">
                  <c:v>0.55200396428506493</c:v>
                </c:pt>
                <c:pt idx="134">
                  <c:v>0.55264782070052931</c:v>
                </c:pt>
                <c:pt idx="135">
                  <c:v>0.55185540139905231</c:v>
                </c:pt>
                <c:pt idx="136">
                  <c:v>0.55446125663063639</c:v>
                </c:pt>
                <c:pt idx="137">
                  <c:v>0.55477119326274071</c:v>
                </c:pt>
                <c:pt idx="138">
                  <c:v>0.55372194243185313</c:v>
                </c:pt>
                <c:pt idx="139">
                  <c:v>0.55353633290532211</c:v>
                </c:pt>
                <c:pt idx="140">
                  <c:v>0.55623034283827699</c:v>
                </c:pt>
                <c:pt idx="141">
                  <c:v>0.55831819786008796</c:v>
                </c:pt>
                <c:pt idx="142">
                  <c:v>0.55868797279922766</c:v>
                </c:pt>
                <c:pt idx="143">
                  <c:v>0.55896246452906495</c:v>
                </c:pt>
                <c:pt idx="144">
                  <c:v>0.56086310026697306</c:v>
                </c:pt>
                <c:pt idx="145">
                  <c:v>0.56031336428808975</c:v>
                </c:pt>
                <c:pt idx="146">
                  <c:v>0.56325488445443883</c:v>
                </c:pt>
                <c:pt idx="147">
                  <c:v>0.56104829994180727</c:v>
                </c:pt>
                <c:pt idx="148">
                  <c:v>0.56241012900222076</c:v>
                </c:pt>
                <c:pt idx="149">
                  <c:v>0.56344774180860169</c:v>
                </c:pt>
                <c:pt idx="150">
                  <c:v>0.55808695864320768</c:v>
                </c:pt>
                <c:pt idx="151">
                  <c:v>0.56478538487389507</c:v>
                </c:pt>
                <c:pt idx="152">
                  <c:v>0.56589774557165862</c:v>
                </c:pt>
                <c:pt idx="153">
                  <c:v>0.55955042697438151</c:v>
                </c:pt>
                <c:pt idx="154">
                  <c:v>0.56615871727863232</c:v>
                </c:pt>
                <c:pt idx="155">
                  <c:v>0.56693766080808161</c:v>
                </c:pt>
                <c:pt idx="156">
                  <c:v>0.56751275009807778</c:v>
                </c:pt>
                <c:pt idx="157">
                  <c:v>0.56672007503224042</c:v>
                </c:pt>
                <c:pt idx="158">
                  <c:v>0.56871264349948325</c:v>
                </c:pt>
                <c:pt idx="159">
                  <c:v>0.56958671301660879</c:v>
                </c:pt>
                <c:pt idx="160">
                  <c:v>0.57164339419978516</c:v>
                </c:pt>
                <c:pt idx="161">
                  <c:v>0.57086975123769934</c:v>
                </c:pt>
                <c:pt idx="162">
                  <c:v>0.57293511389461038</c:v>
                </c:pt>
                <c:pt idx="163">
                  <c:v>0.57317506118379313</c:v>
                </c:pt>
                <c:pt idx="164">
                  <c:v>0.57518247626775465</c:v>
                </c:pt>
                <c:pt idx="165">
                  <c:v>0.57570400822199386</c:v>
                </c:pt>
                <c:pt idx="166">
                  <c:v>0.57786080819849139</c:v>
                </c:pt>
                <c:pt idx="167">
                  <c:v>0.57790331590844346</c:v>
                </c:pt>
                <c:pt idx="168">
                  <c:v>0.5786325006722931</c:v>
                </c:pt>
                <c:pt idx="169">
                  <c:v>0.57955369636407594</c:v>
                </c:pt>
                <c:pt idx="170">
                  <c:v>0.58107882188753857</c:v>
                </c:pt>
                <c:pt idx="171">
                  <c:v>0.57933777137103493</c:v>
                </c:pt>
                <c:pt idx="172">
                  <c:v>0.58136826048229173</c:v>
                </c:pt>
                <c:pt idx="173">
                  <c:v>0.58268108239656147</c:v>
                </c:pt>
                <c:pt idx="174">
                  <c:v>0.58167015684430956</c:v>
                </c:pt>
                <c:pt idx="175">
                  <c:v>0.58262069356903956</c:v>
                </c:pt>
                <c:pt idx="176">
                  <c:v>0.58383939667834139</c:v>
                </c:pt>
                <c:pt idx="177">
                  <c:v>0.58508770697863854</c:v>
                </c:pt>
                <c:pt idx="178">
                  <c:v>0.58392291954465181</c:v>
                </c:pt>
                <c:pt idx="179">
                  <c:v>0.58467368362392635</c:v>
                </c:pt>
                <c:pt idx="180">
                  <c:v>0.58617334732133286</c:v>
                </c:pt>
                <c:pt idx="181">
                  <c:v>0.58844079896711488</c:v>
                </c:pt>
                <c:pt idx="182">
                  <c:v>0.58772384486268103</c:v>
                </c:pt>
                <c:pt idx="183">
                  <c:v>0.58685518055115082</c:v>
                </c:pt>
                <c:pt idx="184">
                  <c:v>0.58933963992698113</c:v>
                </c:pt>
                <c:pt idx="185">
                  <c:v>0.58940354749917889</c:v>
                </c:pt>
                <c:pt idx="186">
                  <c:v>0.59056887993233143</c:v>
                </c:pt>
                <c:pt idx="187">
                  <c:v>0.59193503483391419</c:v>
                </c:pt>
                <c:pt idx="188">
                  <c:v>0.57986512748885788</c:v>
                </c:pt>
                <c:pt idx="189">
                  <c:v>0.59226271643041961</c:v>
                </c:pt>
                <c:pt idx="190">
                  <c:v>0.59274740695142214</c:v>
                </c:pt>
                <c:pt idx="191">
                  <c:v>0.59380695169013675</c:v>
                </c:pt>
                <c:pt idx="192">
                  <c:v>0.59502107351952382</c:v>
                </c:pt>
                <c:pt idx="193">
                  <c:v>0.596882998320862</c:v>
                </c:pt>
                <c:pt idx="194">
                  <c:v>0.59588559829282262</c:v>
                </c:pt>
                <c:pt idx="195">
                  <c:v>0.59671337777691391</c:v>
                </c:pt>
                <c:pt idx="196">
                  <c:v>0.59798505561414195</c:v>
                </c:pt>
                <c:pt idx="197">
                  <c:v>0.59926318257590605</c:v>
                </c:pt>
                <c:pt idx="198">
                  <c:v>0.59801967527793332</c:v>
                </c:pt>
                <c:pt idx="199">
                  <c:v>0.59856116022345229</c:v>
                </c:pt>
                <c:pt idx="200">
                  <c:v>0.60051287096661587</c:v>
                </c:pt>
                <c:pt idx="201">
                  <c:v>0.60020472510599576</c:v>
                </c:pt>
                <c:pt idx="202">
                  <c:v>0.60217656069509318</c:v>
                </c:pt>
                <c:pt idx="203">
                  <c:v>0.6005193973232511</c:v>
                </c:pt>
                <c:pt idx="204">
                  <c:v>0.60209057062296512</c:v>
                </c:pt>
                <c:pt idx="205">
                  <c:v>0.6031977694033589</c:v>
                </c:pt>
                <c:pt idx="206">
                  <c:v>0.604099708267405</c:v>
                </c:pt>
                <c:pt idx="207">
                  <c:v>0.60319622432874043</c:v>
                </c:pt>
                <c:pt idx="208">
                  <c:v>0.60395401112871727</c:v>
                </c:pt>
                <c:pt idx="209">
                  <c:v>0.60567772230765227</c:v>
                </c:pt>
                <c:pt idx="210">
                  <c:v>0.60531179096830867</c:v>
                </c:pt>
                <c:pt idx="211">
                  <c:v>0.60577638600764805</c:v>
                </c:pt>
                <c:pt idx="212">
                  <c:v>0.60656099700535415</c:v>
                </c:pt>
                <c:pt idx="213">
                  <c:v>0.60808929023546288</c:v>
                </c:pt>
                <c:pt idx="214">
                  <c:v>0.60833188338843125</c:v>
                </c:pt>
                <c:pt idx="215">
                  <c:v>0.60654347384641116</c:v>
                </c:pt>
                <c:pt idx="216">
                  <c:v>0.60901773927761527</c:v>
                </c:pt>
                <c:pt idx="217">
                  <c:v>0.61028655748779959</c:v>
                </c:pt>
                <c:pt idx="218">
                  <c:v>0.60792722239638475</c:v>
                </c:pt>
                <c:pt idx="219">
                  <c:v>0.61041810871710289</c:v>
                </c:pt>
                <c:pt idx="220">
                  <c:v>0.60984661640006588</c:v>
                </c:pt>
                <c:pt idx="221">
                  <c:v>0.61050178509293884</c:v>
                </c:pt>
                <c:pt idx="222">
                  <c:v>0.61107128076893924</c:v>
                </c:pt>
                <c:pt idx="223">
                  <c:v>0.61129105687284879</c:v>
                </c:pt>
                <c:pt idx="224">
                  <c:v>0.61220245842371657</c:v>
                </c:pt>
                <c:pt idx="225">
                  <c:v>0.61346297508790038</c:v>
                </c:pt>
                <c:pt idx="226">
                  <c:v>0.61353272917312751</c:v>
                </c:pt>
                <c:pt idx="227">
                  <c:v>0.6145988155397526</c:v>
                </c:pt>
                <c:pt idx="228">
                  <c:v>0.61393379083924204</c:v>
                </c:pt>
                <c:pt idx="229">
                  <c:v>0.61404483022779632</c:v>
                </c:pt>
                <c:pt idx="230">
                  <c:v>0.61475625599701111</c:v>
                </c:pt>
                <c:pt idx="231">
                  <c:v>0.61495805689550298</c:v>
                </c:pt>
                <c:pt idx="232">
                  <c:v>0.61647165956059458</c:v>
                </c:pt>
                <c:pt idx="233">
                  <c:v>0.61547512985593966</c:v>
                </c:pt>
                <c:pt idx="234">
                  <c:v>0.61636947248148521</c:v>
                </c:pt>
                <c:pt idx="235">
                  <c:v>0.61453831588327013</c:v>
                </c:pt>
                <c:pt idx="236">
                  <c:v>0.61888230737940153</c:v>
                </c:pt>
                <c:pt idx="237">
                  <c:v>0.61732666142656289</c:v>
                </c:pt>
                <c:pt idx="238">
                  <c:v>0.61773516415012109</c:v>
                </c:pt>
                <c:pt idx="239">
                  <c:v>0.61650305076909095</c:v>
                </c:pt>
                <c:pt idx="240">
                  <c:v>0.61740432018236502</c:v>
                </c:pt>
                <c:pt idx="241">
                  <c:v>0.61774642262166912</c:v>
                </c:pt>
                <c:pt idx="242">
                  <c:v>0.61855540767569217</c:v>
                </c:pt>
                <c:pt idx="243">
                  <c:v>0.61941772330463196</c:v>
                </c:pt>
                <c:pt idx="244">
                  <c:v>0.61752176128172043</c:v>
                </c:pt>
                <c:pt idx="245">
                  <c:v>0.61852390032572935</c:v>
                </c:pt>
                <c:pt idx="246">
                  <c:v>0.61903107944739277</c:v>
                </c:pt>
                <c:pt idx="247">
                  <c:v>0.61978952792740571</c:v>
                </c:pt>
                <c:pt idx="248">
                  <c:v>0.61996955583080748</c:v>
                </c:pt>
                <c:pt idx="249">
                  <c:v>0.61967068078313903</c:v>
                </c:pt>
                <c:pt idx="250">
                  <c:v>0.61926770181545499</c:v>
                </c:pt>
                <c:pt idx="251">
                  <c:v>0.62103122522622833</c:v>
                </c:pt>
                <c:pt idx="252">
                  <c:v>0.62077032267273569</c:v>
                </c:pt>
                <c:pt idx="253">
                  <c:v>0.62160818559629649</c:v>
                </c:pt>
                <c:pt idx="254">
                  <c:v>0.62053247531623601</c:v>
                </c:pt>
                <c:pt idx="255">
                  <c:v>0.62207745242425361</c:v>
                </c:pt>
                <c:pt idx="256">
                  <c:v>0.62291590541316488</c:v>
                </c:pt>
                <c:pt idx="257">
                  <c:v>0.61596686475404516</c:v>
                </c:pt>
                <c:pt idx="258">
                  <c:v>0.62258719550621244</c:v>
                </c:pt>
                <c:pt idx="259">
                  <c:v>0.6215050703642383</c:v>
                </c:pt>
                <c:pt idx="260">
                  <c:v>0.62285376267981629</c:v>
                </c:pt>
                <c:pt idx="261">
                  <c:v>0.62403995931976464</c:v>
                </c:pt>
                <c:pt idx="262">
                  <c:v>0.61899639649330396</c:v>
                </c:pt>
                <c:pt idx="263">
                  <c:v>0.62496361175659454</c:v>
                </c:pt>
                <c:pt idx="264">
                  <c:v>0.62342649502084402</c:v>
                </c:pt>
                <c:pt idx="265">
                  <c:v>0.62599398783348736</c:v>
                </c:pt>
                <c:pt idx="266">
                  <c:v>0.6253531432287962</c:v>
                </c:pt>
                <c:pt idx="267">
                  <c:v>0.6250221351992673</c:v>
                </c:pt>
                <c:pt idx="268">
                  <c:v>0.626771267838927</c:v>
                </c:pt>
                <c:pt idx="269">
                  <c:v>0.62738265367738821</c:v>
                </c:pt>
                <c:pt idx="270">
                  <c:v>0.62694754275246856</c:v>
                </c:pt>
                <c:pt idx="271">
                  <c:v>0.62666136430711661</c:v>
                </c:pt>
                <c:pt idx="272">
                  <c:v>0.62623370415002644</c:v>
                </c:pt>
                <c:pt idx="273">
                  <c:v>0.62682106928958692</c:v>
                </c:pt>
                <c:pt idx="274">
                  <c:v>0.62713630679449772</c:v>
                </c:pt>
                <c:pt idx="275">
                  <c:v>0.62757001019589975</c:v>
                </c:pt>
                <c:pt idx="276">
                  <c:v>0.6282169694909745</c:v>
                </c:pt>
                <c:pt idx="277">
                  <c:v>0.6274329747162658</c:v>
                </c:pt>
                <c:pt idx="278">
                  <c:v>0.62731536043999214</c:v>
                </c:pt>
                <c:pt idx="279">
                  <c:v>0.62838904926654759</c:v>
                </c:pt>
                <c:pt idx="280">
                  <c:v>0.62842545172267328</c:v>
                </c:pt>
                <c:pt idx="281">
                  <c:v>0.61997943522216514</c:v>
                </c:pt>
                <c:pt idx="282">
                  <c:v>0.62924651515077956</c:v>
                </c:pt>
                <c:pt idx="283">
                  <c:v>0.61682876738869286</c:v>
                </c:pt>
                <c:pt idx="284">
                  <c:v>0.62906936838085659</c:v>
                </c:pt>
                <c:pt idx="285">
                  <c:v>0.62808023613035358</c:v>
                </c:pt>
                <c:pt idx="286">
                  <c:v>0.62977179147184037</c:v>
                </c:pt>
                <c:pt idx="287">
                  <c:v>0.62716475985134734</c:v>
                </c:pt>
                <c:pt idx="288">
                  <c:v>0.62997981947779902</c:v>
                </c:pt>
                <c:pt idx="289">
                  <c:v>0.6298318504104532</c:v>
                </c:pt>
                <c:pt idx="290">
                  <c:v>0.63168698370914522</c:v>
                </c:pt>
                <c:pt idx="291">
                  <c:v>0.62972704938891133</c:v>
                </c:pt>
                <c:pt idx="292">
                  <c:v>0.63011730510689057</c:v>
                </c:pt>
                <c:pt idx="293">
                  <c:v>0.63055967645919353</c:v>
                </c:pt>
                <c:pt idx="294">
                  <c:v>0.62898887941632231</c:v>
                </c:pt>
                <c:pt idx="295">
                  <c:v>0.63077880888053561</c:v>
                </c:pt>
                <c:pt idx="296">
                  <c:v>0.62427553377406497</c:v>
                </c:pt>
                <c:pt idx="297">
                  <c:v>0.63219877833950555</c:v>
                </c:pt>
                <c:pt idx="298">
                  <c:v>0.63369169938332415</c:v>
                </c:pt>
                <c:pt idx="299">
                  <c:v>0.634154077211181</c:v>
                </c:pt>
                <c:pt idx="300">
                  <c:v>0.63556850635566176</c:v>
                </c:pt>
                <c:pt idx="301">
                  <c:v>0.63356236651647724</c:v>
                </c:pt>
                <c:pt idx="302">
                  <c:v>0.63499910890149547</c:v>
                </c:pt>
                <c:pt idx="303">
                  <c:v>0.63508257643080535</c:v>
                </c:pt>
                <c:pt idx="304">
                  <c:v>0.63546764014012869</c:v>
                </c:pt>
                <c:pt idx="305">
                  <c:v>0.63521944700228028</c:v>
                </c:pt>
                <c:pt idx="306">
                  <c:v>0.63703586693497627</c:v>
                </c:pt>
                <c:pt idx="307">
                  <c:v>0.6329881663555752</c:v>
                </c:pt>
                <c:pt idx="308">
                  <c:v>0.63561634459629035</c:v>
                </c:pt>
                <c:pt idx="309">
                  <c:v>0.63551097772144871</c:v>
                </c:pt>
                <c:pt idx="310">
                  <c:v>0.63672633876857987</c:v>
                </c:pt>
                <c:pt idx="311">
                  <c:v>0.63538678542561455</c:v>
                </c:pt>
                <c:pt idx="312">
                  <c:v>0.63534743816433947</c:v>
                </c:pt>
                <c:pt idx="313">
                  <c:v>0.63628598601802056</c:v>
                </c:pt>
                <c:pt idx="314">
                  <c:v>0.63638546969411303</c:v>
                </c:pt>
                <c:pt idx="315">
                  <c:v>0.6362892916439189</c:v>
                </c:pt>
                <c:pt idx="316">
                  <c:v>0.63626213559648181</c:v>
                </c:pt>
                <c:pt idx="317">
                  <c:v>0.63741824924524904</c:v>
                </c:pt>
                <c:pt idx="318">
                  <c:v>0.63707387627948375</c:v>
                </c:pt>
                <c:pt idx="319">
                  <c:v>0.63654234441949265</c:v>
                </c:pt>
                <c:pt idx="320">
                  <c:v>0.63738304913432531</c:v>
                </c:pt>
                <c:pt idx="321">
                  <c:v>0.63678793468909911</c:v>
                </c:pt>
                <c:pt idx="322">
                  <c:v>0.6367993285922523</c:v>
                </c:pt>
                <c:pt idx="323">
                  <c:v>0.63405090219679683</c:v>
                </c:pt>
                <c:pt idx="324">
                  <c:v>0.63653162569571242</c:v>
                </c:pt>
                <c:pt idx="325">
                  <c:v>0.63513252334642312</c:v>
                </c:pt>
                <c:pt idx="326">
                  <c:v>0.63748224649751895</c:v>
                </c:pt>
                <c:pt idx="327">
                  <c:v>0.63893921238315765</c:v>
                </c:pt>
                <c:pt idx="328">
                  <c:v>0.63514947603306149</c:v>
                </c:pt>
                <c:pt idx="329">
                  <c:v>0.6382554913622327</c:v>
                </c:pt>
                <c:pt idx="330">
                  <c:v>0.63752553901186049</c:v>
                </c:pt>
                <c:pt idx="331">
                  <c:v>0.63862240544993898</c:v>
                </c:pt>
                <c:pt idx="332">
                  <c:v>0.62288365419314684</c:v>
                </c:pt>
                <c:pt idx="333">
                  <c:v>0.63748586892850267</c:v>
                </c:pt>
                <c:pt idx="334">
                  <c:v>0.63771014742650234</c:v>
                </c:pt>
                <c:pt idx="335">
                  <c:v>0.63560294231380665</c:v>
                </c:pt>
                <c:pt idx="336">
                  <c:v>0.63801272331304426</c:v>
                </c:pt>
                <c:pt idx="337">
                  <c:v>0.63802308261088547</c:v>
                </c:pt>
                <c:pt idx="338">
                  <c:v>0.63821975654790408</c:v>
                </c:pt>
                <c:pt idx="339">
                  <c:v>0.63788653466403378</c:v>
                </c:pt>
                <c:pt idx="340">
                  <c:v>0.63803648308668293</c:v>
                </c:pt>
                <c:pt idx="341">
                  <c:v>0.6385009162531835</c:v>
                </c:pt>
                <c:pt idx="342">
                  <c:v>0.63782028882380226</c:v>
                </c:pt>
                <c:pt idx="343">
                  <c:v>0.63777128485678014</c:v>
                </c:pt>
                <c:pt idx="344">
                  <c:v>0.63812169882733039</c:v>
                </c:pt>
                <c:pt idx="345">
                  <c:v>0.63863277050528056</c:v>
                </c:pt>
                <c:pt idx="346">
                  <c:v>0.63896196755097101</c:v>
                </c:pt>
                <c:pt idx="347">
                  <c:v>0.6370291214755105</c:v>
                </c:pt>
                <c:pt idx="348">
                  <c:v>0.63899257248425889</c:v>
                </c:pt>
                <c:pt idx="349">
                  <c:v>0.63943940429391566</c:v>
                </c:pt>
                <c:pt idx="350">
                  <c:v>0.6394563072777405</c:v>
                </c:pt>
                <c:pt idx="351">
                  <c:v>0.63904557303333331</c:v>
                </c:pt>
                <c:pt idx="352">
                  <c:v>0.63847579187831027</c:v>
                </c:pt>
                <c:pt idx="353">
                  <c:v>0.64029449888525958</c:v>
                </c:pt>
                <c:pt idx="354">
                  <c:v>0.63885627918051291</c:v>
                </c:pt>
                <c:pt idx="355">
                  <c:v>0.63829211235472083</c:v>
                </c:pt>
                <c:pt idx="356">
                  <c:v>0.63691685249947727</c:v>
                </c:pt>
                <c:pt idx="357">
                  <c:v>0.6382270233691425</c:v>
                </c:pt>
                <c:pt idx="358">
                  <c:v>0.63704689756767996</c:v>
                </c:pt>
                <c:pt idx="359">
                  <c:v>0.63634085830704523</c:v>
                </c:pt>
                <c:pt idx="360">
                  <c:v>0.63763008408110777</c:v>
                </c:pt>
                <c:pt idx="361">
                  <c:v>0.63773053362597043</c:v>
                </c:pt>
                <c:pt idx="362">
                  <c:v>0.63793671012895559</c:v>
                </c:pt>
                <c:pt idx="363">
                  <c:v>0.63839366769688999</c:v>
                </c:pt>
                <c:pt idx="364">
                  <c:v>0.63326421499867847</c:v>
                </c:pt>
                <c:pt idx="365">
                  <c:v>0.63828009368443306</c:v>
                </c:pt>
                <c:pt idx="366">
                  <c:v>0.63894876135039813</c:v>
                </c:pt>
                <c:pt idx="367">
                  <c:v>0.6395910396603206</c:v>
                </c:pt>
                <c:pt idx="368">
                  <c:v>0.63972659686962685</c:v>
                </c:pt>
                <c:pt idx="369">
                  <c:v>0.63997763184192091</c:v>
                </c:pt>
                <c:pt idx="370">
                  <c:v>0.63983381096904002</c:v>
                </c:pt>
                <c:pt idx="371">
                  <c:v>0.63119106141661463</c:v>
                </c:pt>
                <c:pt idx="372">
                  <c:v>0.63905748233782911</c:v>
                </c:pt>
                <c:pt idx="373">
                  <c:v>0.64000168372439825</c:v>
                </c:pt>
                <c:pt idx="374">
                  <c:v>0.63872050173269557</c:v>
                </c:pt>
                <c:pt idx="375">
                  <c:v>0.63986327793157904</c:v>
                </c:pt>
                <c:pt idx="376">
                  <c:v>0.63990219678913973</c:v>
                </c:pt>
                <c:pt idx="377">
                  <c:v>0.6405683918393924</c:v>
                </c:pt>
                <c:pt idx="378">
                  <c:v>0.63917970793655854</c:v>
                </c:pt>
                <c:pt idx="379">
                  <c:v>0.64052059913233472</c:v>
                </c:pt>
                <c:pt idx="380">
                  <c:v>0.63980306393306852</c:v>
                </c:pt>
                <c:pt idx="381">
                  <c:v>0.64010636220354389</c:v>
                </c:pt>
                <c:pt idx="382">
                  <c:v>0.63995419591119529</c:v>
                </c:pt>
                <c:pt idx="383">
                  <c:v>0.6408429386882204</c:v>
                </c:pt>
                <c:pt idx="384">
                  <c:v>0.64161355556472677</c:v>
                </c:pt>
                <c:pt idx="385">
                  <c:v>0.64293643260035616</c:v>
                </c:pt>
                <c:pt idx="386">
                  <c:v>0.64219975269608232</c:v>
                </c:pt>
                <c:pt idx="387">
                  <c:v>0.62934439101374662</c:v>
                </c:pt>
                <c:pt idx="388">
                  <c:v>0.63750229346158505</c:v>
                </c:pt>
                <c:pt idx="389">
                  <c:v>0.64124592174036987</c:v>
                </c:pt>
                <c:pt idx="390">
                  <c:v>0.64220633776756342</c:v>
                </c:pt>
                <c:pt idx="391">
                  <c:v>0.64147034875699327</c:v>
                </c:pt>
                <c:pt idx="392">
                  <c:v>0.63929864647677326</c:v>
                </c:pt>
                <c:pt idx="393">
                  <c:v>0.64120422855924741</c:v>
                </c:pt>
                <c:pt idx="394">
                  <c:v>0.64164476089340727</c:v>
                </c:pt>
                <c:pt idx="395">
                  <c:v>0.64217522611939715</c:v>
                </c:pt>
                <c:pt idx="396">
                  <c:v>0.64257025790461664</c:v>
                </c:pt>
                <c:pt idx="397">
                  <c:v>0.64250361772222053</c:v>
                </c:pt>
                <c:pt idx="398">
                  <c:v>0.6351176161490637</c:v>
                </c:pt>
                <c:pt idx="399">
                  <c:v>0.64252112319368881</c:v>
                </c:pt>
                <c:pt idx="400">
                  <c:v>0.64208693322617361</c:v>
                </c:pt>
                <c:pt idx="401">
                  <c:v>0.63258206770740899</c:v>
                </c:pt>
                <c:pt idx="402">
                  <c:v>0.64177950669786876</c:v>
                </c:pt>
                <c:pt idx="403">
                  <c:v>0.64270248428500087</c:v>
                </c:pt>
                <c:pt idx="404">
                  <c:v>0.64290916143606058</c:v>
                </c:pt>
                <c:pt idx="405">
                  <c:v>0.64363410260201614</c:v>
                </c:pt>
                <c:pt idx="406">
                  <c:v>0.64403187247974791</c:v>
                </c:pt>
                <c:pt idx="407">
                  <c:v>0.6436816473081669</c:v>
                </c:pt>
                <c:pt idx="408">
                  <c:v>0.638847696562862</c:v>
                </c:pt>
                <c:pt idx="409">
                  <c:v>0.64355633756284325</c:v>
                </c:pt>
                <c:pt idx="410">
                  <c:v>0.64271755569527744</c:v>
                </c:pt>
                <c:pt idx="411">
                  <c:v>0.64362750542642377</c:v>
                </c:pt>
                <c:pt idx="412">
                  <c:v>0.64300385761648637</c:v>
                </c:pt>
                <c:pt idx="413">
                  <c:v>0.64323072339165621</c:v>
                </c:pt>
                <c:pt idx="414">
                  <c:v>0.64350261151759647</c:v>
                </c:pt>
                <c:pt idx="415">
                  <c:v>0.64151933237496028</c:v>
                </c:pt>
                <c:pt idx="416">
                  <c:v>0.64260845877708217</c:v>
                </c:pt>
                <c:pt idx="417">
                  <c:v>0.64549912539058407</c:v>
                </c:pt>
                <c:pt idx="418">
                  <c:v>0.64297851465960876</c:v>
                </c:pt>
                <c:pt idx="419">
                  <c:v>0.64357378997808401</c:v>
                </c:pt>
                <c:pt idx="420">
                  <c:v>0.64312807653013837</c:v>
                </c:pt>
                <c:pt idx="421">
                  <c:v>0.64265068773789025</c:v>
                </c:pt>
                <c:pt idx="422">
                  <c:v>0.64290686652052853</c:v>
                </c:pt>
                <c:pt idx="423">
                  <c:v>0.64401526165472345</c:v>
                </c:pt>
                <c:pt idx="424">
                  <c:v>0.642963157136897</c:v>
                </c:pt>
                <c:pt idx="425">
                  <c:v>0.64302089860307399</c:v>
                </c:pt>
                <c:pt idx="426">
                  <c:v>0.64340722852536014</c:v>
                </c:pt>
                <c:pt idx="427">
                  <c:v>0.64377799658586043</c:v>
                </c:pt>
                <c:pt idx="428">
                  <c:v>0.64319495244055291</c:v>
                </c:pt>
                <c:pt idx="429">
                  <c:v>0.64538382046847054</c:v>
                </c:pt>
                <c:pt idx="430">
                  <c:v>0.64672139996230749</c:v>
                </c:pt>
                <c:pt idx="431">
                  <c:v>0.64718658137176943</c:v>
                </c:pt>
                <c:pt idx="432">
                  <c:v>0.64663228692189401</c:v>
                </c:pt>
                <c:pt idx="433">
                  <c:v>0.64791439330040868</c:v>
                </c:pt>
                <c:pt idx="434">
                  <c:v>0.6482070539992294</c:v>
                </c:pt>
                <c:pt idx="435">
                  <c:v>0.64847848327202273</c:v>
                </c:pt>
                <c:pt idx="436">
                  <c:v>0.64752782961666666</c:v>
                </c:pt>
                <c:pt idx="437">
                  <c:v>0.64725815663273156</c:v>
                </c:pt>
                <c:pt idx="438">
                  <c:v>0.64769041090450252</c:v>
                </c:pt>
                <c:pt idx="439">
                  <c:v>0.6467403592740717</c:v>
                </c:pt>
                <c:pt idx="440">
                  <c:v>0.64785518490903127</c:v>
                </c:pt>
                <c:pt idx="441">
                  <c:v>0.64833527659023182</c:v>
                </c:pt>
                <c:pt idx="442">
                  <c:v>0.64772918977318816</c:v>
                </c:pt>
                <c:pt idx="443">
                  <c:v>0.6478764880365272</c:v>
                </c:pt>
                <c:pt idx="444">
                  <c:v>0.65051071284193507</c:v>
                </c:pt>
                <c:pt idx="445">
                  <c:v>0.64788402123675837</c:v>
                </c:pt>
                <c:pt idx="446">
                  <c:v>0.63621741947806898</c:v>
                </c:pt>
                <c:pt idx="447">
                  <c:v>0.64748475405351769</c:v>
                </c:pt>
                <c:pt idx="448">
                  <c:v>0.64756670919163895</c:v>
                </c:pt>
                <c:pt idx="449">
                  <c:v>0.64727948956362813</c:v>
                </c:pt>
                <c:pt idx="450">
                  <c:v>0.6478918010836231</c:v>
                </c:pt>
                <c:pt idx="451">
                  <c:v>0.64724032635399065</c:v>
                </c:pt>
                <c:pt idx="452">
                  <c:v>0.64718529477504705</c:v>
                </c:pt>
                <c:pt idx="453">
                  <c:v>0.64815378678175772</c:v>
                </c:pt>
                <c:pt idx="454">
                  <c:v>0.64183537720161044</c:v>
                </c:pt>
                <c:pt idx="455">
                  <c:v>0.64617844805498881</c:v>
                </c:pt>
                <c:pt idx="456">
                  <c:v>0.64573129419735487</c:v>
                </c:pt>
                <c:pt idx="457">
                  <c:v>0.64635581455982971</c:v>
                </c:pt>
                <c:pt idx="458">
                  <c:v>0.64674908304319045</c:v>
                </c:pt>
                <c:pt idx="459">
                  <c:v>0.64609029627090631</c:v>
                </c:pt>
                <c:pt idx="460">
                  <c:v>0.64564437068200231</c:v>
                </c:pt>
                <c:pt idx="461">
                  <c:v>0.64624854486037675</c:v>
                </c:pt>
                <c:pt idx="462">
                  <c:v>0.6457275925838446</c:v>
                </c:pt>
                <c:pt idx="463">
                  <c:v>0.64107413869284957</c:v>
                </c:pt>
                <c:pt idx="464">
                  <c:v>0.64682701952684019</c:v>
                </c:pt>
                <c:pt idx="465">
                  <c:v>0.64637112429249677</c:v>
                </c:pt>
                <c:pt idx="466">
                  <c:v>0.64686130625304294</c:v>
                </c:pt>
                <c:pt idx="467">
                  <c:v>0.64602902092985715</c:v>
                </c:pt>
                <c:pt idx="468">
                  <c:v>0.64720837694883282</c:v>
                </c:pt>
                <c:pt idx="469">
                  <c:v>0.64624046431612414</c:v>
                </c:pt>
                <c:pt idx="470">
                  <c:v>0.64698503780397365</c:v>
                </c:pt>
                <c:pt idx="471">
                  <c:v>0.64367853800543551</c:v>
                </c:pt>
                <c:pt idx="472">
                  <c:v>0.64861833384317324</c:v>
                </c:pt>
                <c:pt idx="473">
                  <c:v>0.64789759252109635</c:v>
                </c:pt>
                <c:pt idx="474">
                  <c:v>0.64769273945974226</c:v>
                </c:pt>
                <c:pt idx="475">
                  <c:v>0.64693776242579681</c:v>
                </c:pt>
                <c:pt idx="476">
                  <c:v>0.64859856820140849</c:v>
                </c:pt>
                <c:pt idx="477">
                  <c:v>0.64772577093456141</c:v>
                </c:pt>
                <c:pt idx="478">
                  <c:v>0.6479441411495932</c:v>
                </c:pt>
                <c:pt idx="479">
                  <c:v>0.64786912591093671</c:v>
                </c:pt>
                <c:pt idx="480">
                  <c:v>0.64682918484304164</c:v>
                </c:pt>
                <c:pt idx="481">
                  <c:v>0.64711410313365014</c:v>
                </c:pt>
                <c:pt idx="482">
                  <c:v>0.64786638580621658</c:v>
                </c:pt>
                <c:pt idx="483">
                  <c:v>0.64113808307242892</c:v>
                </c:pt>
                <c:pt idx="484">
                  <c:v>0.64685323613879842</c:v>
                </c:pt>
                <c:pt idx="485">
                  <c:v>0.64652056992687235</c:v>
                </c:pt>
                <c:pt idx="486">
                  <c:v>0.6471998600821508</c:v>
                </c:pt>
                <c:pt idx="487">
                  <c:v>0.63605382319297699</c:v>
                </c:pt>
                <c:pt idx="488">
                  <c:v>0.64629604854265355</c:v>
                </c:pt>
                <c:pt idx="489">
                  <c:v>0.64657396146436097</c:v>
                </c:pt>
                <c:pt idx="490">
                  <c:v>0.64776153672133252</c:v>
                </c:pt>
                <c:pt idx="491">
                  <c:v>0.64877108970808739</c:v>
                </c:pt>
                <c:pt idx="492">
                  <c:v>0.64801846358962611</c:v>
                </c:pt>
                <c:pt idx="493">
                  <c:v>0.64149701111740032</c:v>
                </c:pt>
                <c:pt idx="494">
                  <c:v>0.64907691271097934</c:v>
                </c:pt>
                <c:pt idx="495">
                  <c:v>0.64834568066776177</c:v>
                </c:pt>
                <c:pt idx="496">
                  <c:v>0.64857611001095672</c:v>
                </c:pt>
                <c:pt idx="497">
                  <c:v>0.6485209283606117</c:v>
                </c:pt>
                <c:pt idx="498">
                  <c:v>0.6492684842458829</c:v>
                </c:pt>
                <c:pt idx="499">
                  <c:v>0.64914176329541551</c:v>
                </c:pt>
                <c:pt idx="500">
                  <c:v>0.6384311151390758</c:v>
                </c:pt>
                <c:pt idx="501">
                  <c:v>0.64742803201204024</c:v>
                </c:pt>
                <c:pt idx="502">
                  <c:v>0.64904699024982326</c:v>
                </c:pt>
                <c:pt idx="503">
                  <c:v>0.64945378528294495</c:v>
                </c:pt>
                <c:pt idx="504">
                  <c:v>0.64012122679125349</c:v>
                </c:pt>
                <c:pt idx="505">
                  <c:v>0.64856877508375077</c:v>
                </c:pt>
                <c:pt idx="506">
                  <c:v>0.64904013498775093</c:v>
                </c:pt>
                <c:pt idx="507">
                  <c:v>0.64932821782915351</c:v>
                </c:pt>
                <c:pt idx="508">
                  <c:v>0.64701514456475462</c:v>
                </c:pt>
                <c:pt idx="509">
                  <c:v>0.64921872290959048</c:v>
                </c:pt>
                <c:pt idx="510">
                  <c:v>0.65001616820209596</c:v>
                </c:pt>
                <c:pt idx="511">
                  <c:v>0.64990587055351401</c:v>
                </c:pt>
                <c:pt idx="512">
                  <c:v>0.64992133137594377</c:v>
                </c:pt>
                <c:pt idx="513">
                  <c:v>0.64974727758372719</c:v>
                </c:pt>
                <c:pt idx="514">
                  <c:v>0.64935851658499344</c:v>
                </c:pt>
                <c:pt idx="515">
                  <c:v>0.63799923085105514</c:v>
                </c:pt>
                <c:pt idx="516">
                  <c:v>0.64836739607166205</c:v>
                </c:pt>
                <c:pt idx="517">
                  <c:v>0.64855598177698892</c:v>
                </c:pt>
                <c:pt idx="518">
                  <c:v>0.64820846374011543</c:v>
                </c:pt>
                <c:pt idx="519">
                  <c:v>0.63614750556447863</c:v>
                </c:pt>
                <c:pt idx="520">
                  <c:v>0.64879845201137543</c:v>
                </c:pt>
                <c:pt idx="521">
                  <c:v>0.64779214251443462</c:v>
                </c:pt>
                <c:pt idx="522">
                  <c:v>0.64799994785377546</c:v>
                </c:pt>
                <c:pt idx="523">
                  <c:v>0.63527231658953565</c:v>
                </c:pt>
                <c:pt idx="524">
                  <c:v>0.64707232317971342</c:v>
                </c:pt>
                <c:pt idx="525">
                  <c:v>0.64786402755548922</c:v>
                </c:pt>
                <c:pt idx="526">
                  <c:v>0.6473233185885926</c:v>
                </c:pt>
                <c:pt idx="527">
                  <c:v>0.6433737975004481</c:v>
                </c:pt>
                <c:pt idx="528">
                  <c:v>0.64694231285389525</c:v>
                </c:pt>
                <c:pt idx="529">
                  <c:v>0.64804919100967362</c:v>
                </c:pt>
                <c:pt idx="530">
                  <c:v>0.6481048296614863</c:v>
                </c:pt>
                <c:pt idx="531">
                  <c:v>0.64817200358313998</c:v>
                </c:pt>
                <c:pt idx="532">
                  <c:v>0.64748112330415375</c:v>
                </c:pt>
                <c:pt idx="533">
                  <c:v>0.64839757655255137</c:v>
                </c:pt>
                <c:pt idx="534">
                  <c:v>0.6494028825915088</c:v>
                </c:pt>
                <c:pt idx="535">
                  <c:v>0.64614637165502309</c:v>
                </c:pt>
                <c:pt idx="536">
                  <c:v>0.64865415071716659</c:v>
                </c:pt>
                <c:pt idx="537">
                  <c:v>0.64982673806382185</c:v>
                </c:pt>
                <c:pt idx="538">
                  <c:v>0.65001223532121311</c:v>
                </c:pt>
                <c:pt idx="539">
                  <c:v>0.64842145544996477</c:v>
                </c:pt>
                <c:pt idx="540">
                  <c:v>0.6492351845437524</c:v>
                </c:pt>
                <c:pt idx="541">
                  <c:v>0.6489068598688742</c:v>
                </c:pt>
                <c:pt idx="542">
                  <c:v>0.64945739175311923</c:v>
                </c:pt>
                <c:pt idx="543">
                  <c:v>0.64961178483649196</c:v>
                </c:pt>
                <c:pt idx="544">
                  <c:v>0.64483838984731301</c:v>
                </c:pt>
                <c:pt idx="545">
                  <c:v>0.64970655430890123</c:v>
                </c:pt>
                <c:pt idx="546">
                  <c:v>0.65046911841890365</c:v>
                </c:pt>
                <c:pt idx="547">
                  <c:v>0.65037222217827106</c:v>
                </c:pt>
                <c:pt idx="548">
                  <c:v>0.6501343128724002</c:v>
                </c:pt>
                <c:pt idx="549">
                  <c:v>0.64764024215928007</c:v>
                </c:pt>
                <c:pt idx="550">
                  <c:v>0.6495719868985268</c:v>
                </c:pt>
                <c:pt idx="551">
                  <c:v>0.65031113101564642</c:v>
                </c:pt>
                <c:pt idx="552">
                  <c:v>0.6429161246891657</c:v>
                </c:pt>
                <c:pt idx="553">
                  <c:v>0.64997722375727618</c:v>
                </c:pt>
                <c:pt idx="554">
                  <c:v>0.64815201864403305</c:v>
                </c:pt>
                <c:pt idx="555">
                  <c:v>0.64964310167077211</c:v>
                </c:pt>
                <c:pt idx="556">
                  <c:v>0.64931948946420093</c:v>
                </c:pt>
                <c:pt idx="557">
                  <c:v>0.64631048831979365</c:v>
                </c:pt>
                <c:pt idx="558">
                  <c:v>0.65063593752941262</c:v>
                </c:pt>
                <c:pt idx="559">
                  <c:v>0.65052296889386341</c:v>
                </c:pt>
                <c:pt idx="560">
                  <c:v>0.65079791512750884</c:v>
                </c:pt>
                <c:pt idx="561">
                  <c:v>0.65085268363390991</c:v>
                </c:pt>
                <c:pt idx="562">
                  <c:v>0.65115760867871486</c:v>
                </c:pt>
                <c:pt idx="563">
                  <c:v>0.65125155141361379</c:v>
                </c:pt>
                <c:pt idx="564">
                  <c:v>0.65108582796425352</c:v>
                </c:pt>
                <c:pt idx="565">
                  <c:v>0.6512614186840453</c:v>
                </c:pt>
                <c:pt idx="566">
                  <c:v>0.64231609952716828</c:v>
                </c:pt>
                <c:pt idx="567">
                  <c:v>0.65061117939931223</c:v>
                </c:pt>
                <c:pt idx="568">
                  <c:v>0.65079490541415985</c:v>
                </c:pt>
                <c:pt idx="569">
                  <c:v>0.64779153021974201</c:v>
                </c:pt>
                <c:pt idx="570">
                  <c:v>0.65035007233538855</c:v>
                </c:pt>
                <c:pt idx="571">
                  <c:v>0.65088630287295035</c:v>
                </c:pt>
                <c:pt idx="572">
                  <c:v>0.6447762941780093</c:v>
                </c:pt>
                <c:pt idx="573">
                  <c:v>0.64995509356279346</c:v>
                </c:pt>
                <c:pt idx="574">
                  <c:v>0.65120916131300655</c:v>
                </c:pt>
                <c:pt idx="575">
                  <c:v>0.65065360482283474</c:v>
                </c:pt>
                <c:pt idx="576">
                  <c:v>0.64708961490107342</c:v>
                </c:pt>
                <c:pt idx="577">
                  <c:v>0.65049329451806082</c:v>
                </c:pt>
                <c:pt idx="578">
                  <c:v>0.65244440617398225</c:v>
                </c:pt>
                <c:pt idx="579">
                  <c:v>0.65078155955609751</c:v>
                </c:pt>
                <c:pt idx="580">
                  <c:v>0.64408222918319646</c:v>
                </c:pt>
                <c:pt idx="581">
                  <c:v>0.65065941069765165</c:v>
                </c:pt>
                <c:pt idx="582">
                  <c:v>0.65130551948398763</c:v>
                </c:pt>
                <c:pt idx="583">
                  <c:v>0.65015127725704291</c:v>
                </c:pt>
                <c:pt idx="584">
                  <c:v>0.64384412736603269</c:v>
                </c:pt>
                <c:pt idx="585">
                  <c:v>0.65049647898597218</c:v>
                </c:pt>
                <c:pt idx="586">
                  <c:v>0.64996446773273642</c:v>
                </c:pt>
                <c:pt idx="587">
                  <c:v>0.65048611650057009</c:v>
                </c:pt>
                <c:pt idx="588">
                  <c:v>0.64988264281997088</c:v>
                </c:pt>
                <c:pt idx="589">
                  <c:v>0.65010632275064006</c:v>
                </c:pt>
                <c:pt idx="590">
                  <c:v>0.65035151879498354</c:v>
                </c:pt>
              </c:numCache>
            </c:numRef>
          </c:yVal>
          <c:smooth val="0"/>
          <c:extLst>
            <c:ext xmlns:c16="http://schemas.microsoft.com/office/drawing/2014/chart" uri="{C3380CC4-5D6E-409C-BE32-E72D297353CC}">
              <c16:uniqueId val="{00000002-F418-4E82-AEA0-F6712B301903}"/>
            </c:ext>
          </c:extLst>
        </c:ser>
        <c:ser>
          <c:idx val="3"/>
          <c:order val="3"/>
          <c:tx>
            <c:strRef>
              <c:f>Presentation!$BK$1</c:f>
              <c:strCache>
                <c:ptCount val="1"/>
                <c:pt idx="0">
                  <c:v>NF270_MC2_061114_S3CaCl3</c:v>
                </c:pt>
              </c:strCache>
            </c:strRef>
          </c:tx>
          <c:spPr>
            <a:ln w="38100">
              <a:noFill/>
            </a:ln>
          </c:spPr>
          <c:marker>
            <c:symbol val="x"/>
            <c:size val="2"/>
          </c:marker>
          <c:xVal>
            <c:numRef>
              <c:f>Presentation!$BL$13:$BL$2419</c:f>
              <c:numCache>
                <c:formatCode>General</c:formatCode>
                <c:ptCount val="2407"/>
                <c:pt idx="0">
                  <c:v>236.54</c:v>
                </c:pt>
                <c:pt idx="1">
                  <c:v>236.52</c:v>
                </c:pt>
                <c:pt idx="2">
                  <c:v>236.54</c:v>
                </c:pt>
                <c:pt idx="3">
                  <c:v>236.52</c:v>
                </c:pt>
                <c:pt idx="4">
                  <c:v>236.53</c:v>
                </c:pt>
                <c:pt idx="5">
                  <c:v>236.52</c:v>
                </c:pt>
                <c:pt idx="6">
                  <c:v>236.76</c:v>
                </c:pt>
                <c:pt idx="7">
                  <c:v>236.78</c:v>
                </c:pt>
                <c:pt idx="8">
                  <c:v>236.64</c:v>
                </c:pt>
                <c:pt idx="9">
                  <c:v>236.72000000000003</c:v>
                </c:pt>
                <c:pt idx="10">
                  <c:v>236.84</c:v>
                </c:pt>
                <c:pt idx="11">
                  <c:v>236.65</c:v>
                </c:pt>
                <c:pt idx="12">
                  <c:v>236.65</c:v>
                </c:pt>
                <c:pt idx="13">
                  <c:v>236.63</c:v>
                </c:pt>
                <c:pt idx="14">
                  <c:v>236.68</c:v>
                </c:pt>
                <c:pt idx="15">
                  <c:v>236.63</c:v>
                </c:pt>
                <c:pt idx="16">
                  <c:v>236.92</c:v>
                </c:pt>
                <c:pt idx="17">
                  <c:v>236.77</c:v>
                </c:pt>
                <c:pt idx="18">
                  <c:v>236.68</c:v>
                </c:pt>
                <c:pt idx="19">
                  <c:v>237.28</c:v>
                </c:pt>
                <c:pt idx="20">
                  <c:v>237.33</c:v>
                </c:pt>
                <c:pt idx="21">
                  <c:v>237.33</c:v>
                </c:pt>
                <c:pt idx="22">
                  <c:v>237.19</c:v>
                </c:pt>
                <c:pt idx="23">
                  <c:v>237.1</c:v>
                </c:pt>
                <c:pt idx="24">
                  <c:v>237.51</c:v>
                </c:pt>
                <c:pt idx="25">
                  <c:v>237.24</c:v>
                </c:pt>
                <c:pt idx="26">
                  <c:v>237.52</c:v>
                </c:pt>
                <c:pt idx="27">
                  <c:v>237.06</c:v>
                </c:pt>
                <c:pt idx="28">
                  <c:v>237.5</c:v>
                </c:pt>
                <c:pt idx="29">
                  <c:v>237.22</c:v>
                </c:pt>
                <c:pt idx="30">
                  <c:v>237.37</c:v>
                </c:pt>
                <c:pt idx="31">
                  <c:v>237.43</c:v>
                </c:pt>
                <c:pt idx="32">
                  <c:v>237.44000000000003</c:v>
                </c:pt>
                <c:pt idx="33">
                  <c:v>237.51</c:v>
                </c:pt>
                <c:pt idx="34">
                  <c:v>237.56</c:v>
                </c:pt>
                <c:pt idx="35">
                  <c:v>237.64</c:v>
                </c:pt>
                <c:pt idx="36">
                  <c:v>237.67</c:v>
                </c:pt>
                <c:pt idx="37">
                  <c:v>237.74</c:v>
                </c:pt>
                <c:pt idx="38">
                  <c:v>237.76</c:v>
                </c:pt>
                <c:pt idx="39">
                  <c:v>237.8</c:v>
                </c:pt>
                <c:pt idx="40">
                  <c:v>237.84</c:v>
                </c:pt>
                <c:pt idx="41">
                  <c:v>237.88</c:v>
                </c:pt>
                <c:pt idx="42">
                  <c:v>237.91</c:v>
                </c:pt>
                <c:pt idx="43">
                  <c:v>237.96</c:v>
                </c:pt>
                <c:pt idx="44">
                  <c:v>237.96</c:v>
                </c:pt>
                <c:pt idx="45">
                  <c:v>238.02</c:v>
                </c:pt>
                <c:pt idx="46">
                  <c:v>237.97</c:v>
                </c:pt>
                <c:pt idx="47">
                  <c:v>238.21</c:v>
                </c:pt>
                <c:pt idx="48">
                  <c:v>237.98</c:v>
                </c:pt>
                <c:pt idx="49">
                  <c:v>238.06</c:v>
                </c:pt>
                <c:pt idx="50">
                  <c:v>238.35</c:v>
                </c:pt>
                <c:pt idx="51">
                  <c:v>238.1</c:v>
                </c:pt>
                <c:pt idx="52">
                  <c:v>238.29</c:v>
                </c:pt>
                <c:pt idx="53">
                  <c:v>238</c:v>
                </c:pt>
                <c:pt idx="54">
                  <c:v>238.63</c:v>
                </c:pt>
                <c:pt idx="55">
                  <c:v>238.77</c:v>
                </c:pt>
                <c:pt idx="56">
                  <c:v>238.69000000000003</c:v>
                </c:pt>
                <c:pt idx="57">
                  <c:v>238.37</c:v>
                </c:pt>
                <c:pt idx="58">
                  <c:v>238.69000000000003</c:v>
                </c:pt>
                <c:pt idx="59">
                  <c:v>238.82</c:v>
                </c:pt>
                <c:pt idx="60">
                  <c:v>238.74</c:v>
                </c:pt>
                <c:pt idx="61">
                  <c:v>238.81</c:v>
                </c:pt>
                <c:pt idx="62">
                  <c:v>238.53</c:v>
                </c:pt>
                <c:pt idx="63">
                  <c:v>238.63</c:v>
                </c:pt>
                <c:pt idx="64">
                  <c:v>238.67</c:v>
                </c:pt>
                <c:pt idx="65">
                  <c:v>238.72</c:v>
                </c:pt>
                <c:pt idx="66">
                  <c:v>238.74</c:v>
                </c:pt>
                <c:pt idx="67">
                  <c:v>238.82</c:v>
                </c:pt>
                <c:pt idx="68">
                  <c:v>238.82</c:v>
                </c:pt>
                <c:pt idx="69">
                  <c:v>238.89</c:v>
                </c:pt>
                <c:pt idx="70">
                  <c:v>238.92</c:v>
                </c:pt>
                <c:pt idx="71">
                  <c:v>238.97</c:v>
                </c:pt>
                <c:pt idx="72">
                  <c:v>238.99</c:v>
                </c:pt>
                <c:pt idx="73">
                  <c:v>239.03</c:v>
                </c:pt>
                <c:pt idx="74">
                  <c:v>239.09</c:v>
                </c:pt>
                <c:pt idx="75">
                  <c:v>239.13</c:v>
                </c:pt>
                <c:pt idx="76">
                  <c:v>239.17</c:v>
                </c:pt>
                <c:pt idx="77">
                  <c:v>239.19000000000003</c:v>
                </c:pt>
                <c:pt idx="78">
                  <c:v>239.22</c:v>
                </c:pt>
                <c:pt idx="79">
                  <c:v>239.4</c:v>
                </c:pt>
                <c:pt idx="80">
                  <c:v>239.19000000000003</c:v>
                </c:pt>
                <c:pt idx="81">
                  <c:v>239.53</c:v>
                </c:pt>
                <c:pt idx="82">
                  <c:v>239.49</c:v>
                </c:pt>
                <c:pt idx="83">
                  <c:v>239.67</c:v>
                </c:pt>
                <c:pt idx="84">
                  <c:v>239.42</c:v>
                </c:pt>
                <c:pt idx="85">
                  <c:v>239.48</c:v>
                </c:pt>
                <c:pt idx="86">
                  <c:v>239.32</c:v>
                </c:pt>
                <c:pt idx="87">
                  <c:v>239.97</c:v>
                </c:pt>
                <c:pt idx="88">
                  <c:v>239.27</c:v>
                </c:pt>
                <c:pt idx="89">
                  <c:v>239.52</c:v>
                </c:pt>
                <c:pt idx="90">
                  <c:v>240</c:v>
                </c:pt>
                <c:pt idx="91">
                  <c:v>239.43</c:v>
                </c:pt>
                <c:pt idx="92">
                  <c:v>239.66000000000003</c:v>
                </c:pt>
                <c:pt idx="93">
                  <c:v>239.9</c:v>
                </c:pt>
                <c:pt idx="94">
                  <c:v>239.95</c:v>
                </c:pt>
                <c:pt idx="95">
                  <c:v>239.85</c:v>
                </c:pt>
                <c:pt idx="96">
                  <c:v>239.77</c:v>
                </c:pt>
                <c:pt idx="97">
                  <c:v>239.94</c:v>
                </c:pt>
                <c:pt idx="98">
                  <c:v>239.93</c:v>
                </c:pt>
                <c:pt idx="99">
                  <c:v>240.14</c:v>
                </c:pt>
                <c:pt idx="100">
                  <c:v>240.14</c:v>
                </c:pt>
                <c:pt idx="101">
                  <c:v>240.13000000000002</c:v>
                </c:pt>
                <c:pt idx="102">
                  <c:v>240.21</c:v>
                </c:pt>
                <c:pt idx="103">
                  <c:v>240.22</c:v>
                </c:pt>
                <c:pt idx="104">
                  <c:v>240.29</c:v>
                </c:pt>
                <c:pt idx="105">
                  <c:v>240.32</c:v>
                </c:pt>
                <c:pt idx="106">
                  <c:v>240.35999999999999</c:v>
                </c:pt>
                <c:pt idx="107">
                  <c:v>240.39</c:v>
                </c:pt>
                <c:pt idx="108">
                  <c:v>240.44</c:v>
                </c:pt>
                <c:pt idx="109">
                  <c:v>240.49</c:v>
                </c:pt>
                <c:pt idx="110">
                  <c:v>240.53</c:v>
                </c:pt>
                <c:pt idx="111">
                  <c:v>240.6</c:v>
                </c:pt>
                <c:pt idx="112">
                  <c:v>240.54</c:v>
                </c:pt>
                <c:pt idx="113">
                  <c:v>240.69</c:v>
                </c:pt>
                <c:pt idx="114">
                  <c:v>240.84</c:v>
                </c:pt>
                <c:pt idx="115">
                  <c:v>240.88000000000002</c:v>
                </c:pt>
                <c:pt idx="116">
                  <c:v>240.68</c:v>
                </c:pt>
                <c:pt idx="117">
                  <c:v>240.72</c:v>
                </c:pt>
                <c:pt idx="118">
                  <c:v>241.2</c:v>
                </c:pt>
                <c:pt idx="119">
                  <c:v>241.19</c:v>
                </c:pt>
                <c:pt idx="120">
                  <c:v>241.31</c:v>
                </c:pt>
                <c:pt idx="121">
                  <c:v>241.34</c:v>
                </c:pt>
                <c:pt idx="122">
                  <c:v>240.39</c:v>
                </c:pt>
                <c:pt idx="123">
                  <c:v>241.38000000000002</c:v>
                </c:pt>
                <c:pt idx="124">
                  <c:v>241.04</c:v>
                </c:pt>
                <c:pt idx="125">
                  <c:v>241.35999999999999</c:v>
                </c:pt>
                <c:pt idx="126">
                  <c:v>240.74</c:v>
                </c:pt>
                <c:pt idx="127">
                  <c:v>240.98</c:v>
                </c:pt>
                <c:pt idx="128">
                  <c:v>241.44</c:v>
                </c:pt>
                <c:pt idx="129">
                  <c:v>311.47999999999996</c:v>
                </c:pt>
                <c:pt idx="130">
                  <c:v>312.68</c:v>
                </c:pt>
                <c:pt idx="131">
                  <c:v>313.08000000000004</c:v>
                </c:pt>
                <c:pt idx="132">
                  <c:v>314.17</c:v>
                </c:pt>
                <c:pt idx="133">
                  <c:v>316.07</c:v>
                </c:pt>
                <c:pt idx="134">
                  <c:v>318.58999999999997</c:v>
                </c:pt>
                <c:pt idx="135">
                  <c:v>321.26</c:v>
                </c:pt>
                <c:pt idx="136">
                  <c:v>323.28000000000003</c:v>
                </c:pt>
                <c:pt idx="137">
                  <c:v>326.29999999999995</c:v>
                </c:pt>
                <c:pt idx="138">
                  <c:v>329.92</c:v>
                </c:pt>
                <c:pt idx="139">
                  <c:v>333.38</c:v>
                </c:pt>
                <c:pt idx="140">
                  <c:v>337.88</c:v>
                </c:pt>
                <c:pt idx="141">
                  <c:v>342.89</c:v>
                </c:pt>
                <c:pt idx="142">
                  <c:v>345.86</c:v>
                </c:pt>
                <c:pt idx="143">
                  <c:v>347</c:v>
                </c:pt>
                <c:pt idx="144">
                  <c:v>349.26</c:v>
                </c:pt>
                <c:pt idx="145">
                  <c:v>353.89</c:v>
                </c:pt>
                <c:pt idx="146">
                  <c:v>364.42</c:v>
                </c:pt>
                <c:pt idx="147">
                  <c:v>369.92</c:v>
                </c:pt>
                <c:pt idx="148">
                  <c:v>375.90000000000003</c:v>
                </c:pt>
                <c:pt idx="149">
                  <c:v>381.03</c:v>
                </c:pt>
                <c:pt idx="150">
                  <c:v>386.27</c:v>
                </c:pt>
                <c:pt idx="151">
                  <c:v>392.12</c:v>
                </c:pt>
                <c:pt idx="152">
                  <c:v>397.56</c:v>
                </c:pt>
                <c:pt idx="153">
                  <c:v>402.71000000000004</c:v>
                </c:pt>
                <c:pt idx="154">
                  <c:v>407.99</c:v>
                </c:pt>
                <c:pt idx="155">
                  <c:v>413.28</c:v>
                </c:pt>
                <c:pt idx="156">
                  <c:v>418.78</c:v>
                </c:pt>
                <c:pt idx="157">
                  <c:v>423.54</c:v>
                </c:pt>
                <c:pt idx="158">
                  <c:v>429.77</c:v>
                </c:pt>
                <c:pt idx="159">
                  <c:v>435.78</c:v>
                </c:pt>
                <c:pt idx="160">
                  <c:v>442.24</c:v>
                </c:pt>
                <c:pt idx="161">
                  <c:v>448.21</c:v>
                </c:pt>
                <c:pt idx="162">
                  <c:v>453.59</c:v>
                </c:pt>
                <c:pt idx="163">
                  <c:v>460.01</c:v>
                </c:pt>
                <c:pt idx="164">
                  <c:v>466.62</c:v>
                </c:pt>
                <c:pt idx="165">
                  <c:v>472.42</c:v>
                </c:pt>
                <c:pt idx="166">
                  <c:v>479.42</c:v>
                </c:pt>
                <c:pt idx="167">
                  <c:v>485.01</c:v>
                </c:pt>
                <c:pt idx="168">
                  <c:v>491.78</c:v>
                </c:pt>
                <c:pt idx="169">
                  <c:v>498.56</c:v>
                </c:pt>
                <c:pt idx="170">
                  <c:v>505.63</c:v>
                </c:pt>
                <c:pt idx="171">
                  <c:v>511.66999999999996</c:v>
                </c:pt>
                <c:pt idx="172">
                  <c:v>517.71999999999991</c:v>
                </c:pt>
                <c:pt idx="173">
                  <c:v>524.04</c:v>
                </c:pt>
                <c:pt idx="174">
                  <c:v>530.59</c:v>
                </c:pt>
                <c:pt idx="175">
                  <c:v>536.52</c:v>
                </c:pt>
                <c:pt idx="176">
                  <c:v>543.81000000000006</c:v>
                </c:pt>
                <c:pt idx="177">
                  <c:v>549.88</c:v>
                </c:pt>
                <c:pt idx="178">
                  <c:v>556.81999999999994</c:v>
                </c:pt>
                <c:pt idx="179">
                  <c:v>563.06999999999994</c:v>
                </c:pt>
                <c:pt idx="180">
                  <c:v>569.6099999999999</c:v>
                </c:pt>
                <c:pt idx="181">
                  <c:v>575.55999999999995</c:v>
                </c:pt>
                <c:pt idx="182">
                  <c:v>582.45999999999992</c:v>
                </c:pt>
                <c:pt idx="183">
                  <c:v>589.79999999999995</c:v>
                </c:pt>
                <c:pt idx="184">
                  <c:v>596.31000000000006</c:v>
                </c:pt>
                <c:pt idx="185">
                  <c:v>601.67999999999995</c:v>
                </c:pt>
                <c:pt idx="186">
                  <c:v>607.38</c:v>
                </c:pt>
                <c:pt idx="187">
                  <c:v>616.31000000000006</c:v>
                </c:pt>
                <c:pt idx="188">
                  <c:v>620.37</c:v>
                </c:pt>
                <c:pt idx="189">
                  <c:v>626.41999999999996</c:v>
                </c:pt>
                <c:pt idx="190">
                  <c:v>633.37</c:v>
                </c:pt>
                <c:pt idx="191">
                  <c:v>640.86</c:v>
                </c:pt>
                <c:pt idx="192">
                  <c:v>646.83999999999992</c:v>
                </c:pt>
                <c:pt idx="193">
                  <c:v>654.54999999999995</c:v>
                </c:pt>
                <c:pt idx="194">
                  <c:v>660.23</c:v>
                </c:pt>
                <c:pt idx="195">
                  <c:v>666.01</c:v>
                </c:pt>
                <c:pt idx="196">
                  <c:v>672.42000000000007</c:v>
                </c:pt>
                <c:pt idx="197">
                  <c:v>679.11999999999989</c:v>
                </c:pt>
                <c:pt idx="198">
                  <c:v>684.92</c:v>
                </c:pt>
                <c:pt idx="199">
                  <c:v>692.2</c:v>
                </c:pt>
                <c:pt idx="200">
                  <c:v>697.84</c:v>
                </c:pt>
                <c:pt idx="201">
                  <c:v>704.82</c:v>
                </c:pt>
                <c:pt idx="202">
                  <c:v>711</c:v>
                </c:pt>
                <c:pt idx="203">
                  <c:v>717.99</c:v>
                </c:pt>
                <c:pt idx="204">
                  <c:v>723.77</c:v>
                </c:pt>
                <c:pt idx="205">
                  <c:v>731.77</c:v>
                </c:pt>
                <c:pt idx="206">
                  <c:v>738.66</c:v>
                </c:pt>
                <c:pt idx="207">
                  <c:v>744.46999999999991</c:v>
                </c:pt>
                <c:pt idx="208">
                  <c:v>750.94</c:v>
                </c:pt>
                <c:pt idx="209">
                  <c:v>757.61</c:v>
                </c:pt>
                <c:pt idx="210">
                  <c:v>763.44999999999993</c:v>
                </c:pt>
                <c:pt idx="211">
                  <c:v>769.81999999999994</c:v>
                </c:pt>
                <c:pt idx="212">
                  <c:v>776.38</c:v>
                </c:pt>
                <c:pt idx="213">
                  <c:v>782.28</c:v>
                </c:pt>
                <c:pt idx="214">
                  <c:v>789.15</c:v>
                </c:pt>
                <c:pt idx="215">
                  <c:v>794.26</c:v>
                </c:pt>
                <c:pt idx="216">
                  <c:v>801.62</c:v>
                </c:pt>
                <c:pt idx="217">
                  <c:v>807.96</c:v>
                </c:pt>
                <c:pt idx="218">
                  <c:v>813.63</c:v>
                </c:pt>
                <c:pt idx="219">
                  <c:v>819.28</c:v>
                </c:pt>
                <c:pt idx="220">
                  <c:v>825.53</c:v>
                </c:pt>
                <c:pt idx="221">
                  <c:v>829.48</c:v>
                </c:pt>
                <c:pt idx="222">
                  <c:v>836.30000000000007</c:v>
                </c:pt>
                <c:pt idx="223">
                  <c:v>843.72</c:v>
                </c:pt>
                <c:pt idx="224">
                  <c:v>847.6</c:v>
                </c:pt>
                <c:pt idx="225">
                  <c:v>854.41</c:v>
                </c:pt>
                <c:pt idx="226">
                  <c:v>859.54</c:v>
                </c:pt>
                <c:pt idx="227">
                  <c:v>866.68999999999994</c:v>
                </c:pt>
                <c:pt idx="228">
                  <c:v>872.99</c:v>
                </c:pt>
                <c:pt idx="229">
                  <c:v>877.92000000000007</c:v>
                </c:pt>
                <c:pt idx="230">
                  <c:v>883.4</c:v>
                </c:pt>
                <c:pt idx="231">
                  <c:v>891.44</c:v>
                </c:pt>
                <c:pt idx="232">
                  <c:v>897.59</c:v>
                </c:pt>
                <c:pt idx="233">
                  <c:v>903.81</c:v>
                </c:pt>
                <c:pt idx="234">
                  <c:v>909.86</c:v>
                </c:pt>
                <c:pt idx="235">
                  <c:v>915.49</c:v>
                </c:pt>
                <c:pt idx="236">
                  <c:v>920.48</c:v>
                </c:pt>
                <c:pt idx="237">
                  <c:v>926.96</c:v>
                </c:pt>
                <c:pt idx="238">
                  <c:v>932.84999999999991</c:v>
                </c:pt>
                <c:pt idx="239">
                  <c:v>940.2700000000001</c:v>
                </c:pt>
                <c:pt idx="240">
                  <c:v>946.86</c:v>
                </c:pt>
                <c:pt idx="241">
                  <c:v>953.2</c:v>
                </c:pt>
                <c:pt idx="242">
                  <c:v>959.54</c:v>
                </c:pt>
                <c:pt idx="243">
                  <c:v>964.53</c:v>
                </c:pt>
                <c:pt idx="244">
                  <c:v>970.58999999999992</c:v>
                </c:pt>
                <c:pt idx="245">
                  <c:v>977.01</c:v>
                </c:pt>
                <c:pt idx="246">
                  <c:v>983.45</c:v>
                </c:pt>
                <c:pt idx="247">
                  <c:v>988.66</c:v>
                </c:pt>
                <c:pt idx="248">
                  <c:v>995.72</c:v>
                </c:pt>
                <c:pt idx="249">
                  <c:v>1001.65</c:v>
                </c:pt>
                <c:pt idx="250">
                  <c:v>1007.87</c:v>
                </c:pt>
                <c:pt idx="251">
                  <c:v>1013.62</c:v>
                </c:pt>
                <c:pt idx="252">
                  <c:v>1019.14</c:v>
                </c:pt>
                <c:pt idx="253">
                  <c:v>1025.6600000000001</c:v>
                </c:pt>
                <c:pt idx="254">
                  <c:v>1031.21</c:v>
                </c:pt>
                <c:pt idx="255">
                  <c:v>1037.1399999999999</c:v>
                </c:pt>
                <c:pt idx="256">
                  <c:v>1042.6200000000001</c:v>
                </c:pt>
                <c:pt idx="257">
                  <c:v>1048.8399999999999</c:v>
                </c:pt>
                <c:pt idx="258">
                  <c:v>1053.42</c:v>
                </c:pt>
                <c:pt idx="259">
                  <c:v>1059.6699999999998</c:v>
                </c:pt>
                <c:pt idx="260">
                  <c:v>1065.6399999999999</c:v>
                </c:pt>
                <c:pt idx="261">
                  <c:v>1071.73</c:v>
                </c:pt>
                <c:pt idx="262">
                  <c:v>1077.2600000000002</c:v>
                </c:pt>
                <c:pt idx="263">
                  <c:v>1083.3500000000001</c:v>
                </c:pt>
                <c:pt idx="264">
                  <c:v>1089.01</c:v>
                </c:pt>
                <c:pt idx="265">
                  <c:v>1095.0800000000002</c:v>
                </c:pt>
                <c:pt idx="266">
                  <c:v>1100.9000000000001</c:v>
                </c:pt>
                <c:pt idx="267">
                  <c:v>1107.58</c:v>
                </c:pt>
                <c:pt idx="268">
                  <c:v>1115.3200000000002</c:v>
                </c:pt>
                <c:pt idx="269">
                  <c:v>1121.04</c:v>
                </c:pt>
                <c:pt idx="270">
                  <c:v>1126.8899999999999</c:v>
                </c:pt>
                <c:pt idx="271">
                  <c:v>1132.4000000000001</c:v>
                </c:pt>
                <c:pt idx="272">
                  <c:v>1137.45</c:v>
                </c:pt>
                <c:pt idx="273">
                  <c:v>1143.31</c:v>
                </c:pt>
                <c:pt idx="274">
                  <c:v>1149.47</c:v>
                </c:pt>
                <c:pt idx="275">
                  <c:v>1154.97</c:v>
                </c:pt>
                <c:pt idx="276">
                  <c:v>1161.53</c:v>
                </c:pt>
                <c:pt idx="277">
                  <c:v>1167</c:v>
                </c:pt>
                <c:pt idx="278">
                  <c:v>1173.0899999999999</c:v>
                </c:pt>
                <c:pt idx="279">
                  <c:v>1178.45</c:v>
                </c:pt>
                <c:pt idx="280">
                  <c:v>1184.6500000000001</c:v>
                </c:pt>
                <c:pt idx="281">
                  <c:v>1190.02</c:v>
                </c:pt>
                <c:pt idx="282">
                  <c:v>1196.18</c:v>
                </c:pt>
                <c:pt idx="283">
                  <c:v>1202.3</c:v>
                </c:pt>
                <c:pt idx="284">
                  <c:v>1207.81</c:v>
                </c:pt>
                <c:pt idx="285">
                  <c:v>1210.9000000000001</c:v>
                </c:pt>
                <c:pt idx="286">
                  <c:v>1216.1100000000001</c:v>
                </c:pt>
                <c:pt idx="287">
                  <c:v>1221.4199999999998</c:v>
                </c:pt>
                <c:pt idx="288">
                  <c:v>1226.6200000000001</c:v>
                </c:pt>
                <c:pt idx="289">
                  <c:v>1232.44</c:v>
                </c:pt>
                <c:pt idx="290">
                  <c:v>1237.55</c:v>
                </c:pt>
                <c:pt idx="291">
                  <c:v>1242.69</c:v>
                </c:pt>
                <c:pt idx="292">
                  <c:v>1248.6699999999998</c:v>
                </c:pt>
                <c:pt idx="293">
                  <c:v>1253.97</c:v>
                </c:pt>
                <c:pt idx="294">
                  <c:v>1260.0800000000002</c:v>
                </c:pt>
                <c:pt idx="295">
                  <c:v>1265.8100000000002</c:v>
                </c:pt>
                <c:pt idx="296">
                  <c:v>1273.0300000000002</c:v>
                </c:pt>
                <c:pt idx="297">
                  <c:v>1278.78</c:v>
                </c:pt>
                <c:pt idx="298">
                  <c:v>1284.3599999999999</c:v>
                </c:pt>
                <c:pt idx="299">
                  <c:v>1288.97</c:v>
                </c:pt>
                <c:pt idx="300">
                  <c:v>1295.19</c:v>
                </c:pt>
                <c:pt idx="301">
                  <c:v>1300.73</c:v>
                </c:pt>
                <c:pt idx="302">
                  <c:v>1305.3</c:v>
                </c:pt>
                <c:pt idx="303">
                  <c:v>1311.11</c:v>
                </c:pt>
                <c:pt idx="304">
                  <c:v>1316.6100000000001</c:v>
                </c:pt>
                <c:pt idx="305">
                  <c:v>1322.17</c:v>
                </c:pt>
                <c:pt idx="306">
                  <c:v>1327.19</c:v>
                </c:pt>
                <c:pt idx="307">
                  <c:v>1333.63</c:v>
                </c:pt>
                <c:pt idx="308">
                  <c:v>1338.27</c:v>
                </c:pt>
                <c:pt idx="309">
                  <c:v>1344.16</c:v>
                </c:pt>
                <c:pt idx="310">
                  <c:v>1349.76</c:v>
                </c:pt>
                <c:pt idx="311">
                  <c:v>1354.97</c:v>
                </c:pt>
                <c:pt idx="312">
                  <c:v>1360.8400000000001</c:v>
                </c:pt>
                <c:pt idx="313">
                  <c:v>1366.06</c:v>
                </c:pt>
                <c:pt idx="314">
                  <c:v>1371.78</c:v>
                </c:pt>
                <c:pt idx="315">
                  <c:v>1376.74</c:v>
                </c:pt>
                <c:pt idx="316">
                  <c:v>1382.2700000000002</c:v>
                </c:pt>
                <c:pt idx="317">
                  <c:v>1387.24</c:v>
                </c:pt>
                <c:pt idx="318">
                  <c:v>1392.79</c:v>
                </c:pt>
                <c:pt idx="319">
                  <c:v>1397.77</c:v>
                </c:pt>
                <c:pt idx="320">
                  <c:v>1402.76</c:v>
                </c:pt>
                <c:pt idx="321">
                  <c:v>1407.72</c:v>
                </c:pt>
                <c:pt idx="322">
                  <c:v>1412.91</c:v>
                </c:pt>
                <c:pt idx="323">
                  <c:v>1417.8</c:v>
                </c:pt>
                <c:pt idx="324">
                  <c:v>1423.1499999999999</c:v>
                </c:pt>
                <c:pt idx="325">
                  <c:v>1429.75</c:v>
                </c:pt>
                <c:pt idx="326">
                  <c:v>1434.61</c:v>
                </c:pt>
                <c:pt idx="327">
                  <c:v>1439.9299999999998</c:v>
                </c:pt>
                <c:pt idx="328">
                  <c:v>1444.9</c:v>
                </c:pt>
                <c:pt idx="329">
                  <c:v>1451.12</c:v>
                </c:pt>
                <c:pt idx="330">
                  <c:v>1454.97</c:v>
                </c:pt>
                <c:pt idx="331">
                  <c:v>1461.3799999999999</c:v>
                </c:pt>
                <c:pt idx="332">
                  <c:v>1464.6399999999999</c:v>
                </c:pt>
                <c:pt idx="333">
                  <c:v>1470.34</c:v>
                </c:pt>
                <c:pt idx="334">
                  <c:v>1475.29</c:v>
                </c:pt>
                <c:pt idx="335">
                  <c:v>1481.29</c:v>
                </c:pt>
                <c:pt idx="336">
                  <c:v>1487.53</c:v>
                </c:pt>
                <c:pt idx="337">
                  <c:v>1492.99</c:v>
                </c:pt>
                <c:pt idx="338">
                  <c:v>1497.8899999999999</c:v>
                </c:pt>
                <c:pt idx="339">
                  <c:v>1503.66</c:v>
                </c:pt>
                <c:pt idx="340">
                  <c:v>1507.3700000000001</c:v>
                </c:pt>
                <c:pt idx="341">
                  <c:v>1514</c:v>
                </c:pt>
                <c:pt idx="342">
                  <c:v>1516.8200000000002</c:v>
                </c:pt>
                <c:pt idx="343">
                  <c:v>1522.33</c:v>
                </c:pt>
                <c:pt idx="344">
                  <c:v>1527.1399999999999</c:v>
                </c:pt>
                <c:pt idx="345">
                  <c:v>1532.9299999999998</c:v>
                </c:pt>
                <c:pt idx="346">
                  <c:v>1538.13</c:v>
                </c:pt>
                <c:pt idx="347">
                  <c:v>1543.82</c:v>
                </c:pt>
                <c:pt idx="348">
                  <c:v>1549.7</c:v>
                </c:pt>
                <c:pt idx="349">
                  <c:v>1552.74</c:v>
                </c:pt>
                <c:pt idx="350">
                  <c:v>1557.63</c:v>
                </c:pt>
                <c:pt idx="351">
                  <c:v>1562.4499999999998</c:v>
                </c:pt>
                <c:pt idx="352">
                  <c:v>1567.3</c:v>
                </c:pt>
                <c:pt idx="353">
                  <c:v>1572.22</c:v>
                </c:pt>
                <c:pt idx="354">
                  <c:v>1576.8899999999999</c:v>
                </c:pt>
                <c:pt idx="355">
                  <c:v>1582.5</c:v>
                </c:pt>
                <c:pt idx="356">
                  <c:v>1586.95</c:v>
                </c:pt>
                <c:pt idx="357">
                  <c:v>1591.9</c:v>
                </c:pt>
                <c:pt idx="358">
                  <c:v>1596.44</c:v>
                </c:pt>
                <c:pt idx="359">
                  <c:v>1601.95</c:v>
                </c:pt>
                <c:pt idx="360">
                  <c:v>1606.77</c:v>
                </c:pt>
                <c:pt idx="361">
                  <c:v>1611.99</c:v>
                </c:pt>
                <c:pt idx="362">
                  <c:v>1616.72</c:v>
                </c:pt>
                <c:pt idx="363">
                  <c:v>1621.99</c:v>
                </c:pt>
                <c:pt idx="364">
                  <c:v>1627.9099999999999</c:v>
                </c:pt>
                <c:pt idx="365">
                  <c:v>1634.05</c:v>
                </c:pt>
                <c:pt idx="366">
                  <c:v>1638.9199999999998</c:v>
                </c:pt>
                <c:pt idx="367">
                  <c:v>1643.96</c:v>
                </c:pt>
                <c:pt idx="368">
                  <c:v>1648.8400000000001</c:v>
                </c:pt>
                <c:pt idx="369">
                  <c:v>1653.17</c:v>
                </c:pt>
                <c:pt idx="370">
                  <c:v>1658.26</c:v>
                </c:pt>
                <c:pt idx="371">
                  <c:v>1662.9199999999998</c:v>
                </c:pt>
                <c:pt idx="372">
                  <c:v>1668.42</c:v>
                </c:pt>
                <c:pt idx="373">
                  <c:v>1672.7399999999998</c:v>
                </c:pt>
                <c:pt idx="374">
                  <c:v>1679.29</c:v>
                </c:pt>
                <c:pt idx="375">
                  <c:v>1684.89</c:v>
                </c:pt>
                <c:pt idx="376">
                  <c:v>1689.92</c:v>
                </c:pt>
                <c:pt idx="377">
                  <c:v>1694.3600000000001</c:v>
                </c:pt>
                <c:pt idx="378">
                  <c:v>1699.65</c:v>
                </c:pt>
                <c:pt idx="379">
                  <c:v>1704.1599999999999</c:v>
                </c:pt>
                <c:pt idx="380">
                  <c:v>1708.0900000000001</c:v>
                </c:pt>
                <c:pt idx="381">
                  <c:v>1712.6699999999998</c:v>
                </c:pt>
                <c:pt idx="382">
                  <c:v>1717.27</c:v>
                </c:pt>
                <c:pt idx="383">
                  <c:v>1722.04</c:v>
                </c:pt>
                <c:pt idx="384">
                  <c:v>1726.5900000000001</c:v>
                </c:pt>
                <c:pt idx="385">
                  <c:v>1730.96</c:v>
                </c:pt>
                <c:pt idx="386">
                  <c:v>1735.44</c:v>
                </c:pt>
                <c:pt idx="387">
                  <c:v>1740.68</c:v>
                </c:pt>
                <c:pt idx="388">
                  <c:v>1746.5</c:v>
                </c:pt>
                <c:pt idx="389">
                  <c:v>1749.78</c:v>
                </c:pt>
                <c:pt idx="390">
                  <c:v>1754.3200000000002</c:v>
                </c:pt>
                <c:pt idx="391">
                  <c:v>1759.48</c:v>
                </c:pt>
                <c:pt idx="392">
                  <c:v>1763.66</c:v>
                </c:pt>
                <c:pt idx="393">
                  <c:v>1768.99</c:v>
                </c:pt>
                <c:pt idx="394">
                  <c:v>1775.07</c:v>
                </c:pt>
                <c:pt idx="395">
                  <c:v>1779.78</c:v>
                </c:pt>
                <c:pt idx="396">
                  <c:v>1784.6</c:v>
                </c:pt>
                <c:pt idx="397">
                  <c:v>1787.74</c:v>
                </c:pt>
                <c:pt idx="398">
                  <c:v>1793.34</c:v>
                </c:pt>
                <c:pt idx="399">
                  <c:v>1798.64</c:v>
                </c:pt>
                <c:pt idx="400">
                  <c:v>1801.34</c:v>
                </c:pt>
                <c:pt idx="401">
                  <c:v>1806.6</c:v>
                </c:pt>
                <c:pt idx="402">
                  <c:v>1810.91</c:v>
                </c:pt>
                <c:pt idx="403">
                  <c:v>1816.47</c:v>
                </c:pt>
                <c:pt idx="404">
                  <c:v>1821.84</c:v>
                </c:pt>
                <c:pt idx="405">
                  <c:v>1827.46</c:v>
                </c:pt>
                <c:pt idx="406">
                  <c:v>1829.96</c:v>
                </c:pt>
                <c:pt idx="407">
                  <c:v>1834.53</c:v>
                </c:pt>
                <c:pt idx="408">
                  <c:v>1839.3200000000002</c:v>
                </c:pt>
                <c:pt idx="409">
                  <c:v>1844.72</c:v>
                </c:pt>
                <c:pt idx="410">
                  <c:v>1849.73</c:v>
                </c:pt>
                <c:pt idx="411">
                  <c:v>1852.66</c:v>
                </c:pt>
                <c:pt idx="412">
                  <c:v>1858.46</c:v>
                </c:pt>
                <c:pt idx="413">
                  <c:v>1862.06</c:v>
                </c:pt>
                <c:pt idx="414">
                  <c:v>1868.08</c:v>
                </c:pt>
                <c:pt idx="415">
                  <c:v>1870.28</c:v>
                </c:pt>
                <c:pt idx="416">
                  <c:v>1874.74</c:v>
                </c:pt>
                <c:pt idx="417">
                  <c:v>1881.6999999999998</c:v>
                </c:pt>
                <c:pt idx="418">
                  <c:v>1884.19</c:v>
                </c:pt>
                <c:pt idx="419">
                  <c:v>1890.11</c:v>
                </c:pt>
                <c:pt idx="420">
                  <c:v>1893.73</c:v>
                </c:pt>
                <c:pt idx="421">
                  <c:v>1898.01</c:v>
                </c:pt>
                <c:pt idx="422">
                  <c:v>1904.1699999999998</c:v>
                </c:pt>
                <c:pt idx="423">
                  <c:v>1909.1299999999999</c:v>
                </c:pt>
                <c:pt idx="424">
                  <c:v>1913.49</c:v>
                </c:pt>
                <c:pt idx="425">
                  <c:v>1919.7</c:v>
                </c:pt>
                <c:pt idx="426">
                  <c:v>1923.71</c:v>
                </c:pt>
                <c:pt idx="427">
                  <c:v>1929.17</c:v>
                </c:pt>
                <c:pt idx="428">
                  <c:v>1932.11</c:v>
                </c:pt>
                <c:pt idx="429">
                  <c:v>1937.52</c:v>
                </c:pt>
                <c:pt idx="430">
                  <c:v>1942.21</c:v>
                </c:pt>
                <c:pt idx="431">
                  <c:v>1947.17</c:v>
                </c:pt>
                <c:pt idx="432">
                  <c:v>1952.11</c:v>
                </c:pt>
                <c:pt idx="433">
                  <c:v>1955.32</c:v>
                </c:pt>
                <c:pt idx="434">
                  <c:v>1961.29</c:v>
                </c:pt>
                <c:pt idx="435">
                  <c:v>1966.03</c:v>
                </c:pt>
                <c:pt idx="436">
                  <c:v>1969.13</c:v>
                </c:pt>
                <c:pt idx="437">
                  <c:v>1975.57</c:v>
                </c:pt>
                <c:pt idx="438">
                  <c:v>1979.9199999999998</c:v>
                </c:pt>
                <c:pt idx="439">
                  <c:v>1984.3200000000002</c:v>
                </c:pt>
                <c:pt idx="440">
                  <c:v>1988.68</c:v>
                </c:pt>
                <c:pt idx="441">
                  <c:v>1992.45</c:v>
                </c:pt>
                <c:pt idx="442">
                  <c:v>1996.6299999999999</c:v>
                </c:pt>
                <c:pt idx="443">
                  <c:v>2001.8899999999999</c:v>
                </c:pt>
                <c:pt idx="444">
                  <c:v>2005.4599999999998</c:v>
                </c:pt>
                <c:pt idx="445">
                  <c:v>2009.5</c:v>
                </c:pt>
                <c:pt idx="446">
                  <c:v>2014.98</c:v>
                </c:pt>
                <c:pt idx="447">
                  <c:v>2020</c:v>
                </c:pt>
                <c:pt idx="448">
                  <c:v>2024.59</c:v>
                </c:pt>
                <c:pt idx="449">
                  <c:v>2028.14</c:v>
                </c:pt>
                <c:pt idx="450">
                  <c:v>2033.06</c:v>
                </c:pt>
                <c:pt idx="451">
                  <c:v>2037.38</c:v>
                </c:pt>
                <c:pt idx="452">
                  <c:v>2041.43</c:v>
                </c:pt>
                <c:pt idx="453">
                  <c:v>2042.09</c:v>
                </c:pt>
                <c:pt idx="454">
                  <c:v>2047.8600000000001</c:v>
                </c:pt>
                <c:pt idx="455">
                  <c:v>2050.9</c:v>
                </c:pt>
                <c:pt idx="456">
                  <c:v>2057.48</c:v>
                </c:pt>
                <c:pt idx="457">
                  <c:v>2060.94</c:v>
                </c:pt>
                <c:pt idx="458">
                  <c:v>2066.73</c:v>
                </c:pt>
                <c:pt idx="459">
                  <c:v>2070.2199999999998</c:v>
                </c:pt>
                <c:pt idx="460">
                  <c:v>2075</c:v>
                </c:pt>
                <c:pt idx="461">
                  <c:v>2078.14</c:v>
                </c:pt>
                <c:pt idx="462">
                  <c:v>2083.4100000000003</c:v>
                </c:pt>
                <c:pt idx="463">
                  <c:v>2087.9300000000003</c:v>
                </c:pt>
                <c:pt idx="464">
                  <c:v>2091.7799999999997</c:v>
                </c:pt>
                <c:pt idx="465">
                  <c:v>2096.4700000000003</c:v>
                </c:pt>
                <c:pt idx="466">
                  <c:v>2100.46</c:v>
                </c:pt>
                <c:pt idx="467">
                  <c:v>2105.04</c:v>
                </c:pt>
                <c:pt idx="468">
                  <c:v>2109.62</c:v>
                </c:pt>
                <c:pt idx="469">
                  <c:v>2113.77</c:v>
                </c:pt>
                <c:pt idx="470">
                  <c:v>2118.23</c:v>
                </c:pt>
                <c:pt idx="471">
                  <c:v>2122.37</c:v>
                </c:pt>
                <c:pt idx="472">
                  <c:v>2126.77</c:v>
                </c:pt>
                <c:pt idx="473">
                  <c:v>2130.7800000000002</c:v>
                </c:pt>
                <c:pt idx="474">
                  <c:v>2134.64</c:v>
                </c:pt>
                <c:pt idx="475">
                  <c:v>2140.39</c:v>
                </c:pt>
                <c:pt idx="476">
                  <c:v>2144.1499999999996</c:v>
                </c:pt>
                <c:pt idx="477">
                  <c:v>2148.0700000000002</c:v>
                </c:pt>
                <c:pt idx="478">
                  <c:v>2151</c:v>
                </c:pt>
                <c:pt idx="479">
                  <c:v>2157.3199999999997</c:v>
                </c:pt>
                <c:pt idx="480">
                  <c:v>2158.9299999999998</c:v>
                </c:pt>
                <c:pt idx="481">
                  <c:v>2163.96</c:v>
                </c:pt>
                <c:pt idx="482">
                  <c:v>2170.94</c:v>
                </c:pt>
                <c:pt idx="483">
                  <c:v>2172.6999999999998</c:v>
                </c:pt>
                <c:pt idx="484">
                  <c:v>2178.33</c:v>
                </c:pt>
                <c:pt idx="485">
                  <c:v>2179.6799999999998</c:v>
                </c:pt>
                <c:pt idx="486">
                  <c:v>2183.8199999999997</c:v>
                </c:pt>
                <c:pt idx="487">
                  <c:v>2188.6899999999996</c:v>
                </c:pt>
                <c:pt idx="488">
                  <c:v>2195.19</c:v>
                </c:pt>
                <c:pt idx="489">
                  <c:v>2197.67</c:v>
                </c:pt>
                <c:pt idx="490">
                  <c:v>2201.66</c:v>
                </c:pt>
                <c:pt idx="491">
                  <c:v>2206.48</c:v>
                </c:pt>
                <c:pt idx="492">
                  <c:v>2211.89</c:v>
                </c:pt>
                <c:pt idx="493">
                  <c:v>2210.92</c:v>
                </c:pt>
                <c:pt idx="494">
                  <c:v>2215.84</c:v>
                </c:pt>
                <c:pt idx="495">
                  <c:v>2219.96</c:v>
                </c:pt>
                <c:pt idx="496">
                  <c:v>2224.4199999999996</c:v>
                </c:pt>
                <c:pt idx="497">
                  <c:v>2232.84</c:v>
                </c:pt>
                <c:pt idx="498">
                  <c:v>2237.5</c:v>
                </c:pt>
                <c:pt idx="499">
                  <c:v>2240.96</c:v>
                </c:pt>
                <c:pt idx="500">
                  <c:v>2245.29</c:v>
                </c:pt>
                <c:pt idx="501">
                  <c:v>2249.67</c:v>
                </c:pt>
                <c:pt idx="502">
                  <c:v>2253.15</c:v>
                </c:pt>
                <c:pt idx="503">
                  <c:v>2257.2800000000002</c:v>
                </c:pt>
                <c:pt idx="504">
                  <c:v>2260.96</c:v>
                </c:pt>
                <c:pt idx="505">
                  <c:v>2265.9899999999998</c:v>
                </c:pt>
                <c:pt idx="506">
                  <c:v>2269.04</c:v>
                </c:pt>
                <c:pt idx="507">
                  <c:v>2273.5699999999997</c:v>
                </c:pt>
                <c:pt idx="508">
                  <c:v>2278.35</c:v>
                </c:pt>
                <c:pt idx="509">
                  <c:v>2280.5</c:v>
                </c:pt>
                <c:pt idx="510">
                  <c:v>2285.3599999999997</c:v>
                </c:pt>
                <c:pt idx="511">
                  <c:v>2290.62</c:v>
                </c:pt>
                <c:pt idx="512">
                  <c:v>2295.5299999999997</c:v>
                </c:pt>
                <c:pt idx="513">
                  <c:v>2298.7600000000002</c:v>
                </c:pt>
                <c:pt idx="514">
                  <c:v>2303.84</c:v>
                </c:pt>
                <c:pt idx="515">
                  <c:v>2307.87</c:v>
                </c:pt>
                <c:pt idx="516">
                  <c:v>2311.7399999999998</c:v>
                </c:pt>
                <c:pt idx="517">
                  <c:v>2314.54</c:v>
                </c:pt>
                <c:pt idx="518">
                  <c:v>2319.0700000000002</c:v>
                </c:pt>
                <c:pt idx="519">
                  <c:v>2323.7000000000003</c:v>
                </c:pt>
                <c:pt idx="520">
                  <c:v>2324.9900000000002</c:v>
                </c:pt>
                <c:pt idx="521">
                  <c:v>2329.5699999999997</c:v>
                </c:pt>
                <c:pt idx="522">
                  <c:v>2331.9100000000003</c:v>
                </c:pt>
                <c:pt idx="523">
                  <c:v>2338.11</c:v>
                </c:pt>
                <c:pt idx="524">
                  <c:v>2338.7199999999998</c:v>
                </c:pt>
                <c:pt idx="525">
                  <c:v>2344.7599999999998</c:v>
                </c:pt>
                <c:pt idx="526">
                  <c:v>2347.6</c:v>
                </c:pt>
                <c:pt idx="527">
                  <c:v>2352.7599999999998</c:v>
                </c:pt>
                <c:pt idx="528">
                  <c:v>2356.1899999999996</c:v>
                </c:pt>
                <c:pt idx="529">
                  <c:v>2359.61</c:v>
                </c:pt>
                <c:pt idx="530">
                  <c:v>2363.46</c:v>
                </c:pt>
                <c:pt idx="531">
                  <c:v>2367.9199999999996</c:v>
                </c:pt>
                <c:pt idx="532">
                  <c:v>2372.06</c:v>
                </c:pt>
                <c:pt idx="533">
                  <c:v>2376.3399999999997</c:v>
                </c:pt>
                <c:pt idx="534">
                  <c:v>2379.89</c:v>
                </c:pt>
                <c:pt idx="535">
                  <c:v>2384.38</c:v>
                </c:pt>
                <c:pt idx="536">
                  <c:v>2387.75</c:v>
                </c:pt>
                <c:pt idx="537">
                  <c:v>2391.89</c:v>
                </c:pt>
                <c:pt idx="538">
                  <c:v>2395.6</c:v>
                </c:pt>
                <c:pt idx="539">
                  <c:v>2399.9499999999998</c:v>
                </c:pt>
                <c:pt idx="540">
                  <c:v>2403.3799999999997</c:v>
                </c:pt>
                <c:pt idx="541">
                  <c:v>2408.77</c:v>
                </c:pt>
                <c:pt idx="542">
                  <c:v>2410.7799999999997</c:v>
                </c:pt>
                <c:pt idx="543">
                  <c:v>2417.46</c:v>
                </c:pt>
                <c:pt idx="544">
                  <c:v>2421.19</c:v>
                </c:pt>
                <c:pt idx="545">
                  <c:v>2423.81</c:v>
                </c:pt>
                <c:pt idx="546">
                  <c:v>2428.7999999999997</c:v>
                </c:pt>
                <c:pt idx="547">
                  <c:v>2434.19</c:v>
                </c:pt>
                <c:pt idx="548">
                  <c:v>2436.8200000000002</c:v>
                </c:pt>
                <c:pt idx="549">
                  <c:v>2441.7599999999998</c:v>
                </c:pt>
                <c:pt idx="550">
                  <c:v>2445.31</c:v>
                </c:pt>
                <c:pt idx="551">
                  <c:v>2448.6</c:v>
                </c:pt>
                <c:pt idx="552">
                  <c:v>2453.89</c:v>
                </c:pt>
                <c:pt idx="553">
                  <c:v>2457.04</c:v>
                </c:pt>
                <c:pt idx="554">
                  <c:v>2460</c:v>
                </c:pt>
                <c:pt idx="555">
                  <c:v>2460.35</c:v>
                </c:pt>
                <c:pt idx="556">
                  <c:v>2467.2600000000002</c:v>
                </c:pt>
                <c:pt idx="557">
                  <c:v>2467.92</c:v>
                </c:pt>
                <c:pt idx="558">
                  <c:v>2472.5700000000002</c:v>
                </c:pt>
                <c:pt idx="559">
                  <c:v>2476.1799999999998</c:v>
                </c:pt>
                <c:pt idx="560">
                  <c:v>2481.27</c:v>
                </c:pt>
                <c:pt idx="561">
                  <c:v>2486.84</c:v>
                </c:pt>
                <c:pt idx="562">
                  <c:v>2492.5</c:v>
                </c:pt>
                <c:pt idx="563">
                  <c:v>2496.2399999999998</c:v>
                </c:pt>
                <c:pt idx="564">
                  <c:v>2499.6299999999997</c:v>
                </c:pt>
                <c:pt idx="565">
                  <c:v>2503.5699999999997</c:v>
                </c:pt>
                <c:pt idx="566">
                  <c:v>2507.71</c:v>
                </c:pt>
                <c:pt idx="567">
                  <c:v>2510.5700000000002</c:v>
                </c:pt>
                <c:pt idx="568">
                  <c:v>2513.64</c:v>
                </c:pt>
                <c:pt idx="569">
                  <c:v>2517.8500000000004</c:v>
                </c:pt>
                <c:pt idx="570">
                  <c:v>2521.16</c:v>
                </c:pt>
                <c:pt idx="571">
                  <c:v>2525.14</c:v>
                </c:pt>
                <c:pt idx="572">
                  <c:v>2528.89</c:v>
                </c:pt>
                <c:pt idx="573">
                  <c:v>2532.7799999999997</c:v>
                </c:pt>
                <c:pt idx="574">
                  <c:v>2536.1699999999996</c:v>
                </c:pt>
                <c:pt idx="575">
                  <c:v>2539.4700000000003</c:v>
                </c:pt>
                <c:pt idx="576">
                  <c:v>2544.36</c:v>
                </c:pt>
                <c:pt idx="577">
                  <c:v>2549.9100000000003</c:v>
                </c:pt>
                <c:pt idx="578">
                  <c:v>2553.42</c:v>
                </c:pt>
                <c:pt idx="579">
                  <c:v>2556.94</c:v>
                </c:pt>
                <c:pt idx="580">
                  <c:v>2560.2399999999998</c:v>
                </c:pt>
                <c:pt idx="581">
                  <c:v>2563.92</c:v>
                </c:pt>
                <c:pt idx="582">
                  <c:v>2568.8399999999997</c:v>
                </c:pt>
                <c:pt idx="583">
                  <c:v>2570.98</c:v>
                </c:pt>
                <c:pt idx="584">
                  <c:v>2574.04</c:v>
                </c:pt>
                <c:pt idx="585">
                  <c:v>2578.1200000000003</c:v>
                </c:pt>
                <c:pt idx="586">
                  <c:v>2583.37</c:v>
                </c:pt>
                <c:pt idx="587">
                  <c:v>2586.46</c:v>
                </c:pt>
                <c:pt idx="588">
                  <c:v>2590.65</c:v>
                </c:pt>
                <c:pt idx="589">
                  <c:v>2593.7600000000002</c:v>
                </c:pt>
                <c:pt idx="590">
                  <c:v>2595.0299999999997</c:v>
                </c:pt>
                <c:pt idx="591">
                  <c:v>2599.69</c:v>
                </c:pt>
                <c:pt idx="592">
                  <c:v>2604.6200000000003</c:v>
                </c:pt>
                <c:pt idx="593">
                  <c:v>2607.86</c:v>
                </c:pt>
                <c:pt idx="594">
                  <c:v>2611.79</c:v>
                </c:pt>
                <c:pt idx="595">
                  <c:v>2615.48</c:v>
                </c:pt>
                <c:pt idx="596">
                  <c:v>2618.4599999999996</c:v>
                </c:pt>
                <c:pt idx="597">
                  <c:v>2622.49</c:v>
                </c:pt>
                <c:pt idx="598">
                  <c:v>2626.27</c:v>
                </c:pt>
                <c:pt idx="599">
                  <c:v>2631.19</c:v>
                </c:pt>
                <c:pt idx="600">
                  <c:v>2633.47</c:v>
                </c:pt>
                <c:pt idx="601">
                  <c:v>2636.3599999999997</c:v>
                </c:pt>
                <c:pt idx="602">
                  <c:v>2639.62</c:v>
                </c:pt>
                <c:pt idx="603">
                  <c:v>2643.63</c:v>
                </c:pt>
                <c:pt idx="604">
                  <c:v>2646.9700000000003</c:v>
                </c:pt>
                <c:pt idx="605">
                  <c:v>2650.84</c:v>
                </c:pt>
                <c:pt idx="606">
                  <c:v>2654.93</c:v>
                </c:pt>
                <c:pt idx="607">
                  <c:v>2658.12</c:v>
                </c:pt>
                <c:pt idx="608">
                  <c:v>2662.69</c:v>
                </c:pt>
                <c:pt idx="609">
                  <c:v>2664.99</c:v>
                </c:pt>
                <c:pt idx="610">
                  <c:v>2669.61</c:v>
                </c:pt>
                <c:pt idx="611">
                  <c:v>2672.5699999999997</c:v>
                </c:pt>
                <c:pt idx="612">
                  <c:v>2674.35</c:v>
                </c:pt>
                <c:pt idx="613">
                  <c:v>2677.91</c:v>
                </c:pt>
                <c:pt idx="614">
                  <c:v>2681.1099999999997</c:v>
                </c:pt>
                <c:pt idx="615">
                  <c:v>2690.78</c:v>
                </c:pt>
                <c:pt idx="616">
                  <c:v>2688.82</c:v>
                </c:pt>
                <c:pt idx="617">
                  <c:v>2696.05</c:v>
                </c:pt>
                <c:pt idx="618">
                  <c:v>2699.91</c:v>
                </c:pt>
                <c:pt idx="619">
                  <c:v>2699.2</c:v>
                </c:pt>
                <c:pt idx="620">
                  <c:v>2706.25</c:v>
                </c:pt>
                <c:pt idx="621">
                  <c:v>2709.2000000000003</c:v>
                </c:pt>
                <c:pt idx="622">
                  <c:v>2714.61</c:v>
                </c:pt>
                <c:pt idx="623">
                  <c:v>2713.87</c:v>
                </c:pt>
                <c:pt idx="624">
                  <c:v>2719.27</c:v>
                </c:pt>
                <c:pt idx="625">
                  <c:v>2721.63</c:v>
                </c:pt>
                <c:pt idx="626">
                  <c:v>2725.73</c:v>
                </c:pt>
                <c:pt idx="627">
                  <c:v>2729.96</c:v>
                </c:pt>
                <c:pt idx="628">
                  <c:v>2733.72</c:v>
                </c:pt>
                <c:pt idx="629">
                  <c:v>2737.52</c:v>
                </c:pt>
                <c:pt idx="630">
                  <c:v>2741.42</c:v>
                </c:pt>
                <c:pt idx="631">
                  <c:v>2744.7</c:v>
                </c:pt>
                <c:pt idx="632">
                  <c:v>2748.3900000000003</c:v>
                </c:pt>
                <c:pt idx="633">
                  <c:v>2752.09</c:v>
                </c:pt>
                <c:pt idx="634">
                  <c:v>2755.5499999999997</c:v>
                </c:pt>
                <c:pt idx="635">
                  <c:v>2759.2</c:v>
                </c:pt>
                <c:pt idx="636">
                  <c:v>2763.14</c:v>
                </c:pt>
                <c:pt idx="637">
                  <c:v>2767.3</c:v>
                </c:pt>
                <c:pt idx="638">
                  <c:v>2773.21</c:v>
                </c:pt>
                <c:pt idx="639">
                  <c:v>2776.8199999999997</c:v>
                </c:pt>
                <c:pt idx="640">
                  <c:v>2780.86</c:v>
                </c:pt>
                <c:pt idx="641">
                  <c:v>2783.88</c:v>
                </c:pt>
                <c:pt idx="642">
                  <c:v>2787.42</c:v>
                </c:pt>
                <c:pt idx="643">
                  <c:v>2790.36</c:v>
                </c:pt>
                <c:pt idx="644">
                  <c:v>2793.94</c:v>
                </c:pt>
                <c:pt idx="645">
                  <c:v>2797.04</c:v>
                </c:pt>
                <c:pt idx="646">
                  <c:v>2800.05</c:v>
                </c:pt>
                <c:pt idx="647">
                  <c:v>2802.24</c:v>
                </c:pt>
                <c:pt idx="648">
                  <c:v>2807.71</c:v>
                </c:pt>
                <c:pt idx="649">
                  <c:v>2812.0099999999998</c:v>
                </c:pt>
                <c:pt idx="650">
                  <c:v>2814.5099999999998</c:v>
                </c:pt>
                <c:pt idx="651">
                  <c:v>2818.41</c:v>
                </c:pt>
                <c:pt idx="652">
                  <c:v>2817.71</c:v>
                </c:pt>
                <c:pt idx="653">
                  <c:v>2822.77</c:v>
                </c:pt>
                <c:pt idx="654">
                  <c:v>2827.03</c:v>
                </c:pt>
                <c:pt idx="655">
                  <c:v>2830.61</c:v>
                </c:pt>
                <c:pt idx="656">
                  <c:v>2834.2000000000003</c:v>
                </c:pt>
                <c:pt idx="657">
                  <c:v>2835.1099999999997</c:v>
                </c:pt>
                <c:pt idx="658">
                  <c:v>2838.7400000000002</c:v>
                </c:pt>
                <c:pt idx="659">
                  <c:v>2843.87</c:v>
                </c:pt>
                <c:pt idx="660">
                  <c:v>2846.7799999999997</c:v>
                </c:pt>
                <c:pt idx="661">
                  <c:v>2849.5699999999997</c:v>
                </c:pt>
                <c:pt idx="662">
                  <c:v>2852.96</c:v>
                </c:pt>
                <c:pt idx="663">
                  <c:v>2856.64</c:v>
                </c:pt>
                <c:pt idx="664">
                  <c:v>2859.84</c:v>
                </c:pt>
                <c:pt idx="665">
                  <c:v>2863.6400000000003</c:v>
                </c:pt>
                <c:pt idx="666">
                  <c:v>2866.7</c:v>
                </c:pt>
                <c:pt idx="667">
                  <c:v>2870.85</c:v>
                </c:pt>
                <c:pt idx="668">
                  <c:v>2874.16</c:v>
                </c:pt>
                <c:pt idx="669">
                  <c:v>2875.84</c:v>
                </c:pt>
                <c:pt idx="670">
                  <c:v>2879.27</c:v>
                </c:pt>
                <c:pt idx="671">
                  <c:v>2882.85</c:v>
                </c:pt>
                <c:pt idx="672">
                  <c:v>2885.78</c:v>
                </c:pt>
                <c:pt idx="673">
                  <c:v>2889.64</c:v>
                </c:pt>
                <c:pt idx="674">
                  <c:v>2892.2400000000002</c:v>
                </c:pt>
                <c:pt idx="675">
                  <c:v>2896.66</c:v>
                </c:pt>
                <c:pt idx="676">
                  <c:v>2901.7599999999998</c:v>
                </c:pt>
                <c:pt idx="677">
                  <c:v>2904.4300000000003</c:v>
                </c:pt>
                <c:pt idx="678">
                  <c:v>2909.1</c:v>
                </c:pt>
                <c:pt idx="679">
                  <c:v>2910.05</c:v>
                </c:pt>
                <c:pt idx="680">
                  <c:v>2916.06</c:v>
                </c:pt>
                <c:pt idx="681">
                  <c:v>2919.77</c:v>
                </c:pt>
                <c:pt idx="682">
                  <c:v>2923.52</c:v>
                </c:pt>
                <c:pt idx="683">
                  <c:v>2926.6899999999996</c:v>
                </c:pt>
                <c:pt idx="684">
                  <c:v>2930.13</c:v>
                </c:pt>
                <c:pt idx="685">
                  <c:v>2932.5899999999997</c:v>
                </c:pt>
                <c:pt idx="686">
                  <c:v>2934.28</c:v>
                </c:pt>
                <c:pt idx="687">
                  <c:v>2937.43</c:v>
                </c:pt>
                <c:pt idx="688">
                  <c:v>2942.33</c:v>
                </c:pt>
                <c:pt idx="689">
                  <c:v>2945.3399999999997</c:v>
                </c:pt>
                <c:pt idx="690">
                  <c:v>2948.3199999999997</c:v>
                </c:pt>
                <c:pt idx="691">
                  <c:v>2951.0299999999997</c:v>
                </c:pt>
                <c:pt idx="692">
                  <c:v>2954.66</c:v>
                </c:pt>
                <c:pt idx="693">
                  <c:v>2958.04</c:v>
                </c:pt>
                <c:pt idx="694">
                  <c:v>2962.67</c:v>
                </c:pt>
                <c:pt idx="695">
                  <c:v>2964.66</c:v>
                </c:pt>
                <c:pt idx="696">
                  <c:v>2967.6</c:v>
                </c:pt>
                <c:pt idx="697">
                  <c:v>2971.18</c:v>
                </c:pt>
                <c:pt idx="698">
                  <c:v>2974</c:v>
                </c:pt>
                <c:pt idx="699">
                  <c:v>2977.7</c:v>
                </c:pt>
                <c:pt idx="700">
                  <c:v>2980.62</c:v>
                </c:pt>
                <c:pt idx="701">
                  <c:v>2984.09</c:v>
                </c:pt>
                <c:pt idx="702">
                  <c:v>2986.79</c:v>
                </c:pt>
                <c:pt idx="703">
                  <c:v>2990.9900000000002</c:v>
                </c:pt>
                <c:pt idx="704">
                  <c:v>2994.32</c:v>
                </c:pt>
                <c:pt idx="705">
                  <c:v>2996.87</c:v>
                </c:pt>
                <c:pt idx="706">
                  <c:v>2998.57</c:v>
                </c:pt>
                <c:pt idx="707">
                  <c:v>3005.22</c:v>
                </c:pt>
                <c:pt idx="708">
                  <c:v>3009.33</c:v>
                </c:pt>
                <c:pt idx="709">
                  <c:v>3012.7000000000003</c:v>
                </c:pt>
                <c:pt idx="710">
                  <c:v>3013.7</c:v>
                </c:pt>
                <c:pt idx="711">
                  <c:v>3014.75</c:v>
                </c:pt>
                <c:pt idx="712">
                  <c:v>3017.94</c:v>
                </c:pt>
                <c:pt idx="713">
                  <c:v>3025.48</c:v>
                </c:pt>
                <c:pt idx="714">
                  <c:v>3025.34</c:v>
                </c:pt>
                <c:pt idx="715">
                  <c:v>3027.81</c:v>
                </c:pt>
                <c:pt idx="716">
                  <c:v>3023.25</c:v>
                </c:pt>
                <c:pt idx="717">
                  <c:v>3027.48</c:v>
                </c:pt>
                <c:pt idx="718">
                  <c:v>3036.0299999999997</c:v>
                </c:pt>
                <c:pt idx="719">
                  <c:v>3041.5899999999997</c:v>
                </c:pt>
                <c:pt idx="720">
                  <c:v>3043.93</c:v>
                </c:pt>
                <c:pt idx="721">
                  <c:v>3043.11</c:v>
                </c:pt>
                <c:pt idx="722">
                  <c:v>3045.67</c:v>
                </c:pt>
                <c:pt idx="723">
                  <c:v>3050.64</c:v>
                </c:pt>
                <c:pt idx="724">
                  <c:v>3054.69</c:v>
                </c:pt>
                <c:pt idx="725">
                  <c:v>3057.38</c:v>
                </c:pt>
                <c:pt idx="726">
                  <c:v>3060.1600000000003</c:v>
                </c:pt>
                <c:pt idx="727">
                  <c:v>3063.33</c:v>
                </c:pt>
                <c:pt idx="728">
                  <c:v>3066.6699999999996</c:v>
                </c:pt>
                <c:pt idx="729">
                  <c:v>3070.68</c:v>
                </c:pt>
                <c:pt idx="730">
                  <c:v>3079.04</c:v>
                </c:pt>
                <c:pt idx="731">
                  <c:v>3082.1299999999997</c:v>
                </c:pt>
                <c:pt idx="732">
                  <c:v>3085.23</c:v>
                </c:pt>
                <c:pt idx="733">
                  <c:v>3087.26</c:v>
                </c:pt>
                <c:pt idx="734">
                  <c:v>3091.11</c:v>
                </c:pt>
                <c:pt idx="735">
                  <c:v>3093.93</c:v>
                </c:pt>
                <c:pt idx="736">
                  <c:v>3096.23</c:v>
                </c:pt>
                <c:pt idx="737">
                  <c:v>3100.06</c:v>
                </c:pt>
                <c:pt idx="738">
                  <c:v>3102.83</c:v>
                </c:pt>
                <c:pt idx="739">
                  <c:v>3105.06</c:v>
                </c:pt>
                <c:pt idx="740">
                  <c:v>3108.64</c:v>
                </c:pt>
                <c:pt idx="741">
                  <c:v>3109.85</c:v>
                </c:pt>
                <c:pt idx="742">
                  <c:v>3114.5499999999997</c:v>
                </c:pt>
                <c:pt idx="743">
                  <c:v>3113.31</c:v>
                </c:pt>
                <c:pt idx="744">
                  <c:v>3115.71</c:v>
                </c:pt>
                <c:pt idx="745">
                  <c:v>3123.86</c:v>
                </c:pt>
                <c:pt idx="746">
                  <c:v>3123.5</c:v>
                </c:pt>
                <c:pt idx="747">
                  <c:v>3127.22</c:v>
                </c:pt>
                <c:pt idx="748">
                  <c:v>3132.16</c:v>
                </c:pt>
                <c:pt idx="749">
                  <c:v>3135.77</c:v>
                </c:pt>
                <c:pt idx="750">
                  <c:v>3138.12</c:v>
                </c:pt>
                <c:pt idx="751">
                  <c:v>3141.06</c:v>
                </c:pt>
                <c:pt idx="752">
                  <c:v>3143.3900000000003</c:v>
                </c:pt>
                <c:pt idx="753">
                  <c:v>3146.67</c:v>
                </c:pt>
                <c:pt idx="754">
                  <c:v>3147.84</c:v>
                </c:pt>
                <c:pt idx="755">
                  <c:v>3150.74</c:v>
                </c:pt>
                <c:pt idx="756">
                  <c:v>3155.3300000000004</c:v>
                </c:pt>
                <c:pt idx="757">
                  <c:v>3157.15</c:v>
                </c:pt>
                <c:pt idx="758">
                  <c:v>3161.07</c:v>
                </c:pt>
                <c:pt idx="759">
                  <c:v>3162.4</c:v>
                </c:pt>
                <c:pt idx="760">
                  <c:v>3165.41</c:v>
                </c:pt>
                <c:pt idx="761">
                  <c:v>3168.56</c:v>
                </c:pt>
                <c:pt idx="762">
                  <c:v>3171.26</c:v>
                </c:pt>
                <c:pt idx="763">
                  <c:v>3174.15</c:v>
                </c:pt>
                <c:pt idx="764">
                  <c:v>3176.58</c:v>
                </c:pt>
                <c:pt idx="765">
                  <c:v>3179.27</c:v>
                </c:pt>
                <c:pt idx="766">
                  <c:v>3183.16</c:v>
                </c:pt>
                <c:pt idx="767">
                  <c:v>3184.94</c:v>
                </c:pt>
                <c:pt idx="768">
                  <c:v>3188.12</c:v>
                </c:pt>
                <c:pt idx="769">
                  <c:v>3192.0899999999997</c:v>
                </c:pt>
                <c:pt idx="770">
                  <c:v>3194.28</c:v>
                </c:pt>
                <c:pt idx="771">
                  <c:v>3195.7</c:v>
                </c:pt>
                <c:pt idx="772">
                  <c:v>3198.15</c:v>
                </c:pt>
                <c:pt idx="773">
                  <c:v>3201.19</c:v>
                </c:pt>
                <c:pt idx="774">
                  <c:v>3204.94</c:v>
                </c:pt>
                <c:pt idx="775">
                  <c:v>3209.37</c:v>
                </c:pt>
                <c:pt idx="776">
                  <c:v>3209.73</c:v>
                </c:pt>
                <c:pt idx="777">
                  <c:v>3212.98</c:v>
                </c:pt>
                <c:pt idx="778">
                  <c:v>3216.7599999999998</c:v>
                </c:pt>
                <c:pt idx="779">
                  <c:v>3218.28</c:v>
                </c:pt>
                <c:pt idx="780">
                  <c:v>3225.94</c:v>
                </c:pt>
                <c:pt idx="781">
                  <c:v>3223.84</c:v>
                </c:pt>
                <c:pt idx="782">
                  <c:v>3231.91</c:v>
                </c:pt>
                <c:pt idx="783">
                  <c:v>3235.48</c:v>
                </c:pt>
                <c:pt idx="784">
                  <c:v>3238.57</c:v>
                </c:pt>
                <c:pt idx="785">
                  <c:v>3241.96</c:v>
                </c:pt>
                <c:pt idx="786">
                  <c:v>3243.49</c:v>
                </c:pt>
                <c:pt idx="787">
                  <c:v>3246.4300000000003</c:v>
                </c:pt>
                <c:pt idx="788">
                  <c:v>3250.5099999999998</c:v>
                </c:pt>
                <c:pt idx="789">
                  <c:v>3253.6200000000003</c:v>
                </c:pt>
                <c:pt idx="790">
                  <c:v>3257.38</c:v>
                </c:pt>
                <c:pt idx="791">
                  <c:v>3261.48</c:v>
                </c:pt>
                <c:pt idx="792">
                  <c:v>3265.12</c:v>
                </c:pt>
                <c:pt idx="793">
                  <c:v>3269.0299999999997</c:v>
                </c:pt>
                <c:pt idx="794">
                  <c:v>3272.63</c:v>
                </c:pt>
                <c:pt idx="795">
                  <c:v>3276.32</c:v>
                </c:pt>
                <c:pt idx="796">
                  <c:v>3280.67</c:v>
                </c:pt>
                <c:pt idx="797">
                  <c:v>3284.32</c:v>
                </c:pt>
                <c:pt idx="798">
                  <c:v>3288.32</c:v>
                </c:pt>
                <c:pt idx="799">
                  <c:v>3291.83</c:v>
                </c:pt>
                <c:pt idx="800">
                  <c:v>3296.15</c:v>
                </c:pt>
                <c:pt idx="801">
                  <c:v>3299.8599999999997</c:v>
                </c:pt>
                <c:pt idx="802">
                  <c:v>3303.83</c:v>
                </c:pt>
                <c:pt idx="803">
                  <c:v>3307.29</c:v>
                </c:pt>
                <c:pt idx="804">
                  <c:v>3312.16</c:v>
                </c:pt>
                <c:pt idx="805">
                  <c:v>3315.1600000000003</c:v>
                </c:pt>
                <c:pt idx="806">
                  <c:v>3319.79</c:v>
                </c:pt>
                <c:pt idx="807">
                  <c:v>3322.58</c:v>
                </c:pt>
                <c:pt idx="808">
                  <c:v>3322.96</c:v>
                </c:pt>
                <c:pt idx="809">
                  <c:v>3331.76</c:v>
                </c:pt>
                <c:pt idx="810">
                  <c:v>3330.42</c:v>
                </c:pt>
                <c:pt idx="811">
                  <c:v>3334.19</c:v>
                </c:pt>
                <c:pt idx="812">
                  <c:v>3342.12</c:v>
                </c:pt>
                <c:pt idx="813">
                  <c:v>3348.6699999999996</c:v>
                </c:pt>
                <c:pt idx="814">
                  <c:v>3352.62</c:v>
                </c:pt>
                <c:pt idx="815">
                  <c:v>3352.2799999999997</c:v>
                </c:pt>
                <c:pt idx="816">
                  <c:v>3351.6</c:v>
                </c:pt>
                <c:pt idx="817">
                  <c:v>3358.73</c:v>
                </c:pt>
                <c:pt idx="818">
                  <c:v>3359.8599999999997</c:v>
                </c:pt>
                <c:pt idx="819">
                  <c:v>3367.2200000000003</c:v>
                </c:pt>
                <c:pt idx="820">
                  <c:v>3371.36</c:v>
                </c:pt>
                <c:pt idx="821">
                  <c:v>3378.6</c:v>
                </c:pt>
                <c:pt idx="822">
                  <c:v>3382.52</c:v>
                </c:pt>
                <c:pt idx="823">
                  <c:v>3386.43</c:v>
                </c:pt>
                <c:pt idx="824">
                  <c:v>3389.8799999999997</c:v>
                </c:pt>
                <c:pt idx="825">
                  <c:v>3393.69</c:v>
                </c:pt>
                <c:pt idx="826">
                  <c:v>3396.96</c:v>
                </c:pt>
                <c:pt idx="827">
                  <c:v>3401.0699999999997</c:v>
                </c:pt>
                <c:pt idx="828">
                  <c:v>3402.2999999999997</c:v>
                </c:pt>
                <c:pt idx="829">
                  <c:v>3405.85</c:v>
                </c:pt>
                <c:pt idx="830">
                  <c:v>3409.44</c:v>
                </c:pt>
                <c:pt idx="831">
                  <c:v>3414.08</c:v>
                </c:pt>
                <c:pt idx="832">
                  <c:v>3414.79</c:v>
                </c:pt>
                <c:pt idx="833">
                  <c:v>3417.7200000000003</c:v>
                </c:pt>
                <c:pt idx="834">
                  <c:v>3421.9</c:v>
                </c:pt>
                <c:pt idx="835">
                  <c:v>3423.55</c:v>
                </c:pt>
                <c:pt idx="836">
                  <c:v>3429.29</c:v>
                </c:pt>
                <c:pt idx="837">
                  <c:v>3429.6099999999997</c:v>
                </c:pt>
                <c:pt idx="838">
                  <c:v>3437.22</c:v>
                </c:pt>
                <c:pt idx="839">
                  <c:v>3436.87</c:v>
                </c:pt>
                <c:pt idx="840">
                  <c:v>3442.26</c:v>
                </c:pt>
                <c:pt idx="841">
                  <c:v>3447.52</c:v>
                </c:pt>
                <c:pt idx="842">
                  <c:v>3450.91</c:v>
                </c:pt>
                <c:pt idx="843">
                  <c:v>3448.7999999999997</c:v>
                </c:pt>
                <c:pt idx="844">
                  <c:v>3451.5600000000004</c:v>
                </c:pt>
                <c:pt idx="845">
                  <c:v>3459.26</c:v>
                </c:pt>
                <c:pt idx="846">
                  <c:v>3465.41</c:v>
                </c:pt>
                <c:pt idx="847">
                  <c:v>3467.58</c:v>
                </c:pt>
                <c:pt idx="848">
                  <c:v>3472.29</c:v>
                </c:pt>
                <c:pt idx="849">
                  <c:v>3476.71</c:v>
                </c:pt>
                <c:pt idx="850">
                  <c:v>3479.91</c:v>
                </c:pt>
                <c:pt idx="851">
                  <c:v>3483.55</c:v>
                </c:pt>
                <c:pt idx="852">
                  <c:v>3486.89</c:v>
                </c:pt>
                <c:pt idx="853">
                  <c:v>3489.95</c:v>
                </c:pt>
                <c:pt idx="854">
                  <c:v>3487.97</c:v>
                </c:pt>
                <c:pt idx="855">
                  <c:v>3491.02</c:v>
                </c:pt>
                <c:pt idx="856">
                  <c:v>3495</c:v>
                </c:pt>
                <c:pt idx="857">
                  <c:v>3498.8700000000003</c:v>
                </c:pt>
                <c:pt idx="858">
                  <c:v>3502.0099999999998</c:v>
                </c:pt>
                <c:pt idx="859">
                  <c:v>3505.48</c:v>
                </c:pt>
                <c:pt idx="860">
                  <c:v>3509.36</c:v>
                </c:pt>
                <c:pt idx="861">
                  <c:v>3512.93</c:v>
                </c:pt>
                <c:pt idx="862">
                  <c:v>3516.06</c:v>
                </c:pt>
                <c:pt idx="863">
                  <c:v>3519.53</c:v>
                </c:pt>
                <c:pt idx="864">
                  <c:v>3523.7</c:v>
                </c:pt>
                <c:pt idx="865">
                  <c:v>3527.49</c:v>
                </c:pt>
                <c:pt idx="866">
                  <c:v>3531.17</c:v>
                </c:pt>
                <c:pt idx="867">
                  <c:v>3535.5099999999998</c:v>
                </c:pt>
                <c:pt idx="868">
                  <c:v>3538.81</c:v>
                </c:pt>
                <c:pt idx="869">
                  <c:v>3541.03</c:v>
                </c:pt>
                <c:pt idx="870">
                  <c:v>3545.1000000000004</c:v>
                </c:pt>
                <c:pt idx="871">
                  <c:v>3544.55</c:v>
                </c:pt>
                <c:pt idx="872">
                  <c:v>3549.75</c:v>
                </c:pt>
                <c:pt idx="873">
                  <c:v>3550.5499999999997</c:v>
                </c:pt>
                <c:pt idx="874">
                  <c:v>3555.6299999999997</c:v>
                </c:pt>
                <c:pt idx="875">
                  <c:v>3557.7200000000003</c:v>
                </c:pt>
                <c:pt idx="876">
                  <c:v>3559.58</c:v>
                </c:pt>
                <c:pt idx="877">
                  <c:v>3564.8900000000003</c:v>
                </c:pt>
                <c:pt idx="878">
                  <c:v>3565.72</c:v>
                </c:pt>
                <c:pt idx="879">
                  <c:v>3572.58</c:v>
                </c:pt>
                <c:pt idx="880">
                  <c:v>3574.53</c:v>
                </c:pt>
                <c:pt idx="881">
                  <c:v>3574.48</c:v>
                </c:pt>
                <c:pt idx="882">
                  <c:v>3580.91</c:v>
                </c:pt>
                <c:pt idx="883">
                  <c:v>3581.69</c:v>
                </c:pt>
                <c:pt idx="884">
                  <c:v>3585.45</c:v>
                </c:pt>
                <c:pt idx="885">
                  <c:v>3589.62</c:v>
                </c:pt>
                <c:pt idx="886">
                  <c:v>3593.2</c:v>
                </c:pt>
                <c:pt idx="887">
                  <c:v>3596.12</c:v>
                </c:pt>
                <c:pt idx="888">
                  <c:v>3599.32</c:v>
                </c:pt>
                <c:pt idx="889">
                  <c:v>3602.35</c:v>
                </c:pt>
                <c:pt idx="890">
                  <c:v>3605.52</c:v>
                </c:pt>
                <c:pt idx="891">
                  <c:v>3610.2400000000002</c:v>
                </c:pt>
                <c:pt idx="892">
                  <c:v>3613.25</c:v>
                </c:pt>
                <c:pt idx="893">
                  <c:v>3608.86</c:v>
                </c:pt>
                <c:pt idx="894">
                  <c:v>3611.8700000000003</c:v>
                </c:pt>
                <c:pt idx="895">
                  <c:v>3614.8799999999997</c:v>
                </c:pt>
                <c:pt idx="896">
                  <c:v>3618.29</c:v>
                </c:pt>
                <c:pt idx="897">
                  <c:v>3619.7599999999998</c:v>
                </c:pt>
                <c:pt idx="898">
                  <c:v>3625.81</c:v>
                </c:pt>
                <c:pt idx="899">
                  <c:v>3629.3799999999997</c:v>
                </c:pt>
                <c:pt idx="900">
                  <c:v>3628.8</c:v>
                </c:pt>
                <c:pt idx="901">
                  <c:v>3635.3300000000004</c:v>
                </c:pt>
                <c:pt idx="902">
                  <c:v>3639.1200000000003</c:v>
                </c:pt>
                <c:pt idx="903">
                  <c:v>3635.9</c:v>
                </c:pt>
                <c:pt idx="904">
                  <c:v>3636.29</c:v>
                </c:pt>
                <c:pt idx="905">
                  <c:v>3646.3999999999996</c:v>
                </c:pt>
                <c:pt idx="906">
                  <c:v>3651.32</c:v>
                </c:pt>
                <c:pt idx="907">
                  <c:v>3658.81</c:v>
                </c:pt>
                <c:pt idx="908">
                  <c:v>3661.54</c:v>
                </c:pt>
                <c:pt idx="909">
                  <c:v>3664.21</c:v>
                </c:pt>
                <c:pt idx="910">
                  <c:v>3667.1200000000003</c:v>
                </c:pt>
                <c:pt idx="911">
                  <c:v>3670.4</c:v>
                </c:pt>
                <c:pt idx="912">
                  <c:v>3671.84</c:v>
                </c:pt>
                <c:pt idx="913">
                  <c:v>3674.9900000000002</c:v>
                </c:pt>
                <c:pt idx="914">
                  <c:v>3679.16</c:v>
                </c:pt>
                <c:pt idx="915">
                  <c:v>3681.5099999999998</c:v>
                </c:pt>
                <c:pt idx="916">
                  <c:v>3682.2599999999998</c:v>
                </c:pt>
                <c:pt idx="917">
                  <c:v>3684.23</c:v>
                </c:pt>
                <c:pt idx="918">
                  <c:v>3687.95</c:v>
                </c:pt>
                <c:pt idx="919">
                  <c:v>3690.92</c:v>
                </c:pt>
                <c:pt idx="920">
                  <c:v>3693.8</c:v>
                </c:pt>
                <c:pt idx="921">
                  <c:v>3696.5499999999997</c:v>
                </c:pt>
                <c:pt idx="922">
                  <c:v>3699.85</c:v>
                </c:pt>
                <c:pt idx="923">
                  <c:v>3702.65</c:v>
                </c:pt>
                <c:pt idx="924">
                  <c:v>3705.67</c:v>
                </c:pt>
                <c:pt idx="925">
                  <c:v>3708.85</c:v>
                </c:pt>
                <c:pt idx="926">
                  <c:v>3711.42</c:v>
                </c:pt>
                <c:pt idx="927">
                  <c:v>3713.93</c:v>
                </c:pt>
                <c:pt idx="928">
                  <c:v>3716.9300000000003</c:v>
                </c:pt>
                <c:pt idx="929">
                  <c:v>3719.42</c:v>
                </c:pt>
                <c:pt idx="930">
                  <c:v>3723.5499999999997</c:v>
                </c:pt>
                <c:pt idx="931">
                  <c:v>3725.5099999999998</c:v>
                </c:pt>
                <c:pt idx="932">
                  <c:v>3730.57</c:v>
                </c:pt>
                <c:pt idx="933">
                  <c:v>3732.39</c:v>
                </c:pt>
                <c:pt idx="934">
                  <c:v>3736.49</c:v>
                </c:pt>
                <c:pt idx="935">
                  <c:v>3736.27</c:v>
                </c:pt>
                <c:pt idx="936">
                  <c:v>3739.5299999999997</c:v>
                </c:pt>
                <c:pt idx="937">
                  <c:v>3746.4900000000002</c:v>
                </c:pt>
                <c:pt idx="938">
                  <c:v>3749.06</c:v>
                </c:pt>
                <c:pt idx="939">
                  <c:v>3750.5299999999997</c:v>
                </c:pt>
                <c:pt idx="940">
                  <c:v>3751.74</c:v>
                </c:pt>
                <c:pt idx="941">
                  <c:v>3755.4500000000003</c:v>
                </c:pt>
                <c:pt idx="942">
                  <c:v>3745.86</c:v>
                </c:pt>
                <c:pt idx="943">
                  <c:v>3760.05</c:v>
                </c:pt>
                <c:pt idx="944">
                  <c:v>3756.03</c:v>
                </c:pt>
                <c:pt idx="945">
                  <c:v>3759.03</c:v>
                </c:pt>
                <c:pt idx="946">
                  <c:v>3760.1800000000003</c:v>
                </c:pt>
                <c:pt idx="947">
                  <c:v>3765.72</c:v>
                </c:pt>
                <c:pt idx="948">
                  <c:v>3770.1099999999997</c:v>
                </c:pt>
                <c:pt idx="949">
                  <c:v>3771.22</c:v>
                </c:pt>
                <c:pt idx="950">
                  <c:v>3774.5899999999997</c:v>
                </c:pt>
                <c:pt idx="951">
                  <c:v>3777.43</c:v>
                </c:pt>
                <c:pt idx="952">
                  <c:v>3780.4</c:v>
                </c:pt>
                <c:pt idx="953">
                  <c:v>3783.29</c:v>
                </c:pt>
                <c:pt idx="954">
                  <c:v>3790.66</c:v>
                </c:pt>
                <c:pt idx="955">
                  <c:v>3797.29</c:v>
                </c:pt>
                <c:pt idx="956">
                  <c:v>3800.05</c:v>
                </c:pt>
                <c:pt idx="957">
                  <c:v>3802.2599999999998</c:v>
                </c:pt>
                <c:pt idx="958">
                  <c:v>3805.29</c:v>
                </c:pt>
                <c:pt idx="959">
                  <c:v>3807.44</c:v>
                </c:pt>
                <c:pt idx="960">
                  <c:v>3810.1</c:v>
                </c:pt>
                <c:pt idx="961">
                  <c:v>3812.8199999999997</c:v>
                </c:pt>
                <c:pt idx="962">
                  <c:v>3816.49</c:v>
                </c:pt>
                <c:pt idx="963">
                  <c:v>3819.07</c:v>
                </c:pt>
                <c:pt idx="964">
                  <c:v>3820.25</c:v>
                </c:pt>
                <c:pt idx="965">
                  <c:v>3824.65</c:v>
                </c:pt>
                <c:pt idx="966">
                  <c:v>3825.6800000000003</c:v>
                </c:pt>
                <c:pt idx="967">
                  <c:v>3827.7999999999997</c:v>
                </c:pt>
                <c:pt idx="968">
                  <c:v>3830.9500000000003</c:v>
                </c:pt>
                <c:pt idx="969">
                  <c:v>3836.83</c:v>
                </c:pt>
                <c:pt idx="970">
                  <c:v>3836.21</c:v>
                </c:pt>
                <c:pt idx="971">
                  <c:v>3842.25</c:v>
                </c:pt>
                <c:pt idx="972">
                  <c:v>3843.6</c:v>
                </c:pt>
                <c:pt idx="973">
                  <c:v>3846.61</c:v>
                </c:pt>
                <c:pt idx="974">
                  <c:v>3846.99</c:v>
                </c:pt>
                <c:pt idx="975">
                  <c:v>3849.5699999999997</c:v>
                </c:pt>
                <c:pt idx="976">
                  <c:v>3852.86</c:v>
                </c:pt>
                <c:pt idx="977">
                  <c:v>3857.4</c:v>
                </c:pt>
                <c:pt idx="978">
                  <c:v>3859.7999999999997</c:v>
                </c:pt>
                <c:pt idx="979">
                  <c:v>3864.1</c:v>
                </c:pt>
                <c:pt idx="980">
                  <c:v>3866</c:v>
                </c:pt>
                <c:pt idx="981">
                  <c:v>3861.9</c:v>
                </c:pt>
                <c:pt idx="982">
                  <c:v>3864.59</c:v>
                </c:pt>
                <c:pt idx="983">
                  <c:v>3867.3</c:v>
                </c:pt>
                <c:pt idx="984">
                  <c:v>3870.0899999999997</c:v>
                </c:pt>
                <c:pt idx="985">
                  <c:v>3872.8799999999997</c:v>
                </c:pt>
                <c:pt idx="986">
                  <c:v>3875.6</c:v>
                </c:pt>
                <c:pt idx="987">
                  <c:v>3878.13</c:v>
                </c:pt>
                <c:pt idx="988">
                  <c:v>3880.92</c:v>
                </c:pt>
                <c:pt idx="989">
                  <c:v>3883.72</c:v>
                </c:pt>
                <c:pt idx="990">
                  <c:v>3886.04</c:v>
                </c:pt>
                <c:pt idx="991">
                  <c:v>3887.95</c:v>
                </c:pt>
                <c:pt idx="992">
                  <c:v>3892.09</c:v>
                </c:pt>
                <c:pt idx="993">
                  <c:v>3891.94</c:v>
                </c:pt>
                <c:pt idx="994">
                  <c:v>3897.22</c:v>
                </c:pt>
                <c:pt idx="995">
                  <c:v>3897.8799999999997</c:v>
                </c:pt>
                <c:pt idx="996">
                  <c:v>3908.69</c:v>
                </c:pt>
                <c:pt idx="997">
                  <c:v>3900.81</c:v>
                </c:pt>
                <c:pt idx="998">
                  <c:v>3915.45</c:v>
                </c:pt>
                <c:pt idx="999">
                  <c:v>3919.15</c:v>
                </c:pt>
                <c:pt idx="1000">
                  <c:v>3914.19</c:v>
                </c:pt>
                <c:pt idx="1001">
                  <c:v>3914.46</c:v>
                </c:pt>
                <c:pt idx="1002">
                  <c:v>3919.27</c:v>
                </c:pt>
                <c:pt idx="1003">
                  <c:v>3914.91</c:v>
                </c:pt>
                <c:pt idx="1004">
                  <c:v>3921.38</c:v>
                </c:pt>
                <c:pt idx="1005">
                  <c:v>3934.58</c:v>
                </c:pt>
                <c:pt idx="1006">
                  <c:v>3931.59</c:v>
                </c:pt>
                <c:pt idx="1007">
                  <c:v>3935.27</c:v>
                </c:pt>
                <c:pt idx="1008">
                  <c:v>3940.0499999999997</c:v>
                </c:pt>
                <c:pt idx="1009">
                  <c:v>3935.6</c:v>
                </c:pt>
                <c:pt idx="1010">
                  <c:v>3942.62</c:v>
                </c:pt>
                <c:pt idx="1011">
                  <c:v>3946.4100000000003</c:v>
                </c:pt>
                <c:pt idx="1012">
                  <c:v>3948.99</c:v>
                </c:pt>
                <c:pt idx="1013">
                  <c:v>3951.29</c:v>
                </c:pt>
                <c:pt idx="1014">
                  <c:v>3953.54</c:v>
                </c:pt>
                <c:pt idx="1015">
                  <c:v>3956.23</c:v>
                </c:pt>
                <c:pt idx="1016">
                  <c:v>3959.52</c:v>
                </c:pt>
                <c:pt idx="1017">
                  <c:v>3962.25</c:v>
                </c:pt>
                <c:pt idx="1018">
                  <c:v>3964.69</c:v>
                </c:pt>
                <c:pt idx="1019">
                  <c:v>3967.54</c:v>
                </c:pt>
                <c:pt idx="1020">
                  <c:v>3970.3599999999997</c:v>
                </c:pt>
                <c:pt idx="1021">
                  <c:v>3973.0699999999997</c:v>
                </c:pt>
                <c:pt idx="1022">
                  <c:v>3976.02</c:v>
                </c:pt>
                <c:pt idx="1023">
                  <c:v>3980.56</c:v>
                </c:pt>
                <c:pt idx="1024">
                  <c:v>3989.77</c:v>
                </c:pt>
                <c:pt idx="1025">
                  <c:v>3992.75</c:v>
                </c:pt>
                <c:pt idx="1026">
                  <c:v>3994.9900000000002</c:v>
                </c:pt>
                <c:pt idx="1027">
                  <c:v>3997.7299999999996</c:v>
                </c:pt>
                <c:pt idx="1028">
                  <c:v>4000.7799999999997</c:v>
                </c:pt>
                <c:pt idx="1029">
                  <c:v>4001.7699999999995</c:v>
                </c:pt>
                <c:pt idx="1030">
                  <c:v>4005.44</c:v>
                </c:pt>
                <c:pt idx="1031">
                  <c:v>4008.8299999999995</c:v>
                </c:pt>
                <c:pt idx="1032">
                  <c:v>4009.91</c:v>
                </c:pt>
                <c:pt idx="1033">
                  <c:v>4013.75</c:v>
                </c:pt>
                <c:pt idx="1034">
                  <c:v>4016.61</c:v>
                </c:pt>
                <c:pt idx="1035">
                  <c:v>4018.89</c:v>
                </c:pt>
                <c:pt idx="1036">
                  <c:v>4022.0200000000004</c:v>
                </c:pt>
                <c:pt idx="1037">
                  <c:v>4024.52</c:v>
                </c:pt>
                <c:pt idx="1038">
                  <c:v>4027.8999999999996</c:v>
                </c:pt>
                <c:pt idx="1039">
                  <c:v>4029.86</c:v>
                </c:pt>
                <c:pt idx="1040">
                  <c:v>4033.27</c:v>
                </c:pt>
                <c:pt idx="1041">
                  <c:v>4035.45</c:v>
                </c:pt>
                <c:pt idx="1042">
                  <c:v>4037.11</c:v>
                </c:pt>
                <c:pt idx="1043">
                  <c:v>4039.3999999999996</c:v>
                </c:pt>
                <c:pt idx="1044">
                  <c:v>4043.0599999999995</c:v>
                </c:pt>
                <c:pt idx="1045">
                  <c:v>4044.89</c:v>
                </c:pt>
                <c:pt idx="1046">
                  <c:v>4048.09</c:v>
                </c:pt>
                <c:pt idx="1047">
                  <c:v>4050.34</c:v>
                </c:pt>
                <c:pt idx="1048">
                  <c:v>4055.11</c:v>
                </c:pt>
                <c:pt idx="1049">
                  <c:v>4058.11</c:v>
                </c:pt>
                <c:pt idx="1050">
                  <c:v>4053.84</c:v>
                </c:pt>
                <c:pt idx="1051">
                  <c:v>4063.72</c:v>
                </c:pt>
                <c:pt idx="1052">
                  <c:v>4066.54</c:v>
                </c:pt>
                <c:pt idx="1053">
                  <c:v>4069.1699999999996</c:v>
                </c:pt>
                <c:pt idx="1054">
                  <c:v>4071.5399999999995</c:v>
                </c:pt>
                <c:pt idx="1055">
                  <c:v>4073.78</c:v>
                </c:pt>
                <c:pt idx="1056">
                  <c:v>4076.9</c:v>
                </c:pt>
                <c:pt idx="1057">
                  <c:v>4079.39</c:v>
                </c:pt>
                <c:pt idx="1058">
                  <c:v>4081.8599999999997</c:v>
                </c:pt>
                <c:pt idx="1059">
                  <c:v>4083.08</c:v>
                </c:pt>
                <c:pt idx="1060">
                  <c:v>4085.9199999999996</c:v>
                </c:pt>
                <c:pt idx="1061">
                  <c:v>4089.4199999999996</c:v>
                </c:pt>
                <c:pt idx="1062">
                  <c:v>4090.09</c:v>
                </c:pt>
                <c:pt idx="1063">
                  <c:v>4093.96</c:v>
                </c:pt>
                <c:pt idx="1064">
                  <c:v>4097.1099999999997</c:v>
                </c:pt>
                <c:pt idx="1065">
                  <c:v>4100.22</c:v>
                </c:pt>
                <c:pt idx="1066">
                  <c:v>4104.29</c:v>
                </c:pt>
                <c:pt idx="1067">
                  <c:v>4102.6100000000006</c:v>
                </c:pt>
                <c:pt idx="1068">
                  <c:v>4109.6000000000004</c:v>
                </c:pt>
                <c:pt idx="1069">
                  <c:v>4108.04</c:v>
                </c:pt>
                <c:pt idx="1070">
                  <c:v>4112.28</c:v>
                </c:pt>
                <c:pt idx="1071">
                  <c:v>4114.6900000000005</c:v>
                </c:pt>
                <c:pt idx="1072">
                  <c:v>4118.88</c:v>
                </c:pt>
                <c:pt idx="1073">
                  <c:v>4119.8899999999994</c:v>
                </c:pt>
                <c:pt idx="1074">
                  <c:v>4122.9500000000007</c:v>
                </c:pt>
                <c:pt idx="1075">
                  <c:v>4125.42</c:v>
                </c:pt>
                <c:pt idx="1076">
                  <c:v>4128.8999999999996</c:v>
                </c:pt>
                <c:pt idx="1077">
                  <c:v>4131.67</c:v>
                </c:pt>
                <c:pt idx="1078">
                  <c:v>4134.38</c:v>
                </c:pt>
                <c:pt idx="1079">
                  <c:v>4137.04</c:v>
                </c:pt>
                <c:pt idx="1080">
                  <c:v>4139.74</c:v>
                </c:pt>
                <c:pt idx="1081">
                  <c:v>4142.5599999999995</c:v>
                </c:pt>
                <c:pt idx="1082">
                  <c:v>4145.2299999999996</c:v>
                </c:pt>
                <c:pt idx="1083">
                  <c:v>4147.33</c:v>
                </c:pt>
                <c:pt idx="1084">
                  <c:v>4150.53</c:v>
                </c:pt>
                <c:pt idx="1085">
                  <c:v>4154.47</c:v>
                </c:pt>
                <c:pt idx="1086">
                  <c:v>4157.4400000000005</c:v>
                </c:pt>
                <c:pt idx="1087">
                  <c:v>4151.3799999999992</c:v>
                </c:pt>
                <c:pt idx="1088">
                  <c:v>4152.97</c:v>
                </c:pt>
                <c:pt idx="1089">
                  <c:v>4154.58</c:v>
                </c:pt>
                <c:pt idx="1090">
                  <c:v>4162.1100000000006</c:v>
                </c:pt>
                <c:pt idx="1091">
                  <c:v>4165.08</c:v>
                </c:pt>
                <c:pt idx="1092">
                  <c:v>4159.7699999999995</c:v>
                </c:pt>
                <c:pt idx="1093">
                  <c:v>4163.6899999999996</c:v>
                </c:pt>
                <c:pt idx="1094">
                  <c:v>4166.92</c:v>
                </c:pt>
                <c:pt idx="1095">
                  <c:v>4173.0200000000004</c:v>
                </c:pt>
                <c:pt idx="1096">
                  <c:v>4173.99</c:v>
                </c:pt>
                <c:pt idx="1097">
                  <c:v>4180.2400000000007</c:v>
                </c:pt>
                <c:pt idx="1098">
                  <c:v>4189.42</c:v>
                </c:pt>
                <c:pt idx="1099">
                  <c:v>4192.43</c:v>
                </c:pt>
                <c:pt idx="1100">
                  <c:v>4194.4299999999994</c:v>
                </c:pt>
                <c:pt idx="1101">
                  <c:v>4198.01</c:v>
                </c:pt>
                <c:pt idx="1102">
                  <c:v>4200.1600000000008</c:v>
                </c:pt>
                <c:pt idx="1103">
                  <c:v>4202.3099999999995</c:v>
                </c:pt>
                <c:pt idx="1104">
                  <c:v>4205.0999999999995</c:v>
                </c:pt>
                <c:pt idx="1105">
                  <c:v>4207.47</c:v>
                </c:pt>
                <c:pt idx="1106">
                  <c:v>4210.0200000000004</c:v>
                </c:pt>
                <c:pt idx="1107">
                  <c:v>4212.83</c:v>
                </c:pt>
                <c:pt idx="1108">
                  <c:v>4213.3999999999996</c:v>
                </c:pt>
                <c:pt idx="1109">
                  <c:v>4215.87</c:v>
                </c:pt>
                <c:pt idx="1110">
                  <c:v>4218.9500000000007</c:v>
                </c:pt>
                <c:pt idx="1111">
                  <c:v>4221.33</c:v>
                </c:pt>
                <c:pt idx="1112">
                  <c:v>4224.09</c:v>
                </c:pt>
                <c:pt idx="1113">
                  <c:v>4227.0200000000004</c:v>
                </c:pt>
                <c:pt idx="1114">
                  <c:v>4229.6899999999996</c:v>
                </c:pt>
                <c:pt idx="1115">
                  <c:v>4232.8500000000004</c:v>
                </c:pt>
                <c:pt idx="1116">
                  <c:v>4234.8600000000006</c:v>
                </c:pt>
                <c:pt idx="1117">
                  <c:v>4239.82</c:v>
                </c:pt>
                <c:pt idx="1118">
                  <c:v>4239.68</c:v>
                </c:pt>
                <c:pt idx="1119">
                  <c:v>4241.82</c:v>
                </c:pt>
                <c:pt idx="1120">
                  <c:v>4244.32</c:v>
                </c:pt>
                <c:pt idx="1121">
                  <c:v>4247.57</c:v>
                </c:pt>
                <c:pt idx="1122">
                  <c:v>4249.49</c:v>
                </c:pt>
                <c:pt idx="1123">
                  <c:v>4252.63</c:v>
                </c:pt>
                <c:pt idx="1124">
                  <c:v>4256.6100000000006</c:v>
                </c:pt>
                <c:pt idx="1125">
                  <c:v>4259.68</c:v>
                </c:pt>
                <c:pt idx="1126">
                  <c:v>4264.7199999999993</c:v>
                </c:pt>
                <c:pt idx="1127">
                  <c:v>4260.51</c:v>
                </c:pt>
                <c:pt idx="1128">
                  <c:v>4270.59</c:v>
                </c:pt>
                <c:pt idx="1129">
                  <c:v>4262.75</c:v>
                </c:pt>
                <c:pt idx="1130">
                  <c:v>4271.9800000000005</c:v>
                </c:pt>
                <c:pt idx="1131">
                  <c:v>4276.2</c:v>
                </c:pt>
                <c:pt idx="1132">
                  <c:v>4278.93</c:v>
                </c:pt>
                <c:pt idx="1133">
                  <c:v>4279.09</c:v>
                </c:pt>
                <c:pt idx="1134">
                  <c:v>4281.1099999999997</c:v>
                </c:pt>
                <c:pt idx="1135">
                  <c:v>4280.2699999999995</c:v>
                </c:pt>
                <c:pt idx="1136">
                  <c:v>4284.3099999999995</c:v>
                </c:pt>
                <c:pt idx="1137">
                  <c:v>4288.5099999999993</c:v>
                </c:pt>
                <c:pt idx="1138">
                  <c:v>4291.2299999999996</c:v>
                </c:pt>
                <c:pt idx="1139">
                  <c:v>4293.07</c:v>
                </c:pt>
                <c:pt idx="1140">
                  <c:v>4296.09</c:v>
                </c:pt>
                <c:pt idx="1141">
                  <c:v>4298.54</c:v>
                </c:pt>
                <c:pt idx="1142">
                  <c:v>4301.2699999999995</c:v>
                </c:pt>
                <c:pt idx="1143">
                  <c:v>4304.08</c:v>
                </c:pt>
                <c:pt idx="1144">
                  <c:v>4306.66</c:v>
                </c:pt>
                <c:pt idx="1145">
                  <c:v>4309.3500000000004</c:v>
                </c:pt>
                <c:pt idx="1146">
                  <c:v>4311.99</c:v>
                </c:pt>
                <c:pt idx="1147">
                  <c:v>4314.9399999999996</c:v>
                </c:pt>
                <c:pt idx="1148">
                  <c:v>4323.38</c:v>
                </c:pt>
                <c:pt idx="1149">
                  <c:v>4326.28</c:v>
                </c:pt>
                <c:pt idx="1150">
                  <c:v>4328.7699999999995</c:v>
                </c:pt>
                <c:pt idx="1151">
                  <c:v>4329.63</c:v>
                </c:pt>
                <c:pt idx="1152">
                  <c:v>4333.88</c:v>
                </c:pt>
                <c:pt idx="1153">
                  <c:v>4335.5499999999993</c:v>
                </c:pt>
                <c:pt idx="1154">
                  <c:v>4338.8</c:v>
                </c:pt>
                <c:pt idx="1155">
                  <c:v>4341.79</c:v>
                </c:pt>
                <c:pt idx="1156">
                  <c:v>4342.46</c:v>
                </c:pt>
                <c:pt idx="1157">
                  <c:v>4340.88</c:v>
                </c:pt>
                <c:pt idx="1158">
                  <c:v>4342.1200000000008</c:v>
                </c:pt>
                <c:pt idx="1159">
                  <c:v>4345.96</c:v>
                </c:pt>
                <c:pt idx="1160">
                  <c:v>4354.46</c:v>
                </c:pt>
                <c:pt idx="1161">
                  <c:v>4356.3500000000004</c:v>
                </c:pt>
                <c:pt idx="1162">
                  <c:v>4359.72</c:v>
                </c:pt>
                <c:pt idx="1163">
                  <c:v>4362.4799999999996</c:v>
                </c:pt>
                <c:pt idx="1164">
                  <c:v>4365.25</c:v>
                </c:pt>
                <c:pt idx="1165">
                  <c:v>4367.7700000000004</c:v>
                </c:pt>
                <c:pt idx="1166">
                  <c:v>4370.04</c:v>
                </c:pt>
                <c:pt idx="1167">
                  <c:v>4372.72</c:v>
                </c:pt>
                <c:pt idx="1168">
                  <c:v>4373.9400000000005</c:v>
                </c:pt>
                <c:pt idx="1169">
                  <c:v>4375.91</c:v>
                </c:pt>
                <c:pt idx="1170">
                  <c:v>4378.2300000000005</c:v>
                </c:pt>
                <c:pt idx="1171">
                  <c:v>4380.72</c:v>
                </c:pt>
                <c:pt idx="1172">
                  <c:v>4382.9799999999996</c:v>
                </c:pt>
                <c:pt idx="1173">
                  <c:v>4385.12</c:v>
                </c:pt>
                <c:pt idx="1174">
                  <c:v>4387.8700000000008</c:v>
                </c:pt>
                <c:pt idx="1175">
                  <c:v>4391.67</c:v>
                </c:pt>
                <c:pt idx="1176">
                  <c:v>4387.9000000000005</c:v>
                </c:pt>
                <c:pt idx="1177">
                  <c:v>4390.7</c:v>
                </c:pt>
                <c:pt idx="1178">
                  <c:v>4393.5</c:v>
                </c:pt>
                <c:pt idx="1179">
                  <c:v>4395.93</c:v>
                </c:pt>
                <c:pt idx="1180">
                  <c:v>4399.6399999999994</c:v>
                </c:pt>
                <c:pt idx="1181">
                  <c:v>4402.38</c:v>
                </c:pt>
                <c:pt idx="1182">
                  <c:v>4404.58</c:v>
                </c:pt>
                <c:pt idx="1183">
                  <c:v>4404.99</c:v>
                </c:pt>
                <c:pt idx="1184">
                  <c:v>4411.8</c:v>
                </c:pt>
                <c:pt idx="1185">
                  <c:v>4412.3599999999997</c:v>
                </c:pt>
                <c:pt idx="1186">
                  <c:v>4412.9800000000005</c:v>
                </c:pt>
                <c:pt idx="1187">
                  <c:v>4417.6399999999994</c:v>
                </c:pt>
                <c:pt idx="1188">
                  <c:v>4418.1499999999996</c:v>
                </c:pt>
                <c:pt idx="1189">
                  <c:v>4421.76</c:v>
                </c:pt>
                <c:pt idx="1190">
                  <c:v>4429.8900000000003</c:v>
                </c:pt>
                <c:pt idx="1191">
                  <c:v>4430.33</c:v>
                </c:pt>
                <c:pt idx="1192">
                  <c:v>4434.45</c:v>
                </c:pt>
                <c:pt idx="1193">
                  <c:v>4433.54</c:v>
                </c:pt>
                <c:pt idx="1194">
                  <c:v>4439.8</c:v>
                </c:pt>
                <c:pt idx="1195">
                  <c:v>4441.8900000000003</c:v>
                </c:pt>
                <c:pt idx="1196">
                  <c:v>4444.26</c:v>
                </c:pt>
                <c:pt idx="1197">
                  <c:v>4447.03</c:v>
                </c:pt>
                <c:pt idx="1198">
                  <c:v>4447.5600000000004</c:v>
                </c:pt>
                <c:pt idx="1199">
                  <c:v>4450.8599999999997</c:v>
                </c:pt>
                <c:pt idx="1200">
                  <c:v>4453.5999999999995</c:v>
                </c:pt>
                <c:pt idx="1201">
                  <c:v>4457.3</c:v>
                </c:pt>
                <c:pt idx="1202">
                  <c:v>4459.8899999999994</c:v>
                </c:pt>
                <c:pt idx="1203">
                  <c:v>4461.32</c:v>
                </c:pt>
                <c:pt idx="1204">
                  <c:v>4463.99</c:v>
                </c:pt>
                <c:pt idx="1205">
                  <c:v>4466.54</c:v>
                </c:pt>
                <c:pt idx="1206">
                  <c:v>4469.2699999999995</c:v>
                </c:pt>
                <c:pt idx="1207">
                  <c:v>4472.1000000000004</c:v>
                </c:pt>
                <c:pt idx="1208">
                  <c:v>4475.07</c:v>
                </c:pt>
                <c:pt idx="1209">
                  <c:v>4479.2199999999993</c:v>
                </c:pt>
                <c:pt idx="1210">
                  <c:v>4479.78</c:v>
                </c:pt>
                <c:pt idx="1211">
                  <c:v>4483.42</c:v>
                </c:pt>
                <c:pt idx="1212">
                  <c:v>4485.7300000000005</c:v>
                </c:pt>
                <c:pt idx="1213">
                  <c:v>4488.53</c:v>
                </c:pt>
                <c:pt idx="1214">
                  <c:v>4493.1900000000005</c:v>
                </c:pt>
                <c:pt idx="1215">
                  <c:v>4496.6799999999994</c:v>
                </c:pt>
                <c:pt idx="1216">
                  <c:v>4498.34</c:v>
                </c:pt>
                <c:pt idx="1217">
                  <c:v>4497.8</c:v>
                </c:pt>
                <c:pt idx="1218">
                  <c:v>4503.71</c:v>
                </c:pt>
                <c:pt idx="1219">
                  <c:v>4502.93</c:v>
                </c:pt>
                <c:pt idx="1220">
                  <c:v>4511.3500000000004</c:v>
                </c:pt>
                <c:pt idx="1221">
                  <c:v>4514.24</c:v>
                </c:pt>
                <c:pt idx="1222">
                  <c:v>4514.99</c:v>
                </c:pt>
                <c:pt idx="1223">
                  <c:v>4519.7300000000005</c:v>
                </c:pt>
                <c:pt idx="1224">
                  <c:v>4518.0499999999993</c:v>
                </c:pt>
                <c:pt idx="1225">
                  <c:v>4524.66</c:v>
                </c:pt>
                <c:pt idx="1226">
                  <c:v>4524.24</c:v>
                </c:pt>
                <c:pt idx="1227">
                  <c:v>4526.95</c:v>
                </c:pt>
                <c:pt idx="1228">
                  <c:v>4532.8799999999992</c:v>
                </c:pt>
                <c:pt idx="1229">
                  <c:v>4534.45</c:v>
                </c:pt>
                <c:pt idx="1230">
                  <c:v>4536.4399999999996</c:v>
                </c:pt>
                <c:pt idx="1231">
                  <c:v>4539.8100000000004</c:v>
                </c:pt>
                <c:pt idx="1232">
                  <c:v>4542.3099999999995</c:v>
                </c:pt>
                <c:pt idx="1233">
                  <c:v>4545.2700000000004</c:v>
                </c:pt>
                <c:pt idx="1234">
                  <c:v>4548.26</c:v>
                </c:pt>
                <c:pt idx="1235">
                  <c:v>4550.96</c:v>
                </c:pt>
                <c:pt idx="1236">
                  <c:v>4553.57</c:v>
                </c:pt>
                <c:pt idx="1237">
                  <c:v>4556.07</c:v>
                </c:pt>
                <c:pt idx="1238">
                  <c:v>4558.93</c:v>
                </c:pt>
                <c:pt idx="1239">
                  <c:v>4561.62</c:v>
                </c:pt>
                <c:pt idx="1240">
                  <c:v>4564.3900000000003</c:v>
                </c:pt>
                <c:pt idx="1241">
                  <c:v>4567.1900000000005</c:v>
                </c:pt>
                <c:pt idx="1242">
                  <c:v>4569.93</c:v>
                </c:pt>
                <c:pt idx="1243">
                  <c:v>4571.4399999999996</c:v>
                </c:pt>
                <c:pt idx="1244">
                  <c:v>4574.4400000000005</c:v>
                </c:pt>
                <c:pt idx="1245">
                  <c:v>4576.4800000000005</c:v>
                </c:pt>
                <c:pt idx="1246">
                  <c:v>4580.6500000000005</c:v>
                </c:pt>
                <c:pt idx="1247">
                  <c:v>4582.5600000000004</c:v>
                </c:pt>
                <c:pt idx="1248">
                  <c:v>4585.29</c:v>
                </c:pt>
                <c:pt idx="1249">
                  <c:v>4586</c:v>
                </c:pt>
                <c:pt idx="1250">
                  <c:v>4592.75</c:v>
                </c:pt>
                <c:pt idx="1251">
                  <c:v>4592.53</c:v>
                </c:pt>
                <c:pt idx="1252">
                  <c:v>4596.8799999999992</c:v>
                </c:pt>
                <c:pt idx="1253">
                  <c:v>4598.96</c:v>
                </c:pt>
                <c:pt idx="1254">
                  <c:v>4603.5700000000006</c:v>
                </c:pt>
                <c:pt idx="1255">
                  <c:v>4606.24</c:v>
                </c:pt>
                <c:pt idx="1256">
                  <c:v>4608.49</c:v>
                </c:pt>
                <c:pt idx="1257">
                  <c:v>4611.34</c:v>
                </c:pt>
                <c:pt idx="1258">
                  <c:v>4612.66</c:v>
                </c:pt>
                <c:pt idx="1259">
                  <c:v>4615.53</c:v>
                </c:pt>
                <c:pt idx="1260">
                  <c:v>4618.1400000000003</c:v>
                </c:pt>
                <c:pt idx="1261">
                  <c:v>4620</c:v>
                </c:pt>
                <c:pt idx="1262">
                  <c:v>4622.7700000000004</c:v>
                </c:pt>
                <c:pt idx="1263">
                  <c:v>4623.99</c:v>
                </c:pt>
                <c:pt idx="1264">
                  <c:v>4626.8599999999997</c:v>
                </c:pt>
                <c:pt idx="1265">
                  <c:v>4629.5</c:v>
                </c:pt>
                <c:pt idx="1266">
                  <c:v>4630.7700000000004</c:v>
                </c:pt>
                <c:pt idx="1267">
                  <c:v>4633.3200000000006</c:v>
                </c:pt>
                <c:pt idx="1268">
                  <c:v>4636.18</c:v>
                </c:pt>
                <c:pt idx="1269">
                  <c:v>4638.3599999999997</c:v>
                </c:pt>
                <c:pt idx="1270">
                  <c:v>4640.46</c:v>
                </c:pt>
                <c:pt idx="1271">
                  <c:v>4644.71</c:v>
                </c:pt>
                <c:pt idx="1272">
                  <c:v>4648.0600000000004</c:v>
                </c:pt>
                <c:pt idx="1273">
                  <c:v>4650.7699999999995</c:v>
                </c:pt>
                <c:pt idx="1274">
                  <c:v>4652.2</c:v>
                </c:pt>
                <c:pt idx="1275">
                  <c:v>4655.1600000000008</c:v>
                </c:pt>
                <c:pt idx="1276">
                  <c:v>4657.4799999999996</c:v>
                </c:pt>
                <c:pt idx="1277">
                  <c:v>4657.92</c:v>
                </c:pt>
                <c:pt idx="1278">
                  <c:v>4658.3500000000004</c:v>
                </c:pt>
                <c:pt idx="1279">
                  <c:v>4663.1400000000003</c:v>
                </c:pt>
                <c:pt idx="1280">
                  <c:v>4662.57</c:v>
                </c:pt>
                <c:pt idx="1281">
                  <c:v>4667.33</c:v>
                </c:pt>
                <c:pt idx="1282">
                  <c:v>4670.68</c:v>
                </c:pt>
                <c:pt idx="1283">
                  <c:v>4673.03</c:v>
                </c:pt>
                <c:pt idx="1284">
                  <c:v>4676.33</c:v>
                </c:pt>
                <c:pt idx="1285">
                  <c:v>4673.09</c:v>
                </c:pt>
                <c:pt idx="1286">
                  <c:v>4676.4900000000007</c:v>
                </c:pt>
                <c:pt idx="1287">
                  <c:v>4681.66</c:v>
                </c:pt>
                <c:pt idx="1288">
                  <c:v>4684.8099999999995</c:v>
                </c:pt>
                <c:pt idx="1289">
                  <c:v>4684.32</c:v>
                </c:pt>
                <c:pt idx="1290">
                  <c:v>4687.32</c:v>
                </c:pt>
                <c:pt idx="1291">
                  <c:v>4688.6400000000003</c:v>
                </c:pt>
                <c:pt idx="1292">
                  <c:v>4691.88</c:v>
                </c:pt>
                <c:pt idx="1293">
                  <c:v>4693.6000000000004</c:v>
                </c:pt>
                <c:pt idx="1294">
                  <c:v>4695.63</c:v>
                </c:pt>
                <c:pt idx="1295">
                  <c:v>4698.2299999999996</c:v>
                </c:pt>
                <c:pt idx="1296">
                  <c:v>4701.3100000000004</c:v>
                </c:pt>
                <c:pt idx="1297">
                  <c:v>4703.6100000000006</c:v>
                </c:pt>
                <c:pt idx="1298">
                  <c:v>4707.22</c:v>
                </c:pt>
                <c:pt idx="1299">
                  <c:v>4708.38</c:v>
                </c:pt>
                <c:pt idx="1300">
                  <c:v>4711.5</c:v>
                </c:pt>
                <c:pt idx="1301">
                  <c:v>4711.8</c:v>
                </c:pt>
                <c:pt idx="1302">
                  <c:v>4714.1900000000005</c:v>
                </c:pt>
                <c:pt idx="1303">
                  <c:v>4716.6499999999996</c:v>
                </c:pt>
                <c:pt idx="1304">
                  <c:v>4718.68</c:v>
                </c:pt>
                <c:pt idx="1305">
                  <c:v>4720.79</c:v>
                </c:pt>
                <c:pt idx="1306">
                  <c:v>4722.95</c:v>
                </c:pt>
                <c:pt idx="1307">
                  <c:v>4726.37</c:v>
                </c:pt>
                <c:pt idx="1308">
                  <c:v>4729.92</c:v>
                </c:pt>
                <c:pt idx="1309">
                  <c:v>4731.1899999999996</c:v>
                </c:pt>
                <c:pt idx="1310">
                  <c:v>4734.57</c:v>
                </c:pt>
                <c:pt idx="1311">
                  <c:v>4732.79</c:v>
                </c:pt>
                <c:pt idx="1312">
                  <c:v>4735.32</c:v>
                </c:pt>
                <c:pt idx="1313">
                  <c:v>4741.2</c:v>
                </c:pt>
                <c:pt idx="1314">
                  <c:v>4743.5999999999995</c:v>
                </c:pt>
                <c:pt idx="1315">
                  <c:v>4746.5400000000009</c:v>
                </c:pt>
                <c:pt idx="1316">
                  <c:v>4735.79</c:v>
                </c:pt>
                <c:pt idx="1317">
                  <c:v>4745.5600000000004</c:v>
                </c:pt>
                <c:pt idx="1318">
                  <c:v>4742.51</c:v>
                </c:pt>
                <c:pt idx="1319">
                  <c:v>4750.5</c:v>
                </c:pt>
                <c:pt idx="1320">
                  <c:v>4743.03</c:v>
                </c:pt>
                <c:pt idx="1321">
                  <c:v>4745.78</c:v>
                </c:pt>
                <c:pt idx="1322">
                  <c:v>4756.04</c:v>
                </c:pt>
                <c:pt idx="1323">
                  <c:v>4757.1899999999996</c:v>
                </c:pt>
                <c:pt idx="1324">
                  <c:v>4754.9900000000007</c:v>
                </c:pt>
                <c:pt idx="1325">
                  <c:v>4758.8999999999996</c:v>
                </c:pt>
                <c:pt idx="1326">
                  <c:v>4760.88</c:v>
                </c:pt>
                <c:pt idx="1327">
                  <c:v>4762.55</c:v>
                </c:pt>
                <c:pt idx="1328">
                  <c:v>4764.46</c:v>
                </c:pt>
                <c:pt idx="1329">
                  <c:v>4766.6000000000004</c:v>
                </c:pt>
                <c:pt idx="1330">
                  <c:v>4768.7699999999995</c:v>
                </c:pt>
                <c:pt idx="1331">
                  <c:v>4770.92</c:v>
                </c:pt>
                <c:pt idx="1332">
                  <c:v>4773.17</c:v>
                </c:pt>
                <c:pt idx="1333">
                  <c:v>4775.2299999999996</c:v>
                </c:pt>
                <c:pt idx="1334">
                  <c:v>4777.3999999999996</c:v>
                </c:pt>
                <c:pt idx="1335">
                  <c:v>4779.12</c:v>
                </c:pt>
                <c:pt idx="1336">
                  <c:v>4780.8200000000006</c:v>
                </c:pt>
                <c:pt idx="1337">
                  <c:v>4782.38</c:v>
                </c:pt>
                <c:pt idx="1338">
                  <c:v>4782.95</c:v>
                </c:pt>
                <c:pt idx="1339">
                  <c:v>4790.4400000000005</c:v>
                </c:pt>
                <c:pt idx="1340">
                  <c:v>4789.4699999999993</c:v>
                </c:pt>
                <c:pt idx="1341">
                  <c:v>4797.12</c:v>
                </c:pt>
                <c:pt idx="1342">
                  <c:v>4794.8500000000004</c:v>
                </c:pt>
                <c:pt idx="1343">
                  <c:v>4793.72</c:v>
                </c:pt>
                <c:pt idx="1344">
                  <c:v>4790.5600000000004</c:v>
                </c:pt>
                <c:pt idx="1345">
                  <c:v>4795.78</c:v>
                </c:pt>
                <c:pt idx="1346">
                  <c:v>4812.76</c:v>
                </c:pt>
                <c:pt idx="1347">
                  <c:v>4796.4799999999996</c:v>
                </c:pt>
                <c:pt idx="1348">
                  <c:v>4809.96</c:v>
                </c:pt>
                <c:pt idx="1349">
                  <c:v>4805.08</c:v>
                </c:pt>
                <c:pt idx="1350">
                  <c:v>4816.08</c:v>
                </c:pt>
                <c:pt idx="1351">
                  <c:v>4819.4100000000008</c:v>
                </c:pt>
                <c:pt idx="1352">
                  <c:v>4821.3499999999995</c:v>
                </c:pt>
                <c:pt idx="1353">
                  <c:v>4822.29</c:v>
                </c:pt>
                <c:pt idx="1354">
                  <c:v>4815.9299999999994</c:v>
                </c:pt>
                <c:pt idx="1355">
                  <c:v>4826.95</c:v>
                </c:pt>
                <c:pt idx="1356">
                  <c:v>4821.28</c:v>
                </c:pt>
                <c:pt idx="1357">
                  <c:v>4824</c:v>
                </c:pt>
                <c:pt idx="1358">
                  <c:v>4825.95</c:v>
                </c:pt>
                <c:pt idx="1359">
                  <c:v>4829.13</c:v>
                </c:pt>
                <c:pt idx="1360">
                  <c:v>4832.67</c:v>
                </c:pt>
                <c:pt idx="1361">
                  <c:v>4834.6499999999996</c:v>
                </c:pt>
                <c:pt idx="1362">
                  <c:v>4836.78</c:v>
                </c:pt>
                <c:pt idx="1363">
                  <c:v>4838.96</c:v>
                </c:pt>
                <c:pt idx="1364">
                  <c:v>4843.34</c:v>
                </c:pt>
                <c:pt idx="1365">
                  <c:v>4853.6499999999996</c:v>
                </c:pt>
                <c:pt idx="1366">
                  <c:v>4855.9400000000005</c:v>
                </c:pt>
                <c:pt idx="1367">
                  <c:v>4857.8900000000003</c:v>
                </c:pt>
                <c:pt idx="1368">
                  <c:v>4859.88</c:v>
                </c:pt>
                <c:pt idx="1369">
                  <c:v>4862.16</c:v>
                </c:pt>
                <c:pt idx="1370">
                  <c:v>4864.01</c:v>
                </c:pt>
                <c:pt idx="1371">
                  <c:v>4862.2</c:v>
                </c:pt>
                <c:pt idx="1372">
                  <c:v>4865.6899999999996</c:v>
                </c:pt>
                <c:pt idx="1373">
                  <c:v>4870.0099999999993</c:v>
                </c:pt>
                <c:pt idx="1374">
                  <c:v>4871.92</c:v>
                </c:pt>
                <c:pt idx="1375">
                  <c:v>4874.76</c:v>
                </c:pt>
                <c:pt idx="1376">
                  <c:v>4872.67</c:v>
                </c:pt>
                <c:pt idx="1377">
                  <c:v>4879.47</c:v>
                </c:pt>
                <c:pt idx="1378">
                  <c:v>4881.6499999999996</c:v>
                </c:pt>
                <c:pt idx="1379">
                  <c:v>4883.13</c:v>
                </c:pt>
                <c:pt idx="1380">
                  <c:v>4885.49</c:v>
                </c:pt>
                <c:pt idx="1381">
                  <c:v>4886.78</c:v>
                </c:pt>
                <c:pt idx="1382">
                  <c:v>4890.16</c:v>
                </c:pt>
                <c:pt idx="1383">
                  <c:v>4888.33</c:v>
                </c:pt>
                <c:pt idx="1384">
                  <c:v>4892.26</c:v>
                </c:pt>
                <c:pt idx="1385">
                  <c:v>4892.4799999999996</c:v>
                </c:pt>
                <c:pt idx="1386">
                  <c:v>4892.76</c:v>
                </c:pt>
                <c:pt idx="1387">
                  <c:v>4897.04</c:v>
                </c:pt>
                <c:pt idx="1388">
                  <c:v>4897.8099999999995</c:v>
                </c:pt>
                <c:pt idx="1389">
                  <c:v>4901.46</c:v>
                </c:pt>
                <c:pt idx="1390">
                  <c:v>4904.7599999999993</c:v>
                </c:pt>
                <c:pt idx="1391">
                  <c:v>4906.3</c:v>
                </c:pt>
                <c:pt idx="1392">
                  <c:v>4910.0599999999995</c:v>
                </c:pt>
                <c:pt idx="1393">
                  <c:v>4912.1100000000006</c:v>
                </c:pt>
                <c:pt idx="1394">
                  <c:v>4912.59</c:v>
                </c:pt>
                <c:pt idx="1395">
                  <c:v>4914.7</c:v>
                </c:pt>
                <c:pt idx="1396">
                  <c:v>4917.01</c:v>
                </c:pt>
                <c:pt idx="1397">
                  <c:v>4918.9800000000005</c:v>
                </c:pt>
                <c:pt idx="1398">
                  <c:v>4921.04</c:v>
                </c:pt>
                <c:pt idx="1399">
                  <c:v>4923.08</c:v>
                </c:pt>
                <c:pt idx="1400">
                  <c:v>4925.4800000000005</c:v>
                </c:pt>
                <c:pt idx="1401">
                  <c:v>4927.5200000000004</c:v>
                </c:pt>
                <c:pt idx="1402">
                  <c:v>4931.29</c:v>
                </c:pt>
                <c:pt idx="1403">
                  <c:v>4929.1499999999996</c:v>
                </c:pt>
                <c:pt idx="1404">
                  <c:v>4933.62</c:v>
                </c:pt>
                <c:pt idx="1405">
                  <c:v>4934.0599999999995</c:v>
                </c:pt>
                <c:pt idx="1406">
                  <c:v>4937.88</c:v>
                </c:pt>
                <c:pt idx="1407">
                  <c:v>4935.3499999999995</c:v>
                </c:pt>
                <c:pt idx="1408">
                  <c:v>4944.51</c:v>
                </c:pt>
                <c:pt idx="1409">
                  <c:v>4944.2300000000005</c:v>
                </c:pt>
                <c:pt idx="1410">
                  <c:v>4948.9799999999996</c:v>
                </c:pt>
                <c:pt idx="1411">
                  <c:v>4948.45</c:v>
                </c:pt>
                <c:pt idx="1412">
                  <c:v>4932.4000000000005</c:v>
                </c:pt>
                <c:pt idx="1413">
                  <c:v>4954.34</c:v>
                </c:pt>
                <c:pt idx="1414">
                  <c:v>4947.45</c:v>
                </c:pt>
                <c:pt idx="1415">
                  <c:v>4952</c:v>
                </c:pt>
                <c:pt idx="1416">
                  <c:v>4956.26</c:v>
                </c:pt>
                <c:pt idx="1417">
                  <c:v>4946.76</c:v>
                </c:pt>
                <c:pt idx="1418">
                  <c:v>4959.0300000000007</c:v>
                </c:pt>
                <c:pt idx="1419">
                  <c:v>4952.82</c:v>
                </c:pt>
                <c:pt idx="1420">
                  <c:v>4959.38</c:v>
                </c:pt>
                <c:pt idx="1421">
                  <c:v>4958.96</c:v>
                </c:pt>
                <c:pt idx="1422">
                  <c:v>4963.2</c:v>
                </c:pt>
                <c:pt idx="1423">
                  <c:v>4964.78</c:v>
                </c:pt>
                <c:pt idx="1424">
                  <c:v>4967.2400000000007</c:v>
                </c:pt>
                <c:pt idx="1425">
                  <c:v>4969.34</c:v>
                </c:pt>
                <c:pt idx="1426">
                  <c:v>4971.29</c:v>
                </c:pt>
                <c:pt idx="1427">
                  <c:v>4973.4400000000005</c:v>
                </c:pt>
                <c:pt idx="1428">
                  <c:v>4975.42</c:v>
                </c:pt>
                <c:pt idx="1429">
                  <c:v>4977.38</c:v>
                </c:pt>
                <c:pt idx="1430">
                  <c:v>4979.62</c:v>
                </c:pt>
                <c:pt idx="1431">
                  <c:v>4981.6399999999994</c:v>
                </c:pt>
                <c:pt idx="1432">
                  <c:v>4983.43</c:v>
                </c:pt>
                <c:pt idx="1433">
                  <c:v>4984.6500000000005</c:v>
                </c:pt>
                <c:pt idx="1434">
                  <c:v>4990.2300000000005</c:v>
                </c:pt>
                <c:pt idx="1435">
                  <c:v>4986.33</c:v>
                </c:pt>
                <c:pt idx="1436">
                  <c:v>4995.7299999999996</c:v>
                </c:pt>
                <c:pt idx="1437">
                  <c:v>4993.01</c:v>
                </c:pt>
                <c:pt idx="1438">
                  <c:v>4995.1299999999992</c:v>
                </c:pt>
                <c:pt idx="1439">
                  <c:v>4994.41</c:v>
                </c:pt>
                <c:pt idx="1440">
                  <c:v>5008.2700000000004</c:v>
                </c:pt>
                <c:pt idx="1441">
                  <c:v>5010.6000000000004</c:v>
                </c:pt>
                <c:pt idx="1442">
                  <c:v>5012.1000000000004</c:v>
                </c:pt>
                <c:pt idx="1443">
                  <c:v>5005.3500000000004</c:v>
                </c:pt>
                <c:pt idx="1444">
                  <c:v>5001.54</c:v>
                </c:pt>
                <c:pt idx="1445">
                  <c:v>5020.1399999999994</c:v>
                </c:pt>
                <c:pt idx="1446">
                  <c:v>5003.03</c:v>
                </c:pt>
                <c:pt idx="1447">
                  <c:v>5009.13</c:v>
                </c:pt>
                <c:pt idx="1448">
                  <c:v>5022.33</c:v>
                </c:pt>
                <c:pt idx="1449">
                  <c:v>5016.3999999999996</c:v>
                </c:pt>
                <c:pt idx="1450">
                  <c:v>5025.25</c:v>
                </c:pt>
                <c:pt idx="1451">
                  <c:v>5027.34</c:v>
                </c:pt>
                <c:pt idx="1452">
                  <c:v>5027.3599999999997</c:v>
                </c:pt>
                <c:pt idx="1453">
                  <c:v>5029.2300000000005</c:v>
                </c:pt>
                <c:pt idx="1454">
                  <c:v>5030.2300000000005</c:v>
                </c:pt>
                <c:pt idx="1455">
                  <c:v>5030.76</c:v>
                </c:pt>
                <c:pt idx="1456">
                  <c:v>5033.22</c:v>
                </c:pt>
                <c:pt idx="1457">
                  <c:v>5035.6400000000003</c:v>
                </c:pt>
                <c:pt idx="1458">
                  <c:v>5045.9800000000005</c:v>
                </c:pt>
                <c:pt idx="1459">
                  <c:v>5050.57</c:v>
                </c:pt>
                <c:pt idx="1460">
                  <c:v>5052.62</c:v>
                </c:pt>
                <c:pt idx="1461">
                  <c:v>5054.1600000000008</c:v>
                </c:pt>
                <c:pt idx="1462">
                  <c:v>5056.12</c:v>
                </c:pt>
                <c:pt idx="1463">
                  <c:v>5058</c:v>
                </c:pt>
                <c:pt idx="1464">
                  <c:v>5060.0199999999995</c:v>
                </c:pt>
                <c:pt idx="1465">
                  <c:v>5059.76</c:v>
                </c:pt>
                <c:pt idx="1466">
                  <c:v>5062.1000000000004</c:v>
                </c:pt>
                <c:pt idx="1467">
                  <c:v>5066.91</c:v>
                </c:pt>
                <c:pt idx="1468">
                  <c:v>5066.1399999999994</c:v>
                </c:pt>
                <c:pt idx="1469">
                  <c:v>5070.1099999999997</c:v>
                </c:pt>
                <c:pt idx="1470">
                  <c:v>5071.3499999999995</c:v>
                </c:pt>
                <c:pt idx="1471">
                  <c:v>5074.78</c:v>
                </c:pt>
                <c:pt idx="1472">
                  <c:v>5075.3500000000004</c:v>
                </c:pt>
                <c:pt idx="1473">
                  <c:v>5073.0899999999992</c:v>
                </c:pt>
                <c:pt idx="1474">
                  <c:v>5075.79</c:v>
                </c:pt>
                <c:pt idx="1475">
                  <c:v>5082.04</c:v>
                </c:pt>
                <c:pt idx="1476">
                  <c:v>5085.09</c:v>
                </c:pt>
                <c:pt idx="1477">
                  <c:v>5087.51</c:v>
                </c:pt>
                <c:pt idx="1478">
                  <c:v>5087.6900000000005</c:v>
                </c:pt>
                <c:pt idx="1479">
                  <c:v>5090.6900000000005</c:v>
                </c:pt>
                <c:pt idx="1480">
                  <c:v>5090.9500000000007</c:v>
                </c:pt>
                <c:pt idx="1481">
                  <c:v>5093.7700000000004</c:v>
                </c:pt>
                <c:pt idx="1482">
                  <c:v>5092.33</c:v>
                </c:pt>
                <c:pt idx="1483">
                  <c:v>5094.37</c:v>
                </c:pt>
                <c:pt idx="1484">
                  <c:v>5098.68</c:v>
                </c:pt>
                <c:pt idx="1485">
                  <c:v>5099.87</c:v>
                </c:pt>
                <c:pt idx="1486">
                  <c:v>5101.63</c:v>
                </c:pt>
                <c:pt idx="1487">
                  <c:v>5104.91</c:v>
                </c:pt>
                <c:pt idx="1488">
                  <c:v>5105.1099999999997</c:v>
                </c:pt>
                <c:pt idx="1489">
                  <c:v>5107.2</c:v>
                </c:pt>
                <c:pt idx="1490">
                  <c:v>5109.2000000000007</c:v>
                </c:pt>
                <c:pt idx="1491">
                  <c:v>5111.3</c:v>
                </c:pt>
                <c:pt idx="1492">
                  <c:v>5113.1499999999996</c:v>
                </c:pt>
                <c:pt idx="1493">
                  <c:v>5115.26</c:v>
                </c:pt>
                <c:pt idx="1494">
                  <c:v>5117.66</c:v>
                </c:pt>
                <c:pt idx="1495">
                  <c:v>5119.33</c:v>
                </c:pt>
                <c:pt idx="1496">
                  <c:v>5121.6000000000004</c:v>
                </c:pt>
                <c:pt idx="1497">
                  <c:v>5123.8</c:v>
                </c:pt>
                <c:pt idx="1498">
                  <c:v>5126.08</c:v>
                </c:pt>
                <c:pt idx="1499">
                  <c:v>5128.51</c:v>
                </c:pt>
                <c:pt idx="1500">
                  <c:v>5130.6000000000004</c:v>
                </c:pt>
                <c:pt idx="1501">
                  <c:v>5132.8899999999994</c:v>
                </c:pt>
                <c:pt idx="1502">
                  <c:v>5134.99</c:v>
                </c:pt>
                <c:pt idx="1503">
                  <c:v>5137.5700000000006</c:v>
                </c:pt>
                <c:pt idx="1504">
                  <c:v>5135.7299999999996</c:v>
                </c:pt>
                <c:pt idx="1505">
                  <c:v>5137.1000000000004</c:v>
                </c:pt>
                <c:pt idx="1506">
                  <c:v>5138.4100000000008</c:v>
                </c:pt>
                <c:pt idx="1507">
                  <c:v>5141.07</c:v>
                </c:pt>
                <c:pt idx="1508">
                  <c:v>5147.9100000000008</c:v>
                </c:pt>
                <c:pt idx="1509">
                  <c:v>5144.8999999999996</c:v>
                </c:pt>
                <c:pt idx="1510">
                  <c:v>5150.5</c:v>
                </c:pt>
                <c:pt idx="1511">
                  <c:v>5150.7199999999993</c:v>
                </c:pt>
                <c:pt idx="1512">
                  <c:v>5152.1299999999992</c:v>
                </c:pt>
                <c:pt idx="1513">
                  <c:v>5153.2700000000004</c:v>
                </c:pt>
                <c:pt idx="1514">
                  <c:v>5155.95</c:v>
                </c:pt>
                <c:pt idx="1515">
                  <c:v>5160.1400000000003</c:v>
                </c:pt>
                <c:pt idx="1516">
                  <c:v>5161.7</c:v>
                </c:pt>
                <c:pt idx="1517">
                  <c:v>5162.7700000000004</c:v>
                </c:pt>
                <c:pt idx="1518">
                  <c:v>5164.41</c:v>
                </c:pt>
                <c:pt idx="1519">
                  <c:v>5166.49</c:v>
                </c:pt>
                <c:pt idx="1520">
                  <c:v>5168.4799999999996</c:v>
                </c:pt>
                <c:pt idx="1521">
                  <c:v>5170.46</c:v>
                </c:pt>
                <c:pt idx="1522">
                  <c:v>5172.1899999999996</c:v>
                </c:pt>
                <c:pt idx="1523">
                  <c:v>5174.54</c:v>
                </c:pt>
                <c:pt idx="1524">
                  <c:v>5176.74</c:v>
                </c:pt>
                <c:pt idx="1525">
                  <c:v>5178.67</c:v>
                </c:pt>
                <c:pt idx="1526">
                  <c:v>5180.8500000000004</c:v>
                </c:pt>
                <c:pt idx="1527">
                  <c:v>5182.83</c:v>
                </c:pt>
                <c:pt idx="1528">
                  <c:v>5184.66</c:v>
                </c:pt>
                <c:pt idx="1529">
                  <c:v>5186.67</c:v>
                </c:pt>
                <c:pt idx="1530">
                  <c:v>5188.54</c:v>
                </c:pt>
                <c:pt idx="1531">
                  <c:v>5192.5</c:v>
                </c:pt>
                <c:pt idx="1532">
                  <c:v>5194.99</c:v>
                </c:pt>
                <c:pt idx="1533">
                  <c:v>5197.12</c:v>
                </c:pt>
                <c:pt idx="1534">
                  <c:v>5199.12</c:v>
                </c:pt>
                <c:pt idx="1535">
                  <c:v>5200.3700000000008</c:v>
                </c:pt>
                <c:pt idx="1536">
                  <c:v>5202.5600000000004</c:v>
                </c:pt>
                <c:pt idx="1537">
                  <c:v>5203.6499999999996</c:v>
                </c:pt>
                <c:pt idx="1538">
                  <c:v>5205.08</c:v>
                </c:pt>
                <c:pt idx="1539">
                  <c:v>5206.7699999999995</c:v>
                </c:pt>
                <c:pt idx="1540">
                  <c:v>5206.1400000000003</c:v>
                </c:pt>
                <c:pt idx="1541">
                  <c:v>5212.71</c:v>
                </c:pt>
                <c:pt idx="1542">
                  <c:v>5211.63</c:v>
                </c:pt>
                <c:pt idx="1543">
                  <c:v>5215.01</c:v>
                </c:pt>
                <c:pt idx="1544">
                  <c:v>5212.5599999999995</c:v>
                </c:pt>
                <c:pt idx="1545">
                  <c:v>5215.5</c:v>
                </c:pt>
                <c:pt idx="1546">
                  <c:v>5220.22</c:v>
                </c:pt>
                <c:pt idx="1547">
                  <c:v>5221.21</c:v>
                </c:pt>
                <c:pt idx="1548">
                  <c:v>5223.54</c:v>
                </c:pt>
                <c:pt idx="1549">
                  <c:v>5224.57</c:v>
                </c:pt>
                <c:pt idx="1550">
                  <c:v>5226.6099999999997</c:v>
                </c:pt>
                <c:pt idx="1551">
                  <c:v>5228.3</c:v>
                </c:pt>
                <c:pt idx="1552">
                  <c:v>5229.82</c:v>
                </c:pt>
                <c:pt idx="1553">
                  <c:v>5232.4400000000005</c:v>
                </c:pt>
                <c:pt idx="1554">
                  <c:v>5233.82</c:v>
                </c:pt>
                <c:pt idx="1555">
                  <c:v>5236.0499999999993</c:v>
                </c:pt>
                <c:pt idx="1556">
                  <c:v>5237.9800000000005</c:v>
                </c:pt>
                <c:pt idx="1557">
                  <c:v>5239.5600000000004</c:v>
                </c:pt>
                <c:pt idx="1558">
                  <c:v>5241.62</c:v>
                </c:pt>
                <c:pt idx="1559">
                  <c:v>5243.96</c:v>
                </c:pt>
                <c:pt idx="1560">
                  <c:v>5246.0599999999995</c:v>
                </c:pt>
                <c:pt idx="1561">
                  <c:v>5247.4</c:v>
                </c:pt>
                <c:pt idx="1562">
                  <c:v>5249.23</c:v>
                </c:pt>
                <c:pt idx="1563">
                  <c:v>5249.72</c:v>
                </c:pt>
                <c:pt idx="1564">
                  <c:v>5252.28</c:v>
                </c:pt>
                <c:pt idx="1565">
                  <c:v>5254.21</c:v>
                </c:pt>
                <c:pt idx="1566">
                  <c:v>5259.2800000000007</c:v>
                </c:pt>
                <c:pt idx="1567">
                  <c:v>5258.71</c:v>
                </c:pt>
                <c:pt idx="1568">
                  <c:v>5259.1</c:v>
                </c:pt>
                <c:pt idx="1569">
                  <c:v>5259.74</c:v>
                </c:pt>
                <c:pt idx="1570">
                  <c:v>5261.9400000000005</c:v>
                </c:pt>
                <c:pt idx="1571">
                  <c:v>5264.11</c:v>
                </c:pt>
                <c:pt idx="1572">
                  <c:v>5269.3899999999994</c:v>
                </c:pt>
                <c:pt idx="1573">
                  <c:v>5272.4000000000005</c:v>
                </c:pt>
                <c:pt idx="1574">
                  <c:v>5270.98</c:v>
                </c:pt>
                <c:pt idx="1575">
                  <c:v>5272.35</c:v>
                </c:pt>
                <c:pt idx="1576">
                  <c:v>5277.35</c:v>
                </c:pt>
                <c:pt idx="1577">
                  <c:v>5278.51</c:v>
                </c:pt>
                <c:pt idx="1578">
                  <c:v>5277.35</c:v>
                </c:pt>
                <c:pt idx="1579">
                  <c:v>5281.39</c:v>
                </c:pt>
                <c:pt idx="1580">
                  <c:v>5282.82</c:v>
                </c:pt>
                <c:pt idx="1581">
                  <c:v>5286.32</c:v>
                </c:pt>
                <c:pt idx="1582">
                  <c:v>5284.63</c:v>
                </c:pt>
                <c:pt idx="1583">
                  <c:v>5286.7300000000005</c:v>
                </c:pt>
                <c:pt idx="1584">
                  <c:v>5288.47</c:v>
                </c:pt>
                <c:pt idx="1585">
                  <c:v>5290.46</c:v>
                </c:pt>
                <c:pt idx="1586">
                  <c:v>5292.29</c:v>
                </c:pt>
                <c:pt idx="1587">
                  <c:v>5296.11</c:v>
                </c:pt>
                <c:pt idx="1588">
                  <c:v>5300.58</c:v>
                </c:pt>
                <c:pt idx="1589">
                  <c:v>5301.68</c:v>
                </c:pt>
                <c:pt idx="1590">
                  <c:v>5304.09</c:v>
                </c:pt>
                <c:pt idx="1591">
                  <c:v>5305.54</c:v>
                </c:pt>
                <c:pt idx="1592">
                  <c:v>5305.3600000000006</c:v>
                </c:pt>
                <c:pt idx="1593">
                  <c:v>5308.66</c:v>
                </c:pt>
                <c:pt idx="1594">
                  <c:v>5310.13</c:v>
                </c:pt>
                <c:pt idx="1595">
                  <c:v>5312.03</c:v>
                </c:pt>
                <c:pt idx="1596">
                  <c:v>5309.12</c:v>
                </c:pt>
                <c:pt idx="1597">
                  <c:v>5313.86</c:v>
                </c:pt>
                <c:pt idx="1598">
                  <c:v>5313.94</c:v>
                </c:pt>
                <c:pt idx="1599">
                  <c:v>5310.88</c:v>
                </c:pt>
                <c:pt idx="1600">
                  <c:v>5319.9800000000005</c:v>
                </c:pt>
                <c:pt idx="1601">
                  <c:v>5319.89</c:v>
                </c:pt>
                <c:pt idx="1602">
                  <c:v>5317.36</c:v>
                </c:pt>
                <c:pt idx="1603">
                  <c:v>5317.1799999999994</c:v>
                </c:pt>
                <c:pt idx="1604">
                  <c:v>5326.2</c:v>
                </c:pt>
                <c:pt idx="1605">
                  <c:v>5327.69</c:v>
                </c:pt>
                <c:pt idx="1606">
                  <c:v>5329.1399999999994</c:v>
                </c:pt>
                <c:pt idx="1607">
                  <c:v>5331.7300000000005</c:v>
                </c:pt>
                <c:pt idx="1608">
                  <c:v>5334.38</c:v>
                </c:pt>
                <c:pt idx="1609">
                  <c:v>5336.08</c:v>
                </c:pt>
                <c:pt idx="1610">
                  <c:v>5337.92</c:v>
                </c:pt>
                <c:pt idx="1611">
                  <c:v>5338.3099999999995</c:v>
                </c:pt>
                <c:pt idx="1612">
                  <c:v>5340.66</c:v>
                </c:pt>
                <c:pt idx="1613">
                  <c:v>5341.96</c:v>
                </c:pt>
                <c:pt idx="1614">
                  <c:v>5342.88</c:v>
                </c:pt>
                <c:pt idx="1615">
                  <c:v>5344.01</c:v>
                </c:pt>
                <c:pt idx="1616">
                  <c:v>5345.93</c:v>
                </c:pt>
                <c:pt idx="1617">
                  <c:v>5349.15</c:v>
                </c:pt>
                <c:pt idx="1618">
                  <c:v>5348.6399999999994</c:v>
                </c:pt>
                <c:pt idx="1619">
                  <c:v>5350.88</c:v>
                </c:pt>
                <c:pt idx="1620">
                  <c:v>5352.45</c:v>
                </c:pt>
                <c:pt idx="1621">
                  <c:v>5354.74</c:v>
                </c:pt>
                <c:pt idx="1622">
                  <c:v>5355.3899999999994</c:v>
                </c:pt>
                <c:pt idx="1623">
                  <c:v>5358.34</c:v>
                </c:pt>
                <c:pt idx="1624">
                  <c:v>5361.32</c:v>
                </c:pt>
                <c:pt idx="1625">
                  <c:v>5359.5300000000007</c:v>
                </c:pt>
                <c:pt idx="1626">
                  <c:v>5361.84</c:v>
                </c:pt>
                <c:pt idx="1627">
                  <c:v>5367.48</c:v>
                </c:pt>
                <c:pt idx="1628">
                  <c:v>5369.55</c:v>
                </c:pt>
                <c:pt idx="1629">
                  <c:v>5365.69</c:v>
                </c:pt>
                <c:pt idx="1630">
                  <c:v>5368.44</c:v>
                </c:pt>
                <c:pt idx="1631">
                  <c:v>5372.76</c:v>
                </c:pt>
                <c:pt idx="1632">
                  <c:v>5375.73</c:v>
                </c:pt>
                <c:pt idx="1633">
                  <c:v>5371.91</c:v>
                </c:pt>
                <c:pt idx="1634">
                  <c:v>5374.65</c:v>
                </c:pt>
                <c:pt idx="1635">
                  <c:v>5379.4000000000005</c:v>
                </c:pt>
                <c:pt idx="1636">
                  <c:v>5379.6900000000005</c:v>
                </c:pt>
                <c:pt idx="1637">
                  <c:v>5382.3</c:v>
                </c:pt>
                <c:pt idx="1638">
                  <c:v>5383.89</c:v>
                </c:pt>
                <c:pt idx="1639">
                  <c:v>5386.56</c:v>
                </c:pt>
                <c:pt idx="1640">
                  <c:v>5388.4100000000008</c:v>
                </c:pt>
                <c:pt idx="1641">
                  <c:v>5389.25</c:v>
                </c:pt>
                <c:pt idx="1642">
                  <c:v>5391.09</c:v>
                </c:pt>
                <c:pt idx="1643">
                  <c:v>5393.23</c:v>
                </c:pt>
                <c:pt idx="1644">
                  <c:v>5394.77</c:v>
                </c:pt>
                <c:pt idx="1645">
                  <c:v>5396.4299999999994</c:v>
                </c:pt>
                <c:pt idx="1646">
                  <c:v>5398.04</c:v>
                </c:pt>
                <c:pt idx="1647">
                  <c:v>5399.3399999999992</c:v>
                </c:pt>
                <c:pt idx="1648">
                  <c:v>5401.09</c:v>
                </c:pt>
                <c:pt idx="1649">
                  <c:v>5402.8099999999995</c:v>
                </c:pt>
                <c:pt idx="1650">
                  <c:v>5404.96</c:v>
                </c:pt>
                <c:pt idx="1651">
                  <c:v>5407.2</c:v>
                </c:pt>
                <c:pt idx="1652">
                  <c:v>5407.17</c:v>
                </c:pt>
                <c:pt idx="1653">
                  <c:v>5411.41</c:v>
                </c:pt>
                <c:pt idx="1654">
                  <c:v>5412.77</c:v>
                </c:pt>
                <c:pt idx="1655">
                  <c:v>5412.47</c:v>
                </c:pt>
                <c:pt idx="1656">
                  <c:v>5415.66</c:v>
                </c:pt>
                <c:pt idx="1657">
                  <c:v>5419.25</c:v>
                </c:pt>
                <c:pt idx="1658">
                  <c:v>5417.86</c:v>
                </c:pt>
                <c:pt idx="1659">
                  <c:v>5419.3</c:v>
                </c:pt>
                <c:pt idx="1660">
                  <c:v>5425.32</c:v>
                </c:pt>
                <c:pt idx="1661">
                  <c:v>5426.2699999999995</c:v>
                </c:pt>
                <c:pt idx="1662">
                  <c:v>5425.57</c:v>
                </c:pt>
                <c:pt idx="1663">
                  <c:v>5428.71</c:v>
                </c:pt>
                <c:pt idx="1664">
                  <c:v>5427.84</c:v>
                </c:pt>
                <c:pt idx="1665">
                  <c:v>5429.43</c:v>
                </c:pt>
                <c:pt idx="1666">
                  <c:v>5430.95</c:v>
                </c:pt>
                <c:pt idx="1667">
                  <c:v>5432.54</c:v>
                </c:pt>
                <c:pt idx="1668">
                  <c:v>5434.2300000000005</c:v>
                </c:pt>
                <c:pt idx="1669">
                  <c:v>5438.4800000000005</c:v>
                </c:pt>
                <c:pt idx="1670">
                  <c:v>5438.46</c:v>
                </c:pt>
                <c:pt idx="1671">
                  <c:v>5442.66</c:v>
                </c:pt>
                <c:pt idx="1672">
                  <c:v>5445.41</c:v>
                </c:pt>
                <c:pt idx="1673">
                  <c:v>5447.19</c:v>
                </c:pt>
                <c:pt idx="1674">
                  <c:v>5448.44</c:v>
                </c:pt>
                <c:pt idx="1675">
                  <c:v>5449.55</c:v>
                </c:pt>
                <c:pt idx="1676">
                  <c:v>5451.01</c:v>
                </c:pt>
                <c:pt idx="1677">
                  <c:v>5452.62</c:v>
                </c:pt>
                <c:pt idx="1678">
                  <c:v>5454.73</c:v>
                </c:pt>
                <c:pt idx="1679">
                  <c:v>5454.28</c:v>
                </c:pt>
                <c:pt idx="1680">
                  <c:v>5458.0599999999995</c:v>
                </c:pt>
                <c:pt idx="1681">
                  <c:v>5458.69</c:v>
                </c:pt>
                <c:pt idx="1682">
                  <c:v>5459.4500000000007</c:v>
                </c:pt>
                <c:pt idx="1683">
                  <c:v>5459.98</c:v>
                </c:pt>
                <c:pt idx="1684">
                  <c:v>5464.8</c:v>
                </c:pt>
                <c:pt idx="1685">
                  <c:v>5463.3099999999995</c:v>
                </c:pt>
                <c:pt idx="1686">
                  <c:v>5468.91</c:v>
                </c:pt>
                <c:pt idx="1687">
                  <c:v>5471.03</c:v>
                </c:pt>
                <c:pt idx="1688">
                  <c:v>5472.64</c:v>
                </c:pt>
                <c:pt idx="1689">
                  <c:v>5474.6100000000006</c:v>
                </c:pt>
                <c:pt idx="1690">
                  <c:v>5475.5</c:v>
                </c:pt>
                <c:pt idx="1691">
                  <c:v>5476.72</c:v>
                </c:pt>
                <c:pt idx="1692">
                  <c:v>5475.6799999999994</c:v>
                </c:pt>
                <c:pt idx="1693">
                  <c:v>5477.62</c:v>
                </c:pt>
                <c:pt idx="1694">
                  <c:v>5481.42</c:v>
                </c:pt>
                <c:pt idx="1695">
                  <c:v>5483.1399999999994</c:v>
                </c:pt>
                <c:pt idx="1696">
                  <c:v>5483.82</c:v>
                </c:pt>
                <c:pt idx="1697">
                  <c:v>5484.88</c:v>
                </c:pt>
                <c:pt idx="1698">
                  <c:v>5484.6</c:v>
                </c:pt>
                <c:pt idx="1699">
                  <c:v>5488.17</c:v>
                </c:pt>
                <c:pt idx="1700">
                  <c:v>5489.55</c:v>
                </c:pt>
                <c:pt idx="1701">
                  <c:v>5490.9100000000008</c:v>
                </c:pt>
                <c:pt idx="1702">
                  <c:v>5492.96</c:v>
                </c:pt>
                <c:pt idx="1703">
                  <c:v>5494.45</c:v>
                </c:pt>
                <c:pt idx="1704">
                  <c:v>5496.3600000000006</c:v>
                </c:pt>
                <c:pt idx="1705">
                  <c:v>5499.73</c:v>
                </c:pt>
                <c:pt idx="1706">
                  <c:v>5499.08</c:v>
                </c:pt>
                <c:pt idx="1707">
                  <c:v>5501</c:v>
                </c:pt>
                <c:pt idx="1708">
                  <c:v>5502.64</c:v>
                </c:pt>
                <c:pt idx="1709">
                  <c:v>5504.47</c:v>
                </c:pt>
                <c:pt idx="1710">
                  <c:v>5506.17</c:v>
                </c:pt>
                <c:pt idx="1711">
                  <c:v>5508.26</c:v>
                </c:pt>
                <c:pt idx="1712">
                  <c:v>5509.21</c:v>
                </c:pt>
                <c:pt idx="1713">
                  <c:v>5511.82</c:v>
                </c:pt>
                <c:pt idx="1714">
                  <c:v>5514.43</c:v>
                </c:pt>
                <c:pt idx="1715">
                  <c:v>5512.49</c:v>
                </c:pt>
                <c:pt idx="1716">
                  <c:v>5514.3</c:v>
                </c:pt>
                <c:pt idx="1717">
                  <c:v>5517.7699999999995</c:v>
                </c:pt>
                <c:pt idx="1718">
                  <c:v>5519.05</c:v>
                </c:pt>
                <c:pt idx="1719">
                  <c:v>5521.73</c:v>
                </c:pt>
                <c:pt idx="1720">
                  <c:v>5522.88</c:v>
                </c:pt>
                <c:pt idx="1721">
                  <c:v>5520.7300000000005</c:v>
                </c:pt>
                <c:pt idx="1722">
                  <c:v>5527</c:v>
                </c:pt>
                <c:pt idx="1723">
                  <c:v>5525.76</c:v>
                </c:pt>
                <c:pt idx="1724">
                  <c:v>5532.5499999999993</c:v>
                </c:pt>
                <c:pt idx="1725">
                  <c:v>5531.3499999999995</c:v>
                </c:pt>
                <c:pt idx="1726">
                  <c:v>5533.7699999999995</c:v>
                </c:pt>
                <c:pt idx="1727">
                  <c:v>5534.16</c:v>
                </c:pt>
                <c:pt idx="1728">
                  <c:v>5536.49</c:v>
                </c:pt>
                <c:pt idx="1729">
                  <c:v>5538.99</c:v>
                </c:pt>
                <c:pt idx="1730">
                  <c:v>5540.38</c:v>
                </c:pt>
                <c:pt idx="1731">
                  <c:v>5542.16</c:v>
                </c:pt>
                <c:pt idx="1732">
                  <c:v>5543.63</c:v>
                </c:pt>
                <c:pt idx="1733">
                  <c:v>5545.54</c:v>
                </c:pt>
                <c:pt idx="1734">
                  <c:v>5546.96</c:v>
                </c:pt>
                <c:pt idx="1735">
                  <c:v>5548.84</c:v>
                </c:pt>
                <c:pt idx="1736">
                  <c:v>5550.92</c:v>
                </c:pt>
                <c:pt idx="1737">
                  <c:v>5552.13</c:v>
                </c:pt>
                <c:pt idx="1738">
                  <c:v>5553.78</c:v>
                </c:pt>
                <c:pt idx="1739">
                  <c:v>5555.62</c:v>
                </c:pt>
                <c:pt idx="1740">
                  <c:v>5556.92</c:v>
                </c:pt>
                <c:pt idx="1741">
                  <c:v>5558.3099999999995</c:v>
                </c:pt>
                <c:pt idx="1742">
                  <c:v>5559.1</c:v>
                </c:pt>
                <c:pt idx="1743">
                  <c:v>5564.0999999999995</c:v>
                </c:pt>
                <c:pt idx="1744">
                  <c:v>5564.15</c:v>
                </c:pt>
                <c:pt idx="1745">
                  <c:v>5563.0199999999995</c:v>
                </c:pt>
                <c:pt idx="1746">
                  <c:v>5570.68</c:v>
                </c:pt>
                <c:pt idx="1747">
                  <c:v>5566.26</c:v>
                </c:pt>
                <c:pt idx="1748">
                  <c:v>5573.5999999999995</c:v>
                </c:pt>
                <c:pt idx="1749">
                  <c:v>5571.2400000000007</c:v>
                </c:pt>
                <c:pt idx="1750">
                  <c:v>5577.2000000000007</c:v>
                </c:pt>
                <c:pt idx="1751">
                  <c:v>5577.28</c:v>
                </c:pt>
                <c:pt idx="1752">
                  <c:v>5579.32</c:v>
                </c:pt>
                <c:pt idx="1753">
                  <c:v>5578.3899999999994</c:v>
                </c:pt>
                <c:pt idx="1754">
                  <c:v>5581.53</c:v>
                </c:pt>
                <c:pt idx="1755">
                  <c:v>5581.46</c:v>
                </c:pt>
                <c:pt idx="1756">
                  <c:v>5585.13</c:v>
                </c:pt>
                <c:pt idx="1757">
                  <c:v>5586.43</c:v>
                </c:pt>
                <c:pt idx="1758">
                  <c:v>5587.88</c:v>
                </c:pt>
                <c:pt idx="1759">
                  <c:v>5589.17</c:v>
                </c:pt>
                <c:pt idx="1760">
                  <c:v>5590.8600000000006</c:v>
                </c:pt>
                <c:pt idx="1761">
                  <c:v>5592.43</c:v>
                </c:pt>
                <c:pt idx="1762">
                  <c:v>5594.1900000000005</c:v>
                </c:pt>
                <c:pt idx="1763">
                  <c:v>5597.0199999999995</c:v>
                </c:pt>
                <c:pt idx="1764">
                  <c:v>5600.19</c:v>
                </c:pt>
                <c:pt idx="1765">
                  <c:v>5602.34</c:v>
                </c:pt>
                <c:pt idx="1766">
                  <c:v>5604.08</c:v>
                </c:pt>
                <c:pt idx="1767">
                  <c:v>5605.8899999999994</c:v>
                </c:pt>
                <c:pt idx="1768">
                  <c:v>5607.26</c:v>
                </c:pt>
                <c:pt idx="1769">
                  <c:v>5608.86</c:v>
                </c:pt>
                <c:pt idx="1770">
                  <c:v>5609.24</c:v>
                </c:pt>
                <c:pt idx="1771">
                  <c:v>5611.21</c:v>
                </c:pt>
                <c:pt idx="1772">
                  <c:v>5613.22</c:v>
                </c:pt>
                <c:pt idx="1773">
                  <c:v>5612.08</c:v>
                </c:pt>
                <c:pt idx="1774">
                  <c:v>5613.9000000000005</c:v>
                </c:pt>
                <c:pt idx="1775">
                  <c:v>5617.08</c:v>
                </c:pt>
                <c:pt idx="1776">
                  <c:v>5620.02</c:v>
                </c:pt>
                <c:pt idx="1777">
                  <c:v>5618.16</c:v>
                </c:pt>
                <c:pt idx="1778">
                  <c:v>5623.69</c:v>
                </c:pt>
                <c:pt idx="1779">
                  <c:v>5620.02</c:v>
                </c:pt>
                <c:pt idx="1780">
                  <c:v>5625.46</c:v>
                </c:pt>
                <c:pt idx="1781">
                  <c:v>5625.58</c:v>
                </c:pt>
                <c:pt idx="1782">
                  <c:v>5625.42</c:v>
                </c:pt>
                <c:pt idx="1783">
                  <c:v>5631.69</c:v>
                </c:pt>
                <c:pt idx="1784">
                  <c:v>5633.07</c:v>
                </c:pt>
                <c:pt idx="1785">
                  <c:v>5630.84</c:v>
                </c:pt>
                <c:pt idx="1786">
                  <c:v>5633.02</c:v>
                </c:pt>
                <c:pt idx="1787">
                  <c:v>5635.12</c:v>
                </c:pt>
                <c:pt idx="1788">
                  <c:v>5636.71</c:v>
                </c:pt>
                <c:pt idx="1789">
                  <c:v>5638.2300000000005</c:v>
                </c:pt>
                <c:pt idx="1790">
                  <c:v>5639.97</c:v>
                </c:pt>
                <c:pt idx="1791">
                  <c:v>5643.2599999999993</c:v>
                </c:pt>
                <c:pt idx="1792">
                  <c:v>5642.37</c:v>
                </c:pt>
                <c:pt idx="1793">
                  <c:v>5643.86</c:v>
                </c:pt>
                <c:pt idx="1794">
                  <c:v>5645.6</c:v>
                </c:pt>
                <c:pt idx="1795">
                  <c:v>5647.1900000000005</c:v>
                </c:pt>
                <c:pt idx="1796">
                  <c:v>5650.22</c:v>
                </c:pt>
                <c:pt idx="1797">
                  <c:v>5653.05</c:v>
                </c:pt>
                <c:pt idx="1798">
                  <c:v>5654.5</c:v>
                </c:pt>
                <c:pt idx="1799">
                  <c:v>5653.76</c:v>
                </c:pt>
                <c:pt idx="1800">
                  <c:v>5659.25</c:v>
                </c:pt>
                <c:pt idx="1801">
                  <c:v>5659.53</c:v>
                </c:pt>
                <c:pt idx="1802">
                  <c:v>5661.71</c:v>
                </c:pt>
                <c:pt idx="1803">
                  <c:v>5661.81</c:v>
                </c:pt>
                <c:pt idx="1804">
                  <c:v>5663.8099999999995</c:v>
                </c:pt>
                <c:pt idx="1805">
                  <c:v>5662.68</c:v>
                </c:pt>
                <c:pt idx="1806">
                  <c:v>5667.75</c:v>
                </c:pt>
                <c:pt idx="1807">
                  <c:v>5665.26</c:v>
                </c:pt>
                <c:pt idx="1808">
                  <c:v>5670.02</c:v>
                </c:pt>
                <c:pt idx="1809">
                  <c:v>5672.98</c:v>
                </c:pt>
                <c:pt idx="1810">
                  <c:v>5669.44</c:v>
                </c:pt>
                <c:pt idx="1811">
                  <c:v>5675.74</c:v>
                </c:pt>
                <c:pt idx="1812">
                  <c:v>5673.36</c:v>
                </c:pt>
                <c:pt idx="1813">
                  <c:v>5676.97</c:v>
                </c:pt>
                <c:pt idx="1814">
                  <c:v>5678.57</c:v>
                </c:pt>
                <c:pt idx="1815">
                  <c:v>5680.43</c:v>
                </c:pt>
                <c:pt idx="1816">
                  <c:v>5681.4299999999994</c:v>
                </c:pt>
                <c:pt idx="1817">
                  <c:v>5682.9599999999991</c:v>
                </c:pt>
                <c:pt idx="1818">
                  <c:v>5684.55</c:v>
                </c:pt>
                <c:pt idx="1819">
                  <c:v>5686.73</c:v>
                </c:pt>
                <c:pt idx="1820">
                  <c:v>5687.95</c:v>
                </c:pt>
                <c:pt idx="1821">
                  <c:v>5689.8</c:v>
                </c:pt>
                <c:pt idx="1822">
                  <c:v>5691.11</c:v>
                </c:pt>
                <c:pt idx="1823">
                  <c:v>5692.83</c:v>
                </c:pt>
                <c:pt idx="1824">
                  <c:v>5696.18</c:v>
                </c:pt>
                <c:pt idx="1825">
                  <c:v>5698.6299999999992</c:v>
                </c:pt>
                <c:pt idx="1826">
                  <c:v>5701.01</c:v>
                </c:pt>
                <c:pt idx="1827">
                  <c:v>5702.87</c:v>
                </c:pt>
                <c:pt idx="1828">
                  <c:v>5704.49</c:v>
                </c:pt>
                <c:pt idx="1829">
                  <c:v>5705.99</c:v>
                </c:pt>
                <c:pt idx="1830">
                  <c:v>5708.04</c:v>
                </c:pt>
                <c:pt idx="1831">
                  <c:v>5707.67</c:v>
                </c:pt>
                <c:pt idx="1832">
                  <c:v>5711.17</c:v>
                </c:pt>
                <c:pt idx="1833">
                  <c:v>5707.66</c:v>
                </c:pt>
                <c:pt idx="1834">
                  <c:v>5711.32</c:v>
                </c:pt>
                <c:pt idx="1835">
                  <c:v>5713.3099999999995</c:v>
                </c:pt>
                <c:pt idx="1836">
                  <c:v>5717.51</c:v>
                </c:pt>
                <c:pt idx="1837">
                  <c:v>5714.0899999999992</c:v>
                </c:pt>
                <c:pt idx="1838">
                  <c:v>5719.24</c:v>
                </c:pt>
                <c:pt idx="1839">
                  <c:v>5721.28</c:v>
                </c:pt>
                <c:pt idx="1840">
                  <c:v>5719.02</c:v>
                </c:pt>
                <c:pt idx="1841">
                  <c:v>5721.6500000000005</c:v>
                </c:pt>
                <c:pt idx="1842">
                  <c:v>5723.93</c:v>
                </c:pt>
                <c:pt idx="1843">
                  <c:v>5726.63</c:v>
                </c:pt>
                <c:pt idx="1844">
                  <c:v>5726.9800000000005</c:v>
                </c:pt>
                <c:pt idx="1845">
                  <c:v>5728.4699999999993</c:v>
                </c:pt>
                <c:pt idx="1846">
                  <c:v>5730.86</c:v>
                </c:pt>
                <c:pt idx="1847">
                  <c:v>5733.96</c:v>
                </c:pt>
                <c:pt idx="1848">
                  <c:v>5733.54</c:v>
                </c:pt>
                <c:pt idx="1849">
                  <c:v>5734.96</c:v>
                </c:pt>
                <c:pt idx="1850">
                  <c:v>5736.7</c:v>
                </c:pt>
                <c:pt idx="1851">
                  <c:v>5738.74</c:v>
                </c:pt>
                <c:pt idx="1852">
                  <c:v>5739.79</c:v>
                </c:pt>
                <c:pt idx="1853">
                  <c:v>5741.6</c:v>
                </c:pt>
                <c:pt idx="1854">
                  <c:v>5743.32</c:v>
                </c:pt>
                <c:pt idx="1855">
                  <c:v>5744.0300000000007</c:v>
                </c:pt>
                <c:pt idx="1856">
                  <c:v>5746.46</c:v>
                </c:pt>
                <c:pt idx="1857">
                  <c:v>5747.28</c:v>
                </c:pt>
                <c:pt idx="1858">
                  <c:v>5749.9900000000007</c:v>
                </c:pt>
                <c:pt idx="1859">
                  <c:v>5750.68</c:v>
                </c:pt>
                <c:pt idx="1860">
                  <c:v>5750.38</c:v>
                </c:pt>
                <c:pt idx="1861">
                  <c:v>5754.59</c:v>
                </c:pt>
                <c:pt idx="1862">
                  <c:v>5750.78</c:v>
                </c:pt>
                <c:pt idx="1863">
                  <c:v>5751.9299999999994</c:v>
                </c:pt>
                <c:pt idx="1864">
                  <c:v>5760.66</c:v>
                </c:pt>
                <c:pt idx="1865">
                  <c:v>5759.97</c:v>
                </c:pt>
                <c:pt idx="1866">
                  <c:v>5760.6</c:v>
                </c:pt>
                <c:pt idx="1867">
                  <c:v>5763.2000000000007</c:v>
                </c:pt>
                <c:pt idx="1868">
                  <c:v>5763.84</c:v>
                </c:pt>
                <c:pt idx="1869">
                  <c:v>5765.0499999999993</c:v>
                </c:pt>
                <c:pt idx="1870">
                  <c:v>5765.1</c:v>
                </c:pt>
                <c:pt idx="1871">
                  <c:v>5767.97</c:v>
                </c:pt>
                <c:pt idx="1872">
                  <c:v>5769.62</c:v>
                </c:pt>
                <c:pt idx="1873">
                  <c:v>5771.37</c:v>
                </c:pt>
                <c:pt idx="1874">
                  <c:v>5773.7999999999993</c:v>
                </c:pt>
                <c:pt idx="1875">
                  <c:v>5774.99</c:v>
                </c:pt>
                <c:pt idx="1876">
                  <c:v>5776.49</c:v>
                </c:pt>
                <c:pt idx="1877">
                  <c:v>5777.92</c:v>
                </c:pt>
                <c:pt idx="1878">
                  <c:v>5779.55</c:v>
                </c:pt>
                <c:pt idx="1879">
                  <c:v>5780.9400000000005</c:v>
                </c:pt>
                <c:pt idx="1880">
                  <c:v>5782.73</c:v>
                </c:pt>
                <c:pt idx="1881">
                  <c:v>5785.0599999999995</c:v>
                </c:pt>
                <c:pt idx="1882">
                  <c:v>5789.44</c:v>
                </c:pt>
                <c:pt idx="1883">
                  <c:v>5790.14</c:v>
                </c:pt>
                <c:pt idx="1884">
                  <c:v>5792.0999999999995</c:v>
                </c:pt>
                <c:pt idx="1885">
                  <c:v>5793.62</c:v>
                </c:pt>
                <c:pt idx="1886">
                  <c:v>5794.58</c:v>
                </c:pt>
                <c:pt idx="1887">
                  <c:v>5796.08</c:v>
                </c:pt>
                <c:pt idx="1888">
                  <c:v>5797.3499999999995</c:v>
                </c:pt>
                <c:pt idx="1889">
                  <c:v>5796.86</c:v>
                </c:pt>
                <c:pt idx="1890">
                  <c:v>5801.84</c:v>
                </c:pt>
                <c:pt idx="1891">
                  <c:v>5802.86</c:v>
                </c:pt>
                <c:pt idx="1892">
                  <c:v>5805.29</c:v>
                </c:pt>
                <c:pt idx="1893">
                  <c:v>5806.8499999999995</c:v>
                </c:pt>
                <c:pt idx="1894">
                  <c:v>5808.04</c:v>
                </c:pt>
                <c:pt idx="1895">
                  <c:v>5804.9299999999994</c:v>
                </c:pt>
                <c:pt idx="1896">
                  <c:v>5805.65</c:v>
                </c:pt>
                <c:pt idx="1897">
                  <c:v>5806.0999999999995</c:v>
                </c:pt>
                <c:pt idx="1898">
                  <c:v>5808.53</c:v>
                </c:pt>
                <c:pt idx="1899">
                  <c:v>5816.23</c:v>
                </c:pt>
                <c:pt idx="1900">
                  <c:v>5815.68</c:v>
                </c:pt>
                <c:pt idx="1901">
                  <c:v>5818.31</c:v>
                </c:pt>
                <c:pt idx="1902">
                  <c:v>5818.11</c:v>
                </c:pt>
                <c:pt idx="1903">
                  <c:v>5819.66</c:v>
                </c:pt>
                <c:pt idx="1904">
                  <c:v>5820.86</c:v>
                </c:pt>
                <c:pt idx="1905">
                  <c:v>5821.5899999999992</c:v>
                </c:pt>
                <c:pt idx="1906">
                  <c:v>5823.43</c:v>
                </c:pt>
                <c:pt idx="1907">
                  <c:v>5824.56</c:v>
                </c:pt>
                <c:pt idx="1908">
                  <c:v>5826.08</c:v>
                </c:pt>
                <c:pt idx="1909">
                  <c:v>5827.6500000000005</c:v>
                </c:pt>
                <c:pt idx="1910">
                  <c:v>5829.31</c:v>
                </c:pt>
                <c:pt idx="1911">
                  <c:v>5830.4400000000005</c:v>
                </c:pt>
                <c:pt idx="1912">
                  <c:v>5832.42</c:v>
                </c:pt>
                <c:pt idx="1913">
                  <c:v>5833.7300000000005</c:v>
                </c:pt>
                <c:pt idx="1914">
                  <c:v>5835.3200000000006</c:v>
                </c:pt>
                <c:pt idx="1915">
                  <c:v>5836.8200000000006</c:v>
                </c:pt>
                <c:pt idx="1916">
                  <c:v>5838.66</c:v>
                </c:pt>
                <c:pt idx="1917">
                  <c:v>5839.2699999999995</c:v>
                </c:pt>
                <c:pt idx="1918">
                  <c:v>5840.14</c:v>
                </c:pt>
                <c:pt idx="1919">
                  <c:v>5842.22</c:v>
                </c:pt>
                <c:pt idx="1920">
                  <c:v>5842.97</c:v>
                </c:pt>
                <c:pt idx="1921">
                  <c:v>5843.34</c:v>
                </c:pt>
                <c:pt idx="1922">
                  <c:v>5844.9</c:v>
                </c:pt>
                <c:pt idx="1923">
                  <c:v>5849.9400000000005</c:v>
                </c:pt>
                <c:pt idx="1924">
                  <c:v>5848.78</c:v>
                </c:pt>
                <c:pt idx="1925">
                  <c:v>5852.5099999999993</c:v>
                </c:pt>
                <c:pt idx="1926">
                  <c:v>5851.14</c:v>
                </c:pt>
                <c:pt idx="1927">
                  <c:v>5854.79</c:v>
                </c:pt>
                <c:pt idx="1928">
                  <c:v>5854.17</c:v>
                </c:pt>
                <c:pt idx="1929">
                  <c:v>5860.74</c:v>
                </c:pt>
                <c:pt idx="1930">
                  <c:v>5856.16</c:v>
                </c:pt>
                <c:pt idx="1931">
                  <c:v>5858.18</c:v>
                </c:pt>
                <c:pt idx="1932">
                  <c:v>5864.28</c:v>
                </c:pt>
                <c:pt idx="1933">
                  <c:v>5865.13</c:v>
                </c:pt>
                <c:pt idx="1934">
                  <c:v>5864.7400000000007</c:v>
                </c:pt>
                <c:pt idx="1935">
                  <c:v>5866.4800000000005</c:v>
                </c:pt>
                <c:pt idx="1936">
                  <c:v>5868.05</c:v>
                </c:pt>
                <c:pt idx="1937">
                  <c:v>5869.54</c:v>
                </c:pt>
                <c:pt idx="1938">
                  <c:v>5870.3200000000006</c:v>
                </c:pt>
                <c:pt idx="1939">
                  <c:v>5871.6</c:v>
                </c:pt>
                <c:pt idx="1940">
                  <c:v>5873.1799999999994</c:v>
                </c:pt>
                <c:pt idx="1941">
                  <c:v>5874.38</c:v>
                </c:pt>
                <c:pt idx="1942">
                  <c:v>5875.9699999999993</c:v>
                </c:pt>
                <c:pt idx="1943">
                  <c:v>5878.3399999999992</c:v>
                </c:pt>
                <c:pt idx="1944">
                  <c:v>5882.07</c:v>
                </c:pt>
                <c:pt idx="1945">
                  <c:v>5884.0700000000006</c:v>
                </c:pt>
                <c:pt idx="1946">
                  <c:v>5884.8399999999992</c:v>
                </c:pt>
                <c:pt idx="1947">
                  <c:v>5886</c:v>
                </c:pt>
                <c:pt idx="1948">
                  <c:v>5887.04</c:v>
                </c:pt>
                <c:pt idx="1949">
                  <c:v>5887.97</c:v>
                </c:pt>
                <c:pt idx="1950">
                  <c:v>5887.92</c:v>
                </c:pt>
                <c:pt idx="1951">
                  <c:v>5891.51</c:v>
                </c:pt>
                <c:pt idx="1952">
                  <c:v>5889.1900000000005</c:v>
                </c:pt>
                <c:pt idx="1953">
                  <c:v>5891.58</c:v>
                </c:pt>
                <c:pt idx="1954">
                  <c:v>5894.83</c:v>
                </c:pt>
                <c:pt idx="1955">
                  <c:v>5890.58</c:v>
                </c:pt>
                <c:pt idx="1956">
                  <c:v>5899.12</c:v>
                </c:pt>
                <c:pt idx="1957">
                  <c:v>5900.7199999999993</c:v>
                </c:pt>
                <c:pt idx="1958">
                  <c:v>5900.1900000000005</c:v>
                </c:pt>
                <c:pt idx="1959">
                  <c:v>5896.14</c:v>
                </c:pt>
                <c:pt idx="1960">
                  <c:v>5896.99</c:v>
                </c:pt>
                <c:pt idx="1961">
                  <c:v>5903.49</c:v>
                </c:pt>
                <c:pt idx="1962">
                  <c:v>5904.7</c:v>
                </c:pt>
                <c:pt idx="1963">
                  <c:v>5902.47</c:v>
                </c:pt>
                <c:pt idx="1964">
                  <c:v>5908.8099999999995</c:v>
                </c:pt>
                <c:pt idx="1965">
                  <c:v>5910.38</c:v>
                </c:pt>
                <c:pt idx="1966">
                  <c:v>5911.13</c:v>
                </c:pt>
                <c:pt idx="1967">
                  <c:v>5911.07</c:v>
                </c:pt>
                <c:pt idx="1968">
                  <c:v>5913.48</c:v>
                </c:pt>
                <c:pt idx="1969">
                  <c:v>5914.2400000000007</c:v>
                </c:pt>
                <c:pt idx="1970">
                  <c:v>5916.43</c:v>
                </c:pt>
                <c:pt idx="1971">
                  <c:v>5920.38</c:v>
                </c:pt>
                <c:pt idx="1972">
                  <c:v>5922.06</c:v>
                </c:pt>
                <c:pt idx="1973">
                  <c:v>5924.0599999999995</c:v>
                </c:pt>
                <c:pt idx="1974">
                  <c:v>5925.54</c:v>
                </c:pt>
                <c:pt idx="1975">
                  <c:v>5926.01</c:v>
                </c:pt>
                <c:pt idx="1976">
                  <c:v>5927.97</c:v>
                </c:pt>
                <c:pt idx="1977">
                  <c:v>5926.92</c:v>
                </c:pt>
                <c:pt idx="1978">
                  <c:v>5929.83</c:v>
                </c:pt>
                <c:pt idx="1979">
                  <c:v>5929.7300000000005</c:v>
                </c:pt>
                <c:pt idx="1980">
                  <c:v>5933.42</c:v>
                </c:pt>
                <c:pt idx="1981">
                  <c:v>5934.9</c:v>
                </c:pt>
                <c:pt idx="1982">
                  <c:v>5936.56</c:v>
                </c:pt>
                <c:pt idx="1983">
                  <c:v>5937.8399999999992</c:v>
                </c:pt>
                <c:pt idx="1984">
                  <c:v>5936.82</c:v>
                </c:pt>
                <c:pt idx="1985">
                  <c:v>5939.61</c:v>
                </c:pt>
                <c:pt idx="1986">
                  <c:v>5941.63</c:v>
                </c:pt>
                <c:pt idx="1987">
                  <c:v>5942.3899999999994</c:v>
                </c:pt>
                <c:pt idx="1988">
                  <c:v>5945.46</c:v>
                </c:pt>
                <c:pt idx="1989">
                  <c:v>5944.5199999999995</c:v>
                </c:pt>
                <c:pt idx="1990">
                  <c:v>5943.04</c:v>
                </c:pt>
                <c:pt idx="1991">
                  <c:v>5950.6100000000006</c:v>
                </c:pt>
                <c:pt idx="1992">
                  <c:v>5945.37</c:v>
                </c:pt>
                <c:pt idx="1993">
                  <c:v>5951.0300000000007</c:v>
                </c:pt>
                <c:pt idx="1994">
                  <c:v>5950.55</c:v>
                </c:pt>
                <c:pt idx="1995">
                  <c:v>5952.1100000000006</c:v>
                </c:pt>
                <c:pt idx="1996">
                  <c:v>5956.99</c:v>
                </c:pt>
                <c:pt idx="1997">
                  <c:v>5956.74</c:v>
                </c:pt>
                <c:pt idx="1998">
                  <c:v>5960.28</c:v>
                </c:pt>
                <c:pt idx="1999">
                  <c:v>5957.3600000000006</c:v>
                </c:pt>
                <c:pt idx="2000">
                  <c:v>5959.34</c:v>
                </c:pt>
                <c:pt idx="2001">
                  <c:v>5961.34</c:v>
                </c:pt>
                <c:pt idx="2002">
                  <c:v>5963.46</c:v>
                </c:pt>
                <c:pt idx="2003">
                  <c:v>5966.8</c:v>
                </c:pt>
                <c:pt idx="2004">
                  <c:v>5969.4900000000007</c:v>
                </c:pt>
                <c:pt idx="2005">
                  <c:v>5971.33</c:v>
                </c:pt>
                <c:pt idx="2006">
                  <c:v>5972.68</c:v>
                </c:pt>
                <c:pt idx="2007">
                  <c:v>5974.01</c:v>
                </c:pt>
                <c:pt idx="2008">
                  <c:v>5975.18</c:v>
                </c:pt>
                <c:pt idx="2009">
                  <c:v>5976.72</c:v>
                </c:pt>
                <c:pt idx="2010">
                  <c:v>5977.7699999999995</c:v>
                </c:pt>
                <c:pt idx="2011">
                  <c:v>5979.48</c:v>
                </c:pt>
                <c:pt idx="2012">
                  <c:v>5978.3099999999995</c:v>
                </c:pt>
                <c:pt idx="2013">
                  <c:v>5979.75</c:v>
                </c:pt>
                <c:pt idx="2014">
                  <c:v>5980.25</c:v>
                </c:pt>
                <c:pt idx="2015">
                  <c:v>5984.93</c:v>
                </c:pt>
                <c:pt idx="2016">
                  <c:v>5981.66</c:v>
                </c:pt>
                <c:pt idx="2017">
                  <c:v>5984.28</c:v>
                </c:pt>
                <c:pt idx="2018">
                  <c:v>5983.23</c:v>
                </c:pt>
                <c:pt idx="2019">
                  <c:v>5986.0199999999995</c:v>
                </c:pt>
                <c:pt idx="2020">
                  <c:v>5993.13</c:v>
                </c:pt>
                <c:pt idx="2021">
                  <c:v>5993.56</c:v>
                </c:pt>
                <c:pt idx="2022">
                  <c:v>5989.35</c:v>
                </c:pt>
                <c:pt idx="2023">
                  <c:v>5993.5</c:v>
                </c:pt>
                <c:pt idx="2024">
                  <c:v>5999.4699999999993</c:v>
                </c:pt>
                <c:pt idx="2025">
                  <c:v>6000.66</c:v>
                </c:pt>
                <c:pt idx="2026">
                  <c:v>6000.29</c:v>
                </c:pt>
                <c:pt idx="2027">
                  <c:v>6000.72</c:v>
                </c:pt>
                <c:pt idx="2028">
                  <c:v>6005.07</c:v>
                </c:pt>
                <c:pt idx="2029">
                  <c:v>6003.8</c:v>
                </c:pt>
                <c:pt idx="2030">
                  <c:v>6005.2300000000005</c:v>
                </c:pt>
                <c:pt idx="2031">
                  <c:v>6006</c:v>
                </c:pt>
                <c:pt idx="2032">
                  <c:v>6005.71</c:v>
                </c:pt>
                <c:pt idx="2033">
                  <c:v>6005.9</c:v>
                </c:pt>
                <c:pt idx="2034">
                  <c:v>6008</c:v>
                </c:pt>
                <c:pt idx="2035">
                  <c:v>6010.1699999999992</c:v>
                </c:pt>
                <c:pt idx="2036">
                  <c:v>6014.9</c:v>
                </c:pt>
                <c:pt idx="2037">
                  <c:v>6015.31</c:v>
                </c:pt>
                <c:pt idx="2038">
                  <c:v>6014.44</c:v>
                </c:pt>
                <c:pt idx="2039">
                  <c:v>6015.93</c:v>
                </c:pt>
                <c:pt idx="2040">
                  <c:v>6019.6100000000006</c:v>
                </c:pt>
                <c:pt idx="2041">
                  <c:v>6020.17</c:v>
                </c:pt>
                <c:pt idx="2042">
                  <c:v>6016.42</c:v>
                </c:pt>
                <c:pt idx="2043">
                  <c:v>6018.0199999999995</c:v>
                </c:pt>
                <c:pt idx="2044">
                  <c:v>6019.89</c:v>
                </c:pt>
                <c:pt idx="2045">
                  <c:v>6021.37</c:v>
                </c:pt>
                <c:pt idx="2046">
                  <c:v>6021.8499999999995</c:v>
                </c:pt>
                <c:pt idx="2047">
                  <c:v>6024.5300000000007</c:v>
                </c:pt>
                <c:pt idx="2048">
                  <c:v>6026.96</c:v>
                </c:pt>
                <c:pt idx="2049">
                  <c:v>6022.1</c:v>
                </c:pt>
                <c:pt idx="2050">
                  <c:v>6027.52</c:v>
                </c:pt>
                <c:pt idx="2051">
                  <c:v>6023.42</c:v>
                </c:pt>
                <c:pt idx="2052">
                  <c:v>6034</c:v>
                </c:pt>
                <c:pt idx="2053">
                  <c:v>6026.09</c:v>
                </c:pt>
                <c:pt idx="2054">
                  <c:v>6041.98</c:v>
                </c:pt>
                <c:pt idx="2055">
                  <c:v>6043.6100000000006</c:v>
                </c:pt>
                <c:pt idx="2056">
                  <c:v>6045.4299999999994</c:v>
                </c:pt>
                <c:pt idx="2057">
                  <c:v>6041.17</c:v>
                </c:pt>
                <c:pt idx="2058">
                  <c:v>6045.26</c:v>
                </c:pt>
                <c:pt idx="2059">
                  <c:v>6042.24</c:v>
                </c:pt>
                <c:pt idx="2060">
                  <c:v>6046.68</c:v>
                </c:pt>
                <c:pt idx="2061">
                  <c:v>6048.14</c:v>
                </c:pt>
                <c:pt idx="2062">
                  <c:v>6044.59</c:v>
                </c:pt>
                <c:pt idx="2063">
                  <c:v>6047.87</c:v>
                </c:pt>
                <c:pt idx="2064">
                  <c:v>6050.29</c:v>
                </c:pt>
                <c:pt idx="2065">
                  <c:v>6052.7800000000007</c:v>
                </c:pt>
                <c:pt idx="2066">
                  <c:v>6053.56</c:v>
                </c:pt>
                <c:pt idx="2067">
                  <c:v>6055.5700000000006</c:v>
                </c:pt>
                <c:pt idx="2068">
                  <c:v>6056.8</c:v>
                </c:pt>
                <c:pt idx="2069">
                  <c:v>6058.3499999999995</c:v>
                </c:pt>
                <c:pt idx="2070">
                  <c:v>6059.72</c:v>
                </c:pt>
                <c:pt idx="2071">
                  <c:v>6061.2000000000007</c:v>
                </c:pt>
                <c:pt idx="2072">
                  <c:v>6062.46</c:v>
                </c:pt>
                <c:pt idx="2073">
                  <c:v>6064.0099999999993</c:v>
                </c:pt>
                <c:pt idx="2074">
                  <c:v>6065.55</c:v>
                </c:pt>
                <c:pt idx="2075">
                  <c:v>6067.17</c:v>
                </c:pt>
                <c:pt idx="2076">
                  <c:v>6067.3899999999994</c:v>
                </c:pt>
                <c:pt idx="2077">
                  <c:v>6068.27</c:v>
                </c:pt>
                <c:pt idx="2078">
                  <c:v>6072.77</c:v>
                </c:pt>
                <c:pt idx="2079">
                  <c:v>6073.11</c:v>
                </c:pt>
                <c:pt idx="2080">
                  <c:v>6077.66</c:v>
                </c:pt>
                <c:pt idx="2081">
                  <c:v>6079.81</c:v>
                </c:pt>
                <c:pt idx="2082">
                  <c:v>6074.6</c:v>
                </c:pt>
                <c:pt idx="2083">
                  <c:v>6079.37</c:v>
                </c:pt>
                <c:pt idx="2084">
                  <c:v>6085.9</c:v>
                </c:pt>
                <c:pt idx="2085">
                  <c:v>6086.9299999999994</c:v>
                </c:pt>
                <c:pt idx="2086">
                  <c:v>6088.61</c:v>
                </c:pt>
                <c:pt idx="2087">
                  <c:v>6089.67</c:v>
                </c:pt>
                <c:pt idx="2088">
                  <c:v>6087.42</c:v>
                </c:pt>
                <c:pt idx="2089">
                  <c:v>6091.32</c:v>
                </c:pt>
                <c:pt idx="2090">
                  <c:v>6090.88</c:v>
                </c:pt>
                <c:pt idx="2091">
                  <c:v>6093.28</c:v>
                </c:pt>
                <c:pt idx="2092">
                  <c:v>6094.8399999999992</c:v>
                </c:pt>
                <c:pt idx="2093">
                  <c:v>6093.72</c:v>
                </c:pt>
                <c:pt idx="2094">
                  <c:v>6097.0700000000006</c:v>
                </c:pt>
                <c:pt idx="2095">
                  <c:v>6097.32</c:v>
                </c:pt>
                <c:pt idx="2096">
                  <c:v>6101.2199999999993</c:v>
                </c:pt>
                <c:pt idx="2097">
                  <c:v>6103.3</c:v>
                </c:pt>
                <c:pt idx="2098">
                  <c:v>6105.29</c:v>
                </c:pt>
                <c:pt idx="2099">
                  <c:v>6106.96</c:v>
                </c:pt>
                <c:pt idx="2100">
                  <c:v>6108.31</c:v>
                </c:pt>
                <c:pt idx="2101">
                  <c:v>6109.58</c:v>
                </c:pt>
                <c:pt idx="2102">
                  <c:v>6110.0199999999995</c:v>
                </c:pt>
                <c:pt idx="2103">
                  <c:v>6108.2400000000007</c:v>
                </c:pt>
                <c:pt idx="2104">
                  <c:v>6109.8600000000006</c:v>
                </c:pt>
                <c:pt idx="2105">
                  <c:v>6111.37</c:v>
                </c:pt>
                <c:pt idx="2106">
                  <c:v>6112.78</c:v>
                </c:pt>
                <c:pt idx="2107">
                  <c:v>6114.37</c:v>
                </c:pt>
                <c:pt idx="2108">
                  <c:v>6114.8600000000006</c:v>
                </c:pt>
                <c:pt idx="2109">
                  <c:v>6116.91</c:v>
                </c:pt>
                <c:pt idx="2110">
                  <c:v>6121.01</c:v>
                </c:pt>
                <c:pt idx="2111">
                  <c:v>6118.24</c:v>
                </c:pt>
                <c:pt idx="2112">
                  <c:v>6123.52</c:v>
                </c:pt>
                <c:pt idx="2113">
                  <c:v>6120.8799999999992</c:v>
                </c:pt>
                <c:pt idx="2114">
                  <c:v>6121.28</c:v>
                </c:pt>
                <c:pt idx="2115">
                  <c:v>6125.04</c:v>
                </c:pt>
                <c:pt idx="2116">
                  <c:v>6129.1200000000008</c:v>
                </c:pt>
                <c:pt idx="2117">
                  <c:v>6131.26</c:v>
                </c:pt>
                <c:pt idx="2118">
                  <c:v>6127.19</c:v>
                </c:pt>
                <c:pt idx="2119">
                  <c:v>6132.6799999999994</c:v>
                </c:pt>
                <c:pt idx="2120">
                  <c:v>6135.5199999999995</c:v>
                </c:pt>
                <c:pt idx="2121">
                  <c:v>6136.58</c:v>
                </c:pt>
                <c:pt idx="2122">
                  <c:v>6137.43</c:v>
                </c:pt>
                <c:pt idx="2123">
                  <c:v>6135.93</c:v>
                </c:pt>
                <c:pt idx="2124">
                  <c:v>6139.9400000000005</c:v>
                </c:pt>
                <c:pt idx="2125">
                  <c:v>6141.81</c:v>
                </c:pt>
                <c:pt idx="2126">
                  <c:v>6141.15</c:v>
                </c:pt>
                <c:pt idx="2127">
                  <c:v>6142.3899999999994</c:v>
                </c:pt>
                <c:pt idx="2128">
                  <c:v>6143.98</c:v>
                </c:pt>
                <c:pt idx="2129">
                  <c:v>6144.85</c:v>
                </c:pt>
                <c:pt idx="2130">
                  <c:v>6146.84</c:v>
                </c:pt>
                <c:pt idx="2131">
                  <c:v>6148.76</c:v>
                </c:pt>
                <c:pt idx="2132">
                  <c:v>6151.3</c:v>
                </c:pt>
                <c:pt idx="2133">
                  <c:v>6153.67</c:v>
                </c:pt>
                <c:pt idx="2134">
                  <c:v>6154.8600000000006</c:v>
                </c:pt>
                <c:pt idx="2135">
                  <c:v>6154.21</c:v>
                </c:pt>
                <c:pt idx="2136">
                  <c:v>6157.24</c:v>
                </c:pt>
                <c:pt idx="2137">
                  <c:v>6157.75</c:v>
                </c:pt>
                <c:pt idx="2138">
                  <c:v>6161.37</c:v>
                </c:pt>
                <c:pt idx="2139">
                  <c:v>6160.42</c:v>
                </c:pt>
                <c:pt idx="2140">
                  <c:v>6159.6</c:v>
                </c:pt>
                <c:pt idx="2141">
                  <c:v>6165.28</c:v>
                </c:pt>
                <c:pt idx="2142">
                  <c:v>6166.08</c:v>
                </c:pt>
                <c:pt idx="2143">
                  <c:v>6168.0599999999995</c:v>
                </c:pt>
                <c:pt idx="2144">
                  <c:v>6169.28</c:v>
                </c:pt>
                <c:pt idx="2145">
                  <c:v>6164.17</c:v>
                </c:pt>
                <c:pt idx="2146">
                  <c:v>6169.28</c:v>
                </c:pt>
                <c:pt idx="2147">
                  <c:v>6170.71</c:v>
                </c:pt>
                <c:pt idx="2148">
                  <c:v>6173.68</c:v>
                </c:pt>
                <c:pt idx="2149">
                  <c:v>6176.09</c:v>
                </c:pt>
                <c:pt idx="2150">
                  <c:v>6172.86</c:v>
                </c:pt>
                <c:pt idx="2151">
                  <c:v>6176.2699999999995</c:v>
                </c:pt>
                <c:pt idx="2152">
                  <c:v>6176.42</c:v>
                </c:pt>
                <c:pt idx="2153">
                  <c:v>6178.62</c:v>
                </c:pt>
                <c:pt idx="2154">
                  <c:v>6181.29</c:v>
                </c:pt>
                <c:pt idx="2155">
                  <c:v>6183.28</c:v>
                </c:pt>
                <c:pt idx="2156">
                  <c:v>6182.8200000000006</c:v>
                </c:pt>
                <c:pt idx="2157">
                  <c:v>6185.1500000000005</c:v>
                </c:pt>
                <c:pt idx="2158">
                  <c:v>6186.2300000000005</c:v>
                </c:pt>
                <c:pt idx="2159">
                  <c:v>6187.8200000000006</c:v>
                </c:pt>
                <c:pt idx="2160">
                  <c:v>6188.98</c:v>
                </c:pt>
                <c:pt idx="2161">
                  <c:v>6192.74</c:v>
                </c:pt>
                <c:pt idx="2162">
                  <c:v>6191.9800000000005</c:v>
                </c:pt>
                <c:pt idx="2163">
                  <c:v>6193.25</c:v>
                </c:pt>
                <c:pt idx="2164">
                  <c:v>6196.93</c:v>
                </c:pt>
                <c:pt idx="2165">
                  <c:v>6195.62</c:v>
                </c:pt>
                <c:pt idx="2166">
                  <c:v>6197.4</c:v>
                </c:pt>
                <c:pt idx="2167">
                  <c:v>6197.72</c:v>
                </c:pt>
                <c:pt idx="2168">
                  <c:v>6200.2300000000005</c:v>
                </c:pt>
                <c:pt idx="2169">
                  <c:v>6202.81</c:v>
                </c:pt>
                <c:pt idx="2170">
                  <c:v>6202.1100000000006</c:v>
                </c:pt>
                <c:pt idx="2171">
                  <c:v>6205.39</c:v>
                </c:pt>
                <c:pt idx="2172">
                  <c:v>6206.14</c:v>
                </c:pt>
                <c:pt idx="2173">
                  <c:v>6203.67</c:v>
                </c:pt>
                <c:pt idx="2174">
                  <c:v>6204.98</c:v>
                </c:pt>
                <c:pt idx="2175">
                  <c:v>6212.31</c:v>
                </c:pt>
                <c:pt idx="2176">
                  <c:v>6206.65</c:v>
                </c:pt>
                <c:pt idx="2177">
                  <c:v>6208.29</c:v>
                </c:pt>
                <c:pt idx="2178">
                  <c:v>6213.3</c:v>
                </c:pt>
                <c:pt idx="2179">
                  <c:v>6217.16</c:v>
                </c:pt>
                <c:pt idx="2180">
                  <c:v>6215.33</c:v>
                </c:pt>
                <c:pt idx="2181">
                  <c:v>6214.4199999999992</c:v>
                </c:pt>
                <c:pt idx="2182">
                  <c:v>6219</c:v>
                </c:pt>
                <c:pt idx="2183">
                  <c:v>6221.51</c:v>
                </c:pt>
                <c:pt idx="2184">
                  <c:v>6220.49</c:v>
                </c:pt>
                <c:pt idx="2185">
                  <c:v>6221.75</c:v>
                </c:pt>
                <c:pt idx="2186">
                  <c:v>6225.16</c:v>
                </c:pt>
                <c:pt idx="2187">
                  <c:v>6227.9299999999994</c:v>
                </c:pt>
                <c:pt idx="2188">
                  <c:v>6229.46</c:v>
                </c:pt>
                <c:pt idx="2189">
                  <c:v>6231.7400000000007</c:v>
                </c:pt>
                <c:pt idx="2190">
                  <c:v>6230.3899999999994</c:v>
                </c:pt>
                <c:pt idx="2191">
                  <c:v>6232.4400000000005</c:v>
                </c:pt>
                <c:pt idx="2192">
                  <c:v>6234.46</c:v>
                </c:pt>
                <c:pt idx="2193">
                  <c:v>6235.71</c:v>
                </c:pt>
                <c:pt idx="2194">
                  <c:v>6234.88</c:v>
                </c:pt>
                <c:pt idx="2195">
                  <c:v>6238.6900000000005</c:v>
                </c:pt>
                <c:pt idx="2196">
                  <c:v>6237.45</c:v>
                </c:pt>
                <c:pt idx="2197">
                  <c:v>6239.02</c:v>
                </c:pt>
                <c:pt idx="2198">
                  <c:v>6240.53</c:v>
                </c:pt>
                <c:pt idx="2199">
                  <c:v>6241.9000000000005</c:v>
                </c:pt>
                <c:pt idx="2200">
                  <c:v>6244.32</c:v>
                </c:pt>
                <c:pt idx="2201">
                  <c:v>6243.6100000000006</c:v>
                </c:pt>
                <c:pt idx="2202">
                  <c:v>6246.79</c:v>
                </c:pt>
                <c:pt idx="2203">
                  <c:v>6245.96</c:v>
                </c:pt>
                <c:pt idx="2204">
                  <c:v>6246.0599999999995</c:v>
                </c:pt>
                <c:pt idx="2205">
                  <c:v>6247.61</c:v>
                </c:pt>
                <c:pt idx="2206">
                  <c:v>6253.05</c:v>
                </c:pt>
                <c:pt idx="2207">
                  <c:v>6252.1699999999992</c:v>
                </c:pt>
                <c:pt idx="2208">
                  <c:v>6256.96</c:v>
                </c:pt>
                <c:pt idx="2209">
                  <c:v>6253.79</c:v>
                </c:pt>
                <c:pt idx="2210">
                  <c:v>6253.6399999999994</c:v>
                </c:pt>
                <c:pt idx="2211">
                  <c:v>6254.18</c:v>
                </c:pt>
                <c:pt idx="2212">
                  <c:v>6255.63</c:v>
                </c:pt>
                <c:pt idx="2213">
                  <c:v>6264.0700000000006</c:v>
                </c:pt>
                <c:pt idx="2214">
                  <c:v>6261.99</c:v>
                </c:pt>
                <c:pt idx="2215">
                  <c:v>6261.12</c:v>
                </c:pt>
                <c:pt idx="2216">
                  <c:v>6266.2699999999995</c:v>
                </c:pt>
                <c:pt idx="2217">
                  <c:v>6267.5099999999993</c:v>
                </c:pt>
                <c:pt idx="2218">
                  <c:v>6266.7</c:v>
                </c:pt>
                <c:pt idx="2219">
                  <c:v>6269.52</c:v>
                </c:pt>
                <c:pt idx="2220">
                  <c:v>6272.33</c:v>
                </c:pt>
                <c:pt idx="2221">
                  <c:v>6275.4000000000005</c:v>
                </c:pt>
                <c:pt idx="2222">
                  <c:v>6277</c:v>
                </c:pt>
                <c:pt idx="2223">
                  <c:v>6278.3</c:v>
                </c:pt>
                <c:pt idx="2224">
                  <c:v>6278.93</c:v>
                </c:pt>
                <c:pt idx="2225">
                  <c:v>6280.34</c:v>
                </c:pt>
                <c:pt idx="2226">
                  <c:v>6278.96</c:v>
                </c:pt>
                <c:pt idx="2227">
                  <c:v>6281.66</c:v>
                </c:pt>
                <c:pt idx="2228">
                  <c:v>6284.03</c:v>
                </c:pt>
                <c:pt idx="2229">
                  <c:v>6285.16</c:v>
                </c:pt>
                <c:pt idx="2230">
                  <c:v>6284.58</c:v>
                </c:pt>
                <c:pt idx="2231">
                  <c:v>6288</c:v>
                </c:pt>
                <c:pt idx="2232">
                  <c:v>6287.38</c:v>
                </c:pt>
                <c:pt idx="2233">
                  <c:v>6288.03</c:v>
                </c:pt>
                <c:pt idx="2234">
                  <c:v>6290.21</c:v>
                </c:pt>
                <c:pt idx="2235">
                  <c:v>6291.91</c:v>
                </c:pt>
                <c:pt idx="2236">
                  <c:v>6292.5899999999992</c:v>
                </c:pt>
                <c:pt idx="2237">
                  <c:v>6290.9699999999993</c:v>
                </c:pt>
                <c:pt idx="2238">
                  <c:v>6297.2599999999993</c:v>
                </c:pt>
                <c:pt idx="2239">
                  <c:v>6299.04</c:v>
                </c:pt>
                <c:pt idx="2240">
                  <c:v>6293.7300000000005</c:v>
                </c:pt>
                <c:pt idx="2241">
                  <c:v>6294.23</c:v>
                </c:pt>
                <c:pt idx="2242">
                  <c:v>6300.99</c:v>
                </c:pt>
                <c:pt idx="2243">
                  <c:v>6297.8899999999994</c:v>
                </c:pt>
                <c:pt idx="2244">
                  <c:v>6303.87</c:v>
                </c:pt>
                <c:pt idx="2245">
                  <c:v>6308.06</c:v>
                </c:pt>
                <c:pt idx="2246">
                  <c:v>6308.78</c:v>
                </c:pt>
                <c:pt idx="2247">
                  <c:v>6310.05</c:v>
                </c:pt>
                <c:pt idx="2248">
                  <c:v>6311.45</c:v>
                </c:pt>
                <c:pt idx="2249">
                  <c:v>6312.4900000000007</c:v>
                </c:pt>
                <c:pt idx="2250">
                  <c:v>6314.14</c:v>
                </c:pt>
                <c:pt idx="2251">
                  <c:v>6311.94</c:v>
                </c:pt>
                <c:pt idx="2252">
                  <c:v>6313.11</c:v>
                </c:pt>
                <c:pt idx="2253">
                  <c:v>6311.96</c:v>
                </c:pt>
                <c:pt idx="2254">
                  <c:v>6313.66</c:v>
                </c:pt>
                <c:pt idx="2255">
                  <c:v>6315.46</c:v>
                </c:pt>
                <c:pt idx="2256">
                  <c:v>6317.08</c:v>
                </c:pt>
                <c:pt idx="2257">
                  <c:v>6318.25</c:v>
                </c:pt>
                <c:pt idx="2258">
                  <c:v>6319.56</c:v>
                </c:pt>
                <c:pt idx="2259">
                  <c:v>6320.77</c:v>
                </c:pt>
                <c:pt idx="2260">
                  <c:v>6322.18</c:v>
                </c:pt>
                <c:pt idx="2261">
                  <c:v>6323.24</c:v>
                </c:pt>
                <c:pt idx="2262">
                  <c:v>6324.66</c:v>
                </c:pt>
                <c:pt idx="2263">
                  <c:v>6325.89</c:v>
                </c:pt>
                <c:pt idx="2264">
                  <c:v>6329.39</c:v>
                </c:pt>
                <c:pt idx="2265">
                  <c:v>6332.3099999999995</c:v>
                </c:pt>
                <c:pt idx="2266">
                  <c:v>6325.08</c:v>
                </c:pt>
                <c:pt idx="2267">
                  <c:v>6324.34</c:v>
                </c:pt>
                <c:pt idx="2268">
                  <c:v>6325.3</c:v>
                </c:pt>
                <c:pt idx="2269">
                  <c:v>6330.92</c:v>
                </c:pt>
                <c:pt idx="2270">
                  <c:v>6336.2</c:v>
                </c:pt>
                <c:pt idx="2271">
                  <c:v>6331.04</c:v>
                </c:pt>
                <c:pt idx="2272">
                  <c:v>6341.78</c:v>
                </c:pt>
                <c:pt idx="2273">
                  <c:v>6340.56</c:v>
                </c:pt>
                <c:pt idx="2274">
                  <c:v>6346.09</c:v>
                </c:pt>
                <c:pt idx="2275">
                  <c:v>6344.9400000000005</c:v>
                </c:pt>
                <c:pt idx="2276">
                  <c:v>6348.66</c:v>
                </c:pt>
                <c:pt idx="2277">
                  <c:v>6350.1500000000005</c:v>
                </c:pt>
                <c:pt idx="2278">
                  <c:v>6345.5</c:v>
                </c:pt>
                <c:pt idx="2279">
                  <c:v>6352.9299999999994</c:v>
                </c:pt>
                <c:pt idx="2280">
                  <c:v>6353.27</c:v>
                </c:pt>
                <c:pt idx="2281">
                  <c:v>6348.81</c:v>
                </c:pt>
                <c:pt idx="2282">
                  <c:v>6350.41</c:v>
                </c:pt>
                <c:pt idx="2283">
                  <c:v>6357.52</c:v>
                </c:pt>
                <c:pt idx="2284">
                  <c:v>6357.87</c:v>
                </c:pt>
                <c:pt idx="2285">
                  <c:v>6354.47</c:v>
                </c:pt>
                <c:pt idx="2286">
                  <c:v>6355.98</c:v>
                </c:pt>
                <c:pt idx="2287">
                  <c:v>6357.79</c:v>
                </c:pt>
                <c:pt idx="2288">
                  <c:v>6359.66</c:v>
                </c:pt>
                <c:pt idx="2289">
                  <c:v>6362.92</c:v>
                </c:pt>
                <c:pt idx="2290">
                  <c:v>6362</c:v>
                </c:pt>
                <c:pt idx="2291">
                  <c:v>6363.18</c:v>
                </c:pt>
                <c:pt idx="2292">
                  <c:v>6364.67</c:v>
                </c:pt>
                <c:pt idx="2293">
                  <c:v>6365.56</c:v>
                </c:pt>
                <c:pt idx="2294">
                  <c:v>6366.94</c:v>
                </c:pt>
                <c:pt idx="2295">
                  <c:v>6368.2999999999993</c:v>
                </c:pt>
                <c:pt idx="2296">
                  <c:v>6369.45</c:v>
                </c:pt>
                <c:pt idx="2297">
                  <c:v>6371.17</c:v>
                </c:pt>
                <c:pt idx="2298">
                  <c:v>6371.85</c:v>
                </c:pt>
                <c:pt idx="2299">
                  <c:v>6375.16</c:v>
                </c:pt>
                <c:pt idx="2300">
                  <c:v>6377.24</c:v>
                </c:pt>
                <c:pt idx="2301">
                  <c:v>6378.42</c:v>
                </c:pt>
                <c:pt idx="2302">
                  <c:v>6376.58</c:v>
                </c:pt>
                <c:pt idx="2303">
                  <c:v>6382.41</c:v>
                </c:pt>
                <c:pt idx="2304">
                  <c:v>6381.48</c:v>
                </c:pt>
                <c:pt idx="2305">
                  <c:v>6380.21</c:v>
                </c:pt>
                <c:pt idx="2306">
                  <c:v>6388.14</c:v>
                </c:pt>
                <c:pt idx="2307">
                  <c:v>6389.66</c:v>
                </c:pt>
                <c:pt idx="2308">
                  <c:v>6380.19</c:v>
                </c:pt>
                <c:pt idx="2309">
                  <c:v>6389.9299999999994</c:v>
                </c:pt>
                <c:pt idx="2310">
                  <c:v>6384.99</c:v>
                </c:pt>
                <c:pt idx="2311">
                  <c:v>6389.02</c:v>
                </c:pt>
                <c:pt idx="2312">
                  <c:v>6395.31</c:v>
                </c:pt>
                <c:pt idx="2313">
                  <c:v>6394.87</c:v>
                </c:pt>
                <c:pt idx="2314">
                  <c:v>6396.27</c:v>
                </c:pt>
                <c:pt idx="2315">
                  <c:v>6397.41</c:v>
                </c:pt>
                <c:pt idx="2316">
                  <c:v>6399.48</c:v>
                </c:pt>
                <c:pt idx="2317">
                  <c:v>6401.16</c:v>
                </c:pt>
                <c:pt idx="2318">
                  <c:v>6403.9900000000007</c:v>
                </c:pt>
                <c:pt idx="2319">
                  <c:v>6406.1399999999994</c:v>
                </c:pt>
                <c:pt idx="2320">
                  <c:v>6407.06</c:v>
                </c:pt>
                <c:pt idx="2321">
                  <c:v>6408.7</c:v>
                </c:pt>
                <c:pt idx="2322">
                  <c:v>6410.08</c:v>
                </c:pt>
                <c:pt idx="2323">
                  <c:v>6409.94</c:v>
                </c:pt>
                <c:pt idx="2324">
                  <c:v>6411.46</c:v>
                </c:pt>
                <c:pt idx="2325">
                  <c:v>6410.5999999999995</c:v>
                </c:pt>
                <c:pt idx="2326">
                  <c:v>6412.21</c:v>
                </c:pt>
                <c:pt idx="2327">
                  <c:v>6415.29</c:v>
                </c:pt>
                <c:pt idx="2328">
                  <c:v>6416.0899999999992</c:v>
                </c:pt>
                <c:pt idx="2329">
                  <c:v>6417.61</c:v>
                </c:pt>
                <c:pt idx="2330">
                  <c:v>6417.79</c:v>
                </c:pt>
                <c:pt idx="2331">
                  <c:v>6418.17</c:v>
                </c:pt>
                <c:pt idx="2332">
                  <c:v>6421.02</c:v>
                </c:pt>
                <c:pt idx="2333">
                  <c:v>6418.7900000000009</c:v>
                </c:pt>
                <c:pt idx="2334">
                  <c:v>6423.5300000000007</c:v>
                </c:pt>
                <c:pt idx="2335">
                  <c:v>6411.1900000000005</c:v>
                </c:pt>
                <c:pt idx="2336">
                  <c:v>6413.9</c:v>
                </c:pt>
                <c:pt idx="2337">
                  <c:v>6414.25</c:v>
                </c:pt>
                <c:pt idx="2338">
                  <c:v>6417.78</c:v>
                </c:pt>
                <c:pt idx="2339">
                  <c:v>6432.34</c:v>
                </c:pt>
                <c:pt idx="2340">
                  <c:v>6426.42</c:v>
                </c:pt>
                <c:pt idx="2341">
                  <c:v>6431.5199999999995</c:v>
                </c:pt>
                <c:pt idx="2342">
                  <c:v>6435.13</c:v>
                </c:pt>
                <c:pt idx="2343">
                  <c:v>6435.83</c:v>
                </c:pt>
                <c:pt idx="2344">
                  <c:v>6423.77</c:v>
                </c:pt>
                <c:pt idx="2345">
                  <c:v>6436.69</c:v>
                </c:pt>
                <c:pt idx="2346">
                  <c:v>6428.9699999999993</c:v>
                </c:pt>
                <c:pt idx="2347">
                  <c:v>6434.86</c:v>
                </c:pt>
                <c:pt idx="2348">
                  <c:v>6433</c:v>
                </c:pt>
                <c:pt idx="2349">
                  <c:v>6437.1</c:v>
                </c:pt>
                <c:pt idx="2350">
                  <c:v>6437.1</c:v>
                </c:pt>
                <c:pt idx="2351">
                  <c:v>6439.78</c:v>
                </c:pt>
                <c:pt idx="2352">
                  <c:v>6440.87</c:v>
                </c:pt>
                <c:pt idx="2353">
                  <c:v>6442.11</c:v>
                </c:pt>
                <c:pt idx="2354">
                  <c:v>6443.5</c:v>
                </c:pt>
                <c:pt idx="2355">
                  <c:v>6444.68</c:v>
                </c:pt>
                <c:pt idx="2356">
                  <c:v>6446.23</c:v>
                </c:pt>
                <c:pt idx="2357">
                  <c:v>6447.33</c:v>
                </c:pt>
                <c:pt idx="2358">
                  <c:v>6448.67</c:v>
                </c:pt>
                <c:pt idx="2359">
                  <c:v>6450.05</c:v>
                </c:pt>
                <c:pt idx="2360">
                  <c:v>6451.58</c:v>
                </c:pt>
                <c:pt idx="2361">
                  <c:v>6452.75</c:v>
                </c:pt>
                <c:pt idx="2362">
                  <c:v>6455.38</c:v>
                </c:pt>
                <c:pt idx="2363">
                  <c:v>6457.91</c:v>
                </c:pt>
                <c:pt idx="2364">
                  <c:v>6460.9800000000005</c:v>
                </c:pt>
                <c:pt idx="2365">
                  <c:v>6466.3700000000008</c:v>
                </c:pt>
                <c:pt idx="2366">
                  <c:v>6468.08</c:v>
                </c:pt>
                <c:pt idx="2367">
                  <c:v>6469.38</c:v>
                </c:pt>
                <c:pt idx="2368">
                  <c:v>6471.17</c:v>
                </c:pt>
                <c:pt idx="2369">
                  <c:v>6472.7800000000007</c:v>
                </c:pt>
                <c:pt idx="2370">
                  <c:v>6473.1500000000005</c:v>
                </c:pt>
                <c:pt idx="2371">
                  <c:v>6475.39</c:v>
                </c:pt>
                <c:pt idx="2372">
                  <c:v>6474.9100000000008</c:v>
                </c:pt>
                <c:pt idx="2373">
                  <c:v>6475.6900000000005</c:v>
                </c:pt>
                <c:pt idx="2374">
                  <c:v>6477.98</c:v>
                </c:pt>
                <c:pt idx="2375">
                  <c:v>6479.14</c:v>
                </c:pt>
                <c:pt idx="2376">
                  <c:v>6478.2400000000007</c:v>
                </c:pt>
                <c:pt idx="2377">
                  <c:v>6479.3099999999995</c:v>
                </c:pt>
                <c:pt idx="2378">
                  <c:v>6480.03</c:v>
                </c:pt>
                <c:pt idx="2379">
                  <c:v>6480.2999999999993</c:v>
                </c:pt>
                <c:pt idx="2380">
                  <c:v>6483.75</c:v>
                </c:pt>
                <c:pt idx="2381">
                  <c:v>6484.62</c:v>
                </c:pt>
                <c:pt idx="2382">
                  <c:v>6485.4000000000005</c:v>
                </c:pt>
                <c:pt idx="2383">
                  <c:v>6486.39</c:v>
                </c:pt>
                <c:pt idx="2384">
                  <c:v>6487.66</c:v>
                </c:pt>
                <c:pt idx="2385">
                  <c:v>6488.9900000000007</c:v>
                </c:pt>
                <c:pt idx="2386">
                  <c:v>6490.25</c:v>
                </c:pt>
                <c:pt idx="2387">
                  <c:v>6491.6600000000008</c:v>
                </c:pt>
                <c:pt idx="2388">
                  <c:v>6492.94</c:v>
                </c:pt>
                <c:pt idx="2389">
                  <c:v>6494.33</c:v>
                </c:pt>
                <c:pt idx="2390">
                  <c:v>6495.51</c:v>
                </c:pt>
                <c:pt idx="2391">
                  <c:v>6497.9500000000007</c:v>
                </c:pt>
                <c:pt idx="2392">
                  <c:v>6497.36</c:v>
                </c:pt>
                <c:pt idx="2393">
                  <c:v>6500.9699999999993</c:v>
                </c:pt>
                <c:pt idx="2394">
                  <c:v>6499.39</c:v>
                </c:pt>
                <c:pt idx="2395">
                  <c:v>6500.88</c:v>
                </c:pt>
                <c:pt idx="2396">
                  <c:v>6504.8</c:v>
                </c:pt>
                <c:pt idx="2397">
                  <c:v>6507.9900000000007</c:v>
                </c:pt>
                <c:pt idx="2398">
                  <c:v>6508.3</c:v>
                </c:pt>
                <c:pt idx="2399">
                  <c:v>6511.8600000000006</c:v>
                </c:pt>
                <c:pt idx="2400">
                  <c:v>6513.09</c:v>
                </c:pt>
                <c:pt idx="2401">
                  <c:v>6512.9000000000005</c:v>
                </c:pt>
                <c:pt idx="2402">
                  <c:v>6510.93</c:v>
                </c:pt>
                <c:pt idx="2403">
                  <c:v>6512.51</c:v>
                </c:pt>
                <c:pt idx="2404">
                  <c:v>6515.18</c:v>
                </c:pt>
                <c:pt idx="2405">
                  <c:v>6516.04</c:v>
                </c:pt>
                <c:pt idx="2406">
                  <c:v>6515.12</c:v>
                </c:pt>
              </c:numCache>
            </c:numRef>
          </c:xVal>
          <c:yVal>
            <c:numRef>
              <c:f>Presentation!$BQ$13:$BQ$2420</c:f>
              <c:numCache>
                <c:formatCode>General</c:formatCode>
                <c:ptCount val="2408"/>
                <c:pt idx="0">
                  <c:v>0.12014881204024691</c:v>
                </c:pt>
                <c:pt idx="1">
                  <c:v>0.12028581092508032</c:v>
                </c:pt>
                <c:pt idx="2">
                  <c:v>0.12031791663143655</c:v>
                </c:pt>
                <c:pt idx="3">
                  <c:v>0.12041265009301537</c:v>
                </c:pt>
                <c:pt idx="4">
                  <c:v>0.1204498372299497</c:v>
                </c:pt>
                <c:pt idx="5">
                  <c:v>0.12053948926095046</c:v>
                </c:pt>
                <c:pt idx="6">
                  <c:v>0.11974151039026863</c:v>
                </c:pt>
                <c:pt idx="7">
                  <c:v>0.12703775656727764</c:v>
                </c:pt>
                <c:pt idx="8">
                  <c:v>0.1373394185260311</c:v>
                </c:pt>
                <c:pt idx="9">
                  <c:v>0.15309226089895234</c:v>
                </c:pt>
                <c:pt idx="10">
                  <c:v>0.16753926701570682</c:v>
                </c:pt>
                <c:pt idx="11">
                  <c:v>0.17980139446439888</c:v>
                </c:pt>
                <c:pt idx="12">
                  <c:v>0.19256285653919289</c:v>
                </c:pt>
                <c:pt idx="13">
                  <c:v>0.20551071292735495</c:v>
                </c:pt>
                <c:pt idx="14">
                  <c:v>0.21725536589487915</c:v>
                </c:pt>
                <c:pt idx="15">
                  <c:v>0.22723238811646873</c:v>
                </c:pt>
                <c:pt idx="16">
                  <c:v>0.23868816478136082</c:v>
                </c:pt>
                <c:pt idx="17">
                  <c:v>0.24783545212653629</c:v>
                </c:pt>
                <c:pt idx="18">
                  <c:v>0.25676018252492816</c:v>
                </c:pt>
                <c:pt idx="19">
                  <c:v>0.26795347269049224</c:v>
                </c:pt>
                <c:pt idx="20">
                  <c:v>0.27687186617789578</c:v>
                </c:pt>
                <c:pt idx="21">
                  <c:v>0.28559389879071334</c:v>
                </c:pt>
                <c:pt idx="22">
                  <c:v>0.29385724524642692</c:v>
                </c:pt>
                <c:pt idx="23">
                  <c:v>0.30215099114297767</c:v>
                </c:pt>
                <c:pt idx="24">
                  <c:v>0.31051324154772431</c:v>
                </c:pt>
                <c:pt idx="25">
                  <c:v>0.31735794975552178</c:v>
                </c:pt>
                <c:pt idx="26">
                  <c:v>0.32641461771640284</c:v>
                </c:pt>
                <c:pt idx="27">
                  <c:v>0.33253184847717876</c:v>
                </c:pt>
                <c:pt idx="28">
                  <c:v>0.34227368421052634</c:v>
                </c:pt>
                <c:pt idx="29">
                  <c:v>0.3489166174858781</c:v>
                </c:pt>
                <c:pt idx="30">
                  <c:v>0.35707966465854996</c:v>
                </c:pt>
                <c:pt idx="31">
                  <c:v>0.3648233163458704</c:v>
                </c:pt>
                <c:pt idx="32">
                  <c:v>0.37264150943396224</c:v>
                </c:pt>
                <c:pt idx="33">
                  <c:v>0.37922613784682746</c:v>
                </c:pt>
                <c:pt idx="34">
                  <c:v>0.3871443003872706</c:v>
                </c:pt>
                <c:pt idx="35">
                  <c:v>0.39307355664029631</c:v>
                </c:pt>
                <c:pt idx="36">
                  <c:v>0.40047124163756476</c:v>
                </c:pt>
                <c:pt idx="37">
                  <c:v>0.40737780768907211</c:v>
                </c:pt>
                <c:pt idx="38">
                  <c:v>0.41411507402422615</c:v>
                </c:pt>
                <c:pt idx="39">
                  <c:v>0.41997476871320438</c:v>
                </c:pt>
                <c:pt idx="40">
                  <c:v>0.42646316851664989</c:v>
                </c:pt>
                <c:pt idx="41">
                  <c:v>0.4322767782074996</c:v>
                </c:pt>
                <c:pt idx="42">
                  <c:v>0.43844310873859865</c:v>
                </c:pt>
                <c:pt idx="43">
                  <c:v>0.4435199193141704</c:v>
                </c:pt>
                <c:pt idx="44">
                  <c:v>0.44999159522608839</c:v>
                </c:pt>
                <c:pt idx="45">
                  <c:v>0.45491975464246698</c:v>
                </c:pt>
                <c:pt idx="46">
                  <c:v>0.46077236626465518</c:v>
                </c:pt>
                <c:pt idx="47">
                  <c:v>0.46626925821753917</c:v>
                </c:pt>
                <c:pt idx="48">
                  <c:v>0.47104798722581737</c:v>
                </c:pt>
                <c:pt idx="49">
                  <c:v>0.47614046878938088</c:v>
                </c:pt>
                <c:pt idx="50">
                  <c:v>0.48080553807426052</c:v>
                </c:pt>
                <c:pt idx="51">
                  <c:v>0.48517429651406974</c:v>
                </c:pt>
                <c:pt idx="52">
                  <c:v>0.49049477527382601</c:v>
                </c:pt>
                <c:pt idx="53">
                  <c:v>0.49453781512605044</c:v>
                </c:pt>
                <c:pt idx="54">
                  <c:v>0.49981142354272301</c:v>
                </c:pt>
                <c:pt idx="55">
                  <c:v>0.50395778364116095</c:v>
                </c:pt>
                <c:pt idx="56">
                  <c:v>0.50802295864929403</c:v>
                </c:pt>
                <c:pt idx="57">
                  <c:v>0.51159961404539167</c:v>
                </c:pt>
                <c:pt idx="58">
                  <c:v>0.51594117893502023</c:v>
                </c:pt>
                <c:pt idx="59">
                  <c:v>0.51968009379448954</c:v>
                </c:pt>
                <c:pt idx="60">
                  <c:v>0.52408477842003853</c:v>
                </c:pt>
                <c:pt idx="61">
                  <c:v>0.52765797077174326</c:v>
                </c:pt>
                <c:pt idx="62">
                  <c:v>0.53246971030897583</c:v>
                </c:pt>
                <c:pt idx="63">
                  <c:v>0.5350123622344215</c:v>
                </c:pt>
                <c:pt idx="64">
                  <c:v>0.53923827879498898</c:v>
                </c:pt>
                <c:pt idx="65">
                  <c:v>0.54247654155495983</c:v>
                </c:pt>
                <c:pt idx="66">
                  <c:v>0.54641032085113517</c:v>
                </c:pt>
                <c:pt idx="67">
                  <c:v>0.54982832258604808</c:v>
                </c:pt>
                <c:pt idx="68">
                  <c:v>0.55334561594506315</c:v>
                </c:pt>
                <c:pt idx="69">
                  <c:v>0.55653229519862712</c:v>
                </c:pt>
                <c:pt idx="70">
                  <c:v>0.56002009040683076</c:v>
                </c:pt>
                <c:pt idx="71">
                  <c:v>0.56316692471858398</c:v>
                </c:pt>
                <c:pt idx="72">
                  <c:v>0.56684380099585752</c:v>
                </c:pt>
                <c:pt idx="73">
                  <c:v>0.57017947537965941</c:v>
                </c:pt>
                <c:pt idx="74">
                  <c:v>0.57304780626542307</c:v>
                </c:pt>
                <c:pt idx="75">
                  <c:v>0.57583741061347382</c:v>
                </c:pt>
                <c:pt idx="76">
                  <c:v>0.57900238324204545</c:v>
                </c:pt>
                <c:pt idx="77">
                  <c:v>0.58162966679208994</c:v>
                </c:pt>
                <c:pt idx="78">
                  <c:v>0.58485912549117969</c:v>
                </c:pt>
                <c:pt idx="79">
                  <c:v>0.58751044277360065</c:v>
                </c:pt>
                <c:pt idx="80">
                  <c:v>0.59024206697604409</c:v>
                </c:pt>
                <c:pt idx="81">
                  <c:v>0.59295286602930741</c:v>
                </c:pt>
                <c:pt idx="82">
                  <c:v>0.59534844878700577</c:v>
                </c:pt>
                <c:pt idx="83">
                  <c:v>0.59807234948053578</c:v>
                </c:pt>
                <c:pt idx="84">
                  <c:v>0.60003341408403643</c:v>
                </c:pt>
                <c:pt idx="85">
                  <c:v>0.60243026557541346</c:v>
                </c:pt>
                <c:pt idx="86">
                  <c:v>0.60446264415844908</c:v>
                </c:pt>
                <c:pt idx="87">
                  <c:v>0.60724257198816523</c:v>
                </c:pt>
                <c:pt idx="88">
                  <c:v>0.60864295565678939</c:v>
                </c:pt>
                <c:pt idx="89">
                  <c:v>0.61101369405477612</c:v>
                </c:pt>
                <c:pt idx="90">
                  <c:v>0.61379166666666662</c:v>
                </c:pt>
                <c:pt idx="91">
                  <c:v>0.61525289228584557</c:v>
                </c:pt>
                <c:pt idx="92">
                  <c:v>0.617499791371109</c:v>
                </c:pt>
                <c:pt idx="93">
                  <c:v>0.6197999166319299</c:v>
                </c:pt>
                <c:pt idx="94">
                  <c:v>0.62183788289226927</c:v>
                </c:pt>
                <c:pt idx="95">
                  <c:v>0.62405670210548259</c:v>
                </c:pt>
                <c:pt idx="96">
                  <c:v>0.62559953288568204</c:v>
                </c:pt>
                <c:pt idx="97">
                  <c:v>0.62811536217387687</c:v>
                </c:pt>
                <c:pt idx="98">
                  <c:v>0.62980869420247565</c:v>
                </c:pt>
                <c:pt idx="99">
                  <c:v>0.63192304489048057</c:v>
                </c:pt>
                <c:pt idx="100">
                  <c:v>0.63392187890397278</c:v>
                </c:pt>
                <c:pt idx="101">
                  <c:v>0.63586390705034768</c:v>
                </c:pt>
                <c:pt idx="102">
                  <c:v>0.63735897756130055</c:v>
                </c:pt>
                <c:pt idx="103">
                  <c:v>0.63941387061859956</c:v>
                </c:pt>
                <c:pt idx="104">
                  <c:v>0.64093387157185078</c:v>
                </c:pt>
                <c:pt idx="105">
                  <c:v>0.64280958721704406</c:v>
                </c:pt>
                <c:pt idx="106">
                  <c:v>0.6443251788983192</c:v>
                </c:pt>
                <c:pt idx="107">
                  <c:v>0.6458255335080495</c:v>
                </c:pt>
                <c:pt idx="108">
                  <c:v>0.64739643986025619</c:v>
                </c:pt>
                <c:pt idx="109">
                  <c:v>0.64888352946068439</c:v>
                </c:pt>
                <c:pt idx="110">
                  <c:v>0.65018916559264961</c:v>
                </c:pt>
                <c:pt idx="111">
                  <c:v>0.65216126350789694</c:v>
                </c:pt>
                <c:pt idx="112">
                  <c:v>0.65315540034921438</c:v>
                </c:pt>
                <c:pt idx="113">
                  <c:v>0.65461797332668581</c:v>
                </c:pt>
                <c:pt idx="114">
                  <c:v>0.65595416043846544</c:v>
                </c:pt>
                <c:pt idx="115">
                  <c:v>0.65729823978744606</c:v>
                </c:pt>
                <c:pt idx="116">
                  <c:v>0.65817683230845936</c:v>
                </c:pt>
                <c:pt idx="117">
                  <c:v>0.65964606181455632</c:v>
                </c:pt>
                <c:pt idx="118">
                  <c:v>0.66123548922056374</c:v>
                </c:pt>
                <c:pt idx="119">
                  <c:v>0.66163605456279284</c:v>
                </c:pt>
                <c:pt idx="120">
                  <c:v>0.66308897269072986</c:v>
                </c:pt>
                <c:pt idx="121">
                  <c:v>0.65931880334797377</c:v>
                </c:pt>
                <c:pt idx="122">
                  <c:v>0.66358833562128205</c:v>
                </c:pt>
                <c:pt idx="123">
                  <c:v>0.66575524069931225</c:v>
                </c:pt>
                <c:pt idx="124">
                  <c:v>0.66636242947228674</c:v>
                </c:pt>
                <c:pt idx="125">
                  <c:v>0.66750911501491561</c:v>
                </c:pt>
                <c:pt idx="126">
                  <c:v>0.66831436404419708</c:v>
                </c:pt>
                <c:pt idx="127">
                  <c:v>0.66964063407751684</c:v>
                </c:pt>
                <c:pt idx="128">
                  <c:v>0.67126408217362488</c:v>
                </c:pt>
                <c:pt idx="129">
                  <c:v>0.51971234108128939</c:v>
                </c:pt>
                <c:pt idx="130">
                  <c:v>0.51858129717282841</c:v>
                </c:pt>
                <c:pt idx="131">
                  <c:v>0.51986712661300616</c:v>
                </c:pt>
                <c:pt idx="132">
                  <c:v>0.51889104624884619</c:v>
                </c:pt>
                <c:pt idx="133">
                  <c:v>0.51732211219033752</c:v>
                </c:pt>
                <c:pt idx="134">
                  <c:v>0.51624344769139019</c:v>
                </c:pt>
                <c:pt idx="135">
                  <c:v>0.51481665940359844</c:v>
                </c:pt>
                <c:pt idx="136">
                  <c:v>0.5107955951497154</c:v>
                </c:pt>
                <c:pt idx="137">
                  <c:v>0.50891817346000623</c:v>
                </c:pt>
                <c:pt idx="138">
                  <c:v>0.50591052376333656</c:v>
                </c:pt>
                <c:pt idx="139">
                  <c:v>0.50437938688583606</c:v>
                </c:pt>
                <c:pt idx="140">
                  <c:v>0.50032555937019063</c:v>
                </c:pt>
                <c:pt idx="141">
                  <c:v>0.49596080375630669</c:v>
                </c:pt>
                <c:pt idx="142">
                  <c:v>0.49467992829468571</c:v>
                </c:pt>
                <c:pt idx="143">
                  <c:v>0.49657060518731988</c:v>
                </c:pt>
                <c:pt idx="144">
                  <c:v>0.49670732405657675</c:v>
                </c:pt>
                <c:pt idx="145">
                  <c:v>0.49399530927689395</c:v>
                </c:pt>
                <c:pt idx="146">
                  <c:v>0.48238296471104763</c:v>
                </c:pt>
                <c:pt idx="147">
                  <c:v>0.47891435986159175</c:v>
                </c:pt>
                <c:pt idx="148">
                  <c:v>0.47499334929502518</c:v>
                </c:pt>
                <c:pt idx="149">
                  <c:v>0.47201007794661848</c:v>
                </c:pt>
                <c:pt idx="150">
                  <c:v>0.4684288192197168</c:v>
                </c:pt>
                <c:pt idx="151">
                  <c:v>0.46661736203203102</c:v>
                </c:pt>
                <c:pt idx="152">
                  <c:v>0.4644833484253949</c:v>
                </c:pt>
                <c:pt idx="153">
                  <c:v>0.45777358396861267</c:v>
                </c:pt>
                <c:pt idx="154">
                  <c:v>0.45657981813279735</c:v>
                </c:pt>
                <c:pt idx="155">
                  <c:v>0.45308265582655832</c:v>
                </c:pt>
                <c:pt idx="156">
                  <c:v>0.45092888867663217</c:v>
                </c:pt>
                <c:pt idx="157">
                  <c:v>0.44824573830098691</c:v>
                </c:pt>
                <c:pt idx="158">
                  <c:v>0.44714614793959567</c:v>
                </c:pt>
                <c:pt idx="159">
                  <c:v>0.44494928633714259</c:v>
                </c:pt>
                <c:pt idx="160">
                  <c:v>0.44222594066570187</c:v>
                </c:pt>
                <c:pt idx="161">
                  <c:v>0.44075321835746639</c:v>
                </c:pt>
                <c:pt idx="162">
                  <c:v>0.43933949161136709</c:v>
                </c:pt>
                <c:pt idx="163">
                  <c:v>0.43881654746635945</c:v>
                </c:pt>
                <c:pt idx="164">
                  <c:v>0.43680082293943678</c:v>
                </c:pt>
                <c:pt idx="165">
                  <c:v>0.43539646924346975</c:v>
                </c:pt>
                <c:pt idx="166">
                  <c:v>0.43387843644403651</c:v>
                </c:pt>
                <c:pt idx="167">
                  <c:v>0.43293952702006144</c:v>
                </c:pt>
                <c:pt idx="168">
                  <c:v>0.43141242018788889</c:v>
                </c:pt>
                <c:pt idx="169">
                  <c:v>0.43180359435173299</c:v>
                </c:pt>
                <c:pt idx="170">
                  <c:v>0.42669540968692521</c:v>
                </c:pt>
                <c:pt idx="171">
                  <c:v>0.4224011569957199</c:v>
                </c:pt>
                <c:pt idx="172">
                  <c:v>0.42204280305956893</c:v>
                </c:pt>
                <c:pt idx="173">
                  <c:v>0.42191435768261965</c:v>
                </c:pt>
                <c:pt idx="174">
                  <c:v>0.42134227934940349</c:v>
                </c:pt>
                <c:pt idx="175">
                  <c:v>0.42134496384104975</c:v>
                </c:pt>
                <c:pt idx="176">
                  <c:v>0.42047774038726754</c:v>
                </c:pt>
                <c:pt idx="177">
                  <c:v>0.4208554593729541</c:v>
                </c:pt>
                <c:pt idx="178">
                  <c:v>0.41959699723429478</c:v>
                </c:pt>
                <c:pt idx="179">
                  <c:v>0.42055161880405639</c:v>
                </c:pt>
                <c:pt idx="180">
                  <c:v>0.41933954811186608</c:v>
                </c:pt>
                <c:pt idx="181">
                  <c:v>0.41978247272221836</c:v>
                </c:pt>
                <c:pt idx="182">
                  <c:v>0.41958246059815268</c:v>
                </c:pt>
                <c:pt idx="183">
                  <c:v>0.42005764665988476</c:v>
                </c:pt>
                <c:pt idx="184">
                  <c:v>0.4205362982341399</c:v>
                </c:pt>
                <c:pt idx="185">
                  <c:v>0.4202898550724638</c:v>
                </c:pt>
                <c:pt idx="186">
                  <c:v>0.42014883598406266</c:v>
                </c:pt>
                <c:pt idx="187">
                  <c:v>0.42126527234670869</c:v>
                </c:pt>
                <c:pt idx="188">
                  <c:v>0.42070054967196996</c:v>
                </c:pt>
                <c:pt idx="189">
                  <c:v>0.42105935314964404</c:v>
                </c:pt>
                <c:pt idx="190">
                  <c:v>0.42155454157917172</c:v>
                </c:pt>
                <c:pt idx="191">
                  <c:v>0.42339980651000225</c:v>
                </c:pt>
                <c:pt idx="192">
                  <c:v>0.42322676396017567</c:v>
                </c:pt>
                <c:pt idx="193">
                  <c:v>0.42412344358719734</c:v>
                </c:pt>
                <c:pt idx="194">
                  <c:v>0.41973251745603807</c:v>
                </c:pt>
                <c:pt idx="195">
                  <c:v>0.42123992132250271</c:v>
                </c:pt>
                <c:pt idx="196">
                  <c:v>0.42208738586002792</c:v>
                </c:pt>
                <c:pt idx="197">
                  <c:v>0.42253210036517852</c:v>
                </c:pt>
                <c:pt idx="198">
                  <c:v>0.4234947147112072</c:v>
                </c:pt>
                <c:pt idx="199">
                  <c:v>0.42476162958682456</c:v>
                </c:pt>
                <c:pt idx="200">
                  <c:v>0.42601455921128051</c:v>
                </c:pt>
                <c:pt idx="201">
                  <c:v>0.42663375046111068</c:v>
                </c:pt>
                <c:pt idx="202">
                  <c:v>0.42793248945147677</c:v>
                </c:pt>
                <c:pt idx="203">
                  <c:v>0.42843215086561093</c:v>
                </c:pt>
                <c:pt idx="204">
                  <c:v>0.43019191179518357</c:v>
                </c:pt>
                <c:pt idx="205">
                  <c:v>0.43172034929007747</c:v>
                </c:pt>
                <c:pt idx="206">
                  <c:v>0.42939918230308943</c:v>
                </c:pt>
                <c:pt idx="207">
                  <c:v>0.43062850081265869</c:v>
                </c:pt>
                <c:pt idx="208">
                  <c:v>0.42920872506458568</c:v>
                </c:pt>
                <c:pt idx="209">
                  <c:v>0.43140930029962649</c:v>
                </c:pt>
                <c:pt idx="210">
                  <c:v>0.42947147815836012</c:v>
                </c:pt>
                <c:pt idx="211">
                  <c:v>0.43124366735080932</c:v>
                </c:pt>
                <c:pt idx="212">
                  <c:v>0.43192766428810636</c:v>
                </c:pt>
                <c:pt idx="213">
                  <c:v>0.43444802372552033</c:v>
                </c:pt>
                <c:pt idx="214">
                  <c:v>0.4349109801685358</c:v>
                </c:pt>
                <c:pt idx="215">
                  <c:v>0.43606627552690552</c:v>
                </c:pt>
                <c:pt idx="216">
                  <c:v>0.4371522666600135</c:v>
                </c:pt>
                <c:pt idx="217">
                  <c:v>0.438462300113867</c:v>
                </c:pt>
                <c:pt idx="218">
                  <c:v>0.43962243280115038</c:v>
                </c:pt>
                <c:pt idx="219">
                  <c:v>0.4405453568987403</c:v>
                </c:pt>
                <c:pt idx="220">
                  <c:v>0.44153452933267112</c:v>
                </c:pt>
                <c:pt idx="221">
                  <c:v>0.44190336114192025</c:v>
                </c:pt>
                <c:pt idx="222">
                  <c:v>0.44329785961975365</c:v>
                </c:pt>
                <c:pt idx="223">
                  <c:v>0.44481581567344619</c:v>
                </c:pt>
                <c:pt idx="224">
                  <c:v>0.44502123643227937</c:v>
                </c:pt>
                <c:pt idx="225">
                  <c:v>0.44630797860511934</c:v>
                </c:pt>
                <c:pt idx="226">
                  <c:v>0.44706470903041162</c:v>
                </c:pt>
                <c:pt idx="227">
                  <c:v>0.44834946751433619</c:v>
                </c:pt>
                <c:pt idx="228">
                  <c:v>0.4497302374597647</c:v>
                </c:pt>
                <c:pt idx="229">
                  <c:v>0.45050801895389098</c:v>
                </c:pt>
                <c:pt idx="230">
                  <c:v>0.45268281639121577</c:v>
                </c:pt>
                <c:pt idx="231">
                  <c:v>0.45372655478775908</c:v>
                </c:pt>
                <c:pt idx="232">
                  <c:v>0.45354783364342294</c:v>
                </c:pt>
                <c:pt idx="233">
                  <c:v>0.45296024606941726</c:v>
                </c:pt>
                <c:pt idx="234">
                  <c:v>0.45370716373947639</c:v>
                </c:pt>
                <c:pt idx="235">
                  <c:v>0.44794590874832058</c:v>
                </c:pt>
                <c:pt idx="236">
                  <c:v>0.4510146879888754</c:v>
                </c:pt>
                <c:pt idx="237">
                  <c:v>0.45159445930784492</c:v>
                </c:pt>
                <c:pt idx="238">
                  <c:v>0.45288095620946567</c:v>
                </c:pt>
                <c:pt idx="239">
                  <c:v>0.45396535037808289</c:v>
                </c:pt>
                <c:pt idx="240">
                  <c:v>0.45421709650845959</c:v>
                </c:pt>
                <c:pt idx="241">
                  <c:v>0.45191984892992021</c:v>
                </c:pt>
                <c:pt idx="242">
                  <c:v>0.45276903516268213</c:v>
                </c:pt>
                <c:pt idx="243">
                  <c:v>0.45215804588763442</c:v>
                </c:pt>
                <c:pt idx="244">
                  <c:v>0.45367250847422702</c:v>
                </c:pt>
                <c:pt idx="245">
                  <c:v>0.45533822581140421</c:v>
                </c:pt>
                <c:pt idx="246">
                  <c:v>0.45646448726422284</c:v>
                </c:pt>
                <c:pt idx="247">
                  <c:v>0.45746768353124434</c:v>
                </c:pt>
                <c:pt idx="248">
                  <c:v>0.45861286305387056</c:v>
                </c:pt>
                <c:pt idx="249">
                  <c:v>0.45970149253731341</c:v>
                </c:pt>
                <c:pt idx="250">
                  <c:v>0.46064472600633022</c:v>
                </c:pt>
                <c:pt idx="251">
                  <c:v>0.46220477101872498</c:v>
                </c:pt>
                <c:pt idx="252">
                  <c:v>0.46376356535902818</c:v>
                </c:pt>
                <c:pt idx="253">
                  <c:v>0.46571963418676748</c:v>
                </c:pt>
                <c:pt idx="254">
                  <c:v>0.46684962325811424</c:v>
                </c:pt>
                <c:pt idx="255">
                  <c:v>0.46752608133906709</c:v>
                </c:pt>
                <c:pt idx="256">
                  <c:v>0.46890525790796256</c:v>
                </c:pt>
                <c:pt idx="257">
                  <c:v>0.47109187292628046</c:v>
                </c:pt>
                <c:pt idx="258">
                  <c:v>0.46848360577927128</c:v>
                </c:pt>
                <c:pt idx="259">
                  <c:v>0.4692970453065578</c:v>
                </c:pt>
                <c:pt idx="260">
                  <c:v>0.46990540895612032</c:v>
                </c:pt>
                <c:pt idx="261">
                  <c:v>0.47102348539277616</c:v>
                </c:pt>
                <c:pt idx="262">
                  <c:v>0.47269925551863051</c:v>
                </c:pt>
                <c:pt idx="263">
                  <c:v>0.47329118013569016</c:v>
                </c:pt>
                <c:pt idx="264">
                  <c:v>0.47466965408949419</c:v>
                </c:pt>
                <c:pt idx="265">
                  <c:v>0.47541732110896001</c:v>
                </c:pt>
                <c:pt idx="266">
                  <c:v>0.47643746025978739</c:v>
                </c:pt>
                <c:pt idx="267">
                  <c:v>0.47768107044186431</c:v>
                </c:pt>
                <c:pt idx="268">
                  <c:v>0.47869669691209699</c:v>
                </c:pt>
                <c:pt idx="269">
                  <c:v>0.4766734460857775</c:v>
                </c:pt>
                <c:pt idx="270">
                  <c:v>0.4765948761636008</c:v>
                </c:pt>
                <c:pt idx="271">
                  <c:v>0.47685446838572937</c:v>
                </c:pt>
                <c:pt idx="272">
                  <c:v>0.47603850718712909</c:v>
                </c:pt>
                <c:pt idx="273">
                  <c:v>0.47784940217438837</c:v>
                </c:pt>
                <c:pt idx="274">
                  <c:v>0.47855968402829124</c:v>
                </c:pt>
                <c:pt idx="275">
                  <c:v>0.48002978432340238</c:v>
                </c:pt>
                <c:pt idx="276">
                  <c:v>0.48158893872736824</c:v>
                </c:pt>
                <c:pt idx="277">
                  <c:v>0.48272493573264774</c:v>
                </c:pt>
                <c:pt idx="278">
                  <c:v>0.48367985406064329</c:v>
                </c:pt>
                <c:pt idx="279">
                  <c:v>0.48537485680342823</c:v>
                </c:pt>
                <c:pt idx="280">
                  <c:v>0.48613514540159536</c:v>
                </c:pt>
                <c:pt idx="281">
                  <c:v>0.48763886321238303</c:v>
                </c:pt>
                <c:pt idx="282">
                  <c:v>0.48835459546222137</c:v>
                </c:pt>
                <c:pt idx="283">
                  <c:v>0.48976129085918663</c:v>
                </c:pt>
                <c:pt idx="284">
                  <c:v>0.48748561445922794</c:v>
                </c:pt>
                <c:pt idx="285">
                  <c:v>0.48886778429267486</c:v>
                </c:pt>
                <c:pt idx="286">
                  <c:v>0.49007902245685009</c:v>
                </c:pt>
                <c:pt idx="287">
                  <c:v>0.49100227603936408</c:v>
                </c:pt>
                <c:pt idx="288">
                  <c:v>0.49194534574684906</c:v>
                </c:pt>
                <c:pt idx="289">
                  <c:v>0.49284346499626763</c:v>
                </c:pt>
                <c:pt idx="290">
                  <c:v>0.49359621833461276</c:v>
                </c:pt>
                <c:pt idx="291">
                  <c:v>0.49516774094907018</c:v>
                </c:pt>
                <c:pt idx="292">
                  <c:v>0.49586359886919684</c:v>
                </c:pt>
                <c:pt idx="293">
                  <c:v>0.49748399084507605</c:v>
                </c:pt>
                <c:pt idx="294">
                  <c:v>0.49793663894355911</c:v>
                </c:pt>
                <c:pt idx="295">
                  <c:v>0.49922974222039634</c:v>
                </c:pt>
                <c:pt idx="296">
                  <c:v>0.49994108544181987</c:v>
                </c:pt>
                <c:pt idx="297">
                  <c:v>0.49914762508015448</c:v>
                </c:pt>
                <c:pt idx="298">
                  <c:v>0.49862966769441591</c:v>
                </c:pt>
                <c:pt idx="299">
                  <c:v>0.50057022273598295</c:v>
                </c:pt>
                <c:pt idx="300">
                  <c:v>0.50203445054393558</c:v>
                </c:pt>
                <c:pt idx="301">
                  <c:v>0.50329430396777197</c:v>
                </c:pt>
                <c:pt idx="302">
                  <c:v>0.50284991955872216</c:v>
                </c:pt>
                <c:pt idx="303">
                  <c:v>0.5034817826116802</c:v>
                </c:pt>
                <c:pt idx="304">
                  <c:v>0.50482679001374742</c:v>
                </c:pt>
                <c:pt idx="305">
                  <c:v>0.50518465855374117</c:v>
                </c:pt>
                <c:pt idx="306">
                  <c:v>0.5068226855235497</c:v>
                </c:pt>
                <c:pt idx="307">
                  <c:v>0.50713466253758532</c:v>
                </c:pt>
                <c:pt idx="308">
                  <c:v>0.50865669857353157</c:v>
                </c:pt>
                <c:pt idx="309">
                  <c:v>0.50962683013926913</c:v>
                </c:pt>
                <c:pt idx="310">
                  <c:v>0.51027590090090091</c:v>
                </c:pt>
                <c:pt idx="311">
                  <c:v>0.5117677882167132</c:v>
                </c:pt>
                <c:pt idx="312">
                  <c:v>0.51219099967667026</c:v>
                </c:pt>
                <c:pt idx="313">
                  <c:v>0.51333762792263882</c:v>
                </c:pt>
                <c:pt idx="314">
                  <c:v>0.5145941769088338</c:v>
                </c:pt>
                <c:pt idx="315">
                  <c:v>0.51523163415023887</c:v>
                </c:pt>
                <c:pt idx="316">
                  <c:v>0.51548539720893882</c:v>
                </c:pt>
                <c:pt idx="317">
                  <c:v>0.51681756581413452</c:v>
                </c:pt>
                <c:pt idx="318">
                  <c:v>0.51732852763158843</c:v>
                </c:pt>
                <c:pt idx="319">
                  <c:v>0.51796790602173459</c:v>
                </c:pt>
                <c:pt idx="320">
                  <c:v>0.5187558812626536</c:v>
                </c:pt>
                <c:pt idx="321">
                  <c:v>0.51964169010882844</c:v>
                </c:pt>
                <c:pt idx="322">
                  <c:v>0.52023129569470106</c:v>
                </c:pt>
                <c:pt idx="323">
                  <c:v>0.52065171392297926</c:v>
                </c:pt>
                <c:pt idx="324">
                  <c:v>0.52168780522081304</c:v>
                </c:pt>
                <c:pt idx="325">
                  <c:v>0.52237803811855221</c:v>
                </c:pt>
                <c:pt idx="326">
                  <c:v>0.51738800092011072</c:v>
                </c:pt>
                <c:pt idx="327">
                  <c:v>0.51949747557172932</c:v>
                </c:pt>
                <c:pt idx="328">
                  <c:v>0.51879022769741845</c:v>
                </c:pt>
                <c:pt idx="329">
                  <c:v>0.52139726556039478</c:v>
                </c:pt>
                <c:pt idx="330">
                  <c:v>0.5218320652659505</c:v>
                </c:pt>
                <c:pt idx="331">
                  <c:v>0.52286879524832686</c:v>
                </c:pt>
                <c:pt idx="332">
                  <c:v>0.52285885951496625</c:v>
                </c:pt>
                <c:pt idx="333">
                  <c:v>0.52388563189466386</c:v>
                </c:pt>
                <c:pt idx="334">
                  <c:v>0.52492730242867502</c:v>
                </c:pt>
                <c:pt idx="335">
                  <c:v>0.52564318938222765</c:v>
                </c:pt>
                <c:pt idx="336">
                  <c:v>0.52772717188897034</c:v>
                </c:pt>
                <c:pt idx="337">
                  <c:v>0.52566326633132177</c:v>
                </c:pt>
                <c:pt idx="338">
                  <c:v>0.52708810393286565</c:v>
                </c:pt>
                <c:pt idx="339">
                  <c:v>0.52696088211430769</c:v>
                </c:pt>
                <c:pt idx="340">
                  <c:v>0.52711013221704017</c:v>
                </c:pt>
                <c:pt idx="341">
                  <c:v>0.52811096433289306</c:v>
                </c:pt>
                <c:pt idx="342">
                  <c:v>0.52770928653366911</c:v>
                </c:pt>
                <c:pt idx="343">
                  <c:v>0.52806553112662824</c:v>
                </c:pt>
                <c:pt idx="344">
                  <c:v>0.52894953966237557</c:v>
                </c:pt>
                <c:pt idx="345">
                  <c:v>0.52950884906681972</c:v>
                </c:pt>
                <c:pt idx="346">
                  <c:v>0.53048181883195822</c:v>
                </c:pt>
                <c:pt idx="347">
                  <c:v>0.53092977160549815</c:v>
                </c:pt>
                <c:pt idx="348">
                  <c:v>0.53225140349745104</c:v>
                </c:pt>
                <c:pt idx="349">
                  <c:v>0.53144119427592507</c:v>
                </c:pt>
                <c:pt idx="350">
                  <c:v>0.53252698009154931</c:v>
                </c:pt>
                <c:pt idx="351">
                  <c:v>0.53309225895228651</c:v>
                </c:pt>
                <c:pt idx="352">
                  <c:v>0.53410961526191547</c:v>
                </c:pt>
                <c:pt idx="353">
                  <c:v>0.53433997786569298</c:v>
                </c:pt>
                <c:pt idx="354">
                  <c:v>0.53549708603643886</c:v>
                </c:pt>
                <c:pt idx="355">
                  <c:v>0.5359494470774091</c:v>
                </c:pt>
                <c:pt idx="356">
                  <c:v>0.53655754749677054</c:v>
                </c:pt>
                <c:pt idx="357">
                  <c:v>0.53720082919781387</c:v>
                </c:pt>
                <c:pt idx="358">
                  <c:v>0.53793440404900905</c:v>
                </c:pt>
                <c:pt idx="359">
                  <c:v>0.53826898467492745</c:v>
                </c:pt>
                <c:pt idx="360">
                  <c:v>0.53915619534843195</c:v>
                </c:pt>
                <c:pt idx="361">
                  <c:v>0.5392030967934045</c:v>
                </c:pt>
                <c:pt idx="362">
                  <c:v>0.54000692760651203</c:v>
                </c:pt>
                <c:pt idx="363">
                  <c:v>0.54061369058995434</c:v>
                </c:pt>
                <c:pt idx="364">
                  <c:v>0.54179285095613394</c:v>
                </c:pt>
                <c:pt idx="365">
                  <c:v>0.54204583703069065</c:v>
                </c:pt>
                <c:pt idx="366">
                  <c:v>0.54138090937934746</c:v>
                </c:pt>
                <c:pt idx="367">
                  <c:v>0.53969074673349715</c:v>
                </c:pt>
                <c:pt idx="368">
                  <c:v>0.53973702724339523</c:v>
                </c:pt>
                <c:pt idx="369">
                  <c:v>0.54007754798357088</c:v>
                </c:pt>
                <c:pt idx="370">
                  <c:v>0.54057867885615041</c:v>
                </c:pt>
                <c:pt idx="371">
                  <c:v>0.54133692540831801</c:v>
                </c:pt>
                <c:pt idx="372">
                  <c:v>0.54174008942592389</c:v>
                </c:pt>
                <c:pt idx="373">
                  <c:v>0.54240348171263919</c:v>
                </c:pt>
                <c:pt idx="374">
                  <c:v>0.5428782402086596</c:v>
                </c:pt>
                <c:pt idx="375">
                  <c:v>0.54124008095483978</c:v>
                </c:pt>
                <c:pt idx="376">
                  <c:v>0.54006106797954934</c:v>
                </c:pt>
                <c:pt idx="377">
                  <c:v>0.53915932859604798</c:v>
                </c:pt>
                <c:pt idx="378">
                  <c:v>0.53908157561850967</c:v>
                </c:pt>
                <c:pt idx="379">
                  <c:v>0.53972631677776739</c:v>
                </c:pt>
                <c:pt idx="380">
                  <c:v>0.53951489675602571</c:v>
                </c:pt>
                <c:pt idx="381">
                  <c:v>0.54019163061185171</c:v>
                </c:pt>
                <c:pt idx="382">
                  <c:v>0.54095744990595529</c:v>
                </c:pt>
                <c:pt idx="383">
                  <c:v>0.54144503031288482</c:v>
                </c:pt>
                <c:pt idx="384">
                  <c:v>0.5416688385777747</c:v>
                </c:pt>
                <c:pt idx="385">
                  <c:v>0.54219623792577532</c:v>
                </c:pt>
                <c:pt idx="386">
                  <c:v>0.5428652099755682</c:v>
                </c:pt>
                <c:pt idx="387">
                  <c:v>0.54336236413355699</c:v>
                </c:pt>
                <c:pt idx="388">
                  <c:v>0.54374463212138557</c:v>
                </c:pt>
                <c:pt idx="389">
                  <c:v>0.54384551200722375</c:v>
                </c:pt>
                <c:pt idx="390">
                  <c:v>0.54474668247526103</c:v>
                </c:pt>
                <c:pt idx="391">
                  <c:v>0.544990565394321</c:v>
                </c:pt>
                <c:pt idx="392">
                  <c:v>0.54572876858351382</c:v>
                </c:pt>
                <c:pt idx="393">
                  <c:v>0.54592733706804453</c:v>
                </c:pt>
                <c:pt idx="394">
                  <c:v>0.54787135155233313</c:v>
                </c:pt>
                <c:pt idx="395">
                  <c:v>0.54713503916214368</c:v>
                </c:pt>
                <c:pt idx="396">
                  <c:v>0.54553961672083384</c:v>
                </c:pt>
                <c:pt idx="397">
                  <c:v>0.54563862754091763</c:v>
                </c:pt>
                <c:pt idx="398">
                  <c:v>0.54718569819443053</c:v>
                </c:pt>
                <c:pt idx="399">
                  <c:v>0.54667971356135747</c:v>
                </c:pt>
                <c:pt idx="400">
                  <c:v>0.54738139385124407</c:v>
                </c:pt>
                <c:pt idx="401">
                  <c:v>0.54783571349496296</c:v>
                </c:pt>
                <c:pt idx="402">
                  <c:v>0.54824922276645438</c:v>
                </c:pt>
                <c:pt idx="403">
                  <c:v>0.54821714644337649</c:v>
                </c:pt>
                <c:pt idx="404">
                  <c:v>0.54929631581258509</c:v>
                </c:pt>
                <c:pt idx="405">
                  <c:v>0.54988891685727725</c:v>
                </c:pt>
                <c:pt idx="406">
                  <c:v>0.54955846029421407</c:v>
                </c:pt>
                <c:pt idx="407">
                  <c:v>0.54991741754018741</c:v>
                </c:pt>
                <c:pt idx="408">
                  <c:v>0.55036643977121968</c:v>
                </c:pt>
                <c:pt idx="409">
                  <c:v>0.55089119215924365</c:v>
                </c:pt>
                <c:pt idx="410">
                  <c:v>0.55175079606212807</c:v>
                </c:pt>
                <c:pt idx="411">
                  <c:v>0.55187136333703968</c:v>
                </c:pt>
                <c:pt idx="412">
                  <c:v>0.55265111974430436</c:v>
                </c:pt>
                <c:pt idx="413">
                  <c:v>0.55218414014586004</c:v>
                </c:pt>
                <c:pt idx="414">
                  <c:v>0.55372360926726916</c:v>
                </c:pt>
                <c:pt idx="415">
                  <c:v>0.5540239964069551</c:v>
                </c:pt>
                <c:pt idx="416">
                  <c:v>0.55418351344719807</c:v>
                </c:pt>
                <c:pt idx="417">
                  <c:v>0.55627358239889468</c:v>
                </c:pt>
                <c:pt idx="418">
                  <c:v>0.5554004638598018</c:v>
                </c:pt>
                <c:pt idx="419">
                  <c:v>0.55527456073985115</c:v>
                </c:pt>
                <c:pt idx="420">
                  <c:v>0.55661577944057494</c:v>
                </c:pt>
                <c:pt idx="421">
                  <c:v>0.55712562104520003</c:v>
                </c:pt>
                <c:pt idx="422">
                  <c:v>0.55794913269298441</c:v>
                </c:pt>
                <c:pt idx="423">
                  <c:v>0.55799238396547124</c:v>
                </c:pt>
                <c:pt idx="424">
                  <c:v>0.55849782334895925</c:v>
                </c:pt>
                <c:pt idx="425">
                  <c:v>0.55874355368026252</c:v>
                </c:pt>
                <c:pt idx="426">
                  <c:v>0.55947102213951161</c:v>
                </c:pt>
                <c:pt idx="427">
                  <c:v>0.55986253155502108</c:v>
                </c:pt>
                <c:pt idx="428">
                  <c:v>0.560004347578554</c:v>
                </c:pt>
                <c:pt idx="429">
                  <c:v>0.560340022296544</c:v>
                </c:pt>
                <c:pt idx="430">
                  <c:v>0.56088167602885375</c:v>
                </c:pt>
                <c:pt idx="431">
                  <c:v>0.56137368591340242</c:v>
                </c:pt>
                <c:pt idx="432">
                  <c:v>0.56218143444785396</c:v>
                </c:pt>
                <c:pt idx="433">
                  <c:v>0.55729496962134084</c:v>
                </c:pt>
                <c:pt idx="434">
                  <c:v>0.56118167124698548</c:v>
                </c:pt>
                <c:pt idx="435">
                  <c:v>0.55749403620494087</c:v>
                </c:pt>
                <c:pt idx="436">
                  <c:v>0.56030835952933533</c:v>
                </c:pt>
                <c:pt idx="437">
                  <c:v>0.56068881386131597</c:v>
                </c:pt>
                <c:pt idx="438">
                  <c:v>0.56079538567214837</c:v>
                </c:pt>
                <c:pt idx="439">
                  <c:v>0.56080168521206264</c:v>
                </c:pt>
                <c:pt idx="440">
                  <c:v>0.56073878150330869</c:v>
                </c:pt>
                <c:pt idx="441">
                  <c:v>0.56047077718386906</c:v>
                </c:pt>
                <c:pt idx="442">
                  <c:v>0.56129578339502062</c:v>
                </c:pt>
                <c:pt idx="443">
                  <c:v>0.56144943028837757</c:v>
                </c:pt>
                <c:pt idx="444">
                  <c:v>0.56160182701225669</c:v>
                </c:pt>
                <c:pt idx="445">
                  <c:v>0.56252799203782045</c:v>
                </c:pt>
                <c:pt idx="446">
                  <c:v>0.56264082025628048</c:v>
                </c:pt>
                <c:pt idx="447">
                  <c:v>0.56300990099009895</c:v>
                </c:pt>
                <c:pt idx="448">
                  <c:v>0.55880943796027838</c:v>
                </c:pt>
                <c:pt idx="449">
                  <c:v>0.56171171615371718</c:v>
                </c:pt>
                <c:pt idx="450">
                  <c:v>0.56110493541754791</c:v>
                </c:pt>
                <c:pt idx="451">
                  <c:v>0.56072504883723207</c:v>
                </c:pt>
                <c:pt idx="452">
                  <c:v>0.56169449846431185</c:v>
                </c:pt>
                <c:pt idx="453">
                  <c:v>0.56107223481824997</c:v>
                </c:pt>
                <c:pt idx="454">
                  <c:v>0.5622601154375787</c:v>
                </c:pt>
                <c:pt idx="455">
                  <c:v>0.56205080696279675</c:v>
                </c:pt>
                <c:pt idx="456">
                  <c:v>0.5626737562455042</c:v>
                </c:pt>
                <c:pt idx="457">
                  <c:v>0.56279658796471521</c:v>
                </c:pt>
                <c:pt idx="458">
                  <c:v>0.56347950627319487</c:v>
                </c:pt>
                <c:pt idx="459">
                  <c:v>0.56370820492508045</c:v>
                </c:pt>
                <c:pt idx="460">
                  <c:v>0.5644048192771085</c:v>
                </c:pt>
                <c:pt idx="461">
                  <c:v>0.56509186099107855</c:v>
                </c:pt>
                <c:pt idx="462">
                  <c:v>0.56531839628301672</c:v>
                </c:pt>
                <c:pt idx="463">
                  <c:v>0.56572298879751715</c:v>
                </c:pt>
                <c:pt idx="464">
                  <c:v>0.56637887349530069</c:v>
                </c:pt>
                <c:pt idx="465">
                  <c:v>0.56673837450571674</c:v>
                </c:pt>
                <c:pt idx="466">
                  <c:v>0.56758519562381571</c:v>
                </c:pt>
                <c:pt idx="467">
                  <c:v>0.5678941967848592</c:v>
                </c:pt>
                <c:pt idx="468">
                  <c:v>0.56829191987182526</c:v>
                </c:pt>
                <c:pt idx="469">
                  <c:v>0.5686427567805391</c:v>
                </c:pt>
                <c:pt idx="470">
                  <c:v>0.56897976140456896</c:v>
                </c:pt>
                <c:pt idx="471">
                  <c:v>0.56931637744596841</c:v>
                </c:pt>
                <c:pt idx="472">
                  <c:v>0.56971839926273171</c:v>
                </c:pt>
                <c:pt idx="473">
                  <c:v>0.56989459259050679</c:v>
                </c:pt>
                <c:pt idx="474">
                  <c:v>0.5701898212344938</c:v>
                </c:pt>
                <c:pt idx="475">
                  <c:v>0.57060161933105646</c:v>
                </c:pt>
                <c:pt idx="476">
                  <c:v>0.57114940652473023</c:v>
                </c:pt>
                <c:pt idx="477">
                  <c:v>0.5713780277179048</c:v>
                </c:pt>
                <c:pt idx="478">
                  <c:v>0.57164574616457464</c:v>
                </c:pt>
                <c:pt idx="479">
                  <c:v>0.57222387035766609</c:v>
                </c:pt>
                <c:pt idx="480">
                  <c:v>0.57259383120342022</c:v>
                </c:pt>
                <c:pt idx="481">
                  <c:v>0.57316216565925426</c:v>
                </c:pt>
                <c:pt idx="482">
                  <c:v>0.5739218955844011</c:v>
                </c:pt>
                <c:pt idx="483">
                  <c:v>0.57436369494177753</c:v>
                </c:pt>
                <c:pt idx="484">
                  <c:v>0.57463745162578672</c:v>
                </c:pt>
                <c:pt idx="485">
                  <c:v>0.57446047126183664</c:v>
                </c:pt>
                <c:pt idx="486">
                  <c:v>0.57512066012766627</c:v>
                </c:pt>
                <c:pt idx="487">
                  <c:v>0.57596553189350719</c:v>
                </c:pt>
                <c:pt idx="488">
                  <c:v>0.57602758758922912</c:v>
                </c:pt>
                <c:pt idx="489">
                  <c:v>0.57595999399363873</c:v>
                </c:pt>
                <c:pt idx="490">
                  <c:v>0.57657403958831066</c:v>
                </c:pt>
                <c:pt idx="491">
                  <c:v>0.57674667343461083</c:v>
                </c:pt>
                <c:pt idx="492">
                  <c:v>0.57569318546582338</c:v>
                </c:pt>
                <c:pt idx="493">
                  <c:v>0.57644781357986719</c:v>
                </c:pt>
                <c:pt idx="494">
                  <c:v>0.5766526464004621</c:v>
                </c:pt>
                <c:pt idx="495">
                  <c:v>0.57732121299482875</c:v>
                </c:pt>
                <c:pt idx="496">
                  <c:v>0.57764271135846657</c:v>
                </c:pt>
                <c:pt idx="497">
                  <c:v>0.57799036205012444</c:v>
                </c:pt>
                <c:pt idx="498">
                  <c:v>0.57510614525139658</c:v>
                </c:pt>
                <c:pt idx="499">
                  <c:v>0.5769982507496787</c:v>
                </c:pt>
                <c:pt idx="500">
                  <c:v>0.57681190403021432</c:v>
                </c:pt>
                <c:pt idx="501">
                  <c:v>0.57649788635666555</c:v>
                </c:pt>
                <c:pt idx="502">
                  <c:v>0.57626877926458508</c:v>
                </c:pt>
                <c:pt idx="503">
                  <c:v>0.57643269776013595</c:v>
                </c:pt>
                <c:pt idx="504">
                  <c:v>0.57683019602292829</c:v>
                </c:pt>
                <c:pt idx="505">
                  <c:v>0.57708109921049966</c:v>
                </c:pt>
                <c:pt idx="506">
                  <c:v>0.5772397137115256</c:v>
                </c:pt>
                <c:pt idx="507">
                  <c:v>0.57758503147033091</c:v>
                </c:pt>
                <c:pt idx="508">
                  <c:v>0.57724230254350739</c:v>
                </c:pt>
                <c:pt idx="509">
                  <c:v>0.57744792808594603</c:v>
                </c:pt>
                <c:pt idx="510">
                  <c:v>0.57747575874260515</c:v>
                </c:pt>
                <c:pt idx="511">
                  <c:v>0.57778680008032768</c:v>
                </c:pt>
                <c:pt idx="512">
                  <c:v>0.57871167007183522</c:v>
                </c:pt>
                <c:pt idx="513">
                  <c:v>0.5779681219440046</c:v>
                </c:pt>
                <c:pt idx="514">
                  <c:v>0.57871206333773173</c:v>
                </c:pt>
                <c:pt idx="515">
                  <c:v>0.57725955101457194</c:v>
                </c:pt>
                <c:pt idx="516">
                  <c:v>0.57667817315095993</c:v>
                </c:pt>
                <c:pt idx="517">
                  <c:v>0.57666318145290207</c:v>
                </c:pt>
                <c:pt idx="518">
                  <c:v>0.5771451487018503</c:v>
                </c:pt>
                <c:pt idx="519">
                  <c:v>0.57736368722296338</c:v>
                </c:pt>
                <c:pt idx="520">
                  <c:v>0.5773874296233531</c:v>
                </c:pt>
                <c:pt idx="521">
                  <c:v>0.57760445060676435</c:v>
                </c:pt>
                <c:pt idx="522">
                  <c:v>0.57802831155576317</c:v>
                </c:pt>
                <c:pt idx="523">
                  <c:v>0.57906599775031975</c:v>
                </c:pt>
                <c:pt idx="524">
                  <c:v>0.57886792775535334</c:v>
                </c:pt>
                <c:pt idx="525">
                  <c:v>0.57957317593271818</c:v>
                </c:pt>
                <c:pt idx="526">
                  <c:v>0.57983046515590397</c:v>
                </c:pt>
                <c:pt idx="527">
                  <c:v>0.58028868222853169</c:v>
                </c:pt>
                <c:pt idx="528">
                  <c:v>0.58100577627440919</c:v>
                </c:pt>
                <c:pt idx="529">
                  <c:v>0.58145201961341064</c:v>
                </c:pt>
                <c:pt idx="530">
                  <c:v>0.58207881665016548</c:v>
                </c:pt>
                <c:pt idx="531">
                  <c:v>0.58248589479374313</c:v>
                </c:pt>
                <c:pt idx="532">
                  <c:v>0.58248526597134986</c:v>
                </c:pt>
                <c:pt idx="533">
                  <c:v>0.58303946404975726</c:v>
                </c:pt>
                <c:pt idx="534">
                  <c:v>0.58361100723142667</c:v>
                </c:pt>
                <c:pt idx="535">
                  <c:v>0.58373665271475184</c:v>
                </c:pt>
                <c:pt idx="536">
                  <c:v>0.58422782954664432</c:v>
                </c:pt>
                <c:pt idx="537">
                  <c:v>0.58455865445317301</c:v>
                </c:pt>
                <c:pt idx="538">
                  <c:v>0.58513942227416937</c:v>
                </c:pt>
                <c:pt idx="539">
                  <c:v>0.58534969478530807</c:v>
                </c:pt>
                <c:pt idx="540">
                  <c:v>0.58579167672195009</c:v>
                </c:pt>
                <c:pt idx="541">
                  <c:v>0.58613732319814671</c:v>
                </c:pt>
                <c:pt idx="542">
                  <c:v>0.58653630775101839</c:v>
                </c:pt>
                <c:pt idx="543">
                  <c:v>0.58650815318557492</c:v>
                </c:pt>
                <c:pt idx="544">
                  <c:v>0.58756644459955631</c:v>
                </c:pt>
                <c:pt idx="545">
                  <c:v>0.58801226168717846</c:v>
                </c:pt>
                <c:pt idx="546">
                  <c:v>0.58836462450592886</c:v>
                </c:pt>
                <c:pt idx="547">
                  <c:v>0.58838052904662319</c:v>
                </c:pt>
                <c:pt idx="548">
                  <c:v>0.58882477983601578</c:v>
                </c:pt>
                <c:pt idx="549">
                  <c:v>0.58939043968285176</c:v>
                </c:pt>
                <c:pt idx="550">
                  <c:v>0.58958986795130275</c:v>
                </c:pt>
                <c:pt idx="551">
                  <c:v>0.58818100138854856</c:v>
                </c:pt>
                <c:pt idx="552">
                  <c:v>0.5901038758868572</c:v>
                </c:pt>
                <c:pt idx="553">
                  <c:v>0.59062937518314718</c:v>
                </c:pt>
                <c:pt idx="554">
                  <c:v>0.59047560975609759</c:v>
                </c:pt>
                <c:pt idx="555">
                  <c:v>0.5906517365415489</c:v>
                </c:pt>
                <c:pt idx="556">
                  <c:v>0.59106458176276511</c:v>
                </c:pt>
                <c:pt idx="557">
                  <c:v>0.59231660669713759</c:v>
                </c:pt>
                <c:pt idx="558">
                  <c:v>0.59140489450248124</c:v>
                </c:pt>
                <c:pt idx="559">
                  <c:v>0.59224289025838195</c:v>
                </c:pt>
                <c:pt idx="560">
                  <c:v>0.59209598310542577</c:v>
                </c:pt>
                <c:pt idx="561">
                  <c:v>0.59308600472889283</c:v>
                </c:pt>
                <c:pt idx="562">
                  <c:v>0.5930551654964894</c:v>
                </c:pt>
                <c:pt idx="563">
                  <c:v>0.59155770278498865</c:v>
                </c:pt>
                <c:pt idx="564">
                  <c:v>0.58977128615035035</c:v>
                </c:pt>
                <c:pt idx="565">
                  <c:v>0.59041289039251954</c:v>
                </c:pt>
                <c:pt idx="566">
                  <c:v>0.59006424187804807</c:v>
                </c:pt>
                <c:pt idx="567">
                  <c:v>0.58922874088354427</c:v>
                </c:pt>
                <c:pt idx="568">
                  <c:v>0.58976225712512531</c:v>
                </c:pt>
                <c:pt idx="569">
                  <c:v>0.58998748932621081</c:v>
                </c:pt>
                <c:pt idx="570">
                  <c:v>0.59029573688302217</c:v>
                </c:pt>
                <c:pt idx="571">
                  <c:v>0.59037914729480345</c:v>
                </c:pt>
                <c:pt idx="572">
                  <c:v>0.59077698120519284</c:v>
                </c:pt>
                <c:pt idx="573">
                  <c:v>0.59065532734781545</c:v>
                </c:pt>
                <c:pt idx="574">
                  <c:v>0.59113150932311331</c:v>
                </c:pt>
                <c:pt idx="575">
                  <c:v>0.59153287890780359</c:v>
                </c:pt>
                <c:pt idx="576">
                  <c:v>0.59179125595434601</c:v>
                </c:pt>
                <c:pt idx="577">
                  <c:v>0.59202481656215311</c:v>
                </c:pt>
                <c:pt idx="578">
                  <c:v>0.59073712902695197</c:v>
                </c:pt>
                <c:pt idx="579">
                  <c:v>0.59043622454965705</c:v>
                </c:pt>
                <c:pt idx="580">
                  <c:v>0.58985095147329936</c:v>
                </c:pt>
                <c:pt idx="581">
                  <c:v>0.58974538987175884</c:v>
                </c:pt>
                <c:pt idx="582">
                  <c:v>0.58935939957334837</c:v>
                </c:pt>
                <c:pt idx="583">
                  <c:v>0.58910221005219798</c:v>
                </c:pt>
                <c:pt idx="584">
                  <c:v>0.58938089540178096</c:v>
                </c:pt>
                <c:pt idx="585">
                  <c:v>0.58993762896994695</c:v>
                </c:pt>
                <c:pt idx="586">
                  <c:v>0.5897451778103795</c:v>
                </c:pt>
                <c:pt idx="587">
                  <c:v>0.59029716291765577</c:v>
                </c:pt>
                <c:pt idx="588">
                  <c:v>0.59058151429178007</c:v>
                </c:pt>
                <c:pt idx="589">
                  <c:v>0.59099916723212631</c:v>
                </c:pt>
                <c:pt idx="590">
                  <c:v>0.59114923526895646</c:v>
                </c:pt>
                <c:pt idx="591">
                  <c:v>0.59200135400759324</c:v>
                </c:pt>
                <c:pt idx="592">
                  <c:v>0.59188288502737441</c:v>
                </c:pt>
                <c:pt idx="593">
                  <c:v>0.59190293957497719</c:v>
                </c:pt>
                <c:pt idx="594">
                  <c:v>0.59249786544860039</c:v>
                </c:pt>
                <c:pt idx="595">
                  <c:v>0.59270956000428221</c:v>
                </c:pt>
                <c:pt idx="596">
                  <c:v>0.59316162935465888</c:v>
                </c:pt>
                <c:pt idx="597">
                  <c:v>0.5932415376226412</c:v>
                </c:pt>
                <c:pt idx="598">
                  <c:v>0.59377748670167196</c:v>
                </c:pt>
                <c:pt idx="599">
                  <c:v>0.5939669883208738</c:v>
                </c:pt>
                <c:pt idx="600">
                  <c:v>0.59405271371992086</c:v>
                </c:pt>
                <c:pt idx="601">
                  <c:v>0.59408426770243827</c:v>
                </c:pt>
                <c:pt idx="602">
                  <c:v>0.59453633477546008</c:v>
                </c:pt>
                <c:pt idx="603">
                  <c:v>0.59454991810502977</c:v>
                </c:pt>
                <c:pt idx="604">
                  <c:v>0.59514841498014703</c:v>
                </c:pt>
                <c:pt idx="605">
                  <c:v>0.59549048603461541</c:v>
                </c:pt>
                <c:pt idx="606">
                  <c:v>0.59565412270756679</c:v>
                </c:pt>
                <c:pt idx="607">
                  <c:v>0.59627104871111913</c:v>
                </c:pt>
                <c:pt idx="608">
                  <c:v>0.59641189924474869</c:v>
                </c:pt>
                <c:pt idx="609">
                  <c:v>0.59710167767984124</c:v>
                </c:pt>
                <c:pt idx="610">
                  <c:v>0.5967351036293691</c:v>
                </c:pt>
                <c:pt idx="611">
                  <c:v>0.5976681621061376</c:v>
                </c:pt>
                <c:pt idx="612">
                  <c:v>0.59716566642361701</c:v>
                </c:pt>
                <c:pt idx="613">
                  <c:v>0.59857874237745112</c:v>
                </c:pt>
                <c:pt idx="614">
                  <c:v>0.59733095620843613</c:v>
                </c:pt>
                <c:pt idx="615">
                  <c:v>0.59620258809713167</c:v>
                </c:pt>
                <c:pt idx="616">
                  <c:v>0.59761531080548347</c:v>
                </c:pt>
                <c:pt idx="617">
                  <c:v>0.59886500621279282</c:v>
                </c:pt>
                <c:pt idx="618">
                  <c:v>0.59856069276383284</c:v>
                </c:pt>
                <c:pt idx="619">
                  <c:v>0.59872925311203318</c:v>
                </c:pt>
                <c:pt idx="620">
                  <c:v>0.59941616628175509</c:v>
                </c:pt>
                <c:pt idx="621">
                  <c:v>0.59883360401594565</c:v>
                </c:pt>
                <c:pt idx="622">
                  <c:v>0.59926471942562654</c:v>
                </c:pt>
                <c:pt idx="623">
                  <c:v>0.60069568549709462</c:v>
                </c:pt>
                <c:pt idx="624">
                  <c:v>0.60067223924067847</c:v>
                </c:pt>
                <c:pt idx="625">
                  <c:v>0.60111036400980289</c:v>
                </c:pt>
                <c:pt idx="626">
                  <c:v>0.60098028784949353</c:v>
                </c:pt>
                <c:pt idx="627">
                  <c:v>0.60148866650060806</c:v>
                </c:pt>
                <c:pt idx="628">
                  <c:v>0.60168561520565389</c:v>
                </c:pt>
                <c:pt idx="629">
                  <c:v>0.60195359303311036</c:v>
                </c:pt>
                <c:pt idx="630">
                  <c:v>0.60224263337978123</c:v>
                </c:pt>
                <c:pt idx="631">
                  <c:v>0.60257951688709144</c:v>
                </c:pt>
                <c:pt idx="632">
                  <c:v>0.60266556056454867</c:v>
                </c:pt>
                <c:pt idx="633">
                  <c:v>0.6029926346885458</c:v>
                </c:pt>
                <c:pt idx="634">
                  <c:v>0.60328790985465708</c:v>
                </c:pt>
                <c:pt idx="635">
                  <c:v>0.60368585097129601</c:v>
                </c:pt>
                <c:pt idx="636">
                  <c:v>0.60421838922385407</c:v>
                </c:pt>
                <c:pt idx="637">
                  <c:v>0.60460376540310046</c:v>
                </c:pt>
                <c:pt idx="638">
                  <c:v>0.60494877777016531</c:v>
                </c:pt>
                <c:pt idx="639">
                  <c:v>0.60386701334620185</c:v>
                </c:pt>
                <c:pt idx="640">
                  <c:v>0.60227771265004348</c:v>
                </c:pt>
                <c:pt idx="641">
                  <c:v>0.60023061338850814</c:v>
                </c:pt>
                <c:pt idx="642">
                  <c:v>0.60107195901586419</c:v>
                </c:pt>
                <c:pt idx="643">
                  <c:v>0.60179331699135596</c:v>
                </c:pt>
                <c:pt idx="644">
                  <c:v>0.601197591931108</c:v>
                </c:pt>
                <c:pt idx="645">
                  <c:v>0.60162528959185435</c:v>
                </c:pt>
                <c:pt idx="646">
                  <c:v>0.60207496294709018</c:v>
                </c:pt>
                <c:pt idx="647">
                  <c:v>0.60195058239122989</c:v>
                </c:pt>
                <c:pt idx="648">
                  <c:v>0.60191045371494922</c:v>
                </c:pt>
                <c:pt idx="649">
                  <c:v>0.60258676178249726</c:v>
                </c:pt>
                <c:pt idx="650">
                  <c:v>0.60284738728943943</c:v>
                </c:pt>
                <c:pt idx="651">
                  <c:v>0.60312729517706787</c:v>
                </c:pt>
                <c:pt idx="652">
                  <c:v>0.60261346980349295</c:v>
                </c:pt>
                <c:pt idx="653">
                  <c:v>0.60315222281659508</c:v>
                </c:pt>
                <c:pt idx="654">
                  <c:v>0.60335405001008124</c:v>
                </c:pt>
                <c:pt idx="655">
                  <c:v>0.60360134387994113</c:v>
                </c:pt>
                <c:pt idx="656">
                  <c:v>0.60384941076847076</c:v>
                </c:pt>
                <c:pt idx="657">
                  <c:v>0.60393423888314746</c:v>
                </c:pt>
                <c:pt idx="658">
                  <c:v>0.60484581187428221</c:v>
                </c:pt>
                <c:pt idx="659">
                  <c:v>0.60442987900290801</c:v>
                </c:pt>
                <c:pt idx="660">
                  <c:v>0.60472533880384161</c:v>
                </c:pt>
                <c:pt idx="661">
                  <c:v>0.60495794102268075</c:v>
                </c:pt>
                <c:pt idx="662">
                  <c:v>0.60524858392686898</c:v>
                </c:pt>
                <c:pt idx="663">
                  <c:v>0.60521451775512491</c:v>
                </c:pt>
                <c:pt idx="664">
                  <c:v>0.60585557233971132</c:v>
                </c:pt>
                <c:pt idx="665">
                  <c:v>0.60599446857845252</c:v>
                </c:pt>
                <c:pt idx="666">
                  <c:v>0.60653015662608578</c:v>
                </c:pt>
                <c:pt idx="667">
                  <c:v>0.60641970148213942</c:v>
                </c:pt>
                <c:pt idx="668">
                  <c:v>0.6072417680296156</c:v>
                </c:pt>
                <c:pt idx="669">
                  <c:v>0.60708871147212629</c:v>
                </c:pt>
                <c:pt idx="670">
                  <c:v>0.60746994898012341</c:v>
                </c:pt>
                <c:pt idx="671">
                  <c:v>0.60779090136496872</c:v>
                </c:pt>
                <c:pt idx="672">
                  <c:v>0.60775942726056731</c:v>
                </c:pt>
                <c:pt idx="673">
                  <c:v>0.60821763264628126</c:v>
                </c:pt>
                <c:pt idx="674">
                  <c:v>0.60813417973612138</c:v>
                </c:pt>
                <c:pt idx="675">
                  <c:v>0.60810381611925468</c:v>
                </c:pt>
                <c:pt idx="676">
                  <c:v>0.60874779444199389</c:v>
                </c:pt>
                <c:pt idx="677">
                  <c:v>0.60750990727956944</c:v>
                </c:pt>
                <c:pt idx="678">
                  <c:v>0.60886872228524291</c:v>
                </c:pt>
                <c:pt idx="679">
                  <c:v>0.60850844487208122</c:v>
                </c:pt>
                <c:pt idx="680">
                  <c:v>0.60905125408942207</c:v>
                </c:pt>
                <c:pt idx="681">
                  <c:v>0.59955064953746351</c:v>
                </c:pt>
                <c:pt idx="682">
                  <c:v>0.60741845446584941</c:v>
                </c:pt>
                <c:pt idx="683">
                  <c:v>0.60628218226050601</c:v>
                </c:pt>
                <c:pt idx="684">
                  <c:v>0.60659083385378809</c:v>
                </c:pt>
                <c:pt idx="685">
                  <c:v>0.60650824015631244</c:v>
                </c:pt>
                <c:pt idx="686">
                  <c:v>0.60637021688455084</c:v>
                </c:pt>
                <c:pt idx="687">
                  <c:v>0.60631232063402363</c:v>
                </c:pt>
                <c:pt idx="688">
                  <c:v>0.60629501109664785</c:v>
                </c:pt>
                <c:pt idx="689">
                  <c:v>0.60693162758798647</c:v>
                </c:pt>
                <c:pt idx="690">
                  <c:v>0.60705079502903359</c:v>
                </c:pt>
                <c:pt idx="691">
                  <c:v>0.60706939610915511</c:v>
                </c:pt>
                <c:pt idx="692">
                  <c:v>0.60711553952062169</c:v>
                </c:pt>
                <c:pt idx="693">
                  <c:v>0.60761517761761163</c:v>
                </c:pt>
                <c:pt idx="694">
                  <c:v>0.60801236722280916</c:v>
                </c:pt>
                <c:pt idx="695">
                  <c:v>0.60772230205150002</c:v>
                </c:pt>
                <c:pt idx="696">
                  <c:v>0.60804016713842834</c:v>
                </c:pt>
                <c:pt idx="697">
                  <c:v>0.6079537422842104</c:v>
                </c:pt>
                <c:pt idx="698">
                  <c:v>0.60807666442501673</c:v>
                </c:pt>
                <c:pt idx="699">
                  <c:v>0.60799274607918863</c:v>
                </c:pt>
                <c:pt idx="700">
                  <c:v>0.6082996155162349</c:v>
                </c:pt>
                <c:pt idx="701">
                  <c:v>0.60820216548428496</c:v>
                </c:pt>
                <c:pt idx="702">
                  <c:v>0.60823492779874044</c:v>
                </c:pt>
                <c:pt idx="703">
                  <c:v>0.60800938819588168</c:v>
                </c:pt>
                <c:pt idx="704">
                  <c:v>0.60832175585775727</c:v>
                </c:pt>
                <c:pt idx="705">
                  <c:v>0.60801102483591218</c:v>
                </c:pt>
                <c:pt idx="706">
                  <c:v>0.60851005646024592</c:v>
                </c:pt>
                <c:pt idx="707">
                  <c:v>0.6077857860655792</c:v>
                </c:pt>
                <c:pt idx="708">
                  <c:v>0.60782964978915566</c:v>
                </c:pt>
                <c:pt idx="709">
                  <c:v>0.60908819331496655</c:v>
                </c:pt>
                <c:pt idx="710">
                  <c:v>0.60908185950824578</c:v>
                </c:pt>
                <c:pt idx="711">
                  <c:v>0.60871714072476979</c:v>
                </c:pt>
                <c:pt idx="712">
                  <c:v>0.60872979582099052</c:v>
                </c:pt>
                <c:pt idx="713">
                  <c:v>0.60933802239644619</c:v>
                </c:pt>
                <c:pt idx="714">
                  <c:v>0.60893321081266893</c:v>
                </c:pt>
                <c:pt idx="715">
                  <c:v>0.60851572588768787</c:v>
                </c:pt>
                <c:pt idx="716">
                  <c:v>0.61111717522533704</c:v>
                </c:pt>
                <c:pt idx="717">
                  <c:v>0.60849287195951751</c:v>
                </c:pt>
                <c:pt idx="718">
                  <c:v>0.60904207138928146</c:v>
                </c:pt>
                <c:pt idx="719">
                  <c:v>0.60947727997527612</c:v>
                </c:pt>
                <c:pt idx="720">
                  <c:v>0.60955409618486633</c:v>
                </c:pt>
                <c:pt idx="721">
                  <c:v>0.60937330559854874</c:v>
                </c:pt>
                <c:pt idx="722">
                  <c:v>0.60931749007607516</c:v>
                </c:pt>
                <c:pt idx="723">
                  <c:v>0.60964584480633577</c:v>
                </c:pt>
                <c:pt idx="724">
                  <c:v>0.61005535749945161</c:v>
                </c:pt>
                <c:pt idx="725">
                  <c:v>0.61033630101590253</c:v>
                </c:pt>
                <c:pt idx="726">
                  <c:v>0.61054650737216354</c:v>
                </c:pt>
                <c:pt idx="727">
                  <c:v>0.61067531085452764</c:v>
                </c:pt>
                <c:pt idx="728">
                  <c:v>0.61090694466636464</c:v>
                </c:pt>
                <c:pt idx="729">
                  <c:v>0.61162674065679268</c:v>
                </c:pt>
                <c:pt idx="730">
                  <c:v>0.61179783309083346</c:v>
                </c:pt>
                <c:pt idx="731">
                  <c:v>0.60796916418191316</c:v>
                </c:pt>
                <c:pt idx="732">
                  <c:v>0.60586730973055491</c:v>
                </c:pt>
                <c:pt idx="733">
                  <c:v>0.60996158405835599</c:v>
                </c:pt>
                <c:pt idx="734">
                  <c:v>0.60996535225210358</c:v>
                </c:pt>
                <c:pt idx="735">
                  <c:v>0.60962594499552347</c:v>
                </c:pt>
                <c:pt idx="736">
                  <c:v>0.60911172619605136</c:v>
                </c:pt>
                <c:pt idx="737">
                  <c:v>0.60965271639903751</c:v>
                </c:pt>
                <c:pt idx="738">
                  <c:v>0.60975625477386775</c:v>
                </c:pt>
                <c:pt idx="739">
                  <c:v>0.60967259891918346</c:v>
                </c:pt>
                <c:pt idx="740">
                  <c:v>0.60955594729528029</c:v>
                </c:pt>
                <c:pt idx="741">
                  <c:v>0.61001334469508173</c:v>
                </c:pt>
                <c:pt idx="742">
                  <c:v>0.61056653449133913</c:v>
                </c:pt>
                <c:pt idx="743">
                  <c:v>0.61009664954662401</c:v>
                </c:pt>
                <c:pt idx="744">
                  <c:v>0.61040982633171892</c:v>
                </c:pt>
                <c:pt idx="745">
                  <c:v>0.610222609207839</c:v>
                </c:pt>
                <c:pt idx="746">
                  <c:v>0.61118296782455572</c:v>
                </c:pt>
                <c:pt idx="747">
                  <c:v>0.61232020772443252</c:v>
                </c:pt>
                <c:pt idx="748">
                  <c:v>0.61186529423784231</c:v>
                </c:pt>
                <c:pt idx="749">
                  <c:v>0.6077646000822764</c:v>
                </c:pt>
                <c:pt idx="750">
                  <c:v>0.6060603163677617</c:v>
                </c:pt>
                <c:pt idx="751">
                  <c:v>0.608667137845186</c:v>
                </c:pt>
                <c:pt idx="752">
                  <c:v>0.610229720142903</c:v>
                </c:pt>
                <c:pt idx="753">
                  <c:v>0.61029278570679479</c:v>
                </c:pt>
                <c:pt idx="754">
                  <c:v>0.60967520585544377</c:v>
                </c:pt>
                <c:pt idx="755">
                  <c:v>0.61046611272272544</c:v>
                </c:pt>
                <c:pt idx="756">
                  <c:v>0.61073485182215492</c:v>
                </c:pt>
                <c:pt idx="757">
                  <c:v>0.61096875346435864</c:v>
                </c:pt>
                <c:pt idx="758">
                  <c:v>0.61129301154355953</c:v>
                </c:pt>
                <c:pt idx="759">
                  <c:v>0.61107386794839358</c:v>
                </c:pt>
                <c:pt idx="760">
                  <c:v>0.61136156137751507</c:v>
                </c:pt>
                <c:pt idx="761">
                  <c:v>0.61138182644482042</c:v>
                </c:pt>
                <c:pt idx="762">
                  <c:v>0.61164647490271995</c:v>
                </c:pt>
                <c:pt idx="763">
                  <c:v>0.61200636390844798</c:v>
                </c:pt>
                <c:pt idx="764">
                  <c:v>0.61238186980966958</c:v>
                </c:pt>
                <c:pt idx="765">
                  <c:v>0.61259031161241417</c:v>
                </c:pt>
                <c:pt idx="766">
                  <c:v>0.61321768305708801</c:v>
                </c:pt>
                <c:pt idx="767">
                  <c:v>0.61322976257009554</c:v>
                </c:pt>
                <c:pt idx="768">
                  <c:v>0.61343362232287368</c:v>
                </c:pt>
                <c:pt idx="769">
                  <c:v>0.61385487251299309</c:v>
                </c:pt>
                <c:pt idx="770">
                  <c:v>0.61395682282079211</c:v>
                </c:pt>
                <c:pt idx="771">
                  <c:v>0.6143286290953468</c:v>
                </c:pt>
                <c:pt idx="772">
                  <c:v>0.61443334427716023</c:v>
                </c:pt>
                <c:pt idx="773">
                  <c:v>0.61442463583854756</c:v>
                </c:pt>
                <c:pt idx="774">
                  <c:v>0.61489450660542777</c:v>
                </c:pt>
                <c:pt idx="775">
                  <c:v>0.61467827019009968</c:v>
                </c:pt>
                <c:pt idx="776">
                  <c:v>0.6164692980406451</c:v>
                </c:pt>
                <c:pt idx="777">
                  <c:v>0.61549402735155534</c:v>
                </c:pt>
                <c:pt idx="778">
                  <c:v>0.61592098882104984</c:v>
                </c:pt>
                <c:pt idx="779">
                  <c:v>0.61595634935431354</c:v>
                </c:pt>
                <c:pt idx="780">
                  <c:v>0.61658927320408929</c:v>
                </c:pt>
                <c:pt idx="781">
                  <c:v>0.61642327162638344</c:v>
                </c:pt>
                <c:pt idx="782">
                  <c:v>0.61603509998731398</c:v>
                </c:pt>
                <c:pt idx="783">
                  <c:v>0.6169100102612286</c:v>
                </c:pt>
                <c:pt idx="784">
                  <c:v>0.61704394223376358</c:v>
                </c:pt>
                <c:pt idx="785">
                  <c:v>0.61703722439511899</c:v>
                </c:pt>
                <c:pt idx="786">
                  <c:v>0.61660125358795626</c:v>
                </c:pt>
                <c:pt idx="787">
                  <c:v>0.61704703320262566</c:v>
                </c:pt>
                <c:pt idx="788">
                  <c:v>0.61742003562517889</c:v>
                </c:pt>
                <c:pt idx="789">
                  <c:v>0.61726015945316282</c:v>
                </c:pt>
                <c:pt idx="790">
                  <c:v>0.61752082962380805</c:v>
                </c:pt>
                <c:pt idx="791">
                  <c:v>0.61752946515079044</c:v>
                </c:pt>
                <c:pt idx="792">
                  <c:v>0.6173341255451561</c:v>
                </c:pt>
                <c:pt idx="793">
                  <c:v>0.61731767527370507</c:v>
                </c:pt>
                <c:pt idx="794">
                  <c:v>0.61732307043570456</c:v>
                </c:pt>
                <c:pt idx="795">
                  <c:v>0.61737864433266598</c:v>
                </c:pt>
                <c:pt idx="796">
                  <c:v>0.61746838298274442</c:v>
                </c:pt>
                <c:pt idx="797">
                  <c:v>0.61746114873093971</c:v>
                </c:pt>
                <c:pt idx="798">
                  <c:v>0.61746423705722064</c:v>
                </c:pt>
                <c:pt idx="799">
                  <c:v>0.61743771701454819</c:v>
                </c:pt>
                <c:pt idx="800">
                  <c:v>0.61750527130136679</c:v>
                </c:pt>
                <c:pt idx="801">
                  <c:v>0.61757165455504182</c:v>
                </c:pt>
                <c:pt idx="802">
                  <c:v>0.61782839916097376</c:v>
                </c:pt>
                <c:pt idx="803">
                  <c:v>0.61774746091210631</c:v>
                </c:pt>
                <c:pt idx="804">
                  <c:v>0.61788379788416026</c:v>
                </c:pt>
                <c:pt idx="805">
                  <c:v>0.61791286091772335</c:v>
                </c:pt>
                <c:pt idx="806">
                  <c:v>0.6167317812271258</c:v>
                </c:pt>
                <c:pt idx="807">
                  <c:v>0.61846817834333556</c:v>
                </c:pt>
                <c:pt idx="808">
                  <c:v>0.61782266413077491</c:v>
                </c:pt>
                <c:pt idx="809">
                  <c:v>0.61676411266117603</c:v>
                </c:pt>
                <c:pt idx="810">
                  <c:v>0.61822532893749127</c:v>
                </c:pt>
                <c:pt idx="811">
                  <c:v>0.61851304214816794</c:v>
                </c:pt>
                <c:pt idx="812">
                  <c:v>0.61825128960061282</c:v>
                </c:pt>
                <c:pt idx="813">
                  <c:v>0.61882777341451989</c:v>
                </c:pt>
                <c:pt idx="814">
                  <c:v>0.61898753810452722</c:v>
                </c:pt>
                <c:pt idx="815">
                  <c:v>0.61753493144964033</c:v>
                </c:pt>
                <c:pt idx="816">
                  <c:v>0.61858216970998936</c:v>
                </c:pt>
                <c:pt idx="817">
                  <c:v>0.61914473625447708</c:v>
                </c:pt>
                <c:pt idx="818">
                  <c:v>0.61989190025774887</c:v>
                </c:pt>
                <c:pt idx="819">
                  <c:v>0.61874483995699703</c:v>
                </c:pt>
                <c:pt idx="820">
                  <c:v>0.61934352902092915</c:v>
                </c:pt>
                <c:pt idx="821">
                  <c:v>0.61958503522168951</c:v>
                </c:pt>
                <c:pt idx="822">
                  <c:v>0.61446791149793656</c:v>
                </c:pt>
                <c:pt idx="823">
                  <c:v>0.61344838074314256</c:v>
                </c:pt>
                <c:pt idx="824">
                  <c:v>0.61706019092121256</c:v>
                </c:pt>
                <c:pt idx="825">
                  <c:v>0.61662968627069648</c:v>
                </c:pt>
                <c:pt idx="826">
                  <c:v>0.61654832556167871</c:v>
                </c:pt>
                <c:pt idx="827">
                  <c:v>0.61540926825969466</c:v>
                </c:pt>
                <c:pt idx="828">
                  <c:v>0.61584222437762692</c:v>
                </c:pt>
                <c:pt idx="829">
                  <c:v>0.61569358603579138</c:v>
                </c:pt>
                <c:pt idx="830">
                  <c:v>0.61559083016565763</c:v>
                </c:pt>
                <c:pt idx="831">
                  <c:v>0.61574421220358044</c:v>
                </c:pt>
                <c:pt idx="832">
                  <c:v>0.6155693322283361</c:v>
                </c:pt>
                <c:pt idx="833">
                  <c:v>0.61567945882050024</c:v>
                </c:pt>
                <c:pt idx="834">
                  <c:v>0.61573394897571521</c:v>
                </c:pt>
                <c:pt idx="835">
                  <c:v>0.61563581662309597</c:v>
                </c:pt>
                <c:pt idx="836">
                  <c:v>0.61512441350833558</c:v>
                </c:pt>
                <c:pt idx="837">
                  <c:v>0.61561810234982994</c:v>
                </c:pt>
                <c:pt idx="838">
                  <c:v>0.61567196746207697</c:v>
                </c:pt>
                <c:pt idx="839">
                  <c:v>0.61615947068117205</c:v>
                </c:pt>
                <c:pt idx="840">
                  <c:v>0.61626082864164811</c:v>
                </c:pt>
                <c:pt idx="841">
                  <c:v>0.61639671415974384</c:v>
                </c:pt>
                <c:pt idx="842">
                  <c:v>0.61516817303262039</c:v>
                </c:pt>
                <c:pt idx="843">
                  <c:v>0.61669276270006956</c:v>
                </c:pt>
                <c:pt idx="844">
                  <c:v>0.61658786172049729</c:v>
                </c:pt>
                <c:pt idx="845">
                  <c:v>0.61778530668408849</c:v>
                </c:pt>
                <c:pt idx="846">
                  <c:v>0.61771045850274586</c:v>
                </c:pt>
                <c:pt idx="847">
                  <c:v>0.6179266231781243</c:v>
                </c:pt>
                <c:pt idx="848">
                  <c:v>0.61778538082936629</c:v>
                </c:pt>
                <c:pt idx="849">
                  <c:v>0.61801818385772755</c:v>
                </c:pt>
                <c:pt idx="850">
                  <c:v>0.6133204594371694</c:v>
                </c:pt>
                <c:pt idx="851">
                  <c:v>0.61266524091802899</c:v>
                </c:pt>
                <c:pt idx="852">
                  <c:v>0.61181453960405974</c:v>
                </c:pt>
                <c:pt idx="853">
                  <c:v>0.60881674522557638</c:v>
                </c:pt>
                <c:pt idx="854">
                  <c:v>0.61481606779874831</c:v>
                </c:pt>
                <c:pt idx="855">
                  <c:v>0.6152041523680758</c:v>
                </c:pt>
                <c:pt idx="856">
                  <c:v>0.61565665236051514</c:v>
                </c:pt>
                <c:pt idx="857">
                  <c:v>0.61598744737586708</c:v>
                </c:pt>
                <c:pt idx="858">
                  <c:v>0.61619469961536366</c:v>
                </c:pt>
                <c:pt idx="859">
                  <c:v>0.61627223661238972</c:v>
                </c:pt>
                <c:pt idx="860">
                  <c:v>0.61638019467937166</c:v>
                </c:pt>
                <c:pt idx="861">
                  <c:v>0.61666472147181994</c:v>
                </c:pt>
                <c:pt idx="862">
                  <c:v>0.61677275131823694</c:v>
                </c:pt>
                <c:pt idx="863">
                  <c:v>0.6169204410816217</c:v>
                </c:pt>
                <c:pt idx="864">
                  <c:v>0.61700485285353468</c:v>
                </c:pt>
                <c:pt idx="865">
                  <c:v>0.61721507360757943</c:v>
                </c:pt>
                <c:pt idx="866">
                  <c:v>0.61710990974662794</c:v>
                </c:pt>
                <c:pt idx="867">
                  <c:v>0.61716414322120428</c:v>
                </c:pt>
                <c:pt idx="868">
                  <c:v>0.61666774989332573</c:v>
                </c:pt>
                <c:pt idx="869">
                  <c:v>0.61688265843553991</c:v>
                </c:pt>
                <c:pt idx="870">
                  <c:v>0.61641138472821633</c:v>
                </c:pt>
                <c:pt idx="871">
                  <c:v>0.61663398738909025</c:v>
                </c:pt>
                <c:pt idx="872">
                  <c:v>0.61709134446087754</c:v>
                </c:pt>
                <c:pt idx="873">
                  <c:v>0.61773809691456261</c:v>
                </c:pt>
                <c:pt idx="874">
                  <c:v>0.61633803292243572</c:v>
                </c:pt>
                <c:pt idx="875">
                  <c:v>0.61742070764422152</c:v>
                </c:pt>
                <c:pt idx="876">
                  <c:v>0.61746610555177861</c:v>
                </c:pt>
                <c:pt idx="877">
                  <c:v>0.61814249528035914</c:v>
                </c:pt>
                <c:pt idx="878">
                  <c:v>0.6175498917469685</c:v>
                </c:pt>
                <c:pt idx="879">
                  <c:v>0.61810232381080332</c:v>
                </c:pt>
                <c:pt idx="880">
                  <c:v>0.61811482908242488</c:v>
                </c:pt>
                <c:pt idx="881">
                  <c:v>0.61877531836798649</c:v>
                </c:pt>
                <c:pt idx="882">
                  <c:v>0.6180105057094426</c:v>
                </c:pt>
                <c:pt idx="883">
                  <c:v>0.61866046475267256</c:v>
                </c:pt>
                <c:pt idx="884">
                  <c:v>0.61839657504636802</c:v>
                </c:pt>
                <c:pt idx="885">
                  <c:v>0.61867272858965583</c:v>
                </c:pt>
                <c:pt idx="886">
                  <c:v>0.61866859623733728</c:v>
                </c:pt>
                <c:pt idx="887">
                  <c:v>0.61889202807470278</c:v>
                </c:pt>
                <c:pt idx="888">
                  <c:v>0.61897802918329015</c:v>
                </c:pt>
                <c:pt idx="889">
                  <c:v>0.61911252376920611</c:v>
                </c:pt>
                <c:pt idx="890">
                  <c:v>0.61932259424438085</c:v>
                </c:pt>
                <c:pt idx="891">
                  <c:v>0.61937710512320499</c:v>
                </c:pt>
                <c:pt idx="892">
                  <c:v>0.61945893586106682</c:v>
                </c:pt>
                <c:pt idx="893">
                  <c:v>0.61844737673392702</c:v>
                </c:pt>
                <c:pt idx="894">
                  <c:v>0.61876258004856199</c:v>
                </c:pt>
                <c:pt idx="895">
                  <c:v>0.61891404417297391</c:v>
                </c:pt>
                <c:pt idx="896">
                  <c:v>0.61904380245917257</c:v>
                </c:pt>
                <c:pt idx="897">
                  <c:v>0.61957698852962628</c:v>
                </c:pt>
                <c:pt idx="898">
                  <c:v>0.62009316538925086</c:v>
                </c:pt>
                <c:pt idx="899">
                  <c:v>0.61976425725606021</c:v>
                </c:pt>
                <c:pt idx="900">
                  <c:v>0.62052469135802457</c:v>
                </c:pt>
                <c:pt idx="901">
                  <c:v>0.62106328723939774</c:v>
                </c:pt>
                <c:pt idx="902">
                  <c:v>0.6212051265141022</c:v>
                </c:pt>
                <c:pt idx="903">
                  <c:v>0.62099892736323892</c:v>
                </c:pt>
                <c:pt idx="904">
                  <c:v>0.62385288302088127</c:v>
                </c:pt>
                <c:pt idx="905">
                  <c:v>0.62141290039491015</c:v>
                </c:pt>
                <c:pt idx="906">
                  <c:v>0.62199971517149955</c:v>
                </c:pt>
                <c:pt idx="907">
                  <c:v>0.62221050013528978</c:v>
                </c:pt>
                <c:pt idx="908">
                  <c:v>0.61929952970608004</c:v>
                </c:pt>
                <c:pt idx="909">
                  <c:v>0.61990442687509728</c:v>
                </c:pt>
                <c:pt idx="910">
                  <c:v>0.62086869259800603</c:v>
                </c:pt>
                <c:pt idx="911">
                  <c:v>0.6202321272885789</c:v>
                </c:pt>
                <c:pt idx="912">
                  <c:v>0.62124711316397219</c:v>
                </c:pt>
                <c:pt idx="913">
                  <c:v>0.62014318406308588</c:v>
                </c:pt>
                <c:pt idx="914">
                  <c:v>0.62072320855847529</c:v>
                </c:pt>
                <c:pt idx="915">
                  <c:v>0.62088382212733362</c:v>
                </c:pt>
                <c:pt idx="916">
                  <c:v>0.62058898611179014</c:v>
                </c:pt>
                <c:pt idx="917">
                  <c:v>0.62056929127660321</c:v>
                </c:pt>
                <c:pt idx="918">
                  <c:v>0.62064561612820135</c:v>
                </c:pt>
                <c:pt idx="919">
                  <c:v>0.62082082516012271</c:v>
                </c:pt>
                <c:pt idx="920">
                  <c:v>0.62101900481888572</c:v>
                </c:pt>
                <c:pt idx="921">
                  <c:v>0.62116027106355931</c:v>
                </c:pt>
                <c:pt idx="922">
                  <c:v>0.62133600010811252</c:v>
                </c:pt>
                <c:pt idx="923">
                  <c:v>0.62147110853037679</c:v>
                </c:pt>
                <c:pt idx="924">
                  <c:v>0.62150974047877983</c:v>
                </c:pt>
                <c:pt idx="925">
                  <c:v>0.62172101864459328</c:v>
                </c:pt>
                <c:pt idx="926">
                  <c:v>0.62176471539195244</c:v>
                </c:pt>
                <c:pt idx="927">
                  <c:v>0.62198802885353255</c:v>
                </c:pt>
                <c:pt idx="928">
                  <c:v>0.6220994207585292</c:v>
                </c:pt>
                <c:pt idx="929">
                  <c:v>0.62226099768243426</c:v>
                </c:pt>
                <c:pt idx="930">
                  <c:v>0.6222636999637442</c:v>
                </c:pt>
                <c:pt idx="931">
                  <c:v>0.6225187960842945</c:v>
                </c:pt>
                <c:pt idx="932">
                  <c:v>0.62210600524852766</c:v>
                </c:pt>
                <c:pt idx="933">
                  <c:v>0.62274038886611527</c:v>
                </c:pt>
                <c:pt idx="934">
                  <c:v>0.62305265101739882</c:v>
                </c:pt>
                <c:pt idx="935">
                  <c:v>0.6228216911518708</c:v>
                </c:pt>
                <c:pt idx="936">
                  <c:v>0.62313178394076274</c:v>
                </c:pt>
                <c:pt idx="937">
                  <c:v>0.62263612074234809</c:v>
                </c:pt>
                <c:pt idx="938">
                  <c:v>0.62288947096072078</c:v>
                </c:pt>
                <c:pt idx="939">
                  <c:v>0.62311726609305884</c:v>
                </c:pt>
                <c:pt idx="940">
                  <c:v>0.62284966442237477</c:v>
                </c:pt>
                <c:pt idx="941">
                  <c:v>0.62078845411335526</c:v>
                </c:pt>
                <c:pt idx="942">
                  <c:v>0.62267142925790075</c:v>
                </c:pt>
                <c:pt idx="943">
                  <c:v>0.62344649672211805</c:v>
                </c:pt>
                <c:pt idx="944">
                  <c:v>0.62460097496558875</c:v>
                </c:pt>
                <c:pt idx="945">
                  <c:v>0.62305967230907966</c:v>
                </c:pt>
                <c:pt idx="946">
                  <c:v>0.62365897377253221</c:v>
                </c:pt>
                <c:pt idx="947">
                  <c:v>0.62317431991757222</c:v>
                </c:pt>
                <c:pt idx="948">
                  <c:v>0.62388100081960474</c:v>
                </c:pt>
                <c:pt idx="949">
                  <c:v>0.62389889743902516</c:v>
                </c:pt>
                <c:pt idx="950">
                  <c:v>0.62375516281238497</c:v>
                </c:pt>
                <c:pt idx="951">
                  <c:v>0.624233936830067</c:v>
                </c:pt>
                <c:pt idx="952">
                  <c:v>0.62424346629986238</c:v>
                </c:pt>
                <c:pt idx="953">
                  <c:v>0.62436926590348618</c:v>
                </c:pt>
                <c:pt idx="954">
                  <c:v>0.62484105670252676</c:v>
                </c:pt>
                <c:pt idx="955">
                  <c:v>0.62521429756484226</c:v>
                </c:pt>
                <c:pt idx="956">
                  <c:v>0.62221812870883264</c:v>
                </c:pt>
                <c:pt idx="957">
                  <c:v>0.62182228464123968</c:v>
                </c:pt>
                <c:pt idx="958">
                  <c:v>0.62431247027164816</c:v>
                </c:pt>
                <c:pt idx="959">
                  <c:v>0.62428823566490876</c:v>
                </c:pt>
                <c:pt idx="960">
                  <c:v>0.62441668197685107</c:v>
                </c:pt>
                <c:pt idx="961">
                  <c:v>0.62423088422742223</c:v>
                </c:pt>
                <c:pt idx="962">
                  <c:v>0.6245031429402409</c:v>
                </c:pt>
                <c:pt idx="963">
                  <c:v>0.62437713893696634</c:v>
                </c:pt>
                <c:pt idx="964">
                  <c:v>0.62431516262024733</c:v>
                </c:pt>
                <c:pt idx="965">
                  <c:v>0.62460094387721754</c:v>
                </c:pt>
                <c:pt idx="966">
                  <c:v>0.62449812843729735</c:v>
                </c:pt>
                <c:pt idx="967">
                  <c:v>0.62439782642771313</c:v>
                </c:pt>
                <c:pt idx="968">
                  <c:v>0.62466229003249851</c:v>
                </c:pt>
                <c:pt idx="969">
                  <c:v>0.62501596369919976</c:v>
                </c:pt>
                <c:pt idx="970">
                  <c:v>0.62505702242577954</c:v>
                </c:pt>
                <c:pt idx="971">
                  <c:v>0.62522220053354161</c:v>
                </c:pt>
                <c:pt idx="972">
                  <c:v>0.62497658445207616</c:v>
                </c:pt>
                <c:pt idx="973">
                  <c:v>0.62496067966339175</c:v>
                </c:pt>
                <c:pt idx="974">
                  <c:v>0.62531225711530325</c:v>
                </c:pt>
                <c:pt idx="975">
                  <c:v>0.62564909847073835</c:v>
                </c:pt>
                <c:pt idx="976">
                  <c:v>0.6262127354744268</c:v>
                </c:pt>
                <c:pt idx="977">
                  <c:v>0.62613677606678064</c:v>
                </c:pt>
                <c:pt idx="978">
                  <c:v>0.62602725529820202</c:v>
                </c:pt>
                <c:pt idx="979">
                  <c:v>0.62637095313268298</c:v>
                </c:pt>
                <c:pt idx="980">
                  <c:v>0.62593895499224006</c:v>
                </c:pt>
                <c:pt idx="981">
                  <c:v>0.62572050027188686</c:v>
                </c:pt>
                <c:pt idx="982">
                  <c:v>0.62585164273571059</c:v>
                </c:pt>
                <c:pt idx="983">
                  <c:v>0.62609055413337467</c:v>
                </c:pt>
                <c:pt idx="984">
                  <c:v>0.62619990749569132</c:v>
                </c:pt>
                <c:pt idx="985">
                  <c:v>0.62633234182313946</c:v>
                </c:pt>
                <c:pt idx="986">
                  <c:v>0.62648106099700684</c:v>
                </c:pt>
                <c:pt idx="987">
                  <c:v>0.62650297952879352</c:v>
                </c:pt>
                <c:pt idx="988">
                  <c:v>0.62654473681498191</c:v>
                </c:pt>
                <c:pt idx="989">
                  <c:v>0.62673158724109879</c:v>
                </c:pt>
                <c:pt idx="990">
                  <c:v>0.62726322940577039</c:v>
                </c:pt>
                <c:pt idx="991">
                  <c:v>0.62690363816407102</c:v>
                </c:pt>
                <c:pt idx="992">
                  <c:v>0.62708467687026759</c:v>
                </c:pt>
                <c:pt idx="993">
                  <c:v>0.62721162196745062</c:v>
                </c:pt>
                <c:pt idx="994">
                  <c:v>0.62741133423312001</c:v>
                </c:pt>
                <c:pt idx="995">
                  <c:v>0.6280337003704578</c:v>
                </c:pt>
                <c:pt idx="996">
                  <c:v>0.62753761490422633</c:v>
                </c:pt>
                <c:pt idx="997">
                  <c:v>0.62951797190839853</c:v>
                </c:pt>
                <c:pt idx="998">
                  <c:v>0.62881150314778633</c:v>
                </c:pt>
                <c:pt idx="999">
                  <c:v>0.62880216373448328</c:v>
                </c:pt>
                <c:pt idx="1000">
                  <c:v>0.62821426655323331</c:v>
                </c:pt>
                <c:pt idx="1001">
                  <c:v>0.62834975960924366</c:v>
                </c:pt>
                <c:pt idx="1002">
                  <c:v>0.6295432567799617</c:v>
                </c:pt>
                <c:pt idx="1003">
                  <c:v>0.6288292706601174</c:v>
                </c:pt>
                <c:pt idx="1004">
                  <c:v>0.62922491571844597</c:v>
                </c:pt>
                <c:pt idx="1005">
                  <c:v>0.62985375821561629</c:v>
                </c:pt>
                <c:pt idx="1006">
                  <c:v>0.62966891257735413</c:v>
                </c:pt>
                <c:pt idx="1007">
                  <c:v>0.62987291850368599</c:v>
                </c:pt>
                <c:pt idx="1008">
                  <c:v>0.62877374652605922</c:v>
                </c:pt>
                <c:pt idx="1009">
                  <c:v>0.63081613985161089</c:v>
                </c:pt>
                <c:pt idx="1010">
                  <c:v>0.63111078419933953</c:v>
                </c:pt>
                <c:pt idx="1011">
                  <c:v>0.63033744593187213</c:v>
                </c:pt>
                <c:pt idx="1012">
                  <c:v>0.63086004269446116</c:v>
                </c:pt>
                <c:pt idx="1013">
                  <c:v>0.63104201412703187</c:v>
                </c:pt>
                <c:pt idx="1014">
                  <c:v>0.63146193032067455</c:v>
                </c:pt>
                <c:pt idx="1015">
                  <c:v>0.6317049312097629</c:v>
                </c:pt>
                <c:pt idx="1016">
                  <c:v>0.63178365054350016</c:v>
                </c:pt>
                <c:pt idx="1017">
                  <c:v>0.63201716196605462</c:v>
                </c:pt>
                <c:pt idx="1018">
                  <c:v>0.63228903142490334</c:v>
                </c:pt>
                <c:pt idx="1019">
                  <c:v>0.63255064851268039</c:v>
                </c:pt>
                <c:pt idx="1020">
                  <c:v>0.63275370495370697</c:v>
                </c:pt>
                <c:pt idx="1021">
                  <c:v>0.63315521750183101</c:v>
                </c:pt>
                <c:pt idx="1022">
                  <c:v>0.63339721631178925</c:v>
                </c:pt>
                <c:pt idx="1023">
                  <c:v>0.63379022047149147</c:v>
                </c:pt>
                <c:pt idx="1024">
                  <c:v>0.63432227922912854</c:v>
                </c:pt>
                <c:pt idx="1025">
                  <c:v>0.63326028426523073</c:v>
                </c:pt>
                <c:pt idx="1026">
                  <c:v>0.63337830632867653</c:v>
                </c:pt>
                <c:pt idx="1027">
                  <c:v>0.63363208620892364</c:v>
                </c:pt>
                <c:pt idx="1028">
                  <c:v>0.63372642334744733</c:v>
                </c:pt>
                <c:pt idx="1029">
                  <c:v>0.63331475821948802</c:v>
                </c:pt>
                <c:pt idx="1030">
                  <c:v>0.63425740992250534</c:v>
                </c:pt>
                <c:pt idx="1031">
                  <c:v>0.63426486032084195</c:v>
                </c:pt>
                <c:pt idx="1032">
                  <c:v>0.63405413089071827</c:v>
                </c:pt>
                <c:pt idx="1033">
                  <c:v>0.63436437246963573</c:v>
                </c:pt>
                <c:pt idx="1034">
                  <c:v>0.63452762404116891</c:v>
                </c:pt>
                <c:pt idx="1035">
                  <c:v>0.63447867445986339</c:v>
                </c:pt>
                <c:pt idx="1036">
                  <c:v>0.63473826584651483</c:v>
                </c:pt>
                <c:pt idx="1037">
                  <c:v>0.63483595559221961</c:v>
                </c:pt>
                <c:pt idx="1038">
                  <c:v>0.63403758782492126</c:v>
                </c:pt>
                <c:pt idx="1039">
                  <c:v>0.63526524494647452</c:v>
                </c:pt>
                <c:pt idx="1040">
                  <c:v>0.63507030275682008</c:v>
                </c:pt>
                <c:pt idx="1041">
                  <c:v>0.63526248621591141</c:v>
                </c:pt>
                <c:pt idx="1042">
                  <c:v>0.63522916145460495</c:v>
                </c:pt>
                <c:pt idx="1043">
                  <c:v>0.63513888201218016</c:v>
                </c:pt>
                <c:pt idx="1044">
                  <c:v>0.63546422758999388</c:v>
                </c:pt>
                <c:pt idx="1045">
                  <c:v>0.63604449070308466</c:v>
                </c:pt>
                <c:pt idx="1046">
                  <c:v>0.63602340857046158</c:v>
                </c:pt>
                <c:pt idx="1047">
                  <c:v>0.63634657831194419</c:v>
                </c:pt>
                <c:pt idx="1048">
                  <c:v>0.63659678775668227</c:v>
                </c:pt>
                <c:pt idx="1049">
                  <c:v>0.63415728011315609</c:v>
                </c:pt>
                <c:pt idx="1050">
                  <c:v>0.63593037712391209</c:v>
                </c:pt>
                <c:pt idx="1051">
                  <c:v>0.63603053359975592</c:v>
                </c:pt>
                <c:pt idx="1052">
                  <c:v>0.63533618260240887</c:v>
                </c:pt>
                <c:pt idx="1053">
                  <c:v>0.63486411233740547</c:v>
                </c:pt>
                <c:pt idx="1054">
                  <c:v>0.63515033623641182</c:v>
                </c:pt>
                <c:pt idx="1055">
                  <c:v>0.63493364884701675</c:v>
                </c:pt>
                <c:pt idx="1056">
                  <c:v>0.63507321739557021</c:v>
                </c:pt>
                <c:pt idx="1057">
                  <c:v>0.63500425308685859</c:v>
                </c:pt>
                <c:pt idx="1058">
                  <c:v>0.63509282532962918</c:v>
                </c:pt>
                <c:pt idx="1059">
                  <c:v>0.63491775816295548</c:v>
                </c:pt>
                <c:pt idx="1060">
                  <c:v>0.63508340838782951</c:v>
                </c:pt>
                <c:pt idx="1061">
                  <c:v>0.63484308288216929</c:v>
                </c:pt>
                <c:pt idx="1062">
                  <c:v>0.63579530034791409</c:v>
                </c:pt>
                <c:pt idx="1063">
                  <c:v>0.63556312225815592</c:v>
                </c:pt>
                <c:pt idx="1064">
                  <c:v>0.63576521011151776</c:v>
                </c:pt>
                <c:pt idx="1065">
                  <c:v>0.63552443527420477</c:v>
                </c:pt>
                <c:pt idx="1066">
                  <c:v>0.63608322024028507</c:v>
                </c:pt>
                <c:pt idx="1067">
                  <c:v>0.63603657184085238</c:v>
                </c:pt>
                <c:pt idx="1068">
                  <c:v>0.63646583609110363</c:v>
                </c:pt>
                <c:pt idx="1069">
                  <c:v>0.63664910760362614</c:v>
                </c:pt>
                <c:pt idx="1070">
                  <c:v>0.63678300115750874</c:v>
                </c:pt>
                <c:pt idx="1071">
                  <c:v>0.63711725549190812</c:v>
                </c:pt>
                <c:pt idx="1072">
                  <c:v>0.63738686244804399</c:v>
                </c:pt>
                <c:pt idx="1073">
                  <c:v>0.63732041389454586</c:v>
                </c:pt>
                <c:pt idx="1074">
                  <c:v>0.63749742296171419</c:v>
                </c:pt>
                <c:pt idx="1075">
                  <c:v>0.63800776648195823</c:v>
                </c:pt>
                <c:pt idx="1076">
                  <c:v>0.63808278233912186</c:v>
                </c:pt>
                <c:pt idx="1077">
                  <c:v>0.63809791198232202</c:v>
                </c:pt>
                <c:pt idx="1078">
                  <c:v>0.63819000672410375</c:v>
                </c:pt>
                <c:pt idx="1079">
                  <c:v>0.63838879972154006</c:v>
                </c:pt>
                <c:pt idx="1080">
                  <c:v>0.63832994342639882</c:v>
                </c:pt>
                <c:pt idx="1081">
                  <c:v>0.63864615117222212</c:v>
                </c:pt>
                <c:pt idx="1082">
                  <c:v>0.63869314851045667</c:v>
                </c:pt>
                <c:pt idx="1083">
                  <c:v>0.63884957309883705</c:v>
                </c:pt>
                <c:pt idx="1084">
                  <c:v>0.6390292324112824</c:v>
                </c:pt>
                <c:pt idx="1085">
                  <c:v>0.63930898526165791</c:v>
                </c:pt>
                <c:pt idx="1086">
                  <c:v>0.63603563731527091</c:v>
                </c:pt>
                <c:pt idx="1087">
                  <c:v>0.63866232433552239</c:v>
                </c:pt>
                <c:pt idx="1088">
                  <c:v>0.63870434893582184</c:v>
                </c:pt>
                <c:pt idx="1089">
                  <c:v>0.63883954575432422</c:v>
                </c:pt>
                <c:pt idx="1090">
                  <c:v>0.63927911564086481</c:v>
                </c:pt>
                <c:pt idx="1091">
                  <c:v>0.64001651829016482</c:v>
                </c:pt>
                <c:pt idx="1092">
                  <c:v>0.63947045149130854</c:v>
                </c:pt>
                <c:pt idx="1093">
                  <c:v>0.63947844339996496</c:v>
                </c:pt>
                <c:pt idx="1094">
                  <c:v>0.63965950870187083</c:v>
                </c:pt>
                <c:pt idx="1095">
                  <c:v>0.64065113514912453</c:v>
                </c:pt>
                <c:pt idx="1096">
                  <c:v>0.64088318371630026</c:v>
                </c:pt>
                <c:pt idx="1097">
                  <c:v>0.64125265534993203</c:v>
                </c:pt>
                <c:pt idx="1098">
                  <c:v>0.64127015195420844</c:v>
                </c:pt>
                <c:pt idx="1099">
                  <c:v>0.64106735234696821</c:v>
                </c:pt>
                <c:pt idx="1100">
                  <c:v>0.64066154400001918</c:v>
                </c:pt>
                <c:pt idx="1101">
                  <c:v>0.6407488309937327</c:v>
                </c:pt>
                <c:pt idx="1102">
                  <c:v>0.64112081444516389</c:v>
                </c:pt>
                <c:pt idx="1103">
                  <c:v>0.64119258217504194</c:v>
                </c:pt>
                <c:pt idx="1104">
                  <c:v>0.64123326436945616</c:v>
                </c:pt>
                <c:pt idx="1105">
                  <c:v>0.64138544065673675</c:v>
                </c:pt>
                <c:pt idx="1106">
                  <c:v>0.64167628657346043</c:v>
                </c:pt>
                <c:pt idx="1107">
                  <c:v>0.64170878008369669</c:v>
                </c:pt>
                <c:pt idx="1108">
                  <c:v>0.64189728010632741</c:v>
                </c:pt>
                <c:pt idx="1109">
                  <c:v>0.64221382537886607</c:v>
                </c:pt>
                <c:pt idx="1110">
                  <c:v>0.64241813721423568</c:v>
                </c:pt>
                <c:pt idx="1111">
                  <c:v>0.64275477160041983</c:v>
                </c:pt>
                <c:pt idx="1112">
                  <c:v>0.64300239814966065</c:v>
                </c:pt>
                <c:pt idx="1113">
                  <c:v>0.6431907111866042</c:v>
                </c:pt>
                <c:pt idx="1114">
                  <c:v>0.64333083512030431</c:v>
                </c:pt>
                <c:pt idx="1115">
                  <c:v>0.64343645534332661</c:v>
                </c:pt>
                <c:pt idx="1116">
                  <c:v>0.64364111210287933</c:v>
                </c:pt>
                <c:pt idx="1117">
                  <c:v>0.64398488615082716</c:v>
                </c:pt>
                <c:pt idx="1118">
                  <c:v>0.64406983545927976</c:v>
                </c:pt>
                <c:pt idx="1119">
                  <c:v>0.64435784639612248</c:v>
                </c:pt>
                <c:pt idx="1120">
                  <c:v>0.64431522599615487</c:v>
                </c:pt>
                <c:pt idx="1121">
                  <c:v>0.64461562728807298</c:v>
                </c:pt>
                <c:pt idx="1122">
                  <c:v>0.64481855469715188</c:v>
                </c:pt>
                <c:pt idx="1123">
                  <c:v>0.64535358119563668</c:v>
                </c:pt>
                <c:pt idx="1124">
                  <c:v>0.64519887892007954</c:v>
                </c:pt>
                <c:pt idx="1125">
                  <c:v>0.64540294106599549</c:v>
                </c:pt>
                <c:pt idx="1126">
                  <c:v>0.64583137931681334</c:v>
                </c:pt>
                <c:pt idx="1127">
                  <c:v>0.6460212509769957</c:v>
                </c:pt>
                <c:pt idx="1128">
                  <c:v>0.64659215705558248</c:v>
                </c:pt>
                <c:pt idx="1129">
                  <c:v>0.64646296404902936</c:v>
                </c:pt>
                <c:pt idx="1130">
                  <c:v>0.64702081938585854</c:v>
                </c:pt>
                <c:pt idx="1131">
                  <c:v>0.64690379308732049</c:v>
                </c:pt>
                <c:pt idx="1132">
                  <c:v>0.64709869056049052</c:v>
                </c:pt>
                <c:pt idx="1133">
                  <c:v>0.6475652533599433</c:v>
                </c:pt>
                <c:pt idx="1134">
                  <c:v>0.64771052367259896</c:v>
                </c:pt>
                <c:pt idx="1135">
                  <c:v>0.64762503300025465</c:v>
                </c:pt>
                <c:pt idx="1136">
                  <c:v>0.6478686182839245</c:v>
                </c:pt>
                <c:pt idx="1137">
                  <c:v>0.64801294622141492</c:v>
                </c:pt>
                <c:pt idx="1138">
                  <c:v>0.6482080895221185</c:v>
                </c:pt>
                <c:pt idx="1139">
                  <c:v>0.64821910660669402</c:v>
                </c:pt>
                <c:pt idx="1140">
                  <c:v>0.64849432856388012</c:v>
                </c:pt>
                <c:pt idx="1141">
                  <c:v>0.64869467307504414</c:v>
                </c:pt>
                <c:pt idx="1142">
                  <c:v>0.64885487309562073</c:v>
                </c:pt>
                <c:pt idx="1143">
                  <c:v>0.64893775208639248</c:v>
                </c:pt>
                <c:pt idx="1144">
                  <c:v>0.64912948781654467</c:v>
                </c:pt>
                <c:pt idx="1145">
                  <c:v>0.64923944446378223</c:v>
                </c:pt>
                <c:pt idx="1146">
                  <c:v>0.64933128323581468</c:v>
                </c:pt>
                <c:pt idx="1147">
                  <c:v>0.64953162732274383</c:v>
                </c:pt>
                <c:pt idx="1148">
                  <c:v>0.64960517002900497</c:v>
                </c:pt>
                <c:pt idx="1149">
                  <c:v>0.64964357369379699</c:v>
                </c:pt>
                <c:pt idx="1150">
                  <c:v>0.64928836597925055</c:v>
                </c:pt>
                <c:pt idx="1151">
                  <c:v>0.64872979908213857</c:v>
                </c:pt>
                <c:pt idx="1152">
                  <c:v>0.64846050190591342</c:v>
                </c:pt>
                <c:pt idx="1153">
                  <c:v>0.64800544336935351</c:v>
                </c:pt>
                <c:pt idx="1154">
                  <c:v>0.64830367843643399</c:v>
                </c:pt>
                <c:pt idx="1155">
                  <c:v>0.64810596551192023</c:v>
                </c:pt>
                <c:pt idx="1156">
                  <c:v>0.64768357106340646</c:v>
                </c:pt>
                <c:pt idx="1157">
                  <c:v>0.64766360737914896</c:v>
                </c:pt>
                <c:pt idx="1158">
                  <c:v>0.6477296804325996</c:v>
                </c:pt>
                <c:pt idx="1159">
                  <c:v>0.64803863818350838</c:v>
                </c:pt>
                <c:pt idx="1160">
                  <c:v>0.64816992233250514</c:v>
                </c:pt>
                <c:pt idx="1161">
                  <c:v>0.64749618373179385</c:v>
                </c:pt>
                <c:pt idx="1162">
                  <c:v>0.6457868853963098</c:v>
                </c:pt>
                <c:pt idx="1163">
                  <c:v>0.64607058370468184</c:v>
                </c:pt>
                <c:pt idx="1164">
                  <c:v>0.64719775499685006</c:v>
                </c:pt>
                <c:pt idx="1165">
                  <c:v>0.64638476842874037</c:v>
                </c:pt>
                <c:pt idx="1166">
                  <c:v>0.64665083157133574</c:v>
                </c:pt>
                <c:pt idx="1167">
                  <c:v>0.64602124078376855</c:v>
                </c:pt>
                <c:pt idx="1168">
                  <c:v>0.64636917744642119</c:v>
                </c:pt>
                <c:pt idx="1169">
                  <c:v>0.64627243247690203</c:v>
                </c:pt>
                <c:pt idx="1170">
                  <c:v>0.64640048604116274</c:v>
                </c:pt>
                <c:pt idx="1171">
                  <c:v>0.64651016271297868</c:v>
                </c:pt>
                <c:pt idx="1172">
                  <c:v>0.64673806405687462</c:v>
                </c:pt>
                <c:pt idx="1173">
                  <c:v>0.64685116940927501</c:v>
                </c:pt>
                <c:pt idx="1174">
                  <c:v>0.64689473480299087</c:v>
                </c:pt>
                <c:pt idx="1175">
                  <c:v>0.64718660555096352</c:v>
                </c:pt>
                <c:pt idx="1176">
                  <c:v>0.64709997948904929</c:v>
                </c:pt>
                <c:pt idx="1177">
                  <c:v>0.64741840708770826</c:v>
                </c:pt>
                <c:pt idx="1178">
                  <c:v>0.64744281324684194</c:v>
                </c:pt>
                <c:pt idx="1179">
                  <c:v>0.64744434056047295</c:v>
                </c:pt>
                <c:pt idx="1180">
                  <c:v>0.64769844805484089</c:v>
                </c:pt>
                <c:pt idx="1181">
                  <c:v>0.64786092976980625</c:v>
                </c:pt>
                <c:pt idx="1182">
                  <c:v>0.64776891326755326</c:v>
                </c:pt>
                <c:pt idx="1183">
                  <c:v>0.64770862135895879</c:v>
                </c:pt>
                <c:pt idx="1184">
                  <c:v>0.64812321501427983</c:v>
                </c:pt>
                <c:pt idx="1185">
                  <c:v>0.64787777969159366</c:v>
                </c:pt>
                <c:pt idx="1186">
                  <c:v>0.64820370815186112</c:v>
                </c:pt>
                <c:pt idx="1187">
                  <c:v>0.64800436432122144</c:v>
                </c:pt>
                <c:pt idx="1188">
                  <c:v>0.64840034856218109</c:v>
                </c:pt>
                <c:pt idx="1189">
                  <c:v>0.64859241568967996</c:v>
                </c:pt>
                <c:pt idx="1190">
                  <c:v>0.6487813467151553</c:v>
                </c:pt>
                <c:pt idx="1191">
                  <c:v>0.64888845751896584</c:v>
                </c:pt>
                <c:pt idx="1192">
                  <c:v>0.64901397016540952</c:v>
                </c:pt>
                <c:pt idx="1193">
                  <c:v>0.64891486261542697</c:v>
                </c:pt>
                <c:pt idx="1194">
                  <c:v>0.6491328438217937</c:v>
                </c:pt>
                <c:pt idx="1195">
                  <c:v>0.64905704553692234</c:v>
                </c:pt>
                <c:pt idx="1196">
                  <c:v>0.64829690432152942</c:v>
                </c:pt>
                <c:pt idx="1197">
                  <c:v>0.64840578993170728</c:v>
                </c:pt>
                <c:pt idx="1198">
                  <c:v>0.64870850533775815</c:v>
                </c:pt>
                <c:pt idx="1199">
                  <c:v>0.64881169032501584</c:v>
                </c:pt>
                <c:pt idx="1200">
                  <c:v>0.64881893299802418</c:v>
                </c:pt>
                <c:pt idx="1201">
                  <c:v>0.64890180153904831</c:v>
                </c:pt>
                <c:pt idx="1202">
                  <c:v>0.6489935850435774</c:v>
                </c:pt>
                <c:pt idx="1203">
                  <c:v>0.64906798884635053</c:v>
                </c:pt>
                <c:pt idx="1204">
                  <c:v>0.64900010976727107</c:v>
                </c:pt>
                <c:pt idx="1205">
                  <c:v>0.64920049971566351</c:v>
                </c:pt>
                <c:pt idx="1206">
                  <c:v>0.64912838114501925</c:v>
                </c:pt>
                <c:pt idx="1207">
                  <c:v>0.64919612709912566</c:v>
                </c:pt>
                <c:pt idx="1208">
                  <c:v>0.64933285959772702</c:v>
                </c:pt>
                <c:pt idx="1209">
                  <c:v>0.64946575519844985</c:v>
                </c:pt>
                <c:pt idx="1210">
                  <c:v>0.64922161356138031</c:v>
                </c:pt>
                <c:pt idx="1211">
                  <c:v>0.64935250322298599</c:v>
                </c:pt>
                <c:pt idx="1212">
                  <c:v>0.64947065472063625</c:v>
                </c:pt>
                <c:pt idx="1213">
                  <c:v>0.64937295729336775</c:v>
                </c:pt>
                <c:pt idx="1214">
                  <c:v>0.64946285378539514</c:v>
                </c:pt>
                <c:pt idx="1215">
                  <c:v>0.64854737272832419</c:v>
                </c:pt>
                <c:pt idx="1216">
                  <c:v>0.64931730371648211</c:v>
                </c:pt>
                <c:pt idx="1217">
                  <c:v>0.6492062786251056</c:v>
                </c:pt>
                <c:pt idx="1218">
                  <c:v>0.64942236511675933</c:v>
                </c:pt>
                <c:pt idx="1219">
                  <c:v>0.64929279380314586</c:v>
                </c:pt>
                <c:pt idx="1220">
                  <c:v>0.64968800913252123</c:v>
                </c:pt>
                <c:pt idx="1221">
                  <c:v>0.64965752817750055</c:v>
                </c:pt>
                <c:pt idx="1222">
                  <c:v>0.64975116223956197</c:v>
                </c:pt>
                <c:pt idx="1223">
                  <c:v>0.6497998774263064</c:v>
                </c:pt>
                <c:pt idx="1224">
                  <c:v>0.6496718717145672</c:v>
                </c:pt>
                <c:pt idx="1225">
                  <c:v>0.65005105355982551</c:v>
                </c:pt>
                <c:pt idx="1226">
                  <c:v>0.65012245150566728</c:v>
                </c:pt>
                <c:pt idx="1227">
                  <c:v>0.65015739073769307</c:v>
                </c:pt>
                <c:pt idx="1228">
                  <c:v>0.65024664231129015</c:v>
                </c:pt>
                <c:pt idx="1229">
                  <c:v>0.65016705443879641</c:v>
                </c:pt>
                <c:pt idx="1230">
                  <c:v>0.65036239870911994</c:v>
                </c:pt>
                <c:pt idx="1231">
                  <c:v>0.65054704932585283</c:v>
                </c:pt>
                <c:pt idx="1232">
                  <c:v>0.65070415713590679</c:v>
                </c:pt>
                <c:pt idx="1233">
                  <c:v>0.65066761710525445</c:v>
                </c:pt>
                <c:pt idx="1234">
                  <c:v>0.65090166349329182</c:v>
                </c:pt>
                <c:pt idx="1235">
                  <c:v>0.65096595004130997</c:v>
                </c:pt>
                <c:pt idx="1236">
                  <c:v>0.65103643954084378</c:v>
                </c:pt>
                <c:pt idx="1237">
                  <c:v>0.65116866070977841</c:v>
                </c:pt>
                <c:pt idx="1238">
                  <c:v>0.65121859734630705</c:v>
                </c:pt>
                <c:pt idx="1239">
                  <c:v>0.65138481504377832</c:v>
                </c:pt>
                <c:pt idx="1240">
                  <c:v>0.65159199805450452</c:v>
                </c:pt>
                <c:pt idx="1241">
                  <c:v>0.65172020432694922</c:v>
                </c:pt>
                <c:pt idx="1242">
                  <c:v>0.6519837284159713</c:v>
                </c:pt>
                <c:pt idx="1243">
                  <c:v>0.65223649440876408</c:v>
                </c:pt>
                <c:pt idx="1244">
                  <c:v>0.65212791073880072</c:v>
                </c:pt>
                <c:pt idx="1245">
                  <c:v>0.65231575359228045</c:v>
                </c:pt>
                <c:pt idx="1246">
                  <c:v>0.65249255018392582</c:v>
                </c:pt>
                <c:pt idx="1247">
                  <c:v>0.6524562689850214</c:v>
                </c:pt>
                <c:pt idx="1248">
                  <c:v>0.65253015621694588</c:v>
                </c:pt>
                <c:pt idx="1249">
                  <c:v>0.65244875708678585</c:v>
                </c:pt>
                <c:pt idx="1250">
                  <c:v>0.65250013608404556</c:v>
                </c:pt>
                <c:pt idx="1251">
                  <c:v>0.65224397009926993</c:v>
                </c:pt>
                <c:pt idx="1252">
                  <c:v>0.65239684307617352</c:v>
                </c:pt>
                <c:pt idx="1253">
                  <c:v>0.6527997634247743</c:v>
                </c:pt>
                <c:pt idx="1254">
                  <c:v>0.65263480298985344</c:v>
                </c:pt>
                <c:pt idx="1255">
                  <c:v>0.65260603008093376</c:v>
                </c:pt>
                <c:pt idx="1256">
                  <c:v>0.65204003914514297</c:v>
                </c:pt>
                <c:pt idx="1257">
                  <c:v>0.65171728825026998</c:v>
                </c:pt>
                <c:pt idx="1258">
                  <c:v>0.65086956333222057</c:v>
                </c:pt>
                <c:pt idx="1259">
                  <c:v>0.65100432669704245</c:v>
                </c:pt>
                <c:pt idx="1260">
                  <c:v>0.65074034134954761</c:v>
                </c:pt>
                <c:pt idx="1261">
                  <c:v>0.65058008658008659</c:v>
                </c:pt>
                <c:pt idx="1262">
                  <c:v>0.6505666515963372</c:v>
                </c:pt>
                <c:pt idx="1263">
                  <c:v>0.65050313690124772</c:v>
                </c:pt>
                <c:pt idx="1264">
                  <c:v>0.65053621678633033</c:v>
                </c:pt>
                <c:pt idx="1265">
                  <c:v>0.65056701587644461</c:v>
                </c:pt>
                <c:pt idx="1266">
                  <c:v>0.65077514106725232</c:v>
                </c:pt>
                <c:pt idx="1267">
                  <c:v>0.65074287983562529</c:v>
                </c:pt>
                <c:pt idx="1268">
                  <c:v>0.65077283453187751</c:v>
                </c:pt>
                <c:pt idx="1269">
                  <c:v>0.65078174182254078</c:v>
                </c:pt>
                <c:pt idx="1270">
                  <c:v>0.65105399033716471</c:v>
                </c:pt>
                <c:pt idx="1271">
                  <c:v>0.65104818169487433</c:v>
                </c:pt>
                <c:pt idx="1272">
                  <c:v>0.6506262827932513</c:v>
                </c:pt>
                <c:pt idx="1273">
                  <c:v>0.65048798371022443</c:v>
                </c:pt>
                <c:pt idx="1274">
                  <c:v>0.65025364343751346</c:v>
                </c:pt>
                <c:pt idx="1275">
                  <c:v>0.64951365796234706</c:v>
                </c:pt>
                <c:pt idx="1276">
                  <c:v>0.64904411827855413</c:v>
                </c:pt>
                <c:pt idx="1277">
                  <c:v>0.65011636095081071</c:v>
                </c:pt>
                <c:pt idx="1278">
                  <c:v>0.64992969613704421</c:v>
                </c:pt>
                <c:pt idx="1279">
                  <c:v>0.65007913122917182</c:v>
                </c:pt>
                <c:pt idx="1280">
                  <c:v>0.64999774802308607</c:v>
                </c:pt>
                <c:pt idx="1281">
                  <c:v>0.65031613363529039</c:v>
                </c:pt>
                <c:pt idx="1282">
                  <c:v>0.64998030265400319</c:v>
                </c:pt>
                <c:pt idx="1283">
                  <c:v>0.65004290578061774</c:v>
                </c:pt>
                <c:pt idx="1284">
                  <c:v>0.65044596938197263</c:v>
                </c:pt>
                <c:pt idx="1285">
                  <c:v>0.65028492924381942</c:v>
                </c:pt>
                <c:pt idx="1286">
                  <c:v>0.65035956454520372</c:v>
                </c:pt>
                <c:pt idx="1287">
                  <c:v>0.65062605998726941</c:v>
                </c:pt>
                <c:pt idx="1288">
                  <c:v>0.65076918807806516</c:v>
                </c:pt>
                <c:pt idx="1289">
                  <c:v>0.65104646992519732</c:v>
                </c:pt>
                <c:pt idx="1290">
                  <c:v>0.65092206207385028</c:v>
                </c:pt>
                <c:pt idx="1291">
                  <c:v>0.65121869028119017</c:v>
                </c:pt>
                <c:pt idx="1292">
                  <c:v>0.65150643238957517</c:v>
                </c:pt>
                <c:pt idx="1293">
                  <c:v>0.65154039543207765</c:v>
                </c:pt>
                <c:pt idx="1294">
                  <c:v>0.65176557778189503</c:v>
                </c:pt>
                <c:pt idx="1295">
                  <c:v>0.65207535603833788</c:v>
                </c:pt>
                <c:pt idx="1296">
                  <c:v>0.65223097392003493</c:v>
                </c:pt>
                <c:pt idx="1297">
                  <c:v>0.65236913774738969</c:v>
                </c:pt>
                <c:pt idx="1298">
                  <c:v>0.65245091582717607</c:v>
                </c:pt>
                <c:pt idx="1299">
                  <c:v>0.65271282266936825</c:v>
                </c:pt>
                <c:pt idx="1300">
                  <c:v>0.65304043298312642</c:v>
                </c:pt>
                <c:pt idx="1301">
                  <c:v>0.65297975296065192</c:v>
                </c:pt>
                <c:pt idx="1302">
                  <c:v>0.65319386787549916</c:v>
                </c:pt>
                <c:pt idx="1303">
                  <c:v>0.65347227375361749</c:v>
                </c:pt>
                <c:pt idx="1304">
                  <c:v>0.65358532470945263</c:v>
                </c:pt>
                <c:pt idx="1305">
                  <c:v>0.65380158829348478</c:v>
                </c:pt>
                <c:pt idx="1306">
                  <c:v>0.65392815930721271</c:v>
                </c:pt>
                <c:pt idx="1307">
                  <c:v>0.65406009262922704</c:v>
                </c:pt>
                <c:pt idx="1308">
                  <c:v>0.65421402476151813</c:v>
                </c:pt>
                <c:pt idx="1309">
                  <c:v>0.65423709468442415</c:v>
                </c:pt>
                <c:pt idx="1310">
                  <c:v>0.65456841909613761</c:v>
                </c:pt>
                <c:pt idx="1311">
                  <c:v>0.65458429383091155</c:v>
                </c:pt>
                <c:pt idx="1312">
                  <c:v>0.65477729065828716</c:v>
                </c:pt>
                <c:pt idx="1313">
                  <c:v>0.65467603138445973</c:v>
                </c:pt>
                <c:pt idx="1314">
                  <c:v>0.65470317902015351</c:v>
                </c:pt>
                <c:pt idx="1315">
                  <c:v>0.65151668373172866</c:v>
                </c:pt>
                <c:pt idx="1316">
                  <c:v>0.65471230776702516</c:v>
                </c:pt>
                <c:pt idx="1317">
                  <c:v>0.65419887220896999</c:v>
                </c:pt>
                <c:pt idx="1318">
                  <c:v>0.6540081096297109</c:v>
                </c:pt>
                <c:pt idx="1319">
                  <c:v>0.65457741290390492</c:v>
                </c:pt>
                <c:pt idx="1320">
                  <c:v>0.65480294242288162</c:v>
                </c:pt>
                <c:pt idx="1321">
                  <c:v>0.65496293549216356</c:v>
                </c:pt>
                <c:pt idx="1322">
                  <c:v>0.6551395698942819</c:v>
                </c:pt>
                <c:pt idx="1323">
                  <c:v>0.65527338617965647</c:v>
                </c:pt>
                <c:pt idx="1324">
                  <c:v>0.65537466955766455</c:v>
                </c:pt>
                <c:pt idx="1325">
                  <c:v>0.65565151610666328</c:v>
                </c:pt>
                <c:pt idx="1326">
                  <c:v>0.65562248995983941</c:v>
                </c:pt>
                <c:pt idx="1327">
                  <c:v>0.65578944053080801</c:v>
                </c:pt>
                <c:pt idx="1328">
                  <c:v>0.65600928541744497</c:v>
                </c:pt>
                <c:pt idx="1329">
                  <c:v>0.65612595980363353</c:v>
                </c:pt>
                <c:pt idx="1330">
                  <c:v>0.6562132373756755</c:v>
                </c:pt>
                <c:pt idx="1331">
                  <c:v>0.65648344554090188</c:v>
                </c:pt>
                <c:pt idx="1332">
                  <c:v>0.65658461776974208</c:v>
                </c:pt>
                <c:pt idx="1333">
                  <c:v>0.65667203464545165</c:v>
                </c:pt>
                <c:pt idx="1334">
                  <c:v>0.65678821116088248</c:v>
                </c:pt>
                <c:pt idx="1335">
                  <c:v>0.65694730410619528</c:v>
                </c:pt>
                <c:pt idx="1336">
                  <c:v>0.65733702586585563</c:v>
                </c:pt>
                <c:pt idx="1337">
                  <c:v>0.65718115248056408</c:v>
                </c:pt>
                <c:pt idx="1338">
                  <c:v>0.65830711171975453</c:v>
                </c:pt>
                <c:pt idx="1339">
                  <c:v>0.65653885655597388</c:v>
                </c:pt>
                <c:pt idx="1340">
                  <c:v>0.65736709907359281</c:v>
                </c:pt>
                <c:pt idx="1341">
                  <c:v>0.65766334800880533</c:v>
                </c:pt>
                <c:pt idx="1342">
                  <c:v>0.65717801391075825</c:v>
                </c:pt>
                <c:pt idx="1343">
                  <c:v>0.65788990596029795</c:v>
                </c:pt>
                <c:pt idx="1344">
                  <c:v>0.65829255869877412</c:v>
                </c:pt>
                <c:pt idx="1345">
                  <c:v>0.65894599001622256</c:v>
                </c:pt>
                <c:pt idx="1346">
                  <c:v>0.65945943699665055</c:v>
                </c:pt>
                <c:pt idx="1347">
                  <c:v>0.65888318099939969</c:v>
                </c:pt>
                <c:pt idx="1348">
                  <c:v>0.65982045588736704</c:v>
                </c:pt>
                <c:pt idx="1349">
                  <c:v>0.65972054575574191</c:v>
                </c:pt>
                <c:pt idx="1350">
                  <c:v>0.65928306838756834</c:v>
                </c:pt>
                <c:pt idx="1351">
                  <c:v>0.65951848877767194</c:v>
                </c:pt>
                <c:pt idx="1352">
                  <c:v>0.65970319516318043</c:v>
                </c:pt>
                <c:pt idx="1353">
                  <c:v>0.65893797345244676</c:v>
                </c:pt>
                <c:pt idx="1354">
                  <c:v>0.65961714559804663</c:v>
                </c:pt>
                <c:pt idx="1355">
                  <c:v>0.6602844446285957</c:v>
                </c:pt>
                <c:pt idx="1356">
                  <c:v>0.66048227856502839</c:v>
                </c:pt>
                <c:pt idx="1357">
                  <c:v>0.66040008291873975</c:v>
                </c:pt>
                <c:pt idx="1358">
                  <c:v>0.66092271987898754</c:v>
                </c:pt>
                <c:pt idx="1359">
                  <c:v>0.66083538856895552</c:v>
                </c:pt>
                <c:pt idx="1360">
                  <c:v>0.66086656030724211</c:v>
                </c:pt>
                <c:pt idx="1361">
                  <c:v>0.66118126441417691</c:v>
                </c:pt>
                <c:pt idx="1362">
                  <c:v>0.66118368005160466</c:v>
                </c:pt>
                <c:pt idx="1363">
                  <c:v>0.66149751186205297</c:v>
                </c:pt>
                <c:pt idx="1364">
                  <c:v>0.6614815395987067</c:v>
                </c:pt>
                <c:pt idx="1365">
                  <c:v>0.66175764630741807</c:v>
                </c:pt>
                <c:pt idx="1366">
                  <c:v>0.66178741911967598</c:v>
                </c:pt>
                <c:pt idx="1367">
                  <c:v>0.66151559627739609</c:v>
                </c:pt>
                <c:pt idx="1368">
                  <c:v>0.66132291332296278</c:v>
                </c:pt>
                <c:pt idx="1369">
                  <c:v>0.66081741448245224</c:v>
                </c:pt>
                <c:pt idx="1370">
                  <c:v>0.66054551697056541</c:v>
                </c:pt>
                <c:pt idx="1371">
                  <c:v>0.66035128131298593</c:v>
                </c:pt>
                <c:pt idx="1372">
                  <c:v>0.66076137197396467</c:v>
                </c:pt>
                <c:pt idx="1373">
                  <c:v>0.66060644639333399</c:v>
                </c:pt>
                <c:pt idx="1374">
                  <c:v>0.66089549910507561</c:v>
                </c:pt>
                <c:pt idx="1375">
                  <c:v>0.66031353338420762</c:v>
                </c:pt>
                <c:pt idx="1376">
                  <c:v>0.66117754742266555</c:v>
                </c:pt>
                <c:pt idx="1377">
                  <c:v>0.66043853123392493</c:v>
                </c:pt>
                <c:pt idx="1378">
                  <c:v>0.6608134544672396</c:v>
                </c:pt>
                <c:pt idx="1379">
                  <c:v>0.66064593815851713</c:v>
                </c:pt>
                <c:pt idx="1380">
                  <c:v>0.65748573838038771</c:v>
                </c:pt>
                <c:pt idx="1381">
                  <c:v>0.65770712002586573</c:v>
                </c:pt>
                <c:pt idx="1382">
                  <c:v>0.65919520015705013</c:v>
                </c:pt>
                <c:pt idx="1383">
                  <c:v>0.65950743914588417</c:v>
                </c:pt>
                <c:pt idx="1384">
                  <c:v>0.65950501404258965</c:v>
                </c:pt>
                <c:pt idx="1385">
                  <c:v>0.65914832559356418</c:v>
                </c:pt>
                <c:pt idx="1386">
                  <c:v>0.65903498230037849</c:v>
                </c:pt>
                <c:pt idx="1387">
                  <c:v>0.6589286589449953</c:v>
                </c:pt>
                <c:pt idx="1388">
                  <c:v>0.65896798773329313</c:v>
                </c:pt>
                <c:pt idx="1389">
                  <c:v>0.65923826778143657</c:v>
                </c:pt>
                <c:pt idx="1390">
                  <c:v>0.65912501325243245</c:v>
                </c:pt>
                <c:pt idx="1391">
                  <c:v>0.65914232721195198</c:v>
                </c:pt>
                <c:pt idx="1392">
                  <c:v>0.65930966220372056</c:v>
                </c:pt>
                <c:pt idx="1393">
                  <c:v>0.65919533560934096</c:v>
                </c:pt>
                <c:pt idx="1394">
                  <c:v>0.65905357459099978</c:v>
                </c:pt>
                <c:pt idx="1395">
                  <c:v>0.65909414613302952</c:v>
                </c:pt>
                <c:pt idx="1396">
                  <c:v>0.65908143363548166</c:v>
                </c:pt>
                <c:pt idx="1397">
                  <c:v>0.65917730911693073</c:v>
                </c:pt>
                <c:pt idx="1398">
                  <c:v>0.65911067579210902</c:v>
                </c:pt>
                <c:pt idx="1399">
                  <c:v>0.65915443177848021</c:v>
                </c:pt>
                <c:pt idx="1400">
                  <c:v>0.659192606608899</c:v>
                </c:pt>
                <c:pt idx="1401">
                  <c:v>0.65927281878105004</c:v>
                </c:pt>
                <c:pt idx="1402">
                  <c:v>0.65939541174824434</c:v>
                </c:pt>
                <c:pt idx="1403">
                  <c:v>0.65926173883935368</c:v>
                </c:pt>
                <c:pt idx="1404">
                  <c:v>0.65941033156181472</c:v>
                </c:pt>
                <c:pt idx="1405">
                  <c:v>0.65969607179483025</c:v>
                </c:pt>
                <c:pt idx="1406">
                  <c:v>0.65984187546072404</c:v>
                </c:pt>
                <c:pt idx="1407">
                  <c:v>0.65948716909641669</c:v>
                </c:pt>
                <c:pt idx="1408">
                  <c:v>0.6600573160940113</c:v>
                </c:pt>
                <c:pt idx="1409">
                  <c:v>0.6602827942874826</c:v>
                </c:pt>
                <c:pt idx="1410">
                  <c:v>0.66069169808728268</c:v>
                </c:pt>
                <c:pt idx="1411">
                  <c:v>0.6552273944366418</c:v>
                </c:pt>
                <c:pt idx="1412">
                  <c:v>0.65966466628821663</c:v>
                </c:pt>
                <c:pt idx="1413">
                  <c:v>0.66066115769204381</c:v>
                </c:pt>
                <c:pt idx="1414">
                  <c:v>0.66024113432172127</c:v>
                </c:pt>
                <c:pt idx="1415">
                  <c:v>0.66044022617124398</c:v>
                </c:pt>
                <c:pt idx="1416">
                  <c:v>0.6596808884118267</c:v>
                </c:pt>
                <c:pt idx="1417">
                  <c:v>0.66206769683590871</c:v>
                </c:pt>
                <c:pt idx="1418">
                  <c:v>0.66161930861478957</c:v>
                </c:pt>
                <c:pt idx="1419">
                  <c:v>0.66253164863653435</c:v>
                </c:pt>
                <c:pt idx="1420">
                  <c:v>0.66116329057261192</c:v>
                </c:pt>
                <c:pt idx="1421">
                  <c:v>0.66158428380144219</c:v>
                </c:pt>
                <c:pt idx="1422">
                  <c:v>0.66161549000644748</c:v>
                </c:pt>
                <c:pt idx="1423">
                  <c:v>0.66197092318290041</c:v>
                </c:pt>
                <c:pt idx="1424">
                  <c:v>0.66208196100852779</c:v>
                </c:pt>
                <c:pt idx="1425">
                  <c:v>0.66220463884539993</c:v>
                </c:pt>
                <c:pt idx="1426">
                  <c:v>0.66241961342025912</c:v>
                </c:pt>
                <c:pt idx="1427">
                  <c:v>0.66256956955346791</c:v>
                </c:pt>
                <c:pt idx="1428">
                  <c:v>0.66267772368965838</c:v>
                </c:pt>
                <c:pt idx="1429">
                  <c:v>0.66286279126769498</c:v>
                </c:pt>
                <c:pt idx="1430">
                  <c:v>0.66307870881713871</c:v>
                </c:pt>
                <c:pt idx="1431">
                  <c:v>0.66311897286837274</c:v>
                </c:pt>
                <c:pt idx="1432">
                  <c:v>0.66342258243820018</c:v>
                </c:pt>
                <c:pt idx="1433">
                  <c:v>0.66351097870462317</c:v>
                </c:pt>
                <c:pt idx="1434">
                  <c:v>0.66395937662191917</c:v>
                </c:pt>
                <c:pt idx="1435">
                  <c:v>0.66385096854801029</c:v>
                </c:pt>
                <c:pt idx="1436">
                  <c:v>0.66428129622697785</c:v>
                </c:pt>
                <c:pt idx="1437">
                  <c:v>0.66449696675952974</c:v>
                </c:pt>
                <c:pt idx="1438">
                  <c:v>0.66414487711030545</c:v>
                </c:pt>
                <c:pt idx="1439">
                  <c:v>0.66486131495011425</c:v>
                </c:pt>
                <c:pt idx="1440">
                  <c:v>0.66512588179151677</c:v>
                </c:pt>
                <c:pt idx="1441">
                  <c:v>0.66520376801181491</c:v>
                </c:pt>
                <c:pt idx="1442">
                  <c:v>0.66597434209213702</c:v>
                </c:pt>
                <c:pt idx="1443">
                  <c:v>0.66596541700380585</c:v>
                </c:pt>
                <c:pt idx="1444">
                  <c:v>0.66507715623587937</c:v>
                </c:pt>
                <c:pt idx="1445">
                  <c:v>0.66490575960032994</c:v>
                </c:pt>
                <c:pt idx="1446">
                  <c:v>0.66554667871270012</c:v>
                </c:pt>
                <c:pt idx="1447">
                  <c:v>0.66838353167116837</c:v>
                </c:pt>
                <c:pt idx="1448">
                  <c:v>0.66680405309886048</c:v>
                </c:pt>
                <c:pt idx="1449">
                  <c:v>0.66606331233553939</c:v>
                </c:pt>
                <c:pt idx="1450">
                  <c:v>0.66678871697925468</c:v>
                </c:pt>
                <c:pt idx="1451">
                  <c:v>0.66539163852056948</c:v>
                </c:pt>
                <c:pt idx="1452">
                  <c:v>0.66599169345342302</c:v>
                </c:pt>
                <c:pt idx="1453">
                  <c:v>0.66651555009414953</c:v>
                </c:pt>
                <c:pt idx="1454">
                  <c:v>0.66692974277518113</c:v>
                </c:pt>
                <c:pt idx="1455">
                  <c:v>0.66707813531156335</c:v>
                </c:pt>
                <c:pt idx="1456">
                  <c:v>0.66726270657749909</c:v>
                </c:pt>
                <c:pt idx="1457">
                  <c:v>0.66724984311825308</c:v>
                </c:pt>
                <c:pt idx="1458">
                  <c:v>0.66753732674326882</c:v>
                </c:pt>
                <c:pt idx="1459">
                  <c:v>0.66741575703336464</c:v>
                </c:pt>
                <c:pt idx="1460">
                  <c:v>0.66497777390739854</c:v>
                </c:pt>
                <c:pt idx="1461">
                  <c:v>0.66706435886477655</c:v>
                </c:pt>
                <c:pt idx="1462">
                  <c:v>0.66678599400330685</c:v>
                </c:pt>
                <c:pt idx="1463">
                  <c:v>0.66659746935547637</c:v>
                </c:pt>
                <c:pt idx="1464">
                  <c:v>0.66649538934628727</c:v>
                </c:pt>
                <c:pt idx="1465">
                  <c:v>0.66626282669533732</c:v>
                </c:pt>
                <c:pt idx="1466">
                  <c:v>0.66623535686770308</c:v>
                </c:pt>
                <c:pt idx="1467">
                  <c:v>0.66595617447319966</c:v>
                </c:pt>
                <c:pt idx="1468">
                  <c:v>0.66586395164760559</c:v>
                </c:pt>
                <c:pt idx="1469">
                  <c:v>0.6657843715422348</c:v>
                </c:pt>
                <c:pt idx="1470">
                  <c:v>0.66575172291401696</c:v>
                </c:pt>
                <c:pt idx="1471">
                  <c:v>0.66583576036793712</c:v>
                </c:pt>
                <c:pt idx="1472">
                  <c:v>0.66593436905829151</c:v>
                </c:pt>
                <c:pt idx="1473">
                  <c:v>0.66566924694811258</c:v>
                </c:pt>
                <c:pt idx="1474">
                  <c:v>0.66556141999570506</c:v>
                </c:pt>
                <c:pt idx="1475">
                  <c:v>0.66566378855735098</c:v>
                </c:pt>
                <c:pt idx="1476">
                  <c:v>0.66570306523581679</c:v>
                </c:pt>
                <c:pt idx="1477">
                  <c:v>0.66534512954274283</c:v>
                </c:pt>
                <c:pt idx="1478">
                  <c:v>0.6647260348016486</c:v>
                </c:pt>
                <c:pt idx="1479">
                  <c:v>0.66398464648210742</c:v>
                </c:pt>
                <c:pt idx="1480">
                  <c:v>0.66471483711291601</c:v>
                </c:pt>
                <c:pt idx="1481">
                  <c:v>0.66468254357774303</c:v>
                </c:pt>
                <c:pt idx="1482">
                  <c:v>0.66513953337666643</c:v>
                </c:pt>
                <c:pt idx="1483">
                  <c:v>0.66469651792076356</c:v>
                </c:pt>
                <c:pt idx="1484">
                  <c:v>0.66463672950646047</c:v>
                </c:pt>
                <c:pt idx="1485">
                  <c:v>0.66458556786741629</c:v>
                </c:pt>
                <c:pt idx="1486">
                  <c:v>0.66436609475794983</c:v>
                </c:pt>
                <c:pt idx="1487">
                  <c:v>0.66489516955245054</c:v>
                </c:pt>
                <c:pt idx="1488">
                  <c:v>0.66488479190458194</c:v>
                </c:pt>
                <c:pt idx="1489">
                  <c:v>0.66504934210526312</c:v>
                </c:pt>
                <c:pt idx="1490">
                  <c:v>0.66515697173725818</c:v>
                </c:pt>
                <c:pt idx="1491">
                  <c:v>0.6650265098898519</c:v>
                </c:pt>
                <c:pt idx="1492">
                  <c:v>0.66517117628076639</c:v>
                </c:pt>
                <c:pt idx="1493">
                  <c:v>0.66529169582777803</c:v>
                </c:pt>
                <c:pt idx="1494">
                  <c:v>0.66543107592141726</c:v>
                </c:pt>
                <c:pt idx="1495">
                  <c:v>0.66548942928078481</c:v>
                </c:pt>
                <c:pt idx="1496">
                  <c:v>0.66541900968447354</c:v>
                </c:pt>
                <c:pt idx="1497">
                  <c:v>0.66545922947812164</c:v>
                </c:pt>
                <c:pt idx="1498">
                  <c:v>0.66578360072414</c:v>
                </c:pt>
                <c:pt idx="1499">
                  <c:v>0.66591076160522256</c:v>
                </c:pt>
                <c:pt idx="1500">
                  <c:v>0.6657525435621563</c:v>
                </c:pt>
                <c:pt idx="1501">
                  <c:v>0.66579451342226326</c:v>
                </c:pt>
                <c:pt idx="1502">
                  <c:v>0.66596040109133614</c:v>
                </c:pt>
                <c:pt idx="1503">
                  <c:v>0.66590041595540295</c:v>
                </c:pt>
                <c:pt idx="1504">
                  <c:v>0.66563468095090672</c:v>
                </c:pt>
                <c:pt idx="1505">
                  <c:v>0.66602557863385958</c:v>
                </c:pt>
                <c:pt idx="1506">
                  <c:v>0.66612823811256772</c:v>
                </c:pt>
                <c:pt idx="1507">
                  <c:v>0.66633794132349888</c:v>
                </c:pt>
                <c:pt idx="1508">
                  <c:v>0.66655205704839426</c:v>
                </c:pt>
                <c:pt idx="1509">
                  <c:v>0.66675348403273149</c:v>
                </c:pt>
                <c:pt idx="1510">
                  <c:v>0.66682652169692258</c:v>
                </c:pt>
                <c:pt idx="1511">
                  <c:v>0.6665572968439365</c:v>
                </c:pt>
                <c:pt idx="1512">
                  <c:v>0.66713961021946278</c:v>
                </c:pt>
                <c:pt idx="1513">
                  <c:v>0.66685424982583874</c:v>
                </c:pt>
                <c:pt idx="1514">
                  <c:v>0.66697892725879804</c:v>
                </c:pt>
                <c:pt idx="1515">
                  <c:v>0.66696446220451377</c:v>
                </c:pt>
                <c:pt idx="1516">
                  <c:v>0.66686169285312991</c:v>
                </c:pt>
                <c:pt idx="1517">
                  <c:v>0.66712055737520748</c:v>
                </c:pt>
                <c:pt idx="1518">
                  <c:v>0.66719334832052457</c:v>
                </c:pt>
                <c:pt idx="1519">
                  <c:v>0.66718991036467701</c:v>
                </c:pt>
                <c:pt idx="1520">
                  <c:v>0.66728709407794939</c:v>
                </c:pt>
                <c:pt idx="1521">
                  <c:v>0.66740096625832135</c:v>
                </c:pt>
                <c:pt idx="1522">
                  <c:v>0.66747741285606288</c:v>
                </c:pt>
                <c:pt idx="1523">
                  <c:v>0.66738492696935381</c:v>
                </c:pt>
                <c:pt idx="1524">
                  <c:v>0.66745867090099187</c:v>
                </c:pt>
                <c:pt idx="1525">
                  <c:v>0.66764053318709238</c:v>
                </c:pt>
                <c:pt idx="1526">
                  <c:v>0.66761438760049019</c:v>
                </c:pt>
                <c:pt idx="1527">
                  <c:v>0.66772014517165335</c:v>
                </c:pt>
                <c:pt idx="1528">
                  <c:v>0.66766769662812997</c:v>
                </c:pt>
                <c:pt idx="1529">
                  <c:v>0.66787167874570774</c:v>
                </c:pt>
                <c:pt idx="1530">
                  <c:v>0.66805691003634926</c:v>
                </c:pt>
                <c:pt idx="1531">
                  <c:v>0.66826384207992295</c:v>
                </c:pt>
                <c:pt idx="1532">
                  <c:v>0.66773372037289769</c:v>
                </c:pt>
                <c:pt idx="1533">
                  <c:v>0.66768517948402195</c:v>
                </c:pt>
                <c:pt idx="1534">
                  <c:v>0.66565495699272192</c:v>
                </c:pt>
                <c:pt idx="1535">
                  <c:v>0.66581416322300124</c:v>
                </c:pt>
                <c:pt idx="1536">
                  <c:v>0.66747332082666988</c:v>
                </c:pt>
                <c:pt idx="1537">
                  <c:v>0.66750646181046003</c:v>
                </c:pt>
                <c:pt idx="1538">
                  <c:v>0.66764583829643354</c:v>
                </c:pt>
                <c:pt idx="1539">
                  <c:v>0.66782285370776895</c:v>
                </c:pt>
                <c:pt idx="1540">
                  <c:v>0.66766548729000752</c:v>
                </c:pt>
                <c:pt idx="1541">
                  <c:v>0.66807860019068777</c:v>
                </c:pt>
                <c:pt idx="1542">
                  <c:v>0.66820745141155447</c:v>
                </c:pt>
                <c:pt idx="1543">
                  <c:v>0.66840140287362826</c:v>
                </c:pt>
                <c:pt idx="1544">
                  <c:v>0.66832420154396321</c:v>
                </c:pt>
                <c:pt idx="1545">
                  <c:v>0.66841721790815845</c:v>
                </c:pt>
                <c:pt idx="1546">
                  <c:v>0.66861741459172219</c:v>
                </c:pt>
                <c:pt idx="1547">
                  <c:v>0.66868790950756618</c:v>
                </c:pt>
                <c:pt idx="1548">
                  <c:v>0.66865573921133947</c:v>
                </c:pt>
                <c:pt idx="1549">
                  <c:v>0.66900051104684211</c:v>
                </c:pt>
                <c:pt idx="1550">
                  <c:v>0.66915266300718823</c:v>
                </c:pt>
                <c:pt idx="1551">
                  <c:v>0.66934185107970079</c:v>
                </c:pt>
                <c:pt idx="1552">
                  <c:v>0.66949722935014977</c:v>
                </c:pt>
                <c:pt idx="1553">
                  <c:v>0.66951364946373004</c:v>
                </c:pt>
                <c:pt idx="1554">
                  <c:v>0.66979376440152705</c:v>
                </c:pt>
                <c:pt idx="1555">
                  <c:v>0.66985800364778814</c:v>
                </c:pt>
                <c:pt idx="1556">
                  <c:v>0.67009610575069001</c:v>
                </c:pt>
                <c:pt idx="1557">
                  <c:v>0.67022612585789643</c:v>
                </c:pt>
                <c:pt idx="1558">
                  <c:v>0.67026987839637364</c:v>
                </c:pt>
                <c:pt idx="1559">
                  <c:v>0.67032166530637161</c:v>
                </c:pt>
                <c:pt idx="1560">
                  <c:v>0.67040788706190935</c:v>
                </c:pt>
                <c:pt idx="1561">
                  <c:v>0.67039676792316205</c:v>
                </c:pt>
                <c:pt idx="1562">
                  <c:v>0.67054406074795736</c:v>
                </c:pt>
                <c:pt idx="1563">
                  <c:v>0.67064910128540178</c:v>
                </c:pt>
                <c:pt idx="1564">
                  <c:v>0.67085151591308922</c:v>
                </c:pt>
                <c:pt idx="1565">
                  <c:v>0.67084680665599583</c:v>
                </c:pt>
                <c:pt idx="1566">
                  <c:v>0.67091312879329479</c:v>
                </c:pt>
                <c:pt idx="1567">
                  <c:v>0.67118742048905533</c:v>
                </c:pt>
                <c:pt idx="1568">
                  <c:v>0.67122891749538893</c:v>
                </c:pt>
                <c:pt idx="1569">
                  <c:v>0.67118146524352917</c:v>
                </c:pt>
                <c:pt idx="1570">
                  <c:v>0.67146907794463628</c:v>
                </c:pt>
                <c:pt idx="1571">
                  <c:v>0.67176407787831183</c:v>
                </c:pt>
                <c:pt idx="1572">
                  <c:v>0.67175897020338216</c:v>
                </c:pt>
                <c:pt idx="1573">
                  <c:v>0.6719634322130339</c:v>
                </c:pt>
                <c:pt idx="1574">
                  <c:v>0.67204011398259911</c:v>
                </c:pt>
                <c:pt idx="1575">
                  <c:v>0.67224482441416056</c:v>
                </c:pt>
                <c:pt idx="1576">
                  <c:v>0.67218585085317428</c:v>
                </c:pt>
                <c:pt idx="1577">
                  <c:v>0.67222757937372479</c:v>
                </c:pt>
                <c:pt idx="1578">
                  <c:v>0.67223322311387346</c:v>
                </c:pt>
                <c:pt idx="1579">
                  <c:v>0.67266950556576954</c:v>
                </c:pt>
                <c:pt idx="1580">
                  <c:v>0.67256124569832021</c:v>
                </c:pt>
                <c:pt idx="1581">
                  <c:v>0.67302773952390327</c:v>
                </c:pt>
                <c:pt idx="1582">
                  <c:v>0.6729269598817702</c:v>
                </c:pt>
                <c:pt idx="1583">
                  <c:v>0.67290744940634373</c:v>
                </c:pt>
                <c:pt idx="1584">
                  <c:v>0.67296779597879908</c:v>
                </c:pt>
                <c:pt idx="1585">
                  <c:v>0.67309458912835551</c:v>
                </c:pt>
                <c:pt idx="1586">
                  <c:v>0.6729733253468726</c:v>
                </c:pt>
                <c:pt idx="1587">
                  <c:v>0.67310724286315804</c:v>
                </c:pt>
                <c:pt idx="1588">
                  <c:v>0.67349799455908599</c:v>
                </c:pt>
                <c:pt idx="1589">
                  <c:v>0.67323376740957575</c:v>
                </c:pt>
                <c:pt idx="1590">
                  <c:v>0.67294861135463391</c:v>
                </c:pt>
                <c:pt idx="1591">
                  <c:v>0.67268930212570255</c:v>
                </c:pt>
                <c:pt idx="1592">
                  <c:v>0.67249347829365014</c:v>
                </c:pt>
                <c:pt idx="1593">
                  <c:v>0.67190025354797633</c:v>
                </c:pt>
                <c:pt idx="1594">
                  <c:v>0.67137527706477995</c:v>
                </c:pt>
                <c:pt idx="1595">
                  <c:v>0.67211028552173091</c:v>
                </c:pt>
                <c:pt idx="1596">
                  <c:v>0.67190796214815263</c:v>
                </c:pt>
                <c:pt idx="1597">
                  <c:v>0.67165111613779815</c:v>
                </c:pt>
                <c:pt idx="1598">
                  <c:v>0.6717727336025624</c:v>
                </c:pt>
                <c:pt idx="1599">
                  <c:v>0.67165140240412136</c:v>
                </c:pt>
                <c:pt idx="1600">
                  <c:v>0.67210591017259458</c:v>
                </c:pt>
                <c:pt idx="1601">
                  <c:v>0.67201013554791544</c:v>
                </c:pt>
                <c:pt idx="1602">
                  <c:v>0.67184655543352345</c:v>
                </c:pt>
                <c:pt idx="1603">
                  <c:v>0.67197085673232804</c:v>
                </c:pt>
                <c:pt idx="1604">
                  <c:v>0.67230671022492583</c:v>
                </c:pt>
                <c:pt idx="1605">
                  <c:v>0.67231013816494578</c:v>
                </c:pt>
                <c:pt idx="1606">
                  <c:v>0.67251564042228207</c:v>
                </c:pt>
                <c:pt idx="1607">
                  <c:v>0.67249654427362227</c:v>
                </c:pt>
                <c:pt idx="1608">
                  <c:v>0.67248115057419977</c:v>
                </c:pt>
                <c:pt idx="1609">
                  <c:v>0.66901920510936874</c:v>
                </c:pt>
                <c:pt idx="1610">
                  <c:v>0.66935622864336675</c:v>
                </c:pt>
                <c:pt idx="1611">
                  <c:v>0.67165263913111084</c:v>
                </c:pt>
                <c:pt idx="1612">
                  <c:v>0.67138331217489977</c:v>
                </c:pt>
                <c:pt idx="1613">
                  <c:v>0.67142397172573365</c:v>
                </c:pt>
                <c:pt idx="1614">
                  <c:v>0.67114739616087193</c:v>
                </c:pt>
                <c:pt idx="1615">
                  <c:v>0.67157808462184765</c:v>
                </c:pt>
                <c:pt idx="1616">
                  <c:v>0.67164740279053403</c:v>
                </c:pt>
                <c:pt idx="1617">
                  <c:v>0.67163568043520938</c:v>
                </c:pt>
                <c:pt idx="1618">
                  <c:v>0.67177263753028815</c:v>
                </c:pt>
                <c:pt idx="1619">
                  <c:v>0.67185584427234402</c:v>
                </c:pt>
                <c:pt idx="1620">
                  <c:v>0.67196517482648133</c:v>
                </c:pt>
                <c:pt idx="1621">
                  <c:v>0.67210546170308927</c:v>
                </c:pt>
                <c:pt idx="1622">
                  <c:v>0.6724365545739901</c:v>
                </c:pt>
                <c:pt idx="1623">
                  <c:v>0.67235188509874322</c:v>
                </c:pt>
                <c:pt idx="1624">
                  <c:v>0.67214790387441914</c:v>
                </c:pt>
                <c:pt idx="1625">
                  <c:v>0.67283325216949985</c:v>
                </c:pt>
                <c:pt idx="1626">
                  <c:v>0.6724818345940945</c:v>
                </c:pt>
                <c:pt idx="1627">
                  <c:v>0.67264898984253318</c:v>
                </c:pt>
                <c:pt idx="1628">
                  <c:v>0.67262433537261035</c:v>
                </c:pt>
                <c:pt idx="1629">
                  <c:v>0.67241678143910666</c:v>
                </c:pt>
                <c:pt idx="1630">
                  <c:v>0.67242252870480068</c:v>
                </c:pt>
                <c:pt idx="1631">
                  <c:v>0.67202517886523871</c:v>
                </c:pt>
                <c:pt idx="1632">
                  <c:v>0.67306393736292569</c:v>
                </c:pt>
                <c:pt idx="1633">
                  <c:v>0.67273278964092842</c:v>
                </c:pt>
                <c:pt idx="1634">
                  <c:v>0.67285497660312765</c:v>
                </c:pt>
                <c:pt idx="1635">
                  <c:v>0.67301371900211915</c:v>
                </c:pt>
                <c:pt idx="1636">
                  <c:v>0.67324325379343419</c:v>
                </c:pt>
                <c:pt idx="1637">
                  <c:v>0.67309142931460531</c:v>
                </c:pt>
                <c:pt idx="1638">
                  <c:v>0.67322326421973699</c:v>
                </c:pt>
                <c:pt idx="1639">
                  <c:v>0.67298424226222298</c:v>
                </c:pt>
                <c:pt idx="1640">
                  <c:v>0.67310208391714799</c:v>
                </c:pt>
                <c:pt idx="1641">
                  <c:v>0.67299160365542521</c:v>
                </c:pt>
                <c:pt idx="1642">
                  <c:v>0.67310506780632484</c:v>
                </c:pt>
                <c:pt idx="1643">
                  <c:v>0.67312908961790985</c:v>
                </c:pt>
                <c:pt idx="1644">
                  <c:v>0.67334288579494583</c:v>
                </c:pt>
                <c:pt idx="1645">
                  <c:v>0.67319505673195068</c:v>
                </c:pt>
                <c:pt idx="1646">
                  <c:v>0.67320731228371777</c:v>
                </c:pt>
                <c:pt idx="1647">
                  <c:v>0.67324339641511743</c:v>
                </c:pt>
                <c:pt idx="1648">
                  <c:v>0.673454802641689</c:v>
                </c:pt>
                <c:pt idx="1649">
                  <c:v>0.67355690834954407</c:v>
                </c:pt>
                <c:pt idx="1650">
                  <c:v>0.67350729700127299</c:v>
                </c:pt>
                <c:pt idx="1651">
                  <c:v>0.6736203580411303</c:v>
                </c:pt>
                <c:pt idx="1652">
                  <c:v>0.67381273383304019</c:v>
                </c:pt>
                <c:pt idx="1653">
                  <c:v>0.67378003145206145</c:v>
                </c:pt>
                <c:pt idx="1654">
                  <c:v>0.67375484271454356</c:v>
                </c:pt>
                <c:pt idx="1655">
                  <c:v>0.6737977300567024</c:v>
                </c:pt>
                <c:pt idx="1656">
                  <c:v>0.67374613620500545</c:v>
                </c:pt>
                <c:pt idx="1657">
                  <c:v>0.67390875121096094</c:v>
                </c:pt>
                <c:pt idx="1658">
                  <c:v>0.67421823376757617</c:v>
                </c:pt>
                <c:pt idx="1659">
                  <c:v>0.67403354676803273</c:v>
                </c:pt>
                <c:pt idx="1660">
                  <c:v>0.67455928866868686</c:v>
                </c:pt>
                <c:pt idx="1661">
                  <c:v>0.6746973519563163</c:v>
                </c:pt>
                <c:pt idx="1662">
                  <c:v>0.67437891318331533</c:v>
                </c:pt>
                <c:pt idx="1663">
                  <c:v>0.67486750996093003</c:v>
                </c:pt>
                <c:pt idx="1664">
                  <c:v>0.67451325020634356</c:v>
                </c:pt>
                <c:pt idx="1665">
                  <c:v>0.67453305411433606</c:v>
                </c:pt>
                <c:pt idx="1666">
                  <c:v>0.67476040103480983</c:v>
                </c:pt>
                <c:pt idx="1667">
                  <c:v>0.67497708254334077</c:v>
                </c:pt>
                <c:pt idx="1668">
                  <c:v>0.67484813855872849</c:v>
                </c:pt>
                <c:pt idx="1669">
                  <c:v>0.67492387578882329</c:v>
                </c:pt>
                <c:pt idx="1670">
                  <c:v>0.67503484442286976</c:v>
                </c:pt>
                <c:pt idx="1671">
                  <c:v>0.67504124821318989</c:v>
                </c:pt>
                <c:pt idx="1672">
                  <c:v>0.67503089758163293</c:v>
                </c:pt>
                <c:pt idx="1673">
                  <c:v>0.67095511630767435</c:v>
                </c:pt>
                <c:pt idx="1674">
                  <c:v>0.67131876280182956</c:v>
                </c:pt>
                <c:pt idx="1675">
                  <c:v>0.67419328201411122</c:v>
                </c:pt>
                <c:pt idx="1676">
                  <c:v>0.67409709393305095</c:v>
                </c:pt>
                <c:pt idx="1677">
                  <c:v>0.67389438471780549</c:v>
                </c:pt>
                <c:pt idx="1678">
                  <c:v>0.67385370128310662</c:v>
                </c:pt>
                <c:pt idx="1679">
                  <c:v>0.67392946456727565</c:v>
                </c:pt>
                <c:pt idx="1680">
                  <c:v>0.67403986031666929</c:v>
                </c:pt>
                <c:pt idx="1681">
                  <c:v>0.6740298496525724</c:v>
                </c:pt>
                <c:pt idx="1682">
                  <c:v>0.67411735614393387</c:v>
                </c:pt>
                <c:pt idx="1683">
                  <c:v>0.67416913615068197</c:v>
                </c:pt>
                <c:pt idx="1684">
                  <c:v>0.67425340360122965</c:v>
                </c:pt>
                <c:pt idx="1685">
                  <c:v>0.67415175049557874</c:v>
                </c:pt>
                <c:pt idx="1686">
                  <c:v>0.6742915864404424</c:v>
                </c:pt>
                <c:pt idx="1687">
                  <c:v>0.67330831671549973</c:v>
                </c:pt>
                <c:pt idx="1688">
                  <c:v>0.67309013565664833</c:v>
                </c:pt>
                <c:pt idx="1689">
                  <c:v>0.67331188888340898</c:v>
                </c:pt>
                <c:pt idx="1690">
                  <c:v>0.67325541046479775</c:v>
                </c:pt>
                <c:pt idx="1691">
                  <c:v>0.67317481996523465</c:v>
                </c:pt>
                <c:pt idx="1692">
                  <c:v>0.67296847149577765</c:v>
                </c:pt>
                <c:pt idx="1693">
                  <c:v>0.67301674814974388</c:v>
                </c:pt>
                <c:pt idx="1694">
                  <c:v>0.67358275775255316</c:v>
                </c:pt>
                <c:pt idx="1695">
                  <c:v>0.67349365509543813</c:v>
                </c:pt>
                <c:pt idx="1696">
                  <c:v>0.6730417847412935</c:v>
                </c:pt>
                <c:pt idx="1697">
                  <c:v>0.67357535625209664</c:v>
                </c:pt>
                <c:pt idx="1698">
                  <c:v>0.6735951573496699</c:v>
                </c:pt>
                <c:pt idx="1699">
                  <c:v>0.67368539968696295</c:v>
                </c:pt>
                <c:pt idx="1700">
                  <c:v>0.67350511426255333</c:v>
                </c:pt>
                <c:pt idx="1701">
                  <c:v>0.67366065005618359</c:v>
                </c:pt>
                <c:pt idx="1702">
                  <c:v>0.6736040313419358</c:v>
                </c:pt>
                <c:pt idx="1703">
                  <c:v>0.67385634594909405</c:v>
                </c:pt>
                <c:pt idx="1704">
                  <c:v>0.67391510017538869</c:v>
                </c:pt>
                <c:pt idx="1705">
                  <c:v>0.67384944351813636</c:v>
                </c:pt>
                <c:pt idx="1706">
                  <c:v>0.67389817933181551</c:v>
                </c:pt>
                <c:pt idx="1707">
                  <c:v>0.67392655880748953</c:v>
                </c:pt>
                <c:pt idx="1708">
                  <c:v>0.67399648168878934</c:v>
                </c:pt>
                <c:pt idx="1709">
                  <c:v>0.67407942999053494</c:v>
                </c:pt>
                <c:pt idx="1710">
                  <c:v>0.67398572873703499</c:v>
                </c:pt>
                <c:pt idx="1711">
                  <c:v>0.67432909848118994</c:v>
                </c:pt>
                <c:pt idx="1712">
                  <c:v>0.67432898727766777</c:v>
                </c:pt>
                <c:pt idx="1713">
                  <c:v>0.67445235874901577</c:v>
                </c:pt>
                <c:pt idx="1714">
                  <c:v>0.67404246676447066</c:v>
                </c:pt>
                <c:pt idx="1715">
                  <c:v>0.67499079363409276</c:v>
                </c:pt>
                <c:pt idx="1716">
                  <c:v>0.67454436646537186</c:v>
                </c:pt>
                <c:pt idx="1717">
                  <c:v>0.67467292040081417</c:v>
                </c:pt>
                <c:pt idx="1718">
                  <c:v>0.67514336706498401</c:v>
                </c:pt>
                <c:pt idx="1719">
                  <c:v>0.67531552611228729</c:v>
                </c:pt>
                <c:pt idx="1720">
                  <c:v>0.67550263630569551</c:v>
                </c:pt>
                <c:pt idx="1721">
                  <c:v>0.67532373436121662</c:v>
                </c:pt>
                <c:pt idx="1722">
                  <c:v>0.67544237380133887</c:v>
                </c:pt>
                <c:pt idx="1723">
                  <c:v>0.67568262103312482</c:v>
                </c:pt>
                <c:pt idx="1724">
                  <c:v>0.67599027573180548</c:v>
                </c:pt>
                <c:pt idx="1725">
                  <c:v>0.67596156453668643</c:v>
                </c:pt>
                <c:pt idx="1726">
                  <c:v>0.67637072014196475</c:v>
                </c:pt>
                <c:pt idx="1727">
                  <c:v>0.6763465458172514</c:v>
                </c:pt>
                <c:pt idx="1728">
                  <c:v>0.67638883119088089</c:v>
                </c:pt>
                <c:pt idx="1729">
                  <c:v>0.67676959156813787</c:v>
                </c:pt>
                <c:pt idx="1730">
                  <c:v>0.67684527054100985</c:v>
                </c:pt>
                <c:pt idx="1731">
                  <c:v>0.67690755950748438</c:v>
                </c:pt>
                <c:pt idx="1732">
                  <c:v>0.67708703502939405</c:v>
                </c:pt>
                <c:pt idx="1733">
                  <c:v>0.6772000562614281</c:v>
                </c:pt>
                <c:pt idx="1734">
                  <c:v>0.67734578940536794</c:v>
                </c:pt>
                <c:pt idx="1735">
                  <c:v>0.67741906416476227</c:v>
                </c:pt>
                <c:pt idx="1736">
                  <c:v>0.67748769573331979</c:v>
                </c:pt>
                <c:pt idx="1737">
                  <c:v>0.6776444355589657</c:v>
                </c:pt>
                <c:pt idx="1738">
                  <c:v>0.67786084432584659</c:v>
                </c:pt>
                <c:pt idx="1739">
                  <c:v>0.67792613605682184</c:v>
                </c:pt>
                <c:pt idx="1740">
                  <c:v>0.67809146073724291</c:v>
                </c:pt>
                <c:pt idx="1741">
                  <c:v>0.67813957839703076</c:v>
                </c:pt>
                <c:pt idx="1742">
                  <c:v>0.67834721447716351</c:v>
                </c:pt>
                <c:pt idx="1743">
                  <c:v>0.67867220215308854</c:v>
                </c:pt>
                <c:pt idx="1744">
                  <c:v>0.67873260066676855</c:v>
                </c:pt>
                <c:pt idx="1745">
                  <c:v>0.67864756912612223</c:v>
                </c:pt>
                <c:pt idx="1746">
                  <c:v>0.67898353522370691</c:v>
                </c:pt>
                <c:pt idx="1747">
                  <c:v>0.67899451337163552</c:v>
                </c:pt>
                <c:pt idx="1748">
                  <c:v>0.67933113248169941</c:v>
                </c:pt>
                <c:pt idx="1749">
                  <c:v>0.67928504246810395</c:v>
                </c:pt>
                <c:pt idx="1750">
                  <c:v>0.67928530445384772</c:v>
                </c:pt>
                <c:pt idx="1751">
                  <c:v>0.67957678294796031</c:v>
                </c:pt>
                <c:pt idx="1752">
                  <c:v>0.67949857688750603</c:v>
                </c:pt>
                <c:pt idx="1753">
                  <c:v>0.67946665614989277</c:v>
                </c:pt>
                <c:pt idx="1754">
                  <c:v>0.67970072721995589</c:v>
                </c:pt>
                <c:pt idx="1755">
                  <c:v>0.67996904035861594</c:v>
                </c:pt>
                <c:pt idx="1756">
                  <c:v>0.68026169489340438</c:v>
                </c:pt>
                <c:pt idx="1757">
                  <c:v>0.68036116088450038</c:v>
                </c:pt>
                <c:pt idx="1758">
                  <c:v>0.68035462465192531</c:v>
                </c:pt>
                <c:pt idx="1759">
                  <c:v>0.68059300397017797</c:v>
                </c:pt>
                <c:pt idx="1760">
                  <c:v>0.68076646526652429</c:v>
                </c:pt>
                <c:pt idx="1761">
                  <c:v>0.6808095943981417</c:v>
                </c:pt>
                <c:pt idx="1762">
                  <c:v>0.68081527441863776</c:v>
                </c:pt>
                <c:pt idx="1763">
                  <c:v>0.68090519597928911</c:v>
                </c:pt>
                <c:pt idx="1764">
                  <c:v>0.68013763818727591</c:v>
                </c:pt>
                <c:pt idx="1765">
                  <c:v>0.67999800083536521</c:v>
                </c:pt>
                <c:pt idx="1766">
                  <c:v>0.68052383263622218</c:v>
                </c:pt>
                <c:pt idx="1767">
                  <c:v>0.68052708847301691</c:v>
                </c:pt>
                <c:pt idx="1768">
                  <c:v>0.68030196566594026</c:v>
                </c:pt>
                <c:pt idx="1769">
                  <c:v>0.68017208487999348</c:v>
                </c:pt>
                <c:pt idx="1770">
                  <c:v>0.68012422360248448</c:v>
                </c:pt>
                <c:pt idx="1771">
                  <c:v>0.68030424810335022</c:v>
                </c:pt>
                <c:pt idx="1772">
                  <c:v>0.68032074281784782</c:v>
                </c:pt>
                <c:pt idx="1773">
                  <c:v>0.68017383928953257</c:v>
                </c:pt>
                <c:pt idx="1774">
                  <c:v>0.6804841553999893</c:v>
                </c:pt>
                <c:pt idx="1775">
                  <c:v>0.68056534711985583</c:v>
                </c:pt>
                <c:pt idx="1776">
                  <c:v>0.68054740018718796</c:v>
                </c:pt>
                <c:pt idx="1777">
                  <c:v>0.68039358081649515</c:v>
                </c:pt>
                <c:pt idx="1778">
                  <c:v>0.68083589244784126</c:v>
                </c:pt>
                <c:pt idx="1779">
                  <c:v>0.68043352158889114</c:v>
                </c:pt>
                <c:pt idx="1780">
                  <c:v>0.68066611441553226</c:v>
                </c:pt>
                <c:pt idx="1781">
                  <c:v>0.68055382733869219</c:v>
                </c:pt>
                <c:pt idx="1782">
                  <c:v>0.68063540144558099</c:v>
                </c:pt>
                <c:pt idx="1783">
                  <c:v>0.6808329293693367</c:v>
                </c:pt>
                <c:pt idx="1784">
                  <c:v>0.68020102714860642</c:v>
                </c:pt>
                <c:pt idx="1785">
                  <c:v>0.68059827663368155</c:v>
                </c:pt>
                <c:pt idx="1786">
                  <c:v>0.6806082705191886</c:v>
                </c:pt>
                <c:pt idx="1787">
                  <c:v>0.68061017334147278</c:v>
                </c:pt>
                <c:pt idx="1788">
                  <c:v>0.68069139622226438</c:v>
                </c:pt>
                <c:pt idx="1789">
                  <c:v>0.68077925164457631</c:v>
                </c:pt>
                <c:pt idx="1790">
                  <c:v>0.68082277033388472</c:v>
                </c:pt>
                <c:pt idx="1791">
                  <c:v>0.6808564553112918</c:v>
                </c:pt>
                <c:pt idx="1792">
                  <c:v>0.68092485958914428</c:v>
                </c:pt>
                <c:pt idx="1793">
                  <c:v>0.68092050476092603</c:v>
                </c:pt>
                <c:pt idx="1794">
                  <c:v>0.68095862264418305</c:v>
                </c:pt>
                <c:pt idx="1795">
                  <c:v>0.68099709767158534</c:v>
                </c:pt>
                <c:pt idx="1796">
                  <c:v>0.68104427792192157</c:v>
                </c:pt>
                <c:pt idx="1797">
                  <c:v>0.68113142462918252</c:v>
                </c:pt>
                <c:pt idx="1798">
                  <c:v>0.68108762932177913</c:v>
                </c:pt>
                <c:pt idx="1799">
                  <c:v>0.68104588804618527</c:v>
                </c:pt>
                <c:pt idx="1800">
                  <c:v>0.68119627159075846</c:v>
                </c:pt>
                <c:pt idx="1801">
                  <c:v>0.68112016368850425</c:v>
                </c:pt>
                <c:pt idx="1802">
                  <c:v>0.68143016862396699</c:v>
                </c:pt>
                <c:pt idx="1803">
                  <c:v>0.68144109392579399</c:v>
                </c:pt>
                <c:pt idx="1804">
                  <c:v>0.68178134506630705</c:v>
                </c:pt>
                <c:pt idx="1805">
                  <c:v>0.68175669470992528</c:v>
                </c:pt>
                <c:pt idx="1806">
                  <c:v>0.68141855233558291</c:v>
                </c:pt>
                <c:pt idx="1807">
                  <c:v>0.68197576104185864</c:v>
                </c:pt>
                <c:pt idx="1808">
                  <c:v>0.68200994000021165</c:v>
                </c:pt>
                <c:pt idx="1809">
                  <c:v>0.68206304270418738</c:v>
                </c:pt>
                <c:pt idx="1810">
                  <c:v>0.68193860416549079</c:v>
                </c:pt>
                <c:pt idx="1811">
                  <c:v>0.68210312664075523</c:v>
                </c:pt>
                <c:pt idx="1812">
                  <c:v>0.68203850980723957</c:v>
                </c:pt>
                <c:pt idx="1813">
                  <c:v>0.6819465313362586</c:v>
                </c:pt>
                <c:pt idx="1814">
                  <c:v>0.6820854546126931</c:v>
                </c:pt>
                <c:pt idx="1815">
                  <c:v>0.68209977061595695</c:v>
                </c:pt>
                <c:pt idx="1816">
                  <c:v>0.6820958807905757</c:v>
                </c:pt>
                <c:pt idx="1817">
                  <c:v>0.68218146881202768</c:v>
                </c:pt>
                <c:pt idx="1818">
                  <c:v>0.68231258410956008</c:v>
                </c:pt>
                <c:pt idx="1819">
                  <c:v>0.68241678433827535</c:v>
                </c:pt>
                <c:pt idx="1820">
                  <c:v>0.68254819398904698</c:v>
                </c:pt>
                <c:pt idx="1821">
                  <c:v>0.68251080881577553</c:v>
                </c:pt>
                <c:pt idx="1822">
                  <c:v>0.68259970374847789</c:v>
                </c:pt>
                <c:pt idx="1823">
                  <c:v>0.68282383278615377</c:v>
                </c:pt>
                <c:pt idx="1824">
                  <c:v>0.68280321197714955</c:v>
                </c:pt>
                <c:pt idx="1825">
                  <c:v>0.68281148275989156</c:v>
                </c:pt>
                <c:pt idx="1826">
                  <c:v>0.6825264295273995</c:v>
                </c:pt>
                <c:pt idx="1827">
                  <c:v>0.68241604665720945</c:v>
                </c:pt>
                <c:pt idx="1828">
                  <c:v>0.68240982103571046</c:v>
                </c:pt>
                <c:pt idx="1829">
                  <c:v>0.68231805523668987</c:v>
                </c:pt>
                <c:pt idx="1830">
                  <c:v>0.6809097343396332</c:v>
                </c:pt>
                <c:pt idx="1831">
                  <c:v>0.68186668115010152</c:v>
                </c:pt>
                <c:pt idx="1832">
                  <c:v>0.68201086642491815</c:v>
                </c:pt>
                <c:pt idx="1833">
                  <c:v>0.68085870566922346</c:v>
                </c:pt>
                <c:pt idx="1834">
                  <c:v>0.68152195989718667</c:v>
                </c:pt>
                <c:pt idx="1835">
                  <c:v>0.68141585175668751</c:v>
                </c:pt>
                <c:pt idx="1836">
                  <c:v>0.68155018530793998</c:v>
                </c:pt>
                <c:pt idx="1837">
                  <c:v>0.68158359423810266</c:v>
                </c:pt>
                <c:pt idx="1838">
                  <c:v>0.68119190661696316</c:v>
                </c:pt>
                <c:pt idx="1839">
                  <c:v>0.68166389339448519</c:v>
                </c:pt>
                <c:pt idx="1840">
                  <c:v>0.68176191025735178</c:v>
                </c:pt>
                <c:pt idx="1841">
                  <c:v>0.68174040705041372</c:v>
                </c:pt>
                <c:pt idx="1842">
                  <c:v>0.68172217340184105</c:v>
                </c:pt>
                <c:pt idx="1843">
                  <c:v>0.68210797624431818</c:v>
                </c:pt>
                <c:pt idx="1844">
                  <c:v>0.6820662897373484</c:v>
                </c:pt>
                <c:pt idx="1845">
                  <c:v>0.68223976035485923</c:v>
                </c:pt>
                <c:pt idx="1846">
                  <c:v>0.68238449377580335</c:v>
                </c:pt>
                <c:pt idx="1847">
                  <c:v>0.6824969131280999</c:v>
                </c:pt>
                <c:pt idx="1848">
                  <c:v>0.68268818217017757</c:v>
                </c:pt>
                <c:pt idx="1849">
                  <c:v>0.68266561580202823</c:v>
                </c:pt>
                <c:pt idx="1850">
                  <c:v>0.68278278452769015</c:v>
                </c:pt>
                <c:pt idx="1851">
                  <c:v>0.68273000693532038</c:v>
                </c:pt>
                <c:pt idx="1852">
                  <c:v>0.68288909524564489</c:v>
                </c:pt>
                <c:pt idx="1853">
                  <c:v>0.68292636198968926</c:v>
                </c:pt>
                <c:pt idx="1854">
                  <c:v>0.68284197990012752</c:v>
                </c:pt>
                <c:pt idx="1855">
                  <c:v>0.68303786714205872</c:v>
                </c:pt>
                <c:pt idx="1856">
                  <c:v>0.6830431256808539</c:v>
                </c:pt>
                <c:pt idx="1857">
                  <c:v>0.68297177099427908</c:v>
                </c:pt>
                <c:pt idx="1858">
                  <c:v>0.68323944911208534</c:v>
                </c:pt>
                <c:pt idx="1859">
                  <c:v>0.6831383419004361</c:v>
                </c:pt>
                <c:pt idx="1860">
                  <c:v>0.68326788838302865</c:v>
                </c:pt>
                <c:pt idx="1861">
                  <c:v>0.68327369977704755</c:v>
                </c:pt>
                <c:pt idx="1862">
                  <c:v>0.68315428515783949</c:v>
                </c:pt>
                <c:pt idx="1863">
                  <c:v>0.68336714807029997</c:v>
                </c:pt>
                <c:pt idx="1864">
                  <c:v>0.68384525384244166</c:v>
                </c:pt>
                <c:pt idx="1865">
                  <c:v>0.68347578199192005</c:v>
                </c:pt>
                <c:pt idx="1866">
                  <c:v>0.68361802590007981</c:v>
                </c:pt>
                <c:pt idx="1867">
                  <c:v>0.68407308439755676</c:v>
                </c:pt>
                <c:pt idx="1868">
                  <c:v>0.68388435487452814</c:v>
                </c:pt>
                <c:pt idx="1869">
                  <c:v>0.68414671165037599</c:v>
                </c:pt>
                <c:pt idx="1870">
                  <c:v>0.68395517857452603</c:v>
                </c:pt>
                <c:pt idx="1871">
                  <c:v>0.68440196464267322</c:v>
                </c:pt>
                <c:pt idx="1872">
                  <c:v>0.68431023186968987</c:v>
                </c:pt>
                <c:pt idx="1873">
                  <c:v>0.6844024902232918</c:v>
                </c:pt>
                <c:pt idx="1874">
                  <c:v>0.68451453115798966</c:v>
                </c:pt>
                <c:pt idx="1875">
                  <c:v>0.68472153198533681</c:v>
                </c:pt>
                <c:pt idx="1876">
                  <c:v>0.68492977569423652</c:v>
                </c:pt>
                <c:pt idx="1877">
                  <c:v>0.68504409891448825</c:v>
                </c:pt>
                <c:pt idx="1878">
                  <c:v>0.68514157676635723</c:v>
                </c:pt>
                <c:pt idx="1879">
                  <c:v>0.68520171460004775</c:v>
                </c:pt>
                <c:pt idx="1880">
                  <c:v>0.6853908102228532</c:v>
                </c:pt>
                <c:pt idx="1881">
                  <c:v>0.68556419466695251</c:v>
                </c:pt>
                <c:pt idx="1882">
                  <c:v>0.68579344461640501</c:v>
                </c:pt>
                <c:pt idx="1883">
                  <c:v>0.68549119710404238</c:v>
                </c:pt>
                <c:pt idx="1884">
                  <c:v>0.68550266742632215</c:v>
                </c:pt>
                <c:pt idx="1885">
                  <c:v>0.68555756159361503</c:v>
                </c:pt>
                <c:pt idx="1886">
                  <c:v>0.68566142843829936</c:v>
                </c:pt>
                <c:pt idx="1887">
                  <c:v>0.68586354915736158</c:v>
                </c:pt>
                <c:pt idx="1888">
                  <c:v>0.68607553451145786</c:v>
                </c:pt>
                <c:pt idx="1889">
                  <c:v>0.68627325828120744</c:v>
                </c:pt>
                <c:pt idx="1890">
                  <c:v>0.68628400645312515</c:v>
                </c:pt>
                <c:pt idx="1891">
                  <c:v>0.68628055820750455</c:v>
                </c:pt>
                <c:pt idx="1892">
                  <c:v>0.68656346194591478</c:v>
                </c:pt>
                <c:pt idx="1893">
                  <c:v>0.68680437758853774</c:v>
                </c:pt>
                <c:pt idx="1894">
                  <c:v>0.68672392063415544</c:v>
                </c:pt>
                <c:pt idx="1895">
                  <c:v>0.68638036978912753</c:v>
                </c:pt>
                <c:pt idx="1896">
                  <c:v>0.68641237415276501</c:v>
                </c:pt>
                <c:pt idx="1897">
                  <c:v>0.68665885878644883</c:v>
                </c:pt>
                <c:pt idx="1898">
                  <c:v>0.68665738147173205</c:v>
                </c:pt>
                <c:pt idx="1899">
                  <c:v>0.68671115138156502</c:v>
                </c:pt>
                <c:pt idx="1900">
                  <c:v>0.68687066688676124</c:v>
                </c:pt>
                <c:pt idx="1901">
                  <c:v>0.68711876816463879</c:v>
                </c:pt>
                <c:pt idx="1902">
                  <c:v>0.68697910489832603</c:v>
                </c:pt>
                <c:pt idx="1903">
                  <c:v>0.68728413687397549</c:v>
                </c:pt>
                <c:pt idx="1904">
                  <c:v>0.68730909178368838</c:v>
                </c:pt>
                <c:pt idx="1905">
                  <c:v>0.68682610764413166</c:v>
                </c:pt>
                <c:pt idx="1906">
                  <c:v>0.68756385841334067</c:v>
                </c:pt>
                <c:pt idx="1907">
                  <c:v>0.68754549699891487</c:v>
                </c:pt>
                <c:pt idx="1908">
                  <c:v>0.68755149259879711</c:v>
                </c:pt>
                <c:pt idx="1909">
                  <c:v>0.68752241469546038</c:v>
                </c:pt>
                <c:pt idx="1910">
                  <c:v>0.68772633467768907</c:v>
                </c:pt>
                <c:pt idx="1911">
                  <c:v>0.68784517120491762</c:v>
                </c:pt>
                <c:pt idx="1912">
                  <c:v>0.68789113266877211</c:v>
                </c:pt>
                <c:pt idx="1913">
                  <c:v>0.68794064860732318</c:v>
                </c:pt>
                <c:pt idx="1914">
                  <c:v>0.6880582384513616</c:v>
                </c:pt>
                <c:pt idx="1915">
                  <c:v>0.68833200270010031</c:v>
                </c:pt>
                <c:pt idx="1916">
                  <c:v>0.68833602230648816</c:v>
                </c:pt>
                <c:pt idx="1917">
                  <c:v>0.68823328943515205</c:v>
                </c:pt>
                <c:pt idx="1918">
                  <c:v>0.68836534740605526</c:v>
                </c:pt>
                <c:pt idx="1919">
                  <c:v>0.68824008681631299</c:v>
                </c:pt>
                <c:pt idx="1920">
                  <c:v>0.68824929787419753</c:v>
                </c:pt>
                <c:pt idx="1921">
                  <c:v>0.68818347041246952</c:v>
                </c:pt>
                <c:pt idx="1922">
                  <c:v>0.68829235743981931</c:v>
                </c:pt>
                <c:pt idx="1923">
                  <c:v>0.6885591988977664</c:v>
                </c:pt>
                <c:pt idx="1924">
                  <c:v>0.68855043273981931</c:v>
                </c:pt>
                <c:pt idx="1925">
                  <c:v>0.68858660643040348</c:v>
                </c:pt>
                <c:pt idx="1926">
                  <c:v>0.68855983620285954</c:v>
                </c:pt>
                <c:pt idx="1927">
                  <c:v>0.68865493040740999</c:v>
                </c:pt>
                <c:pt idx="1928">
                  <c:v>0.68866807762671733</c:v>
                </c:pt>
                <c:pt idx="1929">
                  <c:v>0.68861270078522507</c:v>
                </c:pt>
                <c:pt idx="1930">
                  <c:v>0.68839478429551104</c:v>
                </c:pt>
                <c:pt idx="1931">
                  <c:v>0.68840834525398675</c:v>
                </c:pt>
                <c:pt idx="1932">
                  <c:v>0.68850737004372242</c:v>
                </c:pt>
                <c:pt idx="1933">
                  <c:v>0.68858320275935925</c:v>
                </c:pt>
                <c:pt idx="1934">
                  <c:v>0.68855055808100607</c:v>
                </c:pt>
                <c:pt idx="1935">
                  <c:v>0.68853554431277353</c:v>
                </c:pt>
                <c:pt idx="1936">
                  <c:v>0.68861376436806099</c:v>
                </c:pt>
                <c:pt idx="1937">
                  <c:v>0.6885394766881221</c:v>
                </c:pt>
                <c:pt idx="1938">
                  <c:v>0.68857745403998405</c:v>
                </c:pt>
                <c:pt idx="1939">
                  <c:v>0.68856359425028957</c:v>
                </c:pt>
                <c:pt idx="1940">
                  <c:v>0.68859629706564429</c:v>
                </c:pt>
                <c:pt idx="1941">
                  <c:v>0.68861905426615233</c:v>
                </c:pt>
                <c:pt idx="1942">
                  <c:v>0.68861821963012071</c:v>
                </c:pt>
                <c:pt idx="1943">
                  <c:v>0.68861277163280799</c:v>
                </c:pt>
                <c:pt idx="1944">
                  <c:v>0.68863852351298105</c:v>
                </c:pt>
                <c:pt idx="1945">
                  <c:v>0.68807475098018878</c:v>
                </c:pt>
                <c:pt idx="1946">
                  <c:v>0.68849110596039997</c:v>
                </c:pt>
                <c:pt idx="1947">
                  <c:v>0.6880615018688413</c:v>
                </c:pt>
                <c:pt idx="1948">
                  <c:v>0.68806734793716362</c:v>
                </c:pt>
                <c:pt idx="1949">
                  <c:v>0.68779562395868177</c:v>
                </c:pt>
                <c:pt idx="1950">
                  <c:v>0.68789487628908008</c:v>
                </c:pt>
                <c:pt idx="1951">
                  <c:v>0.68867234376246489</c:v>
                </c:pt>
                <c:pt idx="1952">
                  <c:v>0.68849366381454824</c:v>
                </c:pt>
                <c:pt idx="1953">
                  <c:v>0.6886522800335394</c:v>
                </c:pt>
                <c:pt idx="1954">
                  <c:v>0.68883920316616432</c:v>
                </c:pt>
                <c:pt idx="1955">
                  <c:v>0.68870977051495774</c:v>
                </c:pt>
                <c:pt idx="1956">
                  <c:v>0.68914177029794277</c:v>
                </c:pt>
                <c:pt idx="1957">
                  <c:v>0.68909048387315452</c:v>
                </c:pt>
                <c:pt idx="1958">
                  <c:v>0.68895577939015518</c:v>
                </c:pt>
                <c:pt idx="1959">
                  <c:v>0.68884049564630412</c:v>
                </c:pt>
                <c:pt idx="1960">
                  <c:v>0.68902270480363714</c:v>
                </c:pt>
                <c:pt idx="1961">
                  <c:v>0.68919740695757936</c:v>
                </c:pt>
                <c:pt idx="1962">
                  <c:v>0.68921029010788026</c:v>
                </c:pt>
                <c:pt idx="1963">
                  <c:v>0.68893531013287657</c:v>
                </c:pt>
                <c:pt idx="1964">
                  <c:v>0.68917768552381953</c:v>
                </c:pt>
                <c:pt idx="1965">
                  <c:v>0.68907752124228894</c:v>
                </c:pt>
                <c:pt idx="1966">
                  <c:v>0.68930644394557383</c:v>
                </c:pt>
                <c:pt idx="1967">
                  <c:v>0.68940141125041665</c:v>
                </c:pt>
                <c:pt idx="1968">
                  <c:v>0.68952292051380926</c:v>
                </c:pt>
                <c:pt idx="1969">
                  <c:v>0.689679485445298</c:v>
                </c:pt>
                <c:pt idx="1970">
                  <c:v>0.68977237962757942</c:v>
                </c:pt>
                <c:pt idx="1971">
                  <c:v>0.68916353342184122</c:v>
                </c:pt>
                <c:pt idx="1972">
                  <c:v>0.69004366723741395</c:v>
                </c:pt>
                <c:pt idx="1973">
                  <c:v>0.68985796902799768</c:v>
                </c:pt>
                <c:pt idx="1974">
                  <c:v>0.68980548608228109</c:v>
                </c:pt>
                <c:pt idx="1975">
                  <c:v>0.68521821596656085</c:v>
                </c:pt>
                <c:pt idx="1976">
                  <c:v>0.6894552435319341</c:v>
                </c:pt>
                <c:pt idx="1977">
                  <c:v>0.68857517901372045</c:v>
                </c:pt>
                <c:pt idx="1978">
                  <c:v>0.68905179406492256</c:v>
                </c:pt>
                <c:pt idx="1979">
                  <c:v>0.68913424388631517</c:v>
                </c:pt>
                <c:pt idx="1980">
                  <c:v>0.68873095112093863</c:v>
                </c:pt>
                <c:pt idx="1981">
                  <c:v>0.68929889298892988</c:v>
                </c:pt>
                <c:pt idx="1982">
                  <c:v>0.68907414394868394</c:v>
                </c:pt>
                <c:pt idx="1983">
                  <c:v>0.68928768710507538</c:v>
                </c:pt>
                <c:pt idx="1984">
                  <c:v>0.68959476622164739</c:v>
                </c:pt>
                <c:pt idx="1985">
                  <c:v>0.68945772533886907</c:v>
                </c:pt>
                <c:pt idx="1986">
                  <c:v>0.68969794484005231</c:v>
                </c:pt>
                <c:pt idx="1987">
                  <c:v>0.68935562963723362</c:v>
                </c:pt>
                <c:pt idx="1988">
                  <c:v>0.68932260918415067</c:v>
                </c:pt>
                <c:pt idx="1989">
                  <c:v>0.69025253510796503</c:v>
                </c:pt>
                <c:pt idx="1990">
                  <c:v>0.6906751426879173</c:v>
                </c:pt>
                <c:pt idx="1991">
                  <c:v>0.69060146774868447</c:v>
                </c:pt>
                <c:pt idx="1992">
                  <c:v>0.69088887655436082</c:v>
                </c:pt>
                <c:pt idx="1993">
                  <c:v>0.69079974390987775</c:v>
                </c:pt>
                <c:pt idx="1994">
                  <c:v>0.69137978842291892</c:v>
                </c:pt>
                <c:pt idx="1995">
                  <c:v>0.69102889563532921</c:v>
                </c:pt>
                <c:pt idx="1996">
                  <c:v>0.69096473218857168</c:v>
                </c:pt>
                <c:pt idx="1997">
                  <c:v>0.69078388514523037</c:v>
                </c:pt>
                <c:pt idx="1998">
                  <c:v>0.69065882810874668</c:v>
                </c:pt>
                <c:pt idx="1999">
                  <c:v>0.69049545436233484</c:v>
                </c:pt>
                <c:pt idx="2000">
                  <c:v>0.69056976108092505</c:v>
                </c:pt>
                <c:pt idx="2001">
                  <c:v>0.69018207315804847</c:v>
                </c:pt>
                <c:pt idx="2002">
                  <c:v>0.69026202909049439</c:v>
                </c:pt>
                <c:pt idx="2003">
                  <c:v>0.68999463699135222</c:v>
                </c:pt>
                <c:pt idx="2004">
                  <c:v>0.68999194236023498</c:v>
                </c:pt>
                <c:pt idx="2005">
                  <c:v>0.68561945161295723</c:v>
                </c:pt>
                <c:pt idx="2006">
                  <c:v>0.68595002578407005</c:v>
                </c:pt>
                <c:pt idx="2007">
                  <c:v>0.68619235655782285</c:v>
                </c:pt>
                <c:pt idx="2008">
                  <c:v>0.68595925143677672</c:v>
                </c:pt>
                <c:pt idx="2009">
                  <c:v>0.68766982558995571</c:v>
                </c:pt>
                <c:pt idx="2010">
                  <c:v>0.68574736063782982</c:v>
                </c:pt>
                <c:pt idx="2011">
                  <c:v>0.6820676714363122</c:v>
                </c:pt>
                <c:pt idx="2012">
                  <c:v>0.68290871500474215</c:v>
                </c:pt>
                <c:pt idx="2013">
                  <c:v>0.6878197249048873</c:v>
                </c:pt>
                <c:pt idx="2014">
                  <c:v>0.68875047029806435</c:v>
                </c:pt>
                <c:pt idx="2015">
                  <c:v>0.68690026449766317</c:v>
                </c:pt>
                <c:pt idx="2016">
                  <c:v>0.68808825643717642</c:v>
                </c:pt>
                <c:pt idx="2017">
                  <c:v>0.68870607658732541</c:v>
                </c:pt>
                <c:pt idx="2018">
                  <c:v>0.68873668570320712</c:v>
                </c:pt>
                <c:pt idx="2019">
                  <c:v>0.68888176117019329</c:v>
                </c:pt>
                <c:pt idx="2020">
                  <c:v>0.68877698297884415</c:v>
                </c:pt>
                <c:pt idx="2021">
                  <c:v>0.68871922530182395</c:v>
                </c:pt>
                <c:pt idx="2022">
                  <c:v>0.68873750907861453</c:v>
                </c:pt>
                <c:pt idx="2023">
                  <c:v>0.68806206723950936</c:v>
                </c:pt>
                <c:pt idx="2024">
                  <c:v>0.68871917019336715</c:v>
                </c:pt>
                <c:pt idx="2025">
                  <c:v>0.68916919138894717</c:v>
                </c:pt>
                <c:pt idx="2026">
                  <c:v>0.68875004374788551</c:v>
                </c:pt>
                <c:pt idx="2027">
                  <c:v>0.68929228492580885</c:v>
                </c:pt>
                <c:pt idx="2028">
                  <c:v>0.68929754357567874</c:v>
                </c:pt>
                <c:pt idx="2029">
                  <c:v>0.68898197808054895</c:v>
                </c:pt>
                <c:pt idx="2030">
                  <c:v>0.68928750439200492</c:v>
                </c:pt>
                <c:pt idx="2031">
                  <c:v>0.68925907425907418</c:v>
                </c:pt>
                <c:pt idx="2032">
                  <c:v>0.68908255643379368</c:v>
                </c:pt>
                <c:pt idx="2033">
                  <c:v>0.68911570289215618</c:v>
                </c:pt>
                <c:pt idx="2034">
                  <c:v>0.68914447403462054</c:v>
                </c:pt>
                <c:pt idx="2035">
                  <c:v>0.68920845832979782</c:v>
                </c:pt>
                <c:pt idx="2036">
                  <c:v>0.68934811883821845</c:v>
                </c:pt>
                <c:pt idx="2037">
                  <c:v>0.68928949630193614</c:v>
                </c:pt>
                <c:pt idx="2038">
                  <c:v>0.6894025046388359</c:v>
                </c:pt>
                <c:pt idx="2039">
                  <c:v>0.6895209884423521</c:v>
                </c:pt>
                <c:pt idx="2040">
                  <c:v>0.68963437830690022</c:v>
                </c:pt>
                <c:pt idx="2041">
                  <c:v>0.68970643686141742</c:v>
                </c:pt>
                <c:pt idx="2042">
                  <c:v>0.68977398519385269</c:v>
                </c:pt>
                <c:pt idx="2043">
                  <c:v>0.68986477279902692</c:v>
                </c:pt>
                <c:pt idx="2044">
                  <c:v>0.68998436848513844</c:v>
                </c:pt>
                <c:pt idx="2045">
                  <c:v>0.6898413483974577</c:v>
                </c:pt>
                <c:pt idx="2046">
                  <c:v>0.69024967410347327</c:v>
                </c:pt>
                <c:pt idx="2047">
                  <c:v>0.68948781066738807</c:v>
                </c:pt>
                <c:pt idx="2048">
                  <c:v>0.68993157412692308</c:v>
                </c:pt>
                <c:pt idx="2049">
                  <c:v>0.68996197339798415</c:v>
                </c:pt>
                <c:pt idx="2050">
                  <c:v>0.69051782490974734</c:v>
                </c:pt>
                <c:pt idx="2051">
                  <c:v>0.69006478047355158</c:v>
                </c:pt>
                <c:pt idx="2052">
                  <c:v>0.69015578389128263</c:v>
                </c:pt>
                <c:pt idx="2053">
                  <c:v>0.6903149471713832</c:v>
                </c:pt>
                <c:pt idx="2054">
                  <c:v>0.69088113499217152</c:v>
                </c:pt>
                <c:pt idx="2055">
                  <c:v>0.69099925375727411</c:v>
                </c:pt>
                <c:pt idx="2056">
                  <c:v>0.69090039914447776</c:v>
                </c:pt>
                <c:pt idx="2057">
                  <c:v>0.69128000039727411</c:v>
                </c:pt>
                <c:pt idx="2058">
                  <c:v>0.69127382445089214</c:v>
                </c:pt>
                <c:pt idx="2059">
                  <c:v>0.69081996080923636</c:v>
                </c:pt>
                <c:pt idx="2060">
                  <c:v>0.69023993331877986</c:v>
                </c:pt>
                <c:pt idx="2061">
                  <c:v>0.69150185015558485</c:v>
                </c:pt>
                <c:pt idx="2062">
                  <c:v>0.69138849781374756</c:v>
                </c:pt>
                <c:pt idx="2063">
                  <c:v>0.69166334593832213</c:v>
                </c:pt>
                <c:pt idx="2064">
                  <c:v>0.69185278722176946</c:v>
                </c:pt>
                <c:pt idx="2065">
                  <c:v>0.69189033799345079</c:v>
                </c:pt>
                <c:pt idx="2066">
                  <c:v>0.69205558382175103</c:v>
                </c:pt>
                <c:pt idx="2067">
                  <c:v>0.69231963299904042</c:v>
                </c:pt>
                <c:pt idx="2068">
                  <c:v>0.69240027737419108</c:v>
                </c:pt>
                <c:pt idx="2069">
                  <c:v>0.69227264849340164</c:v>
                </c:pt>
                <c:pt idx="2070">
                  <c:v>0.6926953720633956</c:v>
                </c:pt>
                <c:pt idx="2071">
                  <c:v>0.6928842473437602</c:v>
                </c:pt>
                <c:pt idx="2072">
                  <c:v>0.69309158328467324</c:v>
                </c:pt>
                <c:pt idx="2073">
                  <c:v>0.69337616527677248</c:v>
                </c:pt>
                <c:pt idx="2074">
                  <c:v>0.69357766402057519</c:v>
                </c:pt>
                <c:pt idx="2075">
                  <c:v>0.69398088400357993</c:v>
                </c:pt>
                <c:pt idx="2076">
                  <c:v>0.69414690666003009</c:v>
                </c:pt>
                <c:pt idx="2077">
                  <c:v>0.69449612492522561</c:v>
                </c:pt>
                <c:pt idx="2078">
                  <c:v>0.69474226753195001</c:v>
                </c:pt>
                <c:pt idx="2079">
                  <c:v>0.69453706585258623</c:v>
                </c:pt>
                <c:pt idx="2080">
                  <c:v>0.69494015788971408</c:v>
                </c:pt>
                <c:pt idx="2081">
                  <c:v>0.69487039891049229</c:v>
                </c:pt>
                <c:pt idx="2082">
                  <c:v>0.69472228624106935</c:v>
                </c:pt>
                <c:pt idx="2083">
                  <c:v>0.69456868063631594</c:v>
                </c:pt>
                <c:pt idx="2084">
                  <c:v>0.69472386992885193</c:v>
                </c:pt>
                <c:pt idx="2085">
                  <c:v>0.69462766944913135</c:v>
                </c:pt>
                <c:pt idx="2086">
                  <c:v>0.69450498553857132</c:v>
                </c:pt>
                <c:pt idx="2087">
                  <c:v>0.68985839955202832</c:v>
                </c:pt>
                <c:pt idx="2088">
                  <c:v>0.68987189975391872</c:v>
                </c:pt>
                <c:pt idx="2089">
                  <c:v>0.6932586040464136</c:v>
                </c:pt>
                <c:pt idx="2090">
                  <c:v>0.69403764316486272</c:v>
                </c:pt>
                <c:pt idx="2091">
                  <c:v>0.69315376939841922</c:v>
                </c:pt>
                <c:pt idx="2092">
                  <c:v>0.69281556201639438</c:v>
                </c:pt>
                <c:pt idx="2093">
                  <c:v>0.69361736344958413</c:v>
                </c:pt>
                <c:pt idx="2094">
                  <c:v>0.69345767721216911</c:v>
                </c:pt>
                <c:pt idx="2095">
                  <c:v>0.69351780782376526</c:v>
                </c:pt>
                <c:pt idx="2096">
                  <c:v>0.69408085595995572</c:v>
                </c:pt>
                <c:pt idx="2097">
                  <c:v>0.6940491209673455</c:v>
                </c:pt>
                <c:pt idx="2098">
                  <c:v>0.69390151819160095</c:v>
                </c:pt>
                <c:pt idx="2099">
                  <c:v>0.68962789996987039</c:v>
                </c:pt>
                <c:pt idx="2100">
                  <c:v>0.69350114843549193</c:v>
                </c:pt>
                <c:pt idx="2101">
                  <c:v>0.68920613200907421</c:v>
                </c:pt>
                <c:pt idx="2102">
                  <c:v>0.69324977659647591</c:v>
                </c:pt>
                <c:pt idx="2103">
                  <c:v>0.69314728956295091</c:v>
                </c:pt>
                <c:pt idx="2104">
                  <c:v>0.69313372155826813</c:v>
                </c:pt>
                <c:pt idx="2105">
                  <c:v>0.69303282242770448</c:v>
                </c:pt>
                <c:pt idx="2106">
                  <c:v>0.69311998795965168</c:v>
                </c:pt>
                <c:pt idx="2107">
                  <c:v>0.69303460536408501</c:v>
                </c:pt>
                <c:pt idx="2108">
                  <c:v>0.69312461773450251</c:v>
                </c:pt>
                <c:pt idx="2109">
                  <c:v>0.69319476663871138</c:v>
                </c:pt>
                <c:pt idx="2110">
                  <c:v>0.69351299867178784</c:v>
                </c:pt>
                <c:pt idx="2111">
                  <c:v>0.69343307879390159</c:v>
                </c:pt>
                <c:pt idx="2112">
                  <c:v>0.69375457253344486</c:v>
                </c:pt>
                <c:pt idx="2113">
                  <c:v>0.69376462208048539</c:v>
                </c:pt>
                <c:pt idx="2114">
                  <c:v>0.69372745569554084</c:v>
                </c:pt>
                <c:pt idx="2115">
                  <c:v>0.69370159215286753</c:v>
                </c:pt>
                <c:pt idx="2116">
                  <c:v>0.69385164591327941</c:v>
                </c:pt>
                <c:pt idx="2117">
                  <c:v>0.69397318006413045</c:v>
                </c:pt>
                <c:pt idx="2118">
                  <c:v>0.69380907071594</c:v>
                </c:pt>
                <c:pt idx="2119">
                  <c:v>0.6939201132294528</c:v>
                </c:pt>
                <c:pt idx="2120">
                  <c:v>0.69437309307116601</c:v>
                </c:pt>
                <c:pt idx="2121">
                  <c:v>0.69413582158140197</c:v>
                </c:pt>
                <c:pt idx="2122">
                  <c:v>0.6940836799767981</c:v>
                </c:pt>
                <c:pt idx="2123">
                  <c:v>0.69423868916366382</c:v>
                </c:pt>
                <c:pt idx="2124">
                  <c:v>0.69437649227842602</c:v>
                </c:pt>
                <c:pt idx="2125">
                  <c:v>0.69423997160446194</c:v>
                </c:pt>
                <c:pt idx="2126">
                  <c:v>0.69428690066192822</c:v>
                </c:pt>
                <c:pt idx="2127">
                  <c:v>0.69444955465217939</c:v>
                </c:pt>
                <c:pt idx="2128">
                  <c:v>0.69454815933645619</c:v>
                </c:pt>
                <c:pt idx="2129">
                  <c:v>0.69471508661724846</c:v>
                </c:pt>
                <c:pt idx="2130">
                  <c:v>0.69466750395325083</c:v>
                </c:pt>
                <c:pt idx="2131">
                  <c:v>0.6946847819723001</c:v>
                </c:pt>
                <c:pt idx="2132">
                  <c:v>0.69491652171085772</c:v>
                </c:pt>
                <c:pt idx="2133">
                  <c:v>0.69495114297646765</c:v>
                </c:pt>
                <c:pt idx="2134">
                  <c:v>0.69490126501658855</c:v>
                </c:pt>
                <c:pt idx="2135">
                  <c:v>0.69495353587219144</c:v>
                </c:pt>
                <c:pt idx="2136">
                  <c:v>0.69508903339808092</c:v>
                </c:pt>
                <c:pt idx="2137">
                  <c:v>0.69524582842759131</c:v>
                </c:pt>
                <c:pt idx="2138">
                  <c:v>0.6954605874992088</c:v>
                </c:pt>
                <c:pt idx="2139">
                  <c:v>0.69543959665087762</c:v>
                </c:pt>
                <c:pt idx="2140">
                  <c:v>0.69530651340996152</c:v>
                </c:pt>
                <c:pt idx="2141">
                  <c:v>0.69538447564425299</c:v>
                </c:pt>
                <c:pt idx="2142">
                  <c:v>0.69567861591156777</c:v>
                </c:pt>
                <c:pt idx="2143">
                  <c:v>0.69546340340398771</c:v>
                </c:pt>
                <c:pt idx="2144">
                  <c:v>0.69535342860106852</c:v>
                </c:pt>
                <c:pt idx="2145">
                  <c:v>0.69548536137063066</c:v>
                </c:pt>
                <c:pt idx="2146">
                  <c:v>0.69549607085429743</c:v>
                </c:pt>
                <c:pt idx="2147">
                  <c:v>0.69592640068971001</c:v>
                </c:pt>
                <c:pt idx="2148">
                  <c:v>0.69556893133430953</c:v>
                </c:pt>
                <c:pt idx="2149">
                  <c:v>0.6955144759872347</c:v>
                </c:pt>
                <c:pt idx="2150">
                  <c:v>0.69542967117349175</c:v>
                </c:pt>
                <c:pt idx="2151">
                  <c:v>0.69549906335053369</c:v>
                </c:pt>
                <c:pt idx="2152">
                  <c:v>0.69548702970329102</c:v>
                </c:pt>
                <c:pt idx="2153">
                  <c:v>0.69561649688765448</c:v>
                </c:pt>
                <c:pt idx="2154">
                  <c:v>0.69538720881887117</c:v>
                </c:pt>
                <c:pt idx="2155">
                  <c:v>0.69562432883518133</c:v>
                </c:pt>
                <c:pt idx="2156">
                  <c:v>0.69558712690972724</c:v>
                </c:pt>
                <c:pt idx="2157">
                  <c:v>0.69571796965312072</c:v>
                </c:pt>
                <c:pt idx="2158">
                  <c:v>0.69573229576009943</c:v>
                </c:pt>
                <c:pt idx="2159">
                  <c:v>0.69561331777588864</c:v>
                </c:pt>
                <c:pt idx="2160">
                  <c:v>0.69557342243794629</c:v>
                </c:pt>
                <c:pt idx="2161">
                  <c:v>0.69532710884035176</c:v>
                </c:pt>
                <c:pt idx="2162">
                  <c:v>0.69462110665732113</c:v>
                </c:pt>
                <c:pt idx="2163">
                  <c:v>0.69543938965809549</c:v>
                </c:pt>
                <c:pt idx="2164">
                  <c:v>0.69545081193429648</c:v>
                </c:pt>
                <c:pt idx="2165">
                  <c:v>0.69543968158150438</c:v>
                </c:pt>
                <c:pt idx="2166">
                  <c:v>0.69547229483331741</c:v>
                </c:pt>
                <c:pt idx="2167">
                  <c:v>0.69537023292436573</c:v>
                </c:pt>
                <c:pt idx="2168">
                  <c:v>0.69542581484880395</c:v>
                </c:pt>
                <c:pt idx="2169">
                  <c:v>0.69533808064409497</c:v>
                </c:pt>
                <c:pt idx="2170">
                  <c:v>0.69536496450401553</c:v>
                </c:pt>
                <c:pt idx="2171">
                  <c:v>0.69519562831667303</c:v>
                </c:pt>
                <c:pt idx="2172">
                  <c:v>0.69537264708820612</c:v>
                </c:pt>
                <c:pt idx="2173">
                  <c:v>0.69521750834586615</c:v>
                </c:pt>
                <c:pt idx="2174">
                  <c:v>0.69486444758887222</c:v>
                </c:pt>
                <c:pt idx="2175">
                  <c:v>0.69500556153830051</c:v>
                </c:pt>
                <c:pt idx="2176">
                  <c:v>0.69466781597157901</c:v>
                </c:pt>
                <c:pt idx="2177">
                  <c:v>0.69472270142019787</c:v>
                </c:pt>
                <c:pt idx="2178">
                  <c:v>0.69459385511724836</c:v>
                </c:pt>
                <c:pt idx="2179">
                  <c:v>0.69491697173629119</c:v>
                </c:pt>
                <c:pt idx="2180">
                  <c:v>0.69411760920176402</c:v>
                </c:pt>
                <c:pt idx="2181">
                  <c:v>0.69431097350999782</c:v>
                </c:pt>
                <c:pt idx="2182">
                  <c:v>0.69436565364206471</c:v>
                </c:pt>
                <c:pt idx="2183">
                  <c:v>0.69441823608738062</c:v>
                </c:pt>
                <c:pt idx="2184">
                  <c:v>0.69442117903895029</c:v>
                </c:pt>
                <c:pt idx="2185">
                  <c:v>0.69440591473460045</c:v>
                </c:pt>
                <c:pt idx="2186">
                  <c:v>0.69453475894595484</c:v>
                </c:pt>
                <c:pt idx="2187">
                  <c:v>0.69459354873930834</c:v>
                </c:pt>
                <c:pt idx="2188">
                  <c:v>0.69435392473825974</c:v>
                </c:pt>
                <c:pt idx="2189">
                  <c:v>0.69411111503368239</c:v>
                </c:pt>
                <c:pt idx="2190">
                  <c:v>0.69423583435386871</c:v>
                </c:pt>
                <c:pt idx="2191">
                  <c:v>0.69326620071753586</c:v>
                </c:pt>
                <c:pt idx="2192">
                  <c:v>0.69359655848301216</c:v>
                </c:pt>
                <c:pt idx="2193">
                  <c:v>0.69431548292014866</c:v>
                </c:pt>
                <c:pt idx="2194">
                  <c:v>0.69455707246971865</c:v>
                </c:pt>
                <c:pt idx="2195">
                  <c:v>0.69488145748546559</c:v>
                </c:pt>
                <c:pt idx="2196">
                  <c:v>0.69490577078774174</c:v>
                </c:pt>
                <c:pt idx="2197">
                  <c:v>0.69489759609682278</c:v>
                </c:pt>
                <c:pt idx="2198">
                  <c:v>0.69491052843268131</c:v>
                </c:pt>
                <c:pt idx="2199">
                  <c:v>0.69505439049007511</c:v>
                </c:pt>
                <c:pt idx="2200">
                  <c:v>0.69537115330412291</c:v>
                </c:pt>
                <c:pt idx="2201">
                  <c:v>0.69515392537330167</c:v>
                </c:pt>
                <c:pt idx="2202">
                  <c:v>0.69544678146696148</c:v>
                </c:pt>
                <c:pt idx="2203">
                  <c:v>0.69546394789591992</c:v>
                </c:pt>
                <c:pt idx="2204">
                  <c:v>0.69553766694524233</c:v>
                </c:pt>
                <c:pt idx="2205">
                  <c:v>0.69568523003196425</c:v>
                </c:pt>
                <c:pt idx="2206">
                  <c:v>0.6956893036198335</c:v>
                </c:pt>
                <c:pt idx="2207">
                  <c:v>0.69585120046319926</c:v>
                </c:pt>
                <c:pt idx="2208">
                  <c:v>0.69623427351301581</c:v>
                </c:pt>
                <c:pt idx="2209">
                  <c:v>0.69549824986128417</c:v>
                </c:pt>
                <c:pt idx="2210">
                  <c:v>0.69594987879059245</c:v>
                </c:pt>
                <c:pt idx="2211">
                  <c:v>0.69595534506522039</c:v>
                </c:pt>
                <c:pt idx="2212">
                  <c:v>0.6961840773830934</c:v>
                </c:pt>
                <c:pt idx="2213">
                  <c:v>0.69630447935607354</c:v>
                </c:pt>
                <c:pt idx="2214">
                  <c:v>0.69651340867679434</c:v>
                </c:pt>
                <c:pt idx="2215">
                  <c:v>0.69649359858938975</c:v>
                </c:pt>
                <c:pt idx="2216">
                  <c:v>0.69683400172670518</c:v>
                </c:pt>
                <c:pt idx="2217">
                  <c:v>0.6969482298392824</c:v>
                </c:pt>
                <c:pt idx="2218">
                  <c:v>0.69699203727639747</c:v>
                </c:pt>
                <c:pt idx="2219">
                  <c:v>0.69727985555513028</c:v>
                </c:pt>
                <c:pt idx="2220">
                  <c:v>0.69715081955190494</c:v>
                </c:pt>
                <c:pt idx="2221">
                  <c:v>0.69739936896452814</c:v>
                </c:pt>
                <c:pt idx="2222">
                  <c:v>0.69521268121714197</c:v>
                </c:pt>
                <c:pt idx="2223">
                  <c:v>0.69714413137314246</c:v>
                </c:pt>
                <c:pt idx="2224">
                  <c:v>0.69197777328302745</c:v>
                </c:pt>
                <c:pt idx="2225">
                  <c:v>0.69679030116203899</c:v>
                </c:pt>
                <c:pt idx="2226">
                  <c:v>0.696846293016678</c:v>
                </c:pt>
                <c:pt idx="2227">
                  <c:v>0.69635733229751373</c:v>
                </c:pt>
                <c:pt idx="2228">
                  <c:v>0.69717840303117595</c:v>
                </c:pt>
                <c:pt idx="2229">
                  <c:v>0.69700373578397368</c:v>
                </c:pt>
                <c:pt idx="2230">
                  <c:v>0.69694394852161956</c:v>
                </c:pt>
                <c:pt idx="2231">
                  <c:v>0.69699109414758265</c:v>
                </c:pt>
                <c:pt idx="2232">
                  <c:v>0.69721251141174856</c:v>
                </c:pt>
                <c:pt idx="2233">
                  <c:v>0.69702911722749405</c:v>
                </c:pt>
                <c:pt idx="2234">
                  <c:v>0.69705462933669937</c:v>
                </c:pt>
                <c:pt idx="2235">
                  <c:v>0.69686788272559519</c:v>
                </c:pt>
                <c:pt idx="2236">
                  <c:v>0.69688792691085866</c:v>
                </c:pt>
                <c:pt idx="2237">
                  <c:v>0.69671131796845343</c:v>
                </c:pt>
                <c:pt idx="2238">
                  <c:v>0.69693168139794148</c:v>
                </c:pt>
                <c:pt idx="2239">
                  <c:v>0.69702367344865246</c:v>
                </c:pt>
                <c:pt idx="2240">
                  <c:v>0.69683160860094084</c:v>
                </c:pt>
                <c:pt idx="2241">
                  <c:v>0.69666980710905069</c:v>
                </c:pt>
                <c:pt idx="2242">
                  <c:v>0.69652705368521461</c:v>
                </c:pt>
                <c:pt idx="2243">
                  <c:v>0.69664284387310682</c:v>
                </c:pt>
                <c:pt idx="2244">
                  <c:v>0.69695758319889212</c:v>
                </c:pt>
                <c:pt idx="2245">
                  <c:v>0.69644232933738737</c:v>
                </c:pt>
                <c:pt idx="2246">
                  <c:v>0.69665925900094783</c:v>
                </c:pt>
                <c:pt idx="2247">
                  <c:v>0.69552063771285499</c:v>
                </c:pt>
                <c:pt idx="2248">
                  <c:v>0.69658953172408877</c:v>
                </c:pt>
                <c:pt idx="2249">
                  <c:v>0.69181258108923738</c:v>
                </c:pt>
                <c:pt idx="2250">
                  <c:v>0.69360989778497151</c:v>
                </c:pt>
                <c:pt idx="2251">
                  <c:v>0.69593342142035564</c:v>
                </c:pt>
                <c:pt idx="2252">
                  <c:v>0.69601828575773272</c:v>
                </c:pt>
                <c:pt idx="2253">
                  <c:v>0.69608013992484108</c:v>
                </c:pt>
                <c:pt idx="2254">
                  <c:v>0.69617622741801111</c:v>
                </c:pt>
                <c:pt idx="2255">
                  <c:v>0.69622640314403061</c:v>
                </c:pt>
                <c:pt idx="2256">
                  <c:v>0.69631222020300521</c:v>
                </c:pt>
                <c:pt idx="2257">
                  <c:v>0.69648082934356825</c:v>
                </c:pt>
                <c:pt idx="2258">
                  <c:v>0.69643614428852629</c:v>
                </c:pt>
                <c:pt idx="2259">
                  <c:v>0.6965116591807643</c:v>
                </c:pt>
                <c:pt idx="2260">
                  <c:v>0.69675808028243413</c:v>
                </c:pt>
                <c:pt idx="2261">
                  <c:v>0.69687375459416379</c:v>
                </c:pt>
                <c:pt idx="2262">
                  <c:v>0.69674891614727119</c:v>
                </c:pt>
                <c:pt idx="2263">
                  <c:v>0.69696279891050894</c:v>
                </c:pt>
                <c:pt idx="2264">
                  <c:v>0.69703715523928833</c:v>
                </c:pt>
                <c:pt idx="2265">
                  <c:v>0.69643621364083574</c:v>
                </c:pt>
                <c:pt idx="2266">
                  <c:v>0.697031499996838</c:v>
                </c:pt>
                <c:pt idx="2267">
                  <c:v>0.69728857082320039</c:v>
                </c:pt>
                <c:pt idx="2268">
                  <c:v>0.69750209476230374</c:v>
                </c:pt>
                <c:pt idx="2269">
                  <c:v>0.69736310046565109</c:v>
                </c:pt>
                <c:pt idx="2270">
                  <c:v>0.69775733089233294</c:v>
                </c:pt>
                <c:pt idx="2271">
                  <c:v>0.69817281204983694</c:v>
                </c:pt>
                <c:pt idx="2272">
                  <c:v>0.69814626177508521</c:v>
                </c:pt>
                <c:pt idx="2273">
                  <c:v>0.6984603883568643</c:v>
                </c:pt>
                <c:pt idx="2274">
                  <c:v>0.6982709038163657</c:v>
                </c:pt>
                <c:pt idx="2275">
                  <c:v>0.69798611176780234</c:v>
                </c:pt>
                <c:pt idx="2276">
                  <c:v>0.69819615477911889</c:v>
                </c:pt>
                <c:pt idx="2277">
                  <c:v>0.69677094241868287</c:v>
                </c:pt>
                <c:pt idx="2278">
                  <c:v>0.69829643054132851</c:v>
                </c:pt>
                <c:pt idx="2279">
                  <c:v>0.69819122829938307</c:v>
                </c:pt>
                <c:pt idx="2280">
                  <c:v>0.69805155455379675</c:v>
                </c:pt>
                <c:pt idx="2281">
                  <c:v>0.69834189399273239</c:v>
                </c:pt>
                <c:pt idx="2282">
                  <c:v>0.69847616138170598</c:v>
                </c:pt>
                <c:pt idx="2283">
                  <c:v>0.69877719613937517</c:v>
                </c:pt>
                <c:pt idx="2284">
                  <c:v>0.69817250116784391</c:v>
                </c:pt>
                <c:pt idx="2285">
                  <c:v>0.69865464783058218</c:v>
                </c:pt>
                <c:pt idx="2286">
                  <c:v>0.69868847919596988</c:v>
                </c:pt>
                <c:pt idx="2287">
                  <c:v>0.69884661179435004</c:v>
                </c:pt>
                <c:pt idx="2288">
                  <c:v>0.6987842117345896</c:v>
                </c:pt>
                <c:pt idx="2289">
                  <c:v>0.69891182035920607</c:v>
                </c:pt>
                <c:pt idx="2290">
                  <c:v>0.69892643822697276</c:v>
                </c:pt>
                <c:pt idx="2291">
                  <c:v>0.69896655445861977</c:v>
                </c:pt>
                <c:pt idx="2292">
                  <c:v>0.69906845131012296</c:v>
                </c:pt>
                <c:pt idx="2293">
                  <c:v>0.6991969284713363</c:v>
                </c:pt>
                <c:pt idx="2294">
                  <c:v>0.69921971936283356</c:v>
                </c:pt>
                <c:pt idx="2295">
                  <c:v>0.69932792110924424</c:v>
                </c:pt>
                <c:pt idx="2296">
                  <c:v>0.69944343703145484</c:v>
                </c:pt>
                <c:pt idx="2297">
                  <c:v>0.69955596852697377</c:v>
                </c:pt>
                <c:pt idx="2298">
                  <c:v>0.69947974293180148</c:v>
                </c:pt>
                <c:pt idx="2299">
                  <c:v>0.69970479172287436</c:v>
                </c:pt>
                <c:pt idx="2300">
                  <c:v>0.69976353406802938</c:v>
                </c:pt>
                <c:pt idx="2301">
                  <c:v>0.69982378081092189</c:v>
                </c:pt>
                <c:pt idx="2302">
                  <c:v>0.70003199207098465</c:v>
                </c:pt>
                <c:pt idx="2303">
                  <c:v>0.69998636878545883</c:v>
                </c:pt>
                <c:pt idx="2304">
                  <c:v>0.70011815440932201</c:v>
                </c:pt>
                <c:pt idx="2305">
                  <c:v>0.69992523757055014</c:v>
                </c:pt>
                <c:pt idx="2306">
                  <c:v>0.70026956203214075</c:v>
                </c:pt>
                <c:pt idx="2307">
                  <c:v>0.70020001064219384</c:v>
                </c:pt>
                <c:pt idx="2308">
                  <c:v>0.69994310514263691</c:v>
                </c:pt>
                <c:pt idx="2309">
                  <c:v>0.70077136995240963</c:v>
                </c:pt>
                <c:pt idx="2310">
                  <c:v>0.70031902947381275</c:v>
                </c:pt>
                <c:pt idx="2311">
                  <c:v>0.70081013989625962</c:v>
                </c:pt>
                <c:pt idx="2312">
                  <c:v>0.70073225535587791</c:v>
                </c:pt>
                <c:pt idx="2313">
                  <c:v>0.70102597863600047</c:v>
                </c:pt>
                <c:pt idx="2314">
                  <c:v>0.70112581238753213</c:v>
                </c:pt>
                <c:pt idx="2315">
                  <c:v>0.7010571465640002</c:v>
                </c:pt>
                <c:pt idx="2316">
                  <c:v>0.70108352553645004</c:v>
                </c:pt>
                <c:pt idx="2317">
                  <c:v>0.70114166807266187</c:v>
                </c:pt>
                <c:pt idx="2318">
                  <c:v>0.70112695366482458</c:v>
                </c:pt>
                <c:pt idx="2319">
                  <c:v>0.7008854005688292</c:v>
                </c:pt>
                <c:pt idx="2320">
                  <c:v>0.70079568476024878</c:v>
                </c:pt>
                <c:pt idx="2321">
                  <c:v>0.69684023280852592</c:v>
                </c:pt>
                <c:pt idx="2322">
                  <c:v>0.70051075805606167</c:v>
                </c:pt>
                <c:pt idx="2323">
                  <c:v>0.69427638948258485</c:v>
                </c:pt>
                <c:pt idx="2324">
                  <c:v>0.69887981832531121</c:v>
                </c:pt>
                <c:pt idx="2325">
                  <c:v>0.69990952484946811</c:v>
                </c:pt>
                <c:pt idx="2326">
                  <c:v>0.69984451538549097</c:v>
                </c:pt>
                <c:pt idx="2327">
                  <c:v>0.69955528121098176</c:v>
                </c:pt>
                <c:pt idx="2328">
                  <c:v>0.69983276419127549</c:v>
                </c:pt>
                <c:pt idx="2329">
                  <c:v>0.69962805468079237</c:v>
                </c:pt>
                <c:pt idx="2330">
                  <c:v>0.69964115373048974</c:v>
                </c:pt>
                <c:pt idx="2331">
                  <c:v>0.69928499868342531</c:v>
                </c:pt>
                <c:pt idx="2332">
                  <c:v>0.69945117753877095</c:v>
                </c:pt>
                <c:pt idx="2333">
                  <c:v>0.69952592311011874</c:v>
                </c:pt>
                <c:pt idx="2334">
                  <c:v>0.69934444145197416</c:v>
                </c:pt>
                <c:pt idx="2335">
                  <c:v>0.69913073859923036</c:v>
                </c:pt>
                <c:pt idx="2336">
                  <c:v>0.69973495065404823</c:v>
                </c:pt>
                <c:pt idx="2337">
                  <c:v>0.6996796195969911</c:v>
                </c:pt>
                <c:pt idx="2338">
                  <c:v>0.69985882968877089</c:v>
                </c:pt>
                <c:pt idx="2339">
                  <c:v>0.6999070322775226</c:v>
                </c:pt>
                <c:pt idx="2340">
                  <c:v>0.7001456487437796</c:v>
                </c:pt>
                <c:pt idx="2341">
                  <c:v>0.69954069955469311</c:v>
                </c:pt>
                <c:pt idx="2342">
                  <c:v>0.7001024066335878</c:v>
                </c:pt>
                <c:pt idx="2343">
                  <c:v>0.70002936684157291</c:v>
                </c:pt>
                <c:pt idx="2344">
                  <c:v>0.69969970904935885</c:v>
                </c:pt>
                <c:pt idx="2345">
                  <c:v>0.70002128423149168</c:v>
                </c:pt>
                <c:pt idx="2346">
                  <c:v>0.69983683233861727</c:v>
                </c:pt>
                <c:pt idx="2347">
                  <c:v>0.70030117205347131</c:v>
                </c:pt>
                <c:pt idx="2348">
                  <c:v>0.70006684284159792</c:v>
                </c:pt>
                <c:pt idx="2349">
                  <c:v>0.70027186155256249</c:v>
                </c:pt>
                <c:pt idx="2350">
                  <c:v>0.70045517391371881</c:v>
                </c:pt>
                <c:pt idx="2351">
                  <c:v>0.70035777619732364</c:v>
                </c:pt>
                <c:pt idx="2352">
                  <c:v>0.70035259211876655</c:v>
                </c:pt>
                <c:pt idx="2353">
                  <c:v>0.70043200131633898</c:v>
                </c:pt>
                <c:pt idx="2354">
                  <c:v>0.70055870256847985</c:v>
                </c:pt>
                <c:pt idx="2355">
                  <c:v>0.70061197763116245</c:v>
                </c:pt>
                <c:pt idx="2356">
                  <c:v>0.70057847765282966</c:v>
                </c:pt>
                <c:pt idx="2357">
                  <c:v>0.70078311487080702</c:v>
                </c:pt>
                <c:pt idx="2358">
                  <c:v>0.70088405826317679</c:v>
                </c:pt>
                <c:pt idx="2359">
                  <c:v>0.70079921861070849</c:v>
                </c:pt>
                <c:pt idx="2360">
                  <c:v>0.70098022499914758</c:v>
                </c:pt>
                <c:pt idx="2361">
                  <c:v>0.70100654759598624</c:v>
                </c:pt>
                <c:pt idx="2362">
                  <c:v>0.70087895677713785</c:v>
                </c:pt>
                <c:pt idx="2363">
                  <c:v>0.70123306147035191</c:v>
                </c:pt>
                <c:pt idx="2364">
                  <c:v>0.70135335506378294</c:v>
                </c:pt>
                <c:pt idx="2365">
                  <c:v>0.70127134698447491</c:v>
                </c:pt>
                <c:pt idx="2366">
                  <c:v>0.70130239576504927</c:v>
                </c:pt>
                <c:pt idx="2367">
                  <c:v>0.69602651258698667</c:v>
                </c:pt>
                <c:pt idx="2368">
                  <c:v>0.69958910057995694</c:v>
                </c:pt>
                <c:pt idx="2369">
                  <c:v>0.70102027258766708</c:v>
                </c:pt>
                <c:pt idx="2370">
                  <c:v>0.69624216957740814</c:v>
                </c:pt>
                <c:pt idx="2371">
                  <c:v>0.69878725451285562</c:v>
                </c:pt>
                <c:pt idx="2372">
                  <c:v>0.700491589844492</c:v>
                </c:pt>
                <c:pt idx="2373">
                  <c:v>0.70084577859656649</c:v>
                </c:pt>
                <c:pt idx="2374">
                  <c:v>0.6995297916943245</c:v>
                </c:pt>
                <c:pt idx="2375">
                  <c:v>0.70088777214259912</c:v>
                </c:pt>
                <c:pt idx="2376">
                  <c:v>0.70098360048408204</c:v>
                </c:pt>
                <c:pt idx="2377">
                  <c:v>0.7012459660056396</c:v>
                </c:pt>
                <c:pt idx="2378">
                  <c:v>0.7009967546446545</c:v>
                </c:pt>
                <c:pt idx="2379">
                  <c:v>0.70105704982794004</c:v>
                </c:pt>
                <c:pt idx="2380">
                  <c:v>0.70118064391748613</c:v>
                </c:pt>
                <c:pt idx="2381">
                  <c:v>0.70114362907926753</c:v>
                </c:pt>
                <c:pt idx="2382">
                  <c:v>0.70106855398279211</c:v>
                </c:pt>
                <c:pt idx="2383">
                  <c:v>0.70124522268935408</c:v>
                </c:pt>
                <c:pt idx="2384">
                  <c:v>0.70123742612898943</c:v>
                </c:pt>
                <c:pt idx="2385">
                  <c:v>0.70128941483959739</c:v>
                </c:pt>
                <c:pt idx="2386">
                  <c:v>0.701339701860483</c:v>
                </c:pt>
                <c:pt idx="2387">
                  <c:v>0.70133833256824907</c:v>
                </c:pt>
                <c:pt idx="2388">
                  <c:v>0.70146497580448919</c:v>
                </c:pt>
                <c:pt idx="2389">
                  <c:v>0.70162741961064501</c:v>
                </c:pt>
                <c:pt idx="2390">
                  <c:v>0.70160464690224489</c:v>
                </c:pt>
                <c:pt idx="2391">
                  <c:v>0.70171207842473382</c:v>
                </c:pt>
                <c:pt idx="2392">
                  <c:v>0.70169730475146819</c:v>
                </c:pt>
                <c:pt idx="2393">
                  <c:v>0.70181526756776291</c:v>
                </c:pt>
                <c:pt idx="2394">
                  <c:v>0.70236591433965334</c:v>
                </c:pt>
                <c:pt idx="2395">
                  <c:v>0.70190497286521203</c:v>
                </c:pt>
                <c:pt idx="2396">
                  <c:v>0.70226294428729552</c:v>
                </c:pt>
                <c:pt idx="2397">
                  <c:v>0.70217532602232013</c:v>
                </c:pt>
                <c:pt idx="2398">
                  <c:v>0.70234469830831392</c:v>
                </c:pt>
                <c:pt idx="2399">
                  <c:v>0.70242603495775391</c:v>
                </c:pt>
                <c:pt idx="2400">
                  <c:v>0.70238703902448762</c:v>
                </c:pt>
                <c:pt idx="2401">
                  <c:v>0.70231694022631996</c:v>
                </c:pt>
                <c:pt idx="2402">
                  <c:v>0.70263695048172836</c:v>
                </c:pt>
                <c:pt idx="2403">
                  <c:v>0.7025263684815839</c:v>
                </c:pt>
                <c:pt idx="2404">
                  <c:v>0.70275878793832236</c:v>
                </c:pt>
                <c:pt idx="2405">
                  <c:v>0.70264608565938824</c:v>
                </c:pt>
                <c:pt idx="2406">
                  <c:v>0.70257646827686981</c:v>
                </c:pt>
              </c:numCache>
            </c:numRef>
          </c:yVal>
          <c:smooth val="0"/>
          <c:extLst>
            <c:ext xmlns:c16="http://schemas.microsoft.com/office/drawing/2014/chart" uri="{C3380CC4-5D6E-409C-BE32-E72D297353CC}">
              <c16:uniqueId val="{00000003-F418-4E82-AEA0-F6712B301903}"/>
            </c:ext>
          </c:extLst>
        </c:ser>
        <c:dLbls>
          <c:showLegendKey val="0"/>
          <c:showVal val="0"/>
          <c:showCatName val="0"/>
          <c:showSerName val="0"/>
          <c:showPercent val="0"/>
          <c:showBubbleSize val="0"/>
        </c:dLbls>
        <c:axId val="1933997231"/>
        <c:axId val="1933998671"/>
      </c:scatterChart>
      <c:valAx>
        <c:axId val="1933997231"/>
        <c:scaling>
          <c:orientation val="minMax"/>
        </c:scaling>
        <c:delete val="0"/>
        <c:axPos val="b"/>
        <c:majorGridlines>
          <c:spPr>
            <a:ln w="9525" cap="flat" cmpd="sng" algn="ctr">
              <a:solidFill>
                <a:schemeClr val="tx1">
                  <a:lumMod val="15000"/>
                  <a:lumOff val="85000"/>
                </a:schemeClr>
              </a:solidFill>
              <a:round/>
            </a:ln>
            <a:effectLst/>
          </c:spPr>
        </c:majorGridlines>
        <c:title>
          <c:tx>
            <c:rich>
              <a:bodyPr/>
              <a:lstStyle/>
              <a:p>
                <a:pPr>
                  <a:defRPr/>
                </a:pPr>
                <a:r>
                  <a:rPr lang="en-US"/>
                  <a:t>Retentate Concentration</a:t>
                </a:r>
              </a:p>
            </c:rich>
          </c:tx>
          <c:overlay val="0"/>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33998671"/>
        <c:crosses val="autoZero"/>
        <c:crossBetween val="midCat"/>
      </c:valAx>
      <c:valAx>
        <c:axId val="1933998671"/>
        <c:scaling>
          <c:orientation val="minMax"/>
        </c:scaling>
        <c:delete val="0"/>
        <c:axPos val="l"/>
        <c:majorGridlines>
          <c:spPr>
            <a:ln w="9525" cap="flat" cmpd="sng" algn="ctr">
              <a:solidFill>
                <a:schemeClr val="tx1">
                  <a:lumMod val="15000"/>
                  <a:lumOff val="85000"/>
                </a:schemeClr>
              </a:solidFill>
              <a:round/>
            </a:ln>
            <a:effectLst/>
          </c:spPr>
        </c:majorGridlines>
        <c:title>
          <c:tx>
            <c:rich>
              <a:bodyPr/>
              <a:lstStyle/>
              <a:p>
                <a:pPr>
                  <a:defRPr/>
                </a:pPr>
                <a:r>
                  <a:rPr lang="en-US"/>
                  <a:t>Seiving Coefficient</a:t>
                </a:r>
              </a:p>
            </c:rich>
          </c:tx>
          <c:overlay val="0"/>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33997231"/>
        <c:crosses val="autoZero"/>
        <c:crossBetween val="midCat"/>
      </c:valAx>
    </c:plotArea>
    <c:plotVisOnly val="1"/>
    <c:dispBlanksAs val="gap"/>
    <c:showDLblsOverMax val="0"/>
    <c:extLst/>
  </c:chart>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1"/>
          <c:order val="0"/>
          <c:tx>
            <c:strRef>
              <c:f>'Post Processing CaCl2'!$Q$1</c:f>
              <c:strCache>
                <c:ptCount val="1"/>
                <c:pt idx="0">
                  <c:v>NF270_MC3_071124_CaCl2</c:v>
                </c:pt>
              </c:strCache>
            </c:strRef>
          </c:tx>
          <c:spPr>
            <a:ln w="38100">
              <a:noFill/>
            </a:ln>
          </c:spPr>
          <c:marker>
            <c:symbol val="square"/>
            <c:size val="2"/>
          </c:marker>
          <c:xVal>
            <c:numRef>
              <c:f>'Post Processing CaCl2'!$AR$13:$AR$584</c:f>
              <c:numCache>
                <c:formatCode>General</c:formatCode>
                <c:ptCount val="572"/>
                <c:pt idx="0">
                  <c:v>8152.7</c:v>
                </c:pt>
                <c:pt idx="1">
                  <c:v>8155.8899999999994</c:v>
                </c:pt>
                <c:pt idx="2">
                  <c:v>8156.56</c:v>
                </c:pt>
                <c:pt idx="3">
                  <c:v>8156.67</c:v>
                </c:pt>
                <c:pt idx="4">
                  <c:v>8160.2099999999991</c:v>
                </c:pt>
                <c:pt idx="5">
                  <c:v>8163.9800000000005</c:v>
                </c:pt>
                <c:pt idx="6">
                  <c:v>8163.73</c:v>
                </c:pt>
                <c:pt idx="7">
                  <c:v>8165.6200000000008</c:v>
                </c:pt>
                <c:pt idx="8">
                  <c:v>8170.61</c:v>
                </c:pt>
                <c:pt idx="9">
                  <c:v>8168.04</c:v>
                </c:pt>
                <c:pt idx="10">
                  <c:v>8178.16</c:v>
                </c:pt>
                <c:pt idx="11">
                  <c:v>8180.9999999999991</c:v>
                </c:pt>
                <c:pt idx="12">
                  <c:v>8184.35</c:v>
                </c:pt>
                <c:pt idx="13">
                  <c:v>8184.55</c:v>
                </c:pt>
                <c:pt idx="14">
                  <c:v>8189.22</c:v>
                </c:pt>
                <c:pt idx="15">
                  <c:v>8191.63</c:v>
                </c:pt>
                <c:pt idx="16">
                  <c:v>8198.2199999999993</c:v>
                </c:pt>
                <c:pt idx="17">
                  <c:v>8191.6100000000006</c:v>
                </c:pt>
                <c:pt idx="18">
                  <c:v>8194.32</c:v>
                </c:pt>
                <c:pt idx="19">
                  <c:v>8198.0500000000011</c:v>
                </c:pt>
                <c:pt idx="20">
                  <c:v>8201.119999999999</c:v>
                </c:pt>
                <c:pt idx="21">
                  <c:v>8204.9</c:v>
                </c:pt>
                <c:pt idx="22">
                  <c:v>8208.1999999999989</c:v>
                </c:pt>
                <c:pt idx="23">
                  <c:v>8211.82</c:v>
                </c:pt>
                <c:pt idx="24">
                  <c:v>8215.33</c:v>
                </c:pt>
                <c:pt idx="25">
                  <c:v>8219.23</c:v>
                </c:pt>
                <c:pt idx="26">
                  <c:v>8222.7200000000012</c:v>
                </c:pt>
                <c:pt idx="27">
                  <c:v>8220.119999999999</c:v>
                </c:pt>
                <c:pt idx="28">
                  <c:v>8213.5700000000015</c:v>
                </c:pt>
                <c:pt idx="29">
                  <c:v>8212.630000000001</c:v>
                </c:pt>
                <c:pt idx="30">
                  <c:v>8205.92</c:v>
                </c:pt>
                <c:pt idx="31">
                  <c:v>8198.48</c:v>
                </c:pt>
                <c:pt idx="32">
                  <c:v>8198.9599999999991</c:v>
                </c:pt>
                <c:pt idx="33">
                  <c:v>8186.5199999999995</c:v>
                </c:pt>
                <c:pt idx="34">
                  <c:v>8190.0099999999993</c:v>
                </c:pt>
                <c:pt idx="35">
                  <c:v>8183.4900000000007</c:v>
                </c:pt>
                <c:pt idx="36">
                  <c:v>8161.46</c:v>
                </c:pt>
                <c:pt idx="37">
                  <c:v>8172.2400000000007</c:v>
                </c:pt>
                <c:pt idx="38">
                  <c:v>8150.2199999999993</c:v>
                </c:pt>
                <c:pt idx="39">
                  <c:v>8158.55</c:v>
                </c:pt>
                <c:pt idx="40">
                  <c:v>8137.7400000000007</c:v>
                </c:pt>
                <c:pt idx="41">
                  <c:v>8132.32</c:v>
                </c:pt>
                <c:pt idx="42">
                  <c:v>8151.99</c:v>
                </c:pt>
                <c:pt idx="43">
                  <c:v>8130.0000000000009</c:v>
                </c:pt>
                <c:pt idx="44">
                  <c:v>8124.29</c:v>
                </c:pt>
                <c:pt idx="45">
                  <c:v>8125.71</c:v>
                </c:pt>
                <c:pt idx="46">
                  <c:v>8127.53</c:v>
                </c:pt>
                <c:pt idx="47">
                  <c:v>8127.34</c:v>
                </c:pt>
                <c:pt idx="48">
                  <c:v>8117.1100000000006</c:v>
                </c:pt>
                <c:pt idx="49">
                  <c:v>8106.18</c:v>
                </c:pt>
                <c:pt idx="50">
                  <c:v>8096.19</c:v>
                </c:pt>
                <c:pt idx="51">
                  <c:v>8092.829999999999</c:v>
                </c:pt>
                <c:pt idx="52">
                  <c:v>8087.9600000000009</c:v>
                </c:pt>
                <c:pt idx="53">
                  <c:v>8082.5300000000007</c:v>
                </c:pt>
                <c:pt idx="54">
                  <c:v>8077.9599999999991</c:v>
                </c:pt>
                <c:pt idx="55">
                  <c:v>8070.5500000000011</c:v>
                </c:pt>
                <c:pt idx="56">
                  <c:v>8065.88</c:v>
                </c:pt>
                <c:pt idx="57">
                  <c:v>8058.74</c:v>
                </c:pt>
                <c:pt idx="58">
                  <c:v>8054.24</c:v>
                </c:pt>
                <c:pt idx="59">
                  <c:v>8048.37</c:v>
                </c:pt>
                <c:pt idx="60">
                  <c:v>8045.33</c:v>
                </c:pt>
                <c:pt idx="61">
                  <c:v>8049.97</c:v>
                </c:pt>
                <c:pt idx="62">
                  <c:v>8042.8899999999994</c:v>
                </c:pt>
                <c:pt idx="63">
                  <c:v>8028.2400000000007</c:v>
                </c:pt>
                <c:pt idx="64">
                  <c:v>8014.79</c:v>
                </c:pt>
                <c:pt idx="65">
                  <c:v>8007.24</c:v>
                </c:pt>
                <c:pt idx="66">
                  <c:v>8010.7599999999993</c:v>
                </c:pt>
                <c:pt idx="67">
                  <c:v>8002.2699999999995</c:v>
                </c:pt>
                <c:pt idx="68">
                  <c:v>7991.85</c:v>
                </c:pt>
                <c:pt idx="69">
                  <c:v>7999.9000000000005</c:v>
                </c:pt>
                <c:pt idx="70">
                  <c:v>8001.69</c:v>
                </c:pt>
                <c:pt idx="71">
                  <c:v>7998.31</c:v>
                </c:pt>
                <c:pt idx="72">
                  <c:v>7986.53</c:v>
                </c:pt>
                <c:pt idx="73">
                  <c:v>7963.38</c:v>
                </c:pt>
                <c:pt idx="74">
                  <c:v>7976.94</c:v>
                </c:pt>
                <c:pt idx="75">
                  <c:v>7966.1600000000008</c:v>
                </c:pt>
                <c:pt idx="76">
                  <c:v>7959.71</c:v>
                </c:pt>
                <c:pt idx="77">
                  <c:v>7949.7</c:v>
                </c:pt>
                <c:pt idx="78">
                  <c:v>7940.47</c:v>
                </c:pt>
                <c:pt idx="79">
                  <c:v>7930.82</c:v>
                </c:pt>
                <c:pt idx="80">
                  <c:v>7932.46</c:v>
                </c:pt>
                <c:pt idx="81">
                  <c:v>7919.6799999999994</c:v>
                </c:pt>
                <c:pt idx="82">
                  <c:v>7920.63</c:v>
                </c:pt>
                <c:pt idx="83">
                  <c:v>7912.4400000000005</c:v>
                </c:pt>
                <c:pt idx="84">
                  <c:v>7919.7699999999995</c:v>
                </c:pt>
                <c:pt idx="85">
                  <c:v>7907.3099999999995</c:v>
                </c:pt>
                <c:pt idx="86">
                  <c:v>7895.8</c:v>
                </c:pt>
                <c:pt idx="87">
                  <c:v>7902.21</c:v>
                </c:pt>
                <c:pt idx="88">
                  <c:v>7889.8</c:v>
                </c:pt>
                <c:pt idx="89">
                  <c:v>7884.65</c:v>
                </c:pt>
                <c:pt idx="90">
                  <c:v>7879.1</c:v>
                </c:pt>
                <c:pt idx="91">
                  <c:v>7880.18</c:v>
                </c:pt>
                <c:pt idx="92">
                  <c:v>7858.83</c:v>
                </c:pt>
                <c:pt idx="93">
                  <c:v>7854.04</c:v>
                </c:pt>
                <c:pt idx="94">
                  <c:v>7848.05</c:v>
                </c:pt>
                <c:pt idx="95">
                  <c:v>7842.64</c:v>
                </c:pt>
                <c:pt idx="96">
                  <c:v>7833.01</c:v>
                </c:pt>
                <c:pt idx="97">
                  <c:v>7844.9</c:v>
                </c:pt>
                <c:pt idx="98">
                  <c:v>7836.92</c:v>
                </c:pt>
                <c:pt idx="99">
                  <c:v>7827.61</c:v>
                </c:pt>
                <c:pt idx="100">
                  <c:v>7821.95</c:v>
                </c:pt>
                <c:pt idx="101">
                  <c:v>7802.55</c:v>
                </c:pt>
                <c:pt idx="102">
                  <c:v>7813.76</c:v>
                </c:pt>
                <c:pt idx="103">
                  <c:v>7808.27</c:v>
                </c:pt>
                <c:pt idx="104">
                  <c:v>7793.4900000000007</c:v>
                </c:pt>
                <c:pt idx="105">
                  <c:v>7794.4800000000005</c:v>
                </c:pt>
                <c:pt idx="106">
                  <c:v>7785.13</c:v>
                </c:pt>
                <c:pt idx="107">
                  <c:v>7765.61</c:v>
                </c:pt>
                <c:pt idx="108">
                  <c:v>7783.24</c:v>
                </c:pt>
                <c:pt idx="109">
                  <c:v>7765.83</c:v>
                </c:pt>
                <c:pt idx="110">
                  <c:v>7760.9000000000005</c:v>
                </c:pt>
                <c:pt idx="111">
                  <c:v>7761.3200000000006</c:v>
                </c:pt>
                <c:pt idx="112">
                  <c:v>7756.0599999999995</c:v>
                </c:pt>
                <c:pt idx="113">
                  <c:v>7753.96</c:v>
                </c:pt>
                <c:pt idx="114">
                  <c:v>7744.75</c:v>
                </c:pt>
                <c:pt idx="115">
                  <c:v>7733.4</c:v>
                </c:pt>
                <c:pt idx="116">
                  <c:v>7722.45</c:v>
                </c:pt>
                <c:pt idx="117">
                  <c:v>7721.25</c:v>
                </c:pt>
                <c:pt idx="118">
                  <c:v>7711.99</c:v>
                </c:pt>
                <c:pt idx="119">
                  <c:v>7707.89</c:v>
                </c:pt>
                <c:pt idx="120">
                  <c:v>7703.2699999999995</c:v>
                </c:pt>
                <c:pt idx="121">
                  <c:v>7699.6200000000008</c:v>
                </c:pt>
                <c:pt idx="122">
                  <c:v>7705.08</c:v>
                </c:pt>
                <c:pt idx="123">
                  <c:v>7693.9900000000007</c:v>
                </c:pt>
                <c:pt idx="124">
                  <c:v>7681.0999999999995</c:v>
                </c:pt>
                <c:pt idx="125">
                  <c:v>7674.9400000000005</c:v>
                </c:pt>
                <c:pt idx="126">
                  <c:v>7667.53</c:v>
                </c:pt>
                <c:pt idx="127">
                  <c:v>7663.56</c:v>
                </c:pt>
                <c:pt idx="128">
                  <c:v>7659.55</c:v>
                </c:pt>
                <c:pt idx="129">
                  <c:v>7652.84</c:v>
                </c:pt>
                <c:pt idx="130">
                  <c:v>7645.0300000000007</c:v>
                </c:pt>
                <c:pt idx="131">
                  <c:v>7653.61</c:v>
                </c:pt>
                <c:pt idx="132">
                  <c:v>7649.4400000000005</c:v>
                </c:pt>
                <c:pt idx="133">
                  <c:v>7644.0999999999995</c:v>
                </c:pt>
                <c:pt idx="134">
                  <c:v>7632.4</c:v>
                </c:pt>
                <c:pt idx="135">
                  <c:v>7628.73</c:v>
                </c:pt>
                <c:pt idx="136">
                  <c:v>7625.2300000000005</c:v>
                </c:pt>
                <c:pt idx="137">
                  <c:v>7622.84</c:v>
                </c:pt>
                <c:pt idx="138">
                  <c:v>7593.9</c:v>
                </c:pt>
                <c:pt idx="139">
                  <c:v>7602.83</c:v>
                </c:pt>
                <c:pt idx="140">
                  <c:v>7588.0999999999995</c:v>
                </c:pt>
                <c:pt idx="141">
                  <c:v>7600.59</c:v>
                </c:pt>
                <c:pt idx="142">
                  <c:v>7597.52</c:v>
                </c:pt>
                <c:pt idx="143">
                  <c:v>7589.84</c:v>
                </c:pt>
                <c:pt idx="144">
                  <c:v>7578.5</c:v>
                </c:pt>
                <c:pt idx="145">
                  <c:v>7581.44</c:v>
                </c:pt>
                <c:pt idx="146">
                  <c:v>7569.2199999999993</c:v>
                </c:pt>
                <c:pt idx="147">
                  <c:v>7573.8399999999992</c:v>
                </c:pt>
                <c:pt idx="148">
                  <c:v>7563.07</c:v>
                </c:pt>
                <c:pt idx="149">
                  <c:v>7562.97</c:v>
                </c:pt>
                <c:pt idx="150">
                  <c:v>7550.63</c:v>
                </c:pt>
                <c:pt idx="151">
                  <c:v>7551.74</c:v>
                </c:pt>
                <c:pt idx="152">
                  <c:v>7540.28</c:v>
                </c:pt>
                <c:pt idx="153">
                  <c:v>7535.74</c:v>
                </c:pt>
                <c:pt idx="154">
                  <c:v>7532.29</c:v>
                </c:pt>
                <c:pt idx="155">
                  <c:v>7526.5700000000006</c:v>
                </c:pt>
                <c:pt idx="156">
                  <c:v>7521.2000000000007</c:v>
                </c:pt>
                <c:pt idx="157">
                  <c:v>7517.35</c:v>
                </c:pt>
                <c:pt idx="158">
                  <c:v>7517.2</c:v>
                </c:pt>
                <c:pt idx="159">
                  <c:v>7512.06</c:v>
                </c:pt>
                <c:pt idx="160">
                  <c:v>7507.29</c:v>
                </c:pt>
                <c:pt idx="161">
                  <c:v>7488.8899999999994</c:v>
                </c:pt>
                <c:pt idx="162">
                  <c:v>7488.6</c:v>
                </c:pt>
                <c:pt idx="163">
                  <c:v>7491.6</c:v>
                </c:pt>
                <c:pt idx="164">
                  <c:v>7478.63</c:v>
                </c:pt>
                <c:pt idx="165">
                  <c:v>7477.55</c:v>
                </c:pt>
                <c:pt idx="166">
                  <c:v>7465.56</c:v>
                </c:pt>
                <c:pt idx="167">
                  <c:v>7467.22</c:v>
                </c:pt>
                <c:pt idx="168">
                  <c:v>7456.84</c:v>
                </c:pt>
                <c:pt idx="169">
                  <c:v>7462.63</c:v>
                </c:pt>
                <c:pt idx="170">
                  <c:v>7456.69</c:v>
                </c:pt>
                <c:pt idx="171">
                  <c:v>7431.73</c:v>
                </c:pt>
                <c:pt idx="172">
                  <c:v>7425.44</c:v>
                </c:pt>
                <c:pt idx="173">
                  <c:v>7423.06</c:v>
                </c:pt>
                <c:pt idx="174">
                  <c:v>7436.9800000000005</c:v>
                </c:pt>
                <c:pt idx="175">
                  <c:v>7427.5700000000006</c:v>
                </c:pt>
                <c:pt idx="176">
                  <c:v>7426.71</c:v>
                </c:pt>
                <c:pt idx="177">
                  <c:v>7424</c:v>
                </c:pt>
                <c:pt idx="178">
                  <c:v>7418.09</c:v>
                </c:pt>
                <c:pt idx="179">
                  <c:v>7408.4199999999992</c:v>
                </c:pt>
                <c:pt idx="180">
                  <c:v>7403.7699999999995</c:v>
                </c:pt>
                <c:pt idx="181">
                  <c:v>7402.78</c:v>
                </c:pt>
                <c:pt idx="182">
                  <c:v>7400.4000000000005</c:v>
                </c:pt>
                <c:pt idx="183">
                  <c:v>7397.03</c:v>
                </c:pt>
                <c:pt idx="184">
                  <c:v>7379.76</c:v>
                </c:pt>
                <c:pt idx="185">
                  <c:v>7376.2999999999993</c:v>
                </c:pt>
                <c:pt idx="186">
                  <c:v>7369.11</c:v>
                </c:pt>
                <c:pt idx="187">
                  <c:v>7366.19</c:v>
                </c:pt>
                <c:pt idx="188">
                  <c:v>7370.39</c:v>
                </c:pt>
                <c:pt idx="189">
                  <c:v>7365.33</c:v>
                </c:pt>
                <c:pt idx="190">
                  <c:v>7353.33</c:v>
                </c:pt>
                <c:pt idx="191">
                  <c:v>7350.21</c:v>
                </c:pt>
                <c:pt idx="192">
                  <c:v>7350.4</c:v>
                </c:pt>
                <c:pt idx="193">
                  <c:v>7340.12</c:v>
                </c:pt>
                <c:pt idx="194">
                  <c:v>7336</c:v>
                </c:pt>
                <c:pt idx="195">
                  <c:v>7330.92</c:v>
                </c:pt>
                <c:pt idx="196">
                  <c:v>7332.91</c:v>
                </c:pt>
                <c:pt idx="197">
                  <c:v>7320.64</c:v>
                </c:pt>
                <c:pt idx="198">
                  <c:v>7316.88</c:v>
                </c:pt>
                <c:pt idx="199">
                  <c:v>7312.52</c:v>
                </c:pt>
                <c:pt idx="200">
                  <c:v>7306.8099999999995</c:v>
                </c:pt>
                <c:pt idx="201">
                  <c:v>7309.97</c:v>
                </c:pt>
                <c:pt idx="202">
                  <c:v>7298.78</c:v>
                </c:pt>
                <c:pt idx="203">
                  <c:v>7292.4800000000005</c:v>
                </c:pt>
                <c:pt idx="204">
                  <c:v>7295.36</c:v>
                </c:pt>
                <c:pt idx="205">
                  <c:v>7275.25</c:v>
                </c:pt>
                <c:pt idx="206">
                  <c:v>7288.02</c:v>
                </c:pt>
                <c:pt idx="207">
                  <c:v>7274.6</c:v>
                </c:pt>
                <c:pt idx="208">
                  <c:v>7277.76</c:v>
                </c:pt>
                <c:pt idx="209">
                  <c:v>7275.9</c:v>
                </c:pt>
                <c:pt idx="210">
                  <c:v>7262.06</c:v>
                </c:pt>
                <c:pt idx="211">
                  <c:v>7257.4699999999993</c:v>
                </c:pt>
                <c:pt idx="212">
                  <c:v>7259.38</c:v>
                </c:pt>
                <c:pt idx="213">
                  <c:v>7249.83</c:v>
                </c:pt>
                <c:pt idx="214">
                  <c:v>7248.2800000000007</c:v>
                </c:pt>
                <c:pt idx="215">
                  <c:v>7242.05</c:v>
                </c:pt>
                <c:pt idx="216">
                  <c:v>7240</c:v>
                </c:pt>
                <c:pt idx="217">
                  <c:v>7236.9000000000005</c:v>
                </c:pt>
                <c:pt idx="218">
                  <c:v>7228.29</c:v>
                </c:pt>
                <c:pt idx="219">
                  <c:v>7229.63</c:v>
                </c:pt>
                <c:pt idx="220">
                  <c:v>7223.57</c:v>
                </c:pt>
                <c:pt idx="221">
                  <c:v>7214.24</c:v>
                </c:pt>
                <c:pt idx="222">
                  <c:v>7209.0300000000007</c:v>
                </c:pt>
                <c:pt idx="223">
                  <c:v>7206.26</c:v>
                </c:pt>
                <c:pt idx="224">
                  <c:v>7201.34</c:v>
                </c:pt>
                <c:pt idx="225">
                  <c:v>7196.87</c:v>
                </c:pt>
                <c:pt idx="226">
                  <c:v>7191.43</c:v>
                </c:pt>
                <c:pt idx="227">
                  <c:v>7190.43</c:v>
                </c:pt>
                <c:pt idx="228">
                  <c:v>7186.99</c:v>
                </c:pt>
                <c:pt idx="229">
                  <c:v>7178.5199999999995</c:v>
                </c:pt>
                <c:pt idx="230">
                  <c:v>7173.1100000000006</c:v>
                </c:pt>
                <c:pt idx="231">
                  <c:v>7167.9000000000005</c:v>
                </c:pt>
                <c:pt idx="232">
                  <c:v>7166.8399999999992</c:v>
                </c:pt>
                <c:pt idx="233">
                  <c:v>7162.99</c:v>
                </c:pt>
                <c:pt idx="234">
                  <c:v>7155.44</c:v>
                </c:pt>
                <c:pt idx="235">
                  <c:v>7153.95</c:v>
                </c:pt>
                <c:pt idx="236">
                  <c:v>7148.49</c:v>
                </c:pt>
                <c:pt idx="237">
                  <c:v>7145.8</c:v>
                </c:pt>
                <c:pt idx="238">
                  <c:v>7142.83</c:v>
                </c:pt>
                <c:pt idx="239">
                  <c:v>7136.51</c:v>
                </c:pt>
                <c:pt idx="240">
                  <c:v>7129.6799999999994</c:v>
                </c:pt>
                <c:pt idx="241">
                  <c:v>7125.0099999999993</c:v>
                </c:pt>
                <c:pt idx="242">
                  <c:v>7114.0800000000008</c:v>
                </c:pt>
                <c:pt idx="243">
                  <c:v>7111.63</c:v>
                </c:pt>
                <c:pt idx="244">
                  <c:v>7110.8399999999992</c:v>
                </c:pt>
                <c:pt idx="245">
                  <c:v>7105.7</c:v>
                </c:pt>
                <c:pt idx="246">
                  <c:v>7101.84</c:v>
                </c:pt>
                <c:pt idx="247">
                  <c:v>7100.9900000000007</c:v>
                </c:pt>
                <c:pt idx="248">
                  <c:v>7094.46</c:v>
                </c:pt>
                <c:pt idx="249">
                  <c:v>7090.8</c:v>
                </c:pt>
                <c:pt idx="250">
                  <c:v>7081.99</c:v>
                </c:pt>
                <c:pt idx="251">
                  <c:v>7083.45</c:v>
                </c:pt>
                <c:pt idx="252">
                  <c:v>7079.22</c:v>
                </c:pt>
                <c:pt idx="253">
                  <c:v>7073.44</c:v>
                </c:pt>
                <c:pt idx="254">
                  <c:v>7065.0199999999995</c:v>
                </c:pt>
                <c:pt idx="255">
                  <c:v>7061.2000000000007</c:v>
                </c:pt>
                <c:pt idx="256">
                  <c:v>7055.7699999999995</c:v>
                </c:pt>
                <c:pt idx="257">
                  <c:v>7055.18</c:v>
                </c:pt>
                <c:pt idx="258">
                  <c:v>7051.0700000000006</c:v>
                </c:pt>
                <c:pt idx="259">
                  <c:v>7045.19</c:v>
                </c:pt>
                <c:pt idx="260">
                  <c:v>7038.35</c:v>
                </c:pt>
                <c:pt idx="261">
                  <c:v>7032.78</c:v>
                </c:pt>
                <c:pt idx="262">
                  <c:v>7027.1100000000006</c:v>
                </c:pt>
                <c:pt idx="263">
                  <c:v>7025.8099999999995</c:v>
                </c:pt>
                <c:pt idx="264">
                  <c:v>7023.11</c:v>
                </c:pt>
                <c:pt idx="265">
                  <c:v>7018.23</c:v>
                </c:pt>
                <c:pt idx="266">
                  <c:v>7003.2</c:v>
                </c:pt>
                <c:pt idx="267">
                  <c:v>7009.8099999999995</c:v>
                </c:pt>
                <c:pt idx="268">
                  <c:v>7006.2</c:v>
                </c:pt>
                <c:pt idx="269">
                  <c:v>6997.81</c:v>
                </c:pt>
                <c:pt idx="270">
                  <c:v>6992.45</c:v>
                </c:pt>
                <c:pt idx="271">
                  <c:v>6985.32</c:v>
                </c:pt>
                <c:pt idx="272">
                  <c:v>6978.5899999999992</c:v>
                </c:pt>
                <c:pt idx="273">
                  <c:v>6977.4900000000007</c:v>
                </c:pt>
                <c:pt idx="274">
                  <c:v>6968.46</c:v>
                </c:pt>
                <c:pt idx="275">
                  <c:v>6971.09</c:v>
                </c:pt>
                <c:pt idx="276">
                  <c:v>6966.1</c:v>
                </c:pt>
                <c:pt idx="277">
                  <c:v>6950.9100000000008</c:v>
                </c:pt>
                <c:pt idx="278">
                  <c:v>6950.1799999999994</c:v>
                </c:pt>
                <c:pt idx="279">
                  <c:v>6963.51</c:v>
                </c:pt>
                <c:pt idx="280">
                  <c:v>6961.0599999999995</c:v>
                </c:pt>
                <c:pt idx="281">
                  <c:v>6961.14</c:v>
                </c:pt>
                <c:pt idx="282">
                  <c:v>6955.57</c:v>
                </c:pt>
                <c:pt idx="283">
                  <c:v>6960.7599999999993</c:v>
                </c:pt>
                <c:pt idx="284">
                  <c:v>6958.54</c:v>
                </c:pt>
                <c:pt idx="285">
                  <c:v>6951.91</c:v>
                </c:pt>
                <c:pt idx="286">
                  <c:v>6950.87</c:v>
                </c:pt>
                <c:pt idx="287">
                  <c:v>6951.06</c:v>
                </c:pt>
                <c:pt idx="288">
                  <c:v>6950.54</c:v>
                </c:pt>
                <c:pt idx="289">
                  <c:v>6956.7300000000005</c:v>
                </c:pt>
                <c:pt idx="290">
                  <c:v>6953.9</c:v>
                </c:pt>
                <c:pt idx="291">
                  <c:v>6940.32</c:v>
                </c:pt>
                <c:pt idx="292">
                  <c:v>6942.05</c:v>
                </c:pt>
                <c:pt idx="293">
                  <c:v>6947.6699999999992</c:v>
                </c:pt>
                <c:pt idx="294">
                  <c:v>6943.43</c:v>
                </c:pt>
                <c:pt idx="295">
                  <c:v>6938.1</c:v>
                </c:pt>
                <c:pt idx="296">
                  <c:v>6935.9400000000005</c:v>
                </c:pt>
                <c:pt idx="297">
                  <c:v>6939.3399999999992</c:v>
                </c:pt>
                <c:pt idx="298">
                  <c:v>6935.59</c:v>
                </c:pt>
                <c:pt idx="299">
                  <c:v>6931.5499999999993</c:v>
                </c:pt>
                <c:pt idx="300">
                  <c:v>6923.33</c:v>
                </c:pt>
                <c:pt idx="301">
                  <c:v>6924.9</c:v>
                </c:pt>
                <c:pt idx="302">
                  <c:v>6920.4</c:v>
                </c:pt>
                <c:pt idx="303">
                  <c:v>6921.43</c:v>
                </c:pt>
                <c:pt idx="304">
                  <c:v>6921.58</c:v>
                </c:pt>
                <c:pt idx="305">
                  <c:v>6912.66</c:v>
                </c:pt>
                <c:pt idx="306">
                  <c:v>6900.1799999999994</c:v>
                </c:pt>
                <c:pt idx="307">
                  <c:v>6905.42</c:v>
                </c:pt>
                <c:pt idx="308">
                  <c:v>6907.93</c:v>
                </c:pt>
                <c:pt idx="309">
                  <c:v>6902.71</c:v>
                </c:pt>
                <c:pt idx="310">
                  <c:v>6901.96</c:v>
                </c:pt>
                <c:pt idx="311">
                  <c:v>6896.82</c:v>
                </c:pt>
                <c:pt idx="312">
                  <c:v>6890.75</c:v>
                </c:pt>
                <c:pt idx="313">
                  <c:v>6879.7800000000007</c:v>
                </c:pt>
                <c:pt idx="314">
                  <c:v>6875.36</c:v>
                </c:pt>
                <c:pt idx="315">
                  <c:v>6877.8499999999995</c:v>
                </c:pt>
                <c:pt idx="316">
                  <c:v>6872.3</c:v>
                </c:pt>
                <c:pt idx="317">
                  <c:v>6866.25</c:v>
                </c:pt>
                <c:pt idx="318">
                  <c:v>6857.57</c:v>
                </c:pt>
                <c:pt idx="319">
                  <c:v>6853.0199999999995</c:v>
                </c:pt>
                <c:pt idx="320">
                  <c:v>6846.37</c:v>
                </c:pt>
                <c:pt idx="321">
                  <c:v>6843.24</c:v>
                </c:pt>
                <c:pt idx="322">
                  <c:v>6838.25</c:v>
                </c:pt>
                <c:pt idx="323">
                  <c:v>6833.17</c:v>
                </c:pt>
                <c:pt idx="324">
                  <c:v>6833.74</c:v>
                </c:pt>
                <c:pt idx="325">
                  <c:v>6828.7699999999995</c:v>
                </c:pt>
                <c:pt idx="326">
                  <c:v>6824.03</c:v>
                </c:pt>
                <c:pt idx="327">
                  <c:v>6815.3899999999994</c:v>
                </c:pt>
                <c:pt idx="328">
                  <c:v>6806.51</c:v>
                </c:pt>
                <c:pt idx="329">
                  <c:v>6803.04</c:v>
                </c:pt>
                <c:pt idx="330">
                  <c:v>6798.3399999999992</c:v>
                </c:pt>
                <c:pt idx="331">
                  <c:v>6793.07</c:v>
                </c:pt>
                <c:pt idx="332">
                  <c:v>6788.03</c:v>
                </c:pt>
                <c:pt idx="333">
                  <c:v>6786.7800000000007</c:v>
                </c:pt>
                <c:pt idx="334">
                  <c:v>6782.94</c:v>
                </c:pt>
                <c:pt idx="335">
                  <c:v>6774.28</c:v>
                </c:pt>
                <c:pt idx="336">
                  <c:v>6770.1500000000005</c:v>
                </c:pt>
                <c:pt idx="337">
                  <c:v>6766.6</c:v>
                </c:pt>
                <c:pt idx="338">
                  <c:v>6760.34</c:v>
                </c:pt>
                <c:pt idx="339">
                  <c:v>6756.92</c:v>
                </c:pt>
                <c:pt idx="340">
                  <c:v>6751.98</c:v>
                </c:pt>
                <c:pt idx="341">
                  <c:v>6743.8399999999992</c:v>
                </c:pt>
                <c:pt idx="342">
                  <c:v>6745.53</c:v>
                </c:pt>
                <c:pt idx="343">
                  <c:v>6722.1799999999994</c:v>
                </c:pt>
                <c:pt idx="344">
                  <c:v>6721.8600000000006</c:v>
                </c:pt>
                <c:pt idx="345">
                  <c:v>6730.53</c:v>
                </c:pt>
                <c:pt idx="346">
                  <c:v>6719.88</c:v>
                </c:pt>
                <c:pt idx="347">
                  <c:v>6716.43</c:v>
                </c:pt>
                <c:pt idx="348">
                  <c:v>6707.82</c:v>
                </c:pt>
                <c:pt idx="349">
                  <c:v>6702.71</c:v>
                </c:pt>
                <c:pt idx="350">
                  <c:v>6701.3499999999995</c:v>
                </c:pt>
                <c:pt idx="351">
                  <c:v>6697.38</c:v>
                </c:pt>
                <c:pt idx="352">
                  <c:v>6694.06</c:v>
                </c:pt>
                <c:pt idx="353">
                  <c:v>6690.1799999999994</c:v>
                </c:pt>
                <c:pt idx="354">
                  <c:v>6679.8099999999995</c:v>
                </c:pt>
                <c:pt idx="355">
                  <c:v>6681.7599999999993</c:v>
                </c:pt>
                <c:pt idx="356">
                  <c:v>6670.19</c:v>
                </c:pt>
                <c:pt idx="357">
                  <c:v>6664.94</c:v>
                </c:pt>
                <c:pt idx="358">
                  <c:v>6659.12</c:v>
                </c:pt>
                <c:pt idx="359">
                  <c:v>6656.63</c:v>
                </c:pt>
                <c:pt idx="360">
                  <c:v>6651.64</c:v>
                </c:pt>
                <c:pt idx="361">
                  <c:v>6654.87</c:v>
                </c:pt>
                <c:pt idx="362">
                  <c:v>6645.1</c:v>
                </c:pt>
                <c:pt idx="363">
                  <c:v>6644.4</c:v>
                </c:pt>
                <c:pt idx="364">
                  <c:v>6640.18</c:v>
                </c:pt>
                <c:pt idx="365">
                  <c:v>6635.3</c:v>
                </c:pt>
                <c:pt idx="366">
                  <c:v>6628.9400000000005</c:v>
                </c:pt>
                <c:pt idx="367">
                  <c:v>6619.5899999999992</c:v>
                </c:pt>
                <c:pt idx="368">
                  <c:v>6615.08</c:v>
                </c:pt>
                <c:pt idx="369">
                  <c:v>6613.1399999999994</c:v>
                </c:pt>
                <c:pt idx="370">
                  <c:v>6609.69</c:v>
                </c:pt>
                <c:pt idx="371">
                  <c:v>6604.91</c:v>
                </c:pt>
                <c:pt idx="372">
                  <c:v>6602.45</c:v>
                </c:pt>
                <c:pt idx="373">
                  <c:v>6597.8700000000008</c:v>
                </c:pt>
                <c:pt idx="374">
                  <c:v>6590.33</c:v>
                </c:pt>
                <c:pt idx="375">
                  <c:v>6584.8899999999994</c:v>
                </c:pt>
                <c:pt idx="376">
                  <c:v>6575.85</c:v>
                </c:pt>
                <c:pt idx="377">
                  <c:v>6574.22</c:v>
                </c:pt>
                <c:pt idx="378">
                  <c:v>6576.37</c:v>
                </c:pt>
                <c:pt idx="379">
                  <c:v>6563.44</c:v>
                </c:pt>
                <c:pt idx="380">
                  <c:v>6566.07</c:v>
                </c:pt>
                <c:pt idx="381">
                  <c:v>6556.68</c:v>
                </c:pt>
                <c:pt idx="382">
                  <c:v>6558.53</c:v>
                </c:pt>
                <c:pt idx="383">
                  <c:v>6545.16</c:v>
                </c:pt>
                <c:pt idx="384">
                  <c:v>6538.92</c:v>
                </c:pt>
                <c:pt idx="385">
                  <c:v>6546.48</c:v>
                </c:pt>
                <c:pt idx="386">
                  <c:v>6540.24</c:v>
                </c:pt>
                <c:pt idx="387">
                  <c:v>6530.62</c:v>
                </c:pt>
                <c:pt idx="388">
                  <c:v>6525.97</c:v>
                </c:pt>
                <c:pt idx="389">
                  <c:v>6520.04</c:v>
                </c:pt>
                <c:pt idx="390">
                  <c:v>6517.85</c:v>
                </c:pt>
                <c:pt idx="391">
                  <c:v>6519.9</c:v>
                </c:pt>
                <c:pt idx="392">
                  <c:v>6508.1100000000006</c:v>
                </c:pt>
                <c:pt idx="393">
                  <c:v>6502.3600000000006</c:v>
                </c:pt>
                <c:pt idx="394">
                  <c:v>6499.13</c:v>
                </c:pt>
                <c:pt idx="395">
                  <c:v>6495.04</c:v>
                </c:pt>
                <c:pt idx="396">
                  <c:v>6496.52</c:v>
                </c:pt>
                <c:pt idx="397">
                  <c:v>6487.26</c:v>
                </c:pt>
                <c:pt idx="398">
                  <c:v>6484.14</c:v>
                </c:pt>
                <c:pt idx="399">
                  <c:v>6487.7599999999993</c:v>
                </c:pt>
                <c:pt idx="400">
                  <c:v>6484.7400000000007</c:v>
                </c:pt>
                <c:pt idx="401">
                  <c:v>6479.5199999999995</c:v>
                </c:pt>
                <c:pt idx="402">
                  <c:v>6488.13</c:v>
                </c:pt>
                <c:pt idx="403">
                  <c:v>6487.16</c:v>
                </c:pt>
                <c:pt idx="404">
                  <c:v>6483.62</c:v>
                </c:pt>
                <c:pt idx="405">
                  <c:v>6479.2199999999993</c:v>
                </c:pt>
                <c:pt idx="406">
                  <c:v>6481.5</c:v>
                </c:pt>
                <c:pt idx="407">
                  <c:v>6482.32</c:v>
                </c:pt>
                <c:pt idx="408">
                  <c:v>6480.85</c:v>
                </c:pt>
                <c:pt idx="409">
                  <c:v>6483.18</c:v>
                </c:pt>
                <c:pt idx="410">
                  <c:v>6481.76</c:v>
                </c:pt>
                <c:pt idx="411">
                  <c:v>6471.4</c:v>
                </c:pt>
                <c:pt idx="412">
                  <c:v>6479.61</c:v>
                </c:pt>
                <c:pt idx="413">
                  <c:v>6476.38</c:v>
                </c:pt>
                <c:pt idx="414">
                  <c:v>6471.62</c:v>
                </c:pt>
                <c:pt idx="415">
                  <c:v>6468.34</c:v>
                </c:pt>
                <c:pt idx="416">
                  <c:v>6463.93</c:v>
                </c:pt>
                <c:pt idx="417">
                  <c:v>6462.43</c:v>
                </c:pt>
                <c:pt idx="418">
                  <c:v>6460.69</c:v>
                </c:pt>
                <c:pt idx="419">
                  <c:v>6459.43</c:v>
                </c:pt>
                <c:pt idx="420">
                  <c:v>6447.99</c:v>
                </c:pt>
                <c:pt idx="421">
                  <c:v>6457.06</c:v>
                </c:pt>
                <c:pt idx="422">
                  <c:v>6447.72</c:v>
                </c:pt>
                <c:pt idx="423">
                  <c:v>6444.4</c:v>
                </c:pt>
                <c:pt idx="424">
                  <c:v>6441.9500000000007</c:v>
                </c:pt>
                <c:pt idx="425">
                  <c:v>6439.3399999999992</c:v>
                </c:pt>
                <c:pt idx="426">
                  <c:v>6429.03</c:v>
                </c:pt>
                <c:pt idx="427">
                  <c:v>6426.21</c:v>
                </c:pt>
                <c:pt idx="428">
                  <c:v>6429.25</c:v>
                </c:pt>
                <c:pt idx="429">
                  <c:v>6424.36</c:v>
                </c:pt>
                <c:pt idx="430">
                  <c:v>6416.62</c:v>
                </c:pt>
                <c:pt idx="431">
                  <c:v>6417.4699999999993</c:v>
                </c:pt>
                <c:pt idx="432">
                  <c:v>6411.0300000000007</c:v>
                </c:pt>
                <c:pt idx="433">
                  <c:v>6401.99</c:v>
                </c:pt>
                <c:pt idx="434">
                  <c:v>6398.11</c:v>
                </c:pt>
                <c:pt idx="435">
                  <c:v>6395.2</c:v>
                </c:pt>
                <c:pt idx="436">
                  <c:v>6386.97</c:v>
                </c:pt>
                <c:pt idx="437">
                  <c:v>6380.25</c:v>
                </c:pt>
                <c:pt idx="438">
                  <c:v>6374.72</c:v>
                </c:pt>
                <c:pt idx="439">
                  <c:v>6378.28</c:v>
                </c:pt>
                <c:pt idx="440">
                  <c:v>6365.48</c:v>
                </c:pt>
                <c:pt idx="441">
                  <c:v>6366.37</c:v>
                </c:pt>
                <c:pt idx="442">
                  <c:v>6358.19</c:v>
                </c:pt>
                <c:pt idx="443">
                  <c:v>6357.0599999999995</c:v>
                </c:pt>
                <c:pt idx="444">
                  <c:v>6345.84</c:v>
                </c:pt>
                <c:pt idx="445">
                  <c:v>6347.0599999999995</c:v>
                </c:pt>
                <c:pt idx="446">
                  <c:v>6334.46</c:v>
                </c:pt>
                <c:pt idx="447">
                  <c:v>6330.15</c:v>
                </c:pt>
                <c:pt idx="448">
                  <c:v>6326.96</c:v>
                </c:pt>
                <c:pt idx="449">
                  <c:v>6329.58</c:v>
                </c:pt>
                <c:pt idx="450">
                  <c:v>6323.34</c:v>
                </c:pt>
                <c:pt idx="451">
                  <c:v>6319.61</c:v>
                </c:pt>
                <c:pt idx="452">
                  <c:v>6312.7000000000007</c:v>
                </c:pt>
                <c:pt idx="453">
                  <c:v>6311.62</c:v>
                </c:pt>
                <c:pt idx="454">
                  <c:v>6306.78</c:v>
                </c:pt>
                <c:pt idx="455">
                  <c:v>6301.03</c:v>
                </c:pt>
                <c:pt idx="456">
                  <c:v>6292.49</c:v>
                </c:pt>
                <c:pt idx="457">
                  <c:v>6287.38</c:v>
                </c:pt>
                <c:pt idx="458">
                  <c:v>6280.36</c:v>
                </c:pt>
                <c:pt idx="459">
                  <c:v>6278.6</c:v>
                </c:pt>
                <c:pt idx="460">
                  <c:v>6273.4800000000005</c:v>
                </c:pt>
                <c:pt idx="461">
                  <c:v>6265.19</c:v>
                </c:pt>
                <c:pt idx="462">
                  <c:v>6268.72</c:v>
                </c:pt>
                <c:pt idx="463">
                  <c:v>6257.74</c:v>
                </c:pt>
                <c:pt idx="464">
                  <c:v>6253.79</c:v>
                </c:pt>
                <c:pt idx="465">
                  <c:v>6248.46</c:v>
                </c:pt>
                <c:pt idx="466">
                  <c:v>6244.45</c:v>
                </c:pt>
                <c:pt idx="467">
                  <c:v>6240.68</c:v>
                </c:pt>
                <c:pt idx="468">
                  <c:v>6237.08</c:v>
                </c:pt>
                <c:pt idx="469">
                  <c:v>6234.54</c:v>
                </c:pt>
                <c:pt idx="470">
                  <c:v>6232.08</c:v>
                </c:pt>
                <c:pt idx="471">
                  <c:v>6225.06</c:v>
                </c:pt>
                <c:pt idx="472">
                  <c:v>6222.84</c:v>
                </c:pt>
                <c:pt idx="473">
                  <c:v>6214.93</c:v>
                </c:pt>
                <c:pt idx="474">
                  <c:v>6207.37</c:v>
                </c:pt>
                <c:pt idx="475">
                  <c:v>6207.8600000000006</c:v>
                </c:pt>
                <c:pt idx="476">
                  <c:v>6198.11</c:v>
                </c:pt>
                <c:pt idx="477">
                  <c:v>6194.2199999999993</c:v>
                </c:pt>
                <c:pt idx="478">
                  <c:v>6188.51</c:v>
                </c:pt>
                <c:pt idx="479">
                  <c:v>6189.12</c:v>
                </c:pt>
                <c:pt idx="480">
                  <c:v>6185.16</c:v>
                </c:pt>
                <c:pt idx="481">
                  <c:v>6180.79</c:v>
                </c:pt>
                <c:pt idx="482">
                  <c:v>6176.52</c:v>
                </c:pt>
                <c:pt idx="483">
                  <c:v>6165.06</c:v>
                </c:pt>
                <c:pt idx="484">
                  <c:v>6165.39</c:v>
                </c:pt>
                <c:pt idx="485">
                  <c:v>6157.0099999999993</c:v>
                </c:pt>
                <c:pt idx="486">
                  <c:v>6161.5700000000006</c:v>
                </c:pt>
                <c:pt idx="487">
                  <c:v>6153.04</c:v>
                </c:pt>
                <c:pt idx="488">
                  <c:v>6145.72</c:v>
                </c:pt>
                <c:pt idx="489">
                  <c:v>6149.99</c:v>
                </c:pt>
                <c:pt idx="490">
                  <c:v>6133.54</c:v>
                </c:pt>
                <c:pt idx="491">
                  <c:v>6134.35</c:v>
                </c:pt>
                <c:pt idx="492">
                  <c:v>6135.3</c:v>
                </c:pt>
                <c:pt idx="493">
                  <c:v>6135.98</c:v>
                </c:pt>
                <c:pt idx="494">
                  <c:v>6135.87</c:v>
                </c:pt>
                <c:pt idx="495">
                  <c:v>6139.38</c:v>
                </c:pt>
                <c:pt idx="496">
                  <c:v>6129.46</c:v>
                </c:pt>
                <c:pt idx="497">
                  <c:v>6128.78</c:v>
                </c:pt>
                <c:pt idx="498">
                  <c:v>6130.99</c:v>
                </c:pt>
                <c:pt idx="499">
                  <c:v>6135.75</c:v>
                </c:pt>
                <c:pt idx="500">
                  <c:v>6132.33</c:v>
                </c:pt>
                <c:pt idx="501">
                  <c:v>6135.39</c:v>
                </c:pt>
                <c:pt idx="502">
                  <c:v>6131.53</c:v>
                </c:pt>
                <c:pt idx="503">
                  <c:v>6130.19</c:v>
                </c:pt>
                <c:pt idx="504">
                  <c:v>6128.33</c:v>
                </c:pt>
                <c:pt idx="505">
                  <c:v>6124.3600000000006</c:v>
                </c:pt>
                <c:pt idx="506">
                  <c:v>6121.8700000000008</c:v>
                </c:pt>
                <c:pt idx="507">
                  <c:v>6123.67</c:v>
                </c:pt>
                <c:pt idx="508">
                  <c:v>6118.2</c:v>
                </c:pt>
                <c:pt idx="509">
                  <c:v>6116.13</c:v>
                </c:pt>
                <c:pt idx="510">
                  <c:v>6109.9</c:v>
                </c:pt>
                <c:pt idx="511">
                  <c:v>6109.9</c:v>
                </c:pt>
                <c:pt idx="512">
                  <c:v>6109.72</c:v>
                </c:pt>
                <c:pt idx="513">
                  <c:v>6106.63</c:v>
                </c:pt>
                <c:pt idx="514">
                  <c:v>6106.54</c:v>
                </c:pt>
                <c:pt idx="515">
                  <c:v>6104.2699999999995</c:v>
                </c:pt>
                <c:pt idx="516">
                  <c:v>6092.61</c:v>
                </c:pt>
                <c:pt idx="517">
                  <c:v>6087.58</c:v>
                </c:pt>
                <c:pt idx="518">
                  <c:v>6089.9</c:v>
                </c:pt>
                <c:pt idx="519">
                  <c:v>6085.54</c:v>
                </c:pt>
                <c:pt idx="520">
                  <c:v>6078.79</c:v>
                </c:pt>
                <c:pt idx="521">
                  <c:v>6070.21</c:v>
                </c:pt>
                <c:pt idx="522">
                  <c:v>6058.22</c:v>
                </c:pt>
                <c:pt idx="523">
                  <c:v>6048.59</c:v>
                </c:pt>
                <c:pt idx="524">
                  <c:v>6041.15</c:v>
                </c:pt>
                <c:pt idx="525">
                  <c:v>6043.67</c:v>
                </c:pt>
                <c:pt idx="526">
                  <c:v>6036.27</c:v>
                </c:pt>
                <c:pt idx="527">
                  <c:v>6028.6600000000008</c:v>
                </c:pt>
                <c:pt idx="528">
                  <c:v>6023.0300000000007</c:v>
                </c:pt>
                <c:pt idx="529">
                  <c:v>6015.27</c:v>
                </c:pt>
                <c:pt idx="530">
                  <c:v>6019.4400000000005</c:v>
                </c:pt>
                <c:pt idx="531">
                  <c:v>6009.22</c:v>
                </c:pt>
                <c:pt idx="532">
                  <c:v>6007.6</c:v>
                </c:pt>
                <c:pt idx="533">
                  <c:v>6001.37</c:v>
                </c:pt>
                <c:pt idx="534">
                  <c:v>5993.04</c:v>
                </c:pt>
                <c:pt idx="535">
                  <c:v>5991.43</c:v>
                </c:pt>
                <c:pt idx="536">
                  <c:v>5985.89</c:v>
                </c:pt>
                <c:pt idx="537">
                  <c:v>5985.08</c:v>
                </c:pt>
                <c:pt idx="538">
                  <c:v>5977.9400000000005</c:v>
                </c:pt>
                <c:pt idx="539">
                  <c:v>5971.07</c:v>
                </c:pt>
                <c:pt idx="540">
                  <c:v>5968.06</c:v>
                </c:pt>
                <c:pt idx="541">
                  <c:v>5967.22</c:v>
                </c:pt>
                <c:pt idx="542">
                  <c:v>5960.46</c:v>
                </c:pt>
                <c:pt idx="543">
                  <c:v>5949.35</c:v>
                </c:pt>
                <c:pt idx="544">
                  <c:v>5945.2699999999995</c:v>
                </c:pt>
                <c:pt idx="545">
                  <c:v>5944.5499999999993</c:v>
                </c:pt>
                <c:pt idx="546">
                  <c:v>5942.25</c:v>
                </c:pt>
                <c:pt idx="547">
                  <c:v>5937.62</c:v>
                </c:pt>
                <c:pt idx="548">
                  <c:v>5928.5300000000007</c:v>
                </c:pt>
                <c:pt idx="549">
                  <c:v>5931.3</c:v>
                </c:pt>
                <c:pt idx="550">
                  <c:v>5923.08</c:v>
                </c:pt>
                <c:pt idx="551">
                  <c:v>5922.38</c:v>
                </c:pt>
                <c:pt idx="552">
                  <c:v>5916.76</c:v>
                </c:pt>
                <c:pt idx="553">
                  <c:v>5913.21</c:v>
                </c:pt>
                <c:pt idx="554">
                  <c:v>5909.01</c:v>
                </c:pt>
                <c:pt idx="555">
                  <c:v>5900.03</c:v>
                </c:pt>
                <c:pt idx="556">
                  <c:v>5896.6500000000005</c:v>
                </c:pt>
                <c:pt idx="557">
                  <c:v>5891.3099999999995</c:v>
                </c:pt>
                <c:pt idx="558">
                  <c:v>5890.19</c:v>
                </c:pt>
                <c:pt idx="559">
                  <c:v>5885.24</c:v>
                </c:pt>
                <c:pt idx="560">
                  <c:v>5874.5700000000006</c:v>
                </c:pt>
                <c:pt idx="561">
                  <c:v>5871.05</c:v>
                </c:pt>
                <c:pt idx="562">
                  <c:v>5873.2800000000007</c:v>
                </c:pt>
                <c:pt idx="563">
                  <c:v>5865.46</c:v>
                </c:pt>
                <c:pt idx="564">
                  <c:v>5860.3899999999994</c:v>
                </c:pt>
                <c:pt idx="565">
                  <c:v>5855.72</c:v>
                </c:pt>
                <c:pt idx="566">
                  <c:v>5850.08</c:v>
                </c:pt>
                <c:pt idx="567">
                  <c:v>5846.18</c:v>
                </c:pt>
                <c:pt idx="568">
                  <c:v>5843.48</c:v>
                </c:pt>
                <c:pt idx="569">
                  <c:v>5838.94</c:v>
                </c:pt>
                <c:pt idx="570">
                  <c:v>5833.8099999999995</c:v>
                </c:pt>
                <c:pt idx="571">
                  <c:v>5832.79</c:v>
                </c:pt>
              </c:numCache>
            </c:numRef>
          </c:xVal>
          <c:yVal>
            <c:numRef>
              <c:f>'Post Processing CaCl2'!$AS$13:$AS$584</c:f>
              <c:numCache>
                <c:formatCode>General</c:formatCode>
                <c:ptCount val="572"/>
                <c:pt idx="0">
                  <c:v>6.22</c:v>
                </c:pt>
                <c:pt idx="1">
                  <c:v>6.17</c:v>
                </c:pt>
                <c:pt idx="2">
                  <c:v>6.19</c:v>
                </c:pt>
                <c:pt idx="3">
                  <c:v>6.2</c:v>
                </c:pt>
                <c:pt idx="4">
                  <c:v>6.44</c:v>
                </c:pt>
                <c:pt idx="5">
                  <c:v>44.720000000000006</c:v>
                </c:pt>
                <c:pt idx="6">
                  <c:v>98.47</c:v>
                </c:pt>
                <c:pt idx="7">
                  <c:v>242.47</c:v>
                </c:pt>
                <c:pt idx="8">
                  <c:v>401.67</c:v>
                </c:pt>
                <c:pt idx="9">
                  <c:v>485.01</c:v>
                </c:pt>
                <c:pt idx="10">
                  <c:v>596</c:v>
                </c:pt>
                <c:pt idx="11">
                  <c:v>682.01</c:v>
                </c:pt>
                <c:pt idx="12">
                  <c:v>788.93999999999994</c:v>
                </c:pt>
                <c:pt idx="13">
                  <c:v>904.44999999999993</c:v>
                </c:pt>
                <c:pt idx="14">
                  <c:v>1007.8499999999999</c:v>
                </c:pt>
                <c:pt idx="15">
                  <c:v>1122.07</c:v>
                </c:pt>
                <c:pt idx="16">
                  <c:v>1181.72</c:v>
                </c:pt>
                <c:pt idx="17">
                  <c:v>1294.23</c:v>
                </c:pt>
                <c:pt idx="18">
                  <c:v>1398.28</c:v>
                </c:pt>
                <c:pt idx="19">
                  <c:v>1483.42</c:v>
                </c:pt>
                <c:pt idx="20">
                  <c:v>1578.8500000000001</c:v>
                </c:pt>
                <c:pt idx="21">
                  <c:v>1657.3400000000001</c:v>
                </c:pt>
                <c:pt idx="22">
                  <c:v>1741.11</c:v>
                </c:pt>
                <c:pt idx="23">
                  <c:v>1815.0900000000001</c:v>
                </c:pt>
                <c:pt idx="24">
                  <c:v>1895.38</c:v>
                </c:pt>
                <c:pt idx="25">
                  <c:v>1963.6299999999999</c:v>
                </c:pt>
                <c:pt idx="26">
                  <c:v>2048.0499999999997</c:v>
                </c:pt>
                <c:pt idx="27">
                  <c:v>2106.2199999999998</c:v>
                </c:pt>
                <c:pt idx="28">
                  <c:v>2176.92</c:v>
                </c:pt>
                <c:pt idx="29">
                  <c:v>2248.94</c:v>
                </c:pt>
                <c:pt idx="30">
                  <c:v>2312.89</c:v>
                </c:pt>
                <c:pt idx="31">
                  <c:v>2372.98</c:v>
                </c:pt>
                <c:pt idx="32">
                  <c:v>2440.5700000000002</c:v>
                </c:pt>
                <c:pt idx="33">
                  <c:v>2488.6400000000003</c:v>
                </c:pt>
                <c:pt idx="34">
                  <c:v>2555.75</c:v>
                </c:pt>
                <c:pt idx="35">
                  <c:v>2596.96</c:v>
                </c:pt>
                <c:pt idx="36">
                  <c:v>2639.57</c:v>
                </c:pt>
                <c:pt idx="37">
                  <c:v>2700.04</c:v>
                </c:pt>
                <c:pt idx="38">
                  <c:v>2743.21</c:v>
                </c:pt>
                <c:pt idx="39">
                  <c:v>2793.8</c:v>
                </c:pt>
                <c:pt idx="40">
                  <c:v>2829.89</c:v>
                </c:pt>
                <c:pt idx="41">
                  <c:v>2873.89</c:v>
                </c:pt>
                <c:pt idx="42">
                  <c:v>2944.1099999999997</c:v>
                </c:pt>
                <c:pt idx="43">
                  <c:v>2963.9500000000003</c:v>
                </c:pt>
                <c:pt idx="44">
                  <c:v>3014.69</c:v>
                </c:pt>
                <c:pt idx="45">
                  <c:v>3063.07</c:v>
                </c:pt>
                <c:pt idx="46">
                  <c:v>3107.33</c:v>
                </c:pt>
                <c:pt idx="47">
                  <c:v>3141.14</c:v>
                </c:pt>
                <c:pt idx="48">
                  <c:v>3176.25</c:v>
                </c:pt>
                <c:pt idx="49">
                  <c:v>3184.45</c:v>
                </c:pt>
                <c:pt idx="50">
                  <c:v>3220.39</c:v>
                </c:pt>
                <c:pt idx="51">
                  <c:v>3252.38</c:v>
                </c:pt>
                <c:pt idx="52">
                  <c:v>3290.12</c:v>
                </c:pt>
                <c:pt idx="53">
                  <c:v>3316.41</c:v>
                </c:pt>
                <c:pt idx="54">
                  <c:v>3351.4</c:v>
                </c:pt>
                <c:pt idx="55">
                  <c:v>3377.59</c:v>
                </c:pt>
                <c:pt idx="56">
                  <c:v>3405.44</c:v>
                </c:pt>
                <c:pt idx="57">
                  <c:v>3433.75</c:v>
                </c:pt>
                <c:pt idx="58">
                  <c:v>3458.8999999999996</c:v>
                </c:pt>
                <c:pt idx="59">
                  <c:v>3490.78</c:v>
                </c:pt>
                <c:pt idx="60">
                  <c:v>3511.6</c:v>
                </c:pt>
                <c:pt idx="61">
                  <c:v>3546.23</c:v>
                </c:pt>
                <c:pt idx="62">
                  <c:v>3540.85</c:v>
                </c:pt>
                <c:pt idx="63">
                  <c:v>3575.54</c:v>
                </c:pt>
                <c:pt idx="64">
                  <c:v>3590.31</c:v>
                </c:pt>
                <c:pt idx="65">
                  <c:v>3623.0299999999997</c:v>
                </c:pt>
                <c:pt idx="66">
                  <c:v>3642.92</c:v>
                </c:pt>
                <c:pt idx="67">
                  <c:v>3653.85</c:v>
                </c:pt>
                <c:pt idx="68">
                  <c:v>3661.5299999999997</c:v>
                </c:pt>
                <c:pt idx="69">
                  <c:v>3693.52</c:v>
                </c:pt>
                <c:pt idx="70">
                  <c:v>3714.25</c:v>
                </c:pt>
                <c:pt idx="71">
                  <c:v>3735.2</c:v>
                </c:pt>
                <c:pt idx="72">
                  <c:v>3748.1800000000003</c:v>
                </c:pt>
                <c:pt idx="73">
                  <c:v>3751.41</c:v>
                </c:pt>
                <c:pt idx="74">
                  <c:v>3787.38</c:v>
                </c:pt>
                <c:pt idx="75">
                  <c:v>3794.48</c:v>
                </c:pt>
                <c:pt idx="76">
                  <c:v>3813.75</c:v>
                </c:pt>
                <c:pt idx="77">
                  <c:v>3821.75</c:v>
                </c:pt>
                <c:pt idx="78">
                  <c:v>3837.67</c:v>
                </c:pt>
                <c:pt idx="79">
                  <c:v>3847.89</c:v>
                </c:pt>
                <c:pt idx="80">
                  <c:v>3862.85</c:v>
                </c:pt>
                <c:pt idx="81">
                  <c:v>3873.7200000000003</c:v>
                </c:pt>
                <c:pt idx="82">
                  <c:v>3889.91</c:v>
                </c:pt>
                <c:pt idx="83">
                  <c:v>3898.94</c:v>
                </c:pt>
                <c:pt idx="84">
                  <c:v>3911.87</c:v>
                </c:pt>
                <c:pt idx="85">
                  <c:v>3916.25</c:v>
                </c:pt>
                <c:pt idx="86">
                  <c:v>3912.42</c:v>
                </c:pt>
                <c:pt idx="87">
                  <c:v>3897.02</c:v>
                </c:pt>
                <c:pt idx="88">
                  <c:v>3920.83</c:v>
                </c:pt>
                <c:pt idx="89">
                  <c:v>3929.54</c:v>
                </c:pt>
                <c:pt idx="90">
                  <c:v>3936.36</c:v>
                </c:pt>
                <c:pt idx="91">
                  <c:v>3946.59</c:v>
                </c:pt>
                <c:pt idx="92">
                  <c:v>3940.39</c:v>
                </c:pt>
                <c:pt idx="93">
                  <c:v>3945.02</c:v>
                </c:pt>
                <c:pt idx="94">
                  <c:v>3951.26</c:v>
                </c:pt>
                <c:pt idx="95">
                  <c:v>3957.1299999999997</c:v>
                </c:pt>
                <c:pt idx="96">
                  <c:v>3959.67</c:v>
                </c:pt>
                <c:pt idx="97">
                  <c:v>3974.0099999999998</c:v>
                </c:pt>
                <c:pt idx="98">
                  <c:v>3982</c:v>
                </c:pt>
                <c:pt idx="99">
                  <c:v>3988.98</c:v>
                </c:pt>
                <c:pt idx="100">
                  <c:v>3987.85</c:v>
                </c:pt>
                <c:pt idx="101">
                  <c:v>3993.6600000000003</c:v>
                </c:pt>
                <c:pt idx="102">
                  <c:v>4007.0899999999997</c:v>
                </c:pt>
                <c:pt idx="103">
                  <c:v>4009.27</c:v>
                </c:pt>
                <c:pt idx="104">
                  <c:v>4003.71</c:v>
                </c:pt>
                <c:pt idx="105">
                  <c:v>4017.7699999999995</c:v>
                </c:pt>
                <c:pt idx="106">
                  <c:v>4015.55</c:v>
                </c:pt>
                <c:pt idx="107">
                  <c:v>4010.09</c:v>
                </c:pt>
                <c:pt idx="108">
                  <c:v>4030.15</c:v>
                </c:pt>
                <c:pt idx="109">
                  <c:v>4024.7900000000004</c:v>
                </c:pt>
                <c:pt idx="110">
                  <c:v>4019.71</c:v>
                </c:pt>
                <c:pt idx="111">
                  <c:v>4028.36</c:v>
                </c:pt>
                <c:pt idx="112">
                  <c:v>4030.64</c:v>
                </c:pt>
                <c:pt idx="113">
                  <c:v>4035.97</c:v>
                </c:pt>
                <c:pt idx="114">
                  <c:v>4035.97</c:v>
                </c:pt>
                <c:pt idx="115">
                  <c:v>4029.87</c:v>
                </c:pt>
                <c:pt idx="116">
                  <c:v>4035.9999999999995</c:v>
                </c:pt>
                <c:pt idx="117">
                  <c:v>4041.13</c:v>
                </c:pt>
                <c:pt idx="118">
                  <c:v>4043.85</c:v>
                </c:pt>
                <c:pt idx="119">
                  <c:v>4046.72</c:v>
                </c:pt>
                <c:pt idx="120">
                  <c:v>4047.4300000000003</c:v>
                </c:pt>
                <c:pt idx="121">
                  <c:v>4044.9400000000005</c:v>
                </c:pt>
                <c:pt idx="122">
                  <c:v>4035.6699999999996</c:v>
                </c:pt>
                <c:pt idx="123">
                  <c:v>4046.6800000000003</c:v>
                </c:pt>
                <c:pt idx="124">
                  <c:v>4040.19</c:v>
                </c:pt>
                <c:pt idx="125">
                  <c:v>4040.4900000000002</c:v>
                </c:pt>
                <c:pt idx="126">
                  <c:v>4040.1699999999996</c:v>
                </c:pt>
                <c:pt idx="127">
                  <c:v>4038.82</c:v>
                </c:pt>
                <c:pt idx="128">
                  <c:v>4038.82</c:v>
                </c:pt>
                <c:pt idx="129">
                  <c:v>4042.3</c:v>
                </c:pt>
                <c:pt idx="130">
                  <c:v>4038.05</c:v>
                </c:pt>
                <c:pt idx="131">
                  <c:v>4053.6000000000004</c:v>
                </c:pt>
                <c:pt idx="132">
                  <c:v>4053.96</c:v>
                </c:pt>
                <c:pt idx="133">
                  <c:v>4054.6300000000006</c:v>
                </c:pt>
                <c:pt idx="134">
                  <c:v>4053.28</c:v>
                </c:pt>
                <c:pt idx="135">
                  <c:v>4054.4700000000003</c:v>
                </c:pt>
                <c:pt idx="136">
                  <c:v>4053.3</c:v>
                </c:pt>
                <c:pt idx="137">
                  <c:v>4059.1499999999996</c:v>
                </c:pt>
                <c:pt idx="138">
                  <c:v>4037.65</c:v>
                </c:pt>
                <c:pt idx="139">
                  <c:v>4044.93</c:v>
                </c:pt>
                <c:pt idx="140">
                  <c:v>4041.8</c:v>
                </c:pt>
                <c:pt idx="141">
                  <c:v>4049.04</c:v>
                </c:pt>
                <c:pt idx="142">
                  <c:v>4047.9500000000003</c:v>
                </c:pt>
                <c:pt idx="143">
                  <c:v>4048.21</c:v>
                </c:pt>
                <c:pt idx="144">
                  <c:v>4042.3900000000003</c:v>
                </c:pt>
                <c:pt idx="145">
                  <c:v>4044.8599999999997</c:v>
                </c:pt>
                <c:pt idx="146">
                  <c:v>4040.2699999999995</c:v>
                </c:pt>
                <c:pt idx="147">
                  <c:v>4039.98</c:v>
                </c:pt>
                <c:pt idx="148">
                  <c:v>4043.1499999999996</c:v>
                </c:pt>
                <c:pt idx="149">
                  <c:v>4042.7999999999997</c:v>
                </c:pt>
                <c:pt idx="150">
                  <c:v>4032.32</c:v>
                </c:pt>
                <c:pt idx="151">
                  <c:v>4033.7699999999995</c:v>
                </c:pt>
                <c:pt idx="152">
                  <c:v>4030.18</c:v>
                </c:pt>
                <c:pt idx="153">
                  <c:v>4027.8600000000006</c:v>
                </c:pt>
                <c:pt idx="154">
                  <c:v>4026.3999999999996</c:v>
                </c:pt>
                <c:pt idx="155">
                  <c:v>4026.04</c:v>
                </c:pt>
                <c:pt idx="156">
                  <c:v>4024.1</c:v>
                </c:pt>
                <c:pt idx="157">
                  <c:v>4021.45</c:v>
                </c:pt>
                <c:pt idx="158">
                  <c:v>4018.4300000000003</c:v>
                </c:pt>
                <c:pt idx="159">
                  <c:v>4018.16</c:v>
                </c:pt>
                <c:pt idx="160">
                  <c:v>4014.4200000000005</c:v>
                </c:pt>
                <c:pt idx="161">
                  <c:v>3994.35</c:v>
                </c:pt>
                <c:pt idx="162">
                  <c:v>3993.08</c:v>
                </c:pt>
                <c:pt idx="163">
                  <c:v>3997.74</c:v>
                </c:pt>
                <c:pt idx="164">
                  <c:v>3995.97</c:v>
                </c:pt>
                <c:pt idx="165">
                  <c:v>3992.6400000000003</c:v>
                </c:pt>
                <c:pt idx="166">
                  <c:v>3990.58</c:v>
                </c:pt>
                <c:pt idx="167">
                  <c:v>3993.5</c:v>
                </c:pt>
                <c:pt idx="168">
                  <c:v>3992.57</c:v>
                </c:pt>
                <c:pt idx="169">
                  <c:v>3991.2200000000003</c:v>
                </c:pt>
                <c:pt idx="170">
                  <c:v>3970.91</c:v>
                </c:pt>
                <c:pt idx="171">
                  <c:v>3975.39</c:v>
                </c:pt>
                <c:pt idx="172">
                  <c:v>3964.75</c:v>
                </c:pt>
                <c:pt idx="173">
                  <c:v>3962.43</c:v>
                </c:pt>
                <c:pt idx="174">
                  <c:v>3973.32</c:v>
                </c:pt>
                <c:pt idx="175">
                  <c:v>3972.36</c:v>
                </c:pt>
                <c:pt idx="176">
                  <c:v>3975.7799999999997</c:v>
                </c:pt>
                <c:pt idx="177">
                  <c:v>3974.8100000000004</c:v>
                </c:pt>
                <c:pt idx="178">
                  <c:v>3973.14</c:v>
                </c:pt>
                <c:pt idx="179">
                  <c:v>3963.76</c:v>
                </c:pt>
                <c:pt idx="180">
                  <c:v>3963.13</c:v>
                </c:pt>
                <c:pt idx="181">
                  <c:v>3962.91</c:v>
                </c:pt>
                <c:pt idx="182">
                  <c:v>3959.4</c:v>
                </c:pt>
                <c:pt idx="183">
                  <c:v>3958.6899999999996</c:v>
                </c:pt>
                <c:pt idx="184">
                  <c:v>3950.7599999999998</c:v>
                </c:pt>
                <c:pt idx="185">
                  <c:v>3950.67</c:v>
                </c:pt>
                <c:pt idx="186">
                  <c:v>3950.4</c:v>
                </c:pt>
                <c:pt idx="187">
                  <c:v>3948.4300000000003</c:v>
                </c:pt>
                <c:pt idx="188">
                  <c:v>3922.5099999999998</c:v>
                </c:pt>
                <c:pt idx="189">
                  <c:v>3950.52</c:v>
                </c:pt>
                <c:pt idx="190">
                  <c:v>3940.66</c:v>
                </c:pt>
                <c:pt idx="191">
                  <c:v>3934.71</c:v>
                </c:pt>
                <c:pt idx="192">
                  <c:v>3929.96</c:v>
                </c:pt>
                <c:pt idx="193">
                  <c:v>3921.08</c:v>
                </c:pt>
                <c:pt idx="194">
                  <c:v>3918.27</c:v>
                </c:pt>
                <c:pt idx="195">
                  <c:v>3918.58</c:v>
                </c:pt>
                <c:pt idx="196">
                  <c:v>3924.47</c:v>
                </c:pt>
                <c:pt idx="197">
                  <c:v>3921.79</c:v>
                </c:pt>
                <c:pt idx="198">
                  <c:v>3916.5800000000004</c:v>
                </c:pt>
                <c:pt idx="199">
                  <c:v>3917.41</c:v>
                </c:pt>
                <c:pt idx="200">
                  <c:v>3909.56</c:v>
                </c:pt>
                <c:pt idx="201">
                  <c:v>3912.42</c:v>
                </c:pt>
                <c:pt idx="202">
                  <c:v>3902.34</c:v>
                </c:pt>
                <c:pt idx="203">
                  <c:v>3899.01</c:v>
                </c:pt>
                <c:pt idx="204">
                  <c:v>3907.14</c:v>
                </c:pt>
                <c:pt idx="205">
                  <c:v>3891.15</c:v>
                </c:pt>
                <c:pt idx="206">
                  <c:v>3890.75</c:v>
                </c:pt>
                <c:pt idx="207">
                  <c:v>3886.81</c:v>
                </c:pt>
                <c:pt idx="208">
                  <c:v>3891.7099999999996</c:v>
                </c:pt>
                <c:pt idx="209">
                  <c:v>3887.87</c:v>
                </c:pt>
                <c:pt idx="210">
                  <c:v>3880.71</c:v>
                </c:pt>
                <c:pt idx="211">
                  <c:v>3880.3999999999996</c:v>
                </c:pt>
                <c:pt idx="212">
                  <c:v>3883.31</c:v>
                </c:pt>
                <c:pt idx="213">
                  <c:v>3879.94</c:v>
                </c:pt>
                <c:pt idx="214">
                  <c:v>3882.23</c:v>
                </c:pt>
                <c:pt idx="215">
                  <c:v>3877.0600000000004</c:v>
                </c:pt>
                <c:pt idx="216">
                  <c:v>3874.7</c:v>
                </c:pt>
                <c:pt idx="217">
                  <c:v>3874.86</c:v>
                </c:pt>
                <c:pt idx="218">
                  <c:v>3868.14</c:v>
                </c:pt>
                <c:pt idx="219">
                  <c:v>3863.78</c:v>
                </c:pt>
                <c:pt idx="220">
                  <c:v>3862.06</c:v>
                </c:pt>
                <c:pt idx="221">
                  <c:v>3853.51</c:v>
                </c:pt>
                <c:pt idx="222">
                  <c:v>3850.52</c:v>
                </c:pt>
                <c:pt idx="223">
                  <c:v>3845.5499999999997</c:v>
                </c:pt>
                <c:pt idx="224">
                  <c:v>3839.2</c:v>
                </c:pt>
                <c:pt idx="225">
                  <c:v>3832.1200000000003</c:v>
                </c:pt>
                <c:pt idx="226">
                  <c:v>3829.43</c:v>
                </c:pt>
                <c:pt idx="227">
                  <c:v>3823.99</c:v>
                </c:pt>
                <c:pt idx="228">
                  <c:v>3812.62</c:v>
                </c:pt>
                <c:pt idx="229">
                  <c:v>3821</c:v>
                </c:pt>
                <c:pt idx="230">
                  <c:v>3821.5</c:v>
                </c:pt>
                <c:pt idx="231">
                  <c:v>3818.5</c:v>
                </c:pt>
                <c:pt idx="232">
                  <c:v>3820.73</c:v>
                </c:pt>
                <c:pt idx="233">
                  <c:v>3819.09</c:v>
                </c:pt>
                <c:pt idx="234">
                  <c:v>3818.2999999999997</c:v>
                </c:pt>
                <c:pt idx="235">
                  <c:v>3812.77</c:v>
                </c:pt>
                <c:pt idx="236">
                  <c:v>3805.25</c:v>
                </c:pt>
                <c:pt idx="237">
                  <c:v>3799.08</c:v>
                </c:pt>
                <c:pt idx="238">
                  <c:v>3793.13</c:v>
                </c:pt>
                <c:pt idx="239">
                  <c:v>3789.87</c:v>
                </c:pt>
                <c:pt idx="240">
                  <c:v>3787.61</c:v>
                </c:pt>
                <c:pt idx="241">
                  <c:v>3786.37</c:v>
                </c:pt>
                <c:pt idx="242">
                  <c:v>3780.1</c:v>
                </c:pt>
                <c:pt idx="243">
                  <c:v>3779.17</c:v>
                </c:pt>
                <c:pt idx="244">
                  <c:v>3776.21</c:v>
                </c:pt>
                <c:pt idx="245">
                  <c:v>3773.6299999999997</c:v>
                </c:pt>
                <c:pt idx="246">
                  <c:v>3770.19</c:v>
                </c:pt>
                <c:pt idx="247">
                  <c:v>3767.81</c:v>
                </c:pt>
                <c:pt idx="248">
                  <c:v>3765.5699999999997</c:v>
                </c:pt>
                <c:pt idx="249">
                  <c:v>3762.14</c:v>
                </c:pt>
                <c:pt idx="250">
                  <c:v>3758.15</c:v>
                </c:pt>
                <c:pt idx="251">
                  <c:v>3761.02</c:v>
                </c:pt>
                <c:pt idx="252">
                  <c:v>3756.7200000000003</c:v>
                </c:pt>
                <c:pt idx="253">
                  <c:v>3756.5</c:v>
                </c:pt>
                <c:pt idx="254">
                  <c:v>3752.4</c:v>
                </c:pt>
                <c:pt idx="255">
                  <c:v>3748.26</c:v>
                </c:pt>
                <c:pt idx="256">
                  <c:v>3743.63</c:v>
                </c:pt>
                <c:pt idx="257">
                  <c:v>3739.16</c:v>
                </c:pt>
                <c:pt idx="258">
                  <c:v>3738.87</c:v>
                </c:pt>
                <c:pt idx="259">
                  <c:v>3735.3399999999997</c:v>
                </c:pt>
                <c:pt idx="260">
                  <c:v>3729.34</c:v>
                </c:pt>
                <c:pt idx="261">
                  <c:v>3725.1400000000003</c:v>
                </c:pt>
                <c:pt idx="262">
                  <c:v>3719.77</c:v>
                </c:pt>
                <c:pt idx="263">
                  <c:v>3720.06</c:v>
                </c:pt>
                <c:pt idx="264">
                  <c:v>3717.98</c:v>
                </c:pt>
                <c:pt idx="265">
                  <c:v>3714.9700000000003</c:v>
                </c:pt>
                <c:pt idx="266">
                  <c:v>3701.26</c:v>
                </c:pt>
                <c:pt idx="267">
                  <c:v>3699.7</c:v>
                </c:pt>
                <c:pt idx="268">
                  <c:v>3700.27</c:v>
                </c:pt>
                <c:pt idx="269">
                  <c:v>3693.63</c:v>
                </c:pt>
                <c:pt idx="270">
                  <c:v>3689.2999999999997</c:v>
                </c:pt>
                <c:pt idx="271">
                  <c:v>3688.19</c:v>
                </c:pt>
                <c:pt idx="272">
                  <c:v>3679.78</c:v>
                </c:pt>
                <c:pt idx="273">
                  <c:v>3681.71</c:v>
                </c:pt>
                <c:pt idx="274">
                  <c:v>3673.4</c:v>
                </c:pt>
                <c:pt idx="275">
                  <c:v>3669.0299999999997</c:v>
                </c:pt>
                <c:pt idx="276">
                  <c:v>3672.3599999999997</c:v>
                </c:pt>
                <c:pt idx="277">
                  <c:v>3654.44</c:v>
                </c:pt>
                <c:pt idx="278">
                  <c:v>3652.1</c:v>
                </c:pt>
                <c:pt idx="279">
                  <c:v>3657.81</c:v>
                </c:pt>
                <c:pt idx="280">
                  <c:v>3652.61</c:v>
                </c:pt>
                <c:pt idx="281">
                  <c:v>3650.98</c:v>
                </c:pt>
                <c:pt idx="282">
                  <c:v>3646.3199999999997</c:v>
                </c:pt>
                <c:pt idx="283">
                  <c:v>3649.33</c:v>
                </c:pt>
                <c:pt idx="284">
                  <c:v>3646.74</c:v>
                </c:pt>
                <c:pt idx="285">
                  <c:v>3640.29</c:v>
                </c:pt>
                <c:pt idx="286">
                  <c:v>3645.35</c:v>
                </c:pt>
                <c:pt idx="287">
                  <c:v>3646.69</c:v>
                </c:pt>
                <c:pt idx="288">
                  <c:v>3643.4500000000003</c:v>
                </c:pt>
                <c:pt idx="289">
                  <c:v>3646.7000000000003</c:v>
                </c:pt>
                <c:pt idx="290">
                  <c:v>3641.4300000000003</c:v>
                </c:pt>
                <c:pt idx="291">
                  <c:v>3630.38</c:v>
                </c:pt>
                <c:pt idx="292">
                  <c:v>3627.26</c:v>
                </c:pt>
                <c:pt idx="293">
                  <c:v>3626.95</c:v>
                </c:pt>
                <c:pt idx="294">
                  <c:v>3620.13</c:v>
                </c:pt>
                <c:pt idx="295">
                  <c:v>3620</c:v>
                </c:pt>
                <c:pt idx="296">
                  <c:v>3615.0699999999997</c:v>
                </c:pt>
                <c:pt idx="297">
                  <c:v>3619.2700000000004</c:v>
                </c:pt>
                <c:pt idx="298">
                  <c:v>3619.56</c:v>
                </c:pt>
                <c:pt idx="299">
                  <c:v>3619.19</c:v>
                </c:pt>
                <c:pt idx="300">
                  <c:v>3612.55</c:v>
                </c:pt>
                <c:pt idx="301">
                  <c:v>3616.0299999999997</c:v>
                </c:pt>
                <c:pt idx="302">
                  <c:v>3611.7400000000002</c:v>
                </c:pt>
                <c:pt idx="303">
                  <c:v>3613.76</c:v>
                </c:pt>
                <c:pt idx="304">
                  <c:v>3610.69</c:v>
                </c:pt>
                <c:pt idx="305">
                  <c:v>3608.93</c:v>
                </c:pt>
                <c:pt idx="306">
                  <c:v>3602.9900000000002</c:v>
                </c:pt>
                <c:pt idx="307">
                  <c:v>3615.65</c:v>
                </c:pt>
                <c:pt idx="308">
                  <c:v>3616.29</c:v>
                </c:pt>
                <c:pt idx="309">
                  <c:v>3610.58</c:v>
                </c:pt>
                <c:pt idx="310">
                  <c:v>3611.92</c:v>
                </c:pt>
                <c:pt idx="311">
                  <c:v>3611.42</c:v>
                </c:pt>
                <c:pt idx="312">
                  <c:v>3610.5499999999997</c:v>
                </c:pt>
                <c:pt idx="313">
                  <c:v>3604.02</c:v>
                </c:pt>
                <c:pt idx="314">
                  <c:v>3602.32</c:v>
                </c:pt>
                <c:pt idx="315">
                  <c:v>3604.4700000000003</c:v>
                </c:pt>
                <c:pt idx="316">
                  <c:v>3602.2</c:v>
                </c:pt>
                <c:pt idx="317">
                  <c:v>3595.77</c:v>
                </c:pt>
                <c:pt idx="318">
                  <c:v>3589.75</c:v>
                </c:pt>
                <c:pt idx="319">
                  <c:v>3587.56</c:v>
                </c:pt>
                <c:pt idx="320">
                  <c:v>3589.08</c:v>
                </c:pt>
                <c:pt idx="321">
                  <c:v>3588.75</c:v>
                </c:pt>
                <c:pt idx="322">
                  <c:v>3586.75</c:v>
                </c:pt>
                <c:pt idx="323">
                  <c:v>3585.09</c:v>
                </c:pt>
                <c:pt idx="324">
                  <c:v>3586.95</c:v>
                </c:pt>
                <c:pt idx="325">
                  <c:v>3586.2400000000002</c:v>
                </c:pt>
                <c:pt idx="326">
                  <c:v>3575.8</c:v>
                </c:pt>
                <c:pt idx="327">
                  <c:v>3577.75</c:v>
                </c:pt>
                <c:pt idx="328">
                  <c:v>3577.46</c:v>
                </c:pt>
                <c:pt idx="329">
                  <c:v>3573.76</c:v>
                </c:pt>
                <c:pt idx="330">
                  <c:v>3573.02</c:v>
                </c:pt>
                <c:pt idx="331">
                  <c:v>3571.3599999999997</c:v>
                </c:pt>
                <c:pt idx="332">
                  <c:v>3566.79</c:v>
                </c:pt>
                <c:pt idx="333">
                  <c:v>3561.96</c:v>
                </c:pt>
                <c:pt idx="334">
                  <c:v>3543.52</c:v>
                </c:pt>
                <c:pt idx="335">
                  <c:v>3556.4</c:v>
                </c:pt>
                <c:pt idx="336">
                  <c:v>3553.3100000000004</c:v>
                </c:pt>
                <c:pt idx="337">
                  <c:v>3551.23</c:v>
                </c:pt>
                <c:pt idx="338">
                  <c:v>3550.05</c:v>
                </c:pt>
                <c:pt idx="339">
                  <c:v>3547.91</c:v>
                </c:pt>
                <c:pt idx="340">
                  <c:v>3541.9700000000003</c:v>
                </c:pt>
                <c:pt idx="341">
                  <c:v>3539.77</c:v>
                </c:pt>
                <c:pt idx="342">
                  <c:v>3543.83</c:v>
                </c:pt>
                <c:pt idx="343">
                  <c:v>3530.58</c:v>
                </c:pt>
                <c:pt idx="344">
                  <c:v>3528.02</c:v>
                </c:pt>
                <c:pt idx="345">
                  <c:v>3533.73</c:v>
                </c:pt>
                <c:pt idx="346">
                  <c:v>3532.85</c:v>
                </c:pt>
                <c:pt idx="347">
                  <c:v>3531.59</c:v>
                </c:pt>
                <c:pt idx="348">
                  <c:v>3524.9</c:v>
                </c:pt>
                <c:pt idx="349">
                  <c:v>3522.59</c:v>
                </c:pt>
                <c:pt idx="350">
                  <c:v>3520.63</c:v>
                </c:pt>
                <c:pt idx="351">
                  <c:v>3517.36</c:v>
                </c:pt>
                <c:pt idx="352">
                  <c:v>3518.8</c:v>
                </c:pt>
                <c:pt idx="353">
                  <c:v>3501.52</c:v>
                </c:pt>
                <c:pt idx="354">
                  <c:v>3511.7799999999997</c:v>
                </c:pt>
                <c:pt idx="355">
                  <c:v>3511.01</c:v>
                </c:pt>
                <c:pt idx="356">
                  <c:v>3503.3599999999997</c:v>
                </c:pt>
                <c:pt idx="357">
                  <c:v>3498.56</c:v>
                </c:pt>
                <c:pt idx="358">
                  <c:v>3496.75</c:v>
                </c:pt>
                <c:pt idx="359">
                  <c:v>3494.26</c:v>
                </c:pt>
                <c:pt idx="360">
                  <c:v>3491.28</c:v>
                </c:pt>
                <c:pt idx="361">
                  <c:v>3495.58</c:v>
                </c:pt>
                <c:pt idx="362">
                  <c:v>3489.1899999999996</c:v>
                </c:pt>
                <c:pt idx="363">
                  <c:v>3487.4900000000002</c:v>
                </c:pt>
                <c:pt idx="364">
                  <c:v>3484.79</c:v>
                </c:pt>
                <c:pt idx="365">
                  <c:v>3478.7400000000002</c:v>
                </c:pt>
                <c:pt idx="366">
                  <c:v>3477.5</c:v>
                </c:pt>
                <c:pt idx="367">
                  <c:v>3473.42</c:v>
                </c:pt>
                <c:pt idx="368">
                  <c:v>3465.33</c:v>
                </c:pt>
                <c:pt idx="369">
                  <c:v>3466.66</c:v>
                </c:pt>
                <c:pt idx="370">
                  <c:v>3462.88</c:v>
                </c:pt>
                <c:pt idx="371">
                  <c:v>3446.02</c:v>
                </c:pt>
                <c:pt idx="372">
                  <c:v>3454.6899999999996</c:v>
                </c:pt>
                <c:pt idx="373">
                  <c:v>3456.77</c:v>
                </c:pt>
                <c:pt idx="374">
                  <c:v>3453.84</c:v>
                </c:pt>
                <c:pt idx="375">
                  <c:v>3449.7</c:v>
                </c:pt>
                <c:pt idx="376">
                  <c:v>3443.6200000000003</c:v>
                </c:pt>
                <c:pt idx="377">
                  <c:v>3442.06</c:v>
                </c:pt>
                <c:pt idx="378">
                  <c:v>3446.1</c:v>
                </c:pt>
                <c:pt idx="379">
                  <c:v>3442.29</c:v>
                </c:pt>
                <c:pt idx="380">
                  <c:v>3445</c:v>
                </c:pt>
                <c:pt idx="381">
                  <c:v>3439.5600000000004</c:v>
                </c:pt>
                <c:pt idx="382">
                  <c:v>3436.51</c:v>
                </c:pt>
                <c:pt idx="383">
                  <c:v>3433.54</c:v>
                </c:pt>
                <c:pt idx="384">
                  <c:v>3429.1200000000003</c:v>
                </c:pt>
                <c:pt idx="385">
                  <c:v>3429.9300000000003</c:v>
                </c:pt>
                <c:pt idx="386">
                  <c:v>3422.7400000000002</c:v>
                </c:pt>
                <c:pt idx="387">
                  <c:v>3422.4199999999996</c:v>
                </c:pt>
                <c:pt idx="388">
                  <c:v>3417.3399999999997</c:v>
                </c:pt>
                <c:pt idx="389">
                  <c:v>3415.74</c:v>
                </c:pt>
                <c:pt idx="390">
                  <c:v>3411.66</c:v>
                </c:pt>
                <c:pt idx="391">
                  <c:v>3414.97</c:v>
                </c:pt>
                <c:pt idx="392">
                  <c:v>3408.3100000000004</c:v>
                </c:pt>
                <c:pt idx="393">
                  <c:v>3404.4</c:v>
                </c:pt>
                <c:pt idx="394">
                  <c:v>3401.31</c:v>
                </c:pt>
                <c:pt idx="395">
                  <c:v>3397.09</c:v>
                </c:pt>
                <c:pt idx="396">
                  <c:v>3392.63</c:v>
                </c:pt>
                <c:pt idx="397">
                  <c:v>3392.54</c:v>
                </c:pt>
                <c:pt idx="398">
                  <c:v>3392.42</c:v>
                </c:pt>
                <c:pt idx="399">
                  <c:v>3396.54</c:v>
                </c:pt>
                <c:pt idx="400">
                  <c:v>3392.9700000000003</c:v>
                </c:pt>
                <c:pt idx="401">
                  <c:v>3387.6</c:v>
                </c:pt>
                <c:pt idx="402">
                  <c:v>3379.06</c:v>
                </c:pt>
                <c:pt idx="403">
                  <c:v>3385.02</c:v>
                </c:pt>
                <c:pt idx="404">
                  <c:v>3380.49</c:v>
                </c:pt>
                <c:pt idx="405">
                  <c:v>3374.8399999999997</c:v>
                </c:pt>
                <c:pt idx="406">
                  <c:v>3375.15</c:v>
                </c:pt>
                <c:pt idx="407">
                  <c:v>3374.4900000000002</c:v>
                </c:pt>
                <c:pt idx="408">
                  <c:v>3367.55</c:v>
                </c:pt>
                <c:pt idx="409">
                  <c:v>3372.4500000000003</c:v>
                </c:pt>
                <c:pt idx="410">
                  <c:v>3369.9</c:v>
                </c:pt>
                <c:pt idx="411">
                  <c:v>3359.46</c:v>
                </c:pt>
                <c:pt idx="412">
                  <c:v>3363.74</c:v>
                </c:pt>
                <c:pt idx="413">
                  <c:v>3359.12</c:v>
                </c:pt>
                <c:pt idx="414">
                  <c:v>3353.2000000000003</c:v>
                </c:pt>
                <c:pt idx="415">
                  <c:v>3345.43</c:v>
                </c:pt>
                <c:pt idx="416">
                  <c:v>3346.33</c:v>
                </c:pt>
                <c:pt idx="417">
                  <c:v>3340.04</c:v>
                </c:pt>
                <c:pt idx="418">
                  <c:v>3336.9</c:v>
                </c:pt>
                <c:pt idx="419">
                  <c:v>3336.14</c:v>
                </c:pt>
                <c:pt idx="420">
                  <c:v>3329.06</c:v>
                </c:pt>
                <c:pt idx="421">
                  <c:v>3333.38</c:v>
                </c:pt>
                <c:pt idx="422">
                  <c:v>3327.03</c:v>
                </c:pt>
                <c:pt idx="423">
                  <c:v>3324.5499999999997</c:v>
                </c:pt>
                <c:pt idx="424">
                  <c:v>3321.77</c:v>
                </c:pt>
                <c:pt idx="425">
                  <c:v>3320.1</c:v>
                </c:pt>
                <c:pt idx="426">
                  <c:v>3315.3700000000003</c:v>
                </c:pt>
                <c:pt idx="427">
                  <c:v>3317.12</c:v>
                </c:pt>
                <c:pt idx="428">
                  <c:v>3318.8399999999997</c:v>
                </c:pt>
                <c:pt idx="429">
                  <c:v>3324.3999999999996</c:v>
                </c:pt>
                <c:pt idx="430">
                  <c:v>3324.5499999999997</c:v>
                </c:pt>
                <c:pt idx="431">
                  <c:v>3322.53</c:v>
                </c:pt>
                <c:pt idx="432">
                  <c:v>3318.8300000000004</c:v>
                </c:pt>
                <c:pt idx="433">
                  <c:v>3310.3799999999997</c:v>
                </c:pt>
                <c:pt idx="434">
                  <c:v>3305.8399999999997</c:v>
                </c:pt>
                <c:pt idx="435">
                  <c:v>3304.59</c:v>
                </c:pt>
                <c:pt idx="436">
                  <c:v>3299.66</c:v>
                </c:pt>
                <c:pt idx="437">
                  <c:v>3297.3599999999997</c:v>
                </c:pt>
                <c:pt idx="438">
                  <c:v>3298.68</c:v>
                </c:pt>
                <c:pt idx="439">
                  <c:v>3301.88</c:v>
                </c:pt>
                <c:pt idx="440">
                  <c:v>3301.1400000000003</c:v>
                </c:pt>
                <c:pt idx="441">
                  <c:v>3302.15</c:v>
                </c:pt>
                <c:pt idx="442">
                  <c:v>3298.08</c:v>
                </c:pt>
                <c:pt idx="443">
                  <c:v>3300.62</c:v>
                </c:pt>
                <c:pt idx="444">
                  <c:v>3290.46</c:v>
                </c:pt>
                <c:pt idx="445">
                  <c:v>3295.7000000000003</c:v>
                </c:pt>
                <c:pt idx="446">
                  <c:v>3285.44</c:v>
                </c:pt>
                <c:pt idx="447">
                  <c:v>3283.9</c:v>
                </c:pt>
                <c:pt idx="448">
                  <c:v>3283.7900000000004</c:v>
                </c:pt>
                <c:pt idx="449">
                  <c:v>3288.7599999999998</c:v>
                </c:pt>
                <c:pt idx="450">
                  <c:v>3285.23</c:v>
                </c:pt>
                <c:pt idx="451">
                  <c:v>3280.9300000000003</c:v>
                </c:pt>
                <c:pt idx="452">
                  <c:v>3271.31</c:v>
                </c:pt>
                <c:pt idx="453">
                  <c:v>3272.35</c:v>
                </c:pt>
                <c:pt idx="454">
                  <c:v>3270.96</c:v>
                </c:pt>
                <c:pt idx="455">
                  <c:v>3267.5299999999997</c:v>
                </c:pt>
                <c:pt idx="456">
                  <c:v>3264.5</c:v>
                </c:pt>
                <c:pt idx="457">
                  <c:v>3262.14</c:v>
                </c:pt>
                <c:pt idx="458">
                  <c:v>3259.4500000000003</c:v>
                </c:pt>
                <c:pt idx="459">
                  <c:v>3257.64</c:v>
                </c:pt>
                <c:pt idx="460">
                  <c:v>3257.06</c:v>
                </c:pt>
                <c:pt idx="461">
                  <c:v>3250.84</c:v>
                </c:pt>
                <c:pt idx="462">
                  <c:v>3253.75</c:v>
                </c:pt>
                <c:pt idx="463">
                  <c:v>3249.32</c:v>
                </c:pt>
                <c:pt idx="464">
                  <c:v>3249.96</c:v>
                </c:pt>
                <c:pt idx="465">
                  <c:v>3249.1400000000003</c:v>
                </c:pt>
                <c:pt idx="466">
                  <c:v>3249.18</c:v>
                </c:pt>
                <c:pt idx="467">
                  <c:v>3250.85</c:v>
                </c:pt>
                <c:pt idx="468">
                  <c:v>3245.76</c:v>
                </c:pt>
                <c:pt idx="469">
                  <c:v>3245.8</c:v>
                </c:pt>
                <c:pt idx="470">
                  <c:v>3240.14</c:v>
                </c:pt>
                <c:pt idx="471">
                  <c:v>3244.86</c:v>
                </c:pt>
                <c:pt idx="472">
                  <c:v>3240.3900000000003</c:v>
                </c:pt>
                <c:pt idx="473">
                  <c:v>3237.37</c:v>
                </c:pt>
                <c:pt idx="474">
                  <c:v>3229.21</c:v>
                </c:pt>
                <c:pt idx="475">
                  <c:v>3225.31</c:v>
                </c:pt>
                <c:pt idx="476">
                  <c:v>3220.2099999999996</c:v>
                </c:pt>
                <c:pt idx="477">
                  <c:v>3215.71</c:v>
                </c:pt>
                <c:pt idx="478">
                  <c:v>3215.0099999999998</c:v>
                </c:pt>
                <c:pt idx="479">
                  <c:v>3214.4300000000003</c:v>
                </c:pt>
                <c:pt idx="480">
                  <c:v>3212.98</c:v>
                </c:pt>
                <c:pt idx="481">
                  <c:v>3207.68</c:v>
                </c:pt>
                <c:pt idx="482">
                  <c:v>3205.87</c:v>
                </c:pt>
                <c:pt idx="483">
                  <c:v>3196.26</c:v>
                </c:pt>
                <c:pt idx="484">
                  <c:v>3197.5600000000004</c:v>
                </c:pt>
                <c:pt idx="485">
                  <c:v>3200.02</c:v>
                </c:pt>
                <c:pt idx="486">
                  <c:v>3193.8</c:v>
                </c:pt>
                <c:pt idx="487">
                  <c:v>3195.0099999999998</c:v>
                </c:pt>
                <c:pt idx="488">
                  <c:v>3192.54</c:v>
                </c:pt>
                <c:pt idx="489">
                  <c:v>3191.2</c:v>
                </c:pt>
                <c:pt idx="490">
                  <c:v>3186.1000000000004</c:v>
                </c:pt>
                <c:pt idx="491">
                  <c:v>3183.3300000000004</c:v>
                </c:pt>
                <c:pt idx="492">
                  <c:v>3182.23</c:v>
                </c:pt>
                <c:pt idx="493">
                  <c:v>3180.05</c:v>
                </c:pt>
                <c:pt idx="494">
                  <c:v>3177.93</c:v>
                </c:pt>
                <c:pt idx="495">
                  <c:v>3178.2</c:v>
                </c:pt>
                <c:pt idx="496">
                  <c:v>3165.99</c:v>
                </c:pt>
                <c:pt idx="497">
                  <c:v>3163.48</c:v>
                </c:pt>
                <c:pt idx="498">
                  <c:v>3156.2999999999997</c:v>
                </c:pt>
                <c:pt idx="499">
                  <c:v>3162.9100000000003</c:v>
                </c:pt>
                <c:pt idx="500">
                  <c:v>3156.7799999999997</c:v>
                </c:pt>
                <c:pt idx="501">
                  <c:v>3157.56</c:v>
                </c:pt>
                <c:pt idx="502">
                  <c:v>3155.81</c:v>
                </c:pt>
                <c:pt idx="503">
                  <c:v>3154.12</c:v>
                </c:pt>
                <c:pt idx="504">
                  <c:v>3149.9199999999996</c:v>
                </c:pt>
                <c:pt idx="505">
                  <c:v>3143.85</c:v>
                </c:pt>
                <c:pt idx="506">
                  <c:v>3143.31</c:v>
                </c:pt>
                <c:pt idx="507">
                  <c:v>3144.93</c:v>
                </c:pt>
                <c:pt idx="508">
                  <c:v>3141.8599999999997</c:v>
                </c:pt>
                <c:pt idx="509">
                  <c:v>3139.56</c:v>
                </c:pt>
                <c:pt idx="510">
                  <c:v>3136.96</c:v>
                </c:pt>
                <c:pt idx="511">
                  <c:v>3138.84</c:v>
                </c:pt>
                <c:pt idx="512">
                  <c:v>3137.69</c:v>
                </c:pt>
                <c:pt idx="513">
                  <c:v>3129.4900000000002</c:v>
                </c:pt>
                <c:pt idx="514">
                  <c:v>3129.4</c:v>
                </c:pt>
                <c:pt idx="515">
                  <c:v>3133.3</c:v>
                </c:pt>
                <c:pt idx="516">
                  <c:v>3125.57</c:v>
                </c:pt>
                <c:pt idx="517">
                  <c:v>3122.63</c:v>
                </c:pt>
                <c:pt idx="518">
                  <c:v>3126.47</c:v>
                </c:pt>
                <c:pt idx="519">
                  <c:v>3128.34</c:v>
                </c:pt>
                <c:pt idx="520">
                  <c:v>3127.16</c:v>
                </c:pt>
                <c:pt idx="521">
                  <c:v>3125.84</c:v>
                </c:pt>
                <c:pt idx="522">
                  <c:v>3121.4900000000002</c:v>
                </c:pt>
                <c:pt idx="523">
                  <c:v>3117.1000000000004</c:v>
                </c:pt>
                <c:pt idx="524">
                  <c:v>3115.77</c:v>
                </c:pt>
                <c:pt idx="525">
                  <c:v>3117.94</c:v>
                </c:pt>
                <c:pt idx="526">
                  <c:v>3116.28</c:v>
                </c:pt>
                <c:pt idx="527">
                  <c:v>3111.21</c:v>
                </c:pt>
                <c:pt idx="528">
                  <c:v>3109.0499999999997</c:v>
                </c:pt>
                <c:pt idx="529">
                  <c:v>3107.94</c:v>
                </c:pt>
                <c:pt idx="530">
                  <c:v>3108.76</c:v>
                </c:pt>
                <c:pt idx="531">
                  <c:v>3103.84</c:v>
                </c:pt>
                <c:pt idx="532">
                  <c:v>3106.11</c:v>
                </c:pt>
                <c:pt idx="533">
                  <c:v>3105.34</c:v>
                </c:pt>
                <c:pt idx="534">
                  <c:v>3104.96</c:v>
                </c:pt>
                <c:pt idx="535">
                  <c:v>3103.62</c:v>
                </c:pt>
                <c:pt idx="536">
                  <c:v>3102.83</c:v>
                </c:pt>
                <c:pt idx="537">
                  <c:v>3103.33</c:v>
                </c:pt>
                <c:pt idx="538">
                  <c:v>3099.84</c:v>
                </c:pt>
                <c:pt idx="539">
                  <c:v>3097.2400000000002</c:v>
                </c:pt>
                <c:pt idx="540">
                  <c:v>3091.9900000000002</c:v>
                </c:pt>
                <c:pt idx="541">
                  <c:v>3090.6</c:v>
                </c:pt>
                <c:pt idx="542">
                  <c:v>3085.6499999999996</c:v>
                </c:pt>
                <c:pt idx="543">
                  <c:v>3080.8399999999997</c:v>
                </c:pt>
                <c:pt idx="544">
                  <c:v>3077.51</c:v>
                </c:pt>
                <c:pt idx="545">
                  <c:v>3078.3900000000003</c:v>
                </c:pt>
                <c:pt idx="546">
                  <c:v>3076.02</c:v>
                </c:pt>
                <c:pt idx="547">
                  <c:v>3072.6</c:v>
                </c:pt>
                <c:pt idx="548">
                  <c:v>3065.29</c:v>
                </c:pt>
                <c:pt idx="549">
                  <c:v>3071.04</c:v>
                </c:pt>
                <c:pt idx="550">
                  <c:v>3065.12</c:v>
                </c:pt>
                <c:pt idx="551">
                  <c:v>3060.2200000000003</c:v>
                </c:pt>
                <c:pt idx="552">
                  <c:v>3056.55</c:v>
                </c:pt>
                <c:pt idx="553">
                  <c:v>3054.92</c:v>
                </c:pt>
                <c:pt idx="554">
                  <c:v>3054.56</c:v>
                </c:pt>
                <c:pt idx="555">
                  <c:v>3052.29</c:v>
                </c:pt>
                <c:pt idx="556">
                  <c:v>3052.3199999999997</c:v>
                </c:pt>
                <c:pt idx="557">
                  <c:v>3047.56</c:v>
                </c:pt>
                <c:pt idx="558">
                  <c:v>3041.66</c:v>
                </c:pt>
                <c:pt idx="559">
                  <c:v>3038.27</c:v>
                </c:pt>
                <c:pt idx="560">
                  <c:v>3031.21</c:v>
                </c:pt>
                <c:pt idx="561">
                  <c:v>3030.48</c:v>
                </c:pt>
                <c:pt idx="562">
                  <c:v>3010.0600000000004</c:v>
                </c:pt>
                <c:pt idx="563">
                  <c:v>3032.84</c:v>
                </c:pt>
                <c:pt idx="564">
                  <c:v>3029.87</c:v>
                </c:pt>
                <c:pt idx="565">
                  <c:v>3027.21</c:v>
                </c:pt>
                <c:pt idx="566">
                  <c:v>3023.6800000000003</c:v>
                </c:pt>
                <c:pt idx="567">
                  <c:v>3021.1</c:v>
                </c:pt>
                <c:pt idx="568">
                  <c:v>3017.7200000000003</c:v>
                </c:pt>
                <c:pt idx="569">
                  <c:v>3012.31</c:v>
                </c:pt>
                <c:pt idx="570">
                  <c:v>3009.92</c:v>
                </c:pt>
                <c:pt idx="571">
                  <c:v>3006.53</c:v>
                </c:pt>
              </c:numCache>
            </c:numRef>
          </c:yVal>
          <c:smooth val="0"/>
          <c:extLst>
            <c:ext xmlns:c16="http://schemas.microsoft.com/office/drawing/2014/chart" uri="{C3380CC4-5D6E-409C-BE32-E72D297353CC}">
              <c16:uniqueId val="{00000000-1079-45A5-8BD0-B300E665AEDC}"/>
            </c:ext>
          </c:extLst>
        </c:ser>
        <c:ser>
          <c:idx val="0"/>
          <c:order val="1"/>
          <c:tx>
            <c:strRef>
              <c:f>'Post Processing CaCl2'!$B$1</c:f>
              <c:strCache>
                <c:ptCount val="1"/>
                <c:pt idx="0">
                  <c:v>NF270_MC3_071124_CaCl2</c:v>
                </c:pt>
              </c:strCache>
            </c:strRef>
          </c:tx>
          <c:spPr>
            <a:ln w="38100" cap="rnd">
              <a:noFill/>
              <a:round/>
            </a:ln>
            <a:effectLst/>
          </c:spPr>
          <c:marker>
            <c:symbol val="circle"/>
            <c:size val="2"/>
            <c:spPr>
              <a:solidFill>
                <a:schemeClr val="accent1"/>
              </a:solidFill>
              <a:ln w="9525">
                <a:solidFill>
                  <a:schemeClr val="accent1"/>
                </a:solidFill>
              </a:ln>
              <a:effectLst/>
            </c:spPr>
          </c:marker>
          <c:xVal>
            <c:numRef>
              <c:f>'Post Processing CaCl2'!$BB$13:$BB$584</c:f>
              <c:numCache>
                <c:formatCode>General</c:formatCode>
                <c:ptCount val="572"/>
                <c:pt idx="0">
                  <c:v>8137.03</c:v>
                </c:pt>
                <c:pt idx="1">
                  <c:v>8140.82</c:v>
                </c:pt>
                <c:pt idx="2">
                  <c:v>8141.53</c:v>
                </c:pt>
                <c:pt idx="3">
                  <c:v>8143.2300000000005</c:v>
                </c:pt>
                <c:pt idx="4">
                  <c:v>8141.93</c:v>
                </c:pt>
                <c:pt idx="5">
                  <c:v>8141.55</c:v>
                </c:pt>
                <c:pt idx="6">
                  <c:v>8144.0599999999995</c:v>
                </c:pt>
                <c:pt idx="7">
                  <c:v>8146.5099999999993</c:v>
                </c:pt>
                <c:pt idx="8">
                  <c:v>8149.7100000000009</c:v>
                </c:pt>
                <c:pt idx="9">
                  <c:v>8157.7</c:v>
                </c:pt>
                <c:pt idx="10">
                  <c:v>8161.0700000000006</c:v>
                </c:pt>
                <c:pt idx="11">
                  <c:v>8162.52</c:v>
                </c:pt>
                <c:pt idx="12">
                  <c:v>8168.07</c:v>
                </c:pt>
                <c:pt idx="13">
                  <c:v>8169.7900000000009</c:v>
                </c:pt>
                <c:pt idx="14">
                  <c:v>8173.9800000000005</c:v>
                </c:pt>
                <c:pt idx="15">
                  <c:v>8177.8899999999994</c:v>
                </c:pt>
                <c:pt idx="16">
                  <c:v>8185.6799999999994</c:v>
                </c:pt>
                <c:pt idx="17">
                  <c:v>8176.76</c:v>
                </c:pt>
                <c:pt idx="18">
                  <c:v>8180.5800000000008</c:v>
                </c:pt>
                <c:pt idx="19">
                  <c:v>8184.1500000000005</c:v>
                </c:pt>
                <c:pt idx="20">
                  <c:v>8188.3499999999995</c:v>
                </c:pt>
                <c:pt idx="21">
                  <c:v>8191.9400000000005</c:v>
                </c:pt>
                <c:pt idx="22">
                  <c:v>8060.86</c:v>
                </c:pt>
                <c:pt idx="23">
                  <c:v>8055.0099999999993</c:v>
                </c:pt>
                <c:pt idx="24">
                  <c:v>8050.77</c:v>
                </c:pt>
                <c:pt idx="25">
                  <c:v>8046.78</c:v>
                </c:pt>
                <c:pt idx="26">
                  <c:v>8038.7000000000007</c:v>
                </c:pt>
                <c:pt idx="27">
                  <c:v>8034.06</c:v>
                </c:pt>
                <c:pt idx="28">
                  <c:v>8037.6399999999994</c:v>
                </c:pt>
                <c:pt idx="29">
                  <c:v>8025.49</c:v>
                </c:pt>
                <c:pt idx="30">
                  <c:v>8019.53</c:v>
                </c:pt>
                <c:pt idx="31">
                  <c:v>8015.7900000000009</c:v>
                </c:pt>
                <c:pt idx="32">
                  <c:v>8019.9800000000005</c:v>
                </c:pt>
                <c:pt idx="33">
                  <c:v>7999.2400000000007</c:v>
                </c:pt>
                <c:pt idx="34">
                  <c:v>8001.54</c:v>
                </c:pt>
                <c:pt idx="35">
                  <c:v>7991.0199999999995</c:v>
                </c:pt>
                <c:pt idx="36">
                  <c:v>7987.9800000000005</c:v>
                </c:pt>
                <c:pt idx="37">
                  <c:v>7997.75</c:v>
                </c:pt>
                <c:pt idx="38">
                  <c:v>7999.6</c:v>
                </c:pt>
                <c:pt idx="39">
                  <c:v>7977.45</c:v>
                </c:pt>
                <c:pt idx="40">
                  <c:v>7965.8600000000006</c:v>
                </c:pt>
                <c:pt idx="41">
                  <c:v>7961.79</c:v>
                </c:pt>
                <c:pt idx="42">
                  <c:v>7976.12</c:v>
                </c:pt>
                <c:pt idx="43">
                  <c:v>7965.55</c:v>
                </c:pt>
                <c:pt idx="44">
                  <c:v>7968.3200000000006</c:v>
                </c:pt>
                <c:pt idx="45">
                  <c:v>7949.72</c:v>
                </c:pt>
                <c:pt idx="46">
                  <c:v>7947.45</c:v>
                </c:pt>
                <c:pt idx="47">
                  <c:v>7948.37</c:v>
                </c:pt>
                <c:pt idx="48">
                  <c:v>7943.9000000000005</c:v>
                </c:pt>
                <c:pt idx="49">
                  <c:v>7939.8799999999992</c:v>
                </c:pt>
                <c:pt idx="50">
                  <c:v>7932.76</c:v>
                </c:pt>
                <c:pt idx="51">
                  <c:v>7928.87</c:v>
                </c:pt>
                <c:pt idx="52">
                  <c:v>7924.76</c:v>
                </c:pt>
                <c:pt idx="53">
                  <c:v>7920.05</c:v>
                </c:pt>
                <c:pt idx="54">
                  <c:v>7916.69</c:v>
                </c:pt>
                <c:pt idx="55">
                  <c:v>7911.6600000000008</c:v>
                </c:pt>
                <c:pt idx="56">
                  <c:v>7908.31</c:v>
                </c:pt>
                <c:pt idx="57">
                  <c:v>7915.2699999999995</c:v>
                </c:pt>
                <c:pt idx="58">
                  <c:v>7907.56</c:v>
                </c:pt>
                <c:pt idx="59">
                  <c:v>7902.76</c:v>
                </c:pt>
                <c:pt idx="60">
                  <c:v>7898.84</c:v>
                </c:pt>
                <c:pt idx="61">
                  <c:v>7893.42</c:v>
                </c:pt>
                <c:pt idx="62">
                  <c:v>7888.83</c:v>
                </c:pt>
                <c:pt idx="63">
                  <c:v>7885.3799999999992</c:v>
                </c:pt>
                <c:pt idx="64">
                  <c:v>7882.22</c:v>
                </c:pt>
                <c:pt idx="65">
                  <c:v>7881.9</c:v>
                </c:pt>
                <c:pt idx="66">
                  <c:v>7872.9800000000005</c:v>
                </c:pt>
                <c:pt idx="67">
                  <c:v>7869.6799999999994</c:v>
                </c:pt>
                <c:pt idx="68">
                  <c:v>7866.41</c:v>
                </c:pt>
                <c:pt idx="69">
                  <c:v>7857.12</c:v>
                </c:pt>
                <c:pt idx="70">
                  <c:v>7852.46</c:v>
                </c:pt>
                <c:pt idx="71">
                  <c:v>7849.13</c:v>
                </c:pt>
                <c:pt idx="72">
                  <c:v>7846.8499999999995</c:v>
                </c:pt>
                <c:pt idx="73">
                  <c:v>7841.34</c:v>
                </c:pt>
                <c:pt idx="74">
                  <c:v>7843.68</c:v>
                </c:pt>
                <c:pt idx="75">
                  <c:v>7840.38</c:v>
                </c:pt>
                <c:pt idx="76">
                  <c:v>7835.82</c:v>
                </c:pt>
                <c:pt idx="77">
                  <c:v>7830.2300000000005</c:v>
                </c:pt>
                <c:pt idx="78">
                  <c:v>7824.82</c:v>
                </c:pt>
                <c:pt idx="79">
                  <c:v>7824.51</c:v>
                </c:pt>
                <c:pt idx="80">
                  <c:v>7815.76</c:v>
                </c:pt>
                <c:pt idx="81">
                  <c:v>7816.34</c:v>
                </c:pt>
                <c:pt idx="82">
                  <c:v>7811.17</c:v>
                </c:pt>
                <c:pt idx="83">
                  <c:v>7805.55</c:v>
                </c:pt>
                <c:pt idx="84">
                  <c:v>7796.44</c:v>
                </c:pt>
                <c:pt idx="85">
                  <c:v>7793.89</c:v>
                </c:pt>
                <c:pt idx="86">
                  <c:v>7790.1100000000006</c:v>
                </c:pt>
                <c:pt idx="87">
                  <c:v>7785.25</c:v>
                </c:pt>
                <c:pt idx="88">
                  <c:v>7787.5300000000007</c:v>
                </c:pt>
                <c:pt idx="89">
                  <c:v>7780.71</c:v>
                </c:pt>
                <c:pt idx="90">
                  <c:v>7773.59</c:v>
                </c:pt>
                <c:pt idx="91">
                  <c:v>7769.72</c:v>
                </c:pt>
                <c:pt idx="92">
                  <c:v>7765.1500000000005</c:v>
                </c:pt>
                <c:pt idx="93">
                  <c:v>7761.66</c:v>
                </c:pt>
                <c:pt idx="94">
                  <c:v>7757.0300000000007</c:v>
                </c:pt>
                <c:pt idx="95">
                  <c:v>7756.1799999999994</c:v>
                </c:pt>
                <c:pt idx="96">
                  <c:v>7753.15</c:v>
                </c:pt>
                <c:pt idx="97">
                  <c:v>7748.52</c:v>
                </c:pt>
                <c:pt idx="98">
                  <c:v>7739.88</c:v>
                </c:pt>
                <c:pt idx="99">
                  <c:v>7735.59</c:v>
                </c:pt>
                <c:pt idx="100">
                  <c:v>7731.19</c:v>
                </c:pt>
                <c:pt idx="101">
                  <c:v>7727.2</c:v>
                </c:pt>
                <c:pt idx="102">
                  <c:v>7723.6200000000008</c:v>
                </c:pt>
                <c:pt idx="103">
                  <c:v>7717.59</c:v>
                </c:pt>
                <c:pt idx="104">
                  <c:v>7713.28</c:v>
                </c:pt>
                <c:pt idx="105">
                  <c:v>7714.8099999999995</c:v>
                </c:pt>
                <c:pt idx="106">
                  <c:v>7709.92</c:v>
                </c:pt>
                <c:pt idx="107">
                  <c:v>7699.75</c:v>
                </c:pt>
                <c:pt idx="108">
                  <c:v>7701.1500000000005</c:v>
                </c:pt>
                <c:pt idx="109">
                  <c:v>7698.0199999999995</c:v>
                </c:pt>
                <c:pt idx="110">
                  <c:v>7693.05</c:v>
                </c:pt>
                <c:pt idx="111">
                  <c:v>7682.25</c:v>
                </c:pt>
                <c:pt idx="112">
                  <c:v>7684.9100000000008</c:v>
                </c:pt>
                <c:pt idx="113">
                  <c:v>7671.34</c:v>
                </c:pt>
                <c:pt idx="114">
                  <c:v>7676.95</c:v>
                </c:pt>
                <c:pt idx="115">
                  <c:v>7671.8200000000006</c:v>
                </c:pt>
                <c:pt idx="116">
                  <c:v>7659.8899999999994</c:v>
                </c:pt>
                <c:pt idx="117">
                  <c:v>7663.08</c:v>
                </c:pt>
                <c:pt idx="118">
                  <c:v>7655.1</c:v>
                </c:pt>
                <c:pt idx="119">
                  <c:v>7656.18</c:v>
                </c:pt>
                <c:pt idx="120">
                  <c:v>7648</c:v>
                </c:pt>
                <c:pt idx="121">
                  <c:v>7646.35</c:v>
                </c:pt>
                <c:pt idx="122">
                  <c:v>7639.79</c:v>
                </c:pt>
                <c:pt idx="123">
                  <c:v>7634.31</c:v>
                </c:pt>
                <c:pt idx="124">
                  <c:v>7629.09</c:v>
                </c:pt>
                <c:pt idx="125">
                  <c:v>7623.9800000000005</c:v>
                </c:pt>
                <c:pt idx="126">
                  <c:v>7618.75</c:v>
                </c:pt>
                <c:pt idx="127">
                  <c:v>7618.7199999999993</c:v>
                </c:pt>
                <c:pt idx="128">
                  <c:v>7611.51</c:v>
                </c:pt>
                <c:pt idx="129">
                  <c:v>7610.59</c:v>
                </c:pt>
                <c:pt idx="130">
                  <c:v>7601.7</c:v>
                </c:pt>
                <c:pt idx="131">
                  <c:v>7597.01</c:v>
                </c:pt>
                <c:pt idx="132">
                  <c:v>7592.13</c:v>
                </c:pt>
                <c:pt idx="133">
                  <c:v>7587.6900000000005</c:v>
                </c:pt>
                <c:pt idx="134">
                  <c:v>7585.69</c:v>
                </c:pt>
                <c:pt idx="135">
                  <c:v>7579.0300000000007</c:v>
                </c:pt>
                <c:pt idx="136">
                  <c:v>7572.69</c:v>
                </c:pt>
                <c:pt idx="137">
                  <c:v>7568.65</c:v>
                </c:pt>
                <c:pt idx="138">
                  <c:v>7563.72</c:v>
                </c:pt>
                <c:pt idx="139">
                  <c:v>7563.18</c:v>
                </c:pt>
                <c:pt idx="140">
                  <c:v>7558.6</c:v>
                </c:pt>
                <c:pt idx="141">
                  <c:v>7552.16</c:v>
                </c:pt>
                <c:pt idx="142">
                  <c:v>7546.22</c:v>
                </c:pt>
                <c:pt idx="143">
                  <c:v>7537.77</c:v>
                </c:pt>
                <c:pt idx="144">
                  <c:v>7534.6900000000005</c:v>
                </c:pt>
                <c:pt idx="145">
                  <c:v>7531.98</c:v>
                </c:pt>
                <c:pt idx="146">
                  <c:v>7528.62</c:v>
                </c:pt>
                <c:pt idx="147">
                  <c:v>7524.26</c:v>
                </c:pt>
                <c:pt idx="148">
                  <c:v>7513.18</c:v>
                </c:pt>
                <c:pt idx="149">
                  <c:v>7507</c:v>
                </c:pt>
                <c:pt idx="150">
                  <c:v>7509.88</c:v>
                </c:pt>
                <c:pt idx="151">
                  <c:v>7504.61</c:v>
                </c:pt>
                <c:pt idx="152">
                  <c:v>7495.2199999999993</c:v>
                </c:pt>
                <c:pt idx="153">
                  <c:v>7488.4500000000007</c:v>
                </c:pt>
                <c:pt idx="154">
                  <c:v>7487.58</c:v>
                </c:pt>
                <c:pt idx="155">
                  <c:v>7488.46</c:v>
                </c:pt>
                <c:pt idx="156">
                  <c:v>7482.62</c:v>
                </c:pt>
                <c:pt idx="157">
                  <c:v>7470.43</c:v>
                </c:pt>
                <c:pt idx="158">
                  <c:v>7473.72</c:v>
                </c:pt>
                <c:pt idx="159">
                  <c:v>7468.81</c:v>
                </c:pt>
                <c:pt idx="160">
                  <c:v>7463.72</c:v>
                </c:pt>
                <c:pt idx="161">
                  <c:v>7457.71</c:v>
                </c:pt>
                <c:pt idx="162">
                  <c:v>7450.01</c:v>
                </c:pt>
                <c:pt idx="163">
                  <c:v>7447.0599999999995</c:v>
                </c:pt>
                <c:pt idx="164">
                  <c:v>7443.61</c:v>
                </c:pt>
                <c:pt idx="165">
                  <c:v>7437.97</c:v>
                </c:pt>
                <c:pt idx="166">
                  <c:v>7433.34</c:v>
                </c:pt>
                <c:pt idx="167">
                  <c:v>7432.7</c:v>
                </c:pt>
                <c:pt idx="168">
                  <c:v>7423.25</c:v>
                </c:pt>
                <c:pt idx="169">
                  <c:v>7423.15</c:v>
                </c:pt>
                <c:pt idx="170">
                  <c:v>7417.95</c:v>
                </c:pt>
                <c:pt idx="171">
                  <c:v>7409.1500000000005</c:v>
                </c:pt>
                <c:pt idx="172">
                  <c:v>7405.69</c:v>
                </c:pt>
                <c:pt idx="173">
                  <c:v>7399.2699999999995</c:v>
                </c:pt>
                <c:pt idx="174">
                  <c:v>7395.0199999999995</c:v>
                </c:pt>
                <c:pt idx="175">
                  <c:v>7389.56</c:v>
                </c:pt>
                <c:pt idx="176">
                  <c:v>7386.41</c:v>
                </c:pt>
                <c:pt idx="177">
                  <c:v>7380.8</c:v>
                </c:pt>
                <c:pt idx="178">
                  <c:v>7380.73</c:v>
                </c:pt>
                <c:pt idx="179">
                  <c:v>7373.8200000000006</c:v>
                </c:pt>
                <c:pt idx="180">
                  <c:v>7366.6900000000005</c:v>
                </c:pt>
                <c:pt idx="181">
                  <c:v>7365.55</c:v>
                </c:pt>
                <c:pt idx="182">
                  <c:v>7361.27</c:v>
                </c:pt>
                <c:pt idx="183">
                  <c:v>7355.7800000000007</c:v>
                </c:pt>
                <c:pt idx="184">
                  <c:v>7346.75</c:v>
                </c:pt>
                <c:pt idx="185">
                  <c:v>7348.59</c:v>
                </c:pt>
                <c:pt idx="186">
                  <c:v>7341.88</c:v>
                </c:pt>
                <c:pt idx="187">
                  <c:v>7338.29</c:v>
                </c:pt>
                <c:pt idx="188">
                  <c:v>7334.1</c:v>
                </c:pt>
                <c:pt idx="189">
                  <c:v>7322.8600000000006</c:v>
                </c:pt>
                <c:pt idx="190">
                  <c:v>7323.5099999999993</c:v>
                </c:pt>
                <c:pt idx="191">
                  <c:v>7318.4800000000005</c:v>
                </c:pt>
                <c:pt idx="192">
                  <c:v>7307.4199999999992</c:v>
                </c:pt>
                <c:pt idx="193">
                  <c:v>7302.6600000000008</c:v>
                </c:pt>
                <c:pt idx="194">
                  <c:v>7299.0199999999995</c:v>
                </c:pt>
                <c:pt idx="195">
                  <c:v>7299.91</c:v>
                </c:pt>
                <c:pt idx="196">
                  <c:v>7290</c:v>
                </c:pt>
                <c:pt idx="197">
                  <c:v>7292.18</c:v>
                </c:pt>
                <c:pt idx="198">
                  <c:v>7281.51</c:v>
                </c:pt>
                <c:pt idx="199">
                  <c:v>7282.75</c:v>
                </c:pt>
                <c:pt idx="200">
                  <c:v>7274.29</c:v>
                </c:pt>
                <c:pt idx="201">
                  <c:v>7267.85</c:v>
                </c:pt>
                <c:pt idx="202">
                  <c:v>7267.03</c:v>
                </c:pt>
                <c:pt idx="203">
                  <c:v>7262.1900000000005</c:v>
                </c:pt>
                <c:pt idx="204">
                  <c:v>7254.7300000000005</c:v>
                </c:pt>
                <c:pt idx="205">
                  <c:v>7249.74</c:v>
                </c:pt>
                <c:pt idx="206">
                  <c:v>7244.18</c:v>
                </c:pt>
                <c:pt idx="207">
                  <c:v>7240.01</c:v>
                </c:pt>
                <c:pt idx="208">
                  <c:v>7234.3200000000006</c:v>
                </c:pt>
                <c:pt idx="209">
                  <c:v>7230.33</c:v>
                </c:pt>
                <c:pt idx="210">
                  <c:v>7229.7</c:v>
                </c:pt>
                <c:pt idx="211">
                  <c:v>7224.0700000000006</c:v>
                </c:pt>
                <c:pt idx="212">
                  <c:v>7220.7</c:v>
                </c:pt>
                <c:pt idx="213">
                  <c:v>7213.6699999999992</c:v>
                </c:pt>
                <c:pt idx="214">
                  <c:v>7207.5</c:v>
                </c:pt>
                <c:pt idx="215">
                  <c:v>7201.3600000000006</c:v>
                </c:pt>
                <c:pt idx="216">
                  <c:v>7198.98</c:v>
                </c:pt>
                <c:pt idx="217">
                  <c:v>7195.01</c:v>
                </c:pt>
                <c:pt idx="218">
                  <c:v>7190.34</c:v>
                </c:pt>
                <c:pt idx="219">
                  <c:v>7183.3600000000006</c:v>
                </c:pt>
                <c:pt idx="220">
                  <c:v>7181.6</c:v>
                </c:pt>
                <c:pt idx="221">
                  <c:v>7170.03</c:v>
                </c:pt>
                <c:pt idx="222">
                  <c:v>7173.8099999999995</c:v>
                </c:pt>
                <c:pt idx="223">
                  <c:v>7162.2300000000005</c:v>
                </c:pt>
                <c:pt idx="224">
                  <c:v>7157.1100000000006</c:v>
                </c:pt>
                <c:pt idx="225">
                  <c:v>7156.27</c:v>
                </c:pt>
                <c:pt idx="226">
                  <c:v>7156.04</c:v>
                </c:pt>
                <c:pt idx="227">
                  <c:v>7152.46</c:v>
                </c:pt>
                <c:pt idx="228">
                  <c:v>7147.48</c:v>
                </c:pt>
                <c:pt idx="229">
                  <c:v>7144.2699999999995</c:v>
                </c:pt>
                <c:pt idx="230">
                  <c:v>7136.91</c:v>
                </c:pt>
                <c:pt idx="231">
                  <c:v>7134.88</c:v>
                </c:pt>
                <c:pt idx="232">
                  <c:v>7127.3</c:v>
                </c:pt>
                <c:pt idx="233">
                  <c:v>7119.3099999999995</c:v>
                </c:pt>
                <c:pt idx="234">
                  <c:v>7117.99</c:v>
                </c:pt>
                <c:pt idx="235">
                  <c:v>7116.37</c:v>
                </c:pt>
                <c:pt idx="236">
                  <c:v>7109.66</c:v>
                </c:pt>
                <c:pt idx="237">
                  <c:v>7102.43</c:v>
                </c:pt>
                <c:pt idx="238">
                  <c:v>7098.3</c:v>
                </c:pt>
                <c:pt idx="239">
                  <c:v>7092.5599999999995</c:v>
                </c:pt>
                <c:pt idx="240">
                  <c:v>7087.92</c:v>
                </c:pt>
                <c:pt idx="241">
                  <c:v>7083.26</c:v>
                </c:pt>
                <c:pt idx="242">
                  <c:v>7079.18</c:v>
                </c:pt>
                <c:pt idx="243">
                  <c:v>7077.87</c:v>
                </c:pt>
                <c:pt idx="244">
                  <c:v>7071.25</c:v>
                </c:pt>
                <c:pt idx="245">
                  <c:v>7065.57</c:v>
                </c:pt>
                <c:pt idx="246">
                  <c:v>7063.08</c:v>
                </c:pt>
                <c:pt idx="247">
                  <c:v>7059.9100000000008</c:v>
                </c:pt>
                <c:pt idx="248">
                  <c:v>7052.49</c:v>
                </c:pt>
                <c:pt idx="249">
                  <c:v>7048.16</c:v>
                </c:pt>
                <c:pt idx="250">
                  <c:v>7042.73</c:v>
                </c:pt>
                <c:pt idx="251">
                  <c:v>7038.64</c:v>
                </c:pt>
                <c:pt idx="252">
                  <c:v>7037.13</c:v>
                </c:pt>
                <c:pt idx="253">
                  <c:v>7028.95</c:v>
                </c:pt>
                <c:pt idx="254">
                  <c:v>7022.1600000000008</c:v>
                </c:pt>
                <c:pt idx="255">
                  <c:v>7023.17</c:v>
                </c:pt>
                <c:pt idx="256">
                  <c:v>7013.6900000000005</c:v>
                </c:pt>
                <c:pt idx="257">
                  <c:v>7014.77</c:v>
                </c:pt>
                <c:pt idx="258">
                  <c:v>7005.76</c:v>
                </c:pt>
                <c:pt idx="259">
                  <c:v>7006.02</c:v>
                </c:pt>
                <c:pt idx="260">
                  <c:v>7002.11</c:v>
                </c:pt>
                <c:pt idx="261">
                  <c:v>6997.51</c:v>
                </c:pt>
                <c:pt idx="262">
                  <c:v>6986.8899999999994</c:v>
                </c:pt>
                <c:pt idx="263">
                  <c:v>6981.6500000000005</c:v>
                </c:pt>
                <c:pt idx="264">
                  <c:v>6984.8</c:v>
                </c:pt>
                <c:pt idx="265">
                  <c:v>6979.72</c:v>
                </c:pt>
                <c:pt idx="266">
                  <c:v>6975.53</c:v>
                </c:pt>
                <c:pt idx="267">
                  <c:v>6970.67</c:v>
                </c:pt>
                <c:pt idx="268">
                  <c:v>6965.14</c:v>
                </c:pt>
                <c:pt idx="269">
                  <c:v>6959.38</c:v>
                </c:pt>
                <c:pt idx="270">
                  <c:v>6957.99</c:v>
                </c:pt>
                <c:pt idx="271">
                  <c:v>6953.5999999999995</c:v>
                </c:pt>
                <c:pt idx="272">
                  <c:v>6949.34</c:v>
                </c:pt>
                <c:pt idx="273">
                  <c:v>6940.29</c:v>
                </c:pt>
                <c:pt idx="274">
                  <c:v>6936.71</c:v>
                </c:pt>
                <c:pt idx="275">
                  <c:v>6931.2300000000005</c:v>
                </c:pt>
                <c:pt idx="276">
                  <c:v>6926.9</c:v>
                </c:pt>
                <c:pt idx="277">
                  <c:v>6922.72</c:v>
                </c:pt>
                <c:pt idx="278">
                  <c:v>6922.2400000000007</c:v>
                </c:pt>
                <c:pt idx="279">
                  <c:v>6913.83</c:v>
                </c:pt>
                <c:pt idx="280">
                  <c:v>6909.07</c:v>
                </c:pt>
                <c:pt idx="281">
                  <c:v>6904.02</c:v>
                </c:pt>
                <c:pt idx="282">
                  <c:v>6900.14</c:v>
                </c:pt>
                <c:pt idx="283">
                  <c:v>6900.11</c:v>
                </c:pt>
                <c:pt idx="284">
                  <c:v>6895.05</c:v>
                </c:pt>
                <c:pt idx="285">
                  <c:v>6886.7</c:v>
                </c:pt>
                <c:pt idx="286">
                  <c:v>6882.4800000000005</c:v>
                </c:pt>
                <c:pt idx="287">
                  <c:v>6876.5</c:v>
                </c:pt>
                <c:pt idx="288">
                  <c:v>6873.84</c:v>
                </c:pt>
                <c:pt idx="289">
                  <c:v>6873.35</c:v>
                </c:pt>
                <c:pt idx="290">
                  <c:v>6867.6500000000005</c:v>
                </c:pt>
                <c:pt idx="291">
                  <c:v>6860.0599999999995</c:v>
                </c:pt>
                <c:pt idx="292">
                  <c:v>6858.11</c:v>
                </c:pt>
                <c:pt idx="293">
                  <c:v>6853.62</c:v>
                </c:pt>
                <c:pt idx="294">
                  <c:v>6850.4</c:v>
                </c:pt>
                <c:pt idx="295">
                  <c:v>6846.8</c:v>
                </c:pt>
                <c:pt idx="296">
                  <c:v>6839.53</c:v>
                </c:pt>
                <c:pt idx="297">
                  <c:v>6838.0599999999995</c:v>
                </c:pt>
                <c:pt idx="298">
                  <c:v>6825.71</c:v>
                </c:pt>
                <c:pt idx="299">
                  <c:v>6830.38</c:v>
                </c:pt>
                <c:pt idx="300">
                  <c:v>6825.14</c:v>
                </c:pt>
                <c:pt idx="301">
                  <c:v>6820.4900000000007</c:v>
                </c:pt>
                <c:pt idx="302">
                  <c:v>6815.86</c:v>
                </c:pt>
                <c:pt idx="303">
                  <c:v>6812.69</c:v>
                </c:pt>
                <c:pt idx="304">
                  <c:v>6804.71</c:v>
                </c:pt>
                <c:pt idx="305">
                  <c:v>6798.3200000000006</c:v>
                </c:pt>
                <c:pt idx="306">
                  <c:v>6798.35</c:v>
                </c:pt>
                <c:pt idx="307">
                  <c:v>6791.96</c:v>
                </c:pt>
                <c:pt idx="308">
                  <c:v>6790.21</c:v>
                </c:pt>
                <c:pt idx="309">
                  <c:v>6785.1</c:v>
                </c:pt>
                <c:pt idx="310">
                  <c:v>6781.96</c:v>
                </c:pt>
                <c:pt idx="311">
                  <c:v>6775.91</c:v>
                </c:pt>
                <c:pt idx="312">
                  <c:v>6769.0099999999993</c:v>
                </c:pt>
                <c:pt idx="313">
                  <c:v>6764.53</c:v>
                </c:pt>
                <c:pt idx="314">
                  <c:v>6759.5999999999995</c:v>
                </c:pt>
                <c:pt idx="315">
                  <c:v>6754.53</c:v>
                </c:pt>
                <c:pt idx="316">
                  <c:v>6750.54</c:v>
                </c:pt>
                <c:pt idx="317">
                  <c:v>6745.7599999999993</c:v>
                </c:pt>
                <c:pt idx="318">
                  <c:v>6741.7800000000007</c:v>
                </c:pt>
                <c:pt idx="319">
                  <c:v>6740.52</c:v>
                </c:pt>
                <c:pt idx="320">
                  <c:v>6733.29</c:v>
                </c:pt>
                <c:pt idx="321">
                  <c:v>6732.03</c:v>
                </c:pt>
                <c:pt idx="322">
                  <c:v>6728.21</c:v>
                </c:pt>
                <c:pt idx="323">
                  <c:v>6723.59</c:v>
                </c:pt>
                <c:pt idx="324">
                  <c:v>6714.8099999999995</c:v>
                </c:pt>
                <c:pt idx="325">
                  <c:v>6712.32</c:v>
                </c:pt>
                <c:pt idx="326">
                  <c:v>6707.75</c:v>
                </c:pt>
                <c:pt idx="327">
                  <c:v>6706.22</c:v>
                </c:pt>
                <c:pt idx="328">
                  <c:v>6695.69</c:v>
                </c:pt>
                <c:pt idx="329">
                  <c:v>6689.69</c:v>
                </c:pt>
                <c:pt idx="330">
                  <c:v>6693.7300000000005</c:v>
                </c:pt>
                <c:pt idx="331">
                  <c:v>6688.61</c:v>
                </c:pt>
                <c:pt idx="332">
                  <c:v>6681.9800000000005</c:v>
                </c:pt>
                <c:pt idx="333">
                  <c:v>6678.54</c:v>
                </c:pt>
                <c:pt idx="334">
                  <c:v>6675.51</c:v>
                </c:pt>
                <c:pt idx="335">
                  <c:v>6671.0599999999995</c:v>
                </c:pt>
                <c:pt idx="336">
                  <c:v>6664.76</c:v>
                </c:pt>
                <c:pt idx="337">
                  <c:v>6659.1399999999994</c:v>
                </c:pt>
                <c:pt idx="338">
                  <c:v>6657.6399999999994</c:v>
                </c:pt>
                <c:pt idx="339">
                  <c:v>6651.46</c:v>
                </c:pt>
                <c:pt idx="340">
                  <c:v>6647.7000000000007</c:v>
                </c:pt>
                <c:pt idx="341">
                  <c:v>6639.44</c:v>
                </c:pt>
                <c:pt idx="342">
                  <c:v>6636.08</c:v>
                </c:pt>
                <c:pt idx="343">
                  <c:v>6632.64</c:v>
                </c:pt>
                <c:pt idx="344">
                  <c:v>6629.92</c:v>
                </c:pt>
                <c:pt idx="345">
                  <c:v>6623.58</c:v>
                </c:pt>
                <c:pt idx="346">
                  <c:v>6617.09</c:v>
                </c:pt>
                <c:pt idx="347">
                  <c:v>6615.43</c:v>
                </c:pt>
                <c:pt idx="348">
                  <c:v>6610.5999999999995</c:v>
                </c:pt>
                <c:pt idx="349">
                  <c:v>6603.95</c:v>
                </c:pt>
                <c:pt idx="350">
                  <c:v>6599.09</c:v>
                </c:pt>
                <c:pt idx="351">
                  <c:v>6593.54</c:v>
                </c:pt>
                <c:pt idx="352">
                  <c:v>6589.5</c:v>
                </c:pt>
                <c:pt idx="353">
                  <c:v>6584.81</c:v>
                </c:pt>
                <c:pt idx="354">
                  <c:v>6581.95</c:v>
                </c:pt>
                <c:pt idx="355">
                  <c:v>6579.3799999999992</c:v>
                </c:pt>
                <c:pt idx="356">
                  <c:v>6573.97</c:v>
                </c:pt>
                <c:pt idx="357">
                  <c:v>6566.5199999999995</c:v>
                </c:pt>
                <c:pt idx="358">
                  <c:v>6562.41</c:v>
                </c:pt>
                <c:pt idx="359">
                  <c:v>6555.3</c:v>
                </c:pt>
                <c:pt idx="360">
                  <c:v>6550.28</c:v>
                </c:pt>
                <c:pt idx="361">
                  <c:v>6550.0999999999995</c:v>
                </c:pt>
                <c:pt idx="362">
                  <c:v>6546.17</c:v>
                </c:pt>
                <c:pt idx="363">
                  <c:v>6542.43</c:v>
                </c:pt>
                <c:pt idx="364">
                  <c:v>6536.41</c:v>
                </c:pt>
                <c:pt idx="365">
                  <c:v>6532.69</c:v>
                </c:pt>
                <c:pt idx="366">
                  <c:v>6529.0999999999995</c:v>
                </c:pt>
                <c:pt idx="367">
                  <c:v>6523.87</c:v>
                </c:pt>
                <c:pt idx="368">
                  <c:v>6519.6500000000005</c:v>
                </c:pt>
                <c:pt idx="369">
                  <c:v>6510.39</c:v>
                </c:pt>
                <c:pt idx="370">
                  <c:v>6506.8200000000006</c:v>
                </c:pt>
                <c:pt idx="371">
                  <c:v>6504.96</c:v>
                </c:pt>
                <c:pt idx="372">
                  <c:v>6496.5700000000006</c:v>
                </c:pt>
                <c:pt idx="373">
                  <c:v>6492.8</c:v>
                </c:pt>
                <c:pt idx="374">
                  <c:v>6492.04</c:v>
                </c:pt>
                <c:pt idx="375">
                  <c:v>6487.77</c:v>
                </c:pt>
                <c:pt idx="376">
                  <c:v>6478.21</c:v>
                </c:pt>
                <c:pt idx="377">
                  <c:v>6478.3099999999995</c:v>
                </c:pt>
                <c:pt idx="378">
                  <c:v>6473.47</c:v>
                </c:pt>
                <c:pt idx="379">
                  <c:v>6464.92</c:v>
                </c:pt>
                <c:pt idx="380">
                  <c:v>6461.0700000000006</c:v>
                </c:pt>
                <c:pt idx="381">
                  <c:v>6456.97</c:v>
                </c:pt>
                <c:pt idx="382">
                  <c:v>6451.6</c:v>
                </c:pt>
                <c:pt idx="383">
                  <c:v>6447.39</c:v>
                </c:pt>
                <c:pt idx="384">
                  <c:v>6443.18</c:v>
                </c:pt>
                <c:pt idx="385">
                  <c:v>6441.6900000000005</c:v>
                </c:pt>
                <c:pt idx="386">
                  <c:v>6433.97</c:v>
                </c:pt>
                <c:pt idx="387">
                  <c:v>6429.66</c:v>
                </c:pt>
                <c:pt idx="388">
                  <c:v>6424.58</c:v>
                </c:pt>
                <c:pt idx="389">
                  <c:v>6419.76</c:v>
                </c:pt>
                <c:pt idx="390">
                  <c:v>6415.25</c:v>
                </c:pt>
                <c:pt idx="391">
                  <c:v>6414</c:v>
                </c:pt>
                <c:pt idx="392">
                  <c:v>6409.0499999999993</c:v>
                </c:pt>
                <c:pt idx="393">
                  <c:v>6402.8099999999995</c:v>
                </c:pt>
                <c:pt idx="394">
                  <c:v>6399.2300000000005</c:v>
                </c:pt>
                <c:pt idx="395">
                  <c:v>6391.4299999999994</c:v>
                </c:pt>
                <c:pt idx="396">
                  <c:v>6388.93</c:v>
                </c:pt>
                <c:pt idx="397">
                  <c:v>6384.55</c:v>
                </c:pt>
                <c:pt idx="398">
                  <c:v>6383.27</c:v>
                </c:pt>
                <c:pt idx="399">
                  <c:v>6379.01</c:v>
                </c:pt>
                <c:pt idx="400">
                  <c:v>6372.4400000000005</c:v>
                </c:pt>
                <c:pt idx="401">
                  <c:v>6365.04</c:v>
                </c:pt>
                <c:pt idx="402">
                  <c:v>6363.6900000000005</c:v>
                </c:pt>
                <c:pt idx="403">
                  <c:v>6355.04</c:v>
                </c:pt>
                <c:pt idx="404">
                  <c:v>6348.79</c:v>
                </c:pt>
                <c:pt idx="405">
                  <c:v>6344.24</c:v>
                </c:pt>
                <c:pt idx="406">
                  <c:v>6346.3399999999992</c:v>
                </c:pt>
                <c:pt idx="407">
                  <c:v>6343.36</c:v>
                </c:pt>
                <c:pt idx="408">
                  <c:v>6334.39</c:v>
                </c:pt>
                <c:pt idx="409">
                  <c:v>6335.3200000000006</c:v>
                </c:pt>
                <c:pt idx="410">
                  <c:v>6326.76</c:v>
                </c:pt>
                <c:pt idx="411">
                  <c:v>6326</c:v>
                </c:pt>
                <c:pt idx="412">
                  <c:v>6319.9500000000007</c:v>
                </c:pt>
                <c:pt idx="413">
                  <c:v>6315.62</c:v>
                </c:pt>
                <c:pt idx="414">
                  <c:v>6310.74</c:v>
                </c:pt>
                <c:pt idx="415">
                  <c:v>6308.34</c:v>
                </c:pt>
                <c:pt idx="416">
                  <c:v>6301.3700000000008</c:v>
                </c:pt>
                <c:pt idx="417">
                  <c:v>6299.29</c:v>
                </c:pt>
                <c:pt idx="418">
                  <c:v>6291.7300000000005</c:v>
                </c:pt>
                <c:pt idx="419">
                  <c:v>6287.29</c:v>
                </c:pt>
                <c:pt idx="420">
                  <c:v>6282.26</c:v>
                </c:pt>
                <c:pt idx="421">
                  <c:v>6278.08</c:v>
                </c:pt>
                <c:pt idx="422">
                  <c:v>6277.66</c:v>
                </c:pt>
                <c:pt idx="423">
                  <c:v>6273.21</c:v>
                </c:pt>
                <c:pt idx="424">
                  <c:v>6266.5</c:v>
                </c:pt>
                <c:pt idx="425">
                  <c:v>6261.63</c:v>
                </c:pt>
                <c:pt idx="426">
                  <c:v>6256.26</c:v>
                </c:pt>
                <c:pt idx="427">
                  <c:v>6252.4800000000005</c:v>
                </c:pt>
                <c:pt idx="428">
                  <c:v>6248.11</c:v>
                </c:pt>
                <c:pt idx="429">
                  <c:v>6243.67</c:v>
                </c:pt>
                <c:pt idx="430">
                  <c:v>6239.09</c:v>
                </c:pt>
                <c:pt idx="431">
                  <c:v>6237.56</c:v>
                </c:pt>
                <c:pt idx="432">
                  <c:v>6234.47</c:v>
                </c:pt>
                <c:pt idx="433">
                  <c:v>6227.64</c:v>
                </c:pt>
                <c:pt idx="434">
                  <c:v>6222</c:v>
                </c:pt>
                <c:pt idx="435">
                  <c:v>6216.4400000000005</c:v>
                </c:pt>
                <c:pt idx="436">
                  <c:v>6218.81</c:v>
                </c:pt>
                <c:pt idx="437">
                  <c:v>6212.73</c:v>
                </c:pt>
                <c:pt idx="438">
                  <c:v>6206.4000000000005</c:v>
                </c:pt>
                <c:pt idx="439">
                  <c:v>6206.37</c:v>
                </c:pt>
                <c:pt idx="440">
                  <c:v>6196.18</c:v>
                </c:pt>
                <c:pt idx="441">
                  <c:v>6193.2</c:v>
                </c:pt>
                <c:pt idx="442">
                  <c:v>6193.86</c:v>
                </c:pt>
                <c:pt idx="443">
                  <c:v>6184.1799999999994</c:v>
                </c:pt>
                <c:pt idx="444">
                  <c:v>6183.76</c:v>
                </c:pt>
                <c:pt idx="445">
                  <c:v>6181.48</c:v>
                </c:pt>
                <c:pt idx="446">
                  <c:v>6177.0300000000007</c:v>
                </c:pt>
                <c:pt idx="447">
                  <c:v>6170.87</c:v>
                </c:pt>
                <c:pt idx="448">
                  <c:v>6164.21</c:v>
                </c:pt>
                <c:pt idx="449">
                  <c:v>6162.16</c:v>
                </c:pt>
                <c:pt idx="450">
                  <c:v>6160.83</c:v>
                </c:pt>
                <c:pt idx="451">
                  <c:v>6153.32</c:v>
                </c:pt>
                <c:pt idx="452">
                  <c:v>6148.23</c:v>
                </c:pt>
                <c:pt idx="453">
                  <c:v>6145.22</c:v>
                </c:pt>
                <c:pt idx="454">
                  <c:v>6139.34</c:v>
                </c:pt>
                <c:pt idx="455">
                  <c:v>6138.36</c:v>
                </c:pt>
                <c:pt idx="456">
                  <c:v>6134.38</c:v>
                </c:pt>
                <c:pt idx="457">
                  <c:v>6127.07</c:v>
                </c:pt>
                <c:pt idx="458">
                  <c:v>6122.9699999999993</c:v>
                </c:pt>
                <c:pt idx="459">
                  <c:v>6118.76</c:v>
                </c:pt>
                <c:pt idx="460">
                  <c:v>6114.46</c:v>
                </c:pt>
                <c:pt idx="461">
                  <c:v>6114.19</c:v>
                </c:pt>
                <c:pt idx="462">
                  <c:v>6106.55</c:v>
                </c:pt>
                <c:pt idx="463">
                  <c:v>6103.13</c:v>
                </c:pt>
                <c:pt idx="464">
                  <c:v>6097.36</c:v>
                </c:pt>
                <c:pt idx="465">
                  <c:v>6096.5499999999993</c:v>
                </c:pt>
                <c:pt idx="466">
                  <c:v>6088.8</c:v>
                </c:pt>
                <c:pt idx="467">
                  <c:v>6085.37</c:v>
                </c:pt>
                <c:pt idx="468">
                  <c:v>6080.94</c:v>
                </c:pt>
                <c:pt idx="469">
                  <c:v>6076.85</c:v>
                </c:pt>
                <c:pt idx="470">
                  <c:v>6073.5999999999995</c:v>
                </c:pt>
                <c:pt idx="471">
                  <c:v>6069.7599999999993</c:v>
                </c:pt>
                <c:pt idx="472">
                  <c:v>6067.52</c:v>
                </c:pt>
                <c:pt idx="473">
                  <c:v>6061.7599999999993</c:v>
                </c:pt>
                <c:pt idx="474">
                  <c:v>6059.14</c:v>
                </c:pt>
                <c:pt idx="475">
                  <c:v>6053.77</c:v>
                </c:pt>
                <c:pt idx="476">
                  <c:v>6051.01</c:v>
                </c:pt>
                <c:pt idx="477">
                  <c:v>6046.24</c:v>
                </c:pt>
                <c:pt idx="478">
                  <c:v>6042.81</c:v>
                </c:pt>
                <c:pt idx="479">
                  <c:v>6035.9400000000005</c:v>
                </c:pt>
                <c:pt idx="480">
                  <c:v>6034.09</c:v>
                </c:pt>
                <c:pt idx="481">
                  <c:v>6031.61</c:v>
                </c:pt>
                <c:pt idx="482">
                  <c:v>6026.8499999999995</c:v>
                </c:pt>
                <c:pt idx="483">
                  <c:v>6022.22</c:v>
                </c:pt>
                <c:pt idx="484">
                  <c:v>6018.1500000000005</c:v>
                </c:pt>
                <c:pt idx="485">
                  <c:v>6015.27</c:v>
                </c:pt>
                <c:pt idx="486">
                  <c:v>6012.05</c:v>
                </c:pt>
                <c:pt idx="487">
                  <c:v>6007.9000000000005</c:v>
                </c:pt>
                <c:pt idx="488">
                  <c:v>6003.42</c:v>
                </c:pt>
                <c:pt idx="489">
                  <c:v>5996.05</c:v>
                </c:pt>
                <c:pt idx="490">
                  <c:v>5992.3</c:v>
                </c:pt>
                <c:pt idx="491">
                  <c:v>5992.61</c:v>
                </c:pt>
                <c:pt idx="492">
                  <c:v>5987.94</c:v>
                </c:pt>
                <c:pt idx="493">
                  <c:v>5981.68</c:v>
                </c:pt>
                <c:pt idx="494">
                  <c:v>5979.71</c:v>
                </c:pt>
                <c:pt idx="495">
                  <c:v>5973.75</c:v>
                </c:pt>
                <c:pt idx="496">
                  <c:v>5968.46</c:v>
                </c:pt>
                <c:pt idx="497">
                  <c:v>5960.16</c:v>
                </c:pt>
                <c:pt idx="498">
                  <c:v>5956.2</c:v>
                </c:pt>
                <c:pt idx="499">
                  <c:v>5952.9800000000005</c:v>
                </c:pt>
                <c:pt idx="500">
                  <c:v>5952.24</c:v>
                </c:pt>
                <c:pt idx="501">
                  <c:v>5951.25</c:v>
                </c:pt>
                <c:pt idx="502">
                  <c:v>5946.87</c:v>
                </c:pt>
                <c:pt idx="503">
                  <c:v>5940.26</c:v>
                </c:pt>
                <c:pt idx="504">
                  <c:v>5936.61</c:v>
                </c:pt>
                <c:pt idx="505">
                  <c:v>5934.53</c:v>
                </c:pt>
                <c:pt idx="506">
                  <c:v>5930.46</c:v>
                </c:pt>
                <c:pt idx="507">
                  <c:v>5923.9699999999993</c:v>
                </c:pt>
                <c:pt idx="508">
                  <c:v>5918.34</c:v>
                </c:pt>
                <c:pt idx="509">
                  <c:v>5915.54</c:v>
                </c:pt>
                <c:pt idx="510">
                  <c:v>5914.91</c:v>
                </c:pt>
                <c:pt idx="511">
                  <c:v>5909.8899999999994</c:v>
                </c:pt>
                <c:pt idx="512">
                  <c:v>5905.9400000000005</c:v>
                </c:pt>
                <c:pt idx="513">
                  <c:v>5898.83</c:v>
                </c:pt>
                <c:pt idx="514">
                  <c:v>5899.4</c:v>
                </c:pt>
                <c:pt idx="515">
                  <c:v>5893.99</c:v>
                </c:pt>
                <c:pt idx="516">
                  <c:v>5891.73</c:v>
                </c:pt>
                <c:pt idx="517">
                  <c:v>5886.53</c:v>
                </c:pt>
                <c:pt idx="518">
                  <c:v>5883.19</c:v>
                </c:pt>
                <c:pt idx="519">
                  <c:v>5879.51</c:v>
                </c:pt>
                <c:pt idx="520">
                  <c:v>5870.04</c:v>
                </c:pt>
                <c:pt idx="521">
                  <c:v>5869.3499999999995</c:v>
                </c:pt>
                <c:pt idx="522">
                  <c:v>5863.41</c:v>
                </c:pt>
                <c:pt idx="523">
                  <c:v>5861.7</c:v>
                </c:pt>
                <c:pt idx="524">
                  <c:v>5856.35</c:v>
                </c:pt>
                <c:pt idx="525">
                  <c:v>5851.73</c:v>
                </c:pt>
                <c:pt idx="526">
                  <c:v>5847.68</c:v>
                </c:pt>
                <c:pt idx="527">
                  <c:v>5845.4</c:v>
                </c:pt>
                <c:pt idx="528">
                  <c:v>5842.4800000000005</c:v>
                </c:pt>
                <c:pt idx="529">
                  <c:v>5836.36</c:v>
                </c:pt>
                <c:pt idx="530">
                  <c:v>5831.7</c:v>
                </c:pt>
                <c:pt idx="531">
                  <c:v>5827.5</c:v>
                </c:pt>
                <c:pt idx="532">
                  <c:v>5823.1900000000005</c:v>
                </c:pt>
                <c:pt idx="533">
                  <c:v>5819.57</c:v>
                </c:pt>
                <c:pt idx="534">
                  <c:v>5818.8899999999994</c:v>
                </c:pt>
                <c:pt idx="535">
                  <c:v>5813.96</c:v>
                </c:pt>
                <c:pt idx="536">
                  <c:v>5808.3499999999995</c:v>
                </c:pt>
                <c:pt idx="537">
                  <c:v>5806.14</c:v>
                </c:pt>
                <c:pt idx="538">
                  <c:v>5803.78</c:v>
                </c:pt>
                <c:pt idx="539">
                  <c:v>5796.68</c:v>
                </c:pt>
                <c:pt idx="540">
                  <c:v>5790.5300000000007</c:v>
                </c:pt>
                <c:pt idx="541">
                  <c:v>5789.54</c:v>
                </c:pt>
                <c:pt idx="542">
                  <c:v>5787.4299999999994</c:v>
                </c:pt>
                <c:pt idx="543">
                  <c:v>5782.84</c:v>
                </c:pt>
                <c:pt idx="544">
                  <c:v>5775.7</c:v>
                </c:pt>
                <c:pt idx="545">
                  <c:v>5770.82</c:v>
                </c:pt>
                <c:pt idx="546">
                  <c:v>5770.5700000000006</c:v>
                </c:pt>
                <c:pt idx="547">
                  <c:v>5758.8</c:v>
                </c:pt>
                <c:pt idx="548">
                  <c:v>5758.12</c:v>
                </c:pt>
                <c:pt idx="549">
                  <c:v>5758.27</c:v>
                </c:pt>
                <c:pt idx="550">
                  <c:v>5752.9000000000005</c:v>
                </c:pt>
                <c:pt idx="551">
                  <c:v>5751.62</c:v>
                </c:pt>
                <c:pt idx="552">
                  <c:v>5747.59</c:v>
                </c:pt>
                <c:pt idx="553">
                  <c:v>5743.57</c:v>
                </c:pt>
                <c:pt idx="554">
                  <c:v>5738.05</c:v>
                </c:pt>
                <c:pt idx="555">
                  <c:v>5733.27</c:v>
                </c:pt>
                <c:pt idx="556">
                  <c:v>5730.91</c:v>
                </c:pt>
                <c:pt idx="557">
                  <c:v>5724.97</c:v>
                </c:pt>
                <c:pt idx="558">
                  <c:v>5723.89</c:v>
                </c:pt>
                <c:pt idx="559">
                  <c:v>5718.34</c:v>
                </c:pt>
                <c:pt idx="560">
                  <c:v>5713.95</c:v>
                </c:pt>
                <c:pt idx="561">
                  <c:v>5712.19</c:v>
                </c:pt>
                <c:pt idx="562">
                  <c:v>5705.49</c:v>
                </c:pt>
                <c:pt idx="563">
                  <c:v>5705.14</c:v>
                </c:pt>
                <c:pt idx="564">
                  <c:v>5700.2300000000005</c:v>
                </c:pt>
                <c:pt idx="565">
                  <c:v>5694.03</c:v>
                </c:pt>
                <c:pt idx="566">
                  <c:v>5689.96</c:v>
                </c:pt>
                <c:pt idx="567">
                  <c:v>5689.19</c:v>
                </c:pt>
                <c:pt idx="568">
                  <c:v>5682.76</c:v>
                </c:pt>
                <c:pt idx="569">
                  <c:v>5678.21</c:v>
                </c:pt>
                <c:pt idx="570">
                  <c:v>5677.4500000000007</c:v>
                </c:pt>
                <c:pt idx="571">
                  <c:v>5670.78</c:v>
                </c:pt>
              </c:numCache>
            </c:numRef>
          </c:xVal>
          <c:yVal>
            <c:numRef>
              <c:f>'Post Processing CaCl2'!$BC$13:$BC$584</c:f>
              <c:numCache>
                <c:formatCode>General</c:formatCode>
                <c:ptCount val="572"/>
                <c:pt idx="0">
                  <c:v>111.8</c:v>
                </c:pt>
                <c:pt idx="1">
                  <c:v>111.83</c:v>
                </c:pt>
                <c:pt idx="2">
                  <c:v>111.22999999999999</c:v>
                </c:pt>
                <c:pt idx="3">
                  <c:v>111.10000000000001</c:v>
                </c:pt>
                <c:pt idx="4">
                  <c:v>116.89</c:v>
                </c:pt>
                <c:pt idx="5">
                  <c:v>131.84</c:v>
                </c:pt>
                <c:pt idx="6">
                  <c:v>235.6</c:v>
                </c:pt>
                <c:pt idx="7">
                  <c:v>361.91</c:v>
                </c:pt>
                <c:pt idx="8">
                  <c:v>500.65999999999997</c:v>
                </c:pt>
                <c:pt idx="9">
                  <c:v>672.69999999999993</c:v>
                </c:pt>
                <c:pt idx="10">
                  <c:v>699.11</c:v>
                </c:pt>
                <c:pt idx="11">
                  <c:v>799.13</c:v>
                </c:pt>
                <c:pt idx="12">
                  <c:v>914.17000000000007</c:v>
                </c:pt>
                <c:pt idx="13">
                  <c:v>1035.18</c:v>
                </c:pt>
                <c:pt idx="14">
                  <c:v>1146.5</c:v>
                </c:pt>
                <c:pt idx="15">
                  <c:v>1258.8999999999999</c:v>
                </c:pt>
                <c:pt idx="16">
                  <c:v>1313.99</c:v>
                </c:pt>
                <c:pt idx="17">
                  <c:v>1406.62</c:v>
                </c:pt>
                <c:pt idx="18">
                  <c:v>1490.33</c:v>
                </c:pt>
                <c:pt idx="19">
                  <c:v>1585.66</c:v>
                </c:pt>
                <c:pt idx="20">
                  <c:v>1670.97</c:v>
                </c:pt>
                <c:pt idx="21">
                  <c:v>1802.88</c:v>
                </c:pt>
                <c:pt idx="22">
                  <c:v>1839.8600000000001</c:v>
                </c:pt>
                <c:pt idx="23">
                  <c:v>1932.98</c:v>
                </c:pt>
                <c:pt idx="24">
                  <c:v>2008.33</c:v>
                </c:pt>
                <c:pt idx="25">
                  <c:v>2088.5</c:v>
                </c:pt>
                <c:pt idx="26">
                  <c:v>2213.2999999999997</c:v>
                </c:pt>
                <c:pt idx="27">
                  <c:v>2236.9699999999998</c:v>
                </c:pt>
                <c:pt idx="28">
                  <c:v>2310.2299999999996</c:v>
                </c:pt>
                <c:pt idx="29">
                  <c:v>2374.0299999999997</c:v>
                </c:pt>
                <c:pt idx="30">
                  <c:v>2437.7599999999998</c:v>
                </c:pt>
                <c:pt idx="31">
                  <c:v>2502.11</c:v>
                </c:pt>
                <c:pt idx="32">
                  <c:v>2560.92</c:v>
                </c:pt>
                <c:pt idx="33">
                  <c:v>2602.02</c:v>
                </c:pt>
                <c:pt idx="34">
                  <c:v>2669.2999999999997</c:v>
                </c:pt>
                <c:pt idx="35">
                  <c:v>2715.9</c:v>
                </c:pt>
                <c:pt idx="36">
                  <c:v>2766.08</c:v>
                </c:pt>
                <c:pt idx="37">
                  <c:v>2825.53</c:v>
                </c:pt>
                <c:pt idx="38">
                  <c:v>2881.9900000000002</c:v>
                </c:pt>
                <c:pt idx="39">
                  <c:v>2919.74</c:v>
                </c:pt>
                <c:pt idx="40">
                  <c:v>2960.99</c:v>
                </c:pt>
                <c:pt idx="41">
                  <c:v>3006.16</c:v>
                </c:pt>
                <c:pt idx="42">
                  <c:v>3065.17</c:v>
                </c:pt>
                <c:pt idx="43">
                  <c:v>3094.9300000000003</c:v>
                </c:pt>
                <c:pt idx="44">
                  <c:v>3146.49</c:v>
                </c:pt>
                <c:pt idx="45">
                  <c:v>3183.46</c:v>
                </c:pt>
                <c:pt idx="46">
                  <c:v>3226.77</c:v>
                </c:pt>
                <c:pt idx="47">
                  <c:v>3260.08</c:v>
                </c:pt>
                <c:pt idx="48">
                  <c:v>3297.7</c:v>
                </c:pt>
                <c:pt idx="49">
                  <c:v>3332.0099999999998</c:v>
                </c:pt>
                <c:pt idx="50">
                  <c:v>3368.71</c:v>
                </c:pt>
                <c:pt idx="51">
                  <c:v>3399.87</c:v>
                </c:pt>
                <c:pt idx="52">
                  <c:v>3439.4300000000003</c:v>
                </c:pt>
                <c:pt idx="53">
                  <c:v>3468.48</c:v>
                </c:pt>
                <c:pt idx="54">
                  <c:v>3500.6499999999996</c:v>
                </c:pt>
                <c:pt idx="55">
                  <c:v>3526.05</c:v>
                </c:pt>
                <c:pt idx="56">
                  <c:v>3563.6299999999997</c:v>
                </c:pt>
                <c:pt idx="57">
                  <c:v>3592.46</c:v>
                </c:pt>
                <c:pt idx="58">
                  <c:v>3616.54</c:v>
                </c:pt>
                <c:pt idx="59">
                  <c:v>3645.3</c:v>
                </c:pt>
                <c:pt idx="60">
                  <c:v>3672.24</c:v>
                </c:pt>
                <c:pt idx="61">
                  <c:v>3697.33</c:v>
                </c:pt>
                <c:pt idx="62">
                  <c:v>3722.2400000000002</c:v>
                </c:pt>
                <c:pt idx="63">
                  <c:v>3749.46</c:v>
                </c:pt>
                <c:pt idx="64">
                  <c:v>3771.87</c:v>
                </c:pt>
                <c:pt idx="65">
                  <c:v>3778.5</c:v>
                </c:pt>
                <c:pt idx="66">
                  <c:v>3792.51</c:v>
                </c:pt>
                <c:pt idx="67">
                  <c:v>3808.6000000000004</c:v>
                </c:pt>
                <c:pt idx="68">
                  <c:v>3826.65</c:v>
                </c:pt>
                <c:pt idx="69">
                  <c:v>3838.9700000000003</c:v>
                </c:pt>
                <c:pt idx="70">
                  <c:v>3851.3199999999997</c:v>
                </c:pt>
                <c:pt idx="71">
                  <c:v>3868.54</c:v>
                </c:pt>
                <c:pt idx="72">
                  <c:v>3881.9300000000003</c:v>
                </c:pt>
                <c:pt idx="73">
                  <c:v>3898.7</c:v>
                </c:pt>
                <c:pt idx="74">
                  <c:v>3924.1600000000003</c:v>
                </c:pt>
                <c:pt idx="75">
                  <c:v>3931.09</c:v>
                </c:pt>
                <c:pt idx="76">
                  <c:v>3944.9700000000003</c:v>
                </c:pt>
                <c:pt idx="77">
                  <c:v>3953.44</c:v>
                </c:pt>
                <c:pt idx="78">
                  <c:v>3959.2200000000003</c:v>
                </c:pt>
                <c:pt idx="79">
                  <c:v>3971.31</c:v>
                </c:pt>
                <c:pt idx="80">
                  <c:v>3980.06</c:v>
                </c:pt>
                <c:pt idx="81">
                  <c:v>3985.58</c:v>
                </c:pt>
                <c:pt idx="82">
                  <c:v>3984.34</c:v>
                </c:pt>
                <c:pt idx="83">
                  <c:v>3993.91</c:v>
                </c:pt>
                <c:pt idx="84">
                  <c:v>3994.83</c:v>
                </c:pt>
                <c:pt idx="85">
                  <c:v>4007.2900000000004</c:v>
                </c:pt>
                <c:pt idx="86">
                  <c:v>4012.7300000000005</c:v>
                </c:pt>
                <c:pt idx="87">
                  <c:v>4024.86</c:v>
                </c:pt>
                <c:pt idx="88">
                  <c:v>4036.2200000000003</c:v>
                </c:pt>
                <c:pt idx="89">
                  <c:v>4034.33</c:v>
                </c:pt>
                <c:pt idx="90">
                  <c:v>4045.1699999999996</c:v>
                </c:pt>
                <c:pt idx="91">
                  <c:v>4052.27</c:v>
                </c:pt>
                <c:pt idx="92">
                  <c:v>4056.1699999999996</c:v>
                </c:pt>
                <c:pt idx="93">
                  <c:v>4061.4100000000003</c:v>
                </c:pt>
                <c:pt idx="94">
                  <c:v>4066.88</c:v>
                </c:pt>
                <c:pt idx="95">
                  <c:v>4076.57</c:v>
                </c:pt>
                <c:pt idx="96">
                  <c:v>4072.63</c:v>
                </c:pt>
                <c:pt idx="97">
                  <c:v>4074.65</c:v>
                </c:pt>
                <c:pt idx="98">
                  <c:v>4078.2999999999997</c:v>
                </c:pt>
                <c:pt idx="99">
                  <c:v>4083.43</c:v>
                </c:pt>
                <c:pt idx="100">
                  <c:v>4090.51</c:v>
                </c:pt>
                <c:pt idx="101">
                  <c:v>4095.0899999999997</c:v>
                </c:pt>
                <c:pt idx="102">
                  <c:v>4096.99</c:v>
                </c:pt>
                <c:pt idx="103">
                  <c:v>4101.6099999999997</c:v>
                </c:pt>
                <c:pt idx="104">
                  <c:v>4101.2199999999993</c:v>
                </c:pt>
                <c:pt idx="105">
                  <c:v>4110.5999999999995</c:v>
                </c:pt>
                <c:pt idx="106">
                  <c:v>4107.95</c:v>
                </c:pt>
                <c:pt idx="107">
                  <c:v>4108.6799999999994</c:v>
                </c:pt>
                <c:pt idx="108">
                  <c:v>4110.67</c:v>
                </c:pt>
                <c:pt idx="109">
                  <c:v>4109.1899999999996</c:v>
                </c:pt>
                <c:pt idx="110">
                  <c:v>4106.5199999999995</c:v>
                </c:pt>
                <c:pt idx="111">
                  <c:v>4108.0199999999995</c:v>
                </c:pt>
                <c:pt idx="112">
                  <c:v>4118.16</c:v>
                </c:pt>
                <c:pt idx="113">
                  <c:v>4113.55</c:v>
                </c:pt>
                <c:pt idx="114">
                  <c:v>4123.5099999999993</c:v>
                </c:pt>
                <c:pt idx="115">
                  <c:v>4123.67</c:v>
                </c:pt>
                <c:pt idx="116">
                  <c:v>4119.1000000000004</c:v>
                </c:pt>
                <c:pt idx="117">
                  <c:v>4126.1000000000004</c:v>
                </c:pt>
                <c:pt idx="118">
                  <c:v>4121.8899999999994</c:v>
                </c:pt>
                <c:pt idx="119">
                  <c:v>4124.17</c:v>
                </c:pt>
                <c:pt idx="120">
                  <c:v>4123.78</c:v>
                </c:pt>
                <c:pt idx="121">
                  <c:v>4120.33</c:v>
                </c:pt>
                <c:pt idx="122">
                  <c:v>4115.2300000000005</c:v>
                </c:pt>
                <c:pt idx="123">
                  <c:v>4122.8300000000008</c:v>
                </c:pt>
                <c:pt idx="124">
                  <c:v>4122.25</c:v>
                </c:pt>
                <c:pt idx="125">
                  <c:v>4121.7</c:v>
                </c:pt>
                <c:pt idx="126">
                  <c:v>4122.26</c:v>
                </c:pt>
                <c:pt idx="127">
                  <c:v>4124.8100000000004</c:v>
                </c:pt>
                <c:pt idx="128">
                  <c:v>4120.7299999999996</c:v>
                </c:pt>
                <c:pt idx="129">
                  <c:v>4115.4000000000005</c:v>
                </c:pt>
                <c:pt idx="130">
                  <c:v>4113.74</c:v>
                </c:pt>
                <c:pt idx="131">
                  <c:v>4115.05</c:v>
                </c:pt>
                <c:pt idx="132">
                  <c:v>4116.63</c:v>
                </c:pt>
                <c:pt idx="133">
                  <c:v>4117.26</c:v>
                </c:pt>
                <c:pt idx="134">
                  <c:v>4114.84</c:v>
                </c:pt>
                <c:pt idx="135">
                  <c:v>4116.1000000000004</c:v>
                </c:pt>
                <c:pt idx="136">
                  <c:v>4114.54</c:v>
                </c:pt>
                <c:pt idx="137">
                  <c:v>4113.6000000000004</c:v>
                </c:pt>
                <c:pt idx="138">
                  <c:v>4113.6900000000005</c:v>
                </c:pt>
                <c:pt idx="139">
                  <c:v>4115.53</c:v>
                </c:pt>
                <c:pt idx="140">
                  <c:v>4097.8</c:v>
                </c:pt>
                <c:pt idx="141">
                  <c:v>4109.1100000000006</c:v>
                </c:pt>
                <c:pt idx="142">
                  <c:v>4104.57</c:v>
                </c:pt>
                <c:pt idx="143">
                  <c:v>4099.92</c:v>
                </c:pt>
                <c:pt idx="144">
                  <c:v>4097.6000000000004</c:v>
                </c:pt>
                <c:pt idx="145">
                  <c:v>4100.0199999999995</c:v>
                </c:pt>
                <c:pt idx="146">
                  <c:v>4103.83</c:v>
                </c:pt>
                <c:pt idx="147">
                  <c:v>4099.7300000000005</c:v>
                </c:pt>
                <c:pt idx="148">
                  <c:v>4097.0599999999995</c:v>
                </c:pt>
                <c:pt idx="149">
                  <c:v>4087.9399999999996</c:v>
                </c:pt>
                <c:pt idx="150">
                  <c:v>4089.71</c:v>
                </c:pt>
                <c:pt idx="151">
                  <c:v>4079.44</c:v>
                </c:pt>
                <c:pt idx="152">
                  <c:v>4072</c:v>
                </c:pt>
                <c:pt idx="153">
                  <c:v>4069.7999999999997</c:v>
                </c:pt>
                <c:pt idx="154">
                  <c:v>4071.2099999999996</c:v>
                </c:pt>
                <c:pt idx="155">
                  <c:v>4075.96</c:v>
                </c:pt>
                <c:pt idx="156">
                  <c:v>4076.1099999999997</c:v>
                </c:pt>
                <c:pt idx="157">
                  <c:v>4070.7899999999995</c:v>
                </c:pt>
                <c:pt idx="158">
                  <c:v>4075.5</c:v>
                </c:pt>
                <c:pt idx="159">
                  <c:v>4070.41</c:v>
                </c:pt>
                <c:pt idx="160">
                  <c:v>4066.01</c:v>
                </c:pt>
                <c:pt idx="161">
                  <c:v>4062.83</c:v>
                </c:pt>
                <c:pt idx="162">
                  <c:v>4058.7999999999997</c:v>
                </c:pt>
                <c:pt idx="163">
                  <c:v>4057.49</c:v>
                </c:pt>
                <c:pt idx="164">
                  <c:v>4055.8300000000004</c:v>
                </c:pt>
                <c:pt idx="165">
                  <c:v>4053.19</c:v>
                </c:pt>
                <c:pt idx="166">
                  <c:v>4051.5299999999997</c:v>
                </c:pt>
                <c:pt idx="167">
                  <c:v>4047.91</c:v>
                </c:pt>
                <c:pt idx="168">
                  <c:v>4044.58</c:v>
                </c:pt>
                <c:pt idx="169">
                  <c:v>4043.7599999999998</c:v>
                </c:pt>
                <c:pt idx="170">
                  <c:v>4036.8500000000004</c:v>
                </c:pt>
                <c:pt idx="171">
                  <c:v>4036.9599999999996</c:v>
                </c:pt>
                <c:pt idx="172">
                  <c:v>4036.59</c:v>
                </c:pt>
                <c:pt idx="173">
                  <c:v>4034.3600000000006</c:v>
                </c:pt>
                <c:pt idx="174">
                  <c:v>4033.3500000000004</c:v>
                </c:pt>
                <c:pt idx="175">
                  <c:v>4031.9399999999996</c:v>
                </c:pt>
                <c:pt idx="176">
                  <c:v>4029.6900000000005</c:v>
                </c:pt>
                <c:pt idx="177">
                  <c:v>4024.7799999999997</c:v>
                </c:pt>
                <c:pt idx="178">
                  <c:v>4022.06</c:v>
                </c:pt>
                <c:pt idx="179">
                  <c:v>4023.5399999999995</c:v>
                </c:pt>
                <c:pt idx="180">
                  <c:v>4020.95</c:v>
                </c:pt>
                <c:pt idx="181">
                  <c:v>4022.9600000000005</c:v>
                </c:pt>
                <c:pt idx="182">
                  <c:v>4022.5499999999997</c:v>
                </c:pt>
                <c:pt idx="183">
                  <c:v>4015.98</c:v>
                </c:pt>
                <c:pt idx="184">
                  <c:v>4011.1600000000003</c:v>
                </c:pt>
                <c:pt idx="185">
                  <c:v>4011.97</c:v>
                </c:pt>
                <c:pt idx="186">
                  <c:v>4008.0600000000004</c:v>
                </c:pt>
                <c:pt idx="187">
                  <c:v>4005.09</c:v>
                </c:pt>
                <c:pt idx="188">
                  <c:v>4003.51</c:v>
                </c:pt>
                <c:pt idx="189">
                  <c:v>3991.7</c:v>
                </c:pt>
                <c:pt idx="190">
                  <c:v>3995.93</c:v>
                </c:pt>
                <c:pt idx="191">
                  <c:v>3992.63</c:v>
                </c:pt>
                <c:pt idx="192">
                  <c:v>3989.8199999999997</c:v>
                </c:pt>
                <c:pt idx="193">
                  <c:v>3981.1</c:v>
                </c:pt>
                <c:pt idx="194">
                  <c:v>3979.38</c:v>
                </c:pt>
                <c:pt idx="195">
                  <c:v>3976.9</c:v>
                </c:pt>
                <c:pt idx="196">
                  <c:v>3972.2200000000003</c:v>
                </c:pt>
                <c:pt idx="197">
                  <c:v>3970.35</c:v>
                </c:pt>
                <c:pt idx="198">
                  <c:v>3962.27</c:v>
                </c:pt>
                <c:pt idx="199">
                  <c:v>3964.73</c:v>
                </c:pt>
                <c:pt idx="200">
                  <c:v>3960.79</c:v>
                </c:pt>
                <c:pt idx="201">
                  <c:v>3957.53</c:v>
                </c:pt>
                <c:pt idx="202">
                  <c:v>3956.74</c:v>
                </c:pt>
                <c:pt idx="203">
                  <c:v>3946.85</c:v>
                </c:pt>
                <c:pt idx="204">
                  <c:v>3945.85</c:v>
                </c:pt>
                <c:pt idx="205">
                  <c:v>3943.6200000000003</c:v>
                </c:pt>
                <c:pt idx="206">
                  <c:v>3944.94</c:v>
                </c:pt>
                <c:pt idx="207">
                  <c:v>3942.53</c:v>
                </c:pt>
                <c:pt idx="208">
                  <c:v>3938.8999999999996</c:v>
                </c:pt>
                <c:pt idx="209">
                  <c:v>3936.5299999999997</c:v>
                </c:pt>
                <c:pt idx="210">
                  <c:v>3929.86</c:v>
                </c:pt>
                <c:pt idx="211">
                  <c:v>3932.3700000000003</c:v>
                </c:pt>
                <c:pt idx="212">
                  <c:v>3931.19</c:v>
                </c:pt>
                <c:pt idx="213">
                  <c:v>3927.13</c:v>
                </c:pt>
                <c:pt idx="214">
                  <c:v>3921.63</c:v>
                </c:pt>
                <c:pt idx="215">
                  <c:v>3919.56</c:v>
                </c:pt>
                <c:pt idx="216">
                  <c:v>3920.2400000000002</c:v>
                </c:pt>
                <c:pt idx="217">
                  <c:v>3917.57</c:v>
                </c:pt>
                <c:pt idx="218">
                  <c:v>3915.18</c:v>
                </c:pt>
                <c:pt idx="219">
                  <c:v>3911.79</c:v>
                </c:pt>
                <c:pt idx="220">
                  <c:v>3908.17</c:v>
                </c:pt>
                <c:pt idx="221">
                  <c:v>3900.46</c:v>
                </c:pt>
                <c:pt idx="222">
                  <c:v>3891.72</c:v>
                </c:pt>
                <c:pt idx="223">
                  <c:v>3893.67</c:v>
                </c:pt>
                <c:pt idx="224">
                  <c:v>3889.91</c:v>
                </c:pt>
                <c:pt idx="225">
                  <c:v>3885.0099999999998</c:v>
                </c:pt>
                <c:pt idx="226">
                  <c:v>3888.5499999999997</c:v>
                </c:pt>
                <c:pt idx="227">
                  <c:v>3886.61</c:v>
                </c:pt>
                <c:pt idx="228">
                  <c:v>3882.11</c:v>
                </c:pt>
                <c:pt idx="229">
                  <c:v>3875.54</c:v>
                </c:pt>
                <c:pt idx="230">
                  <c:v>3876.03</c:v>
                </c:pt>
                <c:pt idx="231">
                  <c:v>3874.21</c:v>
                </c:pt>
                <c:pt idx="232">
                  <c:v>3872.6600000000003</c:v>
                </c:pt>
                <c:pt idx="233">
                  <c:v>3861.2799999999997</c:v>
                </c:pt>
                <c:pt idx="234">
                  <c:v>3855.62</c:v>
                </c:pt>
                <c:pt idx="235">
                  <c:v>3853.05</c:v>
                </c:pt>
                <c:pt idx="236">
                  <c:v>3848.2</c:v>
                </c:pt>
                <c:pt idx="237">
                  <c:v>3844.96</c:v>
                </c:pt>
                <c:pt idx="238">
                  <c:v>3840.87</c:v>
                </c:pt>
                <c:pt idx="239">
                  <c:v>3836.69</c:v>
                </c:pt>
                <c:pt idx="240">
                  <c:v>3828.96</c:v>
                </c:pt>
                <c:pt idx="241">
                  <c:v>3825.61</c:v>
                </c:pt>
                <c:pt idx="242">
                  <c:v>3821.2999999999997</c:v>
                </c:pt>
                <c:pt idx="243">
                  <c:v>3819.28</c:v>
                </c:pt>
                <c:pt idx="244">
                  <c:v>3817.06</c:v>
                </c:pt>
                <c:pt idx="245">
                  <c:v>3815.38</c:v>
                </c:pt>
                <c:pt idx="246">
                  <c:v>3813.11</c:v>
                </c:pt>
                <c:pt idx="247">
                  <c:v>3806.8900000000003</c:v>
                </c:pt>
                <c:pt idx="248">
                  <c:v>3802.2999999999997</c:v>
                </c:pt>
                <c:pt idx="249">
                  <c:v>3800.0600000000004</c:v>
                </c:pt>
                <c:pt idx="250">
                  <c:v>3798.91</c:v>
                </c:pt>
                <c:pt idx="251">
                  <c:v>3796.95</c:v>
                </c:pt>
                <c:pt idx="252">
                  <c:v>3796.31</c:v>
                </c:pt>
                <c:pt idx="253">
                  <c:v>3793.2999999999997</c:v>
                </c:pt>
                <c:pt idx="254">
                  <c:v>3789.33</c:v>
                </c:pt>
                <c:pt idx="255">
                  <c:v>3790.5299999999997</c:v>
                </c:pt>
                <c:pt idx="256">
                  <c:v>3782.88</c:v>
                </c:pt>
                <c:pt idx="257">
                  <c:v>3782.1</c:v>
                </c:pt>
                <c:pt idx="258">
                  <c:v>3774.35</c:v>
                </c:pt>
                <c:pt idx="259">
                  <c:v>3775.68</c:v>
                </c:pt>
                <c:pt idx="260">
                  <c:v>3773.44</c:v>
                </c:pt>
                <c:pt idx="261">
                  <c:v>3770.58</c:v>
                </c:pt>
                <c:pt idx="262">
                  <c:v>3764.92</c:v>
                </c:pt>
                <c:pt idx="263">
                  <c:v>3758.71</c:v>
                </c:pt>
                <c:pt idx="264">
                  <c:v>3760.8199999999997</c:v>
                </c:pt>
                <c:pt idx="265">
                  <c:v>3740.84</c:v>
                </c:pt>
                <c:pt idx="266">
                  <c:v>3751.5499999999997</c:v>
                </c:pt>
                <c:pt idx="267">
                  <c:v>3753.45</c:v>
                </c:pt>
                <c:pt idx="268">
                  <c:v>3749.8</c:v>
                </c:pt>
                <c:pt idx="269">
                  <c:v>3749.4</c:v>
                </c:pt>
                <c:pt idx="270">
                  <c:v>3747.7200000000003</c:v>
                </c:pt>
                <c:pt idx="271">
                  <c:v>3743.74</c:v>
                </c:pt>
                <c:pt idx="272">
                  <c:v>3736.0699999999997</c:v>
                </c:pt>
                <c:pt idx="273">
                  <c:v>3736.4</c:v>
                </c:pt>
                <c:pt idx="274">
                  <c:v>3731.69</c:v>
                </c:pt>
                <c:pt idx="275">
                  <c:v>3728.19</c:v>
                </c:pt>
                <c:pt idx="276">
                  <c:v>3724.0099999999998</c:v>
                </c:pt>
                <c:pt idx="277">
                  <c:v>3721.0800000000004</c:v>
                </c:pt>
                <c:pt idx="278">
                  <c:v>3722.94</c:v>
                </c:pt>
                <c:pt idx="279">
                  <c:v>3717.99</c:v>
                </c:pt>
                <c:pt idx="280">
                  <c:v>3715.68</c:v>
                </c:pt>
                <c:pt idx="281">
                  <c:v>3712.9</c:v>
                </c:pt>
                <c:pt idx="282">
                  <c:v>3710.1600000000003</c:v>
                </c:pt>
                <c:pt idx="283">
                  <c:v>3704.85</c:v>
                </c:pt>
                <c:pt idx="284">
                  <c:v>3699.42</c:v>
                </c:pt>
                <c:pt idx="285">
                  <c:v>3696.4</c:v>
                </c:pt>
                <c:pt idx="286">
                  <c:v>3694.6400000000003</c:v>
                </c:pt>
                <c:pt idx="287">
                  <c:v>3690.52</c:v>
                </c:pt>
                <c:pt idx="288">
                  <c:v>3686.74</c:v>
                </c:pt>
                <c:pt idx="289">
                  <c:v>3686.74</c:v>
                </c:pt>
                <c:pt idx="290">
                  <c:v>3683.04</c:v>
                </c:pt>
                <c:pt idx="291">
                  <c:v>3675.41</c:v>
                </c:pt>
                <c:pt idx="292">
                  <c:v>3671.97</c:v>
                </c:pt>
                <c:pt idx="293">
                  <c:v>3664.17</c:v>
                </c:pt>
                <c:pt idx="294">
                  <c:v>3662.5200000000004</c:v>
                </c:pt>
                <c:pt idx="295">
                  <c:v>3660.69</c:v>
                </c:pt>
                <c:pt idx="296">
                  <c:v>3653.99</c:v>
                </c:pt>
                <c:pt idx="297">
                  <c:v>3652.75</c:v>
                </c:pt>
                <c:pt idx="298">
                  <c:v>3645.6400000000003</c:v>
                </c:pt>
                <c:pt idx="299">
                  <c:v>3649.81</c:v>
                </c:pt>
                <c:pt idx="300">
                  <c:v>3645.96</c:v>
                </c:pt>
                <c:pt idx="301">
                  <c:v>3641.47</c:v>
                </c:pt>
                <c:pt idx="302">
                  <c:v>3640.86</c:v>
                </c:pt>
                <c:pt idx="303">
                  <c:v>3641.56</c:v>
                </c:pt>
                <c:pt idx="304">
                  <c:v>3633.85</c:v>
                </c:pt>
                <c:pt idx="305">
                  <c:v>3630.02</c:v>
                </c:pt>
                <c:pt idx="306">
                  <c:v>3628.6</c:v>
                </c:pt>
                <c:pt idx="307">
                  <c:v>3626.1899999999996</c:v>
                </c:pt>
                <c:pt idx="308">
                  <c:v>3624.0299999999997</c:v>
                </c:pt>
                <c:pt idx="309">
                  <c:v>3620.93</c:v>
                </c:pt>
                <c:pt idx="310">
                  <c:v>3606.22</c:v>
                </c:pt>
                <c:pt idx="311">
                  <c:v>3615.38</c:v>
                </c:pt>
                <c:pt idx="312">
                  <c:v>3609.67</c:v>
                </c:pt>
                <c:pt idx="313">
                  <c:v>3605.93</c:v>
                </c:pt>
                <c:pt idx="314">
                  <c:v>3604.31</c:v>
                </c:pt>
                <c:pt idx="315">
                  <c:v>3602.9</c:v>
                </c:pt>
                <c:pt idx="316">
                  <c:v>3600.25</c:v>
                </c:pt>
                <c:pt idx="317">
                  <c:v>3597.41</c:v>
                </c:pt>
                <c:pt idx="318">
                  <c:v>3595.91</c:v>
                </c:pt>
                <c:pt idx="319">
                  <c:v>3593.56</c:v>
                </c:pt>
                <c:pt idx="320">
                  <c:v>3588.58</c:v>
                </c:pt>
                <c:pt idx="321">
                  <c:v>3586.68</c:v>
                </c:pt>
                <c:pt idx="322">
                  <c:v>3582.9399999999996</c:v>
                </c:pt>
                <c:pt idx="323">
                  <c:v>3569.9</c:v>
                </c:pt>
                <c:pt idx="324">
                  <c:v>3576.19</c:v>
                </c:pt>
                <c:pt idx="325">
                  <c:v>3578.86</c:v>
                </c:pt>
                <c:pt idx="326">
                  <c:v>3576.1099999999997</c:v>
                </c:pt>
                <c:pt idx="327">
                  <c:v>3575.75</c:v>
                </c:pt>
                <c:pt idx="328">
                  <c:v>3570.14</c:v>
                </c:pt>
                <c:pt idx="329">
                  <c:v>3569.63</c:v>
                </c:pt>
                <c:pt idx="330">
                  <c:v>3565.01</c:v>
                </c:pt>
                <c:pt idx="331">
                  <c:v>3563.92</c:v>
                </c:pt>
                <c:pt idx="332">
                  <c:v>3557.76</c:v>
                </c:pt>
                <c:pt idx="333">
                  <c:v>3556.1099999999997</c:v>
                </c:pt>
                <c:pt idx="334">
                  <c:v>3554.04</c:v>
                </c:pt>
                <c:pt idx="335">
                  <c:v>3550.52</c:v>
                </c:pt>
                <c:pt idx="336">
                  <c:v>3548.0299999999997</c:v>
                </c:pt>
                <c:pt idx="337">
                  <c:v>3543.05</c:v>
                </c:pt>
                <c:pt idx="338">
                  <c:v>3540.57</c:v>
                </c:pt>
                <c:pt idx="339">
                  <c:v>3533.3</c:v>
                </c:pt>
                <c:pt idx="340">
                  <c:v>3529.42</c:v>
                </c:pt>
                <c:pt idx="341">
                  <c:v>3524.34</c:v>
                </c:pt>
                <c:pt idx="342">
                  <c:v>3522.09</c:v>
                </c:pt>
                <c:pt idx="343">
                  <c:v>3520.56</c:v>
                </c:pt>
                <c:pt idx="344">
                  <c:v>3516.56</c:v>
                </c:pt>
                <c:pt idx="345">
                  <c:v>3514.2000000000003</c:v>
                </c:pt>
                <c:pt idx="346">
                  <c:v>3509.86</c:v>
                </c:pt>
                <c:pt idx="347">
                  <c:v>3507.67</c:v>
                </c:pt>
                <c:pt idx="348">
                  <c:v>3504.48</c:v>
                </c:pt>
                <c:pt idx="349">
                  <c:v>3500.7799999999997</c:v>
                </c:pt>
                <c:pt idx="350">
                  <c:v>3497.71</c:v>
                </c:pt>
                <c:pt idx="351">
                  <c:v>3497.92</c:v>
                </c:pt>
                <c:pt idx="352">
                  <c:v>3498.57</c:v>
                </c:pt>
                <c:pt idx="353">
                  <c:v>3495.25</c:v>
                </c:pt>
                <c:pt idx="354">
                  <c:v>3493.02</c:v>
                </c:pt>
                <c:pt idx="355">
                  <c:v>3477.9</c:v>
                </c:pt>
                <c:pt idx="356">
                  <c:v>3488.69</c:v>
                </c:pt>
                <c:pt idx="357">
                  <c:v>3484.21</c:v>
                </c:pt>
                <c:pt idx="358">
                  <c:v>3482.27</c:v>
                </c:pt>
                <c:pt idx="359">
                  <c:v>3479.4900000000002</c:v>
                </c:pt>
                <c:pt idx="360">
                  <c:v>3474.05</c:v>
                </c:pt>
                <c:pt idx="361">
                  <c:v>3474.33</c:v>
                </c:pt>
                <c:pt idx="362">
                  <c:v>3473.0699999999997</c:v>
                </c:pt>
                <c:pt idx="363">
                  <c:v>3468.46</c:v>
                </c:pt>
                <c:pt idx="364">
                  <c:v>3469.33</c:v>
                </c:pt>
                <c:pt idx="365">
                  <c:v>3466.04</c:v>
                </c:pt>
                <c:pt idx="366">
                  <c:v>3451.24</c:v>
                </c:pt>
                <c:pt idx="367">
                  <c:v>3455.15</c:v>
                </c:pt>
                <c:pt idx="368">
                  <c:v>3453.35</c:v>
                </c:pt>
                <c:pt idx="369">
                  <c:v>3449.3900000000003</c:v>
                </c:pt>
                <c:pt idx="370">
                  <c:v>3447.16</c:v>
                </c:pt>
                <c:pt idx="371">
                  <c:v>3442.46</c:v>
                </c:pt>
                <c:pt idx="372">
                  <c:v>3437.53</c:v>
                </c:pt>
                <c:pt idx="373">
                  <c:v>3427.87</c:v>
                </c:pt>
                <c:pt idx="374">
                  <c:v>3429.83</c:v>
                </c:pt>
                <c:pt idx="375">
                  <c:v>3420.93</c:v>
                </c:pt>
                <c:pt idx="376">
                  <c:v>3417.3</c:v>
                </c:pt>
                <c:pt idx="377">
                  <c:v>3410.7400000000002</c:v>
                </c:pt>
                <c:pt idx="378">
                  <c:v>3420.4</c:v>
                </c:pt>
                <c:pt idx="379">
                  <c:v>3412.41</c:v>
                </c:pt>
                <c:pt idx="380">
                  <c:v>3410.27</c:v>
                </c:pt>
                <c:pt idx="381">
                  <c:v>3407.42</c:v>
                </c:pt>
                <c:pt idx="382">
                  <c:v>3405.1</c:v>
                </c:pt>
                <c:pt idx="383">
                  <c:v>3401.37</c:v>
                </c:pt>
                <c:pt idx="384">
                  <c:v>3400.84</c:v>
                </c:pt>
                <c:pt idx="385">
                  <c:v>3395.3700000000003</c:v>
                </c:pt>
                <c:pt idx="386">
                  <c:v>3391.19</c:v>
                </c:pt>
                <c:pt idx="387">
                  <c:v>3390.8999999999996</c:v>
                </c:pt>
                <c:pt idx="388">
                  <c:v>3389.13</c:v>
                </c:pt>
                <c:pt idx="389">
                  <c:v>3389.69</c:v>
                </c:pt>
                <c:pt idx="390">
                  <c:v>3386.97</c:v>
                </c:pt>
                <c:pt idx="391">
                  <c:v>3385.17</c:v>
                </c:pt>
                <c:pt idx="392">
                  <c:v>3370.11</c:v>
                </c:pt>
                <c:pt idx="393">
                  <c:v>3378.4900000000002</c:v>
                </c:pt>
                <c:pt idx="394">
                  <c:v>3375.72</c:v>
                </c:pt>
                <c:pt idx="395">
                  <c:v>3371.63</c:v>
                </c:pt>
                <c:pt idx="396">
                  <c:v>3374.16</c:v>
                </c:pt>
                <c:pt idx="397">
                  <c:v>3373.44</c:v>
                </c:pt>
                <c:pt idx="398">
                  <c:v>3372.77</c:v>
                </c:pt>
                <c:pt idx="399">
                  <c:v>3372.8799999999997</c:v>
                </c:pt>
                <c:pt idx="400">
                  <c:v>3367.1000000000004</c:v>
                </c:pt>
                <c:pt idx="401">
                  <c:v>3357.0899999999997</c:v>
                </c:pt>
                <c:pt idx="402">
                  <c:v>3355.63</c:v>
                </c:pt>
                <c:pt idx="403">
                  <c:v>3348.68</c:v>
                </c:pt>
                <c:pt idx="404">
                  <c:v>3343.13</c:v>
                </c:pt>
                <c:pt idx="405">
                  <c:v>3341.38</c:v>
                </c:pt>
                <c:pt idx="406">
                  <c:v>3343.1600000000003</c:v>
                </c:pt>
                <c:pt idx="407">
                  <c:v>3342.07</c:v>
                </c:pt>
                <c:pt idx="408">
                  <c:v>3335.08</c:v>
                </c:pt>
                <c:pt idx="409">
                  <c:v>3335.08</c:v>
                </c:pt>
                <c:pt idx="410">
                  <c:v>3327.2200000000003</c:v>
                </c:pt>
                <c:pt idx="411">
                  <c:v>3326.02</c:v>
                </c:pt>
                <c:pt idx="412">
                  <c:v>3321.56</c:v>
                </c:pt>
                <c:pt idx="413">
                  <c:v>3320.44</c:v>
                </c:pt>
                <c:pt idx="414">
                  <c:v>3319.4</c:v>
                </c:pt>
                <c:pt idx="415">
                  <c:v>3312.08</c:v>
                </c:pt>
                <c:pt idx="416">
                  <c:v>3308.8799999999997</c:v>
                </c:pt>
                <c:pt idx="417">
                  <c:v>3305.81</c:v>
                </c:pt>
                <c:pt idx="418">
                  <c:v>3305.1400000000003</c:v>
                </c:pt>
                <c:pt idx="419">
                  <c:v>3302.99</c:v>
                </c:pt>
                <c:pt idx="420">
                  <c:v>3298.73</c:v>
                </c:pt>
                <c:pt idx="421">
                  <c:v>3295.09</c:v>
                </c:pt>
                <c:pt idx="422">
                  <c:v>3295.87</c:v>
                </c:pt>
                <c:pt idx="423">
                  <c:v>3290.48</c:v>
                </c:pt>
                <c:pt idx="424">
                  <c:v>3286.08</c:v>
                </c:pt>
                <c:pt idx="425">
                  <c:v>3280.9</c:v>
                </c:pt>
                <c:pt idx="426">
                  <c:v>3278.9</c:v>
                </c:pt>
                <c:pt idx="427">
                  <c:v>3276.26</c:v>
                </c:pt>
                <c:pt idx="428">
                  <c:v>3273.73</c:v>
                </c:pt>
                <c:pt idx="429">
                  <c:v>3269.33</c:v>
                </c:pt>
                <c:pt idx="430">
                  <c:v>3266.4399999999996</c:v>
                </c:pt>
                <c:pt idx="431">
                  <c:v>3267.02</c:v>
                </c:pt>
                <c:pt idx="432">
                  <c:v>3268.6099999999997</c:v>
                </c:pt>
                <c:pt idx="433">
                  <c:v>3266.01</c:v>
                </c:pt>
                <c:pt idx="434">
                  <c:v>3263.7</c:v>
                </c:pt>
                <c:pt idx="435">
                  <c:v>3262.0499999999997</c:v>
                </c:pt>
                <c:pt idx="436">
                  <c:v>3260.67</c:v>
                </c:pt>
                <c:pt idx="437">
                  <c:v>3255.25</c:v>
                </c:pt>
                <c:pt idx="438">
                  <c:v>3253.69</c:v>
                </c:pt>
                <c:pt idx="439">
                  <c:v>3255.81</c:v>
                </c:pt>
                <c:pt idx="440">
                  <c:v>3246.46</c:v>
                </c:pt>
                <c:pt idx="441">
                  <c:v>3245.07</c:v>
                </c:pt>
                <c:pt idx="442">
                  <c:v>3237.53</c:v>
                </c:pt>
                <c:pt idx="443">
                  <c:v>3243.44</c:v>
                </c:pt>
                <c:pt idx="444">
                  <c:v>3245.7799999999997</c:v>
                </c:pt>
                <c:pt idx="445">
                  <c:v>3231.31</c:v>
                </c:pt>
                <c:pt idx="446">
                  <c:v>3232.56</c:v>
                </c:pt>
                <c:pt idx="447">
                  <c:v>3226.15</c:v>
                </c:pt>
                <c:pt idx="448">
                  <c:v>3220.34</c:v>
                </c:pt>
                <c:pt idx="449">
                  <c:v>3218.04</c:v>
                </c:pt>
                <c:pt idx="450">
                  <c:v>3220.31</c:v>
                </c:pt>
                <c:pt idx="451">
                  <c:v>3217.7</c:v>
                </c:pt>
                <c:pt idx="452">
                  <c:v>3214.57</c:v>
                </c:pt>
                <c:pt idx="453">
                  <c:v>3213.24</c:v>
                </c:pt>
                <c:pt idx="454">
                  <c:v>3212.79</c:v>
                </c:pt>
                <c:pt idx="455">
                  <c:v>3212.26</c:v>
                </c:pt>
                <c:pt idx="456">
                  <c:v>3204.67</c:v>
                </c:pt>
                <c:pt idx="457">
                  <c:v>3200.23</c:v>
                </c:pt>
                <c:pt idx="458">
                  <c:v>3197.4</c:v>
                </c:pt>
                <c:pt idx="459">
                  <c:v>3197.92</c:v>
                </c:pt>
                <c:pt idx="460">
                  <c:v>3197.53</c:v>
                </c:pt>
                <c:pt idx="461">
                  <c:v>3197.13</c:v>
                </c:pt>
                <c:pt idx="462">
                  <c:v>3194.25</c:v>
                </c:pt>
                <c:pt idx="463">
                  <c:v>3187.2</c:v>
                </c:pt>
                <c:pt idx="464">
                  <c:v>3181.86</c:v>
                </c:pt>
                <c:pt idx="465">
                  <c:v>3180.8399999999997</c:v>
                </c:pt>
                <c:pt idx="466">
                  <c:v>3174.98</c:v>
                </c:pt>
                <c:pt idx="467">
                  <c:v>3171.68</c:v>
                </c:pt>
                <c:pt idx="468">
                  <c:v>3167.59</c:v>
                </c:pt>
                <c:pt idx="469">
                  <c:v>3164.7400000000002</c:v>
                </c:pt>
                <c:pt idx="470">
                  <c:v>3162</c:v>
                </c:pt>
                <c:pt idx="471">
                  <c:v>3155.38</c:v>
                </c:pt>
                <c:pt idx="472">
                  <c:v>3154.4900000000002</c:v>
                </c:pt>
                <c:pt idx="473">
                  <c:v>3150.71</c:v>
                </c:pt>
                <c:pt idx="474">
                  <c:v>3150.11</c:v>
                </c:pt>
                <c:pt idx="475">
                  <c:v>3148.93</c:v>
                </c:pt>
                <c:pt idx="476">
                  <c:v>3147.1200000000003</c:v>
                </c:pt>
                <c:pt idx="477">
                  <c:v>3143.17</c:v>
                </c:pt>
                <c:pt idx="478">
                  <c:v>3141.09</c:v>
                </c:pt>
                <c:pt idx="479">
                  <c:v>3140.05</c:v>
                </c:pt>
                <c:pt idx="480">
                  <c:v>3138.16</c:v>
                </c:pt>
                <c:pt idx="481">
                  <c:v>3106.9300000000003</c:v>
                </c:pt>
                <c:pt idx="482">
                  <c:v>3130.44</c:v>
                </c:pt>
                <c:pt idx="483">
                  <c:v>3121.9100000000003</c:v>
                </c:pt>
                <c:pt idx="484">
                  <c:v>3121.39</c:v>
                </c:pt>
                <c:pt idx="485">
                  <c:v>3119.96</c:v>
                </c:pt>
                <c:pt idx="486">
                  <c:v>3120.24</c:v>
                </c:pt>
                <c:pt idx="487">
                  <c:v>3118.3999999999996</c:v>
                </c:pt>
                <c:pt idx="488">
                  <c:v>3117.52</c:v>
                </c:pt>
                <c:pt idx="489">
                  <c:v>3113.77</c:v>
                </c:pt>
                <c:pt idx="490">
                  <c:v>3111.57</c:v>
                </c:pt>
                <c:pt idx="491">
                  <c:v>3110.33</c:v>
                </c:pt>
                <c:pt idx="492">
                  <c:v>3104.0800000000004</c:v>
                </c:pt>
                <c:pt idx="493">
                  <c:v>3100.5699999999997</c:v>
                </c:pt>
                <c:pt idx="494">
                  <c:v>3100</c:v>
                </c:pt>
                <c:pt idx="495">
                  <c:v>3099.3599999999997</c:v>
                </c:pt>
                <c:pt idx="496">
                  <c:v>3098.7</c:v>
                </c:pt>
                <c:pt idx="497">
                  <c:v>3095.56</c:v>
                </c:pt>
                <c:pt idx="498">
                  <c:v>3093.6400000000003</c:v>
                </c:pt>
                <c:pt idx="499">
                  <c:v>3093.34</c:v>
                </c:pt>
                <c:pt idx="500">
                  <c:v>3092.27</c:v>
                </c:pt>
                <c:pt idx="501">
                  <c:v>3083.12</c:v>
                </c:pt>
                <c:pt idx="502">
                  <c:v>3084.38</c:v>
                </c:pt>
                <c:pt idx="503">
                  <c:v>3079.27</c:v>
                </c:pt>
                <c:pt idx="504">
                  <c:v>3078.05</c:v>
                </c:pt>
                <c:pt idx="505">
                  <c:v>3076.9700000000003</c:v>
                </c:pt>
                <c:pt idx="506">
                  <c:v>3075.2000000000003</c:v>
                </c:pt>
                <c:pt idx="507">
                  <c:v>3071.1</c:v>
                </c:pt>
                <c:pt idx="508">
                  <c:v>3066.42</c:v>
                </c:pt>
                <c:pt idx="509">
                  <c:v>3064.8399999999997</c:v>
                </c:pt>
                <c:pt idx="510">
                  <c:v>3059.52</c:v>
                </c:pt>
                <c:pt idx="511">
                  <c:v>3059.07</c:v>
                </c:pt>
                <c:pt idx="512">
                  <c:v>3056.4</c:v>
                </c:pt>
                <c:pt idx="513">
                  <c:v>3050.11</c:v>
                </c:pt>
                <c:pt idx="514">
                  <c:v>3049.19</c:v>
                </c:pt>
                <c:pt idx="515">
                  <c:v>3048.2200000000003</c:v>
                </c:pt>
                <c:pt idx="516">
                  <c:v>3036.6</c:v>
                </c:pt>
                <c:pt idx="517">
                  <c:v>3041.9</c:v>
                </c:pt>
                <c:pt idx="518">
                  <c:v>3039.46</c:v>
                </c:pt>
                <c:pt idx="519">
                  <c:v>3036.19</c:v>
                </c:pt>
                <c:pt idx="520">
                  <c:v>3032.74</c:v>
                </c:pt>
                <c:pt idx="521">
                  <c:v>3027.49</c:v>
                </c:pt>
                <c:pt idx="522">
                  <c:v>3026.3</c:v>
                </c:pt>
                <c:pt idx="523">
                  <c:v>3024.27</c:v>
                </c:pt>
                <c:pt idx="524">
                  <c:v>3018.62</c:v>
                </c:pt>
                <c:pt idx="525">
                  <c:v>3017.52</c:v>
                </c:pt>
                <c:pt idx="526">
                  <c:v>3015.6</c:v>
                </c:pt>
                <c:pt idx="527">
                  <c:v>3015.24</c:v>
                </c:pt>
                <c:pt idx="528">
                  <c:v>3012.41</c:v>
                </c:pt>
                <c:pt idx="529">
                  <c:v>3013.32</c:v>
                </c:pt>
                <c:pt idx="530">
                  <c:v>3011.81</c:v>
                </c:pt>
                <c:pt idx="531">
                  <c:v>3010.73</c:v>
                </c:pt>
                <c:pt idx="532">
                  <c:v>3006.9</c:v>
                </c:pt>
                <c:pt idx="533">
                  <c:v>3003.83</c:v>
                </c:pt>
                <c:pt idx="534">
                  <c:v>2993.5499999999997</c:v>
                </c:pt>
                <c:pt idx="535">
                  <c:v>2995.45</c:v>
                </c:pt>
                <c:pt idx="536">
                  <c:v>2991.9500000000003</c:v>
                </c:pt>
                <c:pt idx="537">
                  <c:v>2991.3500000000004</c:v>
                </c:pt>
                <c:pt idx="538">
                  <c:v>2990.86</c:v>
                </c:pt>
                <c:pt idx="539">
                  <c:v>2989.25</c:v>
                </c:pt>
                <c:pt idx="540">
                  <c:v>2986.65</c:v>
                </c:pt>
                <c:pt idx="541">
                  <c:v>2984.18</c:v>
                </c:pt>
                <c:pt idx="542">
                  <c:v>2982.48</c:v>
                </c:pt>
                <c:pt idx="543">
                  <c:v>2978.16</c:v>
                </c:pt>
                <c:pt idx="544">
                  <c:v>2974.2799999999997</c:v>
                </c:pt>
                <c:pt idx="545">
                  <c:v>2974.44</c:v>
                </c:pt>
                <c:pt idx="546">
                  <c:v>2976.4300000000003</c:v>
                </c:pt>
                <c:pt idx="547">
                  <c:v>2969.23</c:v>
                </c:pt>
                <c:pt idx="548">
                  <c:v>2970.97</c:v>
                </c:pt>
                <c:pt idx="549">
                  <c:v>2967.8399999999997</c:v>
                </c:pt>
                <c:pt idx="550">
                  <c:v>2968.3</c:v>
                </c:pt>
                <c:pt idx="551">
                  <c:v>2963.1400000000003</c:v>
                </c:pt>
                <c:pt idx="552">
                  <c:v>2961.8199999999997</c:v>
                </c:pt>
                <c:pt idx="553">
                  <c:v>2958.98</c:v>
                </c:pt>
                <c:pt idx="554">
                  <c:v>2958.67</c:v>
                </c:pt>
                <c:pt idx="555">
                  <c:v>2956.5299999999997</c:v>
                </c:pt>
                <c:pt idx="556">
                  <c:v>2952.13</c:v>
                </c:pt>
                <c:pt idx="557">
                  <c:v>2950.4</c:v>
                </c:pt>
                <c:pt idx="558">
                  <c:v>2947.17</c:v>
                </c:pt>
                <c:pt idx="559">
                  <c:v>2941.27</c:v>
                </c:pt>
                <c:pt idx="560">
                  <c:v>2936.77</c:v>
                </c:pt>
                <c:pt idx="561">
                  <c:v>2935.55</c:v>
                </c:pt>
                <c:pt idx="562">
                  <c:v>2928.36</c:v>
                </c:pt>
                <c:pt idx="563">
                  <c:v>2929.3300000000004</c:v>
                </c:pt>
                <c:pt idx="564">
                  <c:v>2928.36</c:v>
                </c:pt>
                <c:pt idx="565">
                  <c:v>2922.92</c:v>
                </c:pt>
                <c:pt idx="566">
                  <c:v>2920.62</c:v>
                </c:pt>
                <c:pt idx="567">
                  <c:v>2917.91</c:v>
                </c:pt>
                <c:pt idx="568">
                  <c:v>2913.26</c:v>
                </c:pt>
                <c:pt idx="569">
                  <c:v>2911.04</c:v>
                </c:pt>
                <c:pt idx="570">
                  <c:v>2911.5299999999997</c:v>
                </c:pt>
                <c:pt idx="571">
                  <c:v>2908.66</c:v>
                </c:pt>
              </c:numCache>
            </c:numRef>
          </c:yVal>
          <c:smooth val="0"/>
          <c:extLst>
            <c:ext xmlns:c16="http://schemas.microsoft.com/office/drawing/2014/chart" uri="{C3380CC4-5D6E-409C-BE32-E72D297353CC}">
              <c16:uniqueId val="{00000001-1079-45A5-8BD0-B300E665AEDC}"/>
            </c:ext>
          </c:extLst>
        </c:ser>
        <c:ser>
          <c:idx val="2"/>
          <c:order val="2"/>
          <c:tx>
            <c:strRef>
              <c:f>'Post Processing CaCl2'!$X$1</c:f>
              <c:strCache>
                <c:ptCount val="1"/>
                <c:pt idx="0">
                  <c:v>NF270_MC3_071224_S2CaCl2</c:v>
                </c:pt>
              </c:strCache>
            </c:strRef>
          </c:tx>
          <c:spPr>
            <a:ln w="38100">
              <a:noFill/>
            </a:ln>
          </c:spPr>
          <c:marker>
            <c:symbol val="triangle"/>
            <c:size val="2"/>
          </c:marker>
          <c:xVal>
            <c:numRef>
              <c:f>'Post Processing CaCl2'!$AH$13:$AH$908</c:f>
              <c:numCache>
                <c:formatCode>General</c:formatCode>
                <c:ptCount val="896"/>
                <c:pt idx="0">
                  <c:v>207.17</c:v>
                </c:pt>
                <c:pt idx="1">
                  <c:v>207.42</c:v>
                </c:pt>
                <c:pt idx="2">
                  <c:v>207.49</c:v>
                </c:pt>
                <c:pt idx="3">
                  <c:v>207.55</c:v>
                </c:pt>
                <c:pt idx="4">
                  <c:v>207.56</c:v>
                </c:pt>
                <c:pt idx="5">
                  <c:v>207.71</c:v>
                </c:pt>
                <c:pt idx="6">
                  <c:v>207.89</c:v>
                </c:pt>
                <c:pt idx="7">
                  <c:v>207.81</c:v>
                </c:pt>
                <c:pt idx="8">
                  <c:v>207.88</c:v>
                </c:pt>
                <c:pt idx="9">
                  <c:v>208.01</c:v>
                </c:pt>
                <c:pt idx="10">
                  <c:v>208.13</c:v>
                </c:pt>
                <c:pt idx="11">
                  <c:v>208.27</c:v>
                </c:pt>
                <c:pt idx="12">
                  <c:v>208.35999999999999</c:v>
                </c:pt>
                <c:pt idx="13">
                  <c:v>208.51</c:v>
                </c:pt>
                <c:pt idx="14">
                  <c:v>208.63000000000002</c:v>
                </c:pt>
                <c:pt idx="15">
                  <c:v>208.85999999999999</c:v>
                </c:pt>
                <c:pt idx="16">
                  <c:v>209.13000000000002</c:v>
                </c:pt>
                <c:pt idx="17">
                  <c:v>209.21</c:v>
                </c:pt>
                <c:pt idx="18">
                  <c:v>209.21</c:v>
                </c:pt>
                <c:pt idx="19">
                  <c:v>209.3</c:v>
                </c:pt>
                <c:pt idx="20">
                  <c:v>209.42</c:v>
                </c:pt>
                <c:pt idx="21">
                  <c:v>329.51000000000005</c:v>
                </c:pt>
                <c:pt idx="22">
                  <c:v>340.40999999999997</c:v>
                </c:pt>
                <c:pt idx="23">
                  <c:v>356.16999999999996</c:v>
                </c:pt>
                <c:pt idx="24">
                  <c:v>372.36</c:v>
                </c:pt>
                <c:pt idx="25">
                  <c:v>390.25</c:v>
                </c:pt>
                <c:pt idx="26">
                  <c:v>407.02</c:v>
                </c:pt>
                <c:pt idx="27">
                  <c:v>428.32</c:v>
                </c:pt>
                <c:pt idx="28">
                  <c:v>446.5</c:v>
                </c:pt>
                <c:pt idx="29">
                  <c:v>467.84999999999997</c:v>
                </c:pt>
                <c:pt idx="30">
                  <c:v>487.91</c:v>
                </c:pt>
                <c:pt idx="31">
                  <c:v>511.48</c:v>
                </c:pt>
                <c:pt idx="32">
                  <c:v>531.38</c:v>
                </c:pt>
                <c:pt idx="33">
                  <c:v>550.08000000000004</c:v>
                </c:pt>
                <c:pt idx="34">
                  <c:v>572.36</c:v>
                </c:pt>
                <c:pt idx="35">
                  <c:v>592.38</c:v>
                </c:pt>
                <c:pt idx="36">
                  <c:v>612.84</c:v>
                </c:pt>
                <c:pt idx="37">
                  <c:v>631.59</c:v>
                </c:pt>
                <c:pt idx="38">
                  <c:v>652.95000000000005</c:v>
                </c:pt>
                <c:pt idx="39">
                  <c:v>671.29000000000008</c:v>
                </c:pt>
                <c:pt idx="40">
                  <c:v>691.45</c:v>
                </c:pt>
                <c:pt idx="41">
                  <c:v>711.62</c:v>
                </c:pt>
                <c:pt idx="42">
                  <c:v>730.09</c:v>
                </c:pt>
                <c:pt idx="43">
                  <c:v>748.04000000000008</c:v>
                </c:pt>
                <c:pt idx="44">
                  <c:v>764.53000000000009</c:v>
                </c:pt>
                <c:pt idx="45">
                  <c:v>785.08999999999992</c:v>
                </c:pt>
                <c:pt idx="46">
                  <c:v>800.45</c:v>
                </c:pt>
                <c:pt idx="47">
                  <c:v>818.24</c:v>
                </c:pt>
                <c:pt idx="48">
                  <c:v>834.75</c:v>
                </c:pt>
                <c:pt idx="49">
                  <c:v>853.58</c:v>
                </c:pt>
                <c:pt idx="50">
                  <c:v>873.15</c:v>
                </c:pt>
                <c:pt idx="51">
                  <c:v>890.16</c:v>
                </c:pt>
                <c:pt idx="52">
                  <c:v>904.23</c:v>
                </c:pt>
                <c:pt idx="53">
                  <c:v>924.67</c:v>
                </c:pt>
                <c:pt idx="54">
                  <c:v>939.78</c:v>
                </c:pt>
                <c:pt idx="55">
                  <c:v>955.53</c:v>
                </c:pt>
                <c:pt idx="56">
                  <c:v>973.19999999999993</c:v>
                </c:pt>
                <c:pt idx="57">
                  <c:v>994.27</c:v>
                </c:pt>
                <c:pt idx="58">
                  <c:v>1009.09</c:v>
                </c:pt>
                <c:pt idx="59">
                  <c:v>1029.23</c:v>
                </c:pt>
                <c:pt idx="60">
                  <c:v>1043.6600000000001</c:v>
                </c:pt>
                <c:pt idx="61">
                  <c:v>1062.3100000000002</c:v>
                </c:pt>
                <c:pt idx="62">
                  <c:v>1078.0400000000002</c:v>
                </c:pt>
                <c:pt idx="63">
                  <c:v>1097.49</c:v>
                </c:pt>
                <c:pt idx="64">
                  <c:v>1109.99</c:v>
                </c:pt>
                <c:pt idx="65">
                  <c:v>1122.3700000000001</c:v>
                </c:pt>
                <c:pt idx="66">
                  <c:v>1138.55</c:v>
                </c:pt>
                <c:pt idx="67">
                  <c:v>1156.6300000000001</c:v>
                </c:pt>
                <c:pt idx="68">
                  <c:v>1167.77</c:v>
                </c:pt>
                <c:pt idx="69">
                  <c:v>1178.1200000000001</c:v>
                </c:pt>
                <c:pt idx="70">
                  <c:v>1190.55</c:v>
                </c:pt>
                <c:pt idx="71">
                  <c:v>1206.7</c:v>
                </c:pt>
                <c:pt idx="72">
                  <c:v>1220.6399999999999</c:v>
                </c:pt>
                <c:pt idx="73">
                  <c:v>1235.28</c:v>
                </c:pt>
                <c:pt idx="74">
                  <c:v>1249.21</c:v>
                </c:pt>
                <c:pt idx="75">
                  <c:v>1265.5400000000002</c:v>
                </c:pt>
                <c:pt idx="76">
                  <c:v>1282.5500000000002</c:v>
                </c:pt>
                <c:pt idx="77">
                  <c:v>1295.8599999999999</c:v>
                </c:pt>
                <c:pt idx="78">
                  <c:v>1312.95</c:v>
                </c:pt>
                <c:pt idx="79">
                  <c:v>1326.76</c:v>
                </c:pt>
                <c:pt idx="80">
                  <c:v>1342.54</c:v>
                </c:pt>
                <c:pt idx="81">
                  <c:v>1360.6000000000001</c:v>
                </c:pt>
                <c:pt idx="82">
                  <c:v>1373.6399999999999</c:v>
                </c:pt>
                <c:pt idx="83">
                  <c:v>1389.67</c:v>
                </c:pt>
                <c:pt idx="84">
                  <c:v>1405.99</c:v>
                </c:pt>
                <c:pt idx="85">
                  <c:v>1422.28</c:v>
                </c:pt>
                <c:pt idx="86">
                  <c:v>1439.8500000000001</c:v>
                </c:pt>
                <c:pt idx="87">
                  <c:v>1455.5</c:v>
                </c:pt>
                <c:pt idx="88">
                  <c:v>1473.1000000000001</c:v>
                </c:pt>
                <c:pt idx="89">
                  <c:v>1493.4099999999999</c:v>
                </c:pt>
                <c:pt idx="90">
                  <c:v>1505.59</c:v>
                </c:pt>
                <c:pt idx="91">
                  <c:v>1523.69</c:v>
                </c:pt>
                <c:pt idx="92">
                  <c:v>1541.37</c:v>
                </c:pt>
                <c:pt idx="93">
                  <c:v>1558.22</c:v>
                </c:pt>
                <c:pt idx="94">
                  <c:v>1574.8500000000001</c:v>
                </c:pt>
                <c:pt idx="95">
                  <c:v>1595.24</c:v>
                </c:pt>
                <c:pt idx="96">
                  <c:v>1606.88</c:v>
                </c:pt>
                <c:pt idx="97">
                  <c:v>1621.52</c:v>
                </c:pt>
                <c:pt idx="98">
                  <c:v>1634.04</c:v>
                </c:pt>
                <c:pt idx="99">
                  <c:v>1650.15</c:v>
                </c:pt>
                <c:pt idx="100">
                  <c:v>1667.09</c:v>
                </c:pt>
                <c:pt idx="101">
                  <c:v>1683.3700000000001</c:v>
                </c:pt>
                <c:pt idx="102">
                  <c:v>1699.78</c:v>
                </c:pt>
                <c:pt idx="103">
                  <c:v>1719.01</c:v>
                </c:pt>
                <c:pt idx="104">
                  <c:v>1734.17</c:v>
                </c:pt>
                <c:pt idx="105">
                  <c:v>1749.5</c:v>
                </c:pt>
                <c:pt idx="106">
                  <c:v>1766.38</c:v>
                </c:pt>
                <c:pt idx="107">
                  <c:v>1783.02</c:v>
                </c:pt>
                <c:pt idx="108">
                  <c:v>1799.3300000000002</c:v>
                </c:pt>
                <c:pt idx="109">
                  <c:v>1818.3400000000001</c:v>
                </c:pt>
                <c:pt idx="110">
                  <c:v>1829.81</c:v>
                </c:pt>
                <c:pt idx="111">
                  <c:v>1846.16</c:v>
                </c:pt>
                <c:pt idx="112">
                  <c:v>1864.08</c:v>
                </c:pt>
                <c:pt idx="113">
                  <c:v>1881.5900000000001</c:v>
                </c:pt>
                <c:pt idx="114">
                  <c:v>1898.5</c:v>
                </c:pt>
                <c:pt idx="115">
                  <c:v>1907.95</c:v>
                </c:pt>
                <c:pt idx="116">
                  <c:v>1929.2</c:v>
                </c:pt>
                <c:pt idx="117">
                  <c:v>1941.17</c:v>
                </c:pt>
                <c:pt idx="118">
                  <c:v>1959.3799999999999</c:v>
                </c:pt>
                <c:pt idx="119">
                  <c:v>1975.6100000000001</c:v>
                </c:pt>
                <c:pt idx="120">
                  <c:v>1992.7299999999998</c:v>
                </c:pt>
                <c:pt idx="121">
                  <c:v>2011.5500000000002</c:v>
                </c:pt>
                <c:pt idx="122">
                  <c:v>2025.17</c:v>
                </c:pt>
                <c:pt idx="123">
                  <c:v>2040.5099999999998</c:v>
                </c:pt>
                <c:pt idx="124">
                  <c:v>2057.06</c:v>
                </c:pt>
                <c:pt idx="125">
                  <c:v>2076.2600000000002</c:v>
                </c:pt>
                <c:pt idx="126">
                  <c:v>2089.77</c:v>
                </c:pt>
                <c:pt idx="127">
                  <c:v>2104.21</c:v>
                </c:pt>
                <c:pt idx="128">
                  <c:v>2121.63</c:v>
                </c:pt>
                <c:pt idx="129">
                  <c:v>2137.77</c:v>
                </c:pt>
                <c:pt idx="130">
                  <c:v>2153.9799999999996</c:v>
                </c:pt>
                <c:pt idx="131">
                  <c:v>2172.8200000000002</c:v>
                </c:pt>
                <c:pt idx="132">
                  <c:v>2185.85</c:v>
                </c:pt>
                <c:pt idx="133">
                  <c:v>2199.64</c:v>
                </c:pt>
                <c:pt idx="134">
                  <c:v>2219.75</c:v>
                </c:pt>
                <c:pt idx="135">
                  <c:v>2232.94</c:v>
                </c:pt>
                <c:pt idx="136">
                  <c:v>2249.0299999999997</c:v>
                </c:pt>
                <c:pt idx="137">
                  <c:v>2260.86</c:v>
                </c:pt>
                <c:pt idx="138">
                  <c:v>2281.4700000000003</c:v>
                </c:pt>
                <c:pt idx="139">
                  <c:v>2289.66</c:v>
                </c:pt>
                <c:pt idx="140">
                  <c:v>2301.9599999999996</c:v>
                </c:pt>
                <c:pt idx="141">
                  <c:v>2323.46</c:v>
                </c:pt>
                <c:pt idx="142">
                  <c:v>2341.11</c:v>
                </c:pt>
                <c:pt idx="143">
                  <c:v>2354.04</c:v>
                </c:pt>
                <c:pt idx="144">
                  <c:v>2367.2800000000002</c:v>
                </c:pt>
                <c:pt idx="145">
                  <c:v>2375.5099999999998</c:v>
                </c:pt>
                <c:pt idx="146">
                  <c:v>2396.89</c:v>
                </c:pt>
                <c:pt idx="147">
                  <c:v>2405.8000000000002</c:v>
                </c:pt>
                <c:pt idx="148">
                  <c:v>2427.09</c:v>
                </c:pt>
                <c:pt idx="149">
                  <c:v>2440.67</c:v>
                </c:pt>
                <c:pt idx="150">
                  <c:v>2459.33</c:v>
                </c:pt>
                <c:pt idx="151">
                  <c:v>2469.77</c:v>
                </c:pt>
                <c:pt idx="152">
                  <c:v>2484</c:v>
                </c:pt>
                <c:pt idx="153">
                  <c:v>2500.15</c:v>
                </c:pt>
                <c:pt idx="154">
                  <c:v>2514.0300000000002</c:v>
                </c:pt>
                <c:pt idx="155">
                  <c:v>2530.19</c:v>
                </c:pt>
                <c:pt idx="156">
                  <c:v>2549</c:v>
                </c:pt>
                <c:pt idx="157">
                  <c:v>2558.9</c:v>
                </c:pt>
                <c:pt idx="158">
                  <c:v>2573.1799999999998</c:v>
                </c:pt>
                <c:pt idx="159">
                  <c:v>2589</c:v>
                </c:pt>
                <c:pt idx="160">
                  <c:v>2606.7999999999997</c:v>
                </c:pt>
                <c:pt idx="161">
                  <c:v>2617.7600000000002</c:v>
                </c:pt>
                <c:pt idx="162">
                  <c:v>2631.38</c:v>
                </c:pt>
                <c:pt idx="163">
                  <c:v>2647.7599999999998</c:v>
                </c:pt>
                <c:pt idx="164">
                  <c:v>2661.99</c:v>
                </c:pt>
                <c:pt idx="165">
                  <c:v>2675.75</c:v>
                </c:pt>
                <c:pt idx="166">
                  <c:v>2695.1299999999997</c:v>
                </c:pt>
                <c:pt idx="167">
                  <c:v>2703.03</c:v>
                </c:pt>
                <c:pt idx="168">
                  <c:v>2714.5899999999997</c:v>
                </c:pt>
                <c:pt idx="169">
                  <c:v>2729.98</c:v>
                </c:pt>
                <c:pt idx="170">
                  <c:v>2751.52</c:v>
                </c:pt>
                <c:pt idx="171">
                  <c:v>2760.98</c:v>
                </c:pt>
                <c:pt idx="172">
                  <c:v>2773.01</c:v>
                </c:pt>
                <c:pt idx="173">
                  <c:v>2794.1699999999996</c:v>
                </c:pt>
                <c:pt idx="174">
                  <c:v>2807.88</c:v>
                </c:pt>
                <c:pt idx="175">
                  <c:v>2819.33</c:v>
                </c:pt>
                <c:pt idx="176">
                  <c:v>2832.32</c:v>
                </c:pt>
                <c:pt idx="177">
                  <c:v>2848.1200000000003</c:v>
                </c:pt>
                <c:pt idx="178">
                  <c:v>2859.35</c:v>
                </c:pt>
                <c:pt idx="179">
                  <c:v>2871.14</c:v>
                </c:pt>
                <c:pt idx="180">
                  <c:v>2888.1899999999996</c:v>
                </c:pt>
                <c:pt idx="181">
                  <c:v>2896.74</c:v>
                </c:pt>
                <c:pt idx="182">
                  <c:v>2913.29</c:v>
                </c:pt>
                <c:pt idx="183">
                  <c:v>2932.41</c:v>
                </c:pt>
                <c:pt idx="184">
                  <c:v>2947.18</c:v>
                </c:pt>
                <c:pt idx="185">
                  <c:v>2953.63</c:v>
                </c:pt>
                <c:pt idx="186">
                  <c:v>2967.4100000000003</c:v>
                </c:pt>
                <c:pt idx="187">
                  <c:v>2981.29</c:v>
                </c:pt>
                <c:pt idx="188">
                  <c:v>2999.87</c:v>
                </c:pt>
                <c:pt idx="189">
                  <c:v>3006.7400000000002</c:v>
                </c:pt>
                <c:pt idx="190">
                  <c:v>3021.54</c:v>
                </c:pt>
                <c:pt idx="191">
                  <c:v>3034.37</c:v>
                </c:pt>
                <c:pt idx="192">
                  <c:v>3048.85</c:v>
                </c:pt>
                <c:pt idx="193">
                  <c:v>3067.05</c:v>
                </c:pt>
                <c:pt idx="194">
                  <c:v>3074.08</c:v>
                </c:pt>
                <c:pt idx="195">
                  <c:v>3087.06</c:v>
                </c:pt>
                <c:pt idx="196">
                  <c:v>3100.8300000000004</c:v>
                </c:pt>
                <c:pt idx="197">
                  <c:v>3113.39</c:v>
                </c:pt>
                <c:pt idx="198">
                  <c:v>3125.75</c:v>
                </c:pt>
                <c:pt idx="199">
                  <c:v>3146.98</c:v>
                </c:pt>
                <c:pt idx="200">
                  <c:v>3150.89</c:v>
                </c:pt>
                <c:pt idx="201">
                  <c:v>3165.2200000000003</c:v>
                </c:pt>
                <c:pt idx="202">
                  <c:v>3185.76</c:v>
                </c:pt>
                <c:pt idx="203">
                  <c:v>3184.46</c:v>
                </c:pt>
                <c:pt idx="204">
                  <c:v>3209.65</c:v>
                </c:pt>
                <c:pt idx="205">
                  <c:v>3213.4900000000002</c:v>
                </c:pt>
                <c:pt idx="206">
                  <c:v>3235.84</c:v>
                </c:pt>
                <c:pt idx="207">
                  <c:v>3237.5699999999997</c:v>
                </c:pt>
                <c:pt idx="208">
                  <c:v>3256.44</c:v>
                </c:pt>
                <c:pt idx="209">
                  <c:v>3271.03</c:v>
                </c:pt>
                <c:pt idx="210">
                  <c:v>3279.12</c:v>
                </c:pt>
                <c:pt idx="211">
                  <c:v>3292.37</c:v>
                </c:pt>
                <c:pt idx="212">
                  <c:v>3305.8999999999996</c:v>
                </c:pt>
                <c:pt idx="213">
                  <c:v>3317.72</c:v>
                </c:pt>
                <c:pt idx="214">
                  <c:v>3333.46</c:v>
                </c:pt>
                <c:pt idx="215">
                  <c:v>3348.68</c:v>
                </c:pt>
                <c:pt idx="216">
                  <c:v>3355.83</c:v>
                </c:pt>
                <c:pt idx="217">
                  <c:v>3374.8900000000003</c:v>
                </c:pt>
                <c:pt idx="218">
                  <c:v>3381.26</c:v>
                </c:pt>
                <c:pt idx="219">
                  <c:v>3395.0499999999997</c:v>
                </c:pt>
                <c:pt idx="220">
                  <c:v>3405.84</c:v>
                </c:pt>
                <c:pt idx="221">
                  <c:v>3419.99</c:v>
                </c:pt>
                <c:pt idx="222">
                  <c:v>3431.2200000000003</c:v>
                </c:pt>
                <c:pt idx="223">
                  <c:v>3448.57</c:v>
                </c:pt>
                <c:pt idx="224">
                  <c:v>3457.5</c:v>
                </c:pt>
                <c:pt idx="225">
                  <c:v>3466.9900000000002</c:v>
                </c:pt>
                <c:pt idx="226">
                  <c:v>3482.52</c:v>
                </c:pt>
                <c:pt idx="227">
                  <c:v>3498.64</c:v>
                </c:pt>
                <c:pt idx="228">
                  <c:v>3508.88</c:v>
                </c:pt>
                <c:pt idx="229">
                  <c:v>3511.4700000000003</c:v>
                </c:pt>
                <c:pt idx="230">
                  <c:v>3533.0099999999998</c:v>
                </c:pt>
                <c:pt idx="231">
                  <c:v>3534.5499999999997</c:v>
                </c:pt>
                <c:pt idx="232">
                  <c:v>3557.9900000000002</c:v>
                </c:pt>
                <c:pt idx="233">
                  <c:v>3569.34</c:v>
                </c:pt>
                <c:pt idx="234">
                  <c:v>3579.59</c:v>
                </c:pt>
                <c:pt idx="235">
                  <c:v>3591.2000000000003</c:v>
                </c:pt>
                <c:pt idx="236">
                  <c:v>3589.18</c:v>
                </c:pt>
                <c:pt idx="237">
                  <c:v>3613.1600000000003</c:v>
                </c:pt>
                <c:pt idx="238">
                  <c:v>3625.34</c:v>
                </c:pt>
                <c:pt idx="239">
                  <c:v>3633.5099999999998</c:v>
                </c:pt>
                <c:pt idx="240">
                  <c:v>3641.0499999999997</c:v>
                </c:pt>
                <c:pt idx="241">
                  <c:v>3655.6099999999997</c:v>
                </c:pt>
                <c:pt idx="242">
                  <c:v>3666.6400000000003</c:v>
                </c:pt>
                <c:pt idx="243">
                  <c:v>3686.2200000000003</c:v>
                </c:pt>
                <c:pt idx="244">
                  <c:v>3690.0400000000004</c:v>
                </c:pt>
                <c:pt idx="245">
                  <c:v>3702.46</c:v>
                </c:pt>
                <c:pt idx="246">
                  <c:v>3714.03</c:v>
                </c:pt>
                <c:pt idx="247">
                  <c:v>3725.91</c:v>
                </c:pt>
                <c:pt idx="248">
                  <c:v>3737.99</c:v>
                </c:pt>
                <c:pt idx="249">
                  <c:v>3752.59</c:v>
                </c:pt>
                <c:pt idx="250">
                  <c:v>3760.49</c:v>
                </c:pt>
                <c:pt idx="251">
                  <c:v>3771.63</c:v>
                </c:pt>
                <c:pt idx="252">
                  <c:v>3783.09</c:v>
                </c:pt>
                <c:pt idx="253">
                  <c:v>3801.8</c:v>
                </c:pt>
                <c:pt idx="254">
                  <c:v>3804.1200000000003</c:v>
                </c:pt>
                <c:pt idx="255">
                  <c:v>3816.02</c:v>
                </c:pt>
                <c:pt idx="256">
                  <c:v>3831.4</c:v>
                </c:pt>
                <c:pt idx="257">
                  <c:v>3848.47</c:v>
                </c:pt>
                <c:pt idx="258">
                  <c:v>3855.99</c:v>
                </c:pt>
                <c:pt idx="259">
                  <c:v>3865.6000000000004</c:v>
                </c:pt>
                <c:pt idx="260">
                  <c:v>3871.31</c:v>
                </c:pt>
                <c:pt idx="261">
                  <c:v>3883.95</c:v>
                </c:pt>
                <c:pt idx="262">
                  <c:v>3904.5299999999997</c:v>
                </c:pt>
                <c:pt idx="263">
                  <c:v>3916.1000000000004</c:v>
                </c:pt>
                <c:pt idx="264">
                  <c:v>3924.36</c:v>
                </c:pt>
                <c:pt idx="265">
                  <c:v>3938.6800000000003</c:v>
                </c:pt>
                <c:pt idx="266">
                  <c:v>3936.08</c:v>
                </c:pt>
                <c:pt idx="267">
                  <c:v>3952.98</c:v>
                </c:pt>
                <c:pt idx="268">
                  <c:v>3960.44</c:v>
                </c:pt>
                <c:pt idx="269">
                  <c:v>3974.56</c:v>
                </c:pt>
                <c:pt idx="270">
                  <c:v>3985.15</c:v>
                </c:pt>
                <c:pt idx="271">
                  <c:v>3998.22</c:v>
                </c:pt>
                <c:pt idx="272">
                  <c:v>4016.3599999999997</c:v>
                </c:pt>
                <c:pt idx="273">
                  <c:v>4018.9300000000003</c:v>
                </c:pt>
                <c:pt idx="274">
                  <c:v>4030.3199999999997</c:v>
                </c:pt>
                <c:pt idx="275">
                  <c:v>4040.84</c:v>
                </c:pt>
                <c:pt idx="276">
                  <c:v>4060.1099999999997</c:v>
                </c:pt>
                <c:pt idx="277">
                  <c:v>4061.8999999999996</c:v>
                </c:pt>
                <c:pt idx="278">
                  <c:v>4072.8</c:v>
                </c:pt>
                <c:pt idx="279">
                  <c:v>4084.11</c:v>
                </c:pt>
                <c:pt idx="280">
                  <c:v>4096.54</c:v>
                </c:pt>
                <c:pt idx="281">
                  <c:v>4113.83</c:v>
                </c:pt>
                <c:pt idx="282">
                  <c:v>4119.2599999999993</c:v>
                </c:pt>
                <c:pt idx="283">
                  <c:v>4129.1200000000008</c:v>
                </c:pt>
                <c:pt idx="284">
                  <c:v>4137.62</c:v>
                </c:pt>
                <c:pt idx="285">
                  <c:v>4150.25</c:v>
                </c:pt>
                <c:pt idx="286">
                  <c:v>4155.41</c:v>
                </c:pt>
                <c:pt idx="287">
                  <c:v>4178.87</c:v>
                </c:pt>
                <c:pt idx="288">
                  <c:v>4172.34</c:v>
                </c:pt>
                <c:pt idx="289">
                  <c:v>4183.18</c:v>
                </c:pt>
                <c:pt idx="290">
                  <c:v>4209.1099999999997</c:v>
                </c:pt>
                <c:pt idx="291">
                  <c:v>4204.79</c:v>
                </c:pt>
                <c:pt idx="292">
                  <c:v>4224.88</c:v>
                </c:pt>
                <c:pt idx="293">
                  <c:v>4233.16</c:v>
                </c:pt>
                <c:pt idx="294">
                  <c:v>4246.18</c:v>
                </c:pt>
                <c:pt idx="295">
                  <c:v>4256.5</c:v>
                </c:pt>
                <c:pt idx="296">
                  <c:v>4268.66</c:v>
                </c:pt>
                <c:pt idx="297">
                  <c:v>4274.51</c:v>
                </c:pt>
                <c:pt idx="298">
                  <c:v>4284.2599999999993</c:v>
                </c:pt>
                <c:pt idx="299">
                  <c:v>4287.9800000000005</c:v>
                </c:pt>
                <c:pt idx="300">
                  <c:v>4310.3300000000008</c:v>
                </c:pt>
                <c:pt idx="301">
                  <c:v>4312.33</c:v>
                </c:pt>
                <c:pt idx="302">
                  <c:v>4320.5099999999993</c:v>
                </c:pt>
                <c:pt idx="303">
                  <c:v>4332.3500000000004</c:v>
                </c:pt>
                <c:pt idx="304">
                  <c:v>4344.58</c:v>
                </c:pt>
                <c:pt idx="305">
                  <c:v>4354.8099999999995</c:v>
                </c:pt>
                <c:pt idx="306">
                  <c:v>4368.0899999999992</c:v>
                </c:pt>
                <c:pt idx="307">
                  <c:v>4382.42</c:v>
                </c:pt>
                <c:pt idx="308">
                  <c:v>4383.0999999999995</c:v>
                </c:pt>
                <c:pt idx="309">
                  <c:v>4394.8099999999995</c:v>
                </c:pt>
                <c:pt idx="310">
                  <c:v>4411.3300000000008</c:v>
                </c:pt>
                <c:pt idx="311">
                  <c:v>4416.79</c:v>
                </c:pt>
                <c:pt idx="312">
                  <c:v>4428.2700000000004</c:v>
                </c:pt>
                <c:pt idx="313">
                  <c:v>4437.1400000000003</c:v>
                </c:pt>
                <c:pt idx="314">
                  <c:v>4455.24</c:v>
                </c:pt>
                <c:pt idx="315">
                  <c:v>4451.01</c:v>
                </c:pt>
                <c:pt idx="316">
                  <c:v>4469.29</c:v>
                </c:pt>
                <c:pt idx="317">
                  <c:v>4481.6099999999997</c:v>
                </c:pt>
                <c:pt idx="318">
                  <c:v>4494</c:v>
                </c:pt>
                <c:pt idx="319">
                  <c:v>4502.01</c:v>
                </c:pt>
                <c:pt idx="320">
                  <c:v>4511.51</c:v>
                </c:pt>
                <c:pt idx="321">
                  <c:v>4510.12</c:v>
                </c:pt>
                <c:pt idx="322">
                  <c:v>4527.8</c:v>
                </c:pt>
                <c:pt idx="323">
                  <c:v>4536.1500000000005</c:v>
                </c:pt>
                <c:pt idx="324">
                  <c:v>4534.92</c:v>
                </c:pt>
                <c:pt idx="325">
                  <c:v>4553.16</c:v>
                </c:pt>
                <c:pt idx="326">
                  <c:v>4562.4799999999996</c:v>
                </c:pt>
                <c:pt idx="327">
                  <c:v>4564.91</c:v>
                </c:pt>
                <c:pt idx="328">
                  <c:v>4589.03</c:v>
                </c:pt>
                <c:pt idx="329">
                  <c:v>4588.57</c:v>
                </c:pt>
                <c:pt idx="330">
                  <c:v>4595.91</c:v>
                </c:pt>
                <c:pt idx="331">
                  <c:v>4606.2900000000009</c:v>
                </c:pt>
                <c:pt idx="332">
                  <c:v>4627.67</c:v>
                </c:pt>
                <c:pt idx="333">
                  <c:v>4626.33</c:v>
                </c:pt>
                <c:pt idx="334">
                  <c:v>4639.5999999999995</c:v>
                </c:pt>
                <c:pt idx="335">
                  <c:v>4654.84</c:v>
                </c:pt>
                <c:pt idx="336">
                  <c:v>4656.0199999999995</c:v>
                </c:pt>
                <c:pt idx="337">
                  <c:v>4665.8499999999995</c:v>
                </c:pt>
                <c:pt idx="338">
                  <c:v>4679.3599999999997</c:v>
                </c:pt>
                <c:pt idx="339">
                  <c:v>4684.25</c:v>
                </c:pt>
                <c:pt idx="340">
                  <c:v>4694.2300000000005</c:v>
                </c:pt>
                <c:pt idx="341">
                  <c:v>4703.9400000000005</c:v>
                </c:pt>
                <c:pt idx="342">
                  <c:v>4721.91</c:v>
                </c:pt>
                <c:pt idx="343">
                  <c:v>4719.67</c:v>
                </c:pt>
                <c:pt idx="344">
                  <c:v>4729.38</c:v>
                </c:pt>
                <c:pt idx="345">
                  <c:v>4743.8999999999996</c:v>
                </c:pt>
                <c:pt idx="346">
                  <c:v>4755.1500000000005</c:v>
                </c:pt>
                <c:pt idx="347">
                  <c:v>4753.88</c:v>
                </c:pt>
                <c:pt idx="348">
                  <c:v>4774.1400000000003</c:v>
                </c:pt>
                <c:pt idx="349">
                  <c:v>4784.91</c:v>
                </c:pt>
                <c:pt idx="350">
                  <c:v>4794.62</c:v>
                </c:pt>
                <c:pt idx="351">
                  <c:v>4799.1099999999997</c:v>
                </c:pt>
                <c:pt idx="352">
                  <c:v>4797.7699999999995</c:v>
                </c:pt>
                <c:pt idx="353">
                  <c:v>4821.75</c:v>
                </c:pt>
                <c:pt idx="354">
                  <c:v>4829.8500000000004</c:v>
                </c:pt>
                <c:pt idx="355">
                  <c:v>4838.96</c:v>
                </c:pt>
                <c:pt idx="356">
                  <c:v>4829.6099999999997</c:v>
                </c:pt>
                <c:pt idx="357">
                  <c:v>4846.99</c:v>
                </c:pt>
                <c:pt idx="358">
                  <c:v>4860.38</c:v>
                </c:pt>
                <c:pt idx="359">
                  <c:v>4869.12</c:v>
                </c:pt>
                <c:pt idx="360">
                  <c:v>4883.38</c:v>
                </c:pt>
                <c:pt idx="361">
                  <c:v>4884.32</c:v>
                </c:pt>
                <c:pt idx="362">
                  <c:v>4890.83</c:v>
                </c:pt>
                <c:pt idx="363">
                  <c:v>4901.8499999999995</c:v>
                </c:pt>
                <c:pt idx="364">
                  <c:v>4919.1000000000004</c:v>
                </c:pt>
                <c:pt idx="365">
                  <c:v>4918.6400000000003</c:v>
                </c:pt>
                <c:pt idx="366">
                  <c:v>4927.1399999999994</c:v>
                </c:pt>
                <c:pt idx="367">
                  <c:v>4936.42</c:v>
                </c:pt>
                <c:pt idx="368">
                  <c:v>4955.3200000000006</c:v>
                </c:pt>
                <c:pt idx="369">
                  <c:v>4953.47</c:v>
                </c:pt>
                <c:pt idx="370">
                  <c:v>4965.4299999999994</c:v>
                </c:pt>
                <c:pt idx="371">
                  <c:v>4979.7599999999993</c:v>
                </c:pt>
                <c:pt idx="372">
                  <c:v>4982.4000000000005</c:v>
                </c:pt>
                <c:pt idx="373">
                  <c:v>4988.9400000000005</c:v>
                </c:pt>
                <c:pt idx="374">
                  <c:v>5006.6499999999996</c:v>
                </c:pt>
                <c:pt idx="375">
                  <c:v>5002.8499999999995</c:v>
                </c:pt>
                <c:pt idx="376">
                  <c:v>5022.33</c:v>
                </c:pt>
                <c:pt idx="377">
                  <c:v>5037.37</c:v>
                </c:pt>
                <c:pt idx="378">
                  <c:v>5026.99</c:v>
                </c:pt>
                <c:pt idx="379">
                  <c:v>5052.6400000000003</c:v>
                </c:pt>
                <c:pt idx="380">
                  <c:v>5059.51</c:v>
                </c:pt>
                <c:pt idx="381">
                  <c:v>5069.47</c:v>
                </c:pt>
                <c:pt idx="382">
                  <c:v>5065.05</c:v>
                </c:pt>
                <c:pt idx="383">
                  <c:v>5087.4399999999996</c:v>
                </c:pt>
                <c:pt idx="384">
                  <c:v>5088.3900000000003</c:v>
                </c:pt>
                <c:pt idx="385">
                  <c:v>5098.84</c:v>
                </c:pt>
                <c:pt idx="386">
                  <c:v>5111.12</c:v>
                </c:pt>
                <c:pt idx="387">
                  <c:v>5119.82</c:v>
                </c:pt>
                <c:pt idx="388">
                  <c:v>5123.26</c:v>
                </c:pt>
                <c:pt idx="389">
                  <c:v>5121.67</c:v>
                </c:pt>
                <c:pt idx="390">
                  <c:v>5134.2999999999993</c:v>
                </c:pt>
                <c:pt idx="391">
                  <c:v>5145.9900000000007</c:v>
                </c:pt>
                <c:pt idx="392">
                  <c:v>5164.3</c:v>
                </c:pt>
                <c:pt idx="393">
                  <c:v>5160.1499999999996</c:v>
                </c:pt>
                <c:pt idx="394">
                  <c:v>5169.8700000000008</c:v>
                </c:pt>
                <c:pt idx="395">
                  <c:v>5178.68</c:v>
                </c:pt>
                <c:pt idx="396">
                  <c:v>5188.74</c:v>
                </c:pt>
                <c:pt idx="397">
                  <c:v>5196.6400000000003</c:v>
                </c:pt>
                <c:pt idx="398">
                  <c:v>5214.4199999999992</c:v>
                </c:pt>
                <c:pt idx="399">
                  <c:v>5212.28</c:v>
                </c:pt>
                <c:pt idx="400">
                  <c:v>5225.8500000000004</c:v>
                </c:pt>
                <c:pt idx="401">
                  <c:v>5240.4900000000007</c:v>
                </c:pt>
                <c:pt idx="402">
                  <c:v>5238.9799999999996</c:v>
                </c:pt>
                <c:pt idx="403">
                  <c:v>5246.58</c:v>
                </c:pt>
                <c:pt idx="404">
                  <c:v>5259.11</c:v>
                </c:pt>
                <c:pt idx="405">
                  <c:v>5275.14</c:v>
                </c:pt>
                <c:pt idx="406">
                  <c:v>5274.77</c:v>
                </c:pt>
                <c:pt idx="407">
                  <c:v>5275.03</c:v>
                </c:pt>
                <c:pt idx="408">
                  <c:v>5300.34</c:v>
                </c:pt>
                <c:pt idx="409">
                  <c:v>5296.91</c:v>
                </c:pt>
                <c:pt idx="410">
                  <c:v>5296.2300000000005</c:v>
                </c:pt>
                <c:pt idx="411">
                  <c:v>5311.9699999999993</c:v>
                </c:pt>
                <c:pt idx="412">
                  <c:v>5311.57</c:v>
                </c:pt>
                <c:pt idx="413">
                  <c:v>5336.3899999999994</c:v>
                </c:pt>
                <c:pt idx="414">
                  <c:v>5349.38</c:v>
                </c:pt>
                <c:pt idx="415">
                  <c:v>5356.3</c:v>
                </c:pt>
                <c:pt idx="416">
                  <c:v>5359.6399999999994</c:v>
                </c:pt>
                <c:pt idx="417">
                  <c:v>5350.96</c:v>
                </c:pt>
                <c:pt idx="418">
                  <c:v>5361.33</c:v>
                </c:pt>
                <c:pt idx="419">
                  <c:v>5384.2</c:v>
                </c:pt>
                <c:pt idx="420">
                  <c:v>5383.5</c:v>
                </c:pt>
                <c:pt idx="421">
                  <c:v>5393.7699999999995</c:v>
                </c:pt>
                <c:pt idx="422">
                  <c:v>5401.28</c:v>
                </c:pt>
                <c:pt idx="423">
                  <c:v>5420.12</c:v>
                </c:pt>
                <c:pt idx="424">
                  <c:v>5417.06</c:v>
                </c:pt>
                <c:pt idx="425">
                  <c:v>5426.2</c:v>
                </c:pt>
                <c:pt idx="426">
                  <c:v>5432.92</c:v>
                </c:pt>
                <c:pt idx="427">
                  <c:v>5453.79</c:v>
                </c:pt>
                <c:pt idx="428">
                  <c:v>5448.97</c:v>
                </c:pt>
                <c:pt idx="429">
                  <c:v>5457.76</c:v>
                </c:pt>
                <c:pt idx="430">
                  <c:v>5465.2900000000009</c:v>
                </c:pt>
                <c:pt idx="431">
                  <c:v>5483.72</c:v>
                </c:pt>
                <c:pt idx="432">
                  <c:v>5481.91</c:v>
                </c:pt>
                <c:pt idx="433">
                  <c:v>5489.29</c:v>
                </c:pt>
                <c:pt idx="434">
                  <c:v>5501.5599999999995</c:v>
                </c:pt>
                <c:pt idx="435">
                  <c:v>5512.92</c:v>
                </c:pt>
                <c:pt idx="436">
                  <c:v>5508.5199999999995</c:v>
                </c:pt>
                <c:pt idx="437">
                  <c:v>5515.4500000000007</c:v>
                </c:pt>
                <c:pt idx="438">
                  <c:v>5539.73</c:v>
                </c:pt>
                <c:pt idx="439">
                  <c:v>5528.37</c:v>
                </c:pt>
                <c:pt idx="440">
                  <c:v>5552.46</c:v>
                </c:pt>
                <c:pt idx="441">
                  <c:v>5557.68</c:v>
                </c:pt>
                <c:pt idx="442">
                  <c:v>5572.02</c:v>
                </c:pt>
                <c:pt idx="443">
                  <c:v>5576.1399999999994</c:v>
                </c:pt>
                <c:pt idx="444">
                  <c:v>5565.75</c:v>
                </c:pt>
                <c:pt idx="445">
                  <c:v>5586.54</c:v>
                </c:pt>
                <c:pt idx="446">
                  <c:v>5601.89</c:v>
                </c:pt>
                <c:pt idx="447">
                  <c:v>5593.29</c:v>
                </c:pt>
                <c:pt idx="448">
                  <c:v>5604.5499999999993</c:v>
                </c:pt>
                <c:pt idx="449">
                  <c:v>5614.02</c:v>
                </c:pt>
                <c:pt idx="450">
                  <c:v>5631.11</c:v>
                </c:pt>
                <c:pt idx="451">
                  <c:v>5629.47</c:v>
                </c:pt>
                <c:pt idx="452">
                  <c:v>5637.18</c:v>
                </c:pt>
                <c:pt idx="453">
                  <c:v>5648.86</c:v>
                </c:pt>
                <c:pt idx="454">
                  <c:v>5652.68</c:v>
                </c:pt>
                <c:pt idx="455">
                  <c:v>5659.3499999999995</c:v>
                </c:pt>
                <c:pt idx="456">
                  <c:v>5667.76</c:v>
                </c:pt>
                <c:pt idx="457">
                  <c:v>5676.4400000000005</c:v>
                </c:pt>
                <c:pt idx="458">
                  <c:v>5695.47</c:v>
                </c:pt>
                <c:pt idx="459">
                  <c:v>5689.05</c:v>
                </c:pt>
                <c:pt idx="460">
                  <c:v>5699.9800000000005</c:v>
                </c:pt>
                <c:pt idx="461">
                  <c:v>5703.92</c:v>
                </c:pt>
                <c:pt idx="462">
                  <c:v>5715.63</c:v>
                </c:pt>
                <c:pt idx="463">
                  <c:v>5725.8899999999994</c:v>
                </c:pt>
                <c:pt idx="464">
                  <c:v>5722.38</c:v>
                </c:pt>
                <c:pt idx="465">
                  <c:v>5743.79</c:v>
                </c:pt>
                <c:pt idx="466">
                  <c:v>5750.8</c:v>
                </c:pt>
                <c:pt idx="467">
                  <c:v>5760.67</c:v>
                </c:pt>
                <c:pt idx="468">
                  <c:v>5770.1200000000008</c:v>
                </c:pt>
                <c:pt idx="469">
                  <c:v>5754.7</c:v>
                </c:pt>
                <c:pt idx="470">
                  <c:v>5771.88</c:v>
                </c:pt>
                <c:pt idx="471">
                  <c:v>5791.54</c:v>
                </c:pt>
                <c:pt idx="472">
                  <c:v>5786.13</c:v>
                </c:pt>
                <c:pt idx="473">
                  <c:v>5801.92</c:v>
                </c:pt>
                <c:pt idx="474">
                  <c:v>5807.97</c:v>
                </c:pt>
                <c:pt idx="475">
                  <c:v>5801.64</c:v>
                </c:pt>
                <c:pt idx="476">
                  <c:v>5812.2699999999995</c:v>
                </c:pt>
                <c:pt idx="477">
                  <c:v>5826.37</c:v>
                </c:pt>
                <c:pt idx="478">
                  <c:v>5830.41</c:v>
                </c:pt>
                <c:pt idx="479">
                  <c:v>5851.12</c:v>
                </c:pt>
                <c:pt idx="480">
                  <c:v>5845.5</c:v>
                </c:pt>
                <c:pt idx="481">
                  <c:v>5852.5999999999995</c:v>
                </c:pt>
                <c:pt idx="482">
                  <c:v>5872.4299999999994</c:v>
                </c:pt>
                <c:pt idx="483">
                  <c:v>5867.41</c:v>
                </c:pt>
                <c:pt idx="484">
                  <c:v>5874.13</c:v>
                </c:pt>
                <c:pt idx="485">
                  <c:v>5882.86</c:v>
                </c:pt>
                <c:pt idx="486">
                  <c:v>5889.17</c:v>
                </c:pt>
                <c:pt idx="487">
                  <c:v>5909.72</c:v>
                </c:pt>
                <c:pt idx="488">
                  <c:v>5904.91</c:v>
                </c:pt>
                <c:pt idx="489">
                  <c:v>5911.93</c:v>
                </c:pt>
                <c:pt idx="490">
                  <c:v>5923.26</c:v>
                </c:pt>
                <c:pt idx="491">
                  <c:v>5922.32</c:v>
                </c:pt>
                <c:pt idx="492">
                  <c:v>5940.34</c:v>
                </c:pt>
                <c:pt idx="493">
                  <c:v>5953.7300000000005</c:v>
                </c:pt>
                <c:pt idx="494">
                  <c:v>5936.6</c:v>
                </c:pt>
                <c:pt idx="495">
                  <c:v>5966.2</c:v>
                </c:pt>
                <c:pt idx="496">
                  <c:v>5968.8600000000006</c:v>
                </c:pt>
                <c:pt idx="497">
                  <c:v>5963.2</c:v>
                </c:pt>
                <c:pt idx="498">
                  <c:v>5984.15</c:v>
                </c:pt>
                <c:pt idx="499">
                  <c:v>5997.18</c:v>
                </c:pt>
                <c:pt idx="500">
                  <c:v>6002.4800000000005</c:v>
                </c:pt>
                <c:pt idx="501">
                  <c:v>6006.4900000000007</c:v>
                </c:pt>
                <c:pt idx="502">
                  <c:v>5997.84</c:v>
                </c:pt>
                <c:pt idx="503">
                  <c:v>6017.78</c:v>
                </c:pt>
                <c:pt idx="504">
                  <c:v>6031.67</c:v>
                </c:pt>
                <c:pt idx="505">
                  <c:v>6029.8</c:v>
                </c:pt>
                <c:pt idx="506">
                  <c:v>6033.14</c:v>
                </c:pt>
                <c:pt idx="507">
                  <c:v>6044.37</c:v>
                </c:pt>
                <c:pt idx="508">
                  <c:v>6060.26</c:v>
                </c:pt>
                <c:pt idx="509">
                  <c:v>6056.1100000000006</c:v>
                </c:pt>
                <c:pt idx="510">
                  <c:v>6061.28</c:v>
                </c:pt>
                <c:pt idx="511">
                  <c:v>6082.05</c:v>
                </c:pt>
                <c:pt idx="512">
                  <c:v>6076.1200000000008</c:v>
                </c:pt>
                <c:pt idx="513">
                  <c:v>6083.75</c:v>
                </c:pt>
                <c:pt idx="514">
                  <c:v>6091.35</c:v>
                </c:pt>
                <c:pt idx="515">
                  <c:v>6110.65</c:v>
                </c:pt>
                <c:pt idx="516">
                  <c:v>6105.8899999999994</c:v>
                </c:pt>
                <c:pt idx="517">
                  <c:v>6113.15</c:v>
                </c:pt>
                <c:pt idx="518">
                  <c:v>6128.26</c:v>
                </c:pt>
                <c:pt idx="519">
                  <c:v>6132.65</c:v>
                </c:pt>
                <c:pt idx="520">
                  <c:v>6139.58</c:v>
                </c:pt>
                <c:pt idx="521">
                  <c:v>6127.66</c:v>
                </c:pt>
                <c:pt idx="522">
                  <c:v>6136.59</c:v>
                </c:pt>
                <c:pt idx="523">
                  <c:v>6162.68</c:v>
                </c:pt>
                <c:pt idx="524">
                  <c:v>6143.95</c:v>
                </c:pt>
                <c:pt idx="525">
                  <c:v>6160.66</c:v>
                </c:pt>
                <c:pt idx="526">
                  <c:v>6164.91</c:v>
                </c:pt>
                <c:pt idx="527">
                  <c:v>6192.31</c:v>
                </c:pt>
                <c:pt idx="528">
                  <c:v>6184.74</c:v>
                </c:pt>
                <c:pt idx="529">
                  <c:v>6184.87</c:v>
                </c:pt>
                <c:pt idx="530">
                  <c:v>6194.4299999999994</c:v>
                </c:pt>
                <c:pt idx="531">
                  <c:v>6218.0099999999993</c:v>
                </c:pt>
                <c:pt idx="532">
                  <c:v>6216.66</c:v>
                </c:pt>
                <c:pt idx="533">
                  <c:v>6220.8899999999994</c:v>
                </c:pt>
                <c:pt idx="534">
                  <c:v>6233.28</c:v>
                </c:pt>
                <c:pt idx="535">
                  <c:v>6236.5899999999992</c:v>
                </c:pt>
                <c:pt idx="536">
                  <c:v>6238.44</c:v>
                </c:pt>
                <c:pt idx="537">
                  <c:v>6244.88</c:v>
                </c:pt>
                <c:pt idx="538">
                  <c:v>6252.39</c:v>
                </c:pt>
                <c:pt idx="539">
                  <c:v>6271.6</c:v>
                </c:pt>
                <c:pt idx="540">
                  <c:v>6264.9100000000008</c:v>
                </c:pt>
                <c:pt idx="541">
                  <c:v>6271.84</c:v>
                </c:pt>
                <c:pt idx="542">
                  <c:v>6278.01</c:v>
                </c:pt>
                <c:pt idx="543">
                  <c:v>6294.1900000000005</c:v>
                </c:pt>
                <c:pt idx="544">
                  <c:v>6303.75</c:v>
                </c:pt>
                <c:pt idx="545">
                  <c:v>6294.18</c:v>
                </c:pt>
                <c:pt idx="546">
                  <c:v>6306.51</c:v>
                </c:pt>
                <c:pt idx="547">
                  <c:v>6320.15</c:v>
                </c:pt>
                <c:pt idx="548">
                  <c:v>6332.2300000000005</c:v>
                </c:pt>
                <c:pt idx="549">
                  <c:v>6331.37</c:v>
                </c:pt>
                <c:pt idx="550">
                  <c:v>6319.9</c:v>
                </c:pt>
                <c:pt idx="551">
                  <c:v>6341.38</c:v>
                </c:pt>
                <c:pt idx="552">
                  <c:v>6357.89</c:v>
                </c:pt>
                <c:pt idx="553">
                  <c:v>6344.33</c:v>
                </c:pt>
                <c:pt idx="554">
                  <c:v>6363.43</c:v>
                </c:pt>
                <c:pt idx="555">
                  <c:v>6353.3499999999995</c:v>
                </c:pt>
                <c:pt idx="556">
                  <c:v>6376.83</c:v>
                </c:pt>
                <c:pt idx="557">
                  <c:v>6389.87</c:v>
                </c:pt>
                <c:pt idx="558">
                  <c:v>6374.84</c:v>
                </c:pt>
                <c:pt idx="559">
                  <c:v>6397.13</c:v>
                </c:pt>
                <c:pt idx="560">
                  <c:v>6402.3099999999995</c:v>
                </c:pt>
                <c:pt idx="561">
                  <c:v>6402.14</c:v>
                </c:pt>
                <c:pt idx="562">
                  <c:v>6417.54</c:v>
                </c:pt>
                <c:pt idx="563">
                  <c:v>6429.62</c:v>
                </c:pt>
                <c:pt idx="564">
                  <c:v>6424.13</c:v>
                </c:pt>
                <c:pt idx="565">
                  <c:v>6432.44</c:v>
                </c:pt>
                <c:pt idx="566">
                  <c:v>6450.5</c:v>
                </c:pt>
                <c:pt idx="567">
                  <c:v>6443.28</c:v>
                </c:pt>
                <c:pt idx="568">
                  <c:v>6452.34</c:v>
                </c:pt>
                <c:pt idx="569">
                  <c:v>6470.7699999999995</c:v>
                </c:pt>
                <c:pt idx="570">
                  <c:v>6462.95</c:v>
                </c:pt>
                <c:pt idx="571">
                  <c:v>6470.7</c:v>
                </c:pt>
                <c:pt idx="572">
                  <c:v>6490.22</c:v>
                </c:pt>
                <c:pt idx="573">
                  <c:v>6480.1399999999994</c:v>
                </c:pt>
                <c:pt idx="574">
                  <c:v>6484.66</c:v>
                </c:pt>
                <c:pt idx="575">
                  <c:v>6502.4</c:v>
                </c:pt>
                <c:pt idx="576">
                  <c:v>6514.43</c:v>
                </c:pt>
                <c:pt idx="577">
                  <c:v>6499.16</c:v>
                </c:pt>
                <c:pt idx="578">
                  <c:v>6503.42</c:v>
                </c:pt>
                <c:pt idx="579">
                  <c:v>6511.3399999999992</c:v>
                </c:pt>
                <c:pt idx="580">
                  <c:v>6541.23</c:v>
                </c:pt>
                <c:pt idx="581">
                  <c:v>6527.04</c:v>
                </c:pt>
                <c:pt idx="582">
                  <c:v>6553.33</c:v>
                </c:pt>
                <c:pt idx="583">
                  <c:v>6540.9699999999993</c:v>
                </c:pt>
                <c:pt idx="584">
                  <c:v>6566.9000000000005</c:v>
                </c:pt>
                <c:pt idx="585">
                  <c:v>6559.1900000000005</c:v>
                </c:pt>
                <c:pt idx="586">
                  <c:v>6557.4199999999992</c:v>
                </c:pt>
                <c:pt idx="587">
                  <c:v>6571.4699999999993</c:v>
                </c:pt>
                <c:pt idx="588">
                  <c:v>6590.99</c:v>
                </c:pt>
                <c:pt idx="589">
                  <c:v>6588.4299999999994</c:v>
                </c:pt>
                <c:pt idx="590">
                  <c:v>6587.13</c:v>
                </c:pt>
              </c:numCache>
            </c:numRef>
          </c:xVal>
          <c:yVal>
            <c:numRef>
              <c:f>'Post Processing CaCl2'!$AI$13:$AI$909</c:f>
              <c:numCache>
                <c:formatCode>General</c:formatCode>
                <c:ptCount val="897"/>
                <c:pt idx="0">
                  <c:v>28.92</c:v>
                </c:pt>
                <c:pt idx="1">
                  <c:v>28.8</c:v>
                </c:pt>
                <c:pt idx="2">
                  <c:v>28.97</c:v>
                </c:pt>
                <c:pt idx="3">
                  <c:v>29.17</c:v>
                </c:pt>
                <c:pt idx="4">
                  <c:v>29.32</c:v>
                </c:pt>
                <c:pt idx="5">
                  <c:v>29.69</c:v>
                </c:pt>
                <c:pt idx="6">
                  <c:v>31.89</c:v>
                </c:pt>
                <c:pt idx="7">
                  <c:v>35.44</c:v>
                </c:pt>
                <c:pt idx="8">
                  <c:v>38.89</c:v>
                </c:pt>
                <c:pt idx="9">
                  <c:v>45.3</c:v>
                </c:pt>
                <c:pt idx="10">
                  <c:v>51.1</c:v>
                </c:pt>
                <c:pt idx="11">
                  <c:v>56.72</c:v>
                </c:pt>
                <c:pt idx="12">
                  <c:v>62.019999999999996</c:v>
                </c:pt>
                <c:pt idx="13">
                  <c:v>66.5</c:v>
                </c:pt>
                <c:pt idx="14">
                  <c:v>71.34</c:v>
                </c:pt>
                <c:pt idx="15">
                  <c:v>75.88000000000001</c:v>
                </c:pt>
                <c:pt idx="16">
                  <c:v>79.960000000000008</c:v>
                </c:pt>
                <c:pt idx="17">
                  <c:v>83.66</c:v>
                </c:pt>
                <c:pt idx="18">
                  <c:v>87.03</c:v>
                </c:pt>
                <c:pt idx="19">
                  <c:v>90.539999999999992</c:v>
                </c:pt>
                <c:pt idx="20">
                  <c:v>92.759999999999991</c:v>
                </c:pt>
                <c:pt idx="21">
                  <c:v>96.570000000000007</c:v>
                </c:pt>
                <c:pt idx="22">
                  <c:v>99.12</c:v>
                </c:pt>
                <c:pt idx="23">
                  <c:v>102.7</c:v>
                </c:pt>
                <c:pt idx="24">
                  <c:v>106.67</c:v>
                </c:pt>
                <c:pt idx="25">
                  <c:v>111.74000000000001</c:v>
                </c:pt>
                <c:pt idx="26">
                  <c:v>117.1</c:v>
                </c:pt>
                <c:pt idx="27">
                  <c:v>124.27000000000001</c:v>
                </c:pt>
                <c:pt idx="28">
                  <c:v>131.38</c:v>
                </c:pt>
                <c:pt idx="29">
                  <c:v>139.1</c:v>
                </c:pt>
                <c:pt idx="30">
                  <c:v>148.54</c:v>
                </c:pt>
                <c:pt idx="31">
                  <c:v>156.45000000000002</c:v>
                </c:pt>
                <c:pt idx="32">
                  <c:v>164.72</c:v>
                </c:pt>
                <c:pt idx="33">
                  <c:v>175.45</c:v>
                </c:pt>
                <c:pt idx="34">
                  <c:v>184.70000000000002</c:v>
                </c:pt>
                <c:pt idx="35">
                  <c:v>195.13</c:v>
                </c:pt>
                <c:pt idx="36">
                  <c:v>204.89</c:v>
                </c:pt>
                <c:pt idx="37">
                  <c:v>215.98999999999998</c:v>
                </c:pt>
                <c:pt idx="38">
                  <c:v>225.91</c:v>
                </c:pt>
                <c:pt idx="39">
                  <c:v>237.74</c:v>
                </c:pt>
                <c:pt idx="40">
                  <c:v>248.92000000000002</c:v>
                </c:pt>
                <c:pt idx="41">
                  <c:v>259.72000000000003</c:v>
                </c:pt>
                <c:pt idx="42">
                  <c:v>269.13</c:v>
                </c:pt>
                <c:pt idx="43">
                  <c:v>278.28999999999996</c:v>
                </c:pt>
                <c:pt idx="44">
                  <c:v>288.71999999999997</c:v>
                </c:pt>
                <c:pt idx="45">
                  <c:v>300.23</c:v>
                </c:pt>
                <c:pt idx="46">
                  <c:v>309.18</c:v>
                </c:pt>
                <c:pt idx="47">
                  <c:v>321.22000000000003</c:v>
                </c:pt>
                <c:pt idx="48">
                  <c:v>331.95000000000005</c:v>
                </c:pt>
                <c:pt idx="49">
                  <c:v>342.40999999999997</c:v>
                </c:pt>
                <c:pt idx="50">
                  <c:v>356.13</c:v>
                </c:pt>
                <c:pt idx="51">
                  <c:v>367.38</c:v>
                </c:pt>
                <c:pt idx="52">
                  <c:v>376.33</c:v>
                </c:pt>
                <c:pt idx="53">
                  <c:v>389.96</c:v>
                </c:pt>
                <c:pt idx="54">
                  <c:v>400.81</c:v>
                </c:pt>
                <c:pt idx="55">
                  <c:v>413.10999999999996</c:v>
                </c:pt>
                <c:pt idx="56">
                  <c:v>423.41</c:v>
                </c:pt>
                <c:pt idx="57">
                  <c:v>436.56</c:v>
                </c:pt>
                <c:pt idx="58">
                  <c:v>448.89</c:v>
                </c:pt>
                <c:pt idx="59">
                  <c:v>459.16</c:v>
                </c:pt>
                <c:pt idx="60">
                  <c:v>472.66999999999996</c:v>
                </c:pt>
                <c:pt idx="61">
                  <c:v>479.21999999999997</c:v>
                </c:pt>
                <c:pt idx="62">
                  <c:v>491.14000000000004</c:v>
                </c:pt>
                <c:pt idx="63">
                  <c:v>503.66999999999996</c:v>
                </c:pt>
                <c:pt idx="64">
                  <c:v>511.26000000000005</c:v>
                </c:pt>
                <c:pt idx="65">
                  <c:v>523.66</c:v>
                </c:pt>
                <c:pt idx="66">
                  <c:v>536.1</c:v>
                </c:pt>
                <c:pt idx="67">
                  <c:v>545.20000000000005</c:v>
                </c:pt>
                <c:pt idx="68">
                  <c:v>552.18999999999994</c:v>
                </c:pt>
                <c:pt idx="69">
                  <c:v>566.25</c:v>
                </c:pt>
                <c:pt idx="70">
                  <c:v>577.79999999999995</c:v>
                </c:pt>
                <c:pt idx="71">
                  <c:v>590.03000000000009</c:v>
                </c:pt>
                <c:pt idx="72">
                  <c:v>601.15</c:v>
                </c:pt>
                <c:pt idx="73">
                  <c:v>611.1</c:v>
                </c:pt>
                <c:pt idx="74">
                  <c:v>622.36</c:v>
                </c:pt>
                <c:pt idx="75">
                  <c:v>624.66</c:v>
                </c:pt>
                <c:pt idx="76">
                  <c:v>643.44000000000005</c:v>
                </c:pt>
                <c:pt idx="77">
                  <c:v>649.11</c:v>
                </c:pt>
                <c:pt idx="78">
                  <c:v>659.80000000000007</c:v>
                </c:pt>
                <c:pt idx="79">
                  <c:v>670.20999999999992</c:v>
                </c:pt>
                <c:pt idx="80">
                  <c:v>680.06</c:v>
                </c:pt>
                <c:pt idx="81">
                  <c:v>681.71</c:v>
                </c:pt>
                <c:pt idx="82">
                  <c:v>695.43</c:v>
                </c:pt>
                <c:pt idx="83">
                  <c:v>705.29</c:v>
                </c:pt>
                <c:pt idx="84">
                  <c:v>713.54</c:v>
                </c:pt>
                <c:pt idx="85">
                  <c:v>721.75</c:v>
                </c:pt>
                <c:pt idx="86">
                  <c:v>730.8</c:v>
                </c:pt>
                <c:pt idx="87">
                  <c:v>741.88</c:v>
                </c:pt>
                <c:pt idx="88">
                  <c:v>751.75</c:v>
                </c:pt>
                <c:pt idx="89">
                  <c:v>765.32999999999993</c:v>
                </c:pt>
                <c:pt idx="90">
                  <c:v>770.1400000000001</c:v>
                </c:pt>
                <c:pt idx="91">
                  <c:v>780.37</c:v>
                </c:pt>
                <c:pt idx="92">
                  <c:v>793.03</c:v>
                </c:pt>
                <c:pt idx="93">
                  <c:v>802.43</c:v>
                </c:pt>
                <c:pt idx="94">
                  <c:v>813.53</c:v>
                </c:pt>
                <c:pt idx="95">
                  <c:v>826.89</c:v>
                </c:pt>
                <c:pt idx="96">
                  <c:v>832.63</c:v>
                </c:pt>
                <c:pt idx="97">
                  <c:v>842.82999999999993</c:v>
                </c:pt>
                <c:pt idx="98">
                  <c:v>856.31000000000006</c:v>
                </c:pt>
                <c:pt idx="99">
                  <c:v>866.22</c:v>
                </c:pt>
                <c:pt idx="100">
                  <c:v>862.46</c:v>
                </c:pt>
                <c:pt idx="101">
                  <c:v>881.86</c:v>
                </c:pt>
                <c:pt idx="102">
                  <c:v>893.98</c:v>
                </c:pt>
                <c:pt idx="103">
                  <c:v>905.3</c:v>
                </c:pt>
                <c:pt idx="104">
                  <c:v>917.18</c:v>
                </c:pt>
                <c:pt idx="105">
                  <c:v>926.63</c:v>
                </c:pt>
                <c:pt idx="106">
                  <c:v>937.68</c:v>
                </c:pt>
                <c:pt idx="107">
                  <c:v>949.18999999999994</c:v>
                </c:pt>
                <c:pt idx="108">
                  <c:v>960.31999999999994</c:v>
                </c:pt>
                <c:pt idx="109">
                  <c:v>971.75</c:v>
                </c:pt>
                <c:pt idx="110">
                  <c:v>980.9</c:v>
                </c:pt>
                <c:pt idx="111">
                  <c:v>992.02</c:v>
                </c:pt>
                <c:pt idx="112">
                  <c:v>1003.02</c:v>
                </c:pt>
                <c:pt idx="113">
                  <c:v>1014.48</c:v>
                </c:pt>
                <c:pt idx="114">
                  <c:v>1020.61</c:v>
                </c:pt>
                <c:pt idx="115">
                  <c:v>1028.07</c:v>
                </c:pt>
                <c:pt idx="116">
                  <c:v>1042.5500000000002</c:v>
                </c:pt>
                <c:pt idx="117">
                  <c:v>1049.96</c:v>
                </c:pt>
                <c:pt idx="118">
                  <c:v>1061.6200000000001</c:v>
                </c:pt>
                <c:pt idx="119">
                  <c:v>1068.48</c:v>
                </c:pt>
                <c:pt idx="120">
                  <c:v>1081.58</c:v>
                </c:pt>
                <c:pt idx="121">
                  <c:v>1078.55</c:v>
                </c:pt>
                <c:pt idx="122">
                  <c:v>1098.3700000000001</c:v>
                </c:pt>
                <c:pt idx="123">
                  <c:v>1112.26</c:v>
                </c:pt>
                <c:pt idx="124">
                  <c:v>1121.71</c:v>
                </c:pt>
                <c:pt idx="125">
                  <c:v>1130.1399999999999</c:v>
                </c:pt>
                <c:pt idx="126">
                  <c:v>1138.96</c:v>
                </c:pt>
                <c:pt idx="127">
                  <c:v>1151.94</c:v>
                </c:pt>
                <c:pt idx="128">
                  <c:v>1163.17</c:v>
                </c:pt>
                <c:pt idx="129">
                  <c:v>1173.56</c:v>
                </c:pt>
                <c:pt idx="130">
                  <c:v>1184.5900000000001</c:v>
                </c:pt>
                <c:pt idx="131">
                  <c:v>1190.92</c:v>
                </c:pt>
                <c:pt idx="132">
                  <c:v>1202.5900000000001</c:v>
                </c:pt>
                <c:pt idx="133">
                  <c:v>1214.21</c:v>
                </c:pt>
                <c:pt idx="134">
                  <c:v>1226.74</c:v>
                </c:pt>
                <c:pt idx="135">
                  <c:v>1232.26</c:v>
                </c:pt>
                <c:pt idx="136">
                  <c:v>1247</c:v>
                </c:pt>
                <c:pt idx="137">
                  <c:v>1254.26</c:v>
                </c:pt>
                <c:pt idx="138">
                  <c:v>1263.3000000000002</c:v>
                </c:pt>
                <c:pt idx="139">
                  <c:v>1267.4099999999999</c:v>
                </c:pt>
                <c:pt idx="140">
                  <c:v>1280.4199999999998</c:v>
                </c:pt>
                <c:pt idx="141">
                  <c:v>1297.23</c:v>
                </c:pt>
                <c:pt idx="142">
                  <c:v>1307.95</c:v>
                </c:pt>
                <c:pt idx="143">
                  <c:v>1315.82</c:v>
                </c:pt>
                <c:pt idx="144">
                  <c:v>1327.72</c:v>
                </c:pt>
                <c:pt idx="145">
                  <c:v>1331.03</c:v>
                </c:pt>
                <c:pt idx="146">
                  <c:v>1350.06</c:v>
                </c:pt>
                <c:pt idx="147">
                  <c:v>1349.77</c:v>
                </c:pt>
                <c:pt idx="148">
                  <c:v>1365.02</c:v>
                </c:pt>
                <c:pt idx="149">
                  <c:v>1375.1899999999998</c:v>
                </c:pt>
                <c:pt idx="150">
                  <c:v>1372.52</c:v>
                </c:pt>
                <c:pt idx="151">
                  <c:v>1394.8899999999999</c:v>
                </c:pt>
                <c:pt idx="152">
                  <c:v>1405.69</c:v>
                </c:pt>
                <c:pt idx="153">
                  <c:v>1398.96</c:v>
                </c:pt>
                <c:pt idx="154">
                  <c:v>1423.3400000000001</c:v>
                </c:pt>
                <c:pt idx="155">
                  <c:v>1434.46</c:v>
                </c:pt>
                <c:pt idx="156">
                  <c:v>1446.5900000000001</c:v>
                </c:pt>
                <c:pt idx="157">
                  <c:v>1450.18</c:v>
                </c:pt>
                <c:pt idx="158">
                  <c:v>1463.4</c:v>
                </c:pt>
                <c:pt idx="159">
                  <c:v>1474.66</c:v>
                </c:pt>
                <c:pt idx="160">
                  <c:v>1490.1599999999999</c:v>
                </c:pt>
                <c:pt idx="161">
                  <c:v>1494.3999999999999</c:v>
                </c:pt>
                <c:pt idx="162">
                  <c:v>1507.61</c:v>
                </c:pt>
                <c:pt idx="163">
                  <c:v>1517.63</c:v>
                </c:pt>
                <c:pt idx="164">
                  <c:v>1531.13</c:v>
                </c:pt>
                <c:pt idx="165">
                  <c:v>1540.44</c:v>
                </c:pt>
                <c:pt idx="166">
                  <c:v>1557.4099999999999</c:v>
                </c:pt>
                <c:pt idx="167">
                  <c:v>1562.09</c:v>
                </c:pt>
                <c:pt idx="168">
                  <c:v>1570.75</c:v>
                </c:pt>
                <c:pt idx="169">
                  <c:v>1582.17</c:v>
                </c:pt>
                <c:pt idx="170">
                  <c:v>1598.8500000000001</c:v>
                </c:pt>
                <c:pt idx="171">
                  <c:v>1599.54</c:v>
                </c:pt>
                <c:pt idx="172">
                  <c:v>1612.1399999999999</c:v>
                </c:pt>
                <c:pt idx="173">
                  <c:v>1628.11</c:v>
                </c:pt>
                <c:pt idx="174">
                  <c:v>1633.26</c:v>
                </c:pt>
                <c:pt idx="175">
                  <c:v>1642.6000000000001</c:v>
                </c:pt>
                <c:pt idx="176">
                  <c:v>1653.6200000000001</c:v>
                </c:pt>
                <c:pt idx="177">
                  <c:v>1666.4</c:v>
                </c:pt>
                <c:pt idx="178">
                  <c:v>1669.64</c:v>
                </c:pt>
                <c:pt idx="179">
                  <c:v>1678.6799999999998</c:v>
                </c:pt>
                <c:pt idx="180">
                  <c:v>1692.98</c:v>
                </c:pt>
                <c:pt idx="181">
                  <c:v>1704.5600000000002</c:v>
                </c:pt>
                <c:pt idx="182">
                  <c:v>1712.21</c:v>
                </c:pt>
                <c:pt idx="183">
                  <c:v>1720.9</c:v>
                </c:pt>
                <c:pt idx="184">
                  <c:v>1736.89</c:v>
                </c:pt>
                <c:pt idx="185">
                  <c:v>1740.8799999999999</c:v>
                </c:pt>
                <c:pt idx="186">
                  <c:v>1752.4599999999998</c:v>
                </c:pt>
                <c:pt idx="187">
                  <c:v>1764.73</c:v>
                </c:pt>
                <c:pt idx="188">
                  <c:v>1739.52</c:v>
                </c:pt>
                <c:pt idx="189">
                  <c:v>1780.78</c:v>
                </c:pt>
                <c:pt idx="190">
                  <c:v>1791.01</c:v>
                </c:pt>
                <c:pt idx="191">
                  <c:v>1801.8300000000002</c:v>
                </c:pt>
                <c:pt idx="192">
                  <c:v>1814.13</c:v>
                </c:pt>
                <c:pt idx="193">
                  <c:v>1830.67</c:v>
                </c:pt>
                <c:pt idx="194">
                  <c:v>1831.8000000000002</c:v>
                </c:pt>
                <c:pt idx="195">
                  <c:v>1842.09</c:v>
                </c:pt>
                <c:pt idx="196">
                  <c:v>1854.25</c:v>
                </c:pt>
                <c:pt idx="197">
                  <c:v>1865.74</c:v>
                </c:pt>
                <c:pt idx="198">
                  <c:v>1869.26</c:v>
                </c:pt>
                <c:pt idx="199">
                  <c:v>1883.6599999999999</c:v>
                </c:pt>
                <c:pt idx="200">
                  <c:v>1892.15</c:v>
                </c:pt>
                <c:pt idx="201">
                  <c:v>1899.78</c:v>
                </c:pt>
                <c:pt idx="202">
                  <c:v>1918.39</c:v>
                </c:pt>
                <c:pt idx="203">
                  <c:v>1912.3300000000002</c:v>
                </c:pt>
                <c:pt idx="204">
                  <c:v>1932.5</c:v>
                </c:pt>
                <c:pt idx="205">
                  <c:v>1938.37</c:v>
                </c:pt>
                <c:pt idx="206">
                  <c:v>1954.77</c:v>
                </c:pt>
                <c:pt idx="207">
                  <c:v>1952.89</c:v>
                </c:pt>
                <c:pt idx="208">
                  <c:v>1966.74</c:v>
                </c:pt>
                <c:pt idx="209">
                  <c:v>1981.19</c:v>
                </c:pt>
                <c:pt idx="210">
                  <c:v>1984.89</c:v>
                </c:pt>
                <c:pt idx="211">
                  <c:v>1994.44</c:v>
                </c:pt>
                <c:pt idx="212">
                  <c:v>2005.23</c:v>
                </c:pt>
                <c:pt idx="213">
                  <c:v>2017.4699999999998</c:v>
                </c:pt>
                <c:pt idx="214">
                  <c:v>2027.85</c:v>
                </c:pt>
                <c:pt idx="215">
                  <c:v>2031.1200000000001</c:v>
                </c:pt>
                <c:pt idx="216">
                  <c:v>2043.7599999999998</c:v>
                </c:pt>
                <c:pt idx="217">
                  <c:v>2059.65</c:v>
                </c:pt>
                <c:pt idx="218">
                  <c:v>2055.56</c:v>
                </c:pt>
                <c:pt idx="219">
                  <c:v>2072.4</c:v>
                </c:pt>
                <c:pt idx="220">
                  <c:v>2077.0400000000004</c:v>
                </c:pt>
                <c:pt idx="221">
                  <c:v>2087.91</c:v>
                </c:pt>
                <c:pt idx="222">
                  <c:v>2096.7199999999998</c:v>
                </c:pt>
                <c:pt idx="223">
                  <c:v>2108.0800000000004</c:v>
                </c:pt>
                <c:pt idx="224">
                  <c:v>2116.69</c:v>
                </c:pt>
                <c:pt idx="225">
                  <c:v>2126.87</c:v>
                </c:pt>
                <c:pt idx="226">
                  <c:v>2136.64</c:v>
                </c:pt>
                <c:pt idx="227">
                  <c:v>2150.2599999999998</c:v>
                </c:pt>
                <c:pt idx="228">
                  <c:v>2154.2199999999998</c:v>
                </c:pt>
                <c:pt idx="229">
                  <c:v>2156.2000000000003</c:v>
                </c:pt>
                <c:pt idx="230">
                  <c:v>2171.94</c:v>
                </c:pt>
                <c:pt idx="231">
                  <c:v>2173.6</c:v>
                </c:pt>
                <c:pt idx="232">
                  <c:v>2193.4</c:v>
                </c:pt>
                <c:pt idx="233">
                  <c:v>2196.8399999999997</c:v>
                </c:pt>
                <c:pt idx="234">
                  <c:v>2206.35</c:v>
                </c:pt>
                <c:pt idx="235">
                  <c:v>2206.9299999999998</c:v>
                </c:pt>
                <c:pt idx="236">
                  <c:v>2221.2800000000002</c:v>
                </c:pt>
                <c:pt idx="237">
                  <c:v>2230.5</c:v>
                </c:pt>
                <c:pt idx="238">
                  <c:v>2239.5</c:v>
                </c:pt>
                <c:pt idx="239">
                  <c:v>2240.0699999999997</c:v>
                </c:pt>
                <c:pt idx="240">
                  <c:v>2248</c:v>
                </c:pt>
                <c:pt idx="241">
                  <c:v>2258.2399999999998</c:v>
                </c:pt>
                <c:pt idx="242">
                  <c:v>2268.02</c:v>
                </c:pt>
                <c:pt idx="243">
                  <c:v>2283.3100000000004</c:v>
                </c:pt>
                <c:pt idx="244">
                  <c:v>2278.6799999999998</c:v>
                </c:pt>
                <c:pt idx="245">
                  <c:v>2290.06</c:v>
                </c:pt>
                <c:pt idx="246">
                  <c:v>2299.1000000000004</c:v>
                </c:pt>
                <c:pt idx="247">
                  <c:v>2309.2800000000002</c:v>
                </c:pt>
                <c:pt idx="248">
                  <c:v>2317.44</c:v>
                </c:pt>
                <c:pt idx="249">
                  <c:v>2325.37</c:v>
                </c:pt>
                <c:pt idx="250">
                  <c:v>2328.75</c:v>
                </c:pt>
                <c:pt idx="251">
                  <c:v>2342.2999999999997</c:v>
                </c:pt>
                <c:pt idx="252">
                  <c:v>2348.4299999999998</c:v>
                </c:pt>
                <c:pt idx="253">
                  <c:v>2363.23</c:v>
                </c:pt>
                <c:pt idx="254">
                  <c:v>2360.58</c:v>
                </c:pt>
                <c:pt idx="255">
                  <c:v>2373.86</c:v>
                </c:pt>
                <c:pt idx="256">
                  <c:v>2386.64</c:v>
                </c:pt>
                <c:pt idx="257">
                  <c:v>2370.5300000000002</c:v>
                </c:pt>
                <c:pt idx="258">
                  <c:v>2400.69</c:v>
                </c:pt>
                <c:pt idx="259">
                  <c:v>2402.4899999999998</c:v>
                </c:pt>
                <c:pt idx="260">
                  <c:v>2411.2599999999998</c:v>
                </c:pt>
                <c:pt idx="261">
                  <c:v>2423.7399999999998</c:v>
                </c:pt>
                <c:pt idx="262">
                  <c:v>2416.89</c:v>
                </c:pt>
                <c:pt idx="263">
                  <c:v>2447.42</c:v>
                </c:pt>
                <c:pt idx="264">
                  <c:v>2446.5499999999997</c:v>
                </c:pt>
                <c:pt idx="265">
                  <c:v>2465.59</c:v>
                </c:pt>
                <c:pt idx="266">
                  <c:v>2461.44</c:v>
                </c:pt>
                <c:pt idx="267">
                  <c:v>2470.6999999999998</c:v>
                </c:pt>
                <c:pt idx="268">
                  <c:v>2482.29</c:v>
                </c:pt>
                <c:pt idx="269">
                  <c:v>2493.5700000000002</c:v>
                </c:pt>
                <c:pt idx="270">
                  <c:v>2498.48</c:v>
                </c:pt>
                <c:pt idx="271">
                  <c:v>2505.5299999999997</c:v>
                </c:pt>
                <c:pt idx="272">
                  <c:v>2515.1799999999998</c:v>
                </c:pt>
                <c:pt idx="273">
                  <c:v>2519.1499999999996</c:v>
                </c:pt>
                <c:pt idx="274">
                  <c:v>2527.56</c:v>
                </c:pt>
                <c:pt idx="275">
                  <c:v>2535.91</c:v>
                </c:pt>
                <c:pt idx="276">
                  <c:v>2550.63</c:v>
                </c:pt>
                <c:pt idx="277">
                  <c:v>2548.5699999999997</c:v>
                </c:pt>
                <c:pt idx="278">
                  <c:v>2554.9300000000003</c:v>
                </c:pt>
                <c:pt idx="279">
                  <c:v>2566.41</c:v>
                </c:pt>
                <c:pt idx="280">
                  <c:v>2574.37</c:v>
                </c:pt>
                <c:pt idx="281">
                  <c:v>2550.4899999999998</c:v>
                </c:pt>
                <c:pt idx="282">
                  <c:v>2592.0299999999997</c:v>
                </c:pt>
                <c:pt idx="283">
                  <c:v>2546.96</c:v>
                </c:pt>
                <c:pt idx="284">
                  <c:v>2602.85</c:v>
                </c:pt>
                <c:pt idx="285">
                  <c:v>2606.69</c:v>
                </c:pt>
                <c:pt idx="286">
                  <c:v>2616.96</c:v>
                </c:pt>
                <c:pt idx="287">
                  <c:v>2620.8399999999997</c:v>
                </c:pt>
                <c:pt idx="288">
                  <c:v>2628.4900000000002</c:v>
                </c:pt>
                <c:pt idx="289">
                  <c:v>2634.7</c:v>
                </c:pt>
                <c:pt idx="290">
                  <c:v>2658.84</c:v>
                </c:pt>
                <c:pt idx="291">
                  <c:v>2647.8700000000003</c:v>
                </c:pt>
                <c:pt idx="292">
                  <c:v>2662.17</c:v>
                </c:pt>
                <c:pt idx="293">
                  <c:v>2669.2599999999998</c:v>
                </c:pt>
                <c:pt idx="294">
                  <c:v>2670.7999999999997</c:v>
                </c:pt>
                <c:pt idx="295">
                  <c:v>2684.91</c:v>
                </c:pt>
                <c:pt idx="296">
                  <c:v>2664.82</c:v>
                </c:pt>
                <c:pt idx="297">
                  <c:v>2702.34</c:v>
                </c:pt>
                <c:pt idx="298">
                  <c:v>2714.9</c:v>
                </c:pt>
                <c:pt idx="299">
                  <c:v>2719.2400000000002</c:v>
                </c:pt>
                <c:pt idx="300">
                  <c:v>2739.51</c:v>
                </c:pt>
                <c:pt idx="301">
                  <c:v>2732.13</c:v>
                </c:pt>
                <c:pt idx="302">
                  <c:v>2743.52</c:v>
                </c:pt>
                <c:pt idx="303">
                  <c:v>2751.3999999999996</c:v>
                </c:pt>
                <c:pt idx="304">
                  <c:v>2760.84</c:v>
                </c:pt>
                <c:pt idx="305">
                  <c:v>2766.2599999999998</c:v>
                </c:pt>
                <c:pt idx="306">
                  <c:v>2782.63</c:v>
                </c:pt>
                <c:pt idx="307">
                  <c:v>2774.02</c:v>
                </c:pt>
                <c:pt idx="308">
                  <c:v>2785.97</c:v>
                </c:pt>
                <c:pt idx="309">
                  <c:v>2792.95</c:v>
                </c:pt>
                <c:pt idx="310">
                  <c:v>2808.81</c:v>
                </c:pt>
                <c:pt idx="311">
                  <c:v>2806.37</c:v>
                </c:pt>
                <c:pt idx="312">
                  <c:v>2813.49</c:v>
                </c:pt>
                <c:pt idx="313">
                  <c:v>2823.29</c:v>
                </c:pt>
                <c:pt idx="314">
                  <c:v>2835.25</c:v>
                </c:pt>
                <c:pt idx="315">
                  <c:v>2832.1299999999997</c:v>
                </c:pt>
                <c:pt idx="316">
                  <c:v>2843.6400000000003</c:v>
                </c:pt>
                <c:pt idx="317">
                  <c:v>2856.6600000000003</c:v>
                </c:pt>
                <c:pt idx="318">
                  <c:v>2863.01</c:v>
                </c:pt>
                <c:pt idx="319">
                  <c:v>2865.7200000000003</c:v>
                </c:pt>
                <c:pt idx="320">
                  <c:v>2875.56</c:v>
                </c:pt>
                <c:pt idx="321">
                  <c:v>2871.99</c:v>
                </c:pt>
                <c:pt idx="322">
                  <c:v>2883.3</c:v>
                </c:pt>
                <c:pt idx="323">
                  <c:v>2876.15</c:v>
                </c:pt>
                <c:pt idx="324">
                  <c:v>2886.6200000000003</c:v>
                </c:pt>
                <c:pt idx="325">
                  <c:v>2891.8599999999997</c:v>
                </c:pt>
                <c:pt idx="326">
                  <c:v>2908.5</c:v>
                </c:pt>
                <c:pt idx="327">
                  <c:v>2916.7000000000003</c:v>
                </c:pt>
                <c:pt idx="328">
                  <c:v>2914.72</c:v>
                </c:pt>
                <c:pt idx="329">
                  <c:v>2928.68</c:v>
                </c:pt>
                <c:pt idx="330">
                  <c:v>2930.0099999999998</c:v>
                </c:pt>
                <c:pt idx="331">
                  <c:v>2941.68</c:v>
                </c:pt>
                <c:pt idx="332">
                  <c:v>2882.5</c:v>
                </c:pt>
                <c:pt idx="333">
                  <c:v>2949.22</c:v>
                </c:pt>
                <c:pt idx="334">
                  <c:v>2958.72</c:v>
                </c:pt>
                <c:pt idx="335">
                  <c:v>2958.6299999999997</c:v>
                </c:pt>
                <c:pt idx="336">
                  <c:v>2970.6</c:v>
                </c:pt>
                <c:pt idx="337">
                  <c:v>2976.9199999999996</c:v>
                </c:pt>
                <c:pt idx="338">
                  <c:v>2986.46</c:v>
                </c:pt>
                <c:pt idx="339">
                  <c:v>2988.02</c:v>
                </c:pt>
                <c:pt idx="340">
                  <c:v>2995.0899999999997</c:v>
                </c:pt>
                <c:pt idx="341">
                  <c:v>3003.4700000000003</c:v>
                </c:pt>
                <c:pt idx="342">
                  <c:v>3011.73</c:v>
                </c:pt>
                <c:pt idx="343">
                  <c:v>3010.0699999999997</c:v>
                </c:pt>
                <c:pt idx="344">
                  <c:v>3017.92</c:v>
                </c:pt>
                <c:pt idx="345">
                  <c:v>3029.61</c:v>
                </c:pt>
                <c:pt idx="346">
                  <c:v>3038.36</c:v>
                </c:pt>
                <c:pt idx="347">
                  <c:v>3028.36</c:v>
                </c:pt>
                <c:pt idx="348">
                  <c:v>3050.64</c:v>
                </c:pt>
                <c:pt idx="349">
                  <c:v>3059.66</c:v>
                </c:pt>
                <c:pt idx="350">
                  <c:v>3065.95</c:v>
                </c:pt>
                <c:pt idx="351">
                  <c:v>3066.85</c:v>
                </c:pt>
                <c:pt idx="352">
                  <c:v>3063.26</c:v>
                </c:pt>
                <c:pt idx="353">
                  <c:v>3087.34</c:v>
                </c:pt>
                <c:pt idx="354">
                  <c:v>3085.5800000000004</c:v>
                </c:pt>
                <c:pt idx="355">
                  <c:v>3088.67</c:v>
                </c:pt>
                <c:pt idx="356">
                  <c:v>3076.06</c:v>
                </c:pt>
                <c:pt idx="357">
                  <c:v>3093.48</c:v>
                </c:pt>
                <c:pt idx="358">
                  <c:v>3096.2900000000004</c:v>
                </c:pt>
                <c:pt idx="359">
                  <c:v>3098.42</c:v>
                </c:pt>
                <c:pt idx="360">
                  <c:v>3113.79</c:v>
                </c:pt>
                <c:pt idx="361">
                  <c:v>3114.8799999999997</c:v>
                </c:pt>
                <c:pt idx="362">
                  <c:v>3120.04</c:v>
                </c:pt>
                <c:pt idx="363">
                  <c:v>3129.31</c:v>
                </c:pt>
                <c:pt idx="364">
                  <c:v>3115.0899999999997</c:v>
                </c:pt>
                <c:pt idx="365">
                  <c:v>3139.4700000000003</c:v>
                </c:pt>
                <c:pt idx="366">
                  <c:v>3148.19</c:v>
                </c:pt>
                <c:pt idx="367">
                  <c:v>3157.29</c:v>
                </c:pt>
                <c:pt idx="368">
                  <c:v>3170.0499999999997</c:v>
                </c:pt>
                <c:pt idx="369">
                  <c:v>3170.11</c:v>
                </c:pt>
                <c:pt idx="370">
                  <c:v>3177.0499999999997</c:v>
                </c:pt>
                <c:pt idx="371">
                  <c:v>3143.1800000000003</c:v>
                </c:pt>
                <c:pt idx="372">
                  <c:v>3184.04</c:v>
                </c:pt>
                <c:pt idx="373">
                  <c:v>3192.93</c:v>
                </c:pt>
                <c:pt idx="374">
                  <c:v>3197.85</c:v>
                </c:pt>
                <c:pt idx="375">
                  <c:v>3201.14</c:v>
                </c:pt>
                <c:pt idx="376">
                  <c:v>3213.8</c:v>
                </c:pt>
                <c:pt idx="377">
                  <c:v>3226.78</c:v>
                </c:pt>
                <c:pt idx="378">
                  <c:v>3213.15</c:v>
                </c:pt>
                <c:pt idx="379">
                  <c:v>3236.32</c:v>
                </c:pt>
                <c:pt idx="380">
                  <c:v>3237.0899999999997</c:v>
                </c:pt>
                <c:pt idx="381">
                  <c:v>3245</c:v>
                </c:pt>
                <c:pt idx="382">
                  <c:v>3241.4</c:v>
                </c:pt>
                <c:pt idx="383">
                  <c:v>3260.25</c:v>
                </c:pt>
                <c:pt idx="384">
                  <c:v>3264.78</c:v>
                </c:pt>
                <c:pt idx="385">
                  <c:v>3278.23</c:v>
                </c:pt>
                <c:pt idx="386">
                  <c:v>3282.36</c:v>
                </c:pt>
                <c:pt idx="387">
                  <c:v>3222.13</c:v>
                </c:pt>
                <c:pt idx="388">
                  <c:v>3266.09</c:v>
                </c:pt>
                <c:pt idx="389">
                  <c:v>3284.25</c:v>
                </c:pt>
                <c:pt idx="390">
                  <c:v>3297.28</c:v>
                </c:pt>
                <c:pt idx="391">
                  <c:v>3301</c:v>
                </c:pt>
                <c:pt idx="392">
                  <c:v>3301.53</c:v>
                </c:pt>
                <c:pt idx="393">
                  <c:v>3308.71</c:v>
                </c:pt>
                <c:pt idx="394">
                  <c:v>3317.22</c:v>
                </c:pt>
                <c:pt idx="395">
                  <c:v>3325.62</c:v>
                </c:pt>
                <c:pt idx="396">
                  <c:v>3334.13</c:v>
                </c:pt>
                <c:pt idx="397">
                  <c:v>3338.86</c:v>
                </c:pt>
                <c:pt idx="398">
                  <c:v>3311.77</c:v>
                </c:pt>
                <c:pt idx="399">
                  <c:v>3349</c:v>
                </c:pt>
                <c:pt idx="400">
                  <c:v>3355.45</c:v>
                </c:pt>
                <c:pt idx="401">
                  <c:v>3315.0400000000004</c:v>
                </c:pt>
                <c:pt idx="402">
                  <c:v>3362.27</c:v>
                </c:pt>
                <c:pt idx="403">
                  <c:v>3371.99</c:v>
                </c:pt>
                <c:pt idx="404">
                  <c:v>3381.13</c:v>
                </c:pt>
                <c:pt idx="405">
                  <c:v>3395.2599999999998</c:v>
                </c:pt>
                <c:pt idx="406">
                  <c:v>3397.1200000000003</c:v>
                </c:pt>
                <c:pt idx="407">
                  <c:v>3395.4399999999996</c:v>
                </c:pt>
                <c:pt idx="408">
                  <c:v>3386.11</c:v>
                </c:pt>
                <c:pt idx="409">
                  <c:v>3408.8599999999997</c:v>
                </c:pt>
                <c:pt idx="410">
                  <c:v>3403.9799999999996</c:v>
                </c:pt>
                <c:pt idx="411">
                  <c:v>3418.93</c:v>
                </c:pt>
                <c:pt idx="412">
                  <c:v>3415.36</c:v>
                </c:pt>
                <c:pt idx="413">
                  <c:v>3432.5299999999997</c:v>
                </c:pt>
                <c:pt idx="414">
                  <c:v>3442.34</c:v>
                </c:pt>
                <c:pt idx="415">
                  <c:v>3436.17</c:v>
                </c:pt>
                <c:pt idx="416">
                  <c:v>3444.15</c:v>
                </c:pt>
                <c:pt idx="417">
                  <c:v>3454.04</c:v>
                </c:pt>
                <c:pt idx="418">
                  <c:v>3447.2200000000003</c:v>
                </c:pt>
                <c:pt idx="419">
                  <c:v>3465.1299999999997</c:v>
                </c:pt>
                <c:pt idx="420">
                  <c:v>3462.2799999999997</c:v>
                </c:pt>
                <c:pt idx="421">
                  <c:v>3466.31</c:v>
                </c:pt>
                <c:pt idx="422">
                  <c:v>3472.52</c:v>
                </c:pt>
                <c:pt idx="423">
                  <c:v>3490.64</c:v>
                </c:pt>
                <c:pt idx="424">
                  <c:v>3482.97</c:v>
                </c:pt>
                <c:pt idx="425">
                  <c:v>3489.16</c:v>
                </c:pt>
                <c:pt idx="426">
                  <c:v>3495.58</c:v>
                </c:pt>
                <c:pt idx="427">
                  <c:v>3511.0299999999997</c:v>
                </c:pt>
                <c:pt idx="428">
                  <c:v>3504.75</c:v>
                </c:pt>
                <c:pt idx="429">
                  <c:v>3522.35</c:v>
                </c:pt>
                <c:pt idx="430">
                  <c:v>3534.52</c:v>
                </c:pt>
                <c:pt idx="431">
                  <c:v>3548.99</c:v>
                </c:pt>
                <c:pt idx="432">
                  <c:v>3544.7799999999997</c:v>
                </c:pt>
                <c:pt idx="433">
                  <c:v>3556.59</c:v>
                </c:pt>
                <c:pt idx="434">
                  <c:v>3566.15</c:v>
                </c:pt>
                <c:pt idx="435">
                  <c:v>3575.0099999999998</c:v>
                </c:pt>
                <c:pt idx="436">
                  <c:v>3566.92</c:v>
                </c:pt>
                <c:pt idx="437">
                  <c:v>3569.92</c:v>
                </c:pt>
                <c:pt idx="438">
                  <c:v>3588.0299999999997</c:v>
                </c:pt>
                <c:pt idx="439">
                  <c:v>3575.4199999999996</c:v>
                </c:pt>
                <c:pt idx="440">
                  <c:v>3597.19</c:v>
                </c:pt>
                <c:pt idx="441">
                  <c:v>3603.24</c:v>
                </c:pt>
                <c:pt idx="442">
                  <c:v>3609.1600000000003</c:v>
                </c:pt>
                <c:pt idx="443">
                  <c:v>3612.65</c:v>
                </c:pt>
                <c:pt idx="444">
                  <c:v>3620.58</c:v>
                </c:pt>
                <c:pt idx="445">
                  <c:v>3619.43</c:v>
                </c:pt>
                <c:pt idx="446">
                  <c:v>3564.02</c:v>
                </c:pt>
                <c:pt idx="447">
                  <c:v>3621.57</c:v>
                </c:pt>
                <c:pt idx="448">
                  <c:v>3629.3199999999997</c:v>
                </c:pt>
                <c:pt idx="449">
                  <c:v>3633.84</c:v>
                </c:pt>
                <c:pt idx="450">
                  <c:v>3648.3500000000004</c:v>
                </c:pt>
                <c:pt idx="451">
                  <c:v>3643.62</c:v>
                </c:pt>
                <c:pt idx="452">
                  <c:v>3648.2999999999997</c:v>
                </c:pt>
                <c:pt idx="453">
                  <c:v>3661.33</c:v>
                </c:pt>
                <c:pt idx="454">
                  <c:v>3628.0899999999997</c:v>
                </c:pt>
                <c:pt idx="455">
                  <c:v>3656.9500000000003</c:v>
                </c:pt>
                <c:pt idx="456">
                  <c:v>3659.85</c:v>
                </c:pt>
                <c:pt idx="457">
                  <c:v>3669</c:v>
                </c:pt>
                <c:pt idx="458">
                  <c:v>3683.54</c:v>
                </c:pt>
                <c:pt idx="459">
                  <c:v>3675.64</c:v>
                </c:pt>
                <c:pt idx="460">
                  <c:v>3680.16</c:v>
                </c:pt>
                <c:pt idx="461">
                  <c:v>3686.15</c:v>
                </c:pt>
                <c:pt idx="462">
                  <c:v>3690.74</c:v>
                </c:pt>
                <c:pt idx="463">
                  <c:v>3670.7200000000003</c:v>
                </c:pt>
                <c:pt idx="464">
                  <c:v>3701.39</c:v>
                </c:pt>
                <c:pt idx="465">
                  <c:v>3712.62</c:v>
                </c:pt>
                <c:pt idx="466">
                  <c:v>3719.97</c:v>
                </c:pt>
                <c:pt idx="467">
                  <c:v>3721.5600000000004</c:v>
                </c:pt>
                <c:pt idx="468">
                  <c:v>3734.47</c:v>
                </c:pt>
                <c:pt idx="469">
                  <c:v>3718.9199999999996</c:v>
                </c:pt>
                <c:pt idx="470">
                  <c:v>3734.3199999999997</c:v>
                </c:pt>
                <c:pt idx="471">
                  <c:v>3727.89</c:v>
                </c:pt>
                <c:pt idx="472">
                  <c:v>3752.9900000000002</c:v>
                </c:pt>
                <c:pt idx="473">
                  <c:v>3759.0499999999997</c:v>
                </c:pt>
                <c:pt idx="474">
                  <c:v>3761.7799999999997</c:v>
                </c:pt>
                <c:pt idx="475">
                  <c:v>3753.2999999999997</c:v>
                </c:pt>
                <c:pt idx="476">
                  <c:v>3769.83</c:v>
                </c:pt>
                <c:pt idx="477">
                  <c:v>3773.8900000000003</c:v>
                </c:pt>
                <c:pt idx="478">
                  <c:v>3777.7799999999997</c:v>
                </c:pt>
                <c:pt idx="479">
                  <c:v>3790.76</c:v>
                </c:pt>
                <c:pt idx="480">
                  <c:v>3781.04</c:v>
                </c:pt>
                <c:pt idx="481">
                  <c:v>3787.3</c:v>
                </c:pt>
                <c:pt idx="482">
                  <c:v>3804.5499999999997</c:v>
                </c:pt>
                <c:pt idx="483">
                  <c:v>3761.82</c:v>
                </c:pt>
                <c:pt idx="484">
                  <c:v>3799.7000000000003</c:v>
                </c:pt>
                <c:pt idx="485">
                  <c:v>3803.39</c:v>
                </c:pt>
                <c:pt idx="486">
                  <c:v>3811.47</c:v>
                </c:pt>
                <c:pt idx="487">
                  <c:v>3758.9</c:v>
                </c:pt>
                <c:pt idx="488">
                  <c:v>3816.32</c:v>
                </c:pt>
                <c:pt idx="489">
                  <c:v>3822.5</c:v>
                </c:pt>
                <c:pt idx="490">
                  <c:v>3836.86</c:v>
                </c:pt>
                <c:pt idx="491">
                  <c:v>3842.23</c:v>
                </c:pt>
                <c:pt idx="492">
                  <c:v>3849.45</c:v>
                </c:pt>
                <c:pt idx="493">
                  <c:v>3819.3</c:v>
                </c:pt>
                <c:pt idx="494">
                  <c:v>3853.31</c:v>
                </c:pt>
                <c:pt idx="495">
                  <c:v>3868.16</c:v>
                </c:pt>
                <c:pt idx="496">
                  <c:v>3871.2599999999998</c:v>
                </c:pt>
                <c:pt idx="497">
                  <c:v>3867.2599999999998</c:v>
                </c:pt>
                <c:pt idx="498">
                  <c:v>3885.32</c:v>
                </c:pt>
                <c:pt idx="499">
                  <c:v>3893.02</c:v>
                </c:pt>
                <c:pt idx="500">
                  <c:v>3832.17</c:v>
                </c:pt>
                <c:pt idx="501">
                  <c:v>3888.77</c:v>
                </c:pt>
                <c:pt idx="502">
                  <c:v>3892.88</c:v>
                </c:pt>
                <c:pt idx="503">
                  <c:v>3908.27</c:v>
                </c:pt>
                <c:pt idx="504">
                  <c:v>3861</c:v>
                </c:pt>
                <c:pt idx="505">
                  <c:v>3910.7400000000002</c:v>
                </c:pt>
                <c:pt idx="506">
                  <c:v>3915.75</c:v>
                </c:pt>
                <c:pt idx="507">
                  <c:v>3924.78</c:v>
                </c:pt>
                <c:pt idx="508">
                  <c:v>3921.08</c:v>
                </c:pt>
                <c:pt idx="509">
                  <c:v>3931.7400000000002</c:v>
                </c:pt>
                <c:pt idx="510">
                  <c:v>3939.93</c:v>
                </c:pt>
                <c:pt idx="511">
                  <c:v>3952.76</c:v>
                </c:pt>
                <c:pt idx="512">
                  <c:v>3949</c:v>
                </c:pt>
                <c:pt idx="513">
                  <c:v>3952.9</c:v>
                </c:pt>
                <c:pt idx="514">
                  <c:v>3955.4700000000003</c:v>
                </c:pt>
                <c:pt idx="515">
                  <c:v>3898.59</c:v>
                </c:pt>
                <c:pt idx="516">
                  <c:v>3958.86</c:v>
                </c:pt>
                <c:pt idx="517">
                  <c:v>3964.72</c:v>
                </c:pt>
                <c:pt idx="518">
                  <c:v>3972.39</c:v>
                </c:pt>
                <c:pt idx="519">
                  <c:v>3901.27</c:v>
                </c:pt>
                <c:pt idx="520">
                  <c:v>3983.3500000000004</c:v>
                </c:pt>
                <c:pt idx="521">
                  <c:v>3969.4500000000003</c:v>
                </c:pt>
                <c:pt idx="522">
                  <c:v>3976.51</c:v>
                </c:pt>
                <c:pt idx="523">
                  <c:v>3914.98</c:v>
                </c:pt>
                <c:pt idx="524">
                  <c:v>3975.58</c:v>
                </c:pt>
                <c:pt idx="525">
                  <c:v>3991.27</c:v>
                </c:pt>
                <c:pt idx="526">
                  <c:v>3990.69</c:v>
                </c:pt>
                <c:pt idx="527">
                  <c:v>3983.97</c:v>
                </c:pt>
                <c:pt idx="528">
                  <c:v>4001.17</c:v>
                </c:pt>
                <c:pt idx="529">
                  <c:v>4008.1</c:v>
                </c:pt>
                <c:pt idx="530">
                  <c:v>4014.64</c:v>
                </c:pt>
                <c:pt idx="531">
                  <c:v>4030.3399999999997</c:v>
                </c:pt>
                <c:pt idx="532">
                  <c:v>4025.17</c:v>
                </c:pt>
                <c:pt idx="533">
                  <c:v>4033.6100000000006</c:v>
                </c:pt>
                <c:pt idx="534">
                  <c:v>4047.91</c:v>
                </c:pt>
                <c:pt idx="535">
                  <c:v>4029.75</c:v>
                </c:pt>
                <c:pt idx="536">
                  <c:v>4046.59</c:v>
                </c:pt>
                <c:pt idx="537">
                  <c:v>4058.09</c:v>
                </c:pt>
                <c:pt idx="538">
                  <c:v>4064.1299999999997</c:v>
                </c:pt>
                <c:pt idx="539">
                  <c:v>4066.6399999999994</c:v>
                </c:pt>
                <c:pt idx="540">
                  <c:v>4067.4</c:v>
                </c:pt>
                <c:pt idx="541">
                  <c:v>4069.84</c:v>
                </c:pt>
                <c:pt idx="542">
                  <c:v>4077.3</c:v>
                </c:pt>
                <c:pt idx="543">
                  <c:v>4088.7799999999997</c:v>
                </c:pt>
                <c:pt idx="544">
                  <c:v>4064.8999999999996</c:v>
                </c:pt>
                <c:pt idx="545">
                  <c:v>4089.37</c:v>
                </c:pt>
                <c:pt idx="546">
                  <c:v>4102.1900000000005</c:v>
                </c:pt>
                <c:pt idx="547">
                  <c:v>4110.45</c:v>
                </c:pt>
                <c:pt idx="548">
                  <c:v>4116.7999999999993</c:v>
                </c:pt>
                <c:pt idx="549">
                  <c:v>4100.4500000000007</c:v>
                </c:pt>
                <c:pt idx="550">
                  <c:v>4105.2299999999996</c:v>
                </c:pt>
                <c:pt idx="551">
                  <c:v>4123.87</c:v>
                </c:pt>
                <c:pt idx="552">
                  <c:v>4087.5899999999997</c:v>
                </c:pt>
                <c:pt idx="553">
                  <c:v>4123.67</c:v>
                </c:pt>
                <c:pt idx="554">
                  <c:v>4124.4699999999993</c:v>
                </c:pt>
                <c:pt idx="555">
                  <c:v>4127.41</c:v>
                </c:pt>
                <c:pt idx="556">
                  <c:v>4140.6000000000004</c:v>
                </c:pt>
                <c:pt idx="557">
                  <c:v>4129.84</c:v>
                </c:pt>
                <c:pt idx="558">
                  <c:v>4147.7000000000007</c:v>
                </c:pt>
                <c:pt idx="559">
                  <c:v>4161.4800000000005</c:v>
                </c:pt>
                <c:pt idx="560">
                  <c:v>4166.6100000000006</c:v>
                </c:pt>
                <c:pt idx="561">
                  <c:v>4166.8500000000004</c:v>
                </c:pt>
                <c:pt idx="562">
                  <c:v>4178.83</c:v>
                </c:pt>
                <c:pt idx="563">
                  <c:v>4187.2999999999993</c:v>
                </c:pt>
                <c:pt idx="564">
                  <c:v>4182.66</c:v>
                </c:pt>
                <c:pt idx="565">
                  <c:v>4189.2</c:v>
                </c:pt>
                <c:pt idx="566">
                  <c:v>4143.2599999999993</c:v>
                </c:pt>
                <c:pt idx="567">
                  <c:v>4192.0700000000006</c:v>
                </c:pt>
                <c:pt idx="568">
                  <c:v>4199.1500000000005</c:v>
                </c:pt>
                <c:pt idx="569">
                  <c:v>4191.71</c:v>
                </c:pt>
                <c:pt idx="570">
                  <c:v>4203.1799999999994</c:v>
                </c:pt>
                <c:pt idx="571">
                  <c:v>4211.6899999999996</c:v>
                </c:pt>
                <c:pt idx="572">
                  <c:v>4184.74</c:v>
                </c:pt>
                <c:pt idx="573">
                  <c:v>4211.8</c:v>
                </c:pt>
                <c:pt idx="574">
                  <c:v>4222.8700000000008</c:v>
                </c:pt>
                <c:pt idx="575">
                  <c:v>4230.8100000000004</c:v>
                </c:pt>
                <c:pt idx="576">
                  <c:v>4215.42</c:v>
                </c:pt>
                <c:pt idx="577">
                  <c:v>4227.66</c:v>
                </c:pt>
                <c:pt idx="578">
                  <c:v>4243.12</c:v>
                </c:pt>
                <c:pt idx="579">
                  <c:v>4237.4599999999991</c:v>
                </c:pt>
                <c:pt idx="580">
                  <c:v>4213.09</c:v>
                </c:pt>
                <c:pt idx="581">
                  <c:v>4246.88</c:v>
                </c:pt>
                <c:pt idx="582">
                  <c:v>4268.22</c:v>
                </c:pt>
                <c:pt idx="583">
                  <c:v>4252.62</c:v>
                </c:pt>
                <c:pt idx="584">
                  <c:v>4228.0600000000004</c:v>
                </c:pt>
                <c:pt idx="585">
                  <c:v>4266.7299999999996</c:v>
                </c:pt>
                <c:pt idx="586">
                  <c:v>4262.09</c:v>
                </c:pt>
                <c:pt idx="587">
                  <c:v>4274.6500000000005</c:v>
                </c:pt>
                <c:pt idx="588">
                  <c:v>4283.37</c:v>
                </c:pt>
                <c:pt idx="589">
                  <c:v>4283.1799999999994</c:v>
                </c:pt>
                <c:pt idx="590">
                  <c:v>4283.95</c:v>
                </c:pt>
              </c:numCache>
            </c:numRef>
          </c:yVal>
          <c:smooth val="0"/>
          <c:extLst>
            <c:ext xmlns:c16="http://schemas.microsoft.com/office/drawing/2014/chart" uri="{C3380CC4-5D6E-409C-BE32-E72D297353CC}">
              <c16:uniqueId val="{00000002-1079-45A5-8BD0-B300E665AEDC}"/>
            </c:ext>
          </c:extLst>
        </c:ser>
        <c:ser>
          <c:idx val="3"/>
          <c:order val="3"/>
          <c:tx>
            <c:strRef>
              <c:f>'Post Processing CaCl2'!$BK$1</c:f>
              <c:strCache>
                <c:ptCount val="1"/>
                <c:pt idx="0">
                  <c:v>NF270_MC2_061114_S3CaCl3</c:v>
                </c:pt>
              </c:strCache>
            </c:strRef>
          </c:tx>
          <c:spPr>
            <a:ln w="38100">
              <a:noFill/>
            </a:ln>
          </c:spPr>
          <c:marker>
            <c:symbol val="x"/>
            <c:size val="2"/>
          </c:marker>
          <c:xVal>
            <c:numRef>
              <c:f>'Post Processing CaCl2'!$BL$13:$BL$2419</c:f>
              <c:numCache>
                <c:formatCode>General</c:formatCode>
                <c:ptCount val="2407"/>
                <c:pt idx="0">
                  <c:v>236.54</c:v>
                </c:pt>
                <c:pt idx="1">
                  <c:v>236.52</c:v>
                </c:pt>
                <c:pt idx="2">
                  <c:v>236.54</c:v>
                </c:pt>
                <c:pt idx="3">
                  <c:v>236.52</c:v>
                </c:pt>
                <c:pt idx="4">
                  <c:v>236.53</c:v>
                </c:pt>
                <c:pt idx="5">
                  <c:v>236.52</c:v>
                </c:pt>
                <c:pt idx="6">
                  <c:v>236.76</c:v>
                </c:pt>
                <c:pt idx="7">
                  <c:v>236.78</c:v>
                </c:pt>
                <c:pt idx="8">
                  <c:v>236.64</c:v>
                </c:pt>
                <c:pt idx="9">
                  <c:v>236.72000000000003</c:v>
                </c:pt>
                <c:pt idx="10">
                  <c:v>236.84</c:v>
                </c:pt>
                <c:pt idx="11">
                  <c:v>236.65</c:v>
                </c:pt>
                <c:pt idx="12">
                  <c:v>236.65</c:v>
                </c:pt>
                <c:pt idx="13">
                  <c:v>236.63</c:v>
                </c:pt>
                <c:pt idx="14">
                  <c:v>236.68</c:v>
                </c:pt>
                <c:pt idx="15">
                  <c:v>236.63</c:v>
                </c:pt>
                <c:pt idx="16">
                  <c:v>236.92</c:v>
                </c:pt>
                <c:pt idx="17">
                  <c:v>236.77</c:v>
                </c:pt>
                <c:pt idx="18">
                  <c:v>236.68</c:v>
                </c:pt>
                <c:pt idx="19">
                  <c:v>237.28</c:v>
                </c:pt>
                <c:pt idx="20">
                  <c:v>237.33</c:v>
                </c:pt>
                <c:pt idx="21">
                  <c:v>237.33</c:v>
                </c:pt>
                <c:pt idx="22">
                  <c:v>237.19</c:v>
                </c:pt>
                <c:pt idx="23">
                  <c:v>237.1</c:v>
                </c:pt>
                <c:pt idx="24">
                  <c:v>237.51</c:v>
                </c:pt>
                <c:pt idx="25">
                  <c:v>237.24</c:v>
                </c:pt>
                <c:pt idx="26">
                  <c:v>237.52</c:v>
                </c:pt>
                <c:pt idx="27">
                  <c:v>237.06</c:v>
                </c:pt>
                <c:pt idx="28">
                  <c:v>237.5</c:v>
                </c:pt>
                <c:pt idx="29">
                  <c:v>237.22</c:v>
                </c:pt>
                <c:pt idx="30">
                  <c:v>237.37</c:v>
                </c:pt>
                <c:pt idx="31">
                  <c:v>237.43</c:v>
                </c:pt>
                <c:pt idx="32">
                  <c:v>237.44000000000003</c:v>
                </c:pt>
                <c:pt idx="33">
                  <c:v>237.51</c:v>
                </c:pt>
                <c:pt idx="34">
                  <c:v>237.56</c:v>
                </c:pt>
                <c:pt idx="35">
                  <c:v>237.64</c:v>
                </c:pt>
                <c:pt idx="36">
                  <c:v>237.67</c:v>
                </c:pt>
                <c:pt idx="37">
                  <c:v>237.74</c:v>
                </c:pt>
                <c:pt idx="38">
                  <c:v>237.76</c:v>
                </c:pt>
                <c:pt idx="39">
                  <c:v>237.8</c:v>
                </c:pt>
                <c:pt idx="40">
                  <c:v>237.84</c:v>
                </c:pt>
                <c:pt idx="41">
                  <c:v>237.88</c:v>
                </c:pt>
                <c:pt idx="42">
                  <c:v>237.91</c:v>
                </c:pt>
                <c:pt idx="43">
                  <c:v>237.96</c:v>
                </c:pt>
                <c:pt idx="44">
                  <c:v>237.96</c:v>
                </c:pt>
                <c:pt idx="45">
                  <c:v>238.02</c:v>
                </c:pt>
                <c:pt idx="46">
                  <c:v>237.97</c:v>
                </c:pt>
                <c:pt idx="47">
                  <c:v>238.21</c:v>
                </c:pt>
                <c:pt idx="48">
                  <c:v>237.98</c:v>
                </c:pt>
                <c:pt idx="49">
                  <c:v>238.06</c:v>
                </c:pt>
                <c:pt idx="50">
                  <c:v>238.35</c:v>
                </c:pt>
                <c:pt idx="51">
                  <c:v>238.1</c:v>
                </c:pt>
                <c:pt idx="52">
                  <c:v>238.29</c:v>
                </c:pt>
                <c:pt idx="53">
                  <c:v>238</c:v>
                </c:pt>
                <c:pt idx="54">
                  <c:v>238.63</c:v>
                </c:pt>
                <c:pt idx="55">
                  <c:v>238.77</c:v>
                </c:pt>
                <c:pt idx="56">
                  <c:v>238.69000000000003</c:v>
                </c:pt>
                <c:pt idx="57">
                  <c:v>238.37</c:v>
                </c:pt>
                <c:pt idx="58">
                  <c:v>238.69000000000003</c:v>
                </c:pt>
                <c:pt idx="59">
                  <c:v>238.82</c:v>
                </c:pt>
                <c:pt idx="60">
                  <c:v>238.74</c:v>
                </c:pt>
                <c:pt idx="61">
                  <c:v>238.81</c:v>
                </c:pt>
                <c:pt idx="62">
                  <c:v>238.53</c:v>
                </c:pt>
                <c:pt idx="63">
                  <c:v>238.63</c:v>
                </c:pt>
                <c:pt idx="64">
                  <c:v>238.67</c:v>
                </c:pt>
                <c:pt idx="65">
                  <c:v>238.72</c:v>
                </c:pt>
                <c:pt idx="66">
                  <c:v>238.74</c:v>
                </c:pt>
                <c:pt idx="67">
                  <c:v>238.82</c:v>
                </c:pt>
                <c:pt idx="68">
                  <c:v>238.82</c:v>
                </c:pt>
                <c:pt idx="69">
                  <c:v>238.89</c:v>
                </c:pt>
                <c:pt idx="70">
                  <c:v>238.92</c:v>
                </c:pt>
                <c:pt idx="71">
                  <c:v>238.97</c:v>
                </c:pt>
                <c:pt idx="72">
                  <c:v>238.99</c:v>
                </c:pt>
                <c:pt idx="73">
                  <c:v>239.03</c:v>
                </c:pt>
                <c:pt idx="74">
                  <c:v>239.09</c:v>
                </c:pt>
                <c:pt idx="75">
                  <c:v>239.13</c:v>
                </c:pt>
                <c:pt idx="76">
                  <c:v>239.17</c:v>
                </c:pt>
                <c:pt idx="77">
                  <c:v>239.19000000000003</c:v>
                </c:pt>
                <c:pt idx="78">
                  <c:v>239.22</c:v>
                </c:pt>
                <c:pt idx="79">
                  <c:v>239.4</c:v>
                </c:pt>
                <c:pt idx="80">
                  <c:v>239.19000000000003</c:v>
                </c:pt>
                <c:pt idx="81">
                  <c:v>239.53</c:v>
                </c:pt>
                <c:pt idx="82">
                  <c:v>239.49</c:v>
                </c:pt>
                <c:pt idx="83">
                  <c:v>239.67</c:v>
                </c:pt>
                <c:pt idx="84">
                  <c:v>239.42</c:v>
                </c:pt>
                <c:pt idx="85">
                  <c:v>239.48</c:v>
                </c:pt>
                <c:pt idx="86">
                  <c:v>239.32</c:v>
                </c:pt>
                <c:pt idx="87">
                  <c:v>239.97</c:v>
                </c:pt>
                <c:pt idx="88">
                  <c:v>239.27</c:v>
                </c:pt>
                <c:pt idx="89">
                  <c:v>239.52</c:v>
                </c:pt>
                <c:pt idx="90">
                  <c:v>240</c:v>
                </c:pt>
                <c:pt idx="91">
                  <c:v>239.43</c:v>
                </c:pt>
                <c:pt idx="92">
                  <c:v>239.66000000000003</c:v>
                </c:pt>
                <c:pt idx="93">
                  <c:v>239.9</c:v>
                </c:pt>
                <c:pt idx="94">
                  <c:v>239.95</c:v>
                </c:pt>
                <c:pt idx="95">
                  <c:v>239.85</c:v>
                </c:pt>
                <c:pt idx="96">
                  <c:v>239.77</c:v>
                </c:pt>
                <c:pt idx="97">
                  <c:v>239.94</c:v>
                </c:pt>
                <c:pt idx="98">
                  <c:v>239.93</c:v>
                </c:pt>
                <c:pt idx="99">
                  <c:v>240.14</c:v>
                </c:pt>
                <c:pt idx="100">
                  <c:v>240.14</c:v>
                </c:pt>
                <c:pt idx="101">
                  <c:v>240.13000000000002</c:v>
                </c:pt>
                <c:pt idx="102">
                  <c:v>240.21</c:v>
                </c:pt>
                <c:pt idx="103">
                  <c:v>240.22</c:v>
                </c:pt>
                <c:pt idx="104">
                  <c:v>240.29</c:v>
                </c:pt>
                <c:pt idx="105">
                  <c:v>240.32</c:v>
                </c:pt>
                <c:pt idx="106">
                  <c:v>240.35999999999999</c:v>
                </c:pt>
                <c:pt idx="107">
                  <c:v>240.39</c:v>
                </c:pt>
                <c:pt idx="108">
                  <c:v>240.44</c:v>
                </c:pt>
                <c:pt idx="109">
                  <c:v>240.49</c:v>
                </c:pt>
                <c:pt idx="110">
                  <c:v>240.53</c:v>
                </c:pt>
                <c:pt idx="111">
                  <c:v>240.6</c:v>
                </c:pt>
                <c:pt idx="112">
                  <c:v>240.54</c:v>
                </c:pt>
                <c:pt idx="113">
                  <c:v>240.69</c:v>
                </c:pt>
                <c:pt idx="114">
                  <c:v>240.84</c:v>
                </c:pt>
                <c:pt idx="115">
                  <c:v>240.88000000000002</c:v>
                </c:pt>
                <c:pt idx="116">
                  <c:v>240.68</c:v>
                </c:pt>
                <c:pt idx="117">
                  <c:v>240.72</c:v>
                </c:pt>
                <c:pt idx="118">
                  <c:v>241.2</c:v>
                </c:pt>
                <c:pt idx="119">
                  <c:v>241.19</c:v>
                </c:pt>
                <c:pt idx="120">
                  <c:v>241.31</c:v>
                </c:pt>
                <c:pt idx="121">
                  <c:v>241.34</c:v>
                </c:pt>
                <c:pt idx="122">
                  <c:v>240.39</c:v>
                </c:pt>
                <c:pt idx="123">
                  <c:v>241.38000000000002</c:v>
                </c:pt>
                <c:pt idx="124">
                  <c:v>241.04</c:v>
                </c:pt>
                <c:pt idx="125">
                  <c:v>241.35999999999999</c:v>
                </c:pt>
                <c:pt idx="126">
                  <c:v>240.74</c:v>
                </c:pt>
                <c:pt idx="127">
                  <c:v>240.98</c:v>
                </c:pt>
                <c:pt idx="128">
                  <c:v>241.44</c:v>
                </c:pt>
                <c:pt idx="129">
                  <c:v>311.47999999999996</c:v>
                </c:pt>
                <c:pt idx="130">
                  <c:v>312.68</c:v>
                </c:pt>
                <c:pt idx="131">
                  <c:v>313.08000000000004</c:v>
                </c:pt>
                <c:pt idx="132">
                  <c:v>314.17</c:v>
                </c:pt>
                <c:pt idx="133">
                  <c:v>316.07</c:v>
                </c:pt>
                <c:pt idx="134">
                  <c:v>318.58999999999997</c:v>
                </c:pt>
                <c:pt idx="135">
                  <c:v>321.26</c:v>
                </c:pt>
                <c:pt idx="136">
                  <c:v>323.28000000000003</c:v>
                </c:pt>
                <c:pt idx="137">
                  <c:v>326.29999999999995</c:v>
                </c:pt>
                <c:pt idx="138">
                  <c:v>329.92</c:v>
                </c:pt>
                <c:pt idx="139">
                  <c:v>333.38</c:v>
                </c:pt>
                <c:pt idx="140">
                  <c:v>337.88</c:v>
                </c:pt>
                <c:pt idx="141">
                  <c:v>342.89</c:v>
                </c:pt>
                <c:pt idx="142">
                  <c:v>345.86</c:v>
                </c:pt>
                <c:pt idx="143">
                  <c:v>347</c:v>
                </c:pt>
                <c:pt idx="144">
                  <c:v>349.26</c:v>
                </c:pt>
                <c:pt idx="145">
                  <c:v>353.89</c:v>
                </c:pt>
                <c:pt idx="146">
                  <c:v>364.42</c:v>
                </c:pt>
                <c:pt idx="147">
                  <c:v>369.92</c:v>
                </c:pt>
                <c:pt idx="148">
                  <c:v>375.90000000000003</c:v>
                </c:pt>
                <c:pt idx="149">
                  <c:v>381.03</c:v>
                </c:pt>
                <c:pt idx="150">
                  <c:v>386.27</c:v>
                </c:pt>
                <c:pt idx="151">
                  <c:v>392.12</c:v>
                </c:pt>
                <c:pt idx="152">
                  <c:v>397.56</c:v>
                </c:pt>
                <c:pt idx="153">
                  <c:v>402.71000000000004</c:v>
                </c:pt>
                <c:pt idx="154">
                  <c:v>407.99</c:v>
                </c:pt>
                <c:pt idx="155">
                  <c:v>413.28</c:v>
                </c:pt>
                <c:pt idx="156">
                  <c:v>418.78</c:v>
                </c:pt>
                <c:pt idx="157">
                  <c:v>423.54</c:v>
                </c:pt>
                <c:pt idx="158">
                  <c:v>429.77</c:v>
                </c:pt>
                <c:pt idx="159">
                  <c:v>435.78</c:v>
                </c:pt>
                <c:pt idx="160">
                  <c:v>442.24</c:v>
                </c:pt>
                <c:pt idx="161">
                  <c:v>448.21</c:v>
                </c:pt>
                <c:pt idx="162">
                  <c:v>453.59</c:v>
                </c:pt>
                <c:pt idx="163">
                  <c:v>460.01</c:v>
                </c:pt>
                <c:pt idx="164">
                  <c:v>466.62</c:v>
                </c:pt>
                <c:pt idx="165">
                  <c:v>472.42</c:v>
                </c:pt>
                <c:pt idx="166">
                  <c:v>479.42</c:v>
                </c:pt>
                <c:pt idx="167">
                  <c:v>485.01</c:v>
                </c:pt>
                <c:pt idx="168">
                  <c:v>491.78</c:v>
                </c:pt>
                <c:pt idx="169">
                  <c:v>498.56</c:v>
                </c:pt>
                <c:pt idx="170">
                  <c:v>505.63</c:v>
                </c:pt>
                <c:pt idx="171">
                  <c:v>511.66999999999996</c:v>
                </c:pt>
                <c:pt idx="172">
                  <c:v>517.71999999999991</c:v>
                </c:pt>
                <c:pt idx="173">
                  <c:v>524.04</c:v>
                </c:pt>
                <c:pt idx="174">
                  <c:v>530.59</c:v>
                </c:pt>
                <c:pt idx="175">
                  <c:v>536.52</c:v>
                </c:pt>
                <c:pt idx="176">
                  <c:v>543.81000000000006</c:v>
                </c:pt>
                <c:pt idx="177">
                  <c:v>549.88</c:v>
                </c:pt>
                <c:pt idx="178">
                  <c:v>556.81999999999994</c:v>
                </c:pt>
                <c:pt idx="179">
                  <c:v>563.06999999999994</c:v>
                </c:pt>
                <c:pt idx="180">
                  <c:v>569.6099999999999</c:v>
                </c:pt>
                <c:pt idx="181">
                  <c:v>575.55999999999995</c:v>
                </c:pt>
                <c:pt idx="182">
                  <c:v>582.45999999999992</c:v>
                </c:pt>
                <c:pt idx="183">
                  <c:v>589.79999999999995</c:v>
                </c:pt>
                <c:pt idx="184">
                  <c:v>596.31000000000006</c:v>
                </c:pt>
                <c:pt idx="185">
                  <c:v>601.67999999999995</c:v>
                </c:pt>
                <c:pt idx="186">
                  <c:v>607.38</c:v>
                </c:pt>
                <c:pt idx="187">
                  <c:v>616.31000000000006</c:v>
                </c:pt>
                <c:pt idx="188">
                  <c:v>620.37</c:v>
                </c:pt>
                <c:pt idx="189">
                  <c:v>626.41999999999996</c:v>
                </c:pt>
                <c:pt idx="190">
                  <c:v>633.37</c:v>
                </c:pt>
                <c:pt idx="191">
                  <c:v>640.86</c:v>
                </c:pt>
                <c:pt idx="192">
                  <c:v>646.83999999999992</c:v>
                </c:pt>
                <c:pt idx="193">
                  <c:v>654.54999999999995</c:v>
                </c:pt>
                <c:pt idx="194">
                  <c:v>660.23</c:v>
                </c:pt>
                <c:pt idx="195">
                  <c:v>666.01</c:v>
                </c:pt>
                <c:pt idx="196">
                  <c:v>672.42000000000007</c:v>
                </c:pt>
                <c:pt idx="197">
                  <c:v>679.11999999999989</c:v>
                </c:pt>
                <c:pt idx="198">
                  <c:v>684.92</c:v>
                </c:pt>
                <c:pt idx="199">
                  <c:v>692.2</c:v>
                </c:pt>
                <c:pt idx="200">
                  <c:v>697.84</c:v>
                </c:pt>
                <c:pt idx="201">
                  <c:v>704.82</c:v>
                </c:pt>
                <c:pt idx="202">
                  <c:v>711</c:v>
                </c:pt>
                <c:pt idx="203">
                  <c:v>717.99</c:v>
                </c:pt>
                <c:pt idx="204">
                  <c:v>723.77</c:v>
                </c:pt>
                <c:pt idx="205">
                  <c:v>731.77</c:v>
                </c:pt>
                <c:pt idx="206">
                  <c:v>738.66</c:v>
                </c:pt>
                <c:pt idx="207">
                  <c:v>744.46999999999991</c:v>
                </c:pt>
                <c:pt idx="208">
                  <c:v>750.94</c:v>
                </c:pt>
                <c:pt idx="209">
                  <c:v>757.61</c:v>
                </c:pt>
                <c:pt idx="210">
                  <c:v>763.44999999999993</c:v>
                </c:pt>
                <c:pt idx="211">
                  <c:v>769.81999999999994</c:v>
                </c:pt>
                <c:pt idx="212">
                  <c:v>776.38</c:v>
                </c:pt>
                <c:pt idx="213">
                  <c:v>782.28</c:v>
                </c:pt>
                <c:pt idx="214">
                  <c:v>789.15</c:v>
                </c:pt>
                <c:pt idx="215">
                  <c:v>794.26</c:v>
                </c:pt>
                <c:pt idx="216">
                  <c:v>801.62</c:v>
                </c:pt>
                <c:pt idx="217">
                  <c:v>807.96</c:v>
                </c:pt>
                <c:pt idx="218">
                  <c:v>813.63</c:v>
                </c:pt>
                <c:pt idx="219">
                  <c:v>819.28</c:v>
                </c:pt>
                <c:pt idx="220">
                  <c:v>825.53</c:v>
                </c:pt>
                <c:pt idx="221">
                  <c:v>829.48</c:v>
                </c:pt>
                <c:pt idx="222">
                  <c:v>836.30000000000007</c:v>
                </c:pt>
                <c:pt idx="223">
                  <c:v>843.72</c:v>
                </c:pt>
                <c:pt idx="224">
                  <c:v>847.6</c:v>
                </c:pt>
                <c:pt idx="225">
                  <c:v>854.41</c:v>
                </c:pt>
                <c:pt idx="226">
                  <c:v>859.54</c:v>
                </c:pt>
                <c:pt idx="227">
                  <c:v>866.68999999999994</c:v>
                </c:pt>
                <c:pt idx="228">
                  <c:v>872.99</c:v>
                </c:pt>
                <c:pt idx="229">
                  <c:v>877.92000000000007</c:v>
                </c:pt>
                <c:pt idx="230">
                  <c:v>883.4</c:v>
                </c:pt>
                <c:pt idx="231">
                  <c:v>891.44</c:v>
                </c:pt>
                <c:pt idx="232">
                  <c:v>897.59</c:v>
                </c:pt>
                <c:pt idx="233">
                  <c:v>903.81</c:v>
                </c:pt>
                <c:pt idx="234">
                  <c:v>909.86</c:v>
                </c:pt>
                <c:pt idx="235">
                  <c:v>915.49</c:v>
                </c:pt>
                <c:pt idx="236">
                  <c:v>920.48</c:v>
                </c:pt>
                <c:pt idx="237">
                  <c:v>926.96</c:v>
                </c:pt>
                <c:pt idx="238">
                  <c:v>932.84999999999991</c:v>
                </c:pt>
                <c:pt idx="239">
                  <c:v>940.2700000000001</c:v>
                </c:pt>
                <c:pt idx="240">
                  <c:v>946.86</c:v>
                </c:pt>
                <c:pt idx="241">
                  <c:v>953.2</c:v>
                </c:pt>
                <c:pt idx="242">
                  <c:v>959.54</c:v>
                </c:pt>
                <c:pt idx="243">
                  <c:v>964.53</c:v>
                </c:pt>
                <c:pt idx="244">
                  <c:v>970.58999999999992</c:v>
                </c:pt>
                <c:pt idx="245">
                  <c:v>977.01</c:v>
                </c:pt>
                <c:pt idx="246">
                  <c:v>983.45</c:v>
                </c:pt>
                <c:pt idx="247">
                  <c:v>988.66</c:v>
                </c:pt>
                <c:pt idx="248">
                  <c:v>995.72</c:v>
                </c:pt>
                <c:pt idx="249">
                  <c:v>1001.65</c:v>
                </c:pt>
                <c:pt idx="250">
                  <c:v>1007.87</c:v>
                </c:pt>
                <c:pt idx="251">
                  <c:v>1013.62</c:v>
                </c:pt>
                <c:pt idx="252">
                  <c:v>1019.14</c:v>
                </c:pt>
                <c:pt idx="253">
                  <c:v>1025.6600000000001</c:v>
                </c:pt>
                <c:pt idx="254">
                  <c:v>1031.21</c:v>
                </c:pt>
                <c:pt idx="255">
                  <c:v>1037.1399999999999</c:v>
                </c:pt>
                <c:pt idx="256">
                  <c:v>1042.6200000000001</c:v>
                </c:pt>
                <c:pt idx="257">
                  <c:v>1048.8399999999999</c:v>
                </c:pt>
                <c:pt idx="258">
                  <c:v>1053.42</c:v>
                </c:pt>
                <c:pt idx="259">
                  <c:v>1059.6699999999998</c:v>
                </c:pt>
                <c:pt idx="260">
                  <c:v>1065.6399999999999</c:v>
                </c:pt>
                <c:pt idx="261">
                  <c:v>1071.73</c:v>
                </c:pt>
                <c:pt idx="262">
                  <c:v>1077.2600000000002</c:v>
                </c:pt>
                <c:pt idx="263">
                  <c:v>1083.3500000000001</c:v>
                </c:pt>
                <c:pt idx="264">
                  <c:v>1089.01</c:v>
                </c:pt>
                <c:pt idx="265">
                  <c:v>1095.0800000000002</c:v>
                </c:pt>
                <c:pt idx="266">
                  <c:v>1100.9000000000001</c:v>
                </c:pt>
                <c:pt idx="267">
                  <c:v>1107.58</c:v>
                </c:pt>
                <c:pt idx="268">
                  <c:v>1115.3200000000002</c:v>
                </c:pt>
                <c:pt idx="269">
                  <c:v>1121.04</c:v>
                </c:pt>
                <c:pt idx="270">
                  <c:v>1126.8899999999999</c:v>
                </c:pt>
                <c:pt idx="271">
                  <c:v>1132.4000000000001</c:v>
                </c:pt>
                <c:pt idx="272">
                  <c:v>1137.45</c:v>
                </c:pt>
                <c:pt idx="273">
                  <c:v>1143.31</c:v>
                </c:pt>
                <c:pt idx="274">
                  <c:v>1149.47</c:v>
                </c:pt>
                <c:pt idx="275">
                  <c:v>1154.97</c:v>
                </c:pt>
                <c:pt idx="276">
                  <c:v>1161.53</c:v>
                </c:pt>
                <c:pt idx="277">
                  <c:v>1167</c:v>
                </c:pt>
                <c:pt idx="278">
                  <c:v>1173.0899999999999</c:v>
                </c:pt>
                <c:pt idx="279">
                  <c:v>1178.45</c:v>
                </c:pt>
                <c:pt idx="280">
                  <c:v>1184.6500000000001</c:v>
                </c:pt>
                <c:pt idx="281">
                  <c:v>1190.02</c:v>
                </c:pt>
                <c:pt idx="282">
                  <c:v>1196.18</c:v>
                </c:pt>
                <c:pt idx="283">
                  <c:v>1202.3</c:v>
                </c:pt>
                <c:pt idx="284">
                  <c:v>1207.81</c:v>
                </c:pt>
                <c:pt idx="285">
                  <c:v>1210.9000000000001</c:v>
                </c:pt>
                <c:pt idx="286">
                  <c:v>1216.1100000000001</c:v>
                </c:pt>
                <c:pt idx="287">
                  <c:v>1221.4199999999998</c:v>
                </c:pt>
                <c:pt idx="288">
                  <c:v>1226.6200000000001</c:v>
                </c:pt>
                <c:pt idx="289">
                  <c:v>1232.44</c:v>
                </c:pt>
                <c:pt idx="290">
                  <c:v>1237.55</c:v>
                </c:pt>
                <c:pt idx="291">
                  <c:v>1242.69</c:v>
                </c:pt>
                <c:pt idx="292">
                  <c:v>1248.6699999999998</c:v>
                </c:pt>
                <c:pt idx="293">
                  <c:v>1253.97</c:v>
                </c:pt>
                <c:pt idx="294">
                  <c:v>1260.0800000000002</c:v>
                </c:pt>
                <c:pt idx="295">
                  <c:v>1265.8100000000002</c:v>
                </c:pt>
                <c:pt idx="296">
                  <c:v>1273.0300000000002</c:v>
                </c:pt>
                <c:pt idx="297">
                  <c:v>1278.78</c:v>
                </c:pt>
                <c:pt idx="298">
                  <c:v>1284.3599999999999</c:v>
                </c:pt>
                <c:pt idx="299">
                  <c:v>1288.97</c:v>
                </c:pt>
                <c:pt idx="300">
                  <c:v>1295.19</c:v>
                </c:pt>
                <c:pt idx="301">
                  <c:v>1300.73</c:v>
                </c:pt>
                <c:pt idx="302">
                  <c:v>1305.3</c:v>
                </c:pt>
                <c:pt idx="303">
                  <c:v>1311.11</c:v>
                </c:pt>
                <c:pt idx="304">
                  <c:v>1316.6100000000001</c:v>
                </c:pt>
                <c:pt idx="305">
                  <c:v>1322.17</c:v>
                </c:pt>
                <c:pt idx="306">
                  <c:v>1327.19</c:v>
                </c:pt>
                <c:pt idx="307">
                  <c:v>1333.63</c:v>
                </c:pt>
                <c:pt idx="308">
                  <c:v>1338.27</c:v>
                </c:pt>
                <c:pt idx="309">
                  <c:v>1344.16</c:v>
                </c:pt>
                <c:pt idx="310">
                  <c:v>1349.76</c:v>
                </c:pt>
                <c:pt idx="311">
                  <c:v>1354.97</c:v>
                </c:pt>
                <c:pt idx="312">
                  <c:v>1360.8400000000001</c:v>
                </c:pt>
                <c:pt idx="313">
                  <c:v>1366.06</c:v>
                </c:pt>
                <c:pt idx="314">
                  <c:v>1371.78</c:v>
                </c:pt>
                <c:pt idx="315">
                  <c:v>1376.74</c:v>
                </c:pt>
                <c:pt idx="316">
                  <c:v>1382.2700000000002</c:v>
                </c:pt>
                <c:pt idx="317">
                  <c:v>1387.24</c:v>
                </c:pt>
                <c:pt idx="318">
                  <c:v>1392.79</c:v>
                </c:pt>
                <c:pt idx="319">
                  <c:v>1397.77</c:v>
                </c:pt>
                <c:pt idx="320">
                  <c:v>1402.76</c:v>
                </c:pt>
                <c:pt idx="321">
                  <c:v>1407.72</c:v>
                </c:pt>
                <c:pt idx="322">
                  <c:v>1412.91</c:v>
                </c:pt>
                <c:pt idx="323">
                  <c:v>1417.8</c:v>
                </c:pt>
                <c:pt idx="324">
                  <c:v>1423.1499999999999</c:v>
                </c:pt>
                <c:pt idx="325">
                  <c:v>1429.75</c:v>
                </c:pt>
                <c:pt idx="326">
                  <c:v>1434.61</c:v>
                </c:pt>
                <c:pt idx="327">
                  <c:v>1439.9299999999998</c:v>
                </c:pt>
                <c:pt idx="328">
                  <c:v>1444.9</c:v>
                </c:pt>
                <c:pt idx="329">
                  <c:v>1451.12</c:v>
                </c:pt>
                <c:pt idx="330">
                  <c:v>1454.97</c:v>
                </c:pt>
                <c:pt idx="331">
                  <c:v>1461.3799999999999</c:v>
                </c:pt>
                <c:pt idx="332">
                  <c:v>1464.6399999999999</c:v>
                </c:pt>
                <c:pt idx="333">
                  <c:v>1470.34</c:v>
                </c:pt>
                <c:pt idx="334">
                  <c:v>1475.29</c:v>
                </c:pt>
                <c:pt idx="335">
                  <c:v>1481.29</c:v>
                </c:pt>
                <c:pt idx="336">
                  <c:v>1487.53</c:v>
                </c:pt>
                <c:pt idx="337">
                  <c:v>1492.99</c:v>
                </c:pt>
                <c:pt idx="338">
                  <c:v>1497.8899999999999</c:v>
                </c:pt>
                <c:pt idx="339">
                  <c:v>1503.66</c:v>
                </c:pt>
                <c:pt idx="340">
                  <c:v>1507.3700000000001</c:v>
                </c:pt>
                <c:pt idx="341">
                  <c:v>1514</c:v>
                </c:pt>
                <c:pt idx="342">
                  <c:v>1516.8200000000002</c:v>
                </c:pt>
                <c:pt idx="343">
                  <c:v>1522.33</c:v>
                </c:pt>
                <c:pt idx="344">
                  <c:v>1527.1399999999999</c:v>
                </c:pt>
                <c:pt idx="345">
                  <c:v>1532.9299999999998</c:v>
                </c:pt>
                <c:pt idx="346">
                  <c:v>1538.13</c:v>
                </c:pt>
                <c:pt idx="347">
                  <c:v>1543.82</c:v>
                </c:pt>
                <c:pt idx="348">
                  <c:v>1549.7</c:v>
                </c:pt>
                <c:pt idx="349">
                  <c:v>1552.74</c:v>
                </c:pt>
                <c:pt idx="350">
                  <c:v>1557.63</c:v>
                </c:pt>
                <c:pt idx="351">
                  <c:v>1562.4499999999998</c:v>
                </c:pt>
                <c:pt idx="352">
                  <c:v>1567.3</c:v>
                </c:pt>
                <c:pt idx="353">
                  <c:v>1572.22</c:v>
                </c:pt>
                <c:pt idx="354">
                  <c:v>1576.8899999999999</c:v>
                </c:pt>
                <c:pt idx="355">
                  <c:v>1582.5</c:v>
                </c:pt>
                <c:pt idx="356">
                  <c:v>1586.95</c:v>
                </c:pt>
                <c:pt idx="357">
                  <c:v>1591.9</c:v>
                </c:pt>
                <c:pt idx="358">
                  <c:v>1596.44</c:v>
                </c:pt>
                <c:pt idx="359">
                  <c:v>1601.95</c:v>
                </c:pt>
                <c:pt idx="360">
                  <c:v>1606.77</c:v>
                </c:pt>
                <c:pt idx="361">
                  <c:v>1611.99</c:v>
                </c:pt>
                <c:pt idx="362">
                  <c:v>1616.72</c:v>
                </c:pt>
                <c:pt idx="363">
                  <c:v>1621.99</c:v>
                </c:pt>
                <c:pt idx="364">
                  <c:v>1627.9099999999999</c:v>
                </c:pt>
                <c:pt idx="365">
                  <c:v>1634.05</c:v>
                </c:pt>
                <c:pt idx="366">
                  <c:v>1638.9199999999998</c:v>
                </c:pt>
                <c:pt idx="367">
                  <c:v>1643.96</c:v>
                </c:pt>
                <c:pt idx="368">
                  <c:v>1648.8400000000001</c:v>
                </c:pt>
                <c:pt idx="369">
                  <c:v>1653.17</c:v>
                </c:pt>
                <c:pt idx="370">
                  <c:v>1658.26</c:v>
                </c:pt>
                <c:pt idx="371">
                  <c:v>1662.9199999999998</c:v>
                </c:pt>
                <c:pt idx="372">
                  <c:v>1668.42</c:v>
                </c:pt>
                <c:pt idx="373">
                  <c:v>1672.7399999999998</c:v>
                </c:pt>
                <c:pt idx="374">
                  <c:v>1679.29</c:v>
                </c:pt>
                <c:pt idx="375">
                  <c:v>1684.89</c:v>
                </c:pt>
                <c:pt idx="376">
                  <c:v>1689.92</c:v>
                </c:pt>
                <c:pt idx="377">
                  <c:v>1694.3600000000001</c:v>
                </c:pt>
                <c:pt idx="378">
                  <c:v>1699.65</c:v>
                </c:pt>
                <c:pt idx="379">
                  <c:v>1704.1599999999999</c:v>
                </c:pt>
                <c:pt idx="380">
                  <c:v>1708.0900000000001</c:v>
                </c:pt>
                <c:pt idx="381">
                  <c:v>1712.6699999999998</c:v>
                </c:pt>
                <c:pt idx="382">
                  <c:v>1717.27</c:v>
                </c:pt>
                <c:pt idx="383">
                  <c:v>1722.04</c:v>
                </c:pt>
                <c:pt idx="384">
                  <c:v>1726.5900000000001</c:v>
                </c:pt>
                <c:pt idx="385">
                  <c:v>1730.96</c:v>
                </c:pt>
                <c:pt idx="386">
                  <c:v>1735.44</c:v>
                </c:pt>
                <c:pt idx="387">
                  <c:v>1740.68</c:v>
                </c:pt>
                <c:pt idx="388">
                  <c:v>1746.5</c:v>
                </c:pt>
                <c:pt idx="389">
                  <c:v>1749.78</c:v>
                </c:pt>
                <c:pt idx="390">
                  <c:v>1754.3200000000002</c:v>
                </c:pt>
                <c:pt idx="391">
                  <c:v>1759.48</c:v>
                </c:pt>
                <c:pt idx="392">
                  <c:v>1763.66</c:v>
                </c:pt>
                <c:pt idx="393">
                  <c:v>1768.99</c:v>
                </c:pt>
                <c:pt idx="394">
                  <c:v>1775.07</c:v>
                </c:pt>
                <c:pt idx="395">
                  <c:v>1779.78</c:v>
                </c:pt>
                <c:pt idx="396">
                  <c:v>1784.6</c:v>
                </c:pt>
                <c:pt idx="397">
                  <c:v>1787.74</c:v>
                </c:pt>
                <c:pt idx="398">
                  <c:v>1793.34</c:v>
                </c:pt>
                <c:pt idx="399">
                  <c:v>1798.64</c:v>
                </c:pt>
                <c:pt idx="400">
                  <c:v>1801.34</c:v>
                </c:pt>
                <c:pt idx="401">
                  <c:v>1806.6</c:v>
                </c:pt>
                <c:pt idx="402">
                  <c:v>1810.91</c:v>
                </c:pt>
                <c:pt idx="403">
                  <c:v>1816.47</c:v>
                </c:pt>
                <c:pt idx="404">
                  <c:v>1821.84</c:v>
                </c:pt>
                <c:pt idx="405">
                  <c:v>1827.46</c:v>
                </c:pt>
                <c:pt idx="406">
                  <c:v>1829.96</c:v>
                </c:pt>
                <c:pt idx="407">
                  <c:v>1834.53</c:v>
                </c:pt>
                <c:pt idx="408">
                  <c:v>1839.3200000000002</c:v>
                </c:pt>
                <c:pt idx="409">
                  <c:v>1844.72</c:v>
                </c:pt>
                <c:pt idx="410">
                  <c:v>1849.73</c:v>
                </c:pt>
                <c:pt idx="411">
                  <c:v>1852.66</c:v>
                </c:pt>
                <c:pt idx="412">
                  <c:v>1858.46</c:v>
                </c:pt>
                <c:pt idx="413">
                  <c:v>1862.06</c:v>
                </c:pt>
                <c:pt idx="414">
                  <c:v>1868.08</c:v>
                </c:pt>
                <c:pt idx="415">
                  <c:v>1870.28</c:v>
                </c:pt>
                <c:pt idx="416">
                  <c:v>1874.74</c:v>
                </c:pt>
                <c:pt idx="417">
                  <c:v>1881.6999999999998</c:v>
                </c:pt>
                <c:pt idx="418">
                  <c:v>1884.19</c:v>
                </c:pt>
                <c:pt idx="419">
                  <c:v>1890.11</c:v>
                </c:pt>
                <c:pt idx="420">
                  <c:v>1893.73</c:v>
                </c:pt>
                <c:pt idx="421">
                  <c:v>1898.01</c:v>
                </c:pt>
                <c:pt idx="422">
                  <c:v>1904.1699999999998</c:v>
                </c:pt>
                <c:pt idx="423">
                  <c:v>1909.1299999999999</c:v>
                </c:pt>
                <c:pt idx="424">
                  <c:v>1913.49</c:v>
                </c:pt>
                <c:pt idx="425">
                  <c:v>1919.7</c:v>
                </c:pt>
                <c:pt idx="426">
                  <c:v>1923.71</c:v>
                </c:pt>
                <c:pt idx="427">
                  <c:v>1929.17</c:v>
                </c:pt>
                <c:pt idx="428">
                  <c:v>1932.11</c:v>
                </c:pt>
                <c:pt idx="429">
                  <c:v>1937.52</c:v>
                </c:pt>
                <c:pt idx="430">
                  <c:v>1942.21</c:v>
                </c:pt>
                <c:pt idx="431">
                  <c:v>1947.17</c:v>
                </c:pt>
                <c:pt idx="432">
                  <c:v>1952.11</c:v>
                </c:pt>
                <c:pt idx="433">
                  <c:v>1955.32</c:v>
                </c:pt>
                <c:pt idx="434">
                  <c:v>1961.29</c:v>
                </c:pt>
                <c:pt idx="435">
                  <c:v>1966.03</c:v>
                </c:pt>
                <c:pt idx="436">
                  <c:v>1969.13</c:v>
                </c:pt>
                <c:pt idx="437">
                  <c:v>1975.57</c:v>
                </c:pt>
                <c:pt idx="438">
                  <c:v>1979.9199999999998</c:v>
                </c:pt>
                <c:pt idx="439">
                  <c:v>1984.3200000000002</c:v>
                </c:pt>
                <c:pt idx="440">
                  <c:v>1988.68</c:v>
                </c:pt>
                <c:pt idx="441">
                  <c:v>1992.45</c:v>
                </c:pt>
                <c:pt idx="442">
                  <c:v>1996.6299999999999</c:v>
                </c:pt>
                <c:pt idx="443">
                  <c:v>2001.8899999999999</c:v>
                </c:pt>
                <c:pt idx="444">
                  <c:v>2005.4599999999998</c:v>
                </c:pt>
                <c:pt idx="445">
                  <c:v>2009.5</c:v>
                </c:pt>
                <c:pt idx="446">
                  <c:v>2014.98</c:v>
                </c:pt>
                <c:pt idx="447">
                  <c:v>2020</c:v>
                </c:pt>
                <c:pt idx="448">
                  <c:v>2024.59</c:v>
                </c:pt>
                <c:pt idx="449">
                  <c:v>2028.14</c:v>
                </c:pt>
                <c:pt idx="450">
                  <c:v>2033.06</c:v>
                </c:pt>
                <c:pt idx="451">
                  <c:v>2037.38</c:v>
                </c:pt>
                <c:pt idx="452">
                  <c:v>2041.43</c:v>
                </c:pt>
                <c:pt idx="453">
                  <c:v>2042.09</c:v>
                </c:pt>
                <c:pt idx="454">
                  <c:v>2047.8600000000001</c:v>
                </c:pt>
                <c:pt idx="455">
                  <c:v>2050.9</c:v>
                </c:pt>
                <c:pt idx="456">
                  <c:v>2057.48</c:v>
                </c:pt>
                <c:pt idx="457">
                  <c:v>2060.94</c:v>
                </c:pt>
                <c:pt idx="458">
                  <c:v>2066.73</c:v>
                </c:pt>
                <c:pt idx="459">
                  <c:v>2070.2199999999998</c:v>
                </c:pt>
                <c:pt idx="460">
                  <c:v>2075</c:v>
                </c:pt>
                <c:pt idx="461">
                  <c:v>2078.14</c:v>
                </c:pt>
                <c:pt idx="462">
                  <c:v>2083.4100000000003</c:v>
                </c:pt>
                <c:pt idx="463">
                  <c:v>2087.9300000000003</c:v>
                </c:pt>
                <c:pt idx="464">
                  <c:v>2091.7799999999997</c:v>
                </c:pt>
                <c:pt idx="465">
                  <c:v>2096.4700000000003</c:v>
                </c:pt>
                <c:pt idx="466">
                  <c:v>2100.46</c:v>
                </c:pt>
                <c:pt idx="467">
                  <c:v>2105.04</c:v>
                </c:pt>
                <c:pt idx="468">
                  <c:v>2109.62</c:v>
                </c:pt>
                <c:pt idx="469">
                  <c:v>2113.77</c:v>
                </c:pt>
                <c:pt idx="470">
                  <c:v>2118.23</c:v>
                </c:pt>
                <c:pt idx="471">
                  <c:v>2122.37</c:v>
                </c:pt>
                <c:pt idx="472">
                  <c:v>2126.77</c:v>
                </c:pt>
                <c:pt idx="473">
                  <c:v>2130.7800000000002</c:v>
                </c:pt>
                <c:pt idx="474">
                  <c:v>2134.64</c:v>
                </c:pt>
                <c:pt idx="475">
                  <c:v>2140.39</c:v>
                </c:pt>
                <c:pt idx="476">
                  <c:v>2144.1499999999996</c:v>
                </c:pt>
                <c:pt idx="477">
                  <c:v>2148.0700000000002</c:v>
                </c:pt>
                <c:pt idx="478">
                  <c:v>2151</c:v>
                </c:pt>
                <c:pt idx="479">
                  <c:v>2157.3199999999997</c:v>
                </c:pt>
                <c:pt idx="480">
                  <c:v>2158.9299999999998</c:v>
                </c:pt>
                <c:pt idx="481">
                  <c:v>2163.96</c:v>
                </c:pt>
                <c:pt idx="482">
                  <c:v>2170.94</c:v>
                </c:pt>
                <c:pt idx="483">
                  <c:v>2172.6999999999998</c:v>
                </c:pt>
                <c:pt idx="484">
                  <c:v>2178.33</c:v>
                </c:pt>
                <c:pt idx="485">
                  <c:v>2179.6799999999998</c:v>
                </c:pt>
                <c:pt idx="486">
                  <c:v>2183.8199999999997</c:v>
                </c:pt>
                <c:pt idx="487">
                  <c:v>2188.6899999999996</c:v>
                </c:pt>
                <c:pt idx="488">
                  <c:v>2195.19</c:v>
                </c:pt>
                <c:pt idx="489">
                  <c:v>2197.67</c:v>
                </c:pt>
                <c:pt idx="490">
                  <c:v>2201.66</c:v>
                </c:pt>
                <c:pt idx="491">
                  <c:v>2206.48</c:v>
                </c:pt>
                <c:pt idx="492">
                  <c:v>2211.89</c:v>
                </c:pt>
                <c:pt idx="493">
                  <c:v>2210.92</c:v>
                </c:pt>
                <c:pt idx="494">
                  <c:v>2215.84</c:v>
                </c:pt>
                <c:pt idx="495">
                  <c:v>2219.96</c:v>
                </c:pt>
                <c:pt idx="496">
                  <c:v>2224.4199999999996</c:v>
                </c:pt>
                <c:pt idx="497">
                  <c:v>2232.84</c:v>
                </c:pt>
                <c:pt idx="498">
                  <c:v>2237.5</c:v>
                </c:pt>
                <c:pt idx="499">
                  <c:v>2240.96</c:v>
                </c:pt>
                <c:pt idx="500">
                  <c:v>2245.29</c:v>
                </c:pt>
                <c:pt idx="501">
                  <c:v>2249.67</c:v>
                </c:pt>
                <c:pt idx="502">
                  <c:v>2253.15</c:v>
                </c:pt>
                <c:pt idx="503">
                  <c:v>2257.2800000000002</c:v>
                </c:pt>
                <c:pt idx="504">
                  <c:v>2260.96</c:v>
                </c:pt>
                <c:pt idx="505">
                  <c:v>2265.9899999999998</c:v>
                </c:pt>
                <c:pt idx="506">
                  <c:v>2269.04</c:v>
                </c:pt>
                <c:pt idx="507">
                  <c:v>2273.5699999999997</c:v>
                </c:pt>
                <c:pt idx="508">
                  <c:v>2278.35</c:v>
                </c:pt>
                <c:pt idx="509">
                  <c:v>2280.5</c:v>
                </c:pt>
                <c:pt idx="510">
                  <c:v>2285.3599999999997</c:v>
                </c:pt>
                <c:pt idx="511">
                  <c:v>2290.62</c:v>
                </c:pt>
                <c:pt idx="512">
                  <c:v>2295.5299999999997</c:v>
                </c:pt>
                <c:pt idx="513">
                  <c:v>2298.7600000000002</c:v>
                </c:pt>
                <c:pt idx="514">
                  <c:v>2303.84</c:v>
                </c:pt>
                <c:pt idx="515">
                  <c:v>2307.87</c:v>
                </c:pt>
                <c:pt idx="516">
                  <c:v>2311.7399999999998</c:v>
                </c:pt>
                <c:pt idx="517">
                  <c:v>2314.54</c:v>
                </c:pt>
                <c:pt idx="518">
                  <c:v>2319.0700000000002</c:v>
                </c:pt>
                <c:pt idx="519">
                  <c:v>2323.7000000000003</c:v>
                </c:pt>
                <c:pt idx="520">
                  <c:v>2324.9900000000002</c:v>
                </c:pt>
                <c:pt idx="521">
                  <c:v>2329.5699999999997</c:v>
                </c:pt>
                <c:pt idx="522">
                  <c:v>2331.9100000000003</c:v>
                </c:pt>
                <c:pt idx="523">
                  <c:v>2338.11</c:v>
                </c:pt>
                <c:pt idx="524">
                  <c:v>2338.7199999999998</c:v>
                </c:pt>
                <c:pt idx="525">
                  <c:v>2344.7599999999998</c:v>
                </c:pt>
                <c:pt idx="526">
                  <c:v>2347.6</c:v>
                </c:pt>
                <c:pt idx="527">
                  <c:v>2352.7599999999998</c:v>
                </c:pt>
                <c:pt idx="528">
                  <c:v>2356.1899999999996</c:v>
                </c:pt>
                <c:pt idx="529">
                  <c:v>2359.61</c:v>
                </c:pt>
                <c:pt idx="530">
                  <c:v>2363.46</c:v>
                </c:pt>
                <c:pt idx="531">
                  <c:v>2367.9199999999996</c:v>
                </c:pt>
                <c:pt idx="532">
                  <c:v>2372.06</c:v>
                </c:pt>
                <c:pt idx="533">
                  <c:v>2376.3399999999997</c:v>
                </c:pt>
                <c:pt idx="534">
                  <c:v>2379.89</c:v>
                </c:pt>
                <c:pt idx="535">
                  <c:v>2384.38</c:v>
                </c:pt>
                <c:pt idx="536">
                  <c:v>2387.75</c:v>
                </c:pt>
                <c:pt idx="537">
                  <c:v>2391.89</c:v>
                </c:pt>
                <c:pt idx="538">
                  <c:v>2395.6</c:v>
                </c:pt>
                <c:pt idx="539">
                  <c:v>2399.9499999999998</c:v>
                </c:pt>
                <c:pt idx="540">
                  <c:v>2403.3799999999997</c:v>
                </c:pt>
                <c:pt idx="541">
                  <c:v>2408.77</c:v>
                </c:pt>
                <c:pt idx="542">
                  <c:v>2410.7799999999997</c:v>
                </c:pt>
                <c:pt idx="543">
                  <c:v>2417.46</c:v>
                </c:pt>
                <c:pt idx="544">
                  <c:v>2421.19</c:v>
                </c:pt>
                <c:pt idx="545">
                  <c:v>2423.81</c:v>
                </c:pt>
                <c:pt idx="546">
                  <c:v>2428.7999999999997</c:v>
                </c:pt>
                <c:pt idx="547">
                  <c:v>2434.19</c:v>
                </c:pt>
                <c:pt idx="548">
                  <c:v>2436.8200000000002</c:v>
                </c:pt>
                <c:pt idx="549">
                  <c:v>2441.7599999999998</c:v>
                </c:pt>
                <c:pt idx="550">
                  <c:v>2445.31</c:v>
                </c:pt>
                <c:pt idx="551">
                  <c:v>2448.6</c:v>
                </c:pt>
                <c:pt idx="552">
                  <c:v>2453.89</c:v>
                </c:pt>
                <c:pt idx="553">
                  <c:v>2457.04</c:v>
                </c:pt>
                <c:pt idx="554">
                  <c:v>2460</c:v>
                </c:pt>
                <c:pt idx="555">
                  <c:v>2460.35</c:v>
                </c:pt>
                <c:pt idx="556">
                  <c:v>2467.2600000000002</c:v>
                </c:pt>
                <c:pt idx="557">
                  <c:v>2467.92</c:v>
                </c:pt>
                <c:pt idx="558">
                  <c:v>2472.5700000000002</c:v>
                </c:pt>
                <c:pt idx="559">
                  <c:v>2476.1799999999998</c:v>
                </c:pt>
                <c:pt idx="560">
                  <c:v>2481.27</c:v>
                </c:pt>
                <c:pt idx="561">
                  <c:v>2486.84</c:v>
                </c:pt>
                <c:pt idx="562">
                  <c:v>2492.5</c:v>
                </c:pt>
                <c:pt idx="563">
                  <c:v>2496.2399999999998</c:v>
                </c:pt>
                <c:pt idx="564">
                  <c:v>2499.6299999999997</c:v>
                </c:pt>
                <c:pt idx="565">
                  <c:v>2503.5699999999997</c:v>
                </c:pt>
                <c:pt idx="566">
                  <c:v>2507.71</c:v>
                </c:pt>
                <c:pt idx="567">
                  <c:v>2510.5700000000002</c:v>
                </c:pt>
                <c:pt idx="568">
                  <c:v>2513.64</c:v>
                </c:pt>
                <c:pt idx="569">
                  <c:v>2517.8500000000004</c:v>
                </c:pt>
                <c:pt idx="570">
                  <c:v>2521.16</c:v>
                </c:pt>
                <c:pt idx="571">
                  <c:v>2525.14</c:v>
                </c:pt>
                <c:pt idx="572">
                  <c:v>2528.89</c:v>
                </c:pt>
                <c:pt idx="573">
                  <c:v>2532.7799999999997</c:v>
                </c:pt>
                <c:pt idx="574">
                  <c:v>2536.1699999999996</c:v>
                </c:pt>
                <c:pt idx="575">
                  <c:v>2539.4700000000003</c:v>
                </c:pt>
                <c:pt idx="576">
                  <c:v>2544.36</c:v>
                </c:pt>
                <c:pt idx="577">
                  <c:v>2549.9100000000003</c:v>
                </c:pt>
                <c:pt idx="578">
                  <c:v>2553.42</c:v>
                </c:pt>
                <c:pt idx="579">
                  <c:v>2556.94</c:v>
                </c:pt>
                <c:pt idx="580">
                  <c:v>2560.2399999999998</c:v>
                </c:pt>
                <c:pt idx="581">
                  <c:v>2563.92</c:v>
                </c:pt>
                <c:pt idx="582">
                  <c:v>2568.8399999999997</c:v>
                </c:pt>
                <c:pt idx="583">
                  <c:v>2570.98</c:v>
                </c:pt>
                <c:pt idx="584">
                  <c:v>2574.04</c:v>
                </c:pt>
                <c:pt idx="585">
                  <c:v>2578.1200000000003</c:v>
                </c:pt>
                <c:pt idx="586">
                  <c:v>2583.37</c:v>
                </c:pt>
                <c:pt idx="587">
                  <c:v>2586.46</c:v>
                </c:pt>
                <c:pt idx="588">
                  <c:v>2590.65</c:v>
                </c:pt>
                <c:pt idx="589">
                  <c:v>2593.7600000000002</c:v>
                </c:pt>
                <c:pt idx="590">
                  <c:v>2595.0299999999997</c:v>
                </c:pt>
                <c:pt idx="591">
                  <c:v>2599.69</c:v>
                </c:pt>
                <c:pt idx="592">
                  <c:v>2604.6200000000003</c:v>
                </c:pt>
                <c:pt idx="593">
                  <c:v>2607.86</c:v>
                </c:pt>
                <c:pt idx="594">
                  <c:v>2611.79</c:v>
                </c:pt>
                <c:pt idx="595">
                  <c:v>2615.48</c:v>
                </c:pt>
                <c:pt idx="596">
                  <c:v>2618.4599999999996</c:v>
                </c:pt>
                <c:pt idx="597">
                  <c:v>2622.49</c:v>
                </c:pt>
                <c:pt idx="598">
                  <c:v>2626.27</c:v>
                </c:pt>
                <c:pt idx="599">
                  <c:v>2631.19</c:v>
                </c:pt>
                <c:pt idx="600">
                  <c:v>2633.47</c:v>
                </c:pt>
                <c:pt idx="601">
                  <c:v>2636.3599999999997</c:v>
                </c:pt>
                <c:pt idx="602">
                  <c:v>2639.62</c:v>
                </c:pt>
                <c:pt idx="603">
                  <c:v>2643.63</c:v>
                </c:pt>
                <c:pt idx="604">
                  <c:v>2646.9700000000003</c:v>
                </c:pt>
                <c:pt idx="605">
                  <c:v>2650.84</c:v>
                </c:pt>
                <c:pt idx="606">
                  <c:v>2654.93</c:v>
                </c:pt>
                <c:pt idx="607">
                  <c:v>2658.12</c:v>
                </c:pt>
                <c:pt idx="608">
                  <c:v>2662.69</c:v>
                </c:pt>
                <c:pt idx="609">
                  <c:v>2664.99</c:v>
                </c:pt>
                <c:pt idx="610">
                  <c:v>2669.61</c:v>
                </c:pt>
                <c:pt idx="611">
                  <c:v>2672.5699999999997</c:v>
                </c:pt>
                <c:pt idx="612">
                  <c:v>2674.35</c:v>
                </c:pt>
                <c:pt idx="613">
                  <c:v>2677.91</c:v>
                </c:pt>
                <c:pt idx="614">
                  <c:v>2681.1099999999997</c:v>
                </c:pt>
                <c:pt idx="615">
                  <c:v>2690.78</c:v>
                </c:pt>
                <c:pt idx="616">
                  <c:v>2688.82</c:v>
                </c:pt>
                <c:pt idx="617">
                  <c:v>2696.05</c:v>
                </c:pt>
                <c:pt idx="618">
                  <c:v>2699.91</c:v>
                </c:pt>
                <c:pt idx="619">
                  <c:v>2699.2</c:v>
                </c:pt>
                <c:pt idx="620">
                  <c:v>2706.25</c:v>
                </c:pt>
                <c:pt idx="621">
                  <c:v>2709.2000000000003</c:v>
                </c:pt>
                <c:pt idx="622">
                  <c:v>2714.61</c:v>
                </c:pt>
                <c:pt idx="623">
                  <c:v>2713.87</c:v>
                </c:pt>
                <c:pt idx="624">
                  <c:v>2719.27</c:v>
                </c:pt>
                <c:pt idx="625">
                  <c:v>2721.63</c:v>
                </c:pt>
                <c:pt idx="626">
                  <c:v>2725.73</c:v>
                </c:pt>
                <c:pt idx="627">
                  <c:v>2729.96</c:v>
                </c:pt>
                <c:pt idx="628">
                  <c:v>2733.72</c:v>
                </c:pt>
                <c:pt idx="629">
                  <c:v>2737.52</c:v>
                </c:pt>
                <c:pt idx="630">
                  <c:v>2741.42</c:v>
                </c:pt>
                <c:pt idx="631">
                  <c:v>2744.7</c:v>
                </c:pt>
                <c:pt idx="632">
                  <c:v>2748.3900000000003</c:v>
                </c:pt>
                <c:pt idx="633">
                  <c:v>2752.09</c:v>
                </c:pt>
                <c:pt idx="634">
                  <c:v>2755.5499999999997</c:v>
                </c:pt>
                <c:pt idx="635">
                  <c:v>2759.2</c:v>
                </c:pt>
                <c:pt idx="636">
                  <c:v>2763.14</c:v>
                </c:pt>
                <c:pt idx="637">
                  <c:v>2767.3</c:v>
                </c:pt>
                <c:pt idx="638">
                  <c:v>2773.21</c:v>
                </c:pt>
                <c:pt idx="639">
                  <c:v>2776.8199999999997</c:v>
                </c:pt>
                <c:pt idx="640">
                  <c:v>2780.86</c:v>
                </c:pt>
                <c:pt idx="641">
                  <c:v>2783.88</c:v>
                </c:pt>
                <c:pt idx="642">
                  <c:v>2787.42</c:v>
                </c:pt>
                <c:pt idx="643">
                  <c:v>2790.36</c:v>
                </c:pt>
                <c:pt idx="644">
                  <c:v>2793.94</c:v>
                </c:pt>
                <c:pt idx="645">
                  <c:v>2797.04</c:v>
                </c:pt>
                <c:pt idx="646">
                  <c:v>2800.05</c:v>
                </c:pt>
                <c:pt idx="647">
                  <c:v>2802.24</c:v>
                </c:pt>
                <c:pt idx="648">
                  <c:v>2807.71</c:v>
                </c:pt>
                <c:pt idx="649">
                  <c:v>2812.0099999999998</c:v>
                </c:pt>
                <c:pt idx="650">
                  <c:v>2814.5099999999998</c:v>
                </c:pt>
                <c:pt idx="651">
                  <c:v>2818.41</c:v>
                </c:pt>
                <c:pt idx="652">
                  <c:v>2817.71</c:v>
                </c:pt>
                <c:pt idx="653">
                  <c:v>2822.77</c:v>
                </c:pt>
                <c:pt idx="654">
                  <c:v>2827.03</c:v>
                </c:pt>
                <c:pt idx="655">
                  <c:v>2830.61</c:v>
                </c:pt>
                <c:pt idx="656">
                  <c:v>2834.2000000000003</c:v>
                </c:pt>
                <c:pt idx="657">
                  <c:v>2835.1099999999997</c:v>
                </c:pt>
                <c:pt idx="658">
                  <c:v>2838.7400000000002</c:v>
                </c:pt>
                <c:pt idx="659">
                  <c:v>2843.87</c:v>
                </c:pt>
                <c:pt idx="660">
                  <c:v>2846.7799999999997</c:v>
                </c:pt>
                <c:pt idx="661">
                  <c:v>2849.5699999999997</c:v>
                </c:pt>
                <c:pt idx="662">
                  <c:v>2852.96</c:v>
                </c:pt>
                <c:pt idx="663">
                  <c:v>2856.64</c:v>
                </c:pt>
                <c:pt idx="664">
                  <c:v>2859.84</c:v>
                </c:pt>
                <c:pt idx="665">
                  <c:v>2863.6400000000003</c:v>
                </c:pt>
                <c:pt idx="666">
                  <c:v>2866.7</c:v>
                </c:pt>
                <c:pt idx="667">
                  <c:v>2870.85</c:v>
                </c:pt>
                <c:pt idx="668">
                  <c:v>2874.16</c:v>
                </c:pt>
                <c:pt idx="669">
                  <c:v>2875.84</c:v>
                </c:pt>
                <c:pt idx="670">
                  <c:v>2879.27</c:v>
                </c:pt>
                <c:pt idx="671">
                  <c:v>2882.85</c:v>
                </c:pt>
                <c:pt idx="672">
                  <c:v>2885.78</c:v>
                </c:pt>
                <c:pt idx="673">
                  <c:v>2889.64</c:v>
                </c:pt>
                <c:pt idx="674">
                  <c:v>2892.2400000000002</c:v>
                </c:pt>
                <c:pt idx="675">
                  <c:v>2896.66</c:v>
                </c:pt>
                <c:pt idx="676">
                  <c:v>2901.7599999999998</c:v>
                </c:pt>
                <c:pt idx="677">
                  <c:v>2904.4300000000003</c:v>
                </c:pt>
                <c:pt idx="678">
                  <c:v>2909.1</c:v>
                </c:pt>
                <c:pt idx="679">
                  <c:v>2910.05</c:v>
                </c:pt>
                <c:pt idx="680">
                  <c:v>2916.06</c:v>
                </c:pt>
                <c:pt idx="681">
                  <c:v>2919.77</c:v>
                </c:pt>
                <c:pt idx="682">
                  <c:v>2923.52</c:v>
                </c:pt>
                <c:pt idx="683">
                  <c:v>2926.6899999999996</c:v>
                </c:pt>
                <c:pt idx="684">
                  <c:v>2930.13</c:v>
                </c:pt>
                <c:pt idx="685">
                  <c:v>2932.5899999999997</c:v>
                </c:pt>
                <c:pt idx="686">
                  <c:v>2934.28</c:v>
                </c:pt>
                <c:pt idx="687">
                  <c:v>2937.43</c:v>
                </c:pt>
                <c:pt idx="688">
                  <c:v>2942.33</c:v>
                </c:pt>
                <c:pt idx="689">
                  <c:v>2945.3399999999997</c:v>
                </c:pt>
                <c:pt idx="690">
                  <c:v>2948.3199999999997</c:v>
                </c:pt>
                <c:pt idx="691">
                  <c:v>2951.0299999999997</c:v>
                </c:pt>
                <c:pt idx="692">
                  <c:v>2954.66</c:v>
                </c:pt>
                <c:pt idx="693">
                  <c:v>2958.04</c:v>
                </c:pt>
                <c:pt idx="694">
                  <c:v>2962.67</c:v>
                </c:pt>
                <c:pt idx="695">
                  <c:v>2964.66</c:v>
                </c:pt>
                <c:pt idx="696">
                  <c:v>2967.6</c:v>
                </c:pt>
                <c:pt idx="697">
                  <c:v>2971.18</c:v>
                </c:pt>
                <c:pt idx="698">
                  <c:v>2974</c:v>
                </c:pt>
                <c:pt idx="699">
                  <c:v>2977.7</c:v>
                </c:pt>
                <c:pt idx="700">
                  <c:v>2980.62</c:v>
                </c:pt>
                <c:pt idx="701">
                  <c:v>2984.09</c:v>
                </c:pt>
                <c:pt idx="702">
                  <c:v>2986.79</c:v>
                </c:pt>
                <c:pt idx="703">
                  <c:v>2990.9900000000002</c:v>
                </c:pt>
                <c:pt idx="704">
                  <c:v>2994.32</c:v>
                </c:pt>
                <c:pt idx="705">
                  <c:v>2996.87</c:v>
                </c:pt>
                <c:pt idx="706">
                  <c:v>2998.57</c:v>
                </c:pt>
                <c:pt idx="707">
                  <c:v>3005.22</c:v>
                </c:pt>
                <c:pt idx="708">
                  <c:v>3009.33</c:v>
                </c:pt>
                <c:pt idx="709">
                  <c:v>3012.7000000000003</c:v>
                </c:pt>
                <c:pt idx="710">
                  <c:v>3013.7</c:v>
                </c:pt>
                <c:pt idx="711">
                  <c:v>3014.75</c:v>
                </c:pt>
                <c:pt idx="712">
                  <c:v>3017.94</c:v>
                </c:pt>
                <c:pt idx="713">
                  <c:v>3025.48</c:v>
                </c:pt>
                <c:pt idx="714">
                  <c:v>3025.34</c:v>
                </c:pt>
                <c:pt idx="715">
                  <c:v>3027.81</c:v>
                </c:pt>
                <c:pt idx="716">
                  <c:v>3023.25</c:v>
                </c:pt>
                <c:pt idx="717">
                  <c:v>3027.48</c:v>
                </c:pt>
                <c:pt idx="718">
                  <c:v>3036.0299999999997</c:v>
                </c:pt>
                <c:pt idx="719">
                  <c:v>3041.5899999999997</c:v>
                </c:pt>
                <c:pt idx="720">
                  <c:v>3043.93</c:v>
                </c:pt>
                <c:pt idx="721">
                  <c:v>3043.11</c:v>
                </c:pt>
                <c:pt idx="722">
                  <c:v>3045.67</c:v>
                </c:pt>
                <c:pt idx="723">
                  <c:v>3050.64</c:v>
                </c:pt>
                <c:pt idx="724">
                  <c:v>3054.69</c:v>
                </c:pt>
                <c:pt idx="725">
                  <c:v>3057.38</c:v>
                </c:pt>
                <c:pt idx="726">
                  <c:v>3060.1600000000003</c:v>
                </c:pt>
                <c:pt idx="727">
                  <c:v>3063.33</c:v>
                </c:pt>
                <c:pt idx="728">
                  <c:v>3066.6699999999996</c:v>
                </c:pt>
                <c:pt idx="729">
                  <c:v>3070.68</c:v>
                </c:pt>
                <c:pt idx="730">
                  <c:v>3079.04</c:v>
                </c:pt>
                <c:pt idx="731">
                  <c:v>3082.1299999999997</c:v>
                </c:pt>
                <c:pt idx="732">
                  <c:v>3085.23</c:v>
                </c:pt>
                <c:pt idx="733">
                  <c:v>3087.26</c:v>
                </c:pt>
                <c:pt idx="734">
                  <c:v>3091.11</c:v>
                </c:pt>
                <c:pt idx="735">
                  <c:v>3093.93</c:v>
                </c:pt>
                <c:pt idx="736">
                  <c:v>3096.23</c:v>
                </c:pt>
                <c:pt idx="737">
                  <c:v>3100.06</c:v>
                </c:pt>
                <c:pt idx="738">
                  <c:v>3102.83</c:v>
                </c:pt>
                <c:pt idx="739">
                  <c:v>3105.06</c:v>
                </c:pt>
                <c:pt idx="740">
                  <c:v>3108.64</c:v>
                </c:pt>
                <c:pt idx="741">
                  <c:v>3109.85</c:v>
                </c:pt>
                <c:pt idx="742">
                  <c:v>3114.5499999999997</c:v>
                </c:pt>
                <c:pt idx="743">
                  <c:v>3113.31</c:v>
                </c:pt>
                <c:pt idx="744">
                  <c:v>3115.71</c:v>
                </c:pt>
                <c:pt idx="745">
                  <c:v>3123.86</c:v>
                </c:pt>
                <c:pt idx="746">
                  <c:v>3123.5</c:v>
                </c:pt>
                <c:pt idx="747">
                  <c:v>3127.22</c:v>
                </c:pt>
                <c:pt idx="748">
                  <c:v>3132.16</c:v>
                </c:pt>
                <c:pt idx="749">
                  <c:v>3135.77</c:v>
                </c:pt>
                <c:pt idx="750">
                  <c:v>3138.12</c:v>
                </c:pt>
                <c:pt idx="751">
                  <c:v>3141.06</c:v>
                </c:pt>
                <c:pt idx="752">
                  <c:v>3143.3900000000003</c:v>
                </c:pt>
                <c:pt idx="753">
                  <c:v>3146.67</c:v>
                </c:pt>
                <c:pt idx="754">
                  <c:v>3147.84</c:v>
                </c:pt>
                <c:pt idx="755">
                  <c:v>3150.74</c:v>
                </c:pt>
                <c:pt idx="756">
                  <c:v>3155.3300000000004</c:v>
                </c:pt>
                <c:pt idx="757">
                  <c:v>3157.15</c:v>
                </c:pt>
                <c:pt idx="758">
                  <c:v>3161.07</c:v>
                </c:pt>
                <c:pt idx="759">
                  <c:v>3162.4</c:v>
                </c:pt>
                <c:pt idx="760">
                  <c:v>3165.41</c:v>
                </c:pt>
                <c:pt idx="761">
                  <c:v>3168.56</c:v>
                </c:pt>
                <c:pt idx="762">
                  <c:v>3171.26</c:v>
                </c:pt>
                <c:pt idx="763">
                  <c:v>3174.15</c:v>
                </c:pt>
                <c:pt idx="764">
                  <c:v>3176.58</c:v>
                </c:pt>
                <c:pt idx="765">
                  <c:v>3179.27</c:v>
                </c:pt>
                <c:pt idx="766">
                  <c:v>3183.16</c:v>
                </c:pt>
                <c:pt idx="767">
                  <c:v>3184.94</c:v>
                </c:pt>
                <c:pt idx="768">
                  <c:v>3188.12</c:v>
                </c:pt>
                <c:pt idx="769">
                  <c:v>3192.0899999999997</c:v>
                </c:pt>
                <c:pt idx="770">
                  <c:v>3194.28</c:v>
                </c:pt>
                <c:pt idx="771">
                  <c:v>3195.7</c:v>
                </c:pt>
                <c:pt idx="772">
                  <c:v>3198.15</c:v>
                </c:pt>
                <c:pt idx="773">
                  <c:v>3201.19</c:v>
                </c:pt>
                <c:pt idx="774">
                  <c:v>3204.94</c:v>
                </c:pt>
                <c:pt idx="775">
                  <c:v>3209.37</c:v>
                </c:pt>
                <c:pt idx="776">
                  <c:v>3209.73</c:v>
                </c:pt>
                <c:pt idx="777">
                  <c:v>3212.98</c:v>
                </c:pt>
                <c:pt idx="778">
                  <c:v>3216.7599999999998</c:v>
                </c:pt>
                <c:pt idx="779">
                  <c:v>3218.28</c:v>
                </c:pt>
                <c:pt idx="780">
                  <c:v>3225.94</c:v>
                </c:pt>
                <c:pt idx="781">
                  <c:v>3223.84</c:v>
                </c:pt>
                <c:pt idx="782">
                  <c:v>3231.91</c:v>
                </c:pt>
                <c:pt idx="783">
                  <c:v>3235.48</c:v>
                </c:pt>
                <c:pt idx="784">
                  <c:v>3238.57</c:v>
                </c:pt>
                <c:pt idx="785">
                  <c:v>3241.96</c:v>
                </c:pt>
                <c:pt idx="786">
                  <c:v>3243.49</c:v>
                </c:pt>
                <c:pt idx="787">
                  <c:v>3246.4300000000003</c:v>
                </c:pt>
                <c:pt idx="788">
                  <c:v>3250.5099999999998</c:v>
                </c:pt>
                <c:pt idx="789">
                  <c:v>3253.6200000000003</c:v>
                </c:pt>
                <c:pt idx="790">
                  <c:v>3257.38</c:v>
                </c:pt>
                <c:pt idx="791">
                  <c:v>3261.48</c:v>
                </c:pt>
                <c:pt idx="792">
                  <c:v>3265.12</c:v>
                </c:pt>
                <c:pt idx="793">
                  <c:v>3269.0299999999997</c:v>
                </c:pt>
                <c:pt idx="794">
                  <c:v>3272.63</c:v>
                </c:pt>
                <c:pt idx="795">
                  <c:v>3276.32</c:v>
                </c:pt>
                <c:pt idx="796">
                  <c:v>3280.67</c:v>
                </c:pt>
                <c:pt idx="797">
                  <c:v>3284.32</c:v>
                </c:pt>
                <c:pt idx="798">
                  <c:v>3288.32</c:v>
                </c:pt>
                <c:pt idx="799">
                  <c:v>3291.83</c:v>
                </c:pt>
                <c:pt idx="800">
                  <c:v>3296.15</c:v>
                </c:pt>
                <c:pt idx="801">
                  <c:v>3299.8599999999997</c:v>
                </c:pt>
                <c:pt idx="802">
                  <c:v>3303.83</c:v>
                </c:pt>
                <c:pt idx="803">
                  <c:v>3307.29</c:v>
                </c:pt>
                <c:pt idx="804">
                  <c:v>3312.16</c:v>
                </c:pt>
                <c:pt idx="805">
                  <c:v>3315.1600000000003</c:v>
                </c:pt>
                <c:pt idx="806">
                  <c:v>3319.79</c:v>
                </c:pt>
                <c:pt idx="807">
                  <c:v>3322.58</c:v>
                </c:pt>
                <c:pt idx="808">
                  <c:v>3322.96</c:v>
                </c:pt>
                <c:pt idx="809">
                  <c:v>3331.76</c:v>
                </c:pt>
                <c:pt idx="810">
                  <c:v>3330.42</c:v>
                </c:pt>
                <c:pt idx="811">
                  <c:v>3334.19</c:v>
                </c:pt>
                <c:pt idx="812">
                  <c:v>3342.12</c:v>
                </c:pt>
                <c:pt idx="813">
                  <c:v>3348.6699999999996</c:v>
                </c:pt>
                <c:pt idx="814">
                  <c:v>3352.62</c:v>
                </c:pt>
                <c:pt idx="815">
                  <c:v>3352.2799999999997</c:v>
                </c:pt>
                <c:pt idx="816">
                  <c:v>3351.6</c:v>
                </c:pt>
                <c:pt idx="817">
                  <c:v>3358.73</c:v>
                </c:pt>
                <c:pt idx="818">
                  <c:v>3359.8599999999997</c:v>
                </c:pt>
                <c:pt idx="819">
                  <c:v>3367.2200000000003</c:v>
                </c:pt>
                <c:pt idx="820">
                  <c:v>3371.36</c:v>
                </c:pt>
                <c:pt idx="821">
                  <c:v>3378.6</c:v>
                </c:pt>
                <c:pt idx="822">
                  <c:v>3382.52</c:v>
                </c:pt>
                <c:pt idx="823">
                  <c:v>3386.43</c:v>
                </c:pt>
                <c:pt idx="824">
                  <c:v>3389.8799999999997</c:v>
                </c:pt>
                <c:pt idx="825">
                  <c:v>3393.69</c:v>
                </c:pt>
                <c:pt idx="826">
                  <c:v>3396.96</c:v>
                </c:pt>
                <c:pt idx="827">
                  <c:v>3401.0699999999997</c:v>
                </c:pt>
                <c:pt idx="828">
                  <c:v>3402.2999999999997</c:v>
                </c:pt>
                <c:pt idx="829">
                  <c:v>3405.85</c:v>
                </c:pt>
                <c:pt idx="830">
                  <c:v>3409.44</c:v>
                </c:pt>
                <c:pt idx="831">
                  <c:v>3414.08</c:v>
                </c:pt>
                <c:pt idx="832">
                  <c:v>3414.79</c:v>
                </c:pt>
                <c:pt idx="833">
                  <c:v>3417.7200000000003</c:v>
                </c:pt>
                <c:pt idx="834">
                  <c:v>3421.9</c:v>
                </c:pt>
                <c:pt idx="835">
                  <c:v>3423.55</c:v>
                </c:pt>
                <c:pt idx="836">
                  <c:v>3429.29</c:v>
                </c:pt>
                <c:pt idx="837">
                  <c:v>3429.6099999999997</c:v>
                </c:pt>
                <c:pt idx="838">
                  <c:v>3437.22</c:v>
                </c:pt>
                <c:pt idx="839">
                  <c:v>3436.87</c:v>
                </c:pt>
                <c:pt idx="840">
                  <c:v>3442.26</c:v>
                </c:pt>
                <c:pt idx="841">
                  <c:v>3447.52</c:v>
                </c:pt>
                <c:pt idx="842">
                  <c:v>3450.91</c:v>
                </c:pt>
                <c:pt idx="843">
                  <c:v>3448.7999999999997</c:v>
                </c:pt>
                <c:pt idx="844">
                  <c:v>3451.5600000000004</c:v>
                </c:pt>
                <c:pt idx="845">
                  <c:v>3459.26</c:v>
                </c:pt>
                <c:pt idx="846">
                  <c:v>3465.41</c:v>
                </c:pt>
                <c:pt idx="847">
                  <c:v>3467.58</c:v>
                </c:pt>
                <c:pt idx="848">
                  <c:v>3472.29</c:v>
                </c:pt>
                <c:pt idx="849">
                  <c:v>3476.71</c:v>
                </c:pt>
                <c:pt idx="850">
                  <c:v>3479.91</c:v>
                </c:pt>
                <c:pt idx="851">
                  <c:v>3483.55</c:v>
                </c:pt>
                <c:pt idx="852">
                  <c:v>3486.89</c:v>
                </c:pt>
                <c:pt idx="853">
                  <c:v>3489.95</c:v>
                </c:pt>
                <c:pt idx="854">
                  <c:v>3487.97</c:v>
                </c:pt>
                <c:pt idx="855">
                  <c:v>3491.02</c:v>
                </c:pt>
                <c:pt idx="856">
                  <c:v>3495</c:v>
                </c:pt>
                <c:pt idx="857">
                  <c:v>3498.8700000000003</c:v>
                </c:pt>
                <c:pt idx="858">
                  <c:v>3502.0099999999998</c:v>
                </c:pt>
                <c:pt idx="859">
                  <c:v>3505.48</c:v>
                </c:pt>
                <c:pt idx="860">
                  <c:v>3509.36</c:v>
                </c:pt>
                <c:pt idx="861">
                  <c:v>3512.93</c:v>
                </c:pt>
                <c:pt idx="862">
                  <c:v>3516.06</c:v>
                </c:pt>
                <c:pt idx="863">
                  <c:v>3519.53</c:v>
                </c:pt>
                <c:pt idx="864">
                  <c:v>3523.7</c:v>
                </c:pt>
                <c:pt idx="865">
                  <c:v>3527.49</c:v>
                </c:pt>
                <c:pt idx="866">
                  <c:v>3531.17</c:v>
                </c:pt>
                <c:pt idx="867">
                  <c:v>3535.5099999999998</c:v>
                </c:pt>
                <c:pt idx="868">
                  <c:v>3538.81</c:v>
                </c:pt>
                <c:pt idx="869">
                  <c:v>3541.03</c:v>
                </c:pt>
                <c:pt idx="870">
                  <c:v>3545.1000000000004</c:v>
                </c:pt>
                <c:pt idx="871">
                  <c:v>3544.55</c:v>
                </c:pt>
                <c:pt idx="872">
                  <c:v>3549.75</c:v>
                </c:pt>
                <c:pt idx="873">
                  <c:v>3550.5499999999997</c:v>
                </c:pt>
                <c:pt idx="874">
                  <c:v>3555.6299999999997</c:v>
                </c:pt>
                <c:pt idx="875">
                  <c:v>3557.7200000000003</c:v>
                </c:pt>
                <c:pt idx="876">
                  <c:v>3559.58</c:v>
                </c:pt>
                <c:pt idx="877">
                  <c:v>3564.8900000000003</c:v>
                </c:pt>
                <c:pt idx="878">
                  <c:v>3565.72</c:v>
                </c:pt>
                <c:pt idx="879">
                  <c:v>3572.58</c:v>
                </c:pt>
                <c:pt idx="880">
                  <c:v>3574.53</c:v>
                </c:pt>
                <c:pt idx="881">
                  <c:v>3574.48</c:v>
                </c:pt>
                <c:pt idx="882">
                  <c:v>3580.91</c:v>
                </c:pt>
                <c:pt idx="883">
                  <c:v>3581.69</c:v>
                </c:pt>
                <c:pt idx="884">
                  <c:v>3585.45</c:v>
                </c:pt>
                <c:pt idx="885">
                  <c:v>3589.62</c:v>
                </c:pt>
                <c:pt idx="886">
                  <c:v>3593.2</c:v>
                </c:pt>
                <c:pt idx="887">
                  <c:v>3596.12</c:v>
                </c:pt>
                <c:pt idx="888">
                  <c:v>3599.32</c:v>
                </c:pt>
                <c:pt idx="889">
                  <c:v>3602.35</c:v>
                </c:pt>
                <c:pt idx="890">
                  <c:v>3605.52</c:v>
                </c:pt>
                <c:pt idx="891">
                  <c:v>3610.2400000000002</c:v>
                </c:pt>
                <c:pt idx="892">
                  <c:v>3613.25</c:v>
                </c:pt>
                <c:pt idx="893">
                  <c:v>3608.86</c:v>
                </c:pt>
                <c:pt idx="894">
                  <c:v>3611.8700000000003</c:v>
                </c:pt>
                <c:pt idx="895">
                  <c:v>3614.8799999999997</c:v>
                </c:pt>
                <c:pt idx="896">
                  <c:v>3618.29</c:v>
                </c:pt>
                <c:pt idx="897">
                  <c:v>3619.7599999999998</c:v>
                </c:pt>
                <c:pt idx="898">
                  <c:v>3625.81</c:v>
                </c:pt>
                <c:pt idx="899">
                  <c:v>3629.3799999999997</c:v>
                </c:pt>
                <c:pt idx="900">
                  <c:v>3628.8</c:v>
                </c:pt>
                <c:pt idx="901">
                  <c:v>3635.3300000000004</c:v>
                </c:pt>
                <c:pt idx="902">
                  <c:v>3639.1200000000003</c:v>
                </c:pt>
                <c:pt idx="903">
                  <c:v>3635.9</c:v>
                </c:pt>
                <c:pt idx="904">
                  <c:v>3636.29</c:v>
                </c:pt>
                <c:pt idx="905">
                  <c:v>3646.3999999999996</c:v>
                </c:pt>
                <c:pt idx="906">
                  <c:v>3651.32</c:v>
                </c:pt>
                <c:pt idx="907">
                  <c:v>3658.81</c:v>
                </c:pt>
                <c:pt idx="908">
                  <c:v>3661.54</c:v>
                </c:pt>
                <c:pt idx="909">
                  <c:v>3664.21</c:v>
                </c:pt>
                <c:pt idx="910">
                  <c:v>3667.1200000000003</c:v>
                </c:pt>
                <c:pt idx="911">
                  <c:v>3670.4</c:v>
                </c:pt>
                <c:pt idx="912">
                  <c:v>3671.84</c:v>
                </c:pt>
                <c:pt idx="913">
                  <c:v>3674.9900000000002</c:v>
                </c:pt>
                <c:pt idx="914">
                  <c:v>3679.16</c:v>
                </c:pt>
                <c:pt idx="915">
                  <c:v>3681.5099999999998</c:v>
                </c:pt>
                <c:pt idx="916">
                  <c:v>3682.2599999999998</c:v>
                </c:pt>
                <c:pt idx="917">
                  <c:v>3684.23</c:v>
                </c:pt>
                <c:pt idx="918">
                  <c:v>3687.95</c:v>
                </c:pt>
                <c:pt idx="919">
                  <c:v>3690.92</c:v>
                </c:pt>
                <c:pt idx="920">
                  <c:v>3693.8</c:v>
                </c:pt>
                <c:pt idx="921">
                  <c:v>3696.5499999999997</c:v>
                </c:pt>
                <c:pt idx="922">
                  <c:v>3699.85</c:v>
                </c:pt>
                <c:pt idx="923">
                  <c:v>3702.65</c:v>
                </c:pt>
                <c:pt idx="924">
                  <c:v>3705.67</c:v>
                </c:pt>
                <c:pt idx="925">
                  <c:v>3708.85</c:v>
                </c:pt>
                <c:pt idx="926">
                  <c:v>3711.42</c:v>
                </c:pt>
                <c:pt idx="927">
                  <c:v>3713.93</c:v>
                </c:pt>
                <c:pt idx="928">
                  <c:v>3716.9300000000003</c:v>
                </c:pt>
                <c:pt idx="929">
                  <c:v>3719.42</c:v>
                </c:pt>
                <c:pt idx="930">
                  <c:v>3723.5499999999997</c:v>
                </c:pt>
                <c:pt idx="931">
                  <c:v>3725.5099999999998</c:v>
                </c:pt>
                <c:pt idx="932">
                  <c:v>3730.57</c:v>
                </c:pt>
                <c:pt idx="933">
                  <c:v>3732.39</c:v>
                </c:pt>
                <c:pt idx="934">
                  <c:v>3736.49</c:v>
                </c:pt>
                <c:pt idx="935">
                  <c:v>3736.27</c:v>
                </c:pt>
                <c:pt idx="936">
                  <c:v>3739.5299999999997</c:v>
                </c:pt>
                <c:pt idx="937">
                  <c:v>3746.4900000000002</c:v>
                </c:pt>
                <c:pt idx="938">
                  <c:v>3749.06</c:v>
                </c:pt>
                <c:pt idx="939">
                  <c:v>3750.5299999999997</c:v>
                </c:pt>
                <c:pt idx="940">
                  <c:v>3751.74</c:v>
                </c:pt>
                <c:pt idx="941">
                  <c:v>3755.4500000000003</c:v>
                </c:pt>
                <c:pt idx="942">
                  <c:v>3745.86</c:v>
                </c:pt>
                <c:pt idx="943">
                  <c:v>3760.05</c:v>
                </c:pt>
                <c:pt idx="944">
                  <c:v>3756.03</c:v>
                </c:pt>
                <c:pt idx="945">
                  <c:v>3759.03</c:v>
                </c:pt>
                <c:pt idx="946">
                  <c:v>3760.1800000000003</c:v>
                </c:pt>
                <c:pt idx="947">
                  <c:v>3765.72</c:v>
                </c:pt>
                <c:pt idx="948">
                  <c:v>3770.1099999999997</c:v>
                </c:pt>
                <c:pt idx="949">
                  <c:v>3771.22</c:v>
                </c:pt>
                <c:pt idx="950">
                  <c:v>3774.5899999999997</c:v>
                </c:pt>
                <c:pt idx="951">
                  <c:v>3777.43</c:v>
                </c:pt>
                <c:pt idx="952">
                  <c:v>3780.4</c:v>
                </c:pt>
                <c:pt idx="953">
                  <c:v>3783.29</c:v>
                </c:pt>
                <c:pt idx="954">
                  <c:v>3790.66</c:v>
                </c:pt>
                <c:pt idx="955">
                  <c:v>3797.29</c:v>
                </c:pt>
                <c:pt idx="956">
                  <c:v>3800.05</c:v>
                </c:pt>
                <c:pt idx="957">
                  <c:v>3802.2599999999998</c:v>
                </c:pt>
                <c:pt idx="958">
                  <c:v>3805.29</c:v>
                </c:pt>
                <c:pt idx="959">
                  <c:v>3807.44</c:v>
                </c:pt>
                <c:pt idx="960">
                  <c:v>3810.1</c:v>
                </c:pt>
                <c:pt idx="961">
                  <c:v>3812.8199999999997</c:v>
                </c:pt>
                <c:pt idx="962">
                  <c:v>3816.49</c:v>
                </c:pt>
                <c:pt idx="963">
                  <c:v>3819.07</c:v>
                </c:pt>
                <c:pt idx="964">
                  <c:v>3820.25</c:v>
                </c:pt>
                <c:pt idx="965">
                  <c:v>3824.65</c:v>
                </c:pt>
                <c:pt idx="966">
                  <c:v>3825.6800000000003</c:v>
                </c:pt>
                <c:pt idx="967">
                  <c:v>3827.7999999999997</c:v>
                </c:pt>
                <c:pt idx="968">
                  <c:v>3830.9500000000003</c:v>
                </c:pt>
                <c:pt idx="969">
                  <c:v>3836.83</c:v>
                </c:pt>
                <c:pt idx="970">
                  <c:v>3836.21</c:v>
                </c:pt>
                <c:pt idx="971">
                  <c:v>3842.25</c:v>
                </c:pt>
                <c:pt idx="972">
                  <c:v>3843.6</c:v>
                </c:pt>
                <c:pt idx="973">
                  <c:v>3846.61</c:v>
                </c:pt>
                <c:pt idx="974">
                  <c:v>3846.99</c:v>
                </c:pt>
                <c:pt idx="975">
                  <c:v>3849.5699999999997</c:v>
                </c:pt>
                <c:pt idx="976">
                  <c:v>3852.86</c:v>
                </c:pt>
                <c:pt idx="977">
                  <c:v>3857.4</c:v>
                </c:pt>
                <c:pt idx="978">
                  <c:v>3859.7999999999997</c:v>
                </c:pt>
                <c:pt idx="979">
                  <c:v>3864.1</c:v>
                </c:pt>
                <c:pt idx="980">
                  <c:v>3866</c:v>
                </c:pt>
                <c:pt idx="981">
                  <c:v>3861.9</c:v>
                </c:pt>
                <c:pt idx="982">
                  <c:v>3864.59</c:v>
                </c:pt>
                <c:pt idx="983">
                  <c:v>3867.3</c:v>
                </c:pt>
                <c:pt idx="984">
                  <c:v>3870.0899999999997</c:v>
                </c:pt>
                <c:pt idx="985">
                  <c:v>3872.8799999999997</c:v>
                </c:pt>
                <c:pt idx="986">
                  <c:v>3875.6</c:v>
                </c:pt>
                <c:pt idx="987">
                  <c:v>3878.13</c:v>
                </c:pt>
                <c:pt idx="988">
                  <c:v>3880.92</c:v>
                </c:pt>
                <c:pt idx="989">
                  <c:v>3883.72</c:v>
                </c:pt>
                <c:pt idx="990">
                  <c:v>3886.04</c:v>
                </c:pt>
                <c:pt idx="991">
                  <c:v>3887.95</c:v>
                </c:pt>
                <c:pt idx="992">
                  <c:v>3892.09</c:v>
                </c:pt>
                <c:pt idx="993">
                  <c:v>3891.94</c:v>
                </c:pt>
                <c:pt idx="994">
                  <c:v>3897.22</c:v>
                </c:pt>
                <c:pt idx="995">
                  <c:v>3897.8799999999997</c:v>
                </c:pt>
                <c:pt idx="996">
                  <c:v>3908.69</c:v>
                </c:pt>
                <c:pt idx="997">
                  <c:v>3900.81</c:v>
                </c:pt>
                <c:pt idx="998">
                  <c:v>3915.45</c:v>
                </c:pt>
                <c:pt idx="999">
                  <c:v>3919.15</c:v>
                </c:pt>
                <c:pt idx="1000">
                  <c:v>3914.19</c:v>
                </c:pt>
                <c:pt idx="1001">
                  <c:v>3914.46</c:v>
                </c:pt>
                <c:pt idx="1002">
                  <c:v>3919.27</c:v>
                </c:pt>
                <c:pt idx="1003">
                  <c:v>3914.91</c:v>
                </c:pt>
                <c:pt idx="1004">
                  <c:v>3921.38</c:v>
                </c:pt>
                <c:pt idx="1005">
                  <c:v>3934.58</c:v>
                </c:pt>
                <c:pt idx="1006">
                  <c:v>3931.59</c:v>
                </c:pt>
                <c:pt idx="1007">
                  <c:v>3935.27</c:v>
                </c:pt>
                <c:pt idx="1008">
                  <c:v>3940.0499999999997</c:v>
                </c:pt>
                <c:pt idx="1009">
                  <c:v>3935.6</c:v>
                </c:pt>
                <c:pt idx="1010">
                  <c:v>3942.62</c:v>
                </c:pt>
                <c:pt idx="1011">
                  <c:v>3946.4100000000003</c:v>
                </c:pt>
                <c:pt idx="1012">
                  <c:v>3948.99</c:v>
                </c:pt>
                <c:pt idx="1013">
                  <c:v>3951.29</c:v>
                </c:pt>
                <c:pt idx="1014">
                  <c:v>3953.54</c:v>
                </c:pt>
                <c:pt idx="1015">
                  <c:v>3956.23</c:v>
                </c:pt>
                <c:pt idx="1016">
                  <c:v>3959.52</c:v>
                </c:pt>
                <c:pt idx="1017">
                  <c:v>3962.25</c:v>
                </c:pt>
                <c:pt idx="1018">
                  <c:v>3964.69</c:v>
                </c:pt>
                <c:pt idx="1019">
                  <c:v>3967.54</c:v>
                </c:pt>
                <c:pt idx="1020">
                  <c:v>3970.3599999999997</c:v>
                </c:pt>
                <c:pt idx="1021">
                  <c:v>3973.0699999999997</c:v>
                </c:pt>
                <c:pt idx="1022">
                  <c:v>3976.02</c:v>
                </c:pt>
                <c:pt idx="1023">
                  <c:v>3980.56</c:v>
                </c:pt>
                <c:pt idx="1024">
                  <c:v>3989.77</c:v>
                </c:pt>
                <c:pt idx="1025">
                  <c:v>3992.75</c:v>
                </c:pt>
                <c:pt idx="1026">
                  <c:v>3994.9900000000002</c:v>
                </c:pt>
                <c:pt idx="1027">
                  <c:v>3997.7299999999996</c:v>
                </c:pt>
                <c:pt idx="1028">
                  <c:v>4000.7799999999997</c:v>
                </c:pt>
                <c:pt idx="1029">
                  <c:v>4001.7699999999995</c:v>
                </c:pt>
                <c:pt idx="1030">
                  <c:v>4005.44</c:v>
                </c:pt>
                <c:pt idx="1031">
                  <c:v>4008.8299999999995</c:v>
                </c:pt>
                <c:pt idx="1032">
                  <c:v>4009.91</c:v>
                </c:pt>
                <c:pt idx="1033">
                  <c:v>4013.75</c:v>
                </c:pt>
                <c:pt idx="1034">
                  <c:v>4016.61</c:v>
                </c:pt>
                <c:pt idx="1035">
                  <c:v>4018.89</c:v>
                </c:pt>
                <c:pt idx="1036">
                  <c:v>4022.0200000000004</c:v>
                </c:pt>
                <c:pt idx="1037">
                  <c:v>4024.52</c:v>
                </c:pt>
                <c:pt idx="1038">
                  <c:v>4027.8999999999996</c:v>
                </c:pt>
                <c:pt idx="1039">
                  <c:v>4029.86</c:v>
                </c:pt>
                <c:pt idx="1040">
                  <c:v>4033.27</c:v>
                </c:pt>
                <c:pt idx="1041">
                  <c:v>4035.45</c:v>
                </c:pt>
                <c:pt idx="1042">
                  <c:v>4037.11</c:v>
                </c:pt>
                <c:pt idx="1043">
                  <c:v>4039.3999999999996</c:v>
                </c:pt>
                <c:pt idx="1044">
                  <c:v>4043.0599999999995</c:v>
                </c:pt>
                <c:pt idx="1045">
                  <c:v>4044.89</c:v>
                </c:pt>
                <c:pt idx="1046">
                  <c:v>4048.09</c:v>
                </c:pt>
                <c:pt idx="1047">
                  <c:v>4050.34</c:v>
                </c:pt>
                <c:pt idx="1048">
                  <c:v>4055.11</c:v>
                </c:pt>
                <c:pt idx="1049">
                  <c:v>4058.11</c:v>
                </c:pt>
                <c:pt idx="1050">
                  <c:v>4053.84</c:v>
                </c:pt>
                <c:pt idx="1051">
                  <c:v>4063.72</c:v>
                </c:pt>
                <c:pt idx="1052">
                  <c:v>4066.54</c:v>
                </c:pt>
                <c:pt idx="1053">
                  <c:v>4069.1699999999996</c:v>
                </c:pt>
                <c:pt idx="1054">
                  <c:v>4071.5399999999995</c:v>
                </c:pt>
                <c:pt idx="1055">
                  <c:v>4073.78</c:v>
                </c:pt>
                <c:pt idx="1056">
                  <c:v>4076.9</c:v>
                </c:pt>
                <c:pt idx="1057">
                  <c:v>4079.39</c:v>
                </c:pt>
                <c:pt idx="1058">
                  <c:v>4081.8599999999997</c:v>
                </c:pt>
                <c:pt idx="1059">
                  <c:v>4083.08</c:v>
                </c:pt>
                <c:pt idx="1060">
                  <c:v>4085.9199999999996</c:v>
                </c:pt>
                <c:pt idx="1061">
                  <c:v>4089.4199999999996</c:v>
                </c:pt>
                <c:pt idx="1062">
                  <c:v>4090.09</c:v>
                </c:pt>
                <c:pt idx="1063">
                  <c:v>4093.96</c:v>
                </c:pt>
                <c:pt idx="1064">
                  <c:v>4097.1099999999997</c:v>
                </c:pt>
                <c:pt idx="1065">
                  <c:v>4100.22</c:v>
                </c:pt>
                <c:pt idx="1066">
                  <c:v>4104.29</c:v>
                </c:pt>
                <c:pt idx="1067">
                  <c:v>4102.6100000000006</c:v>
                </c:pt>
                <c:pt idx="1068">
                  <c:v>4109.6000000000004</c:v>
                </c:pt>
                <c:pt idx="1069">
                  <c:v>4108.04</c:v>
                </c:pt>
                <c:pt idx="1070">
                  <c:v>4112.28</c:v>
                </c:pt>
                <c:pt idx="1071">
                  <c:v>4114.6900000000005</c:v>
                </c:pt>
                <c:pt idx="1072">
                  <c:v>4118.88</c:v>
                </c:pt>
                <c:pt idx="1073">
                  <c:v>4119.8899999999994</c:v>
                </c:pt>
                <c:pt idx="1074">
                  <c:v>4122.9500000000007</c:v>
                </c:pt>
                <c:pt idx="1075">
                  <c:v>4125.42</c:v>
                </c:pt>
                <c:pt idx="1076">
                  <c:v>4128.8999999999996</c:v>
                </c:pt>
                <c:pt idx="1077">
                  <c:v>4131.67</c:v>
                </c:pt>
                <c:pt idx="1078">
                  <c:v>4134.38</c:v>
                </c:pt>
                <c:pt idx="1079">
                  <c:v>4137.04</c:v>
                </c:pt>
                <c:pt idx="1080">
                  <c:v>4139.74</c:v>
                </c:pt>
                <c:pt idx="1081">
                  <c:v>4142.5599999999995</c:v>
                </c:pt>
                <c:pt idx="1082">
                  <c:v>4145.2299999999996</c:v>
                </c:pt>
                <c:pt idx="1083">
                  <c:v>4147.33</c:v>
                </c:pt>
                <c:pt idx="1084">
                  <c:v>4150.53</c:v>
                </c:pt>
                <c:pt idx="1085">
                  <c:v>4154.47</c:v>
                </c:pt>
                <c:pt idx="1086">
                  <c:v>4157.4400000000005</c:v>
                </c:pt>
                <c:pt idx="1087">
                  <c:v>4151.3799999999992</c:v>
                </c:pt>
                <c:pt idx="1088">
                  <c:v>4152.97</c:v>
                </c:pt>
                <c:pt idx="1089">
                  <c:v>4154.58</c:v>
                </c:pt>
                <c:pt idx="1090">
                  <c:v>4162.1100000000006</c:v>
                </c:pt>
                <c:pt idx="1091">
                  <c:v>4165.08</c:v>
                </c:pt>
                <c:pt idx="1092">
                  <c:v>4159.7699999999995</c:v>
                </c:pt>
                <c:pt idx="1093">
                  <c:v>4163.6899999999996</c:v>
                </c:pt>
                <c:pt idx="1094">
                  <c:v>4166.92</c:v>
                </c:pt>
                <c:pt idx="1095">
                  <c:v>4173.0200000000004</c:v>
                </c:pt>
                <c:pt idx="1096">
                  <c:v>4173.99</c:v>
                </c:pt>
                <c:pt idx="1097">
                  <c:v>4180.2400000000007</c:v>
                </c:pt>
                <c:pt idx="1098">
                  <c:v>4189.42</c:v>
                </c:pt>
                <c:pt idx="1099">
                  <c:v>4192.43</c:v>
                </c:pt>
                <c:pt idx="1100">
                  <c:v>4194.4299999999994</c:v>
                </c:pt>
                <c:pt idx="1101">
                  <c:v>4198.01</c:v>
                </c:pt>
                <c:pt idx="1102">
                  <c:v>4200.1600000000008</c:v>
                </c:pt>
                <c:pt idx="1103">
                  <c:v>4202.3099999999995</c:v>
                </c:pt>
                <c:pt idx="1104">
                  <c:v>4205.0999999999995</c:v>
                </c:pt>
                <c:pt idx="1105">
                  <c:v>4207.47</c:v>
                </c:pt>
                <c:pt idx="1106">
                  <c:v>4210.0200000000004</c:v>
                </c:pt>
                <c:pt idx="1107">
                  <c:v>4212.83</c:v>
                </c:pt>
                <c:pt idx="1108">
                  <c:v>4213.3999999999996</c:v>
                </c:pt>
                <c:pt idx="1109">
                  <c:v>4215.87</c:v>
                </c:pt>
                <c:pt idx="1110">
                  <c:v>4218.9500000000007</c:v>
                </c:pt>
                <c:pt idx="1111">
                  <c:v>4221.33</c:v>
                </c:pt>
                <c:pt idx="1112">
                  <c:v>4224.09</c:v>
                </c:pt>
                <c:pt idx="1113">
                  <c:v>4227.0200000000004</c:v>
                </c:pt>
                <c:pt idx="1114">
                  <c:v>4229.6899999999996</c:v>
                </c:pt>
                <c:pt idx="1115">
                  <c:v>4232.8500000000004</c:v>
                </c:pt>
                <c:pt idx="1116">
                  <c:v>4234.8600000000006</c:v>
                </c:pt>
                <c:pt idx="1117">
                  <c:v>4239.82</c:v>
                </c:pt>
                <c:pt idx="1118">
                  <c:v>4239.68</c:v>
                </c:pt>
                <c:pt idx="1119">
                  <c:v>4241.82</c:v>
                </c:pt>
                <c:pt idx="1120">
                  <c:v>4244.32</c:v>
                </c:pt>
                <c:pt idx="1121">
                  <c:v>4247.57</c:v>
                </c:pt>
                <c:pt idx="1122">
                  <c:v>4249.49</c:v>
                </c:pt>
                <c:pt idx="1123">
                  <c:v>4252.63</c:v>
                </c:pt>
                <c:pt idx="1124">
                  <c:v>4256.6100000000006</c:v>
                </c:pt>
                <c:pt idx="1125">
                  <c:v>4259.68</c:v>
                </c:pt>
                <c:pt idx="1126">
                  <c:v>4264.7199999999993</c:v>
                </c:pt>
                <c:pt idx="1127">
                  <c:v>4260.51</c:v>
                </c:pt>
                <c:pt idx="1128">
                  <c:v>4270.59</c:v>
                </c:pt>
                <c:pt idx="1129">
                  <c:v>4262.75</c:v>
                </c:pt>
                <c:pt idx="1130">
                  <c:v>4271.9800000000005</c:v>
                </c:pt>
                <c:pt idx="1131">
                  <c:v>4276.2</c:v>
                </c:pt>
                <c:pt idx="1132">
                  <c:v>4278.93</c:v>
                </c:pt>
                <c:pt idx="1133">
                  <c:v>4279.09</c:v>
                </c:pt>
                <c:pt idx="1134">
                  <c:v>4281.1099999999997</c:v>
                </c:pt>
                <c:pt idx="1135">
                  <c:v>4280.2699999999995</c:v>
                </c:pt>
                <c:pt idx="1136">
                  <c:v>4284.3099999999995</c:v>
                </c:pt>
                <c:pt idx="1137">
                  <c:v>4288.5099999999993</c:v>
                </c:pt>
                <c:pt idx="1138">
                  <c:v>4291.2299999999996</c:v>
                </c:pt>
                <c:pt idx="1139">
                  <c:v>4293.07</c:v>
                </c:pt>
                <c:pt idx="1140">
                  <c:v>4296.09</c:v>
                </c:pt>
                <c:pt idx="1141">
                  <c:v>4298.54</c:v>
                </c:pt>
                <c:pt idx="1142">
                  <c:v>4301.2699999999995</c:v>
                </c:pt>
                <c:pt idx="1143">
                  <c:v>4304.08</c:v>
                </c:pt>
                <c:pt idx="1144">
                  <c:v>4306.66</c:v>
                </c:pt>
                <c:pt idx="1145">
                  <c:v>4309.3500000000004</c:v>
                </c:pt>
                <c:pt idx="1146">
                  <c:v>4311.99</c:v>
                </c:pt>
                <c:pt idx="1147">
                  <c:v>4314.9399999999996</c:v>
                </c:pt>
                <c:pt idx="1148">
                  <c:v>4323.38</c:v>
                </c:pt>
                <c:pt idx="1149">
                  <c:v>4326.28</c:v>
                </c:pt>
                <c:pt idx="1150">
                  <c:v>4328.7699999999995</c:v>
                </c:pt>
                <c:pt idx="1151">
                  <c:v>4329.63</c:v>
                </c:pt>
                <c:pt idx="1152">
                  <c:v>4333.88</c:v>
                </c:pt>
                <c:pt idx="1153">
                  <c:v>4335.5499999999993</c:v>
                </c:pt>
                <c:pt idx="1154">
                  <c:v>4338.8</c:v>
                </c:pt>
                <c:pt idx="1155">
                  <c:v>4341.79</c:v>
                </c:pt>
                <c:pt idx="1156">
                  <c:v>4342.46</c:v>
                </c:pt>
                <c:pt idx="1157">
                  <c:v>4340.88</c:v>
                </c:pt>
                <c:pt idx="1158">
                  <c:v>4342.1200000000008</c:v>
                </c:pt>
                <c:pt idx="1159">
                  <c:v>4345.96</c:v>
                </c:pt>
                <c:pt idx="1160">
                  <c:v>4354.46</c:v>
                </c:pt>
                <c:pt idx="1161">
                  <c:v>4356.3500000000004</c:v>
                </c:pt>
                <c:pt idx="1162">
                  <c:v>4359.72</c:v>
                </c:pt>
                <c:pt idx="1163">
                  <c:v>4362.4799999999996</c:v>
                </c:pt>
                <c:pt idx="1164">
                  <c:v>4365.25</c:v>
                </c:pt>
                <c:pt idx="1165">
                  <c:v>4367.7700000000004</c:v>
                </c:pt>
                <c:pt idx="1166">
                  <c:v>4370.04</c:v>
                </c:pt>
                <c:pt idx="1167">
                  <c:v>4372.72</c:v>
                </c:pt>
                <c:pt idx="1168">
                  <c:v>4373.9400000000005</c:v>
                </c:pt>
                <c:pt idx="1169">
                  <c:v>4375.91</c:v>
                </c:pt>
                <c:pt idx="1170">
                  <c:v>4378.2300000000005</c:v>
                </c:pt>
                <c:pt idx="1171">
                  <c:v>4380.72</c:v>
                </c:pt>
                <c:pt idx="1172">
                  <c:v>4382.9799999999996</c:v>
                </c:pt>
                <c:pt idx="1173">
                  <c:v>4385.12</c:v>
                </c:pt>
                <c:pt idx="1174">
                  <c:v>4387.8700000000008</c:v>
                </c:pt>
                <c:pt idx="1175">
                  <c:v>4391.67</c:v>
                </c:pt>
                <c:pt idx="1176">
                  <c:v>4387.9000000000005</c:v>
                </c:pt>
                <c:pt idx="1177">
                  <c:v>4390.7</c:v>
                </c:pt>
                <c:pt idx="1178">
                  <c:v>4393.5</c:v>
                </c:pt>
                <c:pt idx="1179">
                  <c:v>4395.93</c:v>
                </c:pt>
                <c:pt idx="1180">
                  <c:v>4399.6399999999994</c:v>
                </c:pt>
                <c:pt idx="1181">
                  <c:v>4402.38</c:v>
                </c:pt>
                <c:pt idx="1182">
                  <c:v>4404.58</c:v>
                </c:pt>
                <c:pt idx="1183">
                  <c:v>4404.99</c:v>
                </c:pt>
                <c:pt idx="1184">
                  <c:v>4411.8</c:v>
                </c:pt>
                <c:pt idx="1185">
                  <c:v>4412.3599999999997</c:v>
                </c:pt>
                <c:pt idx="1186">
                  <c:v>4412.9800000000005</c:v>
                </c:pt>
                <c:pt idx="1187">
                  <c:v>4417.6399999999994</c:v>
                </c:pt>
                <c:pt idx="1188">
                  <c:v>4418.1499999999996</c:v>
                </c:pt>
                <c:pt idx="1189">
                  <c:v>4421.76</c:v>
                </c:pt>
                <c:pt idx="1190">
                  <c:v>4429.8900000000003</c:v>
                </c:pt>
                <c:pt idx="1191">
                  <c:v>4430.33</c:v>
                </c:pt>
                <c:pt idx="1192">
                  <c:v>4434.45</c:v>
                </c:pt>
                <c:pt idx="1193">
                  <c:v>4433.54</c:v>
                </c:pt>
                <c:pt idx="1194">
                  <c:v>4439.8</c:v>
                </c:pt>
                <c:pt idx="1195">
                  <c:v>4441.8900000000003</c:v>
                </c:pt>
                <c:pt idx="1196">
                  <c:v>4444.26</c:v>
                </c:pt>
                <c:pt idx="1197">
                  <c:v>4447.03</c:v>
                </c:pt>
                <c:pt idx="1198">
                  <c:v>4447.5600000000004</c:v>
                </c:pt>
                <c:pt idx="1199">
                  <c:v>4450.8599999999997</c:v>
                </c:pt>
                <c:pt idx="1200">
                  <c:v>4453.5999999999995</c:v>
                </c:pt>
                <c:pt idx="1201">
                  <c:v>4457.3</c:v>
                </c:pt>
                <c:pt idx="1202">
                  <c:v>4459.8899999999994</c:v>
                </c:pt>
                <c:pt idx="1203">
                  <c:v>4461.32</c:v>
                </c:pt>
                <c:pt idx="1204">
                  <c:v>4463.99</c:v>
                </c:pt>
                <c:pt idx="1205">
                  <c:v>4466.54</c:v>
                </c:pt>
                <c:pt idx="1206">
                  <c:v>4469.2699999999995</c:v>
                </c:pt>
                <c:pt idx="1207">
                  <c:v>4472.1000000000004</c:v>
                </c:pt>
                <c:pt idx="1208">
                  <c:v>4475.07</c:v>
                </c:pt>
                <c:pt idx="1209">
                  <c:v>4479.2199999999993</c:v>
                </c:pt>
                <c:pt idx="1210">
                  <c:v>4479.78</c:v>
                </c:pt>
                <c:pt idx="1211">
                  <c:v>4483.42</c:v>
                </c:pt>
                <c:pt idx="1212">
                  <c:v>4485.7300000000005</c:v>
                </c:pt>
                <c:pt idx="1213">
                  <c:v>4488.53</c:v>
                </c:pt>
                <c:pt idx="1214">
                  <c:v>4493.1900000000005</c:v>
                </c:pt>
                <c:pt idx="1215">
                  <c:v>4496.6799999999994</c:v>
                </c:pt>
                <c:pt idx="1216">
                  <c:v>4498.34</c:v>
                </c:pt>
                <c:pt idx="1217">
                  <c:v>4497.8</c:v>
                </c:pt>
                <c:pt idx="1218">
                  <c:v>4503.71</c:v>
                </c:pt>
                <c:pt idx="1219">
                  <c:v>4502.93</c:v>
                </c:pt>
                <c:pt idx="1220">
                  <c:v>4511.3500000000004</c:v>
                </c:pt>
                <c:pt idx="1221">
                  <c:v>4514.24</c:v>
                </c:pt>
                <c:pt idx="1222">
                  <c:v>4514.99</c:v>
                </c:pt>
                <c:pt idx="1223">
                  <c:v>4519.7300000000005</c:v>
                </c:pt>
                <c:pt idx="1224">
                  <c:v>4518.0499999999993</c:v>
                </c:pt>
                <c:pt idx="1225">
                  <c:v>4524.66</c:v>
                </c:pt>
                <c:pt idx="1226">
                  <c:v>4524.24</c:v>
                </c:pt>
                <c:pt idx="1227">
                  <c:v>4526.95</c:v>
                </c:pt>
                <c:pt idx="1228">
                  <c:v>4532.8799999999992</c:v>
                </c:pt>
                <c:pt idx="1229">
                  <c:v>4534.45</c:v>
                </c:pt>
                <c:pt idx="1230">
                  <c:v>4536.4399999999996</c:v>
                </c:pt>
                <c:pt idx="1231">
                  <c:v>4539.8100000000004</c:v>
                </c:pt>
                <c:pt idx="1232">
                  <c:v>4542.3099999999995</c:v>
                </c:pt>
                <c:pt idx="1233">
                  <c:v>4545.2700000000004</c:v>
                </c:pt>
                <c:pt idx="1234">
                  <c:v>4548.26</c:v>
                </c:pt>
                <c:pt idx="1235">
                  <c:v>4550.96</c:v>
                </c:pt>
                <c:pt idx="1236">
                  <c:v>4553.57</c:v>
                </c:pt>
                <c:pt idx="1237">
                  <c:v>4556.07</c:v>
                </c:pt>
                <c:pt idx="1238">
                  <c:v>4558.93</c:v>
                </c:pt>
                <c:pt idx="1239">
                  <c:v>4561.62</c:v>
                </c:pt>
                <c:pt idx="1240">
                  <c:v>4564.3900000000003</c:v>
                </c:pt>
                <c:pt idx="1241">
                  <c:v>4567.1900000000005</c:v>
                </c:pt>
                <c:pt idx="1242">
                  <c:v>4569.93</c:v>
                </c:pt>
                <c:pt idx="1243">
                  <c:v>4571.4399999999996</c:v>
                </c:pt>
                <c:pt idx="1244">
                  <c:v>4574.4400000000005</c:v>
                </c:pt>
                <c:pt idx="1245">
                  <c:v>4576.4800000000005</c:v>
                </c:pt>
                <c:pt idx="1246">
                  <c:v>4580.6500000000005</c:v>
                </c:pt>
                <c:pt idx="1247">
                  <c:v>4582.5600000000004</c:v>
                </c:pt>
                <c:pt idx="1248">
                  <c:v>4585.29</c:v>
                </c:pt>
                <c:pt idx="1249">
                  <c:v>4586</c:v>
                </c:pt>
                <c:pt idx="1250">
                  <c:v>4592.75</c:v>
                </c:pt>
                <c:pt idx="1251">
                  <c:v>4592.53</c:v>
                </c:pt>
                <c:pt idx="1252">
                  <c:v>4596.8799999999992</c:v>
                </c:pt>
                <c:pt idx="1253">
                  <c:v>4598.96</c:v>
                </c:pt>
                <c:pt idx="1254">
                  <c:v>4603.5700000000006</c:v>
                </c:pt>
                <c:pt idx="1255">
                  <c:v>4606.24</c:v>
                </c:pt>
                <c:pt idx="1256">
                  <c:v>4608.49</c:v>
                </c:pt>
                <c:pt idx="1257">
                  <c:v>4611.34</c:v>
                </c:pt>
                <c:pt idx="1258">
                  <c:v>4612.66</c:v>
                </c:pt>
                <c:pt idx="1259">
                  <c:v>4615.53</c:v>
                </c:pt>
                <c:pt idx="1260">
                  <c:v>4618.1400000000003</c:v>
                </c:pt>
                <c:pt idx="1261">
                  <c:v>4620</c:v>
                </c:pt>
                <c:pt idx="1262">
                  <c:v>4622.7700000000004</c:v>
                </c:pt>
                <c:pt idx="1263">
                  <c:v>4623.99</c:v>
                </c:pt>
                <c:pt idx="1264">
                  <c:v>4626.8599999999997</c:v>
                </c:pt>
                <c:pt idx="1265">
                  <c:v>4629.5</c:v>
                </c:pt>
                <c:pt idx="1266">
                  <c:v>4630.7700000000004</c:v>
                </c:pt>
                <c:pt idx="1267">
                  <c:v>4633.3200000000006</c:v>
                </c:pt>
                <c:pt idx="1268">
                  <c:v>4636.18</c:v>
                </c:pt>
                <c:pt idx="1269">
                  <c:v>4638.3599999999997</c:v>
                </c:pt>
                <c:pt idx="1270">
                  <c:v>4640.46</c:v>
                </c:pt>
                <c:pt idx="1271">
                  <c:v>4644.71</c:v>
                </c:pt>
                <c:pt idx="1272">
                  <c:v>4648.0600000000004</c:v>
                </c:pt>
                <c:pt idx="1273">
                  <c:v>4650.7699999999995</c:v>
                </c:pt>
                <c:pt idx="1274">
                  <c:v>4652.2</c:v>
                </c:pt>
                <c:pt idx="1275">
                  <c:v>4655.1600000000008</c:v>
                </c:pt>
                <c:pt idx="1276">
                  <c:v>4657.4799999999996</c:v>
                </c:pt>
                <c:pt idx="1277">
                  <c:v>4657.92</c:v>
                </c:pt>
                <c:pt idx="1278">
                  <c:v>4658.3500000000004</c:v>
                </c:pt>
                <c:pt idx="1279">
                  <c:v>4663.1400000000003</c:v>
                </c:pt>
                <c:pt idx="1280">
                  <c:v>4662.57</c:v>
                </c:pt>
                <c:pt idx="1281">
                  <c:v>4667.33</c:v>
                </c:pt>
                <c:pt idx="1282">
                  <c:v>4670.68</c:v>
                </c:pt>
                <c:pt idx="1283">
                  <c:v>4673.03</c:v>
                </c:pt>
                <c:pt idx="1284">
                  <c:v>4676.33</c:v>
                </c:pt>
                <c:pt idx="1285">
                  <c:v>4673.09</c:v>
                </c:pt>
                <c:pt idx="1286">
                  <c:v>4676.4900000000007</c:v>
                </c:pt>
                <c:pt idx="1287">
                  <c:v>4681.66</c:v>
                </c:pt>
                <c:pt idx="1288">
                  <c:v>4684.8099999999995</c:v>
                </c:pt>
                <c:pt idx="1289">
                  <c:v>4684.32</c:v>
                </c:pt>
                <c:pt idx="1290">
                  <c:v>4687.32</c:v>
                </c:pt>
                <c:pt idx="1291">
                  <c:v>4688.6400000000003</c:v>
                </c:pt>
                <c:pt idx="1292">
                  <c:v>4691.88</c:v>
                </c:pt>
                <c:pt idx="1293">
                  <c:v>4693.6000000000004</c:v>
                </c:pt>
                <c:pt idx="1294">
                  <c:v>4695.63</c:v>
                </c:pt>
                <c:pt idx="1295">
                  <c:v>4698.2299999999996</c:v>
                </c:pt>
                <c:pt idx="1296">
                  <c:v>4701.3100000000004</c:v>
                </c:pt>
                <c:pt idx="1297">
                  <c:v>4703.6100000000006</c:v>
                </c:pt>
                <c:pt idx="1298">
                  <c:v>4707.22</c:v>
                </c:pt>
                <c:pt idx="1299">
                  <c:v>4708.38</c:v>
                </c:pt>
                <c:pt idx="1300">
                  <c:v>4711.5</c:v>
                </c:pt>
                <c:pt idx="1301">
                  <c:v>4711.8</c:v>
                </c:pt>
                <c:pt idx="1302">
                  <c:v>4714.1900000000005</c:v>
                </c:pt>
                <c:pt idx="1303">
                  <c:v>4716.6499999999996</c:v>
                </c:pt>
                <c:pt idx="1304">
                  <c:v>4718.68</c:v>
                </c:pt>
                <c:pt idx="1305">
                  <c:v>4720.79</c:v>
                </c:pt>
                <c:pt idx="1306">
                  <c:v>4722.95</c:v>
                </c:pt>
                <c:pt idx="1307">
                  <c:v>4726.37</c:v>
                </c:pt>
                <c:pt idx="1308">
                  <c:v>4729.92</c:v>
                </c:pt>
                <c:pt idx="1309">
                  <c:v>4731.1899999999996</c:v>
                </c:pt>
                <c:pt idx="1310">
                  <c:v>4734.57</c:v>
                </c:pt>
                <c:pt idx="1311">
                  <c:v>4732.79</c:v>
                </c:pt>
                <c:pt idx="1312">
                  <c:v>4735.32</c:v>
                </c:pt>
                <c:pt idx="1313">
                  <c:v>4741.2</c:v>
                </c:pt>
                <c:pt idx="1314">
                  <c:v>4743.5999999999995</c:v>
                </c:pt>
                <c:pt idx="1315">
                  <c:v>4746.5400000000009</c:v>
                </c:pt>
                <c:pt idx="1316">
                  <c:v>4735.79</c:v>
                </c:pt>
                <c:pt idx="1317">
                  <c:v>4745.5600000000004</c:v>
                </c:pt>
                <c:pt idx="1318">
                  <c:v>4742.51</c:v>
                </c:pt>
                <c:pt idx="1319">
                  <c:v>4750.5</c:v>
                </c:pt>
                <c:pt idx="1320">
                  <c:v>4743.03</c:v>
                </c:pt>
                <c:pt idx="1321">
                  <c:v>4745.78</c:v>
                </c:pt>
                <c:pt idx="1322">
                  <c:v>4756.04</c:v>
                </c:pt>
                <c:pt idx="1323">
                  <c:v>4757.1899999999996</c:v>
                </c:pt>
                <c:pt idx="1324">
                  <c:v>4754.9900000000007</c:v>
                </c:pt>
                <c:pt idx="1325">
                  <c:v>4758.8999999999996</c:v>
                </c:pt>
                <c:pt idx="1326">
                  <c:v>4760.88</c:v>
                </c:pt>
                <c:pt idx="1327">
                  <c:v>4762.55</c:v>
                </c:pt>
                <c:pt idx="1328">
                  <c:v>4764.46</c:v>
                </c:pt>
                <c:pt idx="1329">
                  <c:v>4766.6000000000004</c:v>
                </c:pt>
                <c:pt idx="1330">
                  <c:v>4768.7699999999995</c:v>
                </c:pt>
                <c:pt idx="1331">
                  <c:v>4770.92</c:v>
                </c:pt>
                <c:pt idx="1332">
                  <c:v>4773.17</c:v>
                </c:pt>
                <c:pt idx="1333">
                  <c:v>4775.2299999999996</c:v>
                </c:pt>
                <c:pt idx="1334">
                  <c:v>4777.3999999999996</c:v>
                </c:pt>
                <c:pt idx="1335">
                  <c:v>4779.12</c:v>
                </c:pt>
                <c:pt idx="1336">
                  <c:v>4780.8200000000006</c:v>
                </c:pt>
                <c:pt idx="1337">
                  <c:v>4782.38</c:v>
                </c:pt>
                <c:pt idx="1338">
                  <c:v>4782.95</c:v>
                </c:pt>
                <c:pt idx="1339">
                  <c:v>4790.4400000000005</c:v>
                </c:pt>
                <c:pt idx="1340">
                  <c:v>4789.4699999999993</c:v>
                </c:pt>
                <c:pt idx="1341">
                  <c:v>4797.12</c:v>
                </c:pt>
                <c:pt idx="1342">
                  <c:v>4794.8500000000004</c:v>
                </c:pt>
                <c:pt idx="1343">
                  <c:v>4793.72</c:v>
                </c:pt>
                <c:pt idx="1344">
                  <c:v>4790.5600000000004</c:v>
                </c:pt>
                <c:pt idx="1345">
                  <c:v>4795.78</c:v>
                </c:pt>
                <c:pt idx="1346">
                  <c:v>4812.76</c:v>
                </c:pt>
                <c:pt idx="1347">
                  <c:v>4796.4799999999996</c:v>
                </c:pt>
                <c:pt idx="1348">
                  <c:v>4809.96</c:v>
                </c:pt>
                <c:pt idx="1349">
                  <c:v>4805.08</c:v>
                </c:pt>
                <c:pt idx="1350">
                  <c:v>4816.08</c:v>
                </c:pt>
                <c:pt idx="1351">
                  <c:v>4819.4100000000008</c:v>
                </c:pt>
                <c:pt idx="1352">
                  <c:v>4821.3499999999995</c:v>
                </c:pt>
                <c:pt idx="1353">
                  <c:v>4822.29</c:v>
                </c:pt>
                <c:pt idx="1354">
                  <c:v>4815.9299999999994</c:v>
                </c:pt>
                <c:pt idx="1355">
                  <c:v>4826.95</c:v>
                </c:pt>
                <c:pt idx="1356">
                  <c:v>4821.28</c:v>
                </c:pt>
                <c:pt idx="1357">
                  <c:v>4824</c:v>
                </c:pt>
                <c:pt idx="1358">
                  <c:v>4825.95</c:v>
                </c:pt>
                <c:pt idx="1359">
                  <c:v>4829.13</c:v>
                </c:pt>
                <c:pt idx="1360">
                  <c:v>4832.67</c:v>
                </c:pt>
                <c:pt idx="1361">
                  <c:v>4834.6499999999996</c:v>
                </c:pt>
                <c:pt idx="1362">
                  <c:v>4836.78</c:v>
                </c:pt>
                <c:pt idx="1363">
                  <c:v>4838.96</c:v>
                </c:pt>
                <c:pt idx="1364">
                  <c:v>4843.34</c:v>
                </c:pt>
                <c:pt idx="1365">
                  <c:v>4853.6499999999996</c:v>
                </c:pt>
                <c:pt idx="1366">
                  <c:v>4855.9400000000005</c:v>
                </c:pt>
                <c:pt idx="1367">
                  <c:v>4857.8900000000003</c:v>
                </c:pt>
                <c:pt idx="1368">
                  <c:v>4859.88</c:v>
                </c:pt>
                <c:pt idx="1369">
                  <c:v>4862.16</c:v>
                </c:pt>
                <c:pt idx="1370">
                  <c:v>4864.01</c:v>
                </c:pt>
                <c:pt idx="1371">
                  <c:v>4862.2</c:v>
                </c:pt>
                <c:pt idx="1372">
                  <c:v>4865.6899999999996</c:v>
                </c:pt>
                <c:pt idx="1373">
                  <c:v>4870.0099999999993</c:v>
                </c:pt>
                <c:pt idx="1374">
                  <c:v>4871.92</c:v>
                </c:pt>
                <c:pt idx="1375">
                  <c:v>4874.76</c:v>
                </c:pt>
                <c:pt idx="1376">
                  <c:v>4872.67</c:v>
                </c:pt>
                <c:pt idx="1377">
                  <c:v>4879.47</c:v>
                </c:pt>
                <c:pt idx="1378">
                  <c:v>4881.6499999999996</c:v>
                </c:pt>
                <c:pt idx="1379">
                  <c:v>4883.13</c:v>
                </c:pt>
                <c:pt idx="1380">
                  <c:v>4885.49</c:v>
                </c:pt>
                <c:pt idx="1381">
                  <c:v>4886.78</c:v>
                </c:pt>
                <c:pt idx="1382">
                  <c:v>4890.16</c:v>
                </c:pt>
                <c:pt idx="1383">
                  <c:v>4888.33</c:v>
                </c:pt>
                <c:pt idx="1384">
                  <c:v>4892.26</c:v>
                </c:pt>
                <c:pt idx="1385">
                  <c:v>4892.4799999999996</c:v>
                </c:pt>
                <c:pt idx="1386">
                  <c:v>4892.76</c:v>
                </c:pt>
                <c:pt idx="1387">
                  <c:v>4897.04</c:v>
                </c:pt>
                <c:pt idx="1388">
                  <c:v>4897.8099999999995</c:v>
                </c:pt>
                <c:pt idx="1389">
                  <c:v>4901.46</c:v>
                </c:pt>
                <c:pt idx="1390">
                  <c:v>4904.7599999999993</c:v>
                </c:pt>
                <c:pt idx="1391">
                  <c:v>4906.3</c:v>
                </c:pt>
                <c:pt idx="1392">
                  <c:v>4910.0599999999995</c:v>
                </c:pt>
                <c:pt idx="1393">
                  <c:v>4912.1100000000006</c:v>
                </c:pt>
                <c:pt idx="1394">
                  <c:v>4912.59</c:v>
                </c:pt>
                <c:pt idx="1395">
                  <c:v>4914.7</c:v>
                </c:pt>
                <c:pt idx="1396">
                  <c:v>4917.01</c:v>
                </c:pt>
                <c:pt idx="1397">
                  <c:v>4918.9800000000005</c:v>
                </c:pt>
                <c:pt idx="1398">
                  <c:v>4921.04</c:v>
                </c:pt>
                <c:pt idx="1399">
                  <c:v>4923.08</c:v>
                </c:pt>
                <c:pt idx="1400">
                  <c:v>4925.4800000000005</c:v>
                </c:pt>
                <c:pt idx="1401">
                  <c:v>4927.5200000000004</c:v>
                </c:pt>
                <c:pt idx="1402">
                  <c:v>4931.29</c:v>
                </c:pt>
                <c:pt idx="1403">
                  <c:v>4929.1499999999996</c:v>
                </c:pt>
                <c:pt idx="1404">
                  <c:v>4933.62</c:v>
                </c:pt>
                <c:pt idx="1405">
                  <c:v>4934.0599999999995</c:v>
                </c:pt>
                <c:pt idx="1406">
                  <c:v>4937.88</c:v>
                </c:pt>
                <c:pt idx="1407">
                  <c:v>4935.3499999999995</c:v>
                </c:pt>
                <c:pt idx="1408">
                  <c:v>4944.51</c:v>
                </c:pt>
                <c:pt idx="1409">
                  <c:v>4944.2300000000005</c:v>
                </c:pt>
                <c:pt idx="1410">
                  <c:v>4948.9799999999996</c:v>
                </c:pt>
                <c:pt idx="1411">
                  <c:v>4948.45</c:v>
                </c:pt>
                <c:pt idx="1412">
                  <c:v>4932.4000000000005</c:v>
                </c:pt>
                <c:pt idx="1413">
                  <c:v>4954.34</c:v>
                </c:pt>
                <c:pt idx="1414">
                  <c:v>4947.45</c:v>
                </c:pt>
                <c:pt idx="1415">
                  <c:v>4952</c:v>
                </c:pt>
                <c:pt idx="1416">
                  <c:v>4956.26</c:v>
                </c:pt>
                <c:pt idx="1417">
                  <c:v>4946.76</c:v>
                </c:pt>
                <c:pt idx="1418">
                  <c:v>4959.0300000000007</c:v>
                </c:pt>
                <c:pt idx="1419">
                  <c:v>4952.82</c:v>
                </c:pt>
                <c:pt idx="1420">
                  <c:v>4959.38</c:v>
                </c:pt>
                <c:pt idx="1421">
                  <c:v>4958.96</c:v>
                </c:pt>
                <c:pt idx="1422">
                  <c:v>4963.2</c:v>
                </c:pt>
                <c:pt idx="1423">
                  <c:v>4964.78</c:v>
                </c:pt>
                <c:pt idx="1424">
                  <c:v>4967.2400000000007</c:v>
                </c:pt>
                <c:pt idx="1425">
                  <c:v>4969.34</c:v>
                </c:pt>
                <c:pt idx="1426">
                  <c:v>4971.29</c:v>
                </c:pt>
                <c:pt idx="1427">
                  <c:v>4973.4400000000005</c:v>
                </c:pt>
                <c:pt idx="1428">
                  <c:v>4975.42</c:v>
                </c:pt>
                <c:pt idx="1429">
                  <c:v>4977.38</c:v>
                </c:pt>
                <c:pt idx="1430">
                  <c:v>4979.62</c:v>
                </c:pt>
                <c:pt idx="1431">
                  <c:v>4981.6399999999994</c:v>
                </c:pt>
                <c:pt idx="1432">
                  <c:v>4983.43</c:v>
                </c:pt>
                <c:pt idx="1433">
                  <c:v>4984.6500000000005</c:v>
                </c:pt>
                <c:pt idx="1434">
                  <c:v>4990.2300000000005</c:v>
                </c:pt>
                <c:pt idx="1435">
                  <c:v>4986.33</c:v>
                </c:pt>
                <c:pt idx="1436">
                  <c:v>4995.7299999999996</c:v>
                </c:pt>
                <c:pt idx="1437">
                  <c:v>4993.01</c:v>
                </c:pt>
                <c:pt idx="1438">
                  <c:v>4995.1299999999992</c:v>
                </c:pt>
                <c:pt idx="1439">
                  <c:v>4994.41</c:v>
                </c:pt>
                <c:pt idx="1440">
                  <c:v>5008.2700000000004</c:v>
                </c:pt>
                <c:pt idx="1441">
                  <c:v>5010.6000000000004</c:v>
                </c:pt>
                <c:pt idx="1442">
                  <c:v>5012.1000000000004</c:v>
                </c:pt>
                <c:pt idx="1443">
                  <c:v>5005.3500000000004</c:v>
                </c:pt>
                <c:pt idx="1444">
                  <c:v>5001.54</c:v>
                </c:pt>
                <c:pt idx="1445">
                  <c:v>5020.1399999999994</c:v>
                </c:pt>
                <c:pt idx="1446">
                  <c:v>5003.03</c:v>
                </c:pt>
                <c:pt idx="1447">
                  <c:v>5009.13</c:v>
                </c:pt>
                <c:pt idx="1448">
                  <c:v>5022.33</c:v>
                </c:pt>
                <c:pt idx="1449">
                  <c:v>5016.3999999999996</c:v>
                </c:pt>
                <c:pt idx="1450">
                  <c:v>5025.25</c:v>
                </c:pt>
                <c:pt idx="1451">
                  <c:v>5027.34</c:v>
                </c:pt>
                <c:pt idx="1452">
                  <c:v>5027.3599999999997</c:v>
                </c:pt>
                <c:pt idx="1453">
                  <c:v>5029.2300000000005</c:v>
                </c:pt>
                <c:pt idx="1454">
                  <c:v>5030.2300000000005</c:v>
                </c:pt>
                <c:pt idx="1455">
                  <c:v>5030.76</c:v>
                </c:pt>
                <c:pt idx="1456">
                  <c:v>5033.22</c:v>
                </c:pt>
                <c:pt idx="1457">
                  <c:v>5035.6400000000003</c:v>
                </c:pt>
                <c:pt idx="1458">
                  <c:v>5045.9800000000005</c:v>
                </c:pt>
                <c:pt idx="1459">
                  <c:v>5050.57</c:v>
                </c:pt>
                <c:pt idx="1460">
                  <c:v>5052.62</c:v>
                </c:pt>
                <c:pt idx="1461">
                  <c:v>5054.1600000000008</c:v>
                </c:pt>
                <c:pt idx="1462">
                  <c:v>5056.12</c:v>
                </c:pt>
                <c:pt idx="1463">
                  <c:v>5058</c:v>
                </c:pt>
                <c:pt idx="1464">
                  <c:v>5060.0199999999995</c:v>
                </c:pt>
                <c:pt idx="1465">
                  <c:v>5059.76</c:v>
                </c:pt>
                <c:pt idx="1466">
                  <c:v>5062.1000000000004</c:v>
                </c:pt>
                <c:pt idx="1467">
                  <c:v>5066.91</c:v>
                </c:pt>
                <c:pt idx="1468">
                  <c:v>5066.1399999999994</c:v>
                </c:pt>
                <c:pt idx="1469">
                  <c:v>5070.1099999999997</c:v>
                </c:pt>
                <c:pt idx="1470">
                  <c:v>5071.3499999999995</c:v>
                </c:pt>
                <c:pt idx="1471">
                  <c:v>5074.78</c:v>
                </c:pt>
                <c:pt idx="1472">
                  <c:v>5075.3500000000004</c:v>
                </c:pt>
                <c:pt idx="1473">
                  <c:v>5073.0899999999992</c:v>
                </c:pt>
                <c:pt idx="1474">
                  <c:v>5075.79</c:v>
                </c:pt>
                <c:pt idx="1475">
                  <c:v>5082.04</c:v>
                </c:pt>
                <c:pt idx="1476">
                  <c:v>5085.09</c:v>
                </c:pt>
                <c:pt idx="1477">
                  <c:v>5087.51</c:v>
                </c:pt>
                <c:pt idx="1478">
                  <c:v>5087.6900000000005</c:v>
                </c:pt>
                <c:pt idx="1479">
                  <c:v>5090.6900000000005</c:v>
                </c:pt>
                <c:pt idx="1480">
                  <c:v>5090.9500000000007</c:v>
                </c:pt>
                <c:pt idx="1481">
                  <c:v>5093.7700000000004</c:v>
                </c:pt>
                <c:pt idx="1482">
                  <c:v>5092.33</c:v>
                </c:pt>
                <c:pt idx="1483">
                  <c:v>5094.37</c:v>
                </c:pt>
                <c:pt idx="1484">
                  <c:v>5098.68</c:v>
                </c:pt>
                <c:pt idx="1485">
                  <c:v>5099.87</c:v>
                </c:pt>
                <c:pt idx="1486">
                  <c:v>5101.63</c:v>
                </c:pt>
                <c:pt idx="1487">
                  <c:v>5104.91</c:v>
                </c:pt>
                <c:pt idx="1488">
                  <c:v>5105.1099999999997</c:v>
                </c:pt>
                <c:pt idx="1489">
                  <c:v>5107.2</c:v>
                </c:pt>
                <c:pt idx="1490">
                  <c:v>5109.2000000000007</c:v>
                </c:pt>
                <c:pt idx="1491">
                  <c:v>5111.3</c:v>
                </c:pt>
                <c:pt idx="1492">
                  <c:v>5113.1499999999996</c:v>
                </c:pt>
                <c:pt idx="1493">
                  <c:v>5115.26</c:v>
                </c:pt>
                <c:pt idx="1494">
                  <c:v>5117.66</c:v>
                </c:pt>
                <c:pt idx="1495">
                  <c:v>5119.33</c:v>
                </c:pt>
                <c:pt idx="1496">
                  <c:v>5121.6000000000004</c:v>
                </c:pt>
                <c:pt idx="1497">
                  <c:v>5123.8</c:v>
                </c:pt>
                <c:pt idx="1498">
                  <c:v>5126.08</c:v>
                </c:pt>
                <c:pt idx="1499">
                  <c:v>5128.51</c:v>
                </c:pt>
                <c:pt idx="1500">
                  <c:v>5130.6000000000004</c:v>
                </c:pt>
                <c:pt idx="1501">
                  <c:v>5132.8899999999994</c:v>
                </c:pt>
                <c:pt idx="1502">
                  <c:v>5134.99</c:v>
                </c:pt>
                <c:pt idx="1503">
                  <c:v>5137.5700000000006</c:v>
                </c:pt>
                <c:pt idx="1504">
                  <c:v>5135.7299999999996</c:v>
                </c:pt>
                <c:pt idx="1505">
                  <c:v>5137.1000000000004</c:v>
                </c:pt>
                <c:pt idx="1506">
                  <c:v>5138.4100000000008</c:v>
                </c:pt>
                <c:pt idx="1507">
                  <c:v>5141.07</c:v>
                </c:pt>
                <c:pt idx="1508">
                  <c:v>5147.9100000000008</c:v>
                </c:pt>
                <c:pt idx="1509">
                  <c:v>5144.8999999999996</c:v>
                </c:pt>
                <c:pt idx="1510">
                  <c:v>5150.5</c:v>
                </c:pt>
                <c:pt idx="1511">
                  <c:v>5150.7199999999993</c:v>
                </c:pt>
                <c:pt idx="1512">
                  <c:v>5152.1299999999992</c:v>
                </c:pt>
                <c:pt idx="1513">
                  <c:v>5153.2700000000004</c:v>
                </c:pt>
                <c:pt idx="1514">
                  <c:v>5155.95</c:v>
                </c:pt>
                <c:pt idx="1515">
                  <c:v>5160.1400000000003</c:v>
                </c:pt>
                <c:pt idx="1516">
                  <c:v>5161.7</c:v>
                </c:pt>
                <c:pt idx="1517">
                  <c:v>5162.7700000000004</c:v>
                </c:pt>
                <c:pt idx="1518">
                  <c:v>5164.41</c:v>
                </c:pt>
                <c:pt idx="1519">
                  <c:v>5166.49</c:v>
                </c:pt>
                <c:pt idx="1520">
                  <c:v>5168.4799999999996</c:v>
                </c:pt>
                <c:pt idx="1521">
                  <c:v>5170.46</c:v>
                </c:pt>
                <c:pt idx="1522">
                  <c:v>5172.1899999999996</c:v>
                </c:pt>
                <c:pt idx="1523">
                  <c:v>5174.54</c:v>
                </c:pt>
                <c:pt idx="1524">
                  <c:v>5176.74</c:v>
                </c:pt>
                <c:pt idx="1525">
                  <c:v>5178.67</c:v>
                </c:pt>
                <c:pt idx="1526">
                  <c:v>5180.8500000000004</c:v>
                </c:pt>
                <c:pt idx="1527">
                  <c:v>5182.83</c:v>
                </c:pt>
                <c:pt idx="1528">
                  <c:v>5184.66</c:v>
                </c:pt>
                <c:pt idx="1529">
                  <c:v>5186.67</c:v>
                </c:pt>
                <c:pt idx="1530">
                  <c:v>5188.54</c:v>
                </c:pt>
                <c:pt idx="1531">
                  <c:v>5192.5</c:v>
                </c:pt>
                <c:pt idx="1532">
                  <c:v>5194.99</c:v>
                </c:pt>
                <c:pt idx="1533">
                  <c:v>5197.12</c:v>
                </c:pt>
                <c:pt idx="1534">
                  <c:v>5199.12</c:v>
                </c:pt>
                <c:pt idx="1535">
                  <c:v>5200.3700000000008</c:v>
                </c:pt>
                <c:pt idx="1536">
                  <c:v>5202.5600000000004</c:v>
                </c:pt>
                <c:pt idx="1537">
                  <c:v>5203.6499999999996</c:v>
                </c:pt>
                <c:pt idx="1538">
                  <c:v>5205.08</c:v>
                </c:pt>
                <c:pt idx="1539">
                  <c:v>5206.7699999999995</c:v>
                </c:pt>
                <c:pt idx="1540">
                  <c:v>5206.1400000000003</c:v>
                </c:pt>
                <c:pt idx="1541">
                  <c:v>5212.71</c:v>
                </c:pt>
                <c:pt idx="1542">
                  <c:v>5211.63</c:v>
                </c:pt>
                <c:pt idx="1543">
                  <c:v>5215.01</c:v>
                </c:pt>
                <c:pt idx="1544">
                  <c:v>5212.5599999999995</c:v>
                </c:pt>
                <c:pt idx="1545">
                  <c:v>5215.5</c:v>
                </c:pt>
                <c:pt idx="1546">
                  <c:v>5220.22</c:v>
                </c:pt>
                <c:pt idx="1547">
                  <c:v>5221.21</c:v>
                </c:pt>
                <c:pt idx="1548">
                  <c:v>5223.54</c:v>
                </c:pt>
                <c:pt idx="1549">
                  <c:v>5224.57</c:v>
                </c:pt>
                <c:pt idx="1550">
                  <c:v>5226.6099999999997</c:v>
                </c:pt>
                <c:pt idx="1551">
                  <c:v>5228.3</c:v>
                </c:pt>
                <c:pt idx="1552">
                  <c:v>5229.82</c:v>
                </c:pt>
                <c:pt idx="1553">
                  <c:v>5232.4400000000005</c:v>
                </c:pt>
                <c:pt idx="1554">
                  <c:v>5233.82</c:v>
                </c:pt>
                <c:pt idx="1555">
                  <c:v>5236.0499999999993</c:v>
                </c:pt>
                <c:pt idx="1556">
                  <c:v>5237.9800000000005</c:v>
                </c:pt>
                <c:pt idx="1557">
                  <c:v>5239.5600000000004</c:v>
                </c:pt>
                <c:pt idx="1558">
                  <c:v>5241.62</c:v>
                </c:pt>
                <c:pt idx="1559">
                  <c:v>5243.96</c:v>
                </c:pt>
                <c:pt idx="1560">
                  <c:v>5246.0599999999995</c:v>
                </c:pt>
                <c:pt idx="1561">
                  <c:v>5247.4</c:v>
                </c:pt>
                <c:pt idx="1562">
                  <c:v>5249.23</c:v>
                </c:pt>
                <c:pt idx="1563">
                  <c:v>5249.72</c:v>
                </c:pt>
                <c:pt idx="1564">
                  <c:v>5252.28</c:v>
                </c:pt>
                <c:pt idx="1565">
                  <c:v>5254.21</c:v>
                </c:pt>
                <c:pt idx="1566">
                  <c:v>5259.2800000000007</c:v>
                </c:pt>
                <c:pt idx="1567">
                  <c:v>5258.71</c:v>
                </c:pt>
                <c:pt idx="1568">
                  <c:v>5259.1</c:v>
                </c:pt>
                <c:pt idx="1569">
                  <c:v>5259.74</c:v>
                </c:pt>
                <c:pt idx="1570">
                  <c:v>5261.9400000000005</c:v>
                </c:pt>
                <c:pt idx="1571">
                  <c:v>5264.11</c:v>
                </c:pt>
                <c:pt idx="1572">
                  <c:v>5269.3899999999994</c:v>
                </c:pt>
                <c:pt idx="1573">
                  <c:v>5272.4000000000005</c:v>
                </c:pt>
                <c:pt idx="1574">
                  <c:v>5270.98</c:v>
                </c:pt>
                <c:pt idx="1575">
                  <c:v>5272.35</c:v>
                </c:pt>
                <c:pt idx="1576">
                  <c:v>5277.35</c:v>
                </c:pt>
                <c:pt idx="1577">
                  <c:v>5278.51</c:v>
                </c:pt>
                <c:pt idx="1578">
                  <c:v>5277.35</c:v>
                </c:pt>
                <c:pt idx="1579">
                  <c:v>5281.39</c:v>
                </c:pt>
                <c:pt idx="1580">
                  <c:v>5282.82</c:v>
                </c:pt>
                <c:pt idx="1581">
                  <c:v>5286.32</c:v>
                </c:pt>
                <c:pt idx="1582">
                  <c:v>5284.63</c:v>
                </c:pt>
                <c:pt idx="1583">
                  <c:v>5286.7300000000005</c:v>
                </c:pt>
                <c:pt idx="1584">
                  <c:v>5288.47</c:v>
                </c:pt>
                <c:pt idx="1585">
                  <c:v>5290.46</c:v>
                </c:pt>
                <c:pt idx="1586">
                  <c:v>5292.29</c:v>
                </c:pt>
                <c:pt idx="1587">
                  <c:v>5296.11</c:v>
                </c:pt>
                <c:pt idx="1588">
                  <c:v>5300.58</c:v>
                </c:pt>
                <c:pt idx="1589">
                  <c:v>5301.68</c:v>
                </c:pt>
                <c:pt idx="1590">
                  <c:v>5304.09</c:v>
                </c:pt>
                <c:pt idx="1591">
                  <c:v>5305.54</c:v>
                </c:pt>
                <c:pt idx="1592">
                  <c:v>5305.3600000000006</c:v>
                </c:pt>
                <c:pt idx="1593">
                  <c:v>5308.66</c:v>
                </c:pt>
                <c:pt idx="1594">
                  <c:v>5310.13</c:v>
                </c:pt>
                <c:pt idx="1595">
                  <c:v>5312.03</c:v>
                </c:pt>
                <c:pt idx="1596">
                  <c:v>5309.12</c:v>
                </c:pt>
                <c:pt idx="1597">
                  <c:v>5313.86</c:v>
                </c:pt>
                <c:pt idx="1598">
                  <c:v>5313.94</c:v>
                </c:pt>
                <c:pt idx="1599">
                  <c:v>5310.88</c:v>
                </c:pt>
                <c:pt idx="1600">
                  <c:v>5319.9800000000005</c:v>
                </c:pt>
                <c:pt idx="1601">
                  <c:v>5319.89</c:v>
                </c:pt>
                <c:pt idx="1602">
                  <c:v>5317.36</c:v>
                </c:pt>
                <c:pt idx="1603">
                  <c:v>5317.1799999999994</c:v>
                </c:pt>
                <c:pt idx="1604">
                  <c:v>5326.2</c:v>
                </c:pt>
                <c:pt idx="1605">
                  <c:v>5327.69</c:v>
                </c:pt>
                <c:pt idx="1606">
                  <c:v>5329.1399999999994</c:v>
                </c:pt>
                <c:pt idx="1607">
                  <c:v>5331.7300000000005</c:v>
                </c:pt>
                <c:pt idx="1608">
                  <c:v>5334.38</c:v>
                </c:pt>
                <c:pt idx="1609">
                  <c:v>5336.08</c:v>
                </c:pt>
                <c:pt idx="1610">
                  <c:v>5337.92</c:v>
                </c:pt>
                <c:pt idx="1611">
                  <c:v>5338.3099999999995</c:v>
                </c:pt>
                <c:pt idx="1612">
                  <c:v>5340.66</c:v>
                </c:pt>
                <c:pt idx="1613">
                  <c:v>5341.96</c:v>
                </c:pt>
                <c:pt idx="1614">
                  <c:v>5342.88</c:v>
                </c:pt>
                <c:pt idx="1615">
                  <c:v>5344.01</c:v>
                </c:pt>
                <c:pt idx="1616">
                  <c:v>5345.93</c:v>
                </c:pt>
                <c:pt idx="1617">
                  <c:v>5349.15</c:v>
                </c:pt>
                <c:pt idx="1618">
                  <c:v>5348.6399999999994</c:v>
                </c:pt>
                <c:pt idx="1619">
                  <c:v>5350.88</c:v>
                </c:pt>
                <c:pt idx="1620">
                  <c:v>5352.45</c:v>
                </c:pt>
                <c:pt idx="1621">
                  <c:v>5354.74</c:v>
                </c:pt>
                <c:pt idx="1622">
                  <c:v>5355.3899999999994</c:v>
                </c:pt>
                <c:pt idx="1623">
                  <c:v>5358.34</c:v>
                </c:pt>
                <c:pt idx="1624">
                  <c:v>5361.32</c:v>
                </c:pt>
                <c:pt idx="1625">
                  <c:v>5359.5300000000007</c:v>
                </c:pt>
                <c:pt idx="1626">
                  <c:v>5361.84</c:v>
                </c:pt>
                <c:pt idx="1627">
                  <c:v>5367.48</c:v>
                </c:pt>
                <c:pt idx="1628">
                  <c:v>5369.55</c:v>
                </c:pt>
                <c:pt idx="1629">
                  <c:v>5365.69</c:v>
                </c:pt>
                <c:pt idx="1630">
                  <c:v>5368.44</c:v>
                </c:pt>
                <c:pt idx="1631">
                  <c:v>5372.76</c:v>
                </c:pt>
                <c:pt idx="1632">
                  <c:v>5375.73</c:v>
                </c:pt>
                <c:pt idx="1633">
                  <c:v>5371.91</c:v>
                </c:pt>
                <c:pt idx="1634">
                  <c:v>5374.65</c:v>
                </c:pt>
                <c:pt idx="1635">
                  <c:v>5379.4000000000005</c:v>
                </c:pt>
                <c:pt idx="1636">
                  <c:v>5379.6900000000005</c:v>
                </c:pt>
                <c:pt idx="1637">
                  <c:v>5382.3</c:v>
                </c:pt>
                <c:pt idx="1638">
                  <c:v>5383.89</c:v>
                </c:pt>
                <c:pt idx="1639">
                  <c:v>5386.56</c:v>
                </c:pt>
                <c:pt idx="1640">
                  <c:v>5388.4100000000008</c:v>
                </c:pt>
                <c:pt idx="1641">
                  <c:v>5389.25</c:v>
                </c:pt>
                <c:pt idx="1642">
                  <c:v>5391.09</c:v>
                </c:pt>
                <c:pt idx="1643">
                  <c:v>5393.23</c:v>
                </c:pt>
                <c:pt idx="1644">
                  <c:v>5394.77</c:v>
                </c:pt>
                <c:pt idx="1645">
                  <c:v>5396.4299999999994</c:v>
                </c:pt>
                <c:pt idx="1646">
                  <c:v>5398.04</c:v>
                </c:pt>
                <c:pt idx="1647">
                  <c:v>5399.3399999999992</c:v>
                </c:pt>
                <c:pt idx="1648">
                  <c:v>5401.09</c:v>
                </c:pt>
                <c:pt idx="1649">
                  <c:v>5402.8099999999995</c:v>
                </c:pt>
                <c:pt idx="1650">
                  <c:v>5404.96</c:v>
                </c:pt>
                <c:pt idx="1651">
                  <c:v>5407.2</c:v>
                </c:pt>
                <c:pt idx="1652">
                  <c:v>5407.17</c:v>
                </c:pt>
                <c:pt idx="1653">
                  <c:v>5411.41</c:v>
                </c:pt>
                <c:pt idx="1654">
                  <c:v>5412.77</c:v>
                </c:pt>
                <c:pt idx="1655">
                  <c:v>5412.47</c:v>
                </c:pt>
                <c:pt idx="1656">
                  <c:v>5415.66</c:v>
                </c:pt>
                <c:pt idx="1657">
                  <c:v>5419.25</c:v>
                </c:pt>
                <c:pt idx="1658">
                  <c:v>5417.86</c:v>
                </c:pt>
                <c:pt idx="1659">
                  <c:v>5419.3</c:v>
                </c:pt>
                <c:pt idx="1660">
                  <c:v>5425.32</c:v>
                </c:pt>
                <c:pt idx="1661">
                  <c:v>5426.2699999999995</c:v>
                </c:pt>
                <c:pt idx="1662">
                  <c:v>5425.57</c:v>
                </c:pt>
                <c:pt idx="1663">
                  <c:v>5428.71</c:v>
                </c:pt>
                <c:pt idx="1664">
                  <c:v>5427.84</c:v>
                </c:pt>
                <c:pt idx="1665">
                  <c:v>5429.43</c:v>
                </c:pt>
                <c:pt idx="1666">
                  <c:v>5430.95</c:v>
                </c:pt>
                <c:pt idx="1667">
                  <c:v>5432.54</c:v>
                </c:pt>
                <c:pt idx="1668">
                  <c:v>5434.2300000000005</c:v>
                </c:pt>
                <c:pt idx="1669">
                  <c:v>5438.4800000000005</c:v>
                </c:pt>
                <c:pt idx="1670">
                  <c:v>5438.46</c:v>
                </c:pt>
                <c:pt idx="1671">
                  <c:v>5442.66</c:v>
                </c:pt>
                <c:pt idx="1672">
                  <c:v>5445.41</c:v>
                </c:pt>
                <c:pt idx="1673">
                  <c:v>5447.19</c:v>
                </c:pt>
                <c:pt idx="1674">
                  <c:v>5448.44</c:v>
                </c:pt>
                <c:pt idx="1675">
                  <c:v>5449.55</c:v>
                </c:pt>
                <c:pt idx="1676">
                  <c:v>5451.01</c:v>
                </c:pt>
                <c:pt idx="1677">
                  <c:v>5452.62</c:v>
                </c:pt>
                <c:pt idx="1678">
                  <c:v>5454.73</c:v>
                </c:pt>
                <c:pt idx="1679">
                  <c:v>5454.28</c:v>
                </c:pt>
                <c:pt idx="1680">
                  <c:v>5458.0599999999995</c:v>
                </c:pt>
                <c:pt idx="1681">
                  <c:v>5458.69</c:v>
                </c:pt>
                <c:pt idx="1682">
                  <c:v>5459.4500000000007</c:v>
                </c:pt>
                <c:pt idx="1683">
                  <c:v>5459.98</c:v>
                </c:pt>
                <c:pt idx="1684">
                  <c:v>5464.8</c:v>
                </c:pt>
                <c:pt idx="1685">
                  <c:v>5463.3099999999995</c:v>
                </c:pt>
                <c:pt idx="1686">
                  <c:v>5468.91</c:v>
                </c:pt>
                <c:pt idx="1687">
                  <c:v>5471.03</c:v>
                </c:pt>
                <c:pt idx="1688">
                  <c:v>5472.64</c:v>
                </c:pt>
                <c:pt idx="1689">
                  <c:v>5474.6100000000006</c:v>
                </c:pt>
                <c:pt idx="1690">
                  <c:v>5475.5</c:v>
                </c:pt>
                <c:pt idx="1691">
                  <c:v>5476.72</c:v>
                </c:pt>
                <c:pt idx="1692">
                  <c:v>5475.6799999999994</c:v>
                </c:pt>
                <c:pt idx="1693">
                  <c:v>5477.62</c:v>
                </c:pt>
                <c:pt idx="1694">
                  <c:v>5481.42</c:v>
                </c:pt>
                <c:pt idx="1695">
                  <c:v>5483.1399999999994</c:v>
                </c:pt>
                <c:pt idx="1696">
                  <c:v>5483.82</c:v>
                </c:pt>
                <c:pt idx="1697">
                  <c:v>5484.88</c:v>
                </c:pt>
                <c:pt idx="1698">
                  <c:v>5484.6</c:v>
                </c:pt>
                <c:pt idx="1699">
                  <c:v>5488.17</c:v>
                </c:pt>
                <c:pt idx="1700">
                  <c:v>5489.55</c:v>
                </c:pt>
                <c:pt idx="1701">
                  <c:v>5490.9100000000008</c:v>
                </c:pt>
                <c:pt idx="1702">
                  <c:v>5492.96</c:v>
                </c:pt>
                <c:pt idx="1703">
                  <c:v>5494.45</c:v>
                </c:pt>
                <c:pt idx="1704">
                  <c:v>5496.3600000000006</c:v>
                </c:pt>
                <c:pt idx="1705">
                  <c:v>5499.73</c:v>
                </c:pt>
                <c:pt idx="1706">
                  <c:v>5499.08</c:v>
                </c:pt>
                <c:pt idx="1707">
                  <c:v>5501</c:v>
                </c:pt>
                <c:pt idx="1708">
                  <c:v>5502.64</c:v>
                </c:pt>
                <c:pt idx="1709">
                  <c:v>5504.47</c:v>
                </c:pt>
                <c:pt idx="1710">
                  <c:v>5506.17</c:v>
                </c:pt>
                <c:pt idx="1711">
                  <c:v>5508.26</c:v>
                </c:pt>
                <c:pt idx="1712">
                  <c:v>5509.21</c:v>
                </c:pt>
                <c:pt idx="1713">
                  <c:v>5511.82</c:v>
                </c:pt>
                <c:pt idx="1714">
                  <c:v>5514.43</c:v>
                </c:pt>
                <c:pt idx="1715">
                  <c:v>5512.49</c:v>
                </c:pt>
                <c:pt idx="1716">
                  <c:v>5514.3</c:v>
                </c:pt>
                <c:pt idx="1717">
                  <c:v>5517.7699999999995</c:v>
                </c:pt>
                <c:pt idx="1718">
                  <c:v>5519.05</c:v>
                </c:pt>
                <c:pt idx="1719">
                  <c:v>5521.73</c:v>
                </c:pt>
                <c:pt idx="1720">
                  <c:v>5522.88</c:v>
                </c:pt>
                <c:pt idx="1721">
                  <c:v>5520.7300000000005</c:v>
                </c:pt>
                <c:pt idx="1722">
                  <c:v>5527</c:v>
                </c:pt>
                <c:pt idx="1723">
                  <c:v>5525.76</c:v>
                </c:pt>
                <c:pt idx="1724">
                  <c:v>5532.5499999999993</c:v>
                </c:pt>
                <c:pt idx="1725">
                  <c:v>5531.3499999999995</c:v>
                </c:pt>
                <c:pt idx="1726">
                  <c:v>5533.7699999999995</c:v>
                </c:pt>
                <c:pt idx="1727">
                  <c:v>5534.16</c:v>
                </c:pt>
                <c:pt idx="1728">
                  <c:v>5536.49</c:v>
                </c:pt>
                <c:pt idx="1729">
                  <c:v>5538.99</c:v>
                </c:pt>
                <c:pt idx="1730">
                  <c:v>5540.38</c:v>
                </c:pt>
                <c:pt idx="1731">
                  <c:v>5542.16</c:v>
                </c:pt>
                <c:pt idx="1732">
                  <c:v>5543.63</c:v>
                </c:pt>
                <c:pt idx="1733">
                  <c:v>5545.54</c:v>
                </c:pt>
                <c:pt idx="1734">
                  <c:v>5546.96</c:v>
                </c:pt>
                <c:pt idx="1735">
                  <c:v>5548.84</c:v>
                </c:pt>
                <c:pt idx="1736">
                  <c:v>5550.92</c:v>
                </c:pt>
                <c:pt idx="1737">
                  <c:v>5552.13</c:v>
                </c:pt>
                <c:pt idx="1738">
                  <c:v>5553.78</c:v>
                </c:pt>
                <c:pt idx="1739">
                  <c:v>5555.62</c:v>
                </c:pt>
                <c:pt idx="1740">
                  <c:v>5556.92</c:v>
                </c:pt>
                <c:pt idx="1741">
                  <c:v>5558.3099999999995</c:v>
                </c:pt>
                <c:pt idx="1742">
                  <c:v>5559.1</c:v>
                </c:pt>
                <c:pt idx="1743">
                  <c:v>5564.0999999999995</c:v>
                </c:pt>
                <c:pt idx="1744">
                  <c:v>5564.15</c:v>
                </c:pt>
                <c:pt idx="1745">
                  <c:v>5563.0199999999995</c:v>
                </c:pt>
                <c:pt idx="1746">
                  <c:v>5570.68</c:v>
                </c:pt>
                <c:pt idx="1747">
                  <c:v>5566.26</c:v>
                </c:pt>
                <c:pt idx="1748">
                  <c:v>5573.5999999999995</c:v>
                </c:pt>
                <c:pt idx="1749">
                  <c:v>5571.2400000000007</c:v>
                </c:pt>
                <c:pt idx="1750">
                  <c:v>5577.2000000000007</c:v>
                </c:pt>
                <c:pt idx="1751">
                  <c:v>5577.28</c:v>
                </c:pt>
                <c:pt idx="1752">
                  <c:v>5579.32</c:v>
                </c:pt>
                <c:pt idx="1753">
                  <c:v>5578.3899999999994</c:v>
                </c:pt>
                <c:pt idx="1754">
                  <c:v>5581.53</c:v>
                </c:pt>
                <c:pt idx="1755">
                  <c:v>5581.46</c:v>
                </c:pt>
                <c:pt idx="1756">
                  <c:v>5585.13</c:v>
                </c:pt>
                <c:pt idx="1757">
                  <c:v>5586.43</c:v>
                </c:pt>
                <c:pt idx="1758">
                  <c:v>5587.88</c:v>
                </c:pt>
                <c:pt idx="1759">
                  <c:v>5589.17</c:v>
                </c:pt>
                <c:pt idx="1760">
                  <c:v>5590.8600000000006</c:v>
                </c:pt>
                <c:pt idx="1761">
                  <c:v>5592.43</c:v>
                </c:pt>
                <c:pt idx="1762">
                  <c:v>5594.1900000000005</c:v>
                </c:pt>
                <c:pt idx="1763">
                  <c:v>5597.0199999999995</c:v>
                </c:pt>
                <c:pt idx="1764">
                  <c:v>5600.19</c:v>
                </c:pt>
                <c:pt idx="1765">
                  <c:v>5602.34</c:v>
                </c:pt>
                <c:pt idx="1766">
                  <c:v>5604.08</c:v>
                </c:pt>
                <c:pt idx="1767">
                  <c:v>5605.8899999999994</c:v>
                </c:pt>
                <c:pt idx="1768">
                  <c:v>5607.26</c:v>
                </c:pt>
                <c:pt idx="1769">
                  <c:v>5608.86</c:v>
                </c:pt>
                <c:pt idx="1770">
                  <c:v>5609.24</c:v>
                </c:pt>
                <c:pt idx="1771">
                  <c:v>5611.21</c:v>
                </c:pt>
                <c:pt idx="1772">
                  <c:v>5613.22</c:v>
                </c:pt>
                <c:pt idx="1773">
                  <c:v>5612.08</c:v>
                </c:pt>
                <c:pt idx="1774">
                  <c:v>5613.9000000000005</c:v>
                </c:pt>
                <c:pt idx="1775">
                  <c:v>5617.08</c:v>
                </c:pt>
                <c:pt idx="1776">
                  <c:v>5620.02</c:v>
                </c:pt>
                <c:pt idx="1777">
                  <c:v>5618.16</c:v>
                </c:pt>
                <c:pt idx="1778">
                  <c:v>5623.69</c:v>
                </c:pt>
                <c:pt idx="1779">
                  <c:v>5620.02</c:v>
                </c:pt>
                <c:pt idx="1780">
                  <c:v>5625.46</c:v>
                </c:pt>
                <c:pt idx="1781">
                  <c:v>5625.58</c:v>
                </c:pt>
                <c:pt idx="1782">
                  <c:v>5625.42</c:v>
                </c:pt>
                <c:pt idx="1783">
                  <c:v>5631.69</c:v>
                </c:pt>
                <c:pt idx="1784">
                  <c:v>5633.07</c:v>
                </c:pt>
                <c:pt idx="1785">
                  <c:v>5630.84</c:v>
                </c:pt>
                <c:pt idx="1786">
                  <c:v>5633.02</c:v>
                </c:pt>
                <c:pt idx="1787">
                  <c:v>5635.12</c:v>
                </c:pt>
                <c:pt idx="1788">
                  <c:v>5636.71</c:v>
                </c:pt>
                <c:pt idx="1789">
                  <c:v>5638.2300000000005</c:v>
                </c:pt>
                <c:pt idx="1790">
                  <c:v>5639.97</c:v>
                </c:pt>
                <c:pt idx="1791">
                  <c:v>5643.2599999999993</c:v>
                </c:pt>
                <c:pt idx="1792">
                  <c:v>5642.37</c:v>
                </c:pt>
                <c:pt idx="1793">
                  <c:v>5643.86</c:v>
                </c:pt>
                <c:pt idx="1794">
                  <c:v>5645.6</c:v>
                </c:pt>
                <c:pt idx="1795">
                  <c:v>5647.1900000000005</c:v>
                </c:pt>
                <c:pt idx="1796">
                  <c:v>5650.22</c:v>
                </c:pt>
                <c:pt idx="1797">
                  <c:v>5653.05</c:v>
                </c:pt>
                <c:pt idx="1798">
                  <c:v>5654.5</c:v>
                </c:pt>
                <c:pt idx="1799">
                  <c:v>5653.76</c:v>
                </c:pt>
                <c:pt idx="1800">
                  <c:v>5659.25</c:v>
                </c:pt>
                <c:pt idx="1801">
                  <c:v>5659.53</c:v>
                </c:pt>
                <c:pt idx="1802">
                  <c:v>5661.71</c:v>
                </c:pt>
                <c:pt idx="1803">
                  <c:v>5661.81</c:v>
                </c:pt>
                <c:pt idx="1804">
                  <c:v>5663.8099999999995</c:v>
                </c:pt>
                <c:pt idx="1805">
                  <c:v>5662.68</c:v>
                </c:pt>
                <c:pt idx="1806">
                  <c:v>5667.75</c:v>
                </c:pt>
                <c:pt idx="1807">
                  <c:v>5665.26</c:v>
                </c:pt>
                <c:pt idx="1808">
                  <c:v>5670.02</c:v>
                </c:pt>
                <c:pt idx="1809">
                  <c:v>5672.98</c:v>
                </c:pt>
                <c:pt idx="1810">
                  <c:v>5669.44</c:v>
                </c:pt>
                <c:pt idx="1811">
                  <c:v>5675.74</c:v>
                </c:pt>
                <c:pt idx="1812">
                  <c:v>5673.36</c:v>
                </c:pt>
                <c:pt idx="1813">
                  <c:v>5676.97</c:v>
                </c:pt>
                <c:pt idx="1814">
                  <c:v>5678.57</c:v>
                </c:pt>
                <c:pt idx="1815">
                  <c:v>5680.43</c:v>
                </c:pt>
                <c:pt idx="1816">
                  <c:v>5681.4299999999994</c:v>
                </c:pt>
                <c:pt idx="1817">
                  <c:v>5682.9599999999991</c:v>
                </c:pt>
                <c:pt idx="1818">
                  <c:v>5684.55</c:v>
                </c:pt>
                <c:pt idx="1819">
                  <c:v>5686.73</c:v>
                </c:pt>
                <c:pt idx="1820">
                  <c:v>5687.95</c:v>
                </c:pt>
                <c:pt idx="1821">
                  <c:v>5689.8</c:v>
                </c:pt>
                <c:pt idx="1822">
                  <c:v>5691.11</c:v>
                </c:pt>
                <c:pt idx="1823">
                  <c:v>5692.83</c:v>
                </c:pt>
                <c:pt idx="1824">
                  <c:v>5696.18</c:v>
                </c:pt>
                <c:pt idx="1825">
                  <c:v>5698.6299999999992</c:v>
                </c:pt>
                <c:pt idx="1826">
                  <c:v>5701.01</c:v>
                </c:pt>
                <c:pt idx="1827">
                  <c:v>5702.87</c:v>
                </c:pt>
                <c:pt idx="1828">
                  <c:v>5704.49</c:v>
                </c:pt>
                <c:pt idx="1829">
                  <c:v>5705.99</c:v>
                </c:pt>
                <c:pt idx="1830">
                  <c:v>5708.04</c:v>
                </c:pt>
                <c:pt idx="1831">
                  <c:v>5707.67</c:v>
                </c:pt>
                <c:pt idx="1832">
                  <c:v>5711.17</c:v>
                </c:pt>
                <c:pt idx="1833">
                  <c:v>5707.66</c:v>
                </c:pt>
                <c:pt idx="1834">
                  <c:v>5711.32</c:v>
                </c:pt>
                <c:pt idx="1835">
                  <c:v>5713.3099999999995</c:v>
                </c:pt>
                <c:pt idx="1836">
                  <c:v>5717.51</c:v>
                </c:pt>
                <c:pt idx="1837">
                  <c:v>5714.0899999999992</c:v>
                </c:pt>
                <c:pt idx="1838">
                  <c:v>5719.24</c:v>
                </c:pt>
                <c:pt idx="1839">
                  <c:v>5721.28</c:v>
                </c:pt>
                <c:pt idx="1840">
                  <c:v>5719.02</c:v>
                </c:pt>
                <c:pt idx="1841">
                  <c:v>5721.6500000000005</c:v>
                </c:pt>
                <c:pt idx="1842">
                  <c:v>5723.93</c:v>
                </c:pt>
                <c:pt idx="1843">
                  <c:v>5726.63</c:v>
                </c:pt>
                <c:pt idx="1844">
                  <c:v>5726.9800000000005</c:v>
                </c:pt>
                <c:pt idx="1845">
                  <c:v>5728.4699999999993</c:v>
                </c:pt>
                <c:pt idx="1846">
                  <c:v>5730.86</c:v>
                </c:pt>
                <c:pt idx="1847">
                  <c:v>5733.96</c:v>
                </c:pt>
                <c:pt idx="1848">
                  <c:v>5733.54</c:v>
                </c:pt>
                <c:pt idx="1849">
                  <c:v>5734.96</c:v>
                </c:pt>
                <c:pt idx="1850">
                  <c:v>5736.7</c:v>
                </c:pt>
                <c:pt idx="1851">
                  <c:v>5738.74</c:v>
                </c:pt>
                <c:pt idx="1852">
                  <c:v>5739.79</c:v>
                </c:pt>
                <c:pt idx="1853">
                  <c:v>5741.6</c:v>
                </c:pt>
                <c:pt idx="1854">
                  <c:v>5743.32</c:v>
                </c:pt>
                <c:pt idx="1855">
                  <c:v>5744.0300000000007</c:v>
                </c:pt>
                <c:pt idx="1856">
                  <c:v>5746.46</c:v>
                </c:pt>
                <c:pt idx="1857">
                  <c:v>5747.28</c:v>
                </c:pt>
                <c:pt idx="1858">
                  <c:v>5749.9900000000007</c:v>
                </c:pt>
                <c:pt idx="1859">
                  <c:v>5750.68</c:v>
                </c:pt>
                <c:pt idx="1860">
                  <c:v>5750.38</c:v>
                </c:pt>
                <c:pt idx="1861">
                  <c:v>5754.59</c:v>
                </c:pt>
                <c:pt idx="1862">
                  <c:v>5750.78</c:v>
                </c:pt>
                <c:pt idx="1863">
                  <c:v>5751.9299999999994</c:v>
                </c:pt>
                <c:pt idx="1864">
                  <c:v>5760.66</c:v>
                </c:pt>
                <c:pt idx="1865">
                  <c:v>5759.97</c:v>
                </c:pt>
                <c:pt idx="1866">
                  <c:v>5760.6</c:v>
                </c:pt>
                <c:pt idx="1867">
                  <c:v>5763.2000000000007</c:v>
                </c:pt>
                <c:pt idx="1868">
                  <c:v>5763.84</c:v>
                </c:pt>
                <c:pt idx="1869">
                  <c:v>5765.0499999999993</c:v>
                </c:pt>
                <c:pt idx="1870">
                  <c:v>5765.1</c:v>
                </c:pt>
                <c:pt idx="1871">
                  <c:v>5767.97</c:v>
                </c:pt>
                <c:pt idx="1872">
                  <c:v>5769.62</c:v>
                </c:pt>
                <c:pt idx="1873">
                  <c:v>5771.37</c:v>
                </c:pt>
                <c:pt idx="1874">
                  <c:v>5773.7999999999993</c:v>
                </c:pt>
                <c:pt idx="1875">
                  <c:v>5774.99</c:v>
                </c:pt>
                <c:pt idx="1876">
                  <c:v>5776.49</c:v>
                </c:pt>
                <c:pt idx="1877">
                  <c:v>5777.92</c:v>
                </c:pt>
                <c:pt idx="1878">
                  <c:v>5779.55</c:v>
                </c:pt>
                <c:pt idx="1879">
                  <c:v>5780.9400000000005</c:v>
                </c:pt>
                <c:pt idx="1880">
                  <c:v>5782.73</c:v>
                </c:pt>
                <c:pt idx="1881">
                  <c:v>5785.0599999999995</c:v>
                </c:pt>
                <c:pt idx="1882">
                  <c:v>5789.44</c:v>
                </c:pt>
                <c:pt idx="1883">
                  <c:v>5790.14</c:v>
                </c:pt>
                <c:pt idx="1884">
                  <c:v>5792.0999999999995</c:v>
                </c:pt>
                <c:pt idx="1885">
                  <c:v>5793.62</c:v>
                </c:pt>
                <c:pt idx="1886">
                  <c:v>5794.58</c:v>
                </c:pt>
                <c:pt idx="1887">
                  <c:v>5796.08</c:v>
                </c:pt>
                <c:pt idx="1888">
                  <c:v>5797.3499999999995</c:v>
                </c:pt>
                <c:pt idx="1889">
                  <c:v>5796.86</c:v>
                </c:pt>
                <c:pt idx="1890">
                  <c:v>5801.84</c:v>
                </c:pt>
                <c:pt idx="1891">
                  <c:v>5802.86</c:v>
                </c:pt>
                <c:pt idx="1892">
                  <c:v>5805.29</c:v>
                </c:pt>
                <c:pt idx="1893">
                  <c:v>5806.8499999999995</c:v>
                </c:pt>
                <c:pt idx="1894">
                  <c:v>5808.04</c:v>
                </c:pt>
                <c:pt idx="1895">
                  <c:v>5804.9299999999994</c:v>
                </c:pt>
                <c:pt idx="1896">
                  <c:v>5805.65</c:v>
                </c:pt>
                <c:pt idx="1897">
                  <c:v>5806.0999999999995</c:v>
                </c:pt>
                <c:pt idx="1898">
                  <c:v>5808.53</c:v>
                </c:pt>
                <c:pt idx="1899">
                  <c:v>5816.23</c:v>
                </c:pt>
                <c:pt idx="1900">
                  <c:v>5815.68</c:v>
                </c:pt>
                <c:pt idx="1901">
                  <c:v>5818.31</c:v>
                </c:pt>
                <c:pt idx="1902">
                  <c:v>5818.11</c:v>
                </c:pt>
                <c:pt idx="1903">
                  <c:v>5819.66</c:v>
                </c:pt>
                <c:pt idx="1904">
                  <c:v>5820.86</c:v>
                </c:pt>
                <c:pt idx="1905">
                  <c:v>5821.5899999999992</c:v>
                </c:pt>
                <c:pt idx="1906">
                  <c:v>5823.43</c:v>
                </c:pt>
                <c:pt idx="1907">
                  <c:v>5824.56</c:v>
                </c:pt>
                <c:pt idx="1908">
                  <c:v>5826.08</c:v>
                </c:pt>
                <c:pt idx="1909">
                  <c:v>5827.6500000000005</c:v>
                </c:pt>
                <c:pt idx="1910">
                  <c:v>5829.31</c:v>
                </c:pt>
                <c:pt idx="1911">
                  <c:v>5830.4400000000005</c:v>
                </c:pt>
                <c:pt idx="1912">
                  <c:v>5832.42</c:v>
                </c:pt>
                <c:pt idx="1913">
                  <c:v>5833.7300000000005</c:v>
                </c:pt>
                <c:pt idx="1914">
                  <c:v>5835.3200000000006</c:v>
                </c:pt>
                <c:pt idx="1915">
                  <c:v>5836.8200000000006</c:v>
                </c:pt>
                <c:pt idx="1916">
                  <c:v>5838.66</c:v>
                </c:pt>
                <c:pt idx="1917">
                  <c:v>5839.2699999999995</c:v>
                </c:pt>
                <c:pt idx="1918">
                  <c:v>5840.14</c:v>
                </c:pt>
                <c:pt idx="1919">
                  <c:v>5842.22</c:v>
                </c:pt>
                <c:pt idx="1920">
                  <c:v>5842.97</c:v>
                </c:pt>
                <c:pt idx="1921">
                  <c:v>5843.34</c:v>
                </c:pt>
                <c:pt idx="1922">
                  <c:v>5844.9</c:v>
                </c:pt>
                <c:pt idx="1923">
                  <c:v>5849.9400000000005</c:v>
                </c:pt>
                <c:pt idx="1924">
                  <c:v>5848.78</c:v>
                </c:pt>
                <c:pt idx="1925">
                  <c:v>5852.5099999999993</c:v>
                </c:pt>
                <c:pt idx="1926">
                  <c:v>5851.14</c:v>
                </c:pt>
                <c:pt idx="1927">
                  <c:v>5854.79</c:v>
                </c:pt>
                <c:pt idx="1928">
                  <c:v>5854.17</c:v>
                </c:pt>
                <c:pt idx="1929">
                  <c:v>5860.74</c:v>
                </c:pt>
                <c:pt idx="1930">
                  <c:v>5856.16</c:v>
                </c:pt>
                <c:pt idx="1931">
                  <c:v>5858.18</c:v>
                </c:pt>
                <c:pt idx="1932">
                  <c:v>5864.28</c:v>
                </c:pt>
                <c:pt idx="1933">
                  <c:v>5865.13</c:v>
                </c:pt>
                <c:pt idx="1934">
                  <c:v>5864.7400000000007</c:v>
                </c:pt>
                <c:pt idx="1935">
                  <c:v>5866.4800000000005</c:v>
                </c:pt>
                <c:pt idx="1936">
                  <c:v>5868.05</c:v>
                </c:pt>
                <c:pt idx="1937">
                  <c:v>5869.54</c:v>
                </c:pt>
                <c:pt idx="1938">
                  <c:v>5870.3200000000006</c:v>
                </c:pt>
                <c:pt idx="1939">
                  <c:v>5871.6</c:v>
                </c:pt>
                <c:pt idx="1940">
                  <c:v>5873.1799999999994</c:v>
                </c:pt>
                <c:pt idx="1941">
                  <c:v>5874.38</c:v>
                </c:pt>
                <c:pt idx="1942">
                  <c:v>5875.9699999999993</c:v>
                </c:pt>
                <c:pt idx="1943">
                  <c:v>5878.3399999999992</c:v>
                </c:pt>
                <c:pt idx="1944">
                  <c:v>5882.07</c:v>
                </c:pt>
                <c:pt idx="1945">
                  <c:v>5884.0700000000006</c:v>
                </c:pt>
                <c:pt idx="1946">
                  <c:v>5884.8399999999992</c:v>
                </c:pt>
                <c:pt idx="1947">
                  <c:v>5886</c:v>
                </c:pt>
                <c:pt idx="1948">
                  <c:v>5887.04</c:v>
                </c:pt>
                <c:pt idx="1949">
                  <c:v>5887.97</c:v>
                </c:pt>
                <c:pt idx="1950">
                  <c:v>5887.92</c:v>
                </c:pt>
                <c:pt idx="1951">
                  <c:v>5891.51</c:v>
                </c:pt>
                <c:pt idx="1952">
                  <c:v>5889.1900000000005</c:v>
                </c:pt>
                <c:pt idx="1953">
                  <c:v>5891.58</c:v>
                </c:pt>
                <c:pt idx="1954">
                  <c:v>5894.83</c:v>
                </c:pt>
                <c:pt idx="1955">
                  <c:v>5890.58</c:v>
                </c:pt>
                <c:pt idx="1956">
                  <c:v>5899.12</c:v>
                </c:pt>
                <c:pt idx="1957">
                  <c:v>5900.7199999999993</c:v>
                </c:pt>
                <c:pt idx="1958">
                  <c:v>5900.1900000000005</c:v>
                </c:pt>
                <c:pt idx="1959">
                  <c:v>5896.14</c:v>
                </c:pt>
                <c:pt idx="1960">
                  <c:v>5896.99</c:v>
                </c:pt>
                <c:pt idx="1961">
                  <c:v>5903.49</c:v>
                </c:pt>
                <c:pt idx="1962">
                  <c:v>5904.7</c:v>
                </c:pt>
                <c:pt idx="1963">
                  <c:v>5902.47</c:v>
                </c:pt>
                <c:pt idx="1964">
                  <c:v>5908.8099999999995</c:v>
                </c:pt>
                <c:pt idx="1965">
                  <c:v>5910.38</c:v>
                </c:pt>
                <c:pt idx="1966">
                  <c:v>5911.13</c:v>
                </c:pt>
                <c:pt idx="1967">
                  <c:v>5911.07</c:v>
                </c:pt>
                <c:pt idx="1968">
                  <c:v>5913.48</c:v>
                </c:pt>
                <c:pt idx="1969">
                  <c:v>5914.2400000000007</c:v>
                </c:pt>
                <c:pt idx="1970">
                  <c:v>5916.43</c:v>
                </c:pt>
                <c:pt idx="1971">
                  <c:v>5920.38</c:v>
                </c:pt>
                <c:pt idx="1972">
                  <c:v>5922.06</c:v>
                </c:pt>
                <c:pt idx="1973">
                  <c:v>5924.0599999999995</c:v>
                </c:pt>
                <c:pt idx="1974">
                  <c:v>5925.54</c:v>
                </c:pt>
                <c:pt idx="1975">
                  <c:v>5926.01</c:v>
                </c:pt>
                <c:pt idx="1976">
                  <c:v>5927.97</c:v>
                </c:pt>
                <c:pt idx="1977">
                  <c:v>5926.92</c:v>
                </c:pt>
                <c:pt idx="1978">
                  <c:v>5929.83</c:v>
                </c:pt>
                <c:pt idx="1979">
                  <c:v>5929.7300000000005</c:v>
                </c:pt>
                <c:pt idx="1980">
                  <c:v>5933.42</c:v>
                </c:pt>
                <c:pt idx="1981">
                  <c:v>5934.9</c:v>
                </c:pt>
                <c:pt idx="1982">
                  <c:v>5936.56</c:v>
                </c:pt>
                <c:pt idx="1983">
                  <c:v>5937.8399999999992</c:v>
                </c:pt>
                <c:pt idx="1984">
                  <c:v>5936.82</c:v>
                </c:pt>
                <c:pt idx="1985">
                  <c:v>5939.61</c:v>
                </c:pt>
                <c:pt idx="1986">
                  <c:v>5941.63</c:v>
                </c:pt>
                <c:pt idx="1987">
                  <c:v>5942.3899999999994</c:v>
                </c:pt>
                <c:pt idx="1988">
                  <c:v>5945.46</c:v>
                </c:pt>
                <c:pt idx="1989">
                  <c:v>5944.5199999999995</c:v>
                </c:pt>
                <c:pt idx="1990">
                  <c:v>5943.04</c:v>
                </c:pt>
                <c:pt idx="1991">
                  <c:v>5950.6100000000006</c:v>
                </c:pt>
                <c:pt idx="1992">
                  <c:v>5945.37</c:v>
                </c:pt>
                <c:pt idx="1993">
                  <c:v>5951.0300000000007</c:v>
                </c:pt>
                <c:pt idx="1994">
                  <c:v>5950.55</c:v>
                </c:pt>
                <c:pt idx="1995">
                  <c:v>5952.1100000000006</c:v>
                </c:pt>
                <c:pt idx="1996">
                  <c:v>5956.99</c:v>
                </c:pt>
                <c:pt idx="1997">
                  <c:v>5956.74</c:v>
                </c:pt>
                <c:pt idx="1998">
                  <c:v>5960.28</c:v>
                </c:pt>
                <c:pt idx="1999">
                  <c:v>5957.3600000000006</c:v>
                </c:pt>
                <c:pt idx="2000">
                  <c:v>5959.34</c:v>
                </c:pt>
                <c:pt idx="2001">
                  <c:v>5961.34</c:v>
                </c:pt>
                <c:pt idx="2002">
                  <c:v>5963.46</c:v>
                </c:pt>
                <c:pt idx="2003">
                  <c:v>5966.8</c:v>
                </c:pt>
                <c:pt idx="2004">
                  <c:v>5969.4900000000007</c:v>
                </c:pt>
                <c:pt idx="2005">
                  <c:v>5971.33</c:v>
                </c:pt>
                <c:pt idx="2006">
                  <c:v>5972.68</c:v>
                </c:pt>
                <c:pt idx="2007">
                  <c:v>5974.01</c:v>
                </c:pt>
                <c:pt idx="2008">
                  <c:v>5975.18</c:v>
                </c:pt>
                <c:pt idx="2009">
                  <c:v>5976.72</c:v>
                </c:pt>
                <c:pt idx="2010">
                  <c:v>5977.7699999999995</c:v>
                </c:pt>
                <c:pt idx="2011">
                  <c:v>5979.48</c:v>
                </c:pt>
                <c:pt idx="2012">
                  <c:v>5978.3099999999995</c:v>
                </c:pt>
                <c:pt idx="2013">
                  <c:v>5979.75</c:v>
                </c:pt>
                <c:pt idx="2014">
                  <c:v>5980.25</c:v>
                </c:pt>
                <c:pt idx="2015">
                  <c:v>5984.93</c:v>
                </c:pt>
                <c:pt idx="2016">
                  <c:v>5981.66</c:v>
                </c:pt>
                <c:pt idx="2017">
                  <c:v>5984.28</c:v>
                </c:pt>
                <c:pt idx="2018">
                  <c:v>5983.23</c:v>
                </c:pt>
                <c:pt idx="2019">
                  <c:v>5986.0199999999995</c:v>
                </c:pt>
                <c:pt idx="2020">
                  <c:v>5993.13</c:v>
                </c:pt>
                <c:pt idx="2021">
                  <c:v>5993.56</c:v>
                </c:pt>
                <c:pt idx="2022">
                  <c:v>5989.35</c:v>
                </c:pt>
                <c:pt idx="2023">
                  <c:v>5993.5</c:v>
                </c:pt>
                <c:pt idx="2024">
                  <c:v>5999.4699999999993</c:v>
                </c:pt>
                <c:pt idx="2025">
                  <c:v>6000.66</c:v>
                </c:pt>
                <c:pt idx="2026">
                  <c:v>6000.29</c:v>
                </c:pt>
                <c:pt idx="2027">
                  <c:v>6000.72</c:v>
                </c:pt>
                <c:pt idx="2028">
                  <c:v>6005.07</c:v>
                </c:pt>
                <c:pt idx="2029">
                  <c:v>6003.8</c:v>
                </c:pt>
                <c:pt idx="2030">
                  <c:v>6005.2300000000005</c:v>
                </c:pt>
                <c:pt idx="2031">
                  <c:v>6006</c:v>
                </c:pt>
                <c:pt idx="2032">
                  <c:v>6005.71</c:v>
                </c:pt>
                <c:pt idx="2033">
                  <c:v>6005.9</c:v>
                </c:pt>
                <c:pt idx="2034">
                  <c:v>6008</c:v>
                </c:pt>
                <c:pt idx="2035">
                  <c:v>6010.1699999999992</c:v>
                </c:pt>
                <c:pt idx="2036">
                  <c:v>6014.9</c:v>
                </c:pt>
                <c:pt idx="2037">
                  <c:v>6015.31</c:v>
                </c:pt>
                <c:pt idx="2038">
                  <c:v>6014.44</c:v>
                </c:pt>
                <c:pt idx="2039">
                  <c:v>6015.93</c:v>
                </c:pt>
                <c:pt idx="2040">
                  <c:v>6019.6100000000006</c:v>
                </c:pt>
                <c:pt idx="2041">
                  <c:v>6020.17</c:v>
                </c:pt>
                <c:pt idx="2042">
                  <c:v>6016.42</c:v>
                </c:pt>
                <c:pt idx="2043">
                  <c:v>6018.0199999999995</c:v>
                </c:pt>
                <c:pt idx="2044">
                  <c:v>6019.89</c:v>
                </c:pt>
                <c:pt idx="2045">
                  <c:v>6021.37</c:v>
                </c:pt>
                <c:pt idx="2046">
                  <c:v>6021.8499999999995</c:v>
                </c:pt>
                <c:pt idx="2047">
                  <c:v>6024.5300000000007</c:v>
                </c:pt>
                <c:pt idx="2048">
                  <c:v>6026.96</c:v>
                </c:pt>
                <c:pt idx="2049">
                  <c:v>6022.1</c:v>
                </c:pt>
                <c:pt idx="2050">
                  <c:v>6027.52</c:v>
                </c:pt>
                <c:pt idx="2051">
                  <c:v>6023.42</c:v>
                </c:pt>
                <c:pt idx="2052">
                  <c:v>6034</c:v>
                </c:pt>
                <c:pt idx="2053">
                  <c:v>6026.09</c:v>
                </c:pt>
                <c:pt idx="2054">
                  <c:v>6041.98</c:v>
                </c:pt>
                <c:pt idx="2055">
                  <c:v>6043.6100000000006</c:v>
                </c:pt>
                <c:pt idx="2056">
                  <c:v>6045.4299999999994</c:v>
                </c:pt>
                <c:pt idx="2057">
                  <c:v>6041.17</c:v>
                </c:pt>
                <c:pt idx="2058">
                  <c:v>6045.26</c:v>
                </c:pt>
                <c:pt idx="2059">
                  <c:v>6042.24</c:v>
                </c:pt>
                <c:pt idx="2060">
                  <c:v>6046.68</c:v>
                </c:pt>
                <c:pt idx="2061">
                  <c:v>6048.14</c:v>
                </c:pt>
                <c:pt idx="2062">
                  <c:v>6044.59</c:v>
                </c:pt>
                <c:pt idx="2063">
                  <c:v>6047.87</c:v>
                </c:pt>
                <c:pt idx="2064">
                  <c:v>6050.29</c:v>
                </c:pt>
                <c:pt idx="2065">
                  <c:v>6052.7800000000007</c:v>
                </c:pt>
                <c:pt idx="2066">
                  <c:v>6053.56</c:v>
                </c:pt>
                <c:pt idx="2067">
                  <c:v>6055.5700000000006</c:v>
                </c:pt>
                <c:pt idx="2068">
                  <c:v>6056.8</c:v>
                </c:pt>
                <c:pt idx="2069">
                  <c:v>6058.3499999999995</c:v>
                </c:pt>
                <c:pt idx="2070">
                  <c:v>6059.72</c:v>
                </c:pt>
                <c:pt idx="2071">
                  <c:v>6061.2000000000007</c:v>
                </c:pt>
                <c:pt idx="2072">
                  <c:v>6062.46</c:v>
                </c:pt>
                <c:pt idx="2073">
                  <c:v>6064.0099999999993</c:v>
                </c:pt>
                <c:pt idx="2074">
                  <c:v>6065.55</c:v>
                </c:pt>
                <c:pt idx="2075">
                  <c:v>6067.17</c:v>
                </c:pt>
                <c:pt idx="2076">
                  <c:v>6067.3899999999994</c:v>
                </c:pt>
                <c:pt idx="2077">
                  <c:v>6068.27</c:v>
                </c:pt>
                <c:pt idx="2078">
                  <c:v>6072.77</c:v>
                </c:pt>
                <c:pt idx="2079">
                  <c:v>6073.11</c:v>
                </c:pt>
                <c:pt idx="2080">
                  <c:v>6077.66</c:v>
                </c:pt>
                <c:pt idx="2081">
                  <c:v>6079.81</c:v>
                </c:pt>
                <c:pt idx="2082">
                  <c:v>6074.6</c:v>
                </c:pt>
                <c:pt idx="2083">
                  <c:v>6079.37</c:v>
                </c:pt>
                <c:pt idx="2084">
                  <c:v>6085.9</c:v>
                </c:pt>
                <c:pt idx="2085">
                  <c:v>6086.9299999999994</c:v>
                </c:pt>
                <c:pt idx="2086">
                  <c:v>6088.61</c:v>
                </c:pt>
                <c:pt idx="2087">
                  <c:v>6089.67</c:v>
                </c:pt>
                <c:pt idx="2088">
                  <c:v>6087.42</c:v>
                </c:pt>
                <c:pt idx="2089">
                  <c:v>6091.32</c:v>
                </c:pt>
                <c:pt idx="2090">
                  <c:v>6090.88</c:v>
                </c:pt>
                <c:pt idx="2091">
                  <c:v>6093.28</c:v>
                </c:pt>
                <c:pt idx="2092">
                  <c:v>6094.8399999999992</c:v>
                </c:pt>
                <c:pt idx="2093">
                  <c:v>6093.72</c:v>
                </c:pt>
                <c:pt idx="2094">
                  <c:v>6097.0700000000006</c:v>
                </c:pt>
                <c:pt idx="2095">
                  <c:v>6097.32</c:v>
                </c:pt>
                <c:pt idx="2096">
                  <c:v>6101.2199999999993</c:v>
                </c:pt>
                <c:pt idx="2097">
                  <c:v>6103.3</c:v>
                </c:pt>
                <c:pt idx="2098">
                  <c:v>6105.29</c:v>
                </c:pt>
                <c:pt idx="2099">
                  <c:v>6106.96</c:v>
                </c:pt>
                <c:pt idx="2100">
                  <c:v>6108.31</c:v>
                </c:pt>
                <c:pt idx="2101">
                  <c:v>6109.58</c:v>
                </c:pt>
                <c:pt idx="2102">
                  <c:v>6110.0199999999995</c:v>
                </c:pt>
                <c:pt idx="2103">
                  <c:v>6108.2400000000007</c:v>
                </c:pt>
                <c:pt idx="2104">
                  <c:v>6109.8600000000006</c:v>
                </c:pt>
                <c:pt idx="2105">
                  <c:v>6111.37</c:v>
                </c:pt>
                <c:pt idx="2106">
                  <c:v>6112.78</c:v>
                </c:pt>
                <c:pt idx="2107">
                  <c:v>6114.37</c:v>
                </c:pt>
                <c:pt idx="2108">
                  <c:v>6114.8600000000006</c:v>
                </c:pt>
                <c:pt idx="2109">
                  <c:v>6116.91</c:v>
                </c:pt>
                <c:pt idx="2110">
                  <c:v>6121.01</c:v>
                </c:pt>
                <c:pt idx="2111">
                  <c:v>6118.24</c:v>
                </c:pt>
                <c:pt idx="2112">
                  <c:v>6123.52</c:v>
                </c:pt>
                <c:pt idx="2113">
                  <c:v>6120.8799999999992</c:v>
                </c:pt>
                <c:pt idx="2114">
                  <c:v>6121.28</c:v>
                </c:pt>
                <c:pt idx="2115">
                  <c:v>6125.04</c:v>
                </c:pt>
                <c:pt idx="2116">
                  <c:v>6129.1200000000008</c:v>
                </c:pt>
                <c:pt idx="2117">
                  <c:v>6131.26</c:v>
                </c:pt>
                <c:pt idx="2118">
                  <c:v>6127.19</c:v>
                </c:pt>
                <c:pt idx="2119">
                  <c:v>6132.6799999999994</c:v>
                </c:pt>
                <c:pt idx="2120">
                  <c:v>6135.5199999999995</c:v>
                </c:pt>
                <c:pt idx="2121">
                  <c:v>6136.58</c:v>
                </c:pt>
                <c:pt idx="2122">
                  <c:v>6137.43</c:v>
                </c:pt>
                <c:pt idx="2123">
                  <c:v>6135.93</c:v>
                </c:pt>
                <c:pt idx="2124">
                  <c:v>6139.9400000000005</c:v>
                </c:pt>
                <c:pt idx="2125">
                  <c:v>6141.81</c:v>
                </c:pt>
                <c:pt idx="2126">
                  <c:v>6141.15</c:v>
                </c:pt>
                <c:pt idx="2127">
                  <c:v>6142.3899999999994</c:v>
                </c:pt>
                <c:pt idx="2128">
                  <c:v>6143.98</c:v>
                </c:pt>
                <c:pt idx="2129">
                  <c:v>6144.85</c:v>
                </c:pt>
                <c:pt idx="2130">
                  <c:v>6146.84</c:v>
                </c:pt>
                <c:pt idx="2131">
                  <c:v>6148.76</c:v>
                </c:pt>
                <c:pt idx="2132">
                  <c:v>6151.3</c:v>
                </c:pt>
                <c:pt idx="2133">
                  <c:v>6153.67</c:v>
                </c:pt>
                <c:pt idx="2134">
                  <c:v>6154.8600000000006</c:v>
                </c:pt>
                <c:pt idx="2135">
                  <c:v>6154.21</c:v>
                </c:pt>
                <c:pt idx="2136">
                  <c:v>6157.24</c:v>
                </c:pt>
                <c:pt idx="2137">
                  <c:v>6157.75</c:v>
                </c:pt>
                <c:pt idx="2138">
                  <c:v>6161.37</c:v>
                </c:pt>
                <c:pt idx="2139">
                  <c:v>6160.42</c:v>
                </c:pt>
                <c:pt idx="2140">
                  <c:v>6159.6</c:v>
                </c:pt>
                <c:pt idx="2141">
                  <c:v>6165.28</c:v>
                </c:pt>
                <c:pt idx="2142">
                  <c:v>6166.08</c:v>
                </c:pt>
                <c:pt idx="2143">
                  <c:v>6168.0599999999995</c:v>
                </c:pt>
                <c:pt idx="2144">
                  <c:v>6169.28</c:v>
                </c:pt>
                <c:pt idx="2145">
                  <c:v>6164.17</c:v>
                </c:pt>
                <c:pt idx="2146">
                  <c:v>6169.28</c:v>
                </c:pt>
                <c:pt idx="2147">
                  <c:v>6170.71</c:v>
                </c:pt>
                <c:pt idx="2148">
                  <c:v>6173.68</c:v>
                </c:pt>
                <c:pt idx="2149">
                  <c:v>6176.09</c:v>
                </c:pt>
                <c:pt idx="2150">
                  <c:v>6172.86</c:v>
                </c:pt>
                <c:pt idx="2151">
                  <c:v>6176.2699999999995</c:v>
                </c:pt>
                <c:pt idx="2152">
                  <c:v>6176.42</c:v>
                </c:pt>
                <c:pt idx="2153">
                  <c:v>6178.62</c:v>
                </c:pt>
                <c:pt idx="2154">
                  <c:v>6181.29</c:v>
                </c:pt>
                <c:pt idx="2155">
                  <c:v>6183.28</c:v>
                </c:pt>
                <c:pt idx="2156">
                  <c:v>6182.8200000000006</c:v>
                </c:pt>
                <c:pt idx="2157">
                  <c:v>6185.1500000000005</c:v>
                </c:pt>
                <c:pt idx="2158">
                  <c:v>6186.2300000000005</c:v>
                </c:pt>
                <c:pt idx="2159">
                  <c:v>6187.8200000000006</c:v>
                </c:pt>
                <c:pt idx="2160">
                  <c:v>6188.98</c:v>
                </c:pt>
                <c:pt idx="2161">
                  <c:v>6192.74</c:v>
                </c:pt>
                <c:pt idx="2162">
                  <c:v>6191.9800000000005</c:v>
                </c:pt>
                <c:pt idx="2163">
                  <c:v>6193.25</c:v>
                </c:pt>
                <c:pt idx="2164">
                  <c:v>6196.93</c:v>
                </c:pt>
                <c:pt idx="2165">
                  <c:v>6195.62</c:v>
                </c:pt>
                <c:pt idx="2166">
                  <c:v>6197.4</c:v>
                </c:pt>
                <c:pt idx="2167">
                  <c:v>6197.72</c:v>
                </c:pt>
                <c:pt idx="2168">
                  <c:v>6200.2300000000005</c:v>
                </c:pt>
                <c:pt idx="2169">
                  <c:v>6202.81</c:v>
                </c:pt>
                <c:pt idx="2170">
                  <c:v>6202.1100000000006</c:v>
                </c:pt>
                <c:pt idx="2171">
                  <c:v>6205.39</c:v>
                </c:pt>
                <c:pt idx="2172">
                  <c:v>6206.14</c:v>
                </c:pt>
                <c:pt idx="2173">
                  <c:v>6203.67</c:v>
                </c:pt>
                <c:pt idx="2174">
                  <c:v>6204.98</c:v>
                </c:pt>
                <c:pt idx="2175">
                  <c:v>6212.31</c:v>
                </c:pt>
                <c:pt idx="2176">
                  <c:v>6206.65</c:v>
                </c:pt>
                <c:pt idx="2177">
                  <c:v>6208.29</c:v>
                </c:pt>
                <c:pt idx="2178">
                  <c:v>6213.3</c:v>
                </c:pt>
                <c:pt idx="2179">
                  <c:v>6217.16</c:v>
                </c:pt>
                <c:pt idx="2180">
                  <c:v>6215.33</c:v>
                </c:pt>
                <c:pt idx="2181">
                  <c:v>6214.4199999999992</c:v>
                </c:pt>
                <c:pt idx="2182">
                  <c:v>6219</c:v>
                </c:pt>
                <c:pt idx="2183">
                  <c:v>6221.51</c:v>
                </c:pt>
                <c:pt idx="2184">
                  <c:v>6220.49</c:v>
                </c:pt>
                <c:pt idx="2185">
                  <c:v>6221.75</c:v>
                </c:pt>
                <c:pt idx="2186">
                  <c:v>6225.16</c:v>
                </c:pt>
                <c:pt idx="2187">
                  <c:v>6227.9299999999994</c:v>
                </c:pt>
                <c:pt idx="2188">
                  <c:v>6229.46</c:v>
                </c:pt>
                <c:pt idx="2189">
                  <c:v>6231.7400000000007</c:v>
                </c:pt>
                <c:pt idx="2190">
                  <c:v>6230.3899999999994</c:v>
                </c:pt>
                <c:pt idx="2191">
                  <c:v>6232.4400000000005</c:v>
                </c:pt>
                <c:pt idx="2192">
                  <c:v>6234.46</c:v>
                </c:pt>
                <c:pt idx="2193">
                  <c:v>6235.71</c:v>
                </c:pt>
                <c:pt idx="2194">
                  <c:v>6234.88</c:v>
                </c:pt>
                <c:pt idx="2195">
                  <c:v>6238.6900000000005</c:v>
                </c:pt>
                <c:pt idx="2196">
                  <c:v>6237.45</c:v>
                </c:pt>
                <c:pt idx="2197">
                  <c:v>6239.02</c:v>
                </c:pt>
                <c:pt idx="2198">
                  <c:v>6240.53</c:v>
                </c:pt>
                <c:pt idx="2199">
                  <c:v>6241.9000000000005</c:v>
                </c:pt>
                <c:pt idx="2200">
                  <c:v>6244.32</c:v>
                </c:pt>
                <c:pt idx="2201">
                  <c:v>6243.6100000000006</c:v>
                </c:pt>
                <c:pt idx="2202">
                  <c:v>6246.79</c:v>
                </c:pt>
                <c:pt idx="2203">
                  <c:v>6245.96</c:v>
                </c:pt>
                <c:pt idx="2204">
                  <c:v>6246.0599999999995</c:v>
                </c:pt>
                <c:pt idx="2205">
                  <c:v>6247.61</c:v>
                </c:pt>
                <c:pt idx="2206">
                  <c:v>6253.05</c:v>
                </c:pt>
                <c:pt idx="2207">
                  <c:v>6252.1699999999992</c:v>
                </c:pt>
                <c:pt idx="2208">
                  <c:v>6256.96</c:v>
                </c:pt>
                <c:pt idx="2209">
                  <c:v>6253.79</c:v>
                </c:pt>
                <c:pt idx="2210">
                  <c:v>6253.6399999999994</c:v>
                </c:pt>
                <c:pt idx="2211">
                  <c:v>6254.18</c:v>
                </c:pt>
                <c:pt idx="2212">
                  <c:v>6255.63</c:v>
                </c:pt>
                <c:pt idx="2213">
                  <c:v>6264.0700000000006</c:v>
                </c:pt>
                <c:pt idx="2214">
                  <c:v>6261.99</c:v>
                </c:pt>
                <c:pt idx="2215">
                  <c:v>6261.12</c:v>
                </c:pt>
                <c:pt idx="2216">
                  <c:v>6266.2699999999995</c:v>
                </c:pt>
                <c:pt idx="2217">
                  <c:v>6267.5099999999993</c:v>
                </c:pt>
                <c:pt idx="2218">
                  <c:v>6266.7</c:v>
                </c:pt>
                <c:pt idx="2219">
                  <c:v>6269.52</c:v>
                </c:pt>
                <c:pt idx="2220">
                  <c:v>6272.33</c:v>
                </c:pt>
                <c:pt idx="2221">
                  <c:v>6275.4000000000005</c:v>
                </c:pt>
                <c:pt idx="2222">
                  <c:v>6277</c:v>
                </c:pt>
                <c:pt idx="2223">
                  <c:v>6278.3</c:v>
                </c:pt>
                <c:pt idx="2224">
                  <c:v>6278.93</c:v>
                </c:pt>
                <c:pt idx="2225">
                  <c:v>6280.34</c:v>
                </c:pt>
                <c:pt idx="2226">
                  <c:v>6278.96</c:v>
                </c:pt>
                <c:pt idx="2227">
                  <c:v>6281.66</c:v>
                </c:pt>
                <c:pt idx="2228">
                  <c:v>6284.03</c:v>
                </c:pt>
                <c:pt idx="2229">
                  <c:v>6285.16</c:v>
                </c:pt>
                <c:pt idx="2230">
                  <c:v>6284.58</c:v>
                </c:pt>
                <c:pt idx="2231">
                  <c:v>6288</c:v>
                </c:pt>
                <c:pt idx="2232">
                  <c:v>6287.38</c:v>
                </c:pt>
                <c:pt idx="2233">
                  <c:v>6288.03</c:v>
                </c:pt>
                <c:pt idx="2234">
                  <c:v>6290.21</c:v>
                </c:pt>
                <c:pt idx="2235">
                  <c:v>6291.91</c:v>
                </c:pt>
                <c:pt idx="2236">
                  <c:v>6292.5899999999992</c:v>
                </c:pt>
                <c:pt idx="2237">
                  <c:v>6290.9699999999993</c:v>
                </c:pt>
                <c:pt idx="2238">
                  <c:v>6297.2599999999993</c:v>
                </c:pt>
                <c:pt idx="2239">
                  <c:v>6299.04</c:v>
                </c:pt>
                <c:pt idx="2240">
                  <c:v>6293.7300000000005</c:v>
                </c:pt>
                <c:pt idx="2241">
                  <c:v>6294.23</c:v>
                </c:pt>
                <c:pt idx="2242">
                  <c:v>6300.99</c:v>
                </c:pt>
                <c:pt idx="2243">
                  <c:v>6297.8899999999994</c:v>
                </c:pt>
                <c:pt idx="2244">
                  <c:v>6303.87</c:v>
                </c:pt>
                <c:pt idx="2245">
                  <c:v>6308.06</c:v>
                </c:pt>
                <c:pt idx="2246">
                  <c:v>6308.78</c:v>
                </c:pt>
                <c:pt idx="2247">
                  <c:v>6310.05</c:v>
                </c:pt>
                <c:pt idx="2248">
                  <c:v>6311.45</c:v>
                </c:pt>
                <c:pt idx="2249">
                  <c:v>6312.4900000000007</c:v>
                </c:pt>
                <c:pt idx="2250">
                  <c:v>6314.14</c:v>
                </c:pt>
                <c:pt idx="2251">
                  <c:v>6311.94</c:v>
                </c:pt>
                <c:pt idx="2252">
                  <c:v>6313.11</c:v>
                </c:pt>
                <c:pt idx="2253">
                  <c:v>6311.96</c:v>
                </c:pt>
                <c:pt idx="2254">
                  <c:v>6313.66</c:v>
                </c:pt>
                <c:pt idx="2255">
                  <c:v>6315.46</c:v>
                </c:pt>
                <c:pt idx="2256">
                  <c:v>6317.08</c:v>
                </c:pt>
                <c:pt idx="2257">
                  <c:v>6318.25</c:v>
                </c:pt>
                <c:pt idx="2258">
                  <c:v>6319.56</c:v>
                </c:pt>
                <c:pt idx="2259">
                  <c:v>6320.77</c:v>
                </c:pt>
                <c:pt idx="2260">
                  <c:v>6322.18</c:v>
                </c:pt>
                <c:pt idx="2261">
                  <c:v>6323.24</c:v>
                </c:pt>
                <c:pt idx="2262">
                  <c:v>6324.66</c:v>
                </c:pt>
                <c:pt idx="2263">
                  <c:v>6325.89</c:v>
                </c:pt>
                <c:pt idx="2264">
                  <c:v>6329.39</c:v>
                </c:pt>
                <c:pt idx="2265">
                  <c:v>6332.3099999999995</c:v>
                </c:pt>
                <c:pt idx="2266">
                  <c:v>6325.08</c:v>
                </c:pt>
                <c:pt idx="2267">
                  <c:v>6324.34</c:v>
                </c:pt>
                <c:pt idx="2268">
                  <c:v>6325.3</c:v>
                </c:pt>
                <c:pt idx="2269">
                  <c:v>6330.92</c:v>
                </c:pt>
                <c:pt idx="2270">
                  <c:v>6336.2</c:v>
                </c:pt>
                <c:pt idx="2271">
                  <c:v>6331.04</c:v>
                </c:pt>
                <c:pt idx="2272">
                  <c:v>6341.78</c:v>
                </c:pt>
                <c:pt idx="2273">
                  <c:v>6340.56</c:v>
                </c:pt>
                <c:pt idx="2274">
                  <c:v>6346.09</c:v>
                </c:pt>
                <c:pt idx="2275">
                  <c:v>6344.9400000000005</c:v>
                </c:pt>
                <c:pt idx="2276">
                  <c:v>6348.66</c:v>
                </c:pt>
                <c:pt idx="2277">
                  <c:v>6350.1500000000005</c:v>
                </c:pt>
                <c:pt idx="2278">
                  <c:v>6345.5</c:v>
                </c:pt>
                <c:pt idx="2279">
                  <c:v>6352.9299999999994</c:v>
                </c:pt>
                <c:pt idx="2280">
                  <c:v>6353.27</c:v>
                </c:pt>
                <c:pt idx="2281">
                  <c:v>6348.81</c:v>
                </c:pt>
                <c:pt idx="2282">
                  <c:v>6350.41</c:v>
                </c:pt>
                <c:pt idx="2283">
                  <c:v>6357.52</c:v>
                </c:pt>
                <c:pt idx="2284">
                  <c:v>6357.87</c:v>
                </c:pt>
                <c:pt idx="2285">
                  <c:v>6354.47</c:v>
                </c:pt>
                <c:pt idx="2286">
                  <c:v>6355.98</c:v>
                </c:pt>
                <c:pt idx="2287">
                  <c:v>6357.79</c:v>
                </c:pt>
                <c:pt idx="2288">
                  <c:v>6359.66</c:v>
                </c:pt>
                <c:pt idx="2289">
                  <c:v>6362.92</c:v>
                </c:pt>
                <c:pt idx="2290">
                  <c:v>6362</c:v>
                </c:pt>
                <c:pt idx="2291">
                  <c:v>6363.18</c:v>
                </c:pt>
                <c:pt idx="2292">
                  <c:v>6364.67</c:v>
                </c:pt>
                <c:pt idx="2293">
                  <c:v>6365.56</c:v>
                </c:pt>
                <c:pt idx="2294">
                  <c:v>6366.94</c:v>
                </c:pt>
                <c:pt idx="2295">
                  <c:v>6368.2999999999993</c:v>
                </c:pt>
                <c:pt idx="2296">
                  <c:v>6369.45</c:v>
                </c:pt>
                <c:pt idx="2297">
                  <c:v>6371.17</c:v>
                </c:pt>
                <c:pt idx="2298">
                  <c:v>6371.85</c:v>
                </c:pt>
                <c:pt idx="2299">
                  <c:v>6375.16</c:v>
                </c:pt>
                <c:pt idx="2300">
                  <c:v>6377.24</c:v>
                </c:pt>
                <c:pt idx="2301">
                  <c:v>6378.42</c:v>
                </c:pt>
                <c:pt idx="2302">
                  <c:v>6376.58</c:v>
                </c:pt>
                <c:pt idx="2303">
                  <c:v>6382.41</c:v>
                </c:pt>
                <c:pt idx="2304">
                  <c:v>6381.48</c:v>
                </c:pt>
                <c:pt idx="2305">
                  <c:v>6380.21</c:v>
                </c:pt>
                <c:pt idx="2306">
                  <c:v>6388.14</c:v>
                </c:pt>
                <c:pt idx="2307">
                  <c:v>6389.66</c:v>
                </c:pt>
                <c:pt idx="2308">
                  <c:v>6380.19</c:v>
                </c:pt>
                <c:pt idx="2309">
                  <c:v>6389.9299999999994</c:v>
                </c:pt>
                <c:pt idx="2310">
                  <c:v>6384.99</c:v>
                </c:pt>
                <c:pt idx="2311">
                  <c:v>6389.02</c:v>
                </c:pt>
                <c:pt idx="2312">
                  <c:v>6395.31</c:v>
                </c:pt>
                <c:pt idx="2313">
                  <c:v>6394.87</c:v>
                </c:pt>
                <c:pt idx="2314">
                  <c:v>6396.27</c:v>
                </c:pt>
                <c:pt idx="2315">
                  <c:v>6397.41</c:v>
                </c:pt>
                <c:pt idx="2316">
                  <c:v>6399.48</c:v>
                </c:pt>
                <c:pt idx="2317">
                  <c:v>6401.16</c:v>
                </c:pt>
                <c:pt idx="2318">
                  <c:v>6403.9900000000007</c:v>
                </c:pt>
                <c:pt idx="2319">
                  <c:v>6406.1399999999994</c:v>
                </c:pt>
                <c:pt idx="2320">
                  <c:v>6407.06</c:v>
                </c:pt>
                <c:pt idx="2321">
                  <c:v>6408.7</c:v>
                </c:pt>
                <c:pt idx="2322">
                  <c:v>6410.08</c:v>
                </c:pt>
                <c:pt idx="2323">
                  <c:v>6409.94</c:v>
                </c:pt>
                <c:pt idx="2324">
                  <c:v>6411.46</c:v>
                </c:pt>
                <c:pt idx="2325">
                  <c:v>6410.5999999999995</c:v>
                </c:pt>
                <c:pt idx="2326">
                  <c:v>6412.21</c:v>
                </c:pt>
                <c:pt idx="2327">
                  <c:v>6415.29</c:v>
                </c:pt>
                <c:pt idx="2328">
                  <c:v>6416.0899999999992</c:v>
                </c:pt>
                <c:pt idx="2329">
                  <c:v>6417.61</c:v>
                </c:pt>
                <c:pt idx="2330">
                  <c:v>6417.79</c:v>
                </c:pt>
                <c:pt idx="2331">
                  <c:v>6418.17</c:v>
                </c:pt>
                <c:pt idx="2332">
                  <c:v>6421.02</c:v>
                </c:pt>
                <c:pt idx="2333">
                  <c:v>6418.7900000000009</c:v>
                </c:pt>
                <c:pt idx="2334">
                  <c:v>6423.5300000000007</c:v>
                </c:pt>
                <c:pt idx="2335">
                  <c:v>6411.1900000000005</c:v>
                </c:pt>
                <c:pt idx="2336">
                  <c:v>6413.9</c:v>
                </c:pt>
                <c:pt idx="2337">
                  <c:v>6414.25</c:v>
                </c:pt>
                <c:pt idx="2338">
                  <c:v>6417.78</c:v>
                </c:pt>
                <c:pt idx="2339">
                  <c:v>6432.34</c:v>
                </c:pt>
                <c:pt idx="2340">
                  <c:v>6426.42</c:v>
                </c:pt>
                <c:pt idx="2341">
                  <c:v>6431.5199999999995</c:v>
                </c:pt>
                <c:pt idx="2342">
                  <c:v>6435.13</c:v>
                </c:pt>
                <c:pt idx="2343">
                  <c:v>6435.83</c:v>
                </c:pt>
                <c:pt idx="2344">
                  <c:v>6423.77</c:v>
                </c:pt>
                <c:pt idx="2345">
                  <c:v>6436.69</c:v>
                </c:pt>
                <c:pt idx="2346">
                  <c:v>6428.9699999999993</c:v>
                </c:pt>
                <c:pt idx="2347">
                  <c:v>6434.86</c:v>
                </c:pt>
                <c:pt idx="2348">
                  <c:v>6433</c:v>
                </c:pt>
                <c:pt idx="2349">
                  <c:v>6437.1</c:v>
                </c:pt>
                <c:pt idx="2350">
                  <c:v>6437.1</c:v>
                </c:pt>
                <c:pt idx="2351">
                  <c:v>6439.78</c:v>
                </c:pt>
                <c:pt idx="2352">
                  <c:v>6440.87</c:v>
                </c:pt>
                <c:pt idx="2353">
                  <c:v>6442.11</c:v>
                </c:pt>
                <c:pt idx="2354">
                  <c:v>6443.5</c:v>
                </c:pt>
                <c:pt idx="2355">
                  <c:v>6444.68</c:v>
                </c:pt>
                <c:pt idx="2356">
                  <c:v>6446.23</c:v>
                </c:pt>
                <c:pt idx="2357">
                  <c:v>6447.33</c:v>
                </c:pt>
                <c:pt idx="2358">
                  <c:v>6448.67</c:v>
                </c:pt>
                <c:pt idx="2359">
                  <c:v>6450.05</c:v>
                </c:pt>
                <c:pt idx="2360">
                  <c:v>6451.58</c:v>
                </c:pt>
                <c:pt idx="2361">
                  <c:v>6452.75</c:v>
                </c:pt>
                <c:pt idx="2362">
                  <c:v>6455.38</c:v>
                </c:pt>
                <c:pt idx="2363">
                  <c:v>6457.91</c:v>
                </c:pt>
                <c:pt idx="2364">
                  <c:v>6460.9800000000005</c:v>
                </c:pt>
                <c:pt idx="2365">
                  <c:v>6466.3700000000008</c:v>
                </c:pt>
                <c:pt idx="2366">
                  <c:v>6468.08</c:v>
                </c:pt>
                <c:pt idx="2367">
                  <c:v>6469.38</c:v>
                </c:pt>
                <c:pt idx="2368">
                  <c:v>6471.17</c:v>
                </c:pt>
                <c:pt idx="2369">
                  <c:v>6472.7800000000007</c:v>
                </c:pt>
                <c:pt idx="2370">
                  <c:v>6473.1500000000005</c:v>
                </c:pt>
                <c:pt idx="2371">
                  <c:v>6475.39</c:v>
                </c:pt>
                <c:pt idx="2372">
                  <c:v>6474.9100000000008</c:v>
                </c:pt>
                <c:pt idx="2373">
                  <c:v>6475.6900000000005</c:v>
                </c:pt>
                <c:pt idx="2374">
                  <c:v>6477.98</c:v>
                </c:pt>
                <c:pt idx="2375">
                  <c:v>6479.14</c:v>
                </c:pt>
                <c:pt idx="2376">
                  <c:v>6478.2400000000007</c:v>
                </c:pt>
                <c:pt idx="2377">
                  <c:v>6479.3099999999995</c:v>
                </c:pt>
                <c:pt idx="2378">
                  <c:v>6480.03</c:v>
                </c:pt>
                <c:pt idx="2379">
                  <c:v>6480.2999999999993</c:v>
                </c:pt>
                <c:pt idx="2380">
                  <c:v>6483.75</c:v>
                </c:pt>
                <c:pt idx="2381">
                  <c:v>6484.62</c:v>
                </c:pt>
                <c:pt idx="2382">
                  <c:v>6485.4000000000005</c:v>
                </c:pt>
                <c:pt idx="2383">
                  <c:v>6486.39</c:v>
                </c:pt>
                <c:pt idx="2384">
                  <c:v>6487.66</c:v>
                </c:pt>
                <c:pt idx="2385">
                  <c:v>6488.9900000000007</c:v>
                </c:pt>
                <c:pt idx="2386">
                  <c:v>6490.25</c:v>
                </c:pt>
                <c:pt idx="2387">
                  <c:v>6491.6600000000008</c:v>
                </c:pt>
                <c:pt idx="2388">
                  <c:v>6492.94</c:v>
                </c:pt>
                <c:pt idx="2389">
                  <c:v>6494.33</c:v>
                </c:pt>
                <c:pt idx="2390">
                  <c:v>6495.51</c:v>
                </c:pt>
                <c:pt idx="2391">
                  <c:v>6497.9500000000007</c:v>
                </c:pt>
                <c:pt idx="2392">
                  <c:v>6497.36</c:v>
                </c:pt>
                <c:pt idx="2393">
                  <c:v>6500.9699999999993</c:v>
                </c:pt>
                <c:pt idx="2394">
                  <c:v>6499.39</c:v>
                </c:pt>
                <c:pt idx="2395">
                  <c:v>6500.88</c:v>
                </c:pt>
                <c:pt idx="2396">
                  <c:v>6504.8</c:v>
                </c:pt>
                <c:pt idx="2397">
                  <c:v>6507.9900000000007</c:v>
                </c:pt>
                <c:pt idx="2398">
                  <c:v>6508.3</c:v>
                </c:pt>
                <c:pt idx="2399">
                  <c:v>6511.8600000000006</c:v>
                </c:pt>
                <c:pt idx="2400">
                  <c:v>6513.09</c:v>
                </c:pt>
                <c:pt idx="2401">
                  <c:v>6512.9000000000005</c:v>
                </c:pt>
                <c:pt idx="2402">
                  <c:v>6510.93</c:v>
                </c:pt>
                <c:pt idx="2403">
                  <c:v>6512.51</c:v>
                </c:pt>
                <c:pt idx="2404">
                  <c:v>6515.18</c:v>
                </c:pt>
                <c:pt idx="2405">
                  <c:v>6516.04</c:v>
                </c:pt>
                <c:pt idx="2406">
                  <c:v>6515.12</c:v>
                </c:pt>
              </c:numCache>
            </c:numRef>
          </c:xVal>
          <c:yVal>
            <c:numRef>
              <c:f>'Post Processing CaCl2'!$BM$13:$BM$2420</c:f>
              <c:numCache>
                <c:formatCode>General</c:formatCode>
                <c:ptCount val="2408"/>
                <c:pt idx="0">
                  <c:v>28.42</c:v>
                </c:pt>
                <c:pt idx="1">
                  <c:v>28.45</c:v>
                </c:pt>
                <c:pt idx="2">
                  <c:v>28.46</c:v>
                </c:pt>
                <c:pt idx="3">
                  <c:v>28.479999999999997</c:v>
                </c:pt>
                <c:pt idx="4">
                  <c:v>28.490000000000002</c:v>
                </c:pt>
                <c:pt idx="5">
                  <c:v>28.51</c:v>
                </c:pt>
                <c:pt idx="6">
                  <c:v>28.35</c:v>
                </c:pt>
                <c:pt idx="7">
                  <c:v>30.08</c:v>
                </c:pt>
                <c:pt idx="8">
                  <c:v>32.5</c:v>
                </c:pt>
                <c:pt idx="9">
                  <c:v>36.24</c:v>
                </c:pt>
                <c:pt idx="10">
                  <c:v>39.68</c:v>
                </c:pt>
                <c:pt idx="11">
                  <c:v>42.55</c:v>
                </c:pt>
                <c:pt idx="12">
                  <c:v>45.57</c:v>
                </c:pt>
                <c:pt idx="13">
                  <c:v>48.63</c:v>
                </c:pt>
                <c:pt idx="14">
                  <c:v>51.42</c:v>
                </c:pt>
                <c:pt idx="15">
                  <c:v>53.769999999999996</c:v>
                </c:pt>
                <c:pt idx="16">
                  <c:v>56.550000000000004</c:v>
                </c:pt>
                <c:pt idx="17">
                  <c:v>58.68</c:v>
                </c:pt>
                <c:pt idx="18">
                  <c:v>60.769999999999996</c:v>
                </c:pt>
                <c:pt idx="19">
                  <c:v>63.58</c:v>
                </c:pt>
                <c:pt idx="20">
                  <c:v>65.710000000000008</c:v>
                </c:pt>
                <c:pt idx="21">
                  <c:v>67.78</c:v>
                </c:pt>
                <c:pt idx="22">
                  <c:v>69.7</c:v>
                </c:pt>
                <c:pt idx="23">
                  <c:v>71.64</c:v>
                </c:pt>
                <c:pt idx="24">
                  <c:v>73.75</c:v>
                </c:pt>
                <c:pt idx="25">
                  <c:v>75.289999999999992</c:v>
                </c:pt>
                <c:pt idx="26">
                  <c:v>77.53</c:v>
                </c:pt>
                <c:pt idx="27">
                  <c:v>78.83</c:v>
                </c:pt>
                <c:pt idx="28">
                  <c:v>81.290000000000006</c:v>
                </c:pt>
                <c:pt idx="29">
                  <c:v>82.77</c:v>
                </c:pt>
                <c:pt idx="30">
                  <c:v>84.76</c:v>
                </c:pt>
                <c:pt idx="31">
                  <c:v>86.62</c:v>
                </c:pt>
                <c:pt idx="32">
                  <c:v>88.48</c:v>
                </c:pt>
                <c:pt idx="33">
                  <c:v>90.07</c:v>
                </c:pt>
                <c:pt idx="34">
                  <c:v>91.97</c:v>
                </c:pt>
                <c:pt idx="35">
                  <c:v>93.410000000000011</c:v>
                </c:pt>
                <c:pt idx="36">
                  <c:v>95.18</c:v>
                </c:pt>
                <c:pt idx="37">
                  <c:v>96.850000000000009</c:v>
                </c:pt>
                <c:pt idx="38">
                  <c:v>98.460000000000008</c:v>
                </c:pt>
                <c:pt idx="39">
                  <c:v>99.87</c:v>
                </c:pt>
                <c:pt idx="40">
                  <c:v>101.43</c:v>
                </c:pt>
                <c:pt idx="41">
                  <c:v>102.83</c:v>
                </c:pt>
                <c:pt idx="42">
                  <c:v>104.31</c:v>
                </c:pt>
                <c:pt idx="43">
                  <c:v>105.53999999999999</c:v>
                </c:pt>
                <c:pt idx="44">
                  <c:v>107.08</c:v>
                </c:pt>
                <c:pt idx="45">
                  <c:v>108.28</c:v>
                </c:pt>
                <c:pt idx="46">
                  <c:v>109.64999999999999</c:v>
                </c:pt>
                <c:pt idx="47">
                  <c:v>111.07000000000001</c:v>
                </c:pt>
                <c:pt idx="48">
                  <c:v>112.10000000000001</c:v>
                </c:pt>
                <c:pt idx="49">
                  <c:v>113.35000000000001</c:v>
                </c:pt>
                <c:pt idx="50">
                  <c:v>114.6</c:v>
                </c:pt>
                <c:pt idx="51">
                  <c:v>115.52</c:v>
                </c:pt>
                <c:pt idx="52">
                  <c:v>116.88</c:v>
                </c:pt>
                <c:pt idx="53">
                  <c:v>117.7</c:v>
                </c:pt>
                <c:pt idx="54">
                  <c:v>119.27</c:v>
                </c:pt>
                <c:pt idx="55">
                  <c:v>120.33000000000001</c:v>
                </c:pt>
                <c:pt idx="56">
                  <c:v>121.26</c:v>
                </c:pt>
                <c:pt idx="57">
                  <c:v>121.95</c:v>
                </c:pt>
                <c:pt idx="58">
                  <c:v>123.14999999999999</c:v>
                </c:pt>
                <c:pt idx="59">
                  <c:v>124.11</c:v>
                </c:pt>
                <c:pt idx="60">
                  <c:v>125.12</c:v>
                </c:pt>
                <c:pt idx="61">
                  <c:v>126.01</c:v>
                </c:pt>
                <c:pt idx="62">
                  <c:v>127.01</c:v>
                </c:pt>
                <c:pt idx="63">
                  <c:v>127.67</c:v>
                </c:pt>
                <c:pt idx="64">
                  <c:v>128.70000000000002</c:v>
                </c:pt>
                <c:pt idx="65">
                  <c:v>129.5</c:v>
                </c:pt>
                <c:pt idx="66">
                  <c:v>130.45000000000002</c:v>
                </c:pt>
                <c:pt idx="67">
                  <c:v>131.31</c:v>
                </c:pt>
                <c:pt idx="68">
                  <c:v>132.14999999999998</c:v>
                </c:pt>
                <c:pt idx="69">
                  <c:v>132.95000000000002</c:v>
                </c:pt>
                <c:pt idx="70">
                  <c:v>133.80000000000001</c:v>
                </c:pt>
                <c:pt idx="71">
                  <c:v>134.58000000000001</c:v>
                </c:pt>
                <c:pt idx="72">
                  <c:v>135.47</c:v>
                </c:pt>
                <c:pt idx="73">
                  <c:v>136.29</c:v>
                </c:pt>
                <c:pt idx="74">
                  <c:v>137.01</c:v>
                </c:pt>
                <c:pt idx="75">
                  <c:v>137.69999999999999</c:v>
                </c:pt>
                <c:pt idx="76">
                  <c:v>138.47999999999999</c:v>
                </c:pt>
                <c:pt idx="77">
                  <c:v>139.12</c:v>
                </c:pt>
                <c:pt idx="78">
                  <c:v>139.91</c:v>
                </c:pt>
                <c:pt idx="79">
                  <c:v>140.65</c:v>
                </c:pt>
                <c:pt idx="80">
                  <c:v>141.18</c:v>
                </c:pt>
                <c:pt idx="81">
                  <c:v>142.03</c:v>
                </c:pt>
                <c:pt idx="82">
                  <c:v>142.58000000000001</c:v>
                </c:pt>
                <c:pt idx="83">
                  <c:v>143.34</c:v>
                </c:pt>
                <c:pt idx="84">
                  <c:v>143.66</c:v>
                </c:pt>
                <c:pt idx="85">
                  <c:v>144.27000000000001</c:v>
                </c:pt>
                <c:pt idx="86">
                  <c:v>144.66000000000003</c:v>
                </c:pt>
                <c:pt idx="87">
                  <c:v>145.72</c:v>
                </c:pt>
                <c:pt idx="88">
                  <c:v>145.63</c:v>
                </c:pt>
                <c:pt idx="89">
                  <c:v>146.35</c:v>
                </c:pt>
                <c:pt idx="90">
                  <c:v>147.31</c:v>
                </c:pt>
                <c:pt idx="91">
                  <c:v>147.31</c:v>
                </c:pt>
                <c:pt idx="92">
                  <c:v>147.99</c:v>
                </c:pt>
                <c:pt idx="93">
                  <c:v>148.69</c:v>
                </c:pt>
                <c:pt idx="94">
                  <c:v>149.21</c:v>
                </c:pt>
                <c:pt idx="95">
                  <c:v>149.68</c:v>
                </c:pt>
                <c:pt idx="96">
                  <c:v>150</c:v>
                </c:pt>
                <c:pt idx="97">
                  <c:v>150.71</c:v>
                </c:pt>
                <c:pt idx="98">
                  <c:v>151.10999999999999</c:v>
                </c:pt>
                <c:pt idx="99">
                  <c:v>151.75</c:v>
                </c:pt>
                <c:pt idx="100">
                  <c:v>152.23000000000002</c:v>
                </c:pt>
                <c:pt idx="101">
                  <c:v>152.69</c:v>
                </c:pt>
                <c:pt idx="102">
                  <c:v>153.10000000000002</c:v>
                </c:pt>
                <c:pt idx="103">
                  <c:v>153.6</c:v>
                </c:pt>
                <c:pt idx="104">
                  <c:v>154.01000000000002</c:v>
                </c:pt>
                <c:pt idx="105">
                  <c:v>154.48000000000002</c:v>
                </c:pt>
                <c:pt idx="106">
                  <c:v>154.87</c:v>
                </c:pt>
                <c:pt idx="107">
                  <c:v>155.25</c:v>
                </c:pt>
                <c:pt idx="108">
                  <c:v>155.66</c:v>
                </c:pt>
                <c:pt idx="109">
                  <c:v>156.04999999999998</c:v>
                </c:pt>
                <c:pt idx="110">
                  <c:v>156.39000000000001</c:v>
                </c:pt>
                <c:pt idx="111">
                  <c:v>156.91</c:v>
                </c:pt>
                <c:pt idx="112">
                  <c:v>157.11000000000001</c:v>
                </c:pt>
                <c:pt idx="113">
                  <c:v>157.56</c:v>
                </c:pt>
                <c:pt idx="114">
                  <c:v>157.98000000000002</c:v>
                </c:pt>
                <c:pt idx="115">
                  <c:v>158.33000000000001</c:v>
                </c:pt>
                <c:pt idx="116">
                  <c:v>158.41</c:v>
                </c:pt>
                <c:pt idx="117">
                  <c:v>158.79</c:v>
                </c:pt>
                <c:pt idx="118">
                  <c:v>159.48999999999998</c:v>
                </c:pt>
                <c:pt idx="119">
                  <c:v>159.58000000000001</c:v>
                </c:pt>
                <c:pt idx="120">
                  <c:v>160.01000000000002</c:v>
                </c:pt>
                <c:pt idx="121">
                  <c:v>159.12</c:v>
                </c:pt>
                <c:pt idx="122">
                  <c:v>159.51999999999998</c:v>
                </c:pt>
                <c:pt idx="123">
                  <c:v>160.70000000000002</c:v>
                </c:pt>
                <c:pt idx="124">
                  <c:v>160.62</c:v>
                </c:pt>
                <c:pt idx="125">
                  <c:v>161.11000000000001</c:v>
                </c:pt>
                <c:pt idx="126">
                  <c:v>160.89000000000001</c:v>
                </c:pt>
                <c:pt idx="127">
                  <c:v>161.37</c:v>
                </c:pt>
                <c:pt idx="128">
                  <c:v>162.07</c:v>
                </c:pt>
                <c:pt idx="129">
                  <c:v>161.88</c:v>
                </c:pt>
                <c:pt idx="130">
                  <c:v>162.14999999999998</c:v>
                </c:pt>
                <c:pt idx="131">
                  <c:v>162.76</c:v>
                </c:pt>
                <c:pt idx="132">
                  <c:v>163.02000000000001</c:v>
                </c:pt>
                <c:pt idx="133">
                  <c:v>163.51</c:v>
                </c:pt>
                <c:pt idx="134">
                  <c:v>164.47</c:v>
                </c:pt>
                <c:pt idx="135">
                  <c:v>165.39000000000001</c:v>
                </c:pt>
                <c:pt idx="136">
                  <c:v>165.13</c:v>
                </c:pt>
                <c:pt idx="137">
                  <c:v>166.06</c:v>
                </c:pt>
                <c:pt idx="138">
                  <c:v>166.91</c:v>
                </c:pt>
                <c:pt idx="139">
                  <c:v>168.15</c:v>
                </c:pt>
                <c:pt idx="140">
                  <c:v>169.05</c:v>
                </c:pt>
                <c:pt idx="141">
                  <c:v>170.06</c:v>
                </c:pt>
                <c:pt idx="142">
                  <c:v>171.09</c:v>
                </c:pt>
                <c:pt idx="143">
                  <c:v>172.31</c:v>
                </c:pt>
                <c:pt idx="144">
                  <c:v>173.48</c:v>
                </c:pt>
                <c:pt idx="145">
                  <c:v>174.82</c:v>
                </c:pt>
                <c:pt idx="146">
                  <c:v>175.79</c:v>
                </c:pt>
                <c:pt idx="147">
                  <c:v>177.16000000000003</c:v>
                </c:pt>
                <c:pt idx="148">
                  <c:v>178.54999999999998</c:v>
                </c:pt>
                <c:pt idx="149">
                  <c:v>179.85000000000002</c:v>
                </c:pt>
                <c:pt idx="150">
                  <c:v>180.94</c:v>
                </c:pt>
                <c:pt idx="151">
                  <c:v>182.97</c:v>
                </c:pt>
                <c:pt idx="152">
                  <c:v>184.66</c:v>
                </c:pt>
                <c:pt idx="153">
                  <c:v>184.35000000000002</c:v>
                </c:pt>
                <c:pt idx="154">
                  <c:v>186.28</c:v>
                </c:pt>
                <c:pt idx="155">
                  <c:v>187.25</c:v>
                </c:pt>
                <c:pt idx="156">
                  <c:v>188.84</c:v>
                </c:pt>
                <c:pt idx="157">
                  <c:v>189.85</c:v>
                </c:pt>
                <c:pt idx="158">
                  <c:v>192.17000000000002</c:v>
                </c:pt>
                <c:pt idx="159">
                  <c:v>193.89999999999998</c:v>
                </c:pt>
                <c:pt idx="160">
                  <c:v>195.57</c:v>
                </c:pt>
                <c:pt idx="161">
                  <c:v>197.55</c:v>
                </c:pt>
                <c:pt idx="162">
                  <c:v>199.28</c:v>
                </c:pt>
                <c:pt idx="163">
                  <c:v>201.86</c:v>
                </c:pt>
                <c:pt idx="164">
                  <c:v>203.82</c:v>
                </c:pt>
                <c:pt idx="165">
                  <c:v>205.69</c:v>
                </c:pt>
                <c:pt idx="166">
                  <c:v>208.01</c:v>
                </c:pt>
                <c:pt idx="167">
                  <c:v>209.98</c:v>
                </c:pt>
                <c:pt idx="168">
                  <c:v>212.16</c:v>
                </c:pt>
                <c:pt idx="169">
                  <c:v>215.28</c:v>
                </c:pt>
                <c:pt idx="170">
                  <c:v>215.75</c:v>
                </c:pt>
                <c:pt idx="171">
                  <c:v>216.13</c:v>
                </c:pt>
                <c:pt idx="172">
                  <c:v>218.5</c:v>
                </c:pt>
                <c:pt idx="173">
                  <c:v>221.1</c:v>
                </c:pt>
                <c:pt idx="174">
                  <c:v>223.56</c:v>
                </c:pt>
                <c:pt idx="175">
                  <c:v>226.06</c:v>
                </c:pt>
                <c:pt idx="176">
                  <c:v>228.66</c:v>
                </c:pt>
                <c:pt idx="177">
                  <c:v>231.42</c:v>
                </c:pt>
                <c:pt idx="178">
                  <c:v>233.64</c:v>
                </c:pt>
                <c:pt idx="179">
                  <c:v>236.8</c:v>
                </c:pt>
                <c:pt idx="180">
                  <c:v>238.85999999999999</c:v>
                </c:pt>
                <c:pt idx="181">
                  <c:v>241.60999999999999</c:v>
                </c:pt>
                <c:pt idx="182">
                  <c:v>244.39</c:v>
                </c:pt>
                <c:pt idx="183">
                  <c:v>247.75</c:v>
                </c:pt>
                <c:pt idx="184">
                  <c:v>250.76999999999998</c:v>
                </c:pt>
                <c:pt idx="185">
                  <c:v>252.88</c:v>
                </c:pt>
                <c:pt idx="186">
                  <c:v>255.18999999999997</c:v>
                </c:pt>
                <c:pt idx="187">
                  <c:v>259.63000000000005</c:v>
                </c:pt>
                <c:pt idx="188">
                  <c:v>260.99</c:v>
                </c:pt>
                <c:pt idx="189">
                  <c:v>263.76</c:v>
                </c:pt>
                <c:pt idx="190">
                  <c:v>267</c:v>
                </c:pt>
                <c:pt idx="191">
                  <c:v>271.34000000000003</c:v>
                </c:pt>
                <c:pt idx="192">
                  <c:v>273.76</c:v>
                </c:pt>
                <c:pt idx="193">
                  <c:v>277.61</c:v>
                </c:pt>
                <c:pt idx="194">
                  <c:v>277.12</c:v>
                </c:pt>
                <c:pt idx="195">
                  <c:v>280.55</c:v>
                </c:pt>
                <c:pt idx="196">
                  <c:v>283.82</c:v>
                </c:pt>
                <c:pt idx="197">
                  <c:v>286.95</c:v>
                </c:pt>
                <c:pt idx="198">
                  <c:v>290.06</c:v>
                </c:pt>
                <c:pt idx="199">
                  <c:v>294.02</c:v>
                </c:pt>
                <c:pt idx="200">
                  <c:v>297.29000000000002</c:v>
                </c:pt>
                <c:pt idx="201">
                  <c:v>300.70000000000005</c:v>
                </c:pt>
                <c:pt idx="202">
                  <c:v>304.26</c:v>
                </c:pt>
                <c:pt idx="203">
                  <c:v>307.61</c:v>
                </c:pt>
                <c:pt idx="204">
                  <c:v>311.36</c:v>
                </c:pt>
                <c:pt idx="205">
                  <c:v>315.91999999999996</c:v>
                </c:pt>
                <c:pt idx="206">
                  <c:v>317.18</c:v>
                </c:pt>
                <c:pt idx="207">
                  <c:v>320.58999999999997</c:v>
                </c:pt>
                <c:pt idx="208">
                  <c:v>322.31</c:v>
                </c:pt>
                <c:pt idx="209">
                  <c:v>326.84000000000003</c:v>
                </c:pt>
                <c:pt idx="210">
                  <c:v>327.88</c:v>
                </c:pt>
                <c:pt idx="211">
                  <c:v>331.98</c:v>
                </c:pt>
                <c:pt idx="212">
                  <c:v>335.34000000000003</c:v>
                </c:pt>
                <c:pt idx="213">
                  <c:v>339.86</c:v>
                </c:pt>
                <c:pt idx="214">
                  <c:v>343.21000000000004</c:v>
                </c:pt>
                <c:pt idx="215">
                  <c:v>346.34999999999997</c:v>
                </c:pt>
                <c:pt idx="216">
                  <c:v>350.43</c:v>
                </c:pt>
                <c:pt idx="217">
                  <c:v>354.26</c:v>
                </c:pt>
                <c:pt idx="218">
                  <c:v>357.69</c:v>
                </c:pt>
                <c:pt idx="219">
                  <c:v>360.92999999999995</c:v>
                </c:pt>
                <c:pt idx="220">
                  <c:v>364.5</c:v>
                </c:pt>
                <c:pt idx="221">
                  <c:v>366.55</c:v>
                </c:pt>
                <c:pt idx="222">
                  <c:v>370.73</c:v>
                </c:pt>
                <c:pt idx="223">
                  <c:v>375.3</c:v>
                </c:pt>
                <c:pt idx="224">
                  <c:v>377.2</c:v>
                </c:pt>
                <c:pt idx="225">
                  <c:v>381.33</c:v>
                </c:pt>
                <c:pt idx="226">
                  <c:v>384.27</c:v>
                </c:pt>
                <c:pt idx="227">
                  <c:v>388.58</c:v>
                </c:pt>
                <c:pt idx="228">
                  <c:v>392.61</c:v>
                </c:pt>
                <c:pt idx="229">
                  <c:v>395.51</c:v>
                </c:pt>
                <c:pt idx="230">
                  <c:v>399.9</c:v>
                </c:pt>
                <c:pt idx="231">
                  <c:v>404.46999999999997</c:v>
                </c:pt>
                <c:pt idx="232">
                  <c:v>407.1</c:v>
                </c:pt>
                <c:pt idx="233">
                  <c:v>409.39</c:v>
                </c:pt>
                <c:pt idx="234">
                  <c:v>412.81</c:v>
                </c:pt>
                <c:pt idx="235">
                  <c:v>410.09000000000003</c:v>
                </c:pt>
                <c:pt idx="236">
                  <c:v>415.15000000000003</c:v>
                </c:pt>
                <c:pt idx="237">
                  <c:v>418.60999999999996</c:v>
                </c:pt>
                <c:pt idx="238">
                  <c:v>422.47</c:v>
                </c:pt>
                <c:pt idx="239">
                  <c:v>426.85</c:v>
                </c:pt>
                <c:pt idx="240">
                  <c:v>430.08000000000004</c:v>
                </c:pt>
                <c:pt idx="241">
                  <c:v>430.77</c:v>
                </c:pt>
                <c:pt idx="242">
                  <c:v>434.45</c:v>
                </c:pt>
                <c:pt idx="243">
                  <c:v>436.12</c:v>
                </c:pt>
                <c:pt idx="244">
                  <c:v>440.33</c:v>
                </c:pt>
                <c:pt idx="245">
                  <c:v>444.87</c:v>
                </c:pt>
                <c:pt idx="246">
                  <c:v>448.90999999999997</c:v>
                </c:pt>
                <c:pt idx="247">
                  <c:v>452.28000000000003</c:v>
                </c:pt>
                <c:pt idx="248">
                  <c:v>456.65</c:v>
                </c:pt>
                <c:pt idx="249">
                  <c:v>460.46</c:v>
                </c:pt>
                <c:pt idx="250">
                  <c:v>464.27000000000004</c:v>
                </c:pt>
                <c:pt idx="251">
                  <c:v>468.5</c:v>
                </c:pt>
                <c:pt idx="252">
                  <c:v>472.64</c:v>
                </c:pt>
                <c:pt idx="253">
                  <c:v>477.66999999999996</c:v>
                </c:pt>
                <c:pt idx="254">
                  <c:v>481.42</c:v>
                </c:pt>
                <c:pt idx="255">
                  <c:v>484.89</c:v>
                </c:pt>
                <c:pt idx="256">
                  <c:v>488.89</c:v>
                </c:pt>
                <c:pt idx="257">
                  <c:v>494.09999999999997</c:v>
                </c:pt>
                <c:pt idx="258">
                  <c:v>493.51</c:v>
                </c:pt>
                <c:pt idx="259">
                  <c:v>497.3</c:v>
                </c:pt>
                <c:pt idx="260">
                  <c:v>500.75</c:v>
                </c:pt>
                <c:pt idx="261">
                  <c:v>504.81</c:v>
                </c:pt>
                <c:pt idx="262">
                  <c:v>509.22</c:v>
                </c:pt>
                <c:pt idx="263">
                  <c:v>512.74</c:v>
                </c:pt>
                <c:pt idx="264">
                  <c:v>516.92000000000007</c:v>
                </c:pt>
                <c:pt idx="265">
                  <c:v>520.62</c:v>
                </c:pt>
                <c:pt idx="266">
                  <c:v>524.51</c:v>
                </c:pt>
                <c:pt idx="267">
                  <c:v>529.07000000000005</c:v>
                </c:pt>
                <c:pt idx="268">
                  <c:v>533.90000000000009</c:v>
                </c:pt>
                <c:pt idx="269">
                  <c:v>534.37</c:v>
                </c:pt>
                <c:pt idx="270">
                  <c:v>537.07000000000005</c:v>
                </c:pt>
                <c:pt idx="271">
                  <c:v>539.99</c:v>
                </c:pt>
                <c:pt idx="272">
                  <c:v>541.47</c:v>
                </c:pt>
                <c:pt idx="273">
                  <c:v>546.32999999999993</c:v>
                </c:pt>
                <c:pt idx="274">
                  <c:v>550.08999999999992</c:v>
                </c:pt>
                <c:pt idx="275">
                  <c:v>554.42000000000007</c:v>
                </c:pt>
                <c:pt idx="276">
                  <c:v>559.38</c:v>
                </c:pt>
                <c:pt idx="277">
                  <c:v>563.33999999999992</c:v>
                </c:pt>
                <c:pt idx="278">
                  <c:v>567.4</c:v>
                </c:pt>
                <c:pt idx="279">
                  <c:v>571.99</c:v>
                </c:pt>
                <c:pt idx="280">
                  <c:v>575.9</c:v>
                </c:pt>
                <c:pt idx="281">
                  <c:v>580.30000000000007</c:v>
                </c:pt>
                <c:pt idx="282">
                  <c:v>584.16</c:v>
                </c:pt>
                <c:pt idx="283">
                  <c:v>588.84</c:v>
                </c:pt>
                <c:pt idx="284">
                  <c:v>588.79000000000008</c:v>
                </c:pt>
                <c:pt idx="285">
                  <c:v>591.97</c:v>
                </c:pt>
                <c:pt idx="286">
                  <c:v>595.99</c:v>
                </c:pt>
                <c:pt idx="287">
                  <c:v>599.72</c:v>
                </c:pt>
                <c:pt idx="288">
                  <c:v>603.43000000000006</c:v>
                </c:pt>
                <c:pt idx="289">
                  <c:v>607.40000000000009</c:v>
                </c:pt>
                <c:pt idx="290">
                  <c:v>610.85</c:v>
                </c:pt>
                <c:pt idx="291">
                  <c:v>615.34</c:v>
                </c:pt>
                <c:pt idx="292">
                  <c:v>619.16999999999996</c:v>
                </c:pt>
                <c:pt idx="293">
                  <c:v>623.83000000000004</c:v>
                </c:pt>
                <c:pt idx="294">
                  <c:v>627.44000000000005</c:v>
                </c:pt>
                <c:pt idx="295">
                  <c:v>631.92999999999995</c:v>
                </c:pt>
                <c:pt idx="296">
                  <c:v>636.44000000000005</c:v>
                </c:pt>
                <c:pt idx="297">
                  <c:v>638.29999999999995</c:v>
                </c:pt>
                <c:pt idx="298">
                  <c:v>640.41999999999996</c:v>
                </c:pt>
                <c:pt idx="299">
                  <c:v>645.22</c:v>
                </c:pt>
                <c:pt idx="300">
                  <c:v>650.23</c:v>
                </c:pt>
                <c:pt idx="301">
                  <c:v>654.65</c:v>
                </c:pt>
                <c:pt idx="302">
                  <c:v>656.37</c:v>
                </c:pt>
                <c:pt idx="303">
                  <c:v>660.12</c:v>
                </c:pt>
                <c:pt idx="304">
                  <c:v>664.66000000000008</c:v>
                </c:pt>
                <c:pt idx="305">
                  <c:v>667.93999999999994</c:v>
                </c:pt>
                <c:pt idx="306">
                  <c:v>672.65</c:v>
                </c:pt>
                <c:pt idx="307">
                  <c:v>676.33</c:v>
                </c:pt>
                <c:pt idx="308">
                  <c:v>680.72</c:v>
                </c:pt>
                <c:pt idx="309">
                  <c:v>685.02</c:v>
                </c:pt>
                <c:pt idx="310">
                  <c:v>688.75</c:v>
                </c:pt>
                <c:pt idx="311">
                  <c:v>693.43</c:v>
                </c:pt>
                <c:pt idx="312">
                  <c:v>697.01</c:v>
                </c:pt>
                <c:pt idx="313">
                  <c:v>701.25</c:v>
                </c:pt>
                <c:pt idx="314">
                  <c:v>705.91000000000008</c:v>
                </c:pt>
                <c:pt idx="315">
                  <c:v>709.33999999999992</c:v>
                </c:pt>
                <c:pt idx="316">
                  <c:v>712.54</c:v>
                </c:pt>
                <c:pt idx="317">
                  <c:v>716.94999999999993</c:v>
                </c:pt>
                <c:pt idx="318">
                  <c:v>720.53</c:v>
                </c:pt>
                <c:pt idx="319">
                  <c:v>724</c:v>
                </c:pt>
                <c:pt idx="320">
                  <c:v>727.68999999999994</c:v>
                </c:pt>
                <c:pt idx="321">
                  <c:v>731.51</c:v>
                </c:pt>
                <c:pt idx="322">
                  <c:v>735.04000000000008</c:v>
                </c:pt>
                <c:pt idx="323">
                  <c:v>738.18</c:v>
                </c:pt>
                <c:pt idx="324">
                  <c:v>742.43999999999994</c:v>
                </c:pt>
                <c:pt idx="325">
                  <c:v>746.87</c:v>
                </c:pt>
                <c:pt idx="326">
                  <c:v>742.25</c:v>
                </c:pt>
                <c:pt idx="327">
                  <c:v>748.04000000000008</c:v>
                </c:pt>
                <c:pt idx="328">
                  <c:v>749.6</c:v>
                </c:pt>
                <c:pt idx="329">
                  <c:v>756.61</c:v>
                </c:pt>
                <c:pt idx="330">
                  <c:v>759.25</c:v>
                </c:pt>
                <c:pt idx="331">
                  <c:v>764.1099999999999</c:v>
                </c:pt>
                <c:pt idx="332">
                  <c:v>765.80000000000007</c:v>
                </c:pt>
                <c:pt idx="333">
                  <c:v>770.29000000000008</c:v>
                </c:pt>
                <c:pt idx="334">
                  <c:v>774.42</c:v>
                </c:pt>
                <c:pt idx="335">
                  <c:v>778.63</c:v>
                </c:pt>
                <c:pt idx="336">
                  <c:v>785.01</c:v>
                </c:pt>
                <c:pt idx="337">
                  <c:v>784.81000000000006</c:v>
                </c:pt>
                <c:pt idx="338">
                  <c:v>789.52</c:v>
                </c:pt>
                <c:pt idx="339">
                  <c:v>792.37</c:v>
                </c:pt>
                <c:pt idx="340">
                  <c:v>794.55</c:v>
                </c:pt>
                <c:pt idx="341">
                  <c:v>799.56000000000006</c:v>
                </c:pt>
                <c:pt idx="342">
                  <c:v>800.44</c:v>
                </c:pt>
                <c:pt idx="343">
                  <c:v>803.89</c:v>
                </c:pt>
                <c:pt idx="344">
                  <c:v>807.78000000000009</c:v>
                </c:pt>
                <c:pt idx="345">
                  <c:v>811.69999999999993</c:v>
                </c:pt>
                <c:pt idx="346">
                  <c:v>815.94999999999993</c:v>
                </c:pt>
                <c:pt idx="347">
                  <c:v>819.66000000000008</c:v>
                </c:pt>
                <c:pt idx="348">
                  <c:v>824.82999999999993</c:v>
                </c:pt>
                <c:pt idx="349">
                  <c:v>825.18999999999994</c:v>
                </c:pt>
                <c:pt idx="350">
                  <c:v>829.48</c:v>
                </c:pt>
                <c:pt idx="351">
                  <c:v>832.93</c:v>
                </c:pt>
                <c:pt idx="352">
                  <c:v>837.11</c:v>
                </c:pt>
                <c:pt idx="353">
                  <c:v>840.09999999999991</c:v>
                </c:pt>
                <c:pt idx="354">
                  <c:v>844.42</c:v>
                </c:pt>
                <c:pt idx="355">
                  <c:v>848.14</c:v>
                </c:pt>
                <c:pt idx="356">
                  <c:v>851.49</c:v>
                </c:pt>
                <c:pt idx="357">
                  <c:v>855.17</c:v>
                </c:pt>
                <c:pt idx="358">
                  <c:v>858.78</c:v>
                </c:pt>
                <c:pt idx="359">
                  <c:v>862.28000000000009</c:v>
                </c:pt>
                <c:pt idx="360">
                  <c:v>866.3</c:v>
                </c:pt>
                <c:pt idx="361">
                  <c:v>869.19</c:v>
                </c:pt>
                <c:pt idx="362">
                  <c:v>873.04000000000008</c:v>
                </c:pt>
                <c:pt idx="363">
                  <c:v>876.87</c:v>
                </c:pt>
                <c:pt idx="364">
                  <c:v>881.99</c:v>
                </c:pt>
                <c:pt idx="365">
                  <c:v>885.73</c:v>
                </c:pt>
                <c:pt idx="366">
                  <c:v>887.28</c:v>
                </c:pt>
                <c:pt idx="367">
                  <c:v>887.23</c:v>
                </c:pt>
                <c:pt idx="368">
                  <c:v>889.93999999999994</c:v>
                </c:pt>
                <c:pt idx="369">
                  <c:v>892.83999999999992</c:v>
                </c:pt>
                <c:pt idx="370">
                  <c:v>896.42</c:v>
                </c:pt>
                <c:pt idx="371">
                  <c:v>900.2</c:v>
                </c:pt>
                <c:pt idx="372">
                  <c:v>903.85</c:v>
                </c:pt>
                <c:pt idx="373">
                  <c:v>907.3</c:v>
                </c:pt>
                <c:pt idx="374">
                  <c:v>911.65</c:v>
                </c:pt>
                <c:pt idx="375">
                  <c:v>911.93000000000006</c:v>
                </c:pt>
                <c:pt idx="376">
                  <c:v>912.66000000000008</c:v>
                </c:pt>
                <c:pt idx="377">
                  <c:v>913.53</c:v>
                </c:pt>
                <c:pt idx="378">
                  <c:v>916.25</c:v>
                </c:pt>
                <c:pt idx="379">
                  <c:v>919.78000000000009</c:v>
                </c:pt>
                <c:pt idx="380">
                  <c:v>921.54000000000008</c:v>
                </c:pt>
                <c:pt idx="381">
                  <c:v>925.17000000000007</c:v>
                </c:pt>
                <c:pt idx="382">
                  <c:v>928.96999999999991</c:v>
                </c:pt>
                <c:pt idx="383">
                  <c:v>932.3900000000001</c:v>
                </c:pt>
                <c:pt idx="384">
                  <c:v>935.24</c:v>
                </c:pt>
                <c:pt idx="385">
                  <c:v>938.52</c:v>
                </c:pt>
                <c:pt idx="386">
                  <c:v>942.11</c:v>
                </c:pt>
                <c:pt idx="387">
                  <c:v>945.82</c:v>
                </c:pt>
                <c:pt idx="388">
                  <c:v>949.65</c:v>
                </c:pt>
                <c:pt idx="389">
                  <c:v>951.6099999999999</c:v>
                </c:pt>
                <c:pt idx="390">
                  <c:v>955.66</c:v>
                </c:pt>
                <c:pt idx="391">
                  <c:v>958.9</c:v>
                </c:pt>
                <c:pt idx="392">
                  <c:v>962.48</c:v>
                </c:pt>
                <c:pt idx="393">
                  <c:v>965.74</c:v>
                </c:pt>
                <c:pt idx="394">
                  <c:v>972.51</c:v>
                </c:pt>
                <c:pt idx="395">
                  <c:v>973.78</c:v>
                </c:pt>
                <c:pt idx="396">
                  <c:v>973.57</c:v>
                </c:pt>
                <c:pt idx="397">
                  <c:v>975.46</c:v>
                </c:pt>
                <c:pt idx="398">
                  <c:v>981.29</c:v>
                </c:pt>
                <c:pt idx="399">
                  <c:v>983.28000000000009</c:v>
                </c:pt>
                <c:pt idx="400">
                  <c:v>986.02</c:v>
                </c:pt>
                <c:pt idx="401">
                  <c:v>989.72</c:v>
                </c:pt>
                <c:pt idx="402">
                  <c:v>992.83</c:v>
                </c:pt>
                <c:pt idx="403">
                  <c:v>995.82</c:v>
                </c:pt>
                <c:pt idx="404">
                  <c:v>1000.7299999999999</c:v>
                </c:pt>
                <c:pt idx="405">
                  <c:v>1004.8999999999999</c:v>
                </c:pt>
                <c:pt idx="406">
                  <c:v>1005.6700000000001</c:v>
                </c:pt>
                <c:pt idx="407">
                  <c:v>1008.8399999999999</c:v>
                </c:pt>
                <c:pt idx="408">
                  <c:v>1012.3</c:v>
                </c:pt>
                <c:pt idx="409">
                  <c:v>1016.24</c:v>
                </c:pt>
                <c:pt idx="410">
                  <c:v>1020.5900000000001</c:v>
                </c:pt>
                <c:pt idx="411">
                  <c:v>1022.43</c:v>
                </c:pt>
                <c:pt idx="412">
                  <c:v>1027.08</c:v>
                </c:pt>
                <c:pt idx="413">
                  <c:v>1028.2</c:v>
                </c:pt>
                <c:pt idx="414">
                  <c:v>1034.4000000000001</c:v>
                </c:pt>
                <c:pt idx="415">
                  <c:v>1036.18</c:v>
                </c:pt>
                <c:pt idx="416">
                  <c:v>1038.95</c:v>
                </c:pt>
                <c:pt idx="417">
                  <c:v>1046.74</c:v>
                </c:pt>
                <c:pt idx="418">
                  <c:v>1046.48</c:v>
                </c:pt>
                <c:pt idx="419">
                  <c:v>1049.53</c:v>
                </c:pt>
                <c:pt idx="420">
                  <c:v>1054.08</c:v>
                </c:pt>
                <c:pt idx="421">
                  <c:v>1057.43</c:v>
                </c:pt>
                <c:pt idx="422">
                  <c:v>1062.43</c:v>
                </c:pt>
                <c:pt idx="423">
                  <c:v>1065.28</c:v>
                </c:pt>
                <c:pt idx="424">
                  <c:v>1068.68</c:v>
                </c:pt>
                <c:pt idx="425">
                  <c:v>1072.6199999999999</c:v>
                </c:pt>
                <c:pt idx="426">
                  <c:v>1076.26</c:v>
                </c:pt>
                <c:pt idx="427">
                  <c:v>1080.0700000000002</c:v>
                </c:pt>
                <c:pt idx="428">
                  <c:v>1081.99</c:v>
                </c:pt>
                <c:pt idx="429">
                  <c:v>1085.6699999999998</c:v>
                </c:pt>
                <c:pt idx="430">
                  <c:v>1089.3500000000001</c:v>
                </c:pt>
                <c:pt idx="431">
                  <c:v>1093.0899999999999</c:v>
                </c:pt>
                <c:pt idx="432">
                  <c:v>1097.44</c:v>
                </c:pt>
                <c:pt idx="433">
                  <c:v>1089.69</c:v>
                </c:pt>
                <c:pt idx="434">
                  <c:v>1100.6400000000001</c:v>
                </c:pt>
                <c:pt idx="435">
                  <c:v>1096.05</c:v>
                </c:pt>
                <c:pt idx="436">
                  <c:v>1103.3200000000002</c:v>
                </c:pt>
                <c:pt idx="437">
                  <c:v>1107.68</c:v>
                </c:pt>
                <c:pt idx="438">
                  <c:v>1110.33</c:v>
                </c:pt>
                <c:pt idx="439">
                  <c:v>1112.8100000000002</c:v>
                </c:pt>
                <c:pt idx="440">
                  <c:v>1115.1299999999999</c:v>
                </c:pt>
                <c:pt idx="441">
                  <c:v>1116.71</c:v>
                </c:pt>
                <c:pt idx="442">
                  <c:v>1120.7</c:v>
                </c:pt>
                <c:pt idx="443">
                  <c:v>1123.96</c:v>
                </c:pt>
                <c:pt idx="444">
                  <c:v>1126.2700000000002</c:v>
                </c:pt>
                <c:pt idx="445">
                  <c:v>1130.4000000000001</c:v>
                </c:pt>
                <c:pt idx="446">
                  <c:v>1133.71</c:v>
                </c:pt>
                <c:pt idx="447">
                  <c:v>1137.28</c:v>
                </c:pt>
                <c:pt idx="448">
                  <c:v>1131.3599999999999</c:v>
                </c:pt>
                <c:pt idx="449">
                  <c:v>1139.23</c:v>
                </c:pt>
                <c:pt idx="450">
                  <c:v>1140.76</c:v>
                </c:pt>
                <c:pt idx="451">
                  <c:v>1142.4099999999999</c:v>
                </c:pt>
                <c:pt idx="452">
                  <c:v>1146.6600000000001</c:v>
                </c:pt>
                <c:pt idx="453">
                  <c:v>1145.76</c:v>
                </c:pt>
                <c:pt idx="454">
                  <c:v>1151.43</c:v>
                </c:pt>
                <c:pt idx="455">
                  <c:v>1152.7099999999998</c:v>
                </c:pt>
                <c:pt idx="456">
                  <c:v>1157.69</c:v>
                </c:pt>
                <c:pt idx="457">
                  <c:v>1159.8900000000001</c:v>
                </c:pt>
                <c:pt idx="458">
                  <c:v>1164.56</c:v>
                </c:pt>
                <c:pt idx="459">
                  <c:v>1167</c:v>
                </c:pt>
                <c:pt idx="460">
                  <c:v>1171.1400000000001</c:v>
                </c:pt>
                <c:pt idx="461">
                  <c:v>1174.3399999999999</c:v>
                </c:pt>
                <c:pt idx="462">
                  <c:v>1177.79</c:v>
                </c:pt>
                <c:pt idx="463">
                  <c:v>1181.19</c:v>
                </c:pt>
                <c:pt idx="464">
                  <c:v>1184.74</c:v>
                </c:pt>
                <c:pt idx="465">
                  <c:v>1188.1500000000001</c:v>
                </c:pt>
                <c:pt idx="466">
                  <c:v>1192.19</c:v>
                </c:pt>
                <c:pt idx="467">
                  <c:v>1195.44</c:v>
                </c:pt>
                <c:pt idx="468">
                  <c:v>1198.8799999999999</c:v>
                </c:pt>
                <c:pt idx="469">
                  <c:v>1201.98</c:v>
                </c:pt>
                <c:pt idx="470">
                  <c:v>1205.23</c:v>
                </c:pt>
                <c:pt idx="471">
                  <c:v>1208.3</c:v>
                </c:pt>
                <c:pt idx="472">
                  <c:v>1211.6599999999999</c:v>
                </c:pt>
                <c:pt idx="473">
                  <c:v>1214.3200000000002</c:v>
                </c:pt>
                <c:pt idx="474">
                  <c:v>1217.1499999999999</c:v>
                </c:pt>
                <c:pt idx="475">
                  <c:v>1221.31</c:v>
                </c:pt>
                <c:pt idx="476">
                  <c:v>1224.6300000000001</c:v>
                </c:pt>
                <c:pt idx="477">
                  <c:v>1227.3599999999999</c:v>
                </c:pt>
                <c:pt idx="478">
                  <c:v>1229.6100000000001</c:v>
                </c:pt>
                <c:pt idx="479">
                  <c:v>1234.47</c:v>
                </c:pt>
                <c:pt idx="480">
                  <c:v>1236.1899999999998</c:v>
                </c:pt>
                <c:pt idx="481">
                  <c:v>1240.3</c:v>
                </c:pt>
                <c:pt idx="482">
                  <c:v>1245.9499999999998</c:v>
                </c:pt>
                <c:pt idx="483">
                  <c:v>1247.9199999999998</c:v>
                </c:pt>
                <c:pt idx="484">
                  <c:v>1251.75</c:v>
                </c:pt>
                <c:pt idx="485">
                  <c:v>1252.1400000000001</c:v>
                </c:pt>
                <c:pt idx="486">
                  <c:v>1255.96</c:v>
                </c:pt>
                <c:pt idx="487">
                  <c:v>1260.6099999999999</c:v>
                </c:pt>
                <c:pt idx="488">
                  <c:v>1264.4899999999998</c:v>
                </c:pt>
                <c:pt idx="489">
                  <c:v>1265.77</c:v>
                </c:pt>
                <c:pt idx="490">
                  <c:v>1269.42</c:v>
                </c:pt>
                <c:pt idx="491">
                  <c:v>1272.5800000000002</c:v>
                </c:pt>
                <c:pt idx="492">
                  <c:v>1273.3699999999999</c:v>
                </c:pt>
                <c:pt idx="493">
                  <c:v>1274.48</c:v>
                </c:pt>
                <c:pt idx="494">
                  <c:v>1277.77</c:v>
                </c:pt>
                <c:pt idx="495">
                  <c:v>1281.6300000000001</c:v>
                </c:pt>
                <c:pt idx="496">
                  <c:v>1284.92</c:v>
                </c:pt>
                <c:pt idx="497">
                  <c:v>1290.56</c:v>
                </c:pt>
                <c:pt idx="498">
                  <c:v>1286.8</c:v>
                </c:pt>
                <c:pt idx="499">
                  <c:v>1293.03</c:v>
                </c:pt>
                <c:pt idx="500">
                  <c:v>1295.1099999999999</c:v>
                </c:pt>
                <c:pt idx="501">
                  <c:v>1296.9299999999998</c:v>
                </c:pt>
                <c:pt idx="502">
                  <c:v>1298.4199999999998</c:v>
                </c:pt>
                <c:pt idx="503">
                  <c:v>1301.1699999999998</c:v>
                </c:pt>
                <c:pt idx="504">
                  <c:v>1304.19</c:v>
                </c:pt>
                <c:pt idx="505">
                  <c:v>1307.6600000000001</c:v>
                </c:pt>
                <c:pt idx="506">
                  <c:v>1309.78</c:v>
                </c:pt>
                <c:pt idx="507">
                  <c:v>1313.18</c:v>
                </c:pt>
                <c:pt idx="508">
                  <c:v>1315.16</c:v>
                </c:pt>
                <c:pt idx="509">
                  <c:v>1316.87</c:v>
                </c:pt>
                <c:pt idx="510">
                  <c:v>1319.74</c:v>
                </c:pt>
                <c:pt idx="511">
                  <c:v>1323.49</c:v>
                </c:pt>
                <c:pt idx="512">
                  <c:v>1328.4499999999998</c:v>
                </c:pt>
                <c:pt idx="513">
                  <c:v>1328.6100000000001</c:v>
                </c:pt>
                <c:pt idx="514">
                  <c:v>1333.26</c:v>
                </c:pt>
                <c:pt idx="515">
                  <c:v>1332.24</c:v>
                </c:pt>
                <c:pt idx="516">
                  <c:v>1333.1299999999999</c:v>
                </c:pt>
                <c:pt idx="517">
                  <c:v>1334.71</c:v>
                </c:pt>
                <c:pt idx="518">
                  <c:v>1338.44</c:v>
                </c:pt>
                <c:pt idx="519">
                  <c:v>1341.6200000000001</c:v>
                </c:pt>
                <c:pt idx="520">
                  <c:v>1342.4199999999998</c:v>
                </c:pt>
                <c:pt idx="521">
                  <c:v>1345.57</c:v>
                </c:pt>
                <c:pt idx="522">
                  <c:v>1347.9099999999999</c:v>
                </c:pt>
                <c:pt idx="523">
                  <c:v>1353.92</c:v>
                </c:pt>
                <c:pt idx="524">
                  <c:v>1353.81</c:v>
                </c:pt>
                <c:pt idx="525">
                  <c:v>1358.96</c:v>
                </c:pt>
                <c:pt idx="526">
                  <c:v>1361.21</c:v>
                </c:pt>
                <c:pt idx="527">
                  <c:v>1365.28</c:v>
                </c:pt>
                <c:pt idx="528">
                  <c:v>1368.96</c:v>
                </c:pt>
                <c:pt idx="529">
                  <c:v>1372</c:v>
                </c:pt>
                <c:pt idx="530">
                  <c:v>1375.72</c:v>
                </c:pt>
                <c:pt idx="531">
                  <c:v>1379.28</c:v>
                </c:pt>
                <c:pt idx="532">
                  <c:v>1381.69</c:v>
                </c:pt>
                <c:pt idx="533">
                  <c:v>1385.5</c:v>
                </c:pt>
                <c:pt idx="534">
                  <c:v>1388.93</c:v>
                </c:pt>
                <c:pt idx="535">
                  <c:v>1391.8500000000001</c:v>
                </c:pt>
                <c:pt idx="536">
                  <c:v>1394.99</c:v>
                </c:pt>
                <c:pt idx="537">
                  <c:v>1398.2</c:v>
                </c:pt>
                <c:pt idx="538">
                  <c:v>1401.76</c:v>
                </c:pt>
                <c:pt idx="539">
                  <c:v>1404.81</c:v>
                </c:pt>
                <c:pt idx="540">
                  <c:v>1407.88</c:v>
                </c:pt>
                <c:pt idx="541">
                  <c:v>1411.87</c:v>
                </c:pt>
                <c:pt idx="542">
                  <c:v>1414.01</c:v>
                </c:pt>
                <c:pt idx="543">
                  <c:v>1417.86</c:v>
                </c:pt>
                <c:pt idx="544">
                  <c:v>1422.61</c:v>
                </c:pt>
                <c:pt idx="545">
                  <c:v>1425.23</c:v>
                </c:pt>
                <c:pt idx="546">
                  <c:v>1429.02</c:v>
                </c:pt>
                <c:pt idx="547">
                  <c:v>1432.2299999999998</c:v>
                </c:pt>
                <c:pt idx="548">
                  <c:v>1434.8600000000001</c:v>
                </c:pt>
                <c:pt idx="549">
                  <c:v>1439.1499999999999</c:v>
                </c:pt>
                <c:pt idx="550">
                  <c:v>1441.73</c:v>
                </c:pt>
                <c:pt idx="551">
                  <c:v>1440.22</c:v>
                </c:pt>
                <c:pt idx="552">
                  <c:v>1448.05</c:v>
                </c:pt>
                <c:pt idx="553">
                  <c:v>1451.2</c:v>
                </c:pt>
                <c:pt idx="554">
                  <c:v>1452.57</c:v>
                </c:pt>
                <c:pt idx="555">
                  <c:v>1453.2099999999998</c:v>
                </c:pt>
                <c:pt idx="556">
                  <c:v>1458.31</c:v>
                </c:pt>
                <c:pt idx="557">
                  <c:v>1461.79</c:v>
                </c:pt>
                <c:pt idx="558">
                  <c:v>1462.2900000000002</c:v>
                </c:pt>
                <c:pt idx="559">
                  <c:v>1466.5</c:v>
                </c:pt>
                <c:pt idx="560">
                  <c:v>1469.1499999999999</c:v>
                </c:pt>
                <c:pt idx="561">
                  <c:v>1474.9099999999999</c:v>
                </c:pt>
                <c:pt idx="562">
                  <c:v>1478.1899999999998</c:v>
                </c:pt>
                <c:pt idx="563">
                  <c:v>1476.6699999999998</c:v>
                </c:pt>
                <c:pt idx="564">
                  <c:v>1474.21</c:v>
                </c:pt>
                <c:pt idx="565">
                  <c:v>1478.14</c:v>
                </c:pt>
                <c:pt idx="566">
                  <c:v>1479.71</c:v>
                </c:pt>
                <c:pt idx="567">
                  <c:v>1479.3</c:v>
                </c:pt>
                <c:pt idx="568">
                  <c:v>1482.45</c:v>
                </c:pt>
                <c:pt idx="569">
                  <c:v>1485.5</c:v>
                </c:pt>
                <c:pt idx="570">
                  <c:v>1488.23</c:v>
                </c:pt>
                <c:pt idx="571">
                  <c:v>1490.79</c:v>
                </c:pt>
                <c:pt idx="572">
                  <c:v>1494.01</c:v>
                </c:pt>
                <c:pt idx="573">
                  <c:v>1496</c:v>
                </c:pt>
                <c:pt idx="574">
                  <c:v>1499.21</c:v>
                </c:pt>
                <c:pt idx="575">
                  <c:v>1502.18</c:v>
                </c:pt>
                <c:pt idx="576">
                  <c:v>1505.73</c:v>
                </c:pt>
                <c:pt idx="577">
                  <c:v>1509.61</c:v>
                </c:pt>
                <c:pt idx="578">
                  <c:v>1508.3999999999999</c:v>
                </c:pt>
                <c:pt idx="579">
                  <c:v>1509.71</c:v>
                </c:pt>
                <c:pt idx="580">
                  <c:v>1510.1599999999999</c:v>
                </c:pt>
                <c:pt idx="581">
                  <c:v>1512.06</c:v>
                </c:pt>
                <c:pt idx="582">
                  <c:v>1513.97</c:v>
                </c:pt>
                <c:pt idx="583">
                  <c:v>1514.57</c:v>
                </c:pt>
                <c:pt idx="584">
                  <c:v>1517.0900000000001</c:v>
                </c:pt>
                <c:pt idx="585">
                  <c:v>1520.9299999999998</c:v>
                </c:pt>
                <c:pt idx="586">
                  <c:v>1523.53</c:v>
                </c:pt>
                <c:pt idx="587">
                  <c:v>1526.78</c:v>
                </c:pt>
                <c:pt idx="588">
                  <c:v>1529.99</c:v>
                </c:pt>
                <c:pt idx="589">
                  <c:v>1532.91</c:v>
                </c:pt>
                <c:pt idx="590">
                  <c:v>1534.05</c:v>
                </c:pt>
                <c:pt idx="591">
                  <c:v>1539.02</c:v>
                </c:pt>
                <c:pt idx="592">
                  <c:v>1541.63</c:v>
                </c:pt>
                <c:pt idx="593">
                  <c:v>1543.6000000000001</c:v>
                </c:pt>
                <c:pt idx="594">
                  <c:v>1547.48</c:v>
                </c:pt>
                <c:pt idx="595">
                  <c:v>1550.22</c:v>
                </c:pt>
                <c:pt idx="596">
                  <c:v>1553.1699999999998</c:v>
                </c:pt>
                <c:pt idx="597">
                  <c:v>1555.7700000000002</c:v>
                </c:pt>
                <c:pt idx="598">
                  <c:v>1559.42</c:v>
                </c:pt>
                <c:pt idx="599">
                  <c:v>1562.84</c:v>
                </c:pt>
                <c:pt idx="600">
                  <c:v>1564.4199999999998</c:v>
                </c:pt>
                <c:pt idx="601">
                  <c:v>1566.22</c:v>
                </c:pt>
                <c:pt idx="602">
                  <c:v>1569.35</c:v>
                </c:pt>
                <c:pt idx="603">
                  <c:v>1571.77</c:v>
                </c:pt>
                <c:pt idx="604">
                  <c:v>1575.34</c:v>
                </c:pt>
                <c:pt idx="605">
                  <c:v>1578.55</c:v>
                </c:pt>
                <c:pt idx="606">
                  <c:v>1581.42</c:v>
                </c:pt>
                <c:pt idx="607">
                  <c:v>1584.96</c:v>
                </c:pt>
                <c:pt idx="608">
                  <c:v>1588.06</c:v>
                </c:pt>
                <c:pt idx="609">
                  <c:v>1591.27</c:v>
                </c:pt>
                <c:pt idx="610">
                  <c:v>1593.0500000000002</c:v>
                </c:pt>
                <c:pt idx="611">
                  <c:v>1597.31</c:v>
                </c:pt>
                <c:pt idx="612">
                  <c:v>1597.03</c:v>
                </c:pt>
                <c:pt idx="613">
                  <c:v>1602.94</c:v>
                </c:pt>
                <c:pt idx="614">
                  <c:v>1601.51</c:v>
                </c:pt>
                <c:pt idx="615">
                  <c:v>1604.25</c:v>
                </c:pt>
                <c:pt idx="616">
                  <c:v>1606.88</c:v>
                </c:pt>
                <c:pt idx="617">
                  <c:v>1614.5700000000002</c:v>
                </c:pt>
                <c:pt idx="618">
                  <c:v>1616.06</c:v>
                </c:pt>
                <c:pt idx="619">
                  <c:v>1616.09</c:v>
                </c:pt>
                <c:pt idx="620">
                  <c:v>1622.1699999999998</c:v>
                </c:pt>
                <c:pt idx="621">
                  <c:v>1622.3600000000001</c:v>
                </c:pt>
                <c:pt idx="622">
                  <c:v>1626.77</c:v>
                </c:pt>
                <c:pt idx="623">
                  <c:v>1630.21</c:v>
                </c:pt>
                <c:pt idx="624">
                  <c:v>1633.3899999999999</c:v>
                </c:pt>
                <c:pt idx="625">
                  <c:v>1636</c:v>
                </c:pt>
                <c:pt idx="626">
                  <c:v>1638.11</c:v>
                </c:pt>
                <c:pt idx="627">
                  <c:v>1642.04</c:v>
                </c:pt>
                <c:pt idx="628">
                  <c:v>1644.8400000000001</c:v>
                </c:pt>
                <c:pt idx="629">
                  <c:v>1647.8600000000001</c:v>
                </c:pt>
                <c:pt idx="630">
                  <c:v>1651</c:v>
                </c:pt>
                <c:pt idx="631">
                  <c:v>1653.8999999999999</c:v>
                </c:pt>
                <c:pt idx="632">
                  <c:v>1656.3600000000001</c:v>
                </c:pt>
                <c:pt idx="633">
                  <c:v>1659.49</c:v>
                </c:pt>
                <c:pt idx="634">
                  <c:v>1662.39</c:v>
                </c:pt>
                <c:pt idx="635">
                  <c:v>1665.6899999999998</c:v>
                </c:pt>
                <c:pt idx="636">
                  <c:v>1669.54</c:v>
                </c:pt>
                <c:pt idx="637">
                  <c:v>1673.12</c:v>
                </c:pt>
                <c:pt idx="638">
                  <c:v>1677.65</c:v>
                </c:pt>
                <c:pt idx="639">
                  <c:v>1676.8300000000002</c:v>
                </c:pt>
                <c:pt idx="640">
                  <c:v>1674.85</c:v>
                </c:pt>
                <c:pt idx="641">
                  <c:v>1670.97</c:v>
                </c:pt>
                <c:pt idx="642">
                  <c:v>1675.44</c:v>
                </c:pt>
                <c:pt idx="643">
                  <c:v>1679.22</c:v>
                </c:pt>
                <c:pt idx="644">
                  <c:v>1679.71</c:v>
                </c:pt>
                <c:pt idx="645">
                  <c:v>1682.7700000000002</c:v>
                </c:pt>
                <c:pt idx="646">
                  <c:v>1685.84</c:v>
                </c:pt>
                <c:pt idx="647">
                  <c:v>1686.81</c:v>
                </c:pt>
                <c:pt idx="648">
                  <c:v>1689.99</c:v>
                </c:pt>
                <c:pt idx="649">
                  <c:v>1694.48</c:v>
                </c:pt>
                <c:pt idx="650">
                  <c:v>1696.72</c:v>
                </c:pt>
                <c:pt idx="651">
                  <c:v>1699.86</c:v>
                </c:pt>
                <c:pt idx="652">
                  <c:v>1697.99</c:v>
                </c:pt>
                <c:pt idx="653">
                  <c:v>1702.5600000000002</c:v>
                </c:pt>
                <c:pt idx="654">
                  <c:v>1705.7</c:v>
                </c:pt>
                <c:pt idx="655">
                  <c:v>1708.5600000000002</c:v>
                </c:pt>
                <c:pt idx="656">
                  <c:v>1711.43</c:v>
                </c:pt>
                <c:pt idx="657">
                  <c:v>1712.22</c:v>
                </c:pt>
                <c:pt idx="658">
                  <c:v>1717</c:v>
                </c:pt>
                <c:pt idx="659">
                  <c:v>1718.92</c:v>
                </c:pt>
                <c:pt idx="660">
                  <c:v>1721.52</c:v>
                </c:pt>
                <c:pt idx="661">
                  <c:v>1723.8700000000001</c:v>
                </c:pt>
                <c:pt idx="662">
                  <c:v>1726.75</c:v>
                </c:pt>
                <c:pt idx="663">
                  <c:v>1728.8799999999999</c:v>
                </c:pt>
                <c:pt idx="664">
                  <c:v>1732.65</c:v>
                </c:pt>
                <c:pt idx="665">
                  <c:v>1735.35</c:v>
                </c:pt>
                <c:pt idx="666">
                  <c:v>1738.74</c:v>
                </c:pt>
                <c:pt idx="667">
                  <c:v>1740.9399999999998</c:v>
                </c:pt>
                <c:pt idx="668">
                  <c:v>1745.31</c:v>
                </c:pt>
                <c:pt idx="669">
                  <c:v>1745.8899999999999</c:v>
                </c:pt>
                <c:pt idx="670">
                  <c:v>1749.07</c:v>
                </c:pt>
                <c:pt idx="671">
                  <c:v>1752.17</c:v>
                </c:pt>
                <c:pt idx="672">
                  <c:v>1753.86</c:v>
                </c:pt>
                <c:pt idx="673">
                  <c:v>1757.53</c:v>
                </c:pt>
                <c:pt idx="674">
                  <c:v>1758.87</c:v>
                </c:pt>
                <c:pt idx="675">
                  <c:v>1761.47</c:v>
                </c:pt>
                <c:pt idx="676">
                  <c:v>1766.44</c:v>
                </c:pt>
                <c:pt idx="677">
                  <c:v>1764.47</c:v>
                </c:pt>
                <c:pt idx="678">
                  <c:v>1771.26</c:v>
                </c:pt>
                <c:pt idx="679">
                  <c:v>1770.7900000000002</c:v>
                </c:pt>
                <c:pt idx="680">
                  <c:v>1776.03</c:v>
                </c:pt>
                <c:pt idx="681">
                  <c:v>1750.55</c:v>
                </c:pt>
                <c:pt idx="682">
                  <c:v>1775.8</c:v>
                </c:pt>
                <c:pt idx="683">
                  <c:v>1774.4</c:v>
                </c:pt>
                <c:pt idx="684">
                  <c:v>1777.39</c:v>
                </c:pt>
                <c:pt idx="685">
                  <c:v>1778.64</c:v>
                </c:pt>
                <c:pt idx="686">
                  <c:v>1779.26</c:v>
                </c:pt>
                <c:pt idx="687">
                  <c:v>1781</c:v>
                </c:pt>
                <c:pt idx="688">
                  <c:v>1783.9199999999998</c:v>
                </c:pt>
                <c:pt idx="689">
                  <c:v>1787.62</c:v>
                </c:pt>
                <c:pt idx="690">
                  <c:v>1789.78</c:v>
                </c:pt>
                <c:pt idx="691">
                  <c:v>1791.48</c:v>
                </c:pt>
                <c:pt idx="692">
                  <c:v>1793.82</c:v>
                </c:pt>
                <c:pt idx="693">
                  <c:v>1797.35</c:v>
                </c:pt>
                <c:pt idx="694">
                  <c:v>1801.34</c:v>
                </c:pt>
                <c:pt idx="695">
                  <c:v>1801.69</c:v>
                </c:pt>
                <c:pt idx="696">
                  <c:v>1804.4199999999998</c:v>
                </c:pt>
                <c:pt idx="697">
                  <c:v>1806.3400000000001</c:v>
                </c:pt>
                <c:pt idx="698">
                  <c:v>1808.4199999999998</c:v>
                </c:pt>
                <c:pt idx="699">
                  <c:v>1810.4199999999998</c:v>
                </c:pt>
                <c:pt idx="700">
                  <c:v>1813.11</c:v>
                </c:pt>
                <c:pt idx="701">
                  <c:v>1814.9299999999998</c:v>
                </c:pt>
                <c:pt idx="702">
                  <c:v>1816.67</c:v>
                </c:pt>
                <c:pt idx="703">
                  <c:v>1818.5500000000002</c:v>
                </c:pt>
                <c:pt idx="704">
                  <c:v>1821.51</c:v>
                </c:pt>
                <c:pt idx="705">
                  <c:v>1822.13</c:v>
                </c:pt>
                <c:pt idx="706">
                  <c:v>1824.6599999999999</c:v>
                </c:pt>
                <c:pt idx="707">
                  <c:v>1826.53</c:v>
                </c:pt>
                <c:pt idx="708">
                  <c:v>1829.1599999999999</c:v>
                </c:pt>
                <c:pt idx="709">
                  <c:v>1835</c:v>
                </c:pt>
                <c:pt idx="710">
                  <c:v>1835.5900000000001</c:v>
                </c:pt>
                <c:pt idx="711">
                  <c:v>1835.1299999999999</c:v>
                </c:pt>
                <c:pt idx="712">
                  <c:v>1837.1100000000001</c:v>
                </c:pt>
                <c:pt idx="713">
                  <c:v>1843.54</c:v>
                </c:pt>
                <c:pt idx="714">
                  <c:v>1842.23</c:v>
                </c:pt>
                <c:pt idx="715">
                  <c:v>1842.47</c:v>
                </c:pt>
                <c:pt idx="716">
                  <c:v>1847.5600000000002</c:v>
                </c:pt>
                <c:pt idx="717">
                  <c:v>1842.2</c:v>
                </c:pt>
                <c:pt idx="718">
                  <c:v>1849.07</c:v>
                </c:pt>
                <c:pt idx="719">
                  <c:v>1853.78</c:v>
                </c:pt>
                <c:pt idx="720">
                  <c:v>1855.44</c:v>
                </c:pt>
                <c:pt idx="721">
                  <c:v>1854.3899999999999</c:v>
                </c:pt>
                <c:pt idx="722">
                  <c:v>1855.78</c:v>
                </c:pt>
                <c:pt idx="723">
                  <c:v>1859.81</c:v>
                </c:pt>
                <c:pt idx="724">
                  <c:v>1863.53</c:v>
                </c:pt>
                <c:pt idx="725">
                  <c:v>1866.03</c:v>
                </c:pt>
                <c:pt idx="726">
                  <c:v>1868.3700000000001</c:v>
                </c:pt>
                <c:pt idx="727">
                  <c:v>1870.7</c:v>
                </c:pt>
                <c:pt idx="728">
                  <c:v>1873.45</c:v>
                </c:pt>
                <c:pt idx="729">
                  <c:v>1878.11</c:v>
                </c:pt>
                <c:pt idx="730">
                  <c:v>1883.75</c:v>
                </c:pt>
                <c:pt idx="731">
                  <c:v>1873.84</c:v>
                </c:pt>
                <c:pt idx="732">
                  <c:v>1869.24</c:v>
                </c:pt>
                <c:pt idx="733">
                  <c:v>1883.1100000000001</c:v>
                </c:pt>
                <c:pt idx="734">
                  <c:v>1885.47</c:v>
                </c:pt>
                <c:pt idx="735">
                  <c:v>1886.1399999999999</c:v>
                </c:pt>
                <c:pt idx="736">
                  <c:v>1885.95</c:v>
                </c:pt>
                <c:pt idx="737">
                  <c:v>1889.96</c:v>
                </c:pt>
                <c:pt idx="738">
                  <c:v>1891.97</c:v>
                </c:pt>
                <c:pt idx="739">
                  <c:v>1893.07</c:v>
                </c:pt>
                <c:pt idx="740">
                  <c:v>1894.8899999999999</c:v>
                </c:pt>
                <c:pt idx="741">
                  <c:v>1897.05</c:v>
                </c:pt>
                <c:pt idx="742">
                  <c:v>1901.64</c:v>
                </c:pt>
                <c:pt idx="743">
                  <c:v>1899.42</c:v>
                </c:pt>
                <c:pt idx="744">
                  <c:v>1901.8600000000001</c:v>
                </c:pt>
                <c:pt idx="745">
                  <c:v>1906.25</c:v>
                </c:pt>
                <c:pt idx="746">
                  <c:v>1909.03</c:v>
                </c:pt>
                <c:pt idx="747">
                  <c:v>1914.86</c:v>
                </c:pt>
                <c:pt idx="748">
                  <c:v>1916.46</c:v>
                </c:pt>
                <c:pt idx="749">
                  <c:v>1905.81</c:v>
                </c:pt>
                <c:pt idx="750">
                  <c:v>1901.89</c:v>
                </c:pt>
                <c:pt idx="751">
                  <c:v>1911.86</c:v>
                </c:pt>
                <c:pt idx="752">
                  <c:v>1918.19</c:v>
                </c:pt>
                <c:pt idx="753">
                  <c:v>1920.39</c:v>
                </c:pt>
                <c:pt idx="754">
                  <c:v>1919.16</c:v>
                </c:pt>
                <c:pt idx="755">
                  <c:v>1923.4199999999998</c:v>
                </c:pt>
                <c:pt idx="756">
                  <c:v>1927.0700000000002</c:v>
                </c:pt>
                <c:pt idx="757">
                  <c:v>1928.92</c:v>
                </c:pt>
                <c:pt idx="758">
                  <c:v>1932.34</c:v>
                </c:pt>
                <c:pt idx="759">
                  <c:v>1932.46</c:v>
                </c:pt>
                <c:pt idx="760">
                  <c:v>1935.21</c:v>
                </c:pt>
                <c:pt idx="761">
                  <c:v>1937.2</c:v>
                </c:pt>
                <c:pt idx="762">
                  <c:v>1939.6899999999998</c:v>
                </c:pt>
                <c:pt idx="763">
                  <c:v>1942.6000000000001</c:v>
                </c:pt>
                <c:pt idx="764">
                  <c:v>1945.28</c:v>
                </c:pt>
                <c:pt idx="765">
                  <c:v>1947.59</c:v>
                </c:pt>
                <c:pt idx="766">
                  <c:v>1951.97</c:v>
                </c:pt>
                <c:pt idx="767">
                  <c:v>1953.1000000000001</c:v>
                </c:pt>
                <c:pt idx="768">
                  <c:v>1955.7</c:v>
                </c:pt>
                <c:pt idx="769">
                  <c:v>1959.48</c:v>
                </c:pt>
                <c:pt idx="770">
                  <c:v>1961.1499999999999</c:v>
                </c:pt>
                <c:pt idx="771">
                  <c:v>1963.2099999999998</c:v>
                </c:pt>
                <c:pt idx="772">
                  <c:v>1965.05</c:v>
                </c:pt>
                <c:pt idx="773">
                  <c:v>1966.89</c:v>
                </c:pt>
                <c:pt idx="774">
                  <c:v>1970.6999999999998</c:v>
                </c:pt>
                <c:pt idx="775">
                  <c:v>1972.73</c:v>
                </c:pt>
                <c:pt idx="776">
                  <c:v>1978.6999999999998</c:v>
                </c:pt>
                <c:pt idx="777">
                  <c:v>1977.5700000000002</c:v>
                </c:pt>
                <c:pt idx="778">
                  <c:v>1981.27</c:v>
                </c:pt>
                <c:pt idx="779">
                  <c:v>1982.3200000000002</c:v>
                </c:pt>
                <c:pt idx="780">
                  <c:v>1989.08</c:v>
                </c:pt>
                <c:pt idx="781">
                  <c:v>1987.25</c:v>
                </c:pt>
                <c:pt idx="782">
                  <c:v>1990.9699999999998</c:v>
                </c:pt>
                <c:pt idx="783">
                  <c:v>1996</c:v>
                </c:pt>
                <c:pt idx="784">
                  <c:v>1998.34</c:v>
                </c:pt>
                <c:pt idx="785">
                  <c:v>2000.41</c:v>
                </c:pt>
                <c:pt idx="786">
                  <c:v>1999.94</c:v>
                </c:pt>
                <c:pt idx="787">
                  <c:v>2003.2</c:v>
                </c:pt>
                <c:pt idx="788">
                  <c:v>2006.93</c:v>
                </c:pt>
                <c:pt idx="789">
                  <c:v>2008.33</c:v>
                </c:pt>
                <c:pt idx="790">
                  <c:v>2011.4999999999998</c:v>
                </c:pt>
                <c:pt idx="791">
                  <c:v>2014.0600000000002</c:v>
                </c:pt>
                <c:pt idx="792">
                  <c:v>2015.67</c:v>
                </c:pt>
                <c:pt idx="793">
                  <c:v>2018.03</c:v>
                </c:pt>
                <c:pt idx="794">
                  <c:v>2020.27</c:v>
                </c:pt>
                <c:pt idx="795">
                  <c:v>2022.7300000000002</c:v>
                </c:pt>
                <c:pt idx="796">
                  <c:v>2025.71</c:v>
                </c:pt>
                <c:pt idx="797">
                  <c:v>2027.94</c:v>
                </c:pt>
                <c:pt idx="798">
                  <c:v>2030.4199999999998</c:v>
                </c:pt>
                <c:pt idx="799">
                  <c:v>2032.5000000000002</c:v>
                </c:pt>
                <c:pt idx="800">
                  <c:v>2035.39</c:v>
                </c:pt>
                <c:pt idx="801">
                  <c:v>2037.9</c:v>
                </c:pt>
                <c:pt idx="802">
                  <c:v>2041.1999999999998</c:v>
                </c:pt>
                <c:pt idx="803">
                  <c:v>2043.0700000000002</c:v>
                </c:pt>
                <c:pt idx="804">
                  <c:v>2046.5300000000002</c:v>
                </c:pt>
                <c:pt idx="805">
                  <c:v>2048.48</c:v>
                </c:pt>
                <c:pt idx="806">
                  <c:v>2047.4199999999998</c:v>
                </c:pt>
                <c:pt idx="807">
                  <c:v>2054.91</c:v>
                </c:pt>
                <c:pt idx="808">
                  <c:v>2053</c:v>
                </c:pt>
                <c:pt idx="809">
                  <c:v>2054.91</c:v>
                </c:pt>
                <c:pt idx="810">
                  <c:v>2058.9499999999998</c:v>
                </c:pt>
                <c:pt idx="811">
                  <c:v>2062.2400000000002</c:v>
                </c:pt>
                <c:pt idx="812">
                  <c:v>2066.27</c:v>
                </c:pt>
                <c:pt idx="813">
                  <c:v>2072.25</c:v>
                </c:pt>
                <c:pt idx="814">
                  <c:v>2075.23</c:v>
                </c:pt>
                <c:pt idx="815">
                  <c:v>2070.15</c:v>
                </c:pt>
                <c:pt idx="816">
                  <c:v>2073.2400000000002</c:v>
                </c:pt>
                <c:pt idx="817">
                  <c:v>2079.54</c:v>
                </c:pt>
                <c:pt idx="818">
                  <c:v>2082.75</c:v>
                </c:pt>
                <c:pt idx="819">
                  <c:v>2083.4499999999998</c:v>
                </c:pt>
                <c:pt idx="820">
                  <c:v>2088.0299999999997</c:v>
                </c:pt>
                <c:pt idx="821">
                  <c:v>2093.33</c:v>
                </c:pt>
                <c:pt idx="822">
                  <c:v>2078.4500000000003</c:v>
                </c:pt>
                <c:pt idx="823">
                  <c:v>2077.4</c:v>
                </c:pt>
                <c:pt idx="824">
                  <c:v>2091.7599999999998</c:v>
                </c:pt>
                <c:pt idx="825">
                  <c:v>2092.65</c:v>
                </c:pt>
                <c:pt idx="826">
                  <c:v>2094.3900000000003</c:v>
                </c:pt>
                <c:pt idx="827">
                  <c:v>2093.0499999999997</c:v>
                </c:pt>
                <c:pt idx="828">
                  <c:v>2095.2799999999997</c:v>
                </c:pt>
                <c:pt idx="829">
                  <c:v>2096.96</c:v>
                </c:pt>
                <c:pt idx="830">
                  <c:v>2098.8199999999997</c:v>
                </c:pt>
                <c:pt idx="831">
                  <c:v>2102.1999999999998</c:v>
                </c:pt>
                <c:pt idx="832">
                  <c:v>2102.04</c:v>
                </c:pt>
                <c:pt idx="833">
                  <c:v>2104.2200000000003</c:v>
                </c:pt>
                <c:pt idx="834">
                  <c:v>2106.98</c:v>
                </c:pt>
                <c:pt idx="835">
                  <c:v>2107.6600000000003</c:v>
                </c:pt>
                <c:pt idx="836">
                  <c:v>2109.44</c:v>
                </c:pt>
                <c:pt idx="837">
                  <c:v>2111.33</c:v>
                </c:pt>
                <c:pt idx="838">
                  <c:v>2116.2000000000003</c:v>
                </c:pt>
                <c:pt idx="839">
                  <c:v>2117.66</c:v>
                </c:pt>
                <c:pt idx="840">
                  <c:v>2121.33</c:v>
                </c:pt>
                <c:pt idx="841">
                  <c:v>2125.04</c:v>
                </c:pt>
                <c:pt idx="842">
                  <c:v>2122.89</c:v>
                </c:pt>
                <c:pt idx="843">
                  <c:v>2126.85</c:v>
                </c:pt>
                <c:pt idx="844">
                  <c:v>2128.19</c:v>
                </c:pt>
                <c:pt idx="845">
                  <c:v>2137.08</c:v>
                </c:pt>
                <c:pt idx="846">
                  <c:v>2140.6200000000003</c:v>
                </c:pt>
                <c:pt idx="847">
                  <c:v>2142.71</c:v>
                </c:pt>
                <c:pt idx="848">
                  <c:v>2145.13</c:v>
                </c:pt>
                <c:pt idx="849">
                  <c:v>2148.67</c:v>
                </c:pt>
                <c:pt idx="850">
                  <c:v>2134.3000000000002</c:v>
                </c:pt>
                <c:pt idx="851">
                  <c:v>2134.25</c:v>
                </c:pt>
                <c:pt idx="852">
                  <c:v>2133.33</c:v>
                </c:pt>
                <c:pt idx="853">
                  <c:v>2124.7400000000002</c:v>
                </c:pt>
                <c:pt idx="854">
                  <c:v>2144.46</c:v>
                </c:pt>
                <c:pt idx="855">
                  <c:v>2147.69</c:v>
                </c:pt>
                <c:pt idx="856">
                  <c:v>2151.7200000000003</c:v>
                </c:pt>
                <c:pt idx="857">
                  <c:v>2155.2600000000002</c:v>
                </c:pt>
                <c:pt idx="858">
                  <c:v>2157.9199999999996</c:v>
                </c:pt>
                <c:pt idx="859">
                  <c:v>2160.33</c:v>
                </c:pt>
                <c:pt idx="860">
                  <c:v>2163.1</c:v>
                </c:pt>
                <c:pt idx="861">
                  <c:v>2166.3000000000002</c:v>
                </c:pt>
                <c:pt idx="862">
                  <c:v>2168.61</c:v>
                </c:pt>
                <c:pt idx="863">
                  <c:v>2171.27</c:v>
                </c:pt>
                <c:pt idx="864">
                  <c:v>2174.14</c:v>
                </c:pt>
                <c:pt idx="865">
                  <c:v>2177.2200000000003</c:v>
                </c:pt>
                <c:pt idx="866">
                  <c:v>2179.1200000000003</c:v>
                </c:pt>
                <c:pt idx="867">
                  <c:v>2181.9899999999998</c:v>
                </c:pt>
                <c:pt idx="868">
                  <c:v>2182.27</c:v>
                </c:pt>
                <c:pt idx="869">
                  <c:v>2184.4</c:v>
                </c:pt>
                <c:pt idx="870">
                  <c:v>2185.2399999999998</c:v>
                </c:pt>
                <c:pt idx="871">
                  <c:v>2185.69</c:v>
                </c:pt>
                <c:pt idx="872">
                  <c:v>2190.52</c:v>
                </c:pt>
                <c:pt idx="873">
                  <c:v>2193.31</c:v>
                </c:pt>
                <c:pt idx="874">
                  <c:v>2191.4699999999998</c:v>
                </c:pt>
                <c:pt idx="875">
                  <c:v>2196.61</c:v>
                </c:pt>
                <c:pt idx="876">
                  <c:v>2197.92</c:v>
                </c:pt>
                <c:pt idx="877">
                  <c:v>2203.6099999999997</c:v>
                </c:pt>
                <c:pt idx="878">
                  <c:v>2202.0100000000002</c:v>
                </c:pt>
                <c:pt idx="879">
                  <c:v>2208.2199999999998</c:v>
                </c:pt>
                <c:pt idx="880">
                  <c:v>2209.4700000000003</c:v>
                </c:pt>
                <c:pt idx="881">
                  <c:v>2211.8000000000002</c:v>
                </c:pt>
                <c:pt idx="882">
                  <c:v>2213.04</c:v>
                </c:pt>
                <c:pt idx="883">
                  <c:v>2215.85</c:v>
                </c:pt>
                <c:pt idx="884">
                  <c:v>2217.23</c:v>
                </c:pt>
                <c:pt idx="885">
                  <c:v>2220.8000000000002</c:v>
                </c:pt>
                <c:pt idx="886">
                  <c:v>2223</c:v>
                </c:pt>
                <c:pt idx="887">
                  <c:v>2225.61</c:v>
                </c:pt>
                <c:pt idx="888">
                  <c:v>2227.9</c:v>
                </c:pt>
                <c:pt idx="889">
                  <c:v>2230.2599999999998</c:v>
                </c:pt>
                <c:pt idx="890">
                  <c:v>2232.98</c:v>
                </c:pt>
                <c:pt idx="891">
                  <c:v>2236.1</c:v>
                </c:pt>
                <c:pt idx="892">
                  <c:v>2238.2599999999998</c:v>
                </c:pt>
                <c:pt idx="893">
                  <c:v>2231.89</c:v>
                </c:pt>
                <c:pt idx="894">
                  <c:v>2234.89</c:v>
                </c:pt>
                <c:pt idx="895">
                  <c:v>2237.2999999999997</c:v>
                </c:pt>
                <c:pt idx="896">
                  <c:v>2239.8799999999997</c:v>
                </c:pt>
                <c:pt idx="897">
                  <c:v>2242.7199999999998</c:v>
                </c:pt>
                <c:pt idx="898">
                  <c:v>2248.3399999999997</c:v>
                </c:pt>
                <c:pt idx="899">
                  <c:v>2249.3599999999997</c:v>
                </c:pt>
                <c:pt idx="900">
                  <c:v>2251.7599999999998</c:v>
                </c:pt>
                <c:pt idx="901">
                  <c:v>2257.77</c:v>
                </c:pt>
                <c:pt idx="902">
                  <c:v>2260.64</c:v>
                </c:pt>
                <c:pt idx="903">
                  <c:v>2257.8900000000003</c:v>
                </c:pt>
                <c:pt idx="904">
                  <c:v>2268.5100000000002</c:v>
                </c:pt>
                <c:pt idx="905">
                  <c:v>2265.92</c:v>
                </c:pt>
                <c:pt idx="906">
                  <c:v>2271.12</c:v>
                </c:pt>
                <c:pt idx="907">
                  <c:v>2276.5499999999997</c:v>
                </c:pt>
                <c:pt idx="908">
                  <c:v>2267.59</c:v>
                </c:pt>
                <c:pt idx="909">
                  <c:v>2271.46</c:v>
                </c:pt>
                <c:pt idx="910">
                  <c:v>2276.8000000000002</c:v>
                </c:pt>
                <c:pt idx="911">
                  <c:v>2276.5</c:v>
                </c:pt>
                <c:pt idx="912">
                  <c:v>2281.12</c:v>
                </c:pt>
                <c:pt idx="913">
                  <c:v>2279.02</c:v>
                </c:pt>
                <c:pt idx="914">
                  <c:v>2283.7399999999998</c:v>
                </c:pt>
                <c:pt idx="915">
                  <c:v>2285.79</c:v>
                </c:pt>
                <c:pt idx="916">
                  <c:v>2285.17</c:v>
                </c:pt>
                <c:pt idx="917">
                  <c:v>2286.3199999999997</c:v>
                </c:pt>
                <c:pt idx="918">
                  <c:v>2288.91</c:v>
                </c:pt>
                <c:pt idx="919">
                  <c:v>2291.4</c:v>
                </c:pt>
                <c:pt idx="920">
                  <c:v>2293.92</c:v>
                </c:pt>
                <c:pt idx="921">
                  <c:v>2296.15</c:v>
                </c:pt>
                <c:pt idx="922">
                  <c:v>2298.85</c:v>
                </c:pt>
                <c:pt idx="923">
                  <c:v>2301.0899999999997</c:v>
                </c:pt>
                <c:pt idx="924">
                  <c:v>2303.11</c:v>
                </c:pt>
                <c:pt idx="925">
                  <c:v>2305.87</c:v>
                </c:pt>
                <c:pt idx="926">
                  <c:v>2307.63</c:v>
                </c:pt>
                <c:pt idx="927">
                  <c:v>2310.02</c:v>
                </c:pt>
                <c:pt idx="928">
                  <c:v>2312.3000000000002</c:v>
                </c:pt>
                <c:pt idx="929">
                  <c:v>2314.4499999999998</c:v>
                </c:pt>
                <c:pt idx="930">
                  <c:v>2317.0299999999997</c:v>
                </c:pt>
                <c:pt idx="931">
                  <c:v>2319.1999999999998</c:v>
                </c:pt>
                <c:pt idx="932">
                  <c:v>2320.81</c:v>
                </c:pt>
                <c:pt idx="933">
                  <c:v>2324.31</c:v>
                </c:pt>
                <c:pt idx="934">
                  <c:v>2328.0300000000002</c:v>
                </c:pt>
                <c:pt idx="935">
                  <c:v>2327.0300000000002</c:v>
                </c:pt>
                <c:pt idx="936">
                  <c:v>2330.2200000000003</c:v>
                </c:pt>
                <c:pt idx="937">
                  <c:v>2332.6999999999998</c:v>
                </c:pt>
                <c:pt idx="938">
                  <c:v>2335.25</c:v>
                </c:pt>
                <c:pt idx="939">
                  <c:v>2337.02</c:v>
                </c:pt>
                <c:pt idx="940">
                  <c:v>2336.77</c:v>
                </c:pt>
                <c:pt idx="941">
                  <c:v>2331.34</c:v>
                </c:pt>
                <c:pt idx="942">
                  <c:v>2332.44</c:v>
                </c:pt>
                <c:pt idx="943">
                  <c:v>2344.19</c:v>
                </c:pt>
                <c:pt idx="944">
                  <c:v>2346.0200000000004</c:v>
                </c:pt>
                <c:pt idx="945">
                  <c:v>2342.1</c:v>
                </c:pt>
                <c:pt idx="946">
                  <c:v>2345.0700000000002</c:v>
                </c:pt>
                <c:pt idx="947">
                  <c:v>2346.6999999999998</c:v>
                </c:pt>
                <c:pt idx="948">
                  <c:v>2352.1</c:v>
                </c:pt>
                <c:pt idx="949">
                  <c:v>2352.86</c:v>
                </c:pt>
                <c:pt idx="950">
                  <c:v>2354.42</c:v>
                </c:pt>
                <c:pt idx="951">
                  <c:v>2358</c:v>
                </c:pt>
                <c:pt idx="952">
                  <c:v>2359.89</c:v>
                </c:pt>
                <c:pt idx="953">
                  <c:v>2362.17</c:v>
                </c:pt>
                <c:pt idx="954">
                  <c:v>2368.56</c:v>
                </c:pt>
                <c:pt idx="955">
                  <c:v>2374.12</c:v>
                </c:pt>
                <c:pt idx="956">
                  <c:v>2364.4599999999996</c:v>
                </c:pt>
                <c:pt idx="957">
                  <c:v>2364.33</c:v>
                </c:pt>
                <c:pt idx="958">
                  <c:v>2375.69</c:v>
                </c:pt>
                <c:pt idx="959">
                  <c:v>2376.94</c:v>
                </c:pt>
                <c:pt idx="960">
                  <c:v>2379.09</c:v>
                </c:pt>
                <c:pt idx="961">
                  <c:v>2380.08</c:v>
                </c:pt>
                <c:pt idx="962">
                  <c:v>2383.41</c:v>
                </c:pt>
                <c:pt idx="963">
                  <c:v>2384.54</c:v>
                </c:pt>
                <c:pt idx="964">
                  <c:v>2385.04</c:v>
                </c:pt>
                <c:pt idx="965">
                  <c:v>2388.88</c:v>
                </c:pt>
                <c:pt idx="966">
                  <c:v>2389.13</c:v>
                </c:pt>
                <c:pt idx="967">
                  <c:v>2390.0700000000002</c:v>
                </c:pt>
                <c:pt idx="968">
                  <c:v>2393.0500000000002</c:v>
                </c:pt>
                <c:pt idx="969">
                  <c:v>2398.0800000000004</c:v>
                </c:pt>
                <c:pt idx="970">
                  <c:v>2397.85</c:v>
                </c:pt>
                <c:pt idx="971">
                  <c:v>2402.2600000000002</c:v>
                </c:pt>
                <c:pt idx="972">
                  <c:v>2402.16</c:v>
                </c:pt>
                <c:pt idx="973">
                  <c:v>2403.9799999999996</c:v>
                </c:pt>
                <c:pt idx="974">
                  <c:v>2405.5700000000002</c:v>
                </c:pt>
                <c:pt idx="975">
                  <c:v>2408.48</c:v>
                </c:pt>
                <c:pt idx="976">
                  <c:v>2412.71</c:v>
                </c:pt>
                <c:pt idx="977">
                  <c:v>2415.2599999999998</c:v>
                </c:pt>
                <c:pt idx="978">
                  <c:v>2416.34</c:v>
                </c:pt>
                <c:pt idx="979">
                  <c:v>2420.36</c:v>
                </c:pt>
                <c:pt idx="980">
                  <c:v>2419.88</c:v>
                </c:pt>
                <c:pt idx="981">
                  <c:v>2416.4699999999998</c:v>
                </c:pt>
                <c:pt idx="982">
                  <c:v>2418.66</c:v>
                </c:pt>
                <c:pt idx="983">
                  <c:v>2421.2799999999997</c:v>
                </c:pt>
                <c:pt idx="984">
                  <c:v>2423.4499999999998</c:v>
                </c:pt>
                <c:pt idx="985">
                  <c:v>2425.71</c:v>
                </c:pt>
                <c:pt idx="986">
                  <c:v>2427.9899999999998</c:v>
                </c:pt>
                <c:pt idx="987">
                  <c:v>2429.6600000000003</c:v>
                </c:pt>
                <c:pt idx="988">
                  <c:v>2431.5699999999997</c:v>
                </c:pt>
                <c:pt idx="989">
                  <c:v>2434.0500000000002</c:v>
                </c:pt>
                <c:pt idx="990">
                  <c:v>2437.5700000000002</c:v>
                </c:pt>
                <c:pt idx="991">
                  <c:v>2437.37</c:v>
                </c:pt>
                <c:pt idx="992">
                  <c:v>2440.67</c:v>
                </c:pt>
                <c:pt idx="993">
                  <c:v>2441.0699999999997</c:v>
                </c:pt>
                <c:pt idx="994">
                  <c:v>2445.16</c:v>
                </c:pt>
                <c:pt idx="995">
                  <c:v>2448</c:v>
                </c:pt>
                <c:pt idx="996">
                  <c:v>2452.8500000000004</c:v>
                </c:pt>
                <c:pt idx="997">
                  <c:v>2455.63</c:v>
                </c:pt>
                <c:pt idx="998">
                  <c:v>2462.08</c:v>
                </c:pt>
                <c:pt idx="999">
                  <c:v>2464.3700000000003</c:v>
                </c:pt>
                <c:pt idx="1000">
                  <c:v>2458.9500000000003</c:v>
                </c:pt>
                <c:pt idx="1001">
                  <c:v>2459.65</c:v>
                </c:pt>
                <c:pt idx="1002">
                  <c:v>2467.3500000000004</c:v>
                </c:pt>
                <c:pt idx="1003">
                  <c:v>2461.81</c:v>
                </c:pt>
                <c:pt idx="1004">
                  <c:v>2467.4299999999998</c:v>
                </c:pt>
                <c:pt idx="1005">
                  <c:v>2478.2099999999996</c:v>
                </c:pt>
                <c:pt idx="1006">
                  <c:v>2475.6</c:v>
                </c:pt>
                <c:pt idx="1007">
                  <c:v>2478.7200000000003</c:v>
                </c:pt>
                <c:pt idx="1008">
                  <c:v>2477.3999999999996</c:v>
                </c:pt>
                <c:pt idx="1009">
                  <c:v>2482.64</c:v>
                </c:pt>
                <c:pt idx="1010">
                  <c:v>2488.23</c:v>
                </c:pt>
                <c:pt idx="1011">
                  <c:v>2487.5699999999997</c:v>
                </c:pt>
                <c:pt idx="1012">
                  <c:v>2491.2600000000002</c:v>
                </c:pt>
                <c:pt idx="1013">
                  <c:v>2493.4299999999998</c:v>
                </c:pt>
                <c:pt idx="1014">
                  <c:v>2496.5099999999998</c:v>
                </c:pt>
                <c:pt idx="1015">
                  <c:v>2499.17</c:v>
                </c:pt>
                <c:pt idx="1016">
                  <c:v>2501.56</c:v>
                </c:pt>
                <c:pt idx="1017">
                  <c:v>2504.21</c:v>
                </c:pt>
                <c:pt idx="1018">
                  <c:v>2506.83</c:v>
                </c:pt>
                <c:pt idx="1019">
                  <c:v>2509.67</c:v>
                </c:pt>
                <c:pt idx="1020">
                  <c:v>2512.2599999999998</c:v>
                </c:pt>
                <c:pt idx="1021">
                  <c:v>2515.5699999999997</c:v>
                </c:pt>
                <c:pt idx="1022">
                  <c:v>2518.4</c:v>
                </c:pt>
                <c:pt idx="1023">
                  <c:v>2522.84</c:v>
                </c:pt>
                <c:pt idx="1024">
                  <c:v>2530.8000000000002</c:v>
                </c:pt>
                <c:pt idx="1025">
                  <c:v>2528.4499999999998</c:v>
                </c:pt>
                <c:pt idx="1026">
                  <c:v>2530.3399999999997</c:v>
                </c:pt>
                <c:pt idx="1027">
                  <c:v>2533.09</c:v>
                </c:pt>
                <c:pt idx="1028">
                  <c:v>2535.4</c:v>
                </c:pt>
                <c:pt idx="1029">
                  <c:v>2534.38</c:v>
                </c:pt>
                <c:pt idx="1030">
                  <c:v>2540.48</c:v>
                </c:pt>
                <c:pt idx="1031">
                  <c:v>2542.6600000000003</c:v>
                </c:pt>
                <c:pt idx="1032">
                  <c:v>2542.5</c:v>
                </c:pt>
                <c:pt idx="1033">
                  <c:v>2546.1800000000003</c:v>
                </c:pt>
                <c:pt idx="1034">
                  <c:v>2548.6499999999996</c:v>
                </c:pt>
                <c:pt idx="1035">
                  <c:v>2549.9</c:v>
                </c:pt>
                <c:pt idx="1036">
                  <c:v>2552.9299999999998</c:v>
                </c:pt>
                <c:pt idx="1037">
                  <c:v>2554.91</c:v>
                </c:pt>
                <c:pt idx="1038">
                  <c:v>2553.84</c:v>
                </c:pt>
                <c:pt idx="1039">
                  <c:v>2560.0299999999997</c:v>
                </c:pt>
                <c:pt idx="1040">
                  <c:v>2561.41</c:v>
                </c:pt>
                <c:pt idx="1041">
                  <c:v>2563.5699999999997</c:v>
                </c:pt>
                <c:pt idx="1042">
                  <c:v>2564.4900000000002</c:v>
                </c:pt>
                <c:pt idx="1043">
                  <c:v>2565.5800000000004</c:v>
                </c:pt>
                <c:pt idx="1044">
                  <c:v>2569.2200000000003</c:v>
                </c:pt>
                <c:pt idx="1045">
                  <c:v>2572.73</c:v>
                </c:pt>
                <c:pt idx="1046">
                  <c:v>2574.6799999999998</c:v>
                </c:pt>
                <c:pt idx="1047">
                  <c:v>2577.42</c:v>
                </c:pt>
                <c:pt idx="1048">
                  <c:v>2581.4699999999998</c:v>
                </c:pt>
                <c:pt idx="1049">
                  <c:v>2573.48</c:v>
                </c:pt>
                <c:pt idx="1050">
                  <c:v>2577.96</c:v>
                </c:pt>
                <c:pt idx="1051">
                  <c:v>2584.65</c:v>
                </c:pt>
                <c:pt idx="1052">
                  <c:v>2583.62</c:v>
                </c:pt>
                <c:pt idx="1053">
                  <c:v>2583.37</c:v>
                </c:pt>
                <c:pt idx="1054">
                  <c:v>2586.04</c:v>
                </c:pt>
                <c:pt idx="1055">
                  <c:v>2586.58</c:v>
                </c:pt>
                <c:pt idx="1056">
                  <c:v>2589.13</c:v>
                </c:pt>
                <c:pt idx="1057">
                  <c:v>2590.4299999999998</c:v>
                </c:pt>
                <c:pt idx="1058">
                  <c:v>2592.36</c:v>
                </c:pt>
                <c:pt idx="1059">
                  <c:v>2592.42</c:v>
                </c:pt>
                <c:pt idx="1060">
                  <c:v>2594.9</c:v>
                </c:pt>
                <c:pt idx="1061">
                  <c:v>2596.1400000000003</c:v>
                </c:pt>
                <c:pt idx="1062">
                  <c:v>2600.46</c:v>
                </c:pt>
                <c:pt idx="1063">
                  <c:v>2601.9700000000003</c:v>
                </c:pt>
                <c:pt idx="1064">
                  <c:v>2604.8000000000002</c:v>
                </c:pt>
                <c:pt idx="1065">
                  <c:v>2605.79</c:v>
                </c:pt>
                <c:pt idx="1066">
                  <c:v>2610.6699999999996</c:v>
                </c:pt>
                <c:pt idx="1067">
                  <c:v>2609.41</c:v>
                </c:pt>
                <c:pt idx="1068">
                  <c:v>2615.62</c:v>
                </c:pt>
                <c:pt idx="1069">
                  <c:v>2615.38</c:v>
                </c:pt>
                <c:pt idx="1070">
                  <c:v>2618.63</c:v>
                </c:pt>
                <c:pt idx="1071">
                  <c:v>2621.54</c:v>
                </c:pt>
                <c:pt idx="1072">
                  <c:v>2625.3199999999997</c:v>
                </c:pt>
                <c:pt idx="1073">
                  <c:v>2625.69</c:v>
                </c:pt>
                <c:pt idx="1074">
                  <c:v>2628.37</c:v>
                </c:pt>
                <c:pt idx="1075">
                  <c:v>2632.05</c:v>
                </c:pt>
                <c:pt idx="1076">
                  <c:v>2634.58</c:v>
                </c:pt>
                <c:pt idx="1077">
                  <c:v>2636.4100000000003</c:v>
                </c:pt>
                <c:pt idx="1078">
                  <c:v>2638.52</c:v>
                </c:pt>
                <c:pt idx="1079">
                  <c:v>2641.04</c:v>
                </c:pt>
                <c:pt idx="1080">
                  <c:v>2642.52</c:v>
                </c:pt>
                <c:pt idx="1081">
                  <c:v>2645.63</c:v>
                </c:pt>
                <c:pt idx="1082">
                  <c:v>2647.53</c:v>
                </c:pt>
                <c:pt idx="1083">
                  <c:v>2649.52</c:v>
                </c:pt>
                <c:pt idx="1084">
                  <c:v>2652.31</c:v>
                </c:pt>
                <c:pt idx="1085">
                  <c:v>2655.9900000000002</c:v>
                </c:pt>
                <c:pt idx="1086">
                  <c:v>2644.28</c:v>
                </c:pt>
                <c:pt idx="1087">
                  <c:v>2651.3300000000004</c:v>
                </c:pt>
                <c:pt idx="1088">
                  <c:v>2652.52</c:v>
                </c:pt>
                <c:pt idx="1089">
                  <c:v>2654.11</c:v>
                </c:pt>
                <c:pt idx="1090">
                  <c:v>2660.75</c:v>
                </c:pt>
                <c:pt idx="1091">
                  <c:v>2665.72</c:v>
                </c:pt>
                <c:pt idx="1092">
                  <c:v>2660.05</c:v>
                </c:pt>
                <c:pt idx="1093">
                  <c:v>2662.5899999999997</c:v>
                </c:pt>
                <c:pt idx="1094">
                  <c:v>2665.41</c:v>
                </c:pt>
                <c:pt idx="1095">
                  <c:v>2673.45</c:v>
                </c:pt>
                <c:pt idx="1096">
                  <c:v>2675.04</c:v>
                </c:pt>
                <c:pt idx="1097">
                  <c:v>2680.59</c:v>
                </c:pt>
                <c:pt idx="1098">
                  <c:v>2686.55</c:v>
                </c:pt>
                <c:pt idx="1099">
                  <c:v>2687.63</c:v>
                </c:pt>
                <c:pt idx="1100">
                  <c:v>2687.21</c:v>
                </c:pt>
                <c:pt idx="1101">
                  <c:v>2689.87</c:v>
                </c:pt>
                <c:pt idx="1102">
                  <c:v>2692.81</c:v>
                </c:pt>
                <c:pt idx="1103">
                  <c:v>2694.4900000000002</c:v>
                </c:pt>
                <c:pt idx="1104">
                  <c:v>2696.45</c:v>
                </c:pt>
                <c:pt idx="1105">
                  <c:v>2698.61</c:v>
                </c:pt>
                <c:pt idx="1106">
                  <c:v>2701.4700000000003</c:v>
                </c:pt>
                <c:pt idx="1107">
                  <c:v>2703.41</c:v>
                </c:pt>
                <c:pt idx="1108">
                  <c:v>2704.5699999999997</c:v>
                </c:pt>
                <c:pt idx="1109">
                  <c:v>2707.49</c:v>
                </c:pt>
                <c:pt idx="1110">
                  <c:v>2710.33</c:v>
                </c:pt>
                <c:pt idx="1111">
                  <c:v>2713.28</c:v>
                </c:pt>
                <c:pt idx="1112">
                  <c:v>2716.1</c:v>
                </c:pt>
                <c:pt idx="1113">
                  <c:v>2718.78</c:v>
                </c:pt>
                <c:pt idx="1114">
                  <c:v>2721.0899999999997</c:v>
                </c:pt>
                <c:pt idx="1115">
                  <c:v>2723.57</c:v>
                </c:pt>
                <c:pt idx="1116">
                  <c:v>2725.73</c:v>
                </c:pt>
                <c:pt idx="1117">
                  <c:v>2730.3799999999997</c:v>
                </c:pt>
                <c:pt idx="1118">
                  <c:v>2730.6499999999996</c:v>
                </c:pt>
                <c:pt idx="1119">
                  <c:v>2733.25</c:v>
                </c:pt>
                <c:pt idx="1120">
                  <c:v>2734.68</c:v>
                </c:pt>
                <c:pt idx="1121">
                  <c:v>2738.0499999999997</c:v>
                </c:pt>
                <c:pt idx="1122">
                  <c:v>2740.1499999999996</c:v>
                </c:pt>
                <c:pt idx="1123">
                  <c:v>2744.4500000000003</c:v>
                </c:pt>
                <c:pt idx="1124">
                  <c:v>2746.36</c:v>
                </c:pt>
                <c:pt idx="1125">
                  <c:v>2749.21</c:v>
                </c:pt>
                <c:pt idx="1126">
                  <c:v>2754.29</c:v>
                </c:pt>
                <c:pt idx="1127">
                  <c:v>2752.38</c:v>
                </c:pt>
                <c:pt idx="1128">
                  <c:v>2761.33</c:v>
                </c:pt>
                <c:pt idx="1129">
                  <c:v>2755.71</c:v>
                </c:pt>
                <c:pt idx="1130">
                  <c:v>2764.0600000000004</c:v>
                </c:pt>
                <c:pt idx="1131">
                  <c:v>2766.29</c:v>
                </c:pt>
                <c:pt idx="1132">
                  <c:v>2768.89</c:v>
                </c:pt>
                <c:pt idx="1133">
                  <c:v>2770.99</c:v>
                </c:pt>
                <c:pt idx="1134">
                  <c:v>2772.92</c:v>
                </c:pt>
                <c:pt idx="1135">
                  <c:v>2772.0099999999998</c:v>
                </c:pt>
                <c:pt idx="1136">
                  <c:v>2775.67</c:v>
                </c:pt>
                <c:pt idx="1137">
                  <c:v>2779.0099999999998</c:v>
                </c:pt>
                <c:pt idx="1138">
                  <c:v>2781.61</c:v>
                </c:pt>
                <c:pt idx="1139">
                  <c:v>2782.85</c:v>
                </c:pt>
                <c:pt idx="1140">
                  <c:v>2785.99</c:v>
                </c:pt>
                <c:pt idx="1141">
                  <c:v>2788.44</c:v>
                </c:pt>
                <c:pt idx="1142">
                  <c:v>2790.9</c:v>
                </c:pt>
                <c:pt idx="1143">
                  <c:v>2793.08</c:v>
                </c:pt>
                <c:pt idx="1144">
                  <c:v>2795.5800000000004</c:v>
                </c:pt>
                <c:pt idx="1145">
                  <c:v>2797.8</c:v>
                </c:pt>
                <c:pt idx="1146">
                  <c:v>2799.9100000000003</c:v>
                </c:pt>
                <c:pt idx="1147">
                  <c:v>2802.69</c:v>
                </c:pt>
                <c:pt idx="1148">
                  <c:v>2808.49</c:v>
                </c:pt>
                <c:pt idx="1149">
                  <c:v>2810.54</c:v>
                </c:pt>
                <c:pt idx="1150">
                  <c:v>2810.62</c:v>
                </c:pt>
                <c:pt idx="1151">
                  <c:v>2808.7599999999998</c:v>
                </c:pt>
                <c:pt idx="1152">
                  <c:v>2810.35</c:v>
                </c:pt>
                <c:pt idx="1153">
                  <c:v>2809.46</c:v>
                </c:pt>
                <c:pt idx="1154">
                  <c:v>2812.86</c:v>
                </c:pt>
                <c:pt idx="1155">
                  <c:v>2813.94</c:v>
                </c:pt>
                <c:pt idx="1156">
                  <c:v>2812.54</c:v>
                </c:pt>
                <c:pt idx="1157">
                  <c:v>2811.4300000000003</c:v>
                </c:pt>
                <c:pt idx="1158">
                  <c:v>2812.52</c:v>
                </c:pt>
                <c:pt idx="1159">
                  <c:v>2816.35</c:v>
                </c:pt>
                <c:pt idx="1160">
                  <c:v>2822.4300000000003</c:v>
                </c:pt>
                <c:pt idx="1161">
                  <c:v>2820.7200000000003</c:v>
                </c:pt>
                <c:pt idx="1162">
                  <c:v>2815.45</c:v>
                </c:pt>
                <c:pt idx="1163">
                  <c:v>2818.4700000000003</c:v>
                </c:pt>
                <c:pt idx="1164">
                  <c:v>2825.18</c:v>
                </c:pt>
                <c:pt idx="1165">
                  <c:v>2823.2599999999998</c:v>
                </c:pt>
                <c:pt idx="1166">
                  <c:v>2825.89</c:v>
                </c:pt>
                <c:pt idx="1167">
                  <c:v>2824.8700000000003</c:v>
                </c:pt>
                <c:pt idx="1168">
                  <c:v>2827.18</c:v>
                </c:pt>
                <c:pt idx="1169">
                  <c:v>2828.03</c:v>
                </c:pt>
                <c:pt idx="1170">
                  <c:v>2830.09</c:v>
                </c:pt>
                <c:pt idx="1171">
                  <c:v>2832.1800000000003</c:v>
                </c:pt>
                <c:pt idx="1172">
                  <c:v>2834.64</c:v>
                </c:pt>
                <c:pt idx="1173">
                  <c:v>2836.52</c:v>
                </c:pt>
                <c:pt idx="1174">
                  <c:v>2838.4900000000002</c:v>
                </c:pt>
                <c:pt idx="1175">
                  <c:v>2842.23</c:v>
                </c:pt>
                <c:pt idx="1176">
                  <c:v>2839.41</c:v>
                </c:pt>
                <c:pt idx="1177">
                  <c:v>2842.6200000000003</c:v>
                </c:pt>
                <c:pt idx="1178">
                  <c:v>2844.54</c:v>
                </c:pt>
                <c:pt idx="1179">
                  <c:v>2846.12</c:v>
                </c:pt>
                <c:pt idx="1180">
                  <c:v>2849.64</c:v>
                </c:pt>
                <c:pt idx="1181">
                  <c:v>2852.1299999999997</c:v>
                </c:pt>
                <c:pt idx="1182">
                  <c:v>2853.1499999999996</c:v>
                </c:pt>
                <c:pt idx="1183">
                  <c:v>2853.1499999999996</c:v>
                </c:pt>
                <c:pt idx="1184">
                  <c:v>2859.39</c:v>
                </c:pt>
                <c:pt idx="1185">
                  <c:v>2858.67</c:v>
                </c:pt>
                <c:pt idx="1186">
                  <c:v>2860.51</c:v>
                </c:pt>
                <c:pt idx="1187">
                  <c:v>2862.65</c:v>
                </c:pt>
                <c:pt idx="1188">
                  <c:v>2864.73</c:v>
                </c:pt>
                <c:pt idx="1189">
                  <c:v>2867.9199999999996</c:v>
                </c:pt>
                <c:pt idx="1190">
                  <c:v>2874.0299999999997</c:v>
                </c:pt>
                <c:pt idx="1191">
                  <c:v>2874.79</c:v>
                </c:pt>
                <c:pt idx="1192">
                  <c:v>2878.02</c:v>
                </c:pt>
                <c:pt idx="1193">
                  <c:v>2876.9900000000002</c:v>
                </c:pt>
                <c:pt idx="1194">
                  <c:v>2882.02</c:v>
                </c:pt>
                <c:pt idx="1195">
                  <c:v>2883.04</c:v>
                </c:pt>
                <c:pt idx="1196">
                  <c:v>2881.2000000000003</c:v>
                </c:pt>
                <c:pt idx="1197">
                  <c:v>2883.48</c:v>
                </c:pt>
                <c:pt idx="1198">
                  <c:v>2885.17</c:v>
                </c:pt>
                <c:pt idx="1199">
                  <c:v>2887.77</c:v>
                </c:pt>
                <c:pt idx="1200">
                  <c:v>2889.58</c:v>
                </c:pt>
                <c:pt idx="1201">
                  <c:v>2892.35</c:v>
                </c:pt>
                <c:pt idx="1202">
                  <c:v>2894.44</c:v>
                </c:pt>
                <c:pt idx="1203">
                  <c:v>2895.7000000000003</c:v>
                </c:pt>
                <c:pt idx="1204">
                  <c:v>2897.13</c:v>
                </c:pt>
                <c:pt idx="1205">
                  <c:v>2899.68</c:v>
                </c:pt>
                <c:pt idx="1206">
                  <c:v>2901.13</c:v>
                </c:pt>
                <c:pt idx="1207">
                  <c:v>2903.27</c:v>
                </c:pt>
                <c:pt idx="1208">
                  <c:v>2905.81</c:v>
                </c:pt>
                <c:pt idx="1209">
                  <c:v>2909.1</c:v>
                </c:pt>
                <c:pt idx="1210">
                  <c:v>2908.3700000000003</c:v>
                </c:pt>
                <c:pt idx="1211">
                  <c:v>2911.3199999999997</c:v>
                </c:pt>
                <c:pt idx="1212">
                  <c:v>2913.35</c:v>
                </c:pt>
                <c:pt idx="1213">
                  <c:v>2914.73</c:v>
                </c:pt>
                <c:pt idx="1214">
                  <c:v>2918.16</c:v>
                </c:pt>
                <c:pt idx="1215">
                  <c:v>2916.3100000000004</c:v>
                </c:pt>
                <c:pt idx="1216">
                  <c:v>2920.8500000000004</c:v>
                </c:pt>
                <c:pt idx="1217">
                  <c:v>2920</c:v>
                </c:pt>
                <c:pt idx="1218">
                  <c:v>2924.81</c:v>
                </c:pt>
                <c:pt idx="1219">
                  <c:v>2923.72</c:v>
                </c:pt>
                <c:pt idx="1220">
                  <c:v>2930.97</c:v>
                </c:pt>
                <c:pt idx="1221">
                  <c:v>2932.71</c:v>
                </c:pt>
                <c:pt idx="1222">
                  <c:v>2933.62</c:v>
                </c:pt>
                <c:pt idx="1223">
                  <c:v>2936.92</c:v>
                </c:pt>
                <c:pt idx="1224">
                  <c:v>2935.25</c:v>
                </c:pt>
                <c:pt idx="1225">
                  <c:v>2941.26</c:v>
                </c:pt>
                <c:pt idx="1226">
                  <c:v>2941.31</c:v>
                </c:pt>
                <c:pt idx="1227">
                  <c:v>2943.2299999999996</c:v>
                </c:pt>
                <c:pt idx="1228">
                  <c:v>2947.4900000000002</c:v>
                </c:pt>
                <c:pt idx="1229">
                  <c:v>2948.15</c:v>
                </c:pt>
                <c:pt idx="1230">
                  <c:v>2950.33</c:v>
                </c:pt>
                <c:pt idx="1231">
                  <c:v>2953.36</c:v>
                </c:pt>
                <c:pt idx="1232">
                  <c:v>2955.7000000000003</c:v>
                </c:pt>
                <c:pt idx="1233">
                  <c:v>2957.46</c:v>
                </c:pt>
                <c:pt idx="1234">
                  <c:v>2960.47</c:v>
                </c:pt>
                <c:pt idx="1235">
                  <c:v>2962.52</c:v>
                </c:pt>
                <c:pt idx="1236">
                  <c:v>2964.54</c:v>
                </c:pt>
                <c:pt idx="1237">
                  <c:v>2966.77</c:v>
                </c:pt>
                <c:pt idx="1238">
                  <c:v>2968.8599999999997</c:v>
                </c:pt>
                <c:pt idx="1239">
                  <c:v>2971.37</c:v>
                </c:pt>
                <c:pt idx="1240">
                  <c:v>2974.12</c:v>
                </c:pt>
                <c:pt idx="1241">
                  <c:v>2976.5299999999997</c:v>
                </c:pt>
                <c:pt idx="1242">
                  <c:v>2979.52</c:v>
                </c:pt>
                <c:pt idx="1243">
                  <c:v>2981.6600000000003</c:v>
                </c:pt>
                <c:pt idx="1244">
                  <c:v>2983.12</c:v>
                </c:pt>
                <c:pt idx="1245">
                  <c:v>2985.31</c:v>
                </c:pt>
                <c:pt idx="1246">
                  <c:v>2988.84</c:v>
                </c:pt>
                <c:pt idx="1247">
                  <c:v>2989.92</c:v>
                </c:pt>
                <c:pt idx="1248">
                  <c:v>2992.04</c:v>
                </c:pt>
                <c:pt idx="1249">
                  <c:v>2992.13</c:v>
                </c:pt>
                <c:pt idx="1250">
                  <c:v>2996.77</c:v>
                </c:pt>
                <c:pt idx="1251">
                  <c:v>2995.45</c:v>
                </c:pt>
                <c:pt idx="1252">
                  <c:v>2998.9900000000002</c:v>
                </c:pt>
                <c:pt idx="1253">
                  <c:v>3002.2000000000003</c:v>
                </c:pt>
                <c:pt idx="1254">
                  <c:v>3004.45</c:v>
                </c:pt>
                <c:pt idx="1255">
                  <c:v>3006.0600000000004</c:v>
                </c:pt>
                <c:pt idx="1256">
                  <c:v>3004.9199999999996</c:v>
                </c:pt>
                <c:pt idx="1257">
                  <c:v>3005.29</c:v>
                </c:pt>
                <c:pt idx="1258">
                  <c:v>3002.2400000000002</c:v>
                </c:pt>
                <c:pt idx="1259">
                  <c:v>3004.73</c:v>
                </c:pt>
                <c:pt idx="1260">
                  <c:v>3005.21</c:v>
                </c:pt>
                <c:pt idx="1261">
                  <c:v>3005.68</c:v>
                </c:pt>
                <c:pt idx="1262">
                  <c:v>3007.42</c:v>
                </c:pt>
                <c:pt idx="1263">
                  <c:v>3007.92</c:v>
                </c:pt>
                <c:pt idx="1264">
                  <c:v>3009.94</c:v>
                </c:pt>
                <c:pt idx="1265">
                  <c:v>3011.8</c:v>
                </c:pt>
                <c:pt idx="1266">
                  <c:v>3013.59</c:v>
                </c:pt>
                <c:pt idx="1267">
                  <c:v>3015.1</c:v>
                </c:pt>
                <c:pt idx="1268">
                  <c:v>3017.1</c:v>
                </c:pt>
                <c:pt idx="1269">
                  <c:v>3018.56</c:v>
                </c:pt>
                <c:pt idx="1270">
                  <c:v>3021.1899999999996</c:v>
                </c:pt>
                <c:pt idx="1271">
                  <c:v>3023.93</c:v>
                </c:pt>
                <c:pt idx="1272">
                  <c:v>3024.15</c:v>
                </c:pt>
                <c:pt idx="1273">
                  <c:v>3025.27</c:v>
                </c:pt>
                <c:pt idx="1274">
                  <c:v>3025.11</c:v>
                </c:pt>
                <c:pt idx="1275">
                  <c:v>3023.59</c:v>
                </c:pt>
                <c:pt idx="1276">
                  <c:v>3022.91</c:v>
                </c:pt>
                <c:pt idx="1277">
                  <c:v>3028.19</c:v>
                </c:pt>
                <c:pt idx="1278">
                  <c:v>3027.6</c:v>
                </c:pt>
                <c:pt idx="1279">
                  <c:v>3031.4100000000003</c:v>
                </c:pt>
                <c:pt idx="1280">
                  <c:v>3030.6600000000003</c:v>
                </c:pt>
                <c:pt idx="1281">
                  <c:v>3035.24</c:v>
                </c:pt>
                <c:pt idx="1282">
                  <c:v>3035.85</c:v>
                </c:pt>
                <c:pt idx="1283">
                  <c:v>3037.67</c:v>
                </c:pt>
                <c:pt idx="1284">
                  <c:v>3041.7000000000003</c:v>
                </c:pt>
                <c:pt idx="1285">
                  <c:v>3038.84</c:v>
                </c:pt>
                <c:pt idx="1286">
                  <c:v>3041.4</c:v>
                </c:pt>
                <c:pt idx="1287">
                  <c:v>3046.0099999999998</c:v>
                </c:pt>
                <c:pt idx="1288">
                  <c:v>3048.73</c:v>
                </c:pt>
                <c:pt idx="1289">
                  <c:v>3049.71</c:v>
                </c:pt>
                <c:pt idx="1290">
                  <c:v>3051.08</c:v>
                </c:pt>
                <c:pt idx="1291">
                  <c:v>3053.33</c:v>
                </c:pt>
                <c:pt idx="1292">
                  <c:v>3056.79</c:v>
                </c:pt>
                <c:pt idx="1293">
                  <c:v>3058.0699999999997</c:v>
                </c:pt>
                <c:pt idx="1294">
                  <c:v>3060.45</c:v>
                </c:pt>
                <c:pt idx="1295">
                  <c:v>3063.6</c:v>
                </c:pt>
                <c:pt idx="1296">
                  <c:v>3066.3399999999997</c:v>
                </c:pt>
                <c:pt idx="1297">
                  <c:v>3068.4900000000002</c:v>
                </c:pt>
                <c:pt idx="1298">
                  <c:v>3071.23</c:v>
                </c:pt>
                <c:pt idx="1299">
                  <c:v>3073.2200000000003</c:v>
                </c:pt>
                <c:pt idx="1300">
                  <c:v>3076.8</c:v>
                </c:pt>
                <c:pt idx="1301">
                  <c:v>3076.71</c:v>
                </c:pt>
                <c:pt idx="1302">
                  <c:v>3079.2799999999997</c:v>
                </c:pt>
                <c:pt idx="1303">
                  <c:v>3082.2</c:v>
                </c:pt>
                <c:pt idx="1304">
                  <c:v>3084.06</c:v>
                </c:pt>
                <c:pt idx="1305">
                  <c:v>3086.46</c:v>
                </c:pt>
                <c:pt idx="1306">
                  <c:v>3088.4700000000003</c:v>
                </c:pt>
                <c:pt idx="1307">
                  <c:v>3091.33</c:v>
                </c:pt>
                <c:pt idx="1308">
                  <c:v>3094.38</c:v>
                </c:pt>
                <c:pt idx="1309">
                  <c:v>3095.32</c:v>
                </c:pt>
                <c:pt idx="1310">
                  <c:v>3099.1</c:v>
                </c:pt>
                <c:pt idx="1311">
                  <c:v>3098.0099999999998</c:v>
                </c:pt>
                <c:pt idx="1312">
                  <c:v>3100.58</c:v>
                </c:pt>
                <c:pt idx="1313">
                  <c:v>3103.9500000000003</c:v>
                </c:pt>
                <c:pt idx="1314">
                  <c:v>3105.6499999999996</c:v>
                </c:pt>
                <c:pt idx="1315">
                  <c:v>3092.45</c:v>
                </c:pt>
                <c:pt idx="1316">
                  <c:v>3100.58</c:v>
                </c:pt>
                <c:pt idx="1317">
                  <c:v>3104.54</c:v>
                </c:pt>
                <c:pt idx="1318">
                  <c:v>3101.6400000000003</c:v>
                </c:pt>
                <c:pt idx="1319">
                  <c:v>3109.57</c:v>
                </c:pt>
                <c:pt idx="1320">
                  <c:v>3105.75</c:v>
                </c:pt>
                <c:pt idx="1321">
                  <c:v>3108.31</c:v>
                </c:pt>
                <c:pt idx="1322">
                  <c:v>3115.8700000000003</c:v>
                </c:pt>
                <c:pt idx="1323">
                  <c:v>3117.2599999999998</c:v>
                </c:pt>
                <c:pt idx="1324">
                  <c:v>3116.2999999999997</c:v>
                </c:pt>
                <c:pt idx="1325">
                  <c:v>3120.18</c:v>
                </c:pt>
                <c:pt idx="1326">
                  <c:v>3121.34</c:v>
                </c:pt>
                <c:pt idx="1327">
                  <c:v>3123.23</c:v>
                </c:pt>
                <c:pt idx="1328">
                  <c:v>3125.5299999999997</c:v>
                </c:pt>
                <c:pt idx="1329">
                  <c:v>3127.49</c:v>
                </c:pt>
                <c:pt idx="1330">
                  <c:v>3129.33</c:v>
                </c:pt>
                <c:pt idx="1331">
                  <c:v>3132.0299999999997</c:v>
                </c:pt>
                <c:pt idx="1332">
                  <c:v>3133.99</c:v>
                </c:pt>
                <c:pt idx="1333">
                  <c:v>3135.7599999999998</c:v>
                </c:pt>
                <c:pt idx="1334">
                  <c:v>3137.74</c:v>
                </c:pt>
                <c:pt idx="1335">
                  <c:v>3139.63</c:v>
                </c:pt>
                <c:pt idx="1336">
                  <c:v>3142.61</c:v>
                </c:pt>
                <c:pt idx="1337">
                  <c:v>3142.89</c:v>
                </c:pt>
                <c:pt idx="1338">
                  <c:v>3148.65</c:v>
                </c:pt>
                <c:pt idx="1339">
                  <c:v>3145.1099999999997</c:v>
                </c:pt>
                <c:pt idx="1340">
                  <c:v>3148.44</c:v>
                </c:pt>
                <c:pt idx="1341">
                  <c:v>3154.89</c:v>
                </c:pt>
                <c:pt idx="1342">
                  <c:v>3151.0699999999997</c:v>
                </c:pt>
                <c:pt idx="1343">
                  <c:v>3153.74</c:v>
                </c:pt>
                <c:pt idx="1344">
                  <c:v>3153.5899999999997</c:v>
                </c:pt>
                <c:pt idx="1345">
                  <c:v>3160.16</c:v>
                </c:pt>
                <c:pt idx="1346">
                  <c:v>3173.82</c:v>
                </c:pt>
                <c:pt idx="1347">
                  <c:v>3160.32</c:v>
                </c:pt>
                <c:pt idx="1348">
                  <c:v>3173.71</c:v>
                </c:pt>
                <c:pt idx="1349">
                  <c:v>3170.01</c:v>
                </c:pt>
                <c:pt idx="1350">
                  <c:v>3175.16</c:v>
                </c:pt>
                <c:pt idx="1351">
                  <c:v>3178.4900000000002</c:v>
                </c:pt>
                <c:pt idx="1352">
                  <c:v>3180.66</c:v>
                </c:pt>
                <c:pt idx="1353">
                  <c:v>3177.5899999999997</c:v>
                </c:pt>
                <c:pt idx="1354">
                  <c:v>3176.67</c:v>
                </c:pt>
                <c:pt idx="1355">
                  <c:v>3187.16</c:v>
                </c:pt>
                <c:pt idx="1356">
                  <c:v>3184.37</c:v>
                </c:pt>
                <c:pt idx="1357">
                  <c:v>3185.7700000000004</c:v>
                </c:pt>
                <c:pt idx="1358">
                  <c:v>3189.58</c:v>
                </c:pt>
                <c:pt idx="1359">
                  <c:v>3191.26</c:v>
                </c:pt>
                <c:pt idx="1360">
                  <c:v>3193.75</c:v>
                </c:pt>
                <c:pt idx="1361">
                  <c:v>3196.58</c:v>
                </c:pt>
                <c:pt idx="1362">
                  <c:v>3198</c:v>
                </c:pt>
                <c:pt idx="1363">
                  <c:v>3200.9599999999996</c:v>
                </c:pt>
                <c:pt idx="1364">
                  <c:v>3203.78</c:v>
                </c:pt>
                <c:pt idx="1365">
                  <c:v>3211.9399999999996</c:v>
                </c:pt>
                <c:pt idx="1366">
                  <c:v>3213.6</c:v>
                </c:pt>
                <c:pt idx="1367">
                  <c:v>3213.5699999999997</c:v>
                </c:pt>
                <c:pt idx="1368">
                  <c:v>3213.9500000000003</c:v>
                </c:pt>
                <c:pt idx="1369">
                  <c:v>3213</c:v>
                </c:pt>
                <c:pt idx="1370">
                  <c:v>3212.9</c:v>
                </c:pt>
                <c:pt idx="1371">
                  <c:v>3210.76</c:v>
                </c:pt>
                <c:pt idx="1372">
                  <c:v>3215.06</c:v>
                </c:pt>
                <c:pt idx="1373">
                  <c:v>3217.16</c:v>
                </c:pt>
                <c:pt idx="1374">
                  <c:v>3219.83</c:v>
                </c:pt>
                <c:pt idx="1375">
                  <c:v>3218.87</c:v>
                </c:pt>
                <c:pt idx="1376">
                  <c:v>3221.7</c:v>
                </c:pt>
                <c:pt idx="1377">
                  <c:v>3222.5899999999997</c:v>
                </c:pt>
                <c:pt idx="1378">
                  <c:v>3225.86</c:v>
                </c:pt>
                <c:pt idx="1379">
                  <c:v>3226.02</c:v>
                </c:pt>
                <c:pt idx="1380">
                  <c:v>3212.1400000000003</c:v>
                </c:pt>
                <c:pt idx="1381">
                  <c:v>3214.07</c:v>
                </c:pt>
                <c:pt idx="1382">
                  <c:v>3223.57</c:v>
                </c:pt>
                <c:pt idx="1383">
                  <c:v>3223.89</c:v>
                </c:pt>
                <c:pt idx="1384">
                  <c:v>3226.47</c:v>
                </c:pt>
                <c:pt idx="1385">
                  <c:v>3224.8700000000003</c:v>
                </c:pt>
                <c:pt idx="1386">
                  <c:v>3224.5</c:v>
                </c:pt>
                <c:pt idx="1387">
                  <c:v>3226.7999999999997</c:v>
                </c:pt>
                <c:pt idx="1388">
                  <c:v>3227.5</c:v>
                </c:pt>
                <c:pt idx="1389">
                  <c:v>3231.23</c:v>
                </c:pt>
                <c:pt idx="1390">
                  <c:v>3232.85</c:v>
                </c:pt>
                <c:pt idx="1391">
                  <c:v>3233.9500000000003</c:v>
                </c:pt>
                <c:pt idx="1392">
                  <c:v>3237.25</c:v>
                </c:pt>
                <c:pt idx="1393">
                  <c:v>3238.04</c:v>
                </c:pt>
                <c:pt idx="1394">
                  <c:v>3237.66</c:v>
                </c:pt>
                <c:pt idx="1395">
                  <c:v>3239.25</c:v>
                </c:pt>
                <c:pt idx="1396">
                  <c:v>3240.71</c:v>
                </c:pt>
                <c:pt idx="1397">
                  <c:v>3242.48</c:v>
                </c:pt>
                <c:pt idx="1398">
                  <c:v>3243.51</c:v>
                </c:pt>
                <c:pt idx="1399">
                  <c:v>3245.07</c:v>
                </c:pt>
                <c:pt idx="1400">
                  <c:v>3246.84</c:v>
                </c:pt>
                <c:pt idx="1401">
                  <c:v>3248.58</c:v>
                </c:pt>
                <c:pt idx="1402">
                  <c:v>3251.6699999999996</c:v>
                </c:pt>
                <c:pt idx="1403">
                  <c:v>3249.6</c:v>
                </c:pt>
                <c:pt idx="1404">
                  <c:v>3253.28</c:v>
                </c:pt>
                <c:pt idx="1405">
                  <c:v>3254.98</c:v>
                </c:pt>
                <c:pt idx="1406">
                  <c:v>3258.2200000000003</c:v>
                </c:pt>
                <c:pt idx="1407">
                  <c:v>3254.7999999999997</c:v>
                </c:pt>
                <c:pt idx="1408">
                  <c:v>3263.66</c:v>
                </c:pt>
                <c:pt idx="1409">
                  <c:v>3264.59</c:v>
                </c:pt>
                <c:pt idx="1410">
                  <c:v>3269.75</c:v>
                </c:pt>
                <c:pt idx="1411">
                  <c:v>3242.36</c:v>
                </c:pt>
                <c:pt idx="1412">
                  <c:v>3253.73</c:v>
                </c:pt>
                <c:pt idx="1413">
                  <c:v>3273.1400000000003</c:v>
                </c:pt>
                <c:pt idx="1414">
                  <c:v>3266.5099999999998</c:v>
                </c:pt>
                <c:pt idx="1415">
                  <c:v>3270.5</c:v>
                </c:pt>
                <c:pt idx="1416">
                  <c:v>3269.55</c:v>
                </c:pt>
                <c:pt idx="1417">
                  <c:v>3275.09</c:v>
                </c:pt>
                <c:pt idx="1418">
                  <c:v>3280.9900000000002</c:v>
                </c:pt>
                <c:pt idx="1419">
                  <c:v>3281.4</c:v>
                </c:pt>
                <c:pt idx="1420">
                  <c:v>3278.96</c:v>
                </c:pt>
                <c:pt idx="1421">
                  <c:v>3280.77</c:v>
                </c:pt>
                <c:pt idx="1422">
                  <c:v>3283.73</c:v>
                </c:pt>
                <c:pt idx="1423">
                  <c:v>3286.54</c:v>
                </c:pt>
                <c:pt idx="1424">
                  <c:v>3288.7200000000003</c:v>
                </c:pt>
                <c:pt idx="1425">
                  <c:v>3290.72</c:v>
                </c:pt>
                <c:pt idx="1426">
                  <c:v>3293.08</c:v>
                </c:pt>
                <c:pt idx="1427">
                  <c:v>3295.25</c:v>
                </c:pt>
                <c:pt idx="1428">
                  <c:v>3297.1</c:v>
                </c:pt>
                <c:pt idx="1429">
                  <c:v>3299.3199999999997</c:v>
                </c:pt>
                <c:pt idx="1430">
                  <c:v>3301.88</c:v>
                </c:pt>
                <c:pt idx="1431">
                  <c:v>3303.42</c:v>
                </c:pt>
                <c:pt idx="1432">
                  <c:v>3306.12</c:v>
                </c:pt>
                <c:pt idx="1433">
                  <c:v>3307.3700000000003</c:v>
                </c:pt>
                <c:pt idx="1434">
                  <c:v>3313.31</c:v>
                </c:pt>
                <c:pt idx="1435">
                  <c:v>3310.18</c:v>
                </c:pt>
                <c:pt idx="1436">
                  <c:v>3318.5699999999997</c:v>
                </c:pt>
                <c:pt idx="1437">
                  <c:v>3317.8399999999997</c:v>
                </c:pt>
                <c:pt idx="1438">
                  <c:v>3317.49</c:v>
                </c:pt>
                <c:pt idx="1439">
                  <c:v>3320.59</c:v>
                </c:pt>
                <c:pt idx="1440">
                  <c:v>3331.13</c:v>
                </c:pt>
                <c:pt idx="1441">
                  <c:v>3333.07</c:v>
                </c:pt>
                <c:pt idx="1442">
                  <c:v>3337.9300000000003</c:v>
                </c:pt>
                <c:pt idx="1443">
                  <c:v>3333.39</c:v>
                </c:pt>
                <c:pt idx="1444">
                  <c:v>3326.4100000000003</c:v>
                </c:pt>
                <c:pt idx="1445">
                  <c:v>3337.92</c:v>
                </c:pt>
                <c:pt idx="1446">
                  <c:v>3329.75</c:v>
                </c:pt>
                <c:pt idx="1447">
                  <c:v>3348.02</c:v>
                </c:pt>
                <c:pt idx="1448">
                  <c:v>3348.91</c:v>
                </c:pt>
                <c:pt idx="1449">
                  <c:v>3341.24</c:v>
                </c:pt>
                <c:pt idx="1450">
                  <c:v>3350.7799999999997</c:v>
                </c:pt>
                <c:pt idx="1451">
                  <c:v>3345.1499999999996</c:v>
                </c:pt>
                <c:pt idx="1452">
                  <c:v>3348.1800000000003</c:v>
                </c:pt>
                <c:pt idx="1453">
                  <c:v>3352.06</c:v>
                </c:pt>
                <c:pt idx="1454">
                  <c:v>3354.81</c:v>
                </c:pt>
                <c:pt idx="1455">
                  <c:v>3355.9100000000003</c:v>
                </c:pt>
                <c:pt idx="1456">
                  <c:v>3358.48</c:v>
                </c:pt>
                <c:pt idx="1457">
                  <c:v>3360.03</c:v>
                </c:pt>
                <c:pt idx="1458">
                  <c:v>3368.38</c:v>
                </c:pt>
                <c:pt idx="1459">
                  <c:v>3370.8300000000004</c:v>
                </c:pt>
                <c:pt idx="1460">
                  <c:v>3359.88</c:v>
                </c:pt>
                <c:pt idx="1461">
                  <c:v>3371.45</c:v>
                </c:pt>
                <c:pt idx="1462">
                  <c:v>3371.35</c:v>
                </c:pt>
                <c:pt idx="1463">
                  <c:v>3371.6499999999996</c:v>
                </c:pt>
                <c:pt idx="1464">
                  <c:v>3372.48</c:v>
                </c:pt>
                <c:pt idx="1465">
                  <c:v>3371.13</c:v>
                </c:pt>
                <c:pt idx="1466">
                  <c:v>3372.5499999999997</c:v>
                </c:pt>
                <c:pt idx="1467">
                  <c:v>3374.34</c:v>
                </c:pt>
                <c:pt idx="1468">
                  <c:v>3373.36</c:v>
                </c:pt>
                <c:pt idx="1469">
                  <c:v>3375.6</c:v>
                </c:pt>
                <c:pt idx="1470">
                  <c:v>3376.2599999999998</c:v>
                </c:pt>
                <c:pt idx="1471">
                  <c:v>3378.97</c:v>
                </c:pt>
                <c:pt idx="1472">
                  <c:v>3379.85</c:v>
                </c:pt>
                <c:pt idx="1473">
                  <c:v>3377</c:v>
                </c:pt>
                <c:pt idx="1474">
                  <c:v>3378.25</c:v>
                </c:pt>
                <c:pt idx="1475">
                  <c:v>3382.93</c:v>
                </c:pt>
                <c:pt idx="1476">
                  <c:v>3385.16</c:v>
                </c:pt>
                <c:pt idx="1477">
                  <c:v>3384.95</c:v>
                </c:pt>
                <c:pt idx="1478">
                  <c:v>3381.92</c:v>
                </c:pt>
                <c:pt idx="1479">
                  <c:v>3380.14</c:v>
                </c:pt>
                <c:pt idx="1480">
                  <c:v>3384.03</c:v>
                </c:pt>
                <c:pt idx="1481">
                  <c:v>3385.7400000000002</c:v>
                </c:pt>
                <c:pt idx="1482">
                  <c:v>3387.1099999999997</c:v>
                </c:pt>
                <c:pt idx="1483">
                  <c:v>3386.21</c:v>
                </c:pt>
                <c:pt idx="1484">
                  <c:v>3388.77</c:v>
                </c:pt>
                <c:pt idx="1485">
                  <c:v>3389.3</c:v>
                </c:pt>
                <c:pt idx="1486">
                  <c:v>3389.35</c:v>
                </c:pt>
                <c:pt idx="1487">
                  <c:v>3394.23</c:v>
                </c:pt>
                <c:pt idx="1488">
                  <c:v>3394.31</c:v>
                </c:pt>
                <c:pt idx="1489">
                  <c:v>3396.54</c:v>
                </c:pt>
                <c:pt idx="1490">
                  <c:v>3398.42</c:v>
                </c:pt>
                <c:pt idx="1491">
                  <c:v>3399.15</c:v>
                </c:pt>
                <c:pt idx="1492">
                  <c:v>3401.1200000000003</c:v>
                </c:pt>
                <c:pt idx="1493">
                  <c:v>3403.14</c:v>
                </c:pt>
                <c:pt idx="1494">
                  <c:v>3405.4500000000003</c:v>
                </c:pt>
                <c:pt idx="1495">
                  <c:v>3406.86</c:v>
                </c:pt>
                <c:pt idx="1496">
                  <c:v>3408.0099999999998</c:v>
                </c:pt>
                <c:pt idx="1497">
                  <c:v>3409.68</c:v>
                </c:pt>
                <c:pt idx="1498">
                  <c:v>3412.8599999999997</c:v>
                </c:pt>
                <c:pt idx="1499">
                  <c:v>3415.13</c:v>
                </c:pt>
                <c:pt idx="1500">
                  <c:v>3415.7099999999996</c:v>
                </c:pt>
                <c:pt idx="1501">
                  <c:v>3417.4500000000003</c:v>
                </c:pt>
                <c:pt idx="1502">
                  <c:v>3419.7000000000003</c:v>
                </c:pt>
                <c:pt idx="1503">
                  <c:v>3421.11</c:v>
                </c:pt>
                <c:pt idx="1504">
                  <c:v>3418.52</c:v>
                </c:pt>
                <c:pt idx="1505">
                  <c:v>3421.44</c:v>
                </c:pt>
                <c:pt idx="1506">
                  <c:v>3422.8399999999997</c:v>
                </c:pt>
                <c:pt idx="1507">
                  <c:v>3425.69</c:v>
                </c:pt>
                <c:pt idx="1508">
                  <c:v>3431.35</c:v>
                </c:pt>
                <c:pt idx="1509">
                  <c:v>3430.38</c:v>
                </c:pt>
                <c:pt idx="1510">
                  <c:v>3434.49</c:v>
                </c:pt>
                <c:pt idx="1511">
                  <c:v>3433.25</c:v>
                </c:pt>
                <c:pt idx="1512">
                  <c:v>3437.19</c:v>
                </c:pt>
                <c:pt idx="1513">
                  <c:v>3436.48</c:v>
                </c:pt>
                <c:pt idx="1514">
                  <c:v>3438.91</c:v>
                </c:pt>
                <c:pt idx="1515">
                  <c:v>3441.63</c:v>
                </c:pt>
                <c:pt idx="1516">
                  <c:v>3442.1400000000003</c:v>
                </c:pt>
                <c:pt idx="1517">
                  <c:v>3444.19</c:v>
                </c:pt>
                <c:pt idx="1518">
                  <c:v>3445.6600000000003</c:v>
                </c:pt>
                <c:pt idx="1519">
                  <c:v>3447.0299999999997</c:v>
                </c:pt>
                <c:pt idx="1520">
                  <c:v>3448.8599999999997</c:v>
                </c:pt>
                <c:pt idx="1521">
                  <c:v>3450.77</c:v>
                </c:pt>
                <c:pt idx="1522">
                  <c:v>3452.3199999999997</c:v>
                </c:pt>
                <c:pt idx="1523">
                  <c:v>3453.41</c:v>
                </c:pt>
                <c:pt idx="1524">
                  <c:v>3455.26</c:v>
                </c:pt>
                <c:pt idx="1525">
                  <c:v>3457.49</c:v>
                </c:pt>
                <c:pt idx="1526">
                  <c:v>3458.81</c:v>
                </c:pt>
                <c:pt idx="1527">
                  <c:v>3460.68</c:v>
                </c:pt>
                <c:pt idx="1528">
                  <c:v>3461.63</c:v>
                </c:pt>
                <c:pt idx="1529">
                  <c:v>3464.03</c:v>
                </c:pt>
                <c:pt idx="1530">
                  <c:v>3466.24</c:v>
                </c:pt>
                <c:pt idx="1531">
                  <c:v>3469.96</c:v>
                </c:pt>
                <c:pt idx="1532">
                  <c:v>3468.87</c:v>
                </c:pt>
                <c:pt idx="1533">
                  <c:v>3470.04</c:v>
                </c:pt>
                <c:pt idx="1534">
                  <c:v>3460.82</c:v>
                </c:pt>
                <c:pt idx="1535">
                  <c:v>3462.4799999999996</c:v>
                </c:pt>
                <c:pt idx="1536">
                  <c:v>3472.57</c:v>
                </c:pt>
                <c:pt idx="1537">
                  <c:v>3473.47</c:v>
                </c:pt>
                <c:pt idx="1538">
                  <c:v>3475.15</c:v>
                </c:pt>
                <c:pt idx="1539">
                  <c:v>3477.2</c:v>
                </c:pt>
                <c:pt idx="1540">
                  <c:v>3475.96</c:v>
                </c:pt>
                <c:pt idx="1541">
                  <c:v>3482.5</c:v>
                </c:pt>
                <c:pt idx="1542">
                  <c:v>3482.45</c:v>
                </c:pt>
                <c:pt idx="1543">
                  <c:v>3485.7200000000003</c:v>
                </c:pt>
                <c:pt idx="1544">
                  <c:v>3483.6800000000003</c:v>
                </c:pt>
                <c:pt idx="1545">
                  <c:v>3486.13</c:v>
                </c:pt>
                <c:pt idx="1546">
                  <c:v>3490.33</c:v>
                </c:pt>
                <c:pt idx="1547">
                  <c:v>3491.3599999999997</c:v>
                </c:pt>
                <c:pt idx="1548">
                  <c:v>3492.75</c:v>
                </c:pt>
                <c:pt idx="1549">
                  <c:v>3495.24</c:v>
                </c:pt>
                <c:pt idx="1550">
                  <c:v>3497.3999999999996</c:v>
                </c:pt>
                <c:pt idx="1551">
                  <c:v>3499.52</c:v>
                </c:pt>
                <c:pt idx="1552">
                  <c:v>3501.35</c:v>
                </c:pt>
                <c:pt idx="1553">
                  <c:v>3503.19</c:v>
                </c:pt>
                <c:pt idx="1554">
                  <c:v>3505.58</c:v>
                </c:pt>
                <c:pt idx="1555">
                  <c:v>3507.4100000000003</c:v>
                </c:pt>
                <c:pt idx="1556">
                  <c:v>3509.95</c:v>
                </c:pt>
                <c:pt idx="1557">
                  <c:v>3511.69</c:v>
                </c:pt>
                <c:pt idx="1558">
                  <c:v>3513.3</c:v>
                </c:pt>
                <c:pt idx="1559">
                  <c:v>3515.1400000000003</c:v>
                </c:pt>
                <c:pt idx="1560">
                  <c:v>3517</c:v>
                </c:pt>
                <c:pt idx="1561">
                  <c:v>3517.84</c:v>
                </c:pt>
                <c:pt idx="1562">
                  <c:v>3519.8399999999997</c:v>
                </c:pt>
                <c:pt idx="1563">
                  <c:v>3520.72</c:v>
                </c:pt>
                <c:pt idx="1564">
                  <c:v>3523.5</c:v>
                </c:pt>
                <c:pt idx="1565">
                  <c:v>3524.77</c:v>
                </c:pt>
                <c:pt idx="1566">
                  <c:v>3528.52</c:v>
                </c:pt>
                <c:pt idx="1567">
                  <c:v>3529.5800000000004</c:v>
                </c:pt>
                <c:pt idx="1568">
                  <c:v>3530.0600000000004</c:v>
                </c:pt>
                <c:pt idx="1569">
                  <c:v>3530.2400000000002</c:v>
                </c:pt>
                <c:pt idx="1570">
                  <c:v>3533.23</c:v>
                </c:pt>
                <c:pt idx="1571">
                  <c:v>3536.24</c:v>
                </c:pt>
                <c:pt idx="1572">
                  <c:v>3539.7599999999998</c:v>
                </c:pt>
                <c:pt idx="1573">
                  <c:v>3542.86</c:v>
                </c:pt>
                <c:pt idx="1574">
                  <c:v>3542.31</c:v>
                </c:pt>
                <c:pt idx="1575">
                  <c:v>3544.31</c:v>
                </c:pt>
                <c:pt idx="1576">
                  <c:v>3547.3599999999997</c:v>
                </c:pt>
                <c:pt idx="1577">
                  <c:v>3548.36</c:v>
                </c:pt>
                <c:pt idx="1578">
                  <c:v>3547.61</c:v>
                </c:pt>
                <c:pt idx="1579">
                  <c:v>3552.63</c:v>
                </c:pt>
                <c:pt idx="1580">
                  <c:v>3553.02</c:v>
                </c:pt>
                <c:pt idx="1581">
                  <c:v>3557.84</c:v>
                </c:pt>
                <c:pt idx="1582">
                  <c:v>3556.1699999999996</c:v>
                </c:pt>
                <c:pt idx="1583">
                  <c:v>3557.48</c:v>
                </c:pt>
                <c:pt idx="1584">
                  <c:v>3558.97</c:v>
                </c:pt>
                <c:pt idx="1585">
                  <c:v>3560.98</c:v>
                </c:pt>
                <c:pt idx="1586">
                  <c:v>3561.57</c:v>
                </c:pt>
                <c:pt idx="1587">
                  <c:v>3564.85</c:v>
                </c:pt>
                <c:pt idx="1588">
                  <c:v>3569.93</c:v>
                </c:pt>
                <c:pt idx="1589">
                  <c:v>3569.27</c:v>
                </c:pt>
                <c:pt idx="1590">
                  <c:v>3569.38</c:v>
                </c:pt>
                <c:pt idx="1591">
                  <c:v>3568.98</c:v>
                </c:pt>
                <c:pt idx="1592">
                  <c:v>3567.82</c:v>
                </c:pt>
                <c:pt idx="1593">
                  <c:v>3566.89</c:v>
                </c:pt>
                <c:pt idx="1594">
                  <c:v>3565.09</c:v>
                </c:pt>
                <c:pt idx="1595">
                  <c:v>3570.27</c:v>
                </c:pt>
                <c:pt idx="1596">
                  <c:v>3567.24</c:v>
                </c:pt>
                <c:pt idx="1597">
                  <c:v>3569.06</c:v>
                </c:pt>
                <c:pt idx="1598">
                  <c:v>3569.76</c:v>
                </c:pt>
                <c:pt idx="1599">
                  <c:v>3567.06</c:v>
                </c:pt>
                <c:pt idx="1600">
                  <c:v>3575.59</c:v>
                </c:pt>
                <c:pt idx="1601">
                  <c:v>3575.02</c:v>
                </c:pt>
                <c:pt idx="1602">
                  <c:v>3572.45</c:v>
                </c:pt>
                <c:pt idx="1603">
                  <c:v>3572.99</c:v>
                </c:pt>
                <c:pt idx="1604">
                  <c:v>3580.8399999999997</c:v>
                </c:pt>
                <c:pt idx="1605">
                  <c:v>3581.8599999999997</c:v>
                </c:pt>
                <c:pt idx="1606">
                  <c:v>3583.93</c:v>
                </c:pt>
                <c:pt idx="1607">
                  <c:v>3585.57</c:v>
                </c:pt>
                <c:pt idx="1608">
                  <c:v>3587.27</c:v>
                </c:pt>
                <c:pt idx="1609">
                  <c:v>3569.94</c:v>
                </c:pt>
                <c:pt idx="1610">
                  <c:v>3572.9700000000003</c:v>
                </c:pt>
                <c:pt idx="1611">
                  <c:v>3585.4900000000002</c:v>
                </c:pt>
                <c:pt idx="1612">
                  <c:v>3585.63</c:v>
                </c:pt>
                <c:pt idx="1613">
                  <c:v>3586.7200000000003</c:v>
                </c:pt>
                <c:pt idx="1614">
                  <c:v>3585.8599999999997</c:v>
                </c:pt>
                <c:pt idx="1615">
                  <c:v>3588.92</c:v>
                </c:pt>
                <c:pt idx="1616">
                  <c:v>3590.58</c:v>
                </c:pt>
                <c:pt idx="1617">
                  <c:v>3592.6800000000003</c:v>
                </c:pt>
                <c:pt idx="1618">
                  <c:v>3593.07</c:v>
                </c:pt>
                <c:pt idx="1619">
                  <c:v>3595.02</c:v>
                </c:pt>
                <c:pt idx="1620">
                  <c:v>3596.66</c:v>
                </c:pt>
                <c:pt idx="1621">
                  <c:v>3598.95</c:v>
                </c:pt>
                <c:pt idx="1622">
                  <c:v>3601.1600000000003</c:v>
                </c:pt>
                <c:pt idx="1623">
                  <c:v>3602.69</c:v>
                </c:pt>
                <c:pt idx="1624">
                  <c:v>3603.6000000000004</c:v>
                </c:pt>
                <c:pt idx="1625">
                  <c:v>3606.0699999999997</c:v>
                </c:pt>
                <c:pt idx="1626">
                  <c:v>3605.74</c:v>
                </c:pt>
                <c:pt idx="1627">
                  <c:v>3610.43</c:v>
                </c:pt>
                <c:pt idx="1628">
                  <c:v>3611.69</c:v>
                </c:pt>
                <c:pt idx="1629">
                  <c:v>3607.98</c:v>
                </c:pt>
                <c:pt idx="1630">
                  <c:v>3609.8599999999997</c:v>
                </c:pt>
                <c:pt idx="1631">
                  <c:v>3610.63</c:v>
                </c:pt>
                <c:pt idx="1632">
                  <c:v>3618.21</c:v>
                </c:pt>
                <c:pt idx="1633">
                  <c:v>3613.8599999999997</c:v>
                </c:pt>
                <c:pt idx="1634">
                  <c:v>3616.3599999999997</c:v>
                </c:pt>
                <c:pt idx="1635">
                  <c:v>3620.4100000000003</c:v>
                </c:pt>
                <c:pt idx="1636">
                  <c:v>3621.84</c:v>
                </c:pt>
                <c:pt idx="1637">
                  <c:v>3622.78</c:v>
                </c:pt>
                <c:pt idx="1638">
                  <c:v>3624.56</c:v>
                </c:pt>
                <c:pt idx="1639">
                  <c:v>3625.07</c:v>
                </c:pt>
                <c:pt idx="1640">
                  <c:v>3626.95</c:v>
                </c:pt>
                <c:pt idx="1641">
                  <c:v>3626.92</c:v>
                </c:pt>
                <c:pt idx="1642">
                  <c:v>3628.77</c:v>
                </c:pt>
                <c:pt idx="1643">
                  <c:v>3630.3399999999997</c:v>
                </c:pt>
                <c:pt idx="1644">
                  <c:v>3632.53</c:v>
                </c:pt>
                <c:pt idx="1645">
                  <c:v>3632.85</c:v>
                </c:pt>
                <c:pt idx="1646">
                  <c:v>3634</c:v>
                </c:pt>
                <c:pt idx="1647">
                  <c:v>3635.0699999999997</c:v>
                </c:pt>
                <c:pt idx="1648">
                  <c:v>3637.39</c:v>
                </c:pt>
                <c:pt idx="1649">
                  <c:v>3639.1</c:v>
                </c:pt>
                <c:pt idx="1650">
                  <c:v>3640.28</c:v>
                </c:pt>
                <c:pt idx="1651">
                  <c:v>3642.3999999999996</c:v>
                </c:pt>
                <c:pt idx="1652">
                  <c:v>3643.42</c:v>
                </c:pt>
                <c:pt idx="1653">
                  <c:v>3646.1</c:v>
                </c:pt>
                <c:pt idx="1654">
                  <c:v>3646.88</c:v>
                </c:pt>
                <c:pt idx="1655">
                  <c:v>3646.9100000000003</c:v>
                </c:pt>
                <c:pt idx="1656">
                  <c:v>3648.7799999999997</c:v>
                </c:pt>
                <c:pt idx="1657">
                  <c:v>3652.0800000000004</c:v>
                </c:pt>
                <c:pt idx="1658">
                  <c:v>3652.82</c:v>
                </c:pt>
                <c:pt idx="1659">
                  <c:v>3652.79</c:v>
                </c:pt>
                <c:pt idx="1660">
                  <c:v>3659.7</c:v>
                </c:pt>
                <c:pt idx="1661">
                  <c:v>3661.09</c:v>
                </c:pt>
                <c:pt idx="1662">
                  <c:v>3658.89</c:v>
                </c:pt>
                <c:pt idx="1663">
                  <c:v>3663.6600000000003</c:v>
                </c:pt>
                <c:pt idx="1664">
                  <c:v>3661.15</c:v>
                </c:pt>
                <c:pt idx="1665">
                  <c:v>3662.33</c:v>
                </c:pt>
                <c:pt idx="1666">
                  <c:v>3664.59</c:v>
                </c:pt>
                <c:pt idx="1667">
                  <c:v>3666.84</c:v>
                </c:pt>
                <c:pt idx="1668">
                  <c:v>3667.2799999999997</c:v>
                </c:pt>
                <c:pt idx="1669">
                  <c:v>3670.56</c:v>
                </c:pt>
                <c:pt idx="1670">
                  <c:v>3671.15</c:v>
                </c:pt>
                <c:pt idx="1671">
                  <c:v>3674.02</c:v>
                </c:pt>
                <c:pt idx="1672">
                  <c:v>3675.8199999999997</c:v>
                </c:pt>
                <c:pt idx="1673">
                  <c:v>3654.82</c:v>
                </c:pt>
                <c:pt idx="1674">
                  <c:v>3657.64</c:v>
                </c:pt>
                <c:pt idx="1675">
                  <c:v>3674.0499999999997</c:v>
                </c:pt>
                <c:pt idx="1676">
                  <c:v>3674.51</c:v>
                </c:pt>
                <c:pt idx="1677">
                  <c:v>3674.4900000000002</c:v>
                </c:pt>
                <c:pt idx="1678">
                  <c:v>3675.69</c:v>
                </c:pt>
                <c:pt idx="1679">
                  <c:v>3675.8</c:v>
                </c:pt>
                <c:pt idx="1680">
                  <c:v>3678.95</c:v>
                </c:pt>
                <c:pt idx="1681">
                  <c:v>3679.32</c:v>
                </c:pt>
                <c:pt idx="1682">
                  <c:v>3680.31</c:v>
                </c:pt>
                <c:pt idx="1683">
                  <c:v>3680.9500000000003</c:v>
                </c:pt>
                <c:pt idx="1684">
                  <c:v>3684.66</c:v>
                </c:pt>
                <c:pt idx="1685">
                  <c:v>3683.1</c:v>
                </c:pt>
                <c:pt idx="1686">
                  <c:v>3687.64</c:v>
                </c:pt>
                <c:pt idx="1687">
                  <c:v>3683.69</c:v>
                </c:pt>
                <c:pt idx="1688">
                  <c:v>3683.58</c:v>
                </c:pt>
                <c:pt idx="1689">
                  <c:v>3686.12</c:v>
                </c:pt>
                <c:pt idx="1690">
                  <c:v>3686.41</c:v>
                </c:pt>
                <c:pt idx="1691">
                  <c:v>3686.79</c:v>
                </c:pt>
                <c:pt idx="1692">
                  <c:v>3684.9599999999996</c:v>
                </c:pt>
                <c:pt idx="1693">
                  <c:v>3686.5299999999997</c:v>
                </c:pt>
                <c:pt idx="1694">
                  <c:v>3692.19</c:v>
                </c:pt>
                <c:pt idx="1695">
                  <c:v>3692.86</c:v>
                </c:pt>
                <c:pt idx="1696">
                  <c:v>3690.84</c:v>
                </c:pt>
                <c:pt idx="1697">
                  <c:v>3694.48</c:v>
                </c:pt>
                <c:pt idx="1698">
                  <c:v>3694.4</c:v>
                </c:pt>
                <c:pt idx="1699">
                  <c:v>3697.2999999999997</c:v>
                </c:pt>
                <c:pt idx="1700">
                  <c:v>3697.24</c:v>
                </c:pt>
                <c:pt idx="1701">
                  <c:v>3699.0099999999998</c:v>
                </c:pt>
                <c:pt idx="1702">
                  <c:v>3700.08</c:v>
                </c:pt>
                <c:pt idx="1703">
                  <c:v>3702.47</c:v>
                </c:pt>
                <c:pt idx="1704">
                  <c:v>3704.08</c:v>
                </c:pt>
                <c:pt idx="1705">
                  <c:v>3705.99</c:v>
                </c:pt>
                <c:pt idx="1706">
                  <c:v>3705.82</c:v>
                </c:pt>
                <c:pt idx="1707">
                  <c:v>3707.27</c:v>
                </c:pt>
                <c:pt idx="1708">
                  <c:v>3708.7599999999998</c:v>
                </c:pt>
                <c:pt idx="1709">
                  <c:v>3710.45</c:v>
                </c:pt>
                <c:pt idx="1710">
                  <c:v>3711.08</c:v>
                </c:pt>
                <c:pt idx="1711">
                  <c:v>3714.3799999999997</c:v>
                </c:pt>
                <c:pt idx="1712">
                  <c:v>3715.02</c:v>
                </c:pt>
                <c:pt idx="1713">
                  <c:v>3717.46</c:v>
                </c:pt>
                <c:pt idx="1714">
                  <c:v>3716.96</c:v>
                </c:pt>
                <c:pt idx="1715">
                  <c:v>3720.88</c:v>
                </c:pt>
                <c:pt idx="1716">
                  <c:v>3719.64</c:v>
                </c:pt>
                <c:pt idx="1717">
                  <c:v>3722.69</c:v>
                </c:pt>
                <c:pt idx="1718">
                  <c:v>3726.15</c:v>
                </c:pt>
                <c:pt idx="1719">
                  <c:v>3728.91</c:v>
                </c:pt>
                <c:pt idx="1720">
                  <c:v>3730.72</c:v>
                </c:pt>
                <c:pt idx="1721">
                  <c:v>3728.2799999999997</c:v>
                </c:pt>
                <c:pt idx="1722">
                  <c:v>3733.17</c:v>
                </c:pt>
                <c:pt idx="1723">
                  <c:v>3733.66</c:v>
                </c:pt>
                <c:pt idx="1724">
                  <c:v>3739.95</c:v>
                </c:pt>
                <c:pt idx="1725">
                  <c:v>3738.98</c:v>
                </c:pt>
                <c:pt idx="1726">
                  <c:v>3742.88</c:v>
                </c:pt>
                <c:pt idx="1727">
                  <c:v>3743.0099999999998</c:v>
                </c:pt>
                <c:pt idx="1728">
                  <c:v>3744.8199999999997</c:v>
                </c:pt>
                <c:pt idx="1729">
                  <c:v>3748.62</c:v>
                </c:pt>
                <c:pt idx="1730">
                  <c:v>3749.98</c:v>
                </c:pt>
                <c:pt idx="1731">
                  <c:v>3751.5299999999997</c:v>
                </c:pt>
                <c:pt idx="1732">
                  <c:v>3753.52</c:v>
                </c:pt>
                <c:pt idx="1733">
                  <c:v>3755.44</c:v>
                </c:pt>
                <c:pt idx="1734">
                  <c:v>3757.21</c:v>
                </c:pt>
                <c:pt idx="1735">
                  <c:v>3758.89</c:v>
                </c:pt>
                <c:pt idx="1736">
                  <c:v>3760.68</c:v>
                </c:pt>
                <c:pt idx="1737">
                  <c:v>3762.3700000000003</c:v>
                </c:pt>
                <c:pt idx="1738">
                  <c:v>3764.69</c:v>
                </c:pt>
                <c:pt idx="1739">
                  <c:v>3766.3</c:v>
                </c:pt>
                <c:pt idx="1740">
                  <c:v>3768.1</c:v>
                </c:pt>
                <c:pt idx="1741">
                  <c:v>3769.31</c:v>
                </c:pt>
                <c:pt idx="1742">
                  <c:v>3771</c:v>
                </c:pt>
                <c:pt idx="1743">
                  <c:v>3776.2</c:v>
                </c:pt>
                <c:pt idx="1744">
                  <c:v>3776.57</c:v>
                </c:pt>
                <c:pt idx="1745">
                  <c:v>3775.33</c:v>
                </c:pt>
                <c:pt idx="1746">
                  <c:v>3782.4</c:v>
                </c:pt>
                <c:pt idx="1747">
                  <c:v>3779.46</c:v>
                </c:pt>
                <c:pt idx="1748">
                  <c:v>3786.3199999999997</c:v>
                </c:pt>
                <c:pt idx="1749">
                  <c:v>3784.46</c:v>
                </c:pt>
                <c:pt idx="1750">
                  <c:v>3788.51</c:v>
                </c:pt>
                <c:pt idx="1751">
                  <c:v>3790.19</c:v>
                </c:pt>
                <c:pt idx="1752">
                  <c:v>3791.14</c:v>
                </c:pt>
                <c:pt idx="1753">
                  <c:v>3790.33</c:v>
                </c:pt>
                <c:pt idx="1754">
                  <c:v>3793.77</c:v>
                </c:pt>
                <c:pt idx="1755">
                  <c:v>3795.2200000000003</c:v>
                </c:pt>
                <c:pt idx="1756">
                  <c:v>3799.35</c:v>
                </c:pt>
                <c:pt idx="1757">
                  <c:v>3800.79</c:v>
                </c:pt>
                <c:pt idx="1758">
                  <c:v>3801.7400000000002</c:v>
                </c:pt>
                <c:pt idx="1759">
                  <c:v>3803.95</c:v>
                </c:pt>
                <c:pt idx="1760">
                  <c:v>3806.07</c:v>
                </c:pt>
                <c:pt idx="1761">
                  <c:v>3807.38</c:v>
                </c:pt>
                <c:pt idx="1762">
                  <c:v>3808.6099999999997</c:v>
                </c:pt>
                <c:pt idx="1763">
                  <c:v>3811.0400000000004</c:v>
                </c:pt>
                <c:pt idx="1764">
                  <c:v>3808.9</c:v>
                </c:pt>
                <c:pt idx="1765">
                  <c:v>3809.58</c:v>
                </c:pt>
                <c:pt idx="1766">
                  <c:v>3813.71</c:v>
                </c:pt>
                <c:pt idx="1767">
                  <c:v>3814.96</c:v>
                </c:pt>
                <c:pt idx="1768">
                  <c:v>3814.63</c:v>
                </c:pt>
                <c:pt idx="1769">
                  <c:v>3814.99</c:v>
                </c:pt>
                <c:pt idx="1770">
                  <c:v>3814.98</c:v>
                </c:pt>
                <c:pt idx="1771">
                  <c:v>3817.33</c:v>
                </c:pt>
                <c:pt idx="1772">
                  <c:v>3818.79</c:v>
                </c:pt>
                <c:pt idx="1773">
                  <c:v>3817.19</c:v>
                </c:pt>
                <c:pt idx="1774">
                  <c:v>3820.17</c:v>
                </c:pt>
                <c:pt idx="1775">
                  <c:v>3822.79</c:v>
                </c:pt>
                <c:pt idx="1776">
                  <c:v>3824.69</c:v>
                </c:pt>
                <c:pt idx="1777">
                  <c:v>3822.5600000000004</c:v>
                </c:pt>
                <c:pt idx="1778">
                  <c:v>3828.81</c:v>
                </c:pt>
                <c:pt idx="1779">
                  <c:v>3824.05</c:v>
                </c:pt>
                <c:pt idx="1780">
                  <c:v>3829.06</c:v>
                </c:pt>
                <c:pt idx="1781">
                  <c:v>3828.51</c:v>
                </c:pt>
                <c:pt idx="1782">
                  <c:v>3828.86</c:v>
                </c:pt>
                <c:pt idx="1783">
                  <c:v>3834.24</c:v>
                </c:pt>
                <c:pt idx="1784">
                  <c:v>3831.62</c:v>
                </c:pt>
                <c:pt idx="1785">
                  <c:v>3832.3399999999997</c:v>
                </c:pt>
                <c:pt idx="1786">
                  <c:v>3833.88</c:v>
                </c:pt>
                <c:pt idx="1787">
                  <c:v>3835.3199999999997</c:v>
                </c:pt>
                <c:pt idx="1788">
                  <c:v>3836.86</c:v>
                </c:pt>
                <c:pt idx="1789">
                  <c:v>3838.39</c:v>
                </c:pt>
                <c:pt idx="1790">
                  <c:v>3839.82</c:v>
                </c:pt>
                <c:pt idx="1791">
                  <c:v>3842.25</c:v>
                </c:pt>
                <c:pt idx="1792">
                  <c:v>3842.0299999999997</c:v>
                </c:pt>
                <c:pt idx="1793">
                  <c:v>3843.02</c:v>
                </c:pt>
                <c:pt idx="1794">
                  <c:v>3844.42</c:v>
                </c:pt>
                <c:pt idx="1795">
                  <c:v>3845.7200000000003</c:v>
                </c:pt>
                <c:pt idx="1796">
                  <c:v>3848.05</c:v>
                </c:pt>
                <c:pt idx="1797">
                  <c:v>3850.4700000000003</c:v>
                </c:pt>
                <c:pt idx="1798">
                  <c:v>3851.21</c:v>
                </c:pt>
                <c:pt idx="1799">
                  <c:v>3850.4700000000003</c:v>
                </c:pt>
                <c:pt idx="1800">
                  <c:v>3855.06</c:v>
                </c:pt>
                <c:pt idx="1801">
                  <c:v>3854.82</c:v>
                </c:pt>
                <c:pt idx="1802">
                  <c:v>3858.06</c:v>
                </c:pt>
                <c:pt idx="1803">
                  <c:v>3858.19</c:v>
                </c:pt>
                <c:pt idx="1804">
                  <c:v>3861.48</c:v>
                </c:pt>
                <c:pt idx="1805">
                  <c:v>3860.57</c:v>
                </c:pt>
                <c:pt idx="1806">
                  <c:v>3862.11</c:v>
                </c:pt>
                <c:pt idx="1807">
                  <c:v>3863.57</c:v>
                </c:pt>
                <c:pt idx="1808">
                  <c:v>3867.01</c:v>
                </c:pt>
                <c:pt idx="1809">
                  <c:v>3869.3300000000004</c:v>
                </c:pt>
                <c:pt idx="1810">
                  <c:v>3866.21</c:v>
                </c:pt>
                <c:pt idx="1811">
                  <c:v>3871.44</c:v>
                </c:pt>
                <c:pt idx="1812">
                  <c:v>3869.4500000000003</c:v>
                </c:pt>
                <c:pt idx="1813">
                  <c:v>3871.39</c:v>
                </c:pt>
                <c:pt idx="1814">
                  <c:v>3873.2700000000004</c:v>
                </c:pt>
                <c:pt idx="1815">
                  <c:v>3874.6200000000003</c:v>
                </c:pt>
                <c:pt idx="1816">
                  <c:v>3875.28</c:v>
                </c:pt>
                <c:pt idx="1817">
                  <c:v>3876.81</c:v>
                </c:pt>
                <c:pt idx="1818">
                  <c:v>3878.64</c:v>
                </c:pt>
                <c:pt idx="1819">
                  <c:v>3880.7200000000003</c:v>
                </c:pt>
                <c:pt idx="1820">
                  <c:v>3882.2999999999997</c:v>
                </c:pt>
                <c:pt idx="1821">
                  <c:v>3883.35</c:v>
                </c:pt>
                <c:pt idx="1822">
                  <c:v>3884.75</c:v>
                </c:pt>
                <c:pt idx="1823">
                  <c:v>3887.2</c:v>
                </c:pt>
                <c:pt idx="1824">
                  <c:v>3889.37</c:v>
                </c:pt>
                <c:pt idx="1825">
                  <c:v>3891.09</c:v>
                </c:pt>
                <c:pt idx="1826">
                  <c:v>3891.09</c:v>
                </c:pt>
                <c:pt idx="1827">
                  <c:v>3891.73</c:v>
                </c:pt>
                <c:pt idx="1828">
                  <c:v>3892.7999999999997</c:v>
                </c:pt>
                <c:pt idx="1829">
                  <c:v>3893.3</c:v>
                </c:pt>
                <c:pt idx="1830">
                  <c:v>3886.66</c:v>
                </c:pt>
                <c:pt idx="1831">
                  <c:v>3891.87</c:v>
                </c:pt>
                <c:pt idx="1832">
                  <c:v>3895.08</c:v>
                </c:pt>
                <c:pt idx="1833">
                  <c:v>3886.11</c:v>
                </c:pt>
                <c:pt idx="1834">
                  <c:v>3892.39</c:v>
                </c:pt>
                <c:pt idx="1835">
                  <c:v>3893.14</c:v>
                </c:pt>
                <c:pt idx="1836">
                  <c:v>3896.77</c:v>
                </c:pt>
                <c:pt idx="1837">
                  <c:v>3894.6299999999997</c:v>
                </c:pt>
                <c:pt idx="1838">
                  <c:v>3895.9</c:v>
                </c:pt>
                <c:pt idx="1839">
                  <c:v>3899.99</c:v>
                </c:pt>
                <c:pt idx="1840">
                  <c:v>3899.01</c:v>
                </c:pt>
                <c:pt idx="1841">
                  <c:v>3900.68</c:v>
                </c:pt>
                <c:pt idx="1842">
                  <c:v>3902.13</c:v>
                </c:pt>
                <c:pt idx="1843">
                  <c:v>3906.18</c:v>
                </c:pt>
                <c:pt idx="1844">
                  <c:v>3906.18</c:v>
                </c:pt>
                <c:pt idx="1845">
                  <c:v>3908.19</c:v>
                </c:pt>
                <c:pt idx="1846">
                  <c:v>3910.65</c:v>
                </c:pt>
                <c:pt idx="1847">
                  <c:v>3913.41</c:v>
                </c:pt>
                <c:pt idx="1848">
                  <c:v>3914.22</c:v>
                </c:pt>
                <c:pt idx="1849">
                  <c:v>3915.06</c:v>
                </c:pt>
                <c:pt idx="1850">
                  <c:v>3916.92</c:v>
                </c:pt>
                <c:pt idx="1851">
                  <c:v>3918.01</c:v>
                </c:pt>
                <c:pt idx="1852">
                  <c:v>3919.64</c:v>
                </c:pt>
                <c:pt idx="1853">
                  <c:v>3921.09</c:v>
                </c:pt>
                <c:pt idx="1854">
                  <c:v>3921.78</c:v>
                </c:pt>
                <c:pt idx="1855">
                  <c:v>3923.39</c:v>
                </c:pt>
                <c:pt idx="1856">
                  <c:v>3925.08</c:v>
                </c:pt>
                <c:pt idx="1857">
                  <c:v>3925.23</c:v>
                </c:pt>
                <c:pt idx="1858">
                  <c:v>3928.62</c:v>
                </c:pt>
                <c:pt idx="1859">
                  <c:v>3928.51</c:v>
                </c:pt>
                <c:pt idx="1860">
                  <c:v>3929.05</c:v>
                </c:pt>
                <c:pt idx="1861">
                  <c:v>3931.96</c:v>
                </c:pt>
                <c:pt idx="1862">
                  <c:v>3928.67</c:v>
                </c:pt>
                <c:pt idx="1863">
                  <c:v>3930.6800000000003</c:v>
                </c:pt>
                <c:pt idx="1864">
                  <c:v>3939.4</c:v>
                </c:pt>
                <c:pt idx="1865">
                  <c:v>3936.7999999999997</c:v>
                </c:pt>
                <c:pt idx="1866">
                  <c:v>3938.05</c:v>
                </c:pt>
                <c:pt idx="1867">
                  <c:v>3942.45</c:v>
                </c:pt>
                <c:pt idx="1868">
                  <c:v>3941.8</c:v>
                </c:pt>
                <c:pt idx="1869">
                  <c:v>3944.14</c:v>
                </c:pt>
                <c:pt idx="1870">
                  <c:v>3943.07</c:v>
                </c:pt>
                <c:pt idx="1871">
                  <c:v>3947.61</c:v>
                </c:pt>
                <c:pt idx="1872">
                  <c:v>3948.21</c:v>
                </c:pt>
                <c:pt idx="1873">
                  <c:v>3949.9399999999996</c:v>
                </c:pt>
                <c:pt idx="1874">
                  <c:v>3952.25</c:v>
                </c:pt>
                <c:pt idx="1875">
                  <c:v>3954.26</c:v>
                </c:pt>
                <c:pt idx="1876">
                  <c:v>3956.4900000000002</c:v>
                </c:pt>
                <c:pt idx="1877">
                  <c:v>3958.13</c:v>
                </c:pt>
                <c:pt idx="1878">
                  <c:v>3959.81</c:v>
                </c:pt>
                <c:pt idx="1879">
                  <c:v>3961.11</c:v>
                </c:pt>
                <c:pt idx="1880">
                  <c:v>3963.43</c:v>
                </c:pt>
                <c:pt idx="1881">
                  <c:v>3966.0299999999997</c:v>
                </c:pt>
                <c:pt idx="1882">
                  <c:v>3970.3599999999997</c:v>
                </c:pt>
                <c:pt idx="1883">
                  <c:v>3969.09</c:v>
                </c:pt>
                <c:pt idx="1884">
                  <c:v>3970.5</c:v>
                </c:pt>
                <c:pt idx="1885">
                  <c:v>3971.86</c:v>
                </c:pt>
                <c:pt idx="1886">
                  <c:v>3973.1200000000003</c:v>
                </c:pt>
                <c:pt idx="1887">
                  <c:v>3975.32</c:v>
                </c:pt>
                <c:pt idx="1888">
                  <c:v>3977.42</c:v>
                </c:pt>
                <c:pt idx="1889">
                  <c:v>3978.23</c:v>
                </c:pt>
                <c:pt idx="1890">
                  <c:v>3981.71</c:v>
                </c:pt>
                <c:pt idx="1891">
                  <c:v>3982.39</c:v>
                </c:pt>
                <c:pt idx="1892">
                  <c:v>3985.7</c:v>
                </c:pt>
                <c:pt idx="1893">
                  <c:v>3988.17</c:v>
                </c:pt>
                <c:pt idx="1894">
                  <c:v>3988.52</c:v>
                </c:pt>
                <c:pt idx="1895">
                  <c:v>3984.39</c:v>
                </c:pt>
                <c:pt idx="1896">
                  <c:v>3985.0699999999997</c:v>
                </c:pt>
                <c:pt idx="1897">
                  <c:v>3986.8100000000004</c:v>
                </c:pt>
                <c:pt idx="1898">
                  <c:v>3988.47</c:v>
                </c:pt>
                <c:pt idx="1899">
                  <c:v>3994.0699999999997</c:v>
                </c:pt>
                <c:pt idx="1900">
                  <c:v>3994.62</c:v>
                </c:pt>
                <c:pt idx="1901">
                  <c:v>3997.87</c:v>
                </c:pt>
                <c:pt idx="1902">
                  <c:v>3996.9199999999996</c:v>
                </c:pt>
                <c:pt idx="1903">
                  <c:v>3999.76</c:v>
                </c:pt>
                <c:pt idx="1904">
                  <c:v>4000.73</c:v>
                </c:pt>
                <c:pt idx="1905">
                  <c:v>3998.42</c:v>
                </c:pt>
                <c:pt idx="1906">
                  <c:v>4003.9800000000005</c:v>
                </c:pt>
                <c:pt idx="1907">
                  <c:v>4004.6499999999996</c:v>
                </c:pt>
                <c:pt idx="1908">
                  <c:v>4005.7299999999996</c:v>
                </c:pt>
                <c:pt idx="1909">
                  <c:v>4006.64</c:v>
                </c:pt>
                <c:pt idx="1910">
                  <c:v>4008.97</c:v>
                </c:pt>
                <c:pt idx="1911">
                  <c:v>4010.44</c:v>
                </c:pt>
                <c:pt idx="1912">
                  <c:v>4012.0699999999997</c:v>
                </c:pt>
                <c:pt idx="1913">
                  <c:v>4013.2599999999998</c:v>
                </c:pt>
                <c:pt idx="1914">
                  <c:v>4015.04</c:v>
                </c:pt>
                <c:pt idx="1915">
                  <c:v>4017.67</c:v>
                </c:pt>
                <c:pt idx="1916">
                  <c:v>4018.96</c:v>
                </c:pt>
                <c:pt idx="1917">
                  <c:v>4018.7799999999997</c:v>
                </c:pt>
                <c:pt idx="1918">
                  <c:v>4020.15</c:v>
                </c:pt>
                <c:pt idx="1919">
                  <c:v>4020.8500000000004</c:v>
                </c:pt>
                <c:pt idx="1920">
                  <c:v>4021.42</c:v>
                </c:pt>
                <c:pt idx="1921">
                  <c:v>4021.2899999999995</c:v>
                </c:pt>
                <c:pt idx="1922">
                  <c:v>4022.9999999999995</c:v>
                </c:pt>
                <c:pt idx="1923">
                  <c:v>4028.03</c:v>
                </c:pt>
                <c:pt idx="1924">
                  <c:v>4027.1800000000003</c:v>
                </c:pt>
                <c:pt idx="1925">
                  <c:v>4029.96</c:v>
                </c:pt>
                <c:pt idx="1926">
                  <c:v>4028.8599999999997</c:v>
                </c:pt>
                <c:pt idx="1927">
                  <c:v>4031.93</c:v>
                </c:pt>
                <c:pt idx="1928">
                  <c:v>4031.58</c:v>
                </c:pt>
                <c:pt idx="1929">
                  <c:v>4035.7799999999997</c:v>
                </c:pt>
                <c:pt idx="1930">
                  <c:v>4031.35</c:v>
                </c:pt>
                <c:pt idx="1931">
                  <c:v>4032.82</c:v>
                </c:pt>
                <c:pt idx="1932">
                  <c:v>4037.6000000000004</c:v>
                </c:pt>
                <c:pt idx="1933">
                  <c:v>4038.6300000000006</c:v>
                </c:pt>
                <c:pt idx="1934">
                  <c:v>4038.17</c:v>
                </c:pt>
                <c:pt idx="1935">
                  <c:v>4039.2799999999997</c:v>
                </c:pt>
                <c:pt idx="1936">
                  <c:v>4040.82</c:v>
                </c:pt>
                <c:pt idx="1937">
                  <c:v>4041.41</c:v>
                </c:pt>
                <c:pt idx="1938">
                  <c:v>4042.1699999999996</c:v>
                </c:pt>
                <c:pt idx="1939">
                  <c:v>4042.9700000000003</c:v>
                </c:pt>
                <c:pt idx="1940">
                  <c:v>4044.25</c:v>
                </c:pt>
                <c:pt idx="1941">
                  <c:v>4045.21</c:v>
                </c:pt>
                <c:pt idx="1942">
                  <c:v>4046.2999999999997</c:v>
                </c:pt>
                <c:pt idx="1943">
                  <c:v>4047.9</c:v>
                </c:pt>
                <c:pt idx="1944">
                  <c:v>4050.6200000000003</c:v>
                </c:pt>
                <c:pt idx="1945">
                  <c:v>4048.68</c:v>
                </c:pt>
                <c:pt idx="1946">
                  <c:v>4051.66</c:v>
                </c:pt>
                <c:pt idx="1947">
                  <c:v>4049.93</c:v>
                </c:pt>
                <c:pt idx="1948">
                  <c:v>4050.68</c:v>
                </c:pt>
                <c:pt idx="1949">
                  <c:v>4049.72</c:v>
                </c:pt>
                <c:pt idx="1950">
                  <c:v>4050.2700000000004</c:v>
                </c:pt>
                <c:pt idx="1951">
                  <c:v>4057.3199999999997</c:v>
                </c:pt>
                <c:pt idx="1952">
                  <c:v>4054.6699999999996</c:v>
                </c:pt>
                <c:pt idx="1953">
                  <c:v>4057.25</c:v>
                </c:pt>
                <c:pt idx="1954">
                  <c:v>4060.59</c:v>
                </c:pt>
                <c:pt idx="1955">
                  <c:v>4056.8999999999996</c:v>
                </c:pt>
                <c:pt idx="1956">
                  <c:v>4065.3300000000004</c:v>
                </c:pt>
                <c:pt idx="1957">
                  <c:v>4066.13</c:v>
                </c:pt>
                <c:pt idx="1958">
                  <c:v>4064.97</c:v>
                </c:pt>
                <c:pt idx="1959">
                  <c:v>4061.4999999999995</c:v>
                </c:pt>
                <c:pt idx="1960">
                  <c:v>4063.16</c:v>
                </c:pt>
                <c:pt idx="1961">
                  <c:v>4068.67</c:v>
                </c:pt>
                <c:pt idx="1962">
                  <c:v>4069.5800000000004</c:v>
                </c:pt>
                <c:pt idx="1963">
                  <c:v>4066.42</c:v>
                </c:pt>
                <c:pt idx="1964">
                  <c:v>4072.22</c:v>
                </c:pt>
                <c:pt idx="1965">
                  <c:v>4072.71</c:v>
                </c:pt>
                <c:pt idx="1966">
                  <c:v>4074.58</c:v>
                </c:pt>
                <c:pt idx="1967">
                  <c:v>4075.1</c:v>
                </c:pt>
                <c:pt idx="1968">
                  <c:v>4077.4800000000005</c:v>
                </c:pt>
                <c:pt idx="1969">
                  <c:v>4078.93</c:v>
                </c:pt>
                <c:pt idx="1970">
                  <c:v>4080.99</c:v>
                </c:pt>
                <c:pt idx="1971">
                  <c:v>4080.11</c:v>
                </c:pt>
                <c:pt idx="1972">
                  <c:v>4086.48</c:v>
                </c:pt>
                <c:pt idx="1973">
                  <c:v>4086.7599999999998</c:v>
                </c:pt>
                <c:pt idx="1974">
                  <c:v>4087.47</c:v>
                </c:pt>
                <c:pt idx="1975">
                  <c:v>4060.6099999999997</c:v>
                </c:pt>
                <c:pt idx="1976">
                  <c:v>4087.0699999999997</c:v>
                </c:pt>
                <c:pt idx="1977">
                  <c:v>4081.13</c:v>
                </c:pt>
                <c:pt idx="1978">
                  <c:v>4085.96</c:v>
                </c:pt>
                <c:pt idx="1979">
                  <c:v>4086.38</c:v>
                </c:pt>
                <c:pt idx="1980">
                  <c:v>4086.5299999999997</c:v>
                </c:pt>
                <c:pt idx="1981">
                  <c:v>4090.9199999999996</c:v>
                </c:pt>
                <c:pt idx="1982">
                  <c:v>4090.7299999999996</c:v>
                </c:pt>
                <c:pt idx="1983">
                  <c:v>4092.88</c:v>
                </c:pt>
                <c:pt idx="1984">
                  <c:v>4094.0000000000005</c:v>
                </c:pt>
                <c:pt idx="1985">
                  <c:v>4095.11</c:v>
                </c:pt>
                <c:pt idx="1986">
                  <c:v>4097.93</c:v>
                </c:pt>
                <c:pt idx="1987">
                  <c:v>4096.42</c:v>
                </c:pt>
                <c:pt idx="1988">
                  <c:v>4098.34</c:v>
                </c:pt>
                <c:pt idx="1989">
                  <c:v>4103.22</c:v>
                </c:pt>
                <c:pt idx="1990">
                  <c:v>4104.71</c:v>
                </c:pt>
                <c:pt idx="1991">
                  <c:v>4109.5</c:v>
                </c:pt>
                <c:pt idx="1992">
                  <c:v>4107.59</c:v>
                </c:pt>
                <c:pt idx="1993">
                  <c:v>4110.97</c:v>
                </c:pt>
                <c:pt idx="1994">
                  <c:v>4114.09</c:v>
                </c:pt>
                <c:pt idx="1995">
                  <c:v>4113.08</c:v>
                </c:pt>
                <c:pt idx="1996">
                  <c:v>4116.07</c:v>
                </c:pt>
                <c:pt idx="1997">
                  <c:v>4114.82</c:v>
                </c:pt>
                <c:pt idx="1998">
                  <c:v>4116.5200000000004</c:v>
                </c:pt>
                <c:pt idx="1999">
                  <c:v>4113.53</c:v>
                </c:pt>
                <c:pt idx="2000">
                  <c:v>4115.34</c:v>
                </c:pt>
                <c:pt idx="2001">
                  <c:v>4114.4100000000008</c:v>
                </c:pt>
                <c:pt idx="2002">
                  <c:v>4116.3499999999995</c:v>
                </c:pt>
                <c:pt idx="2003">
                  <c:v>4117.0600000000004</c:v>
                </c:pt>
                <c:pt idx="2004">
                  <c:v>4118.8999999999996</c:v>
                </c:pt>
                <c:pt idx="2005">
                  <c:v>4094.06</c:v>
                </c:pt>
                <c:pt idx="2006">
                  <c:v>4096.96</c:v>
                </c:pt>
                <c:pt idx="2007">
                  <c:v>4099.32</c:v>
                </c:pt>
                <c:pt idx="2008">
                  <c:v>4098.7299999999996</c:v>
                </c:pt>
                <c:pt idx="2009">
                  <c:v>4110.01</c:v>
                </c:pt>
                <c:pt idx="2010">
                  <c:v>4099.24</c:v>
                </c:pt>
                <c:pt idx="2011">
                  <c:v>4078.41</c:v>
                </c:pt>
                <c:pt idx="2012">
                  <c:v>4082.6399999999994</c:v>
                </c:pt>
                <c:pt idx="2013">
                  <c:v>4112.99</c:v>
                </c:pt>
                <c:pt idx="2014">
                  <c:v>4118.8999999999996</c:v>
                </c:pt>
                <c:pt idx="2015">
                  <c:v>4111.0499999999993</c:v>
                </c:pt>
                <c:pt idx="2016">
                  <c:v>4115.9100000000008</c:v>
                </c:pt>
                <c:pt idx="2017">
                  <c:v>4121.41</c:v>
                </c:pt>
                <c:pt idx="2018">
                  <c:v>4120.87</c:v>
                </c:pt>
                <c:pt idx="2019">
                  <c:v>4123.66</c:v>
                </c:pt>
                <c:pt idx="2020">
                  <c:v>4127.93</c:v>
                </c:pt>
                <c:pt idx="2021">
                  <c:v>4127.88</c:v>
                </c:pt>
                <c:pt idx="2022">
                  <c:v>4125.09</c:v>
                </c:pt>
                <c:pt idx="2023">
                  <c:v>4123.8999999999996</c:v>
                </c:pt>
                <c:pt idx="2024">
                  <c:v>4131.95</c:v>
                </c:pt>
                <c:pt idx="2025">
                  <c:v>4135.4699999999993</c:v>
                </c:pt>
                <c:pt idx="2026">
                  <c:v>4132.7</c:v>
                </c:pt>
                <c:pt idx="2027">
                  <c:v>4136.25</c:v>
                </c:pt>
                <c:pt idx="2028">
                  <c:v>4139.2800000000007</c:v>
                </c:pt>
                <c:pt idx="2029">
                  <c:v>4136.51</c:v>
                </c:pt>
                <c:pt idx="2030">
                  <c:v>4139.33</c:v>
                </c:pt>
                <c:pt idx="2031">
                  <c:v>4139.6899999999996</c:v>
                </c:pt>
                <c:pt idx="2032">
                  <c:v>4138.4299999999994</c:v>
                </c:pt>
                <c:pt idx="2033">
                  <c:v>4138.76</c:v>
                </c:pt>
                <c:pt idx="2034">
                  <c:v>4140.38</c:v>
                </c:pt>
                <c:pt idx="2035">
                  <c:v>4142.26</c:v>
                </c:pt>
                <c:pt idx="2036">
                  <c:v>4146.3599999999997</c:v>
                </c:pt>
                <c:pt idx="2037">
                  <c:v>4146.29</c:v>
                </c:pt>
                <c:pt idx="2038">
                  <c:v>4146.37</c:v>
                </c:pt>
                <c:pt idx="2039">
                  <c:v>4148.1099999999997</c:v>
                </c:pt>
                <c:pt idx="2040">
                  <c:v>4151.33</c:v>
                </c:pt>
                <c:pt idx="2041">
                  <c:v>4152.1499999999996</c:v>
                </c:pt>
                <c:pt idx="2042">
                  <c:v>4149.9699999999993</c:v>
                </c:pt>
                <c:pt idx="2043">
                  <c:v>4151.62</c:v>
                </c:pt>
                <c:pt idx="2044">
                  <c:v>4153.63</c:v>
                </c:pt>
                <c:pt idx="2045">
                  <c:v>4153.79</c:v>
                </c:pt>
                <c:pt idx="2046">
                  <c:v>4156.58</c:v>
                </c:pt>
                <c:pt idx="2047">
                  <c:v>4153.84</c:v>
                </c:pt>
                <c:pt idx="2048">
                  <c:v>4158.1900000000005</c:v>
                </c:pt>
                <c:pt idx="2049">
                  <c:v>4155.0200000000004</c:v>
                </c:pt>
                <c:pt idx="2050">
                  <c:v>4162.1100000000006</c:v>
                </c:pt>
                <c:pt idx="2051">
                  <c:v>4156.55</c:v>
                </c:pt>
                <c:pt idx="2052">
                  <c:v>4164.3999999999996</c:v>
                </c:pt>
                <c:pt idx="2053">
                  <c:v>4159.9000000000005</c:v>
                </c:pt>
                <c:pt idx="2054">
                  <c:v>4174.29</c:v>
                </c:pt>
                <c:pt idx="2055">
                  <c:v>4176.13</c:v>
                </c:pt>
                <c:pt idx="2056">
                  <c:v>4176.79</c:v>
                </c:pt>
                <c:pt idx="2057">
                  <c:v>4176.1400000000003</c:v>
                </c:pt>
                <c:pt idx="2058">
                  <c:v>4178.93</c:v>
                </c:pt>
                <c:pt idx="2059">
                  <c:v>4174.1000000000004</c:v>
                </c:pt>
                <c:pt idx="2060">
                  <c:v>4173.66</c:v>
                </c:pt>
                <c:pt idx="2061">
                  <c:v>4182.2999999999993</c:v>
                </c:pt>
                <c:pt idx="2062">
                  <c:v>4179.1600000000008</c:v>
                </c:pt>
                <c:pt idx="2063">
                  <c:v>4183.09</c:v>
                </c:pt>
                <c:pt idx="2064">
                  <c:v>4185.91</c:v>
                </c:pt>
                <c:pt idx="2065">
                  <c:v>4187.8599999999997</c:v>
                </c:pt>
                <c:pt idx="2066">
                  <c:v>4189.3999999999996</c:v>
                </c:pt>
                <c:pt idx="2067">
                  <c:v>4192.3899999999994</c:v>
                </c:pt>
                <c:pt idx="2068">
                  <c:v>4193.7300000000005</c:v>
                </c:pt>
                <c:pt idx="2069">
                  <c:v>4194.03</c:v>
                </c:pt>
                <c:pt idx="2070">
                  <c:v>4197.54</c:v>
                </c:pt>
                <c:pt idx="2071">
                  <c:v>4199.71</c:v>
                </c:pt>
                <c:pt idx="2072">
                  <c:v>4201.84</c:v>
                </c:pt>
                <c:pt idx="2073">
                  <c:v>4204.6400000000003</c:v>
                </c:pt>
                <c:pt idx="2074">
                  <c:v>4206.93</c:v>
                </c:pt>
                <c:pt idx="2075">
                  <c:v>4210.5</c:v>
                </c:pt>
                <c:pt idx="2076">
                  <c:v>4211.66</c:v>
                </c:pt>
                <c:pt idx="2077">
                  <c:v>4214.3899999999994</c:v>
                </c:pt>
                <c:pt idx="2078">
                  <c:v>4219.01</c:v>
                </c:pt>
                <c:pt idx="2079">
                  <c:v>4218</c:v>
                </c:pt>
                <c:pt idx="2080">
                  <c:v>4223.6099999999997</c:v>
                </c:pt>
                <c:pt idx="2081">
                  <c:v>4224.68</c:v>
                </c:pt>
                <c:pt idx="2082">
                  <c:v>4220.16</c:v>
                </c:pt>
                <c:pt idx="2083">
                  <c:v>4222.54</c:v>
                </c:pt>
                <c:pt idx="2084">
                  <c:v>4228.0199999999995</c:v>
                </c:pt>
                <c:pt idx="2085">
                  <c:v>4228.1500000000005</c:v>
                </c:pt>
                <c:pt idx="2086">
                  <c:v>4228.5700000000006</c:v>
                </c:pt>
                <c:pt idx="2087">
                  <c:v>4201.01</c:v>
                </c:pt>
                <c:pt idx="2088">
                  <c:v>4199.54</c:v>
                </c:pt>
                <c:pt idx="2089">
                  <c:v>4222.8599999999997</c:v>
                </c:pt>
                <c:pt idx="2090">
                  <c:v>4227.2999999999993</c:v>
                </c:pt>
                <c:pt idx="2091">
                  <c:v>4223.58</c:v>
                </c:pt>
                <c:pt idx="2092">
                  <c:v>4222.6000000000004</c:v>
                </c:pt>
                <c:pt idx="2093">
                  <c:v>4226.71</c:v>
                </c:pt>
                <c:pt idx="2094">
                  <c:v>4228.0600000000004</c:v>
                </c:pt>
                <c:pt idx="2095">
                  <c:v>4228.6000000000004</c:v>
                </c:pt>
                <c:pt idx="2096">
                  <c:v>4234.7400000000007</c:v>
                </c:pt>
                <c:pt idx="2097">
                  <c:v>4235.99</c:v>
                </c:pt>
                <c:pt idx="2098">
                  <c:v>4236.4699999999993</c:v>
                </c:pt>
                <c:pt idx="2099">
                  <c:v>4211.53</c:v>
                </c:pt>
                <c:pt idx="2100">
                  <c:v>4236.12</c:v>
                </c:pt>
                <c:pt idx="2101">
                  <c:v>4210.7599999999993</c:v>
                </c:pt>
                <c:pt idx="2102">
                  <c:v>4235.7699999999995</c:v>
                </c:pt>
                <c:pt idx="2103">
                  <c:v>4233.91</c:v>
                </c:pt>
                <c:pt idx="2104">
                  <c:v>4234.9500000000007</c:v>
                </c:pt>
                <c:pt idx="2105">
                  <c:v>4235.38</c:v>
                </c:pt>
                <c:pt idx="2106">
                  <c:v>4236.8899999999994</c:v>
                </c:pt>
                <c:pt idx="2107">
                  <c:v>4237.47</c:v>
                </c:pt>
                <c:pt idx="2108">
                  <c:v>4238.3600000000006</c:v>
                </c:pt>
                <c:pt idx="2109">
                  <c:v>4240.21</c:v>
                </c:pt>
                <c:pt idx="2110">
                  <c:v>4245</c:v>
                </c:pt>
                <c:pt idx="2111">
                  <c:v>4242.59</c:v>
                </c:pt>
                <c:pt idx="2112">
                  <c:v>4248.22</c:v>
                </c:pt>
                <c:pt idx="2113">
                  <c:v>4246.4500000000007</c:v>
                </c:pt>
                <c:pt idx="2114">
                  <c:v>4246.5</c:v>
                </c:pt>
                <c:pt idx="2115">
                  <c:v>4248.95</c:v>
                </c:pt>
                <c:pt idx="2116">
                  <c:v>4252.7</c:v>
                </c:pt>
                <c:pt idx="2117">
                  <c:v>4254.93</c:v>
                </c:pt>
                <c:pt idx="2118">
                  <c:v>4251.1000000000004</c:v>
                </c:pt>
                <c:pt idx="2119">
                  <c:v>4255.59</c:v>
                </c:pt>
                <c:pt idx="2120">
                  <c:v>4260.34</c:v>
                </c:pt>
                <c:pt idx="2121">
                  <c:v>4259.62</c:v>
                </c:pt>
                <c:pt idx="2122">
                  <c:v>4259.8900000000003</c:v>
                </c:pt>
                <c:pt idx="2123">
                  <c:v>4259.8</c:v>
                </c:pt>
                <c:pt idx="2124">
                  <c:v>4263.4299999999994</c:v>
                </c:pt>
                <c:pt idx="2125">
                  <c:v>4263.8900000000003</c:v>
                </c:pt>
                <c:pt idx="2126">
                  <c:v>4263.72</c:v>
                </c:pt>
                <c:pt idx="2127">
                  <c:v>4265.58</c:v>
                </c:pt>
                <c:pt idx="2128">
                  <c:v>4267.29</c:v>
                </c:pt>
                <c:pt idx="2129">
                  <c:v>4268.9199999999992</c:v>
                </c:pt>
                <c:pt idx="2130">
                  <c:v>4270.01</c:v>
                </c:pt>
                <c:pt idx="2131">
                  <c:v>4271.45</c:v>
                </c:pt>
                <c:pt idx="2132">
                  <c:v>4274.6399999999994</c:v>
                </c:pt>
                <c:pt idx="2133">
                  <c:v>4276.5</c:v>
                </c:pt>
                <c:pt idx="2134">
                  <c:v>4277.0200000000004</c:v>
                </c:pt>
                <c:pt idx="2135">
                  <c:v>4276.8899999999994</c:v>
                </c:pt>
                <c:pt idx="2136">
                  <c:v>4279.83</c:v>
                </c:pt>
                <c:pt idx="2137">
                  <c:v>4281.1500000000005</c:v>
                </c:pt>
                <c:pt idx="2138">
                  <c:v>4284.99</c:v>
                </c:pt>
                <c:pt idx="2139">
                  <c:v>4284.2</c:v>
                </c:pt>
                <c:pt idx="2140">
                  <c:v>4282.8099999999995</c:v>
                </c:pt>
                <c:pt idx="2141">
                  <c:v>4287.24</c:v>
                </c:pt>
                <c:pt idx="2142">
                  <c:v>4289.6099999999997</c:v>
                </c:pt>
                <c:pt idx="2143">
                  <c:v>4289.66</c:v>
                </c:pt>
                <c:pt idx="2144">
                  <c:v>4289.83</c:v>
                </c:pt>
                <c:pt idx="2145">
                  <c:v>4287.09</c:v>
                </c:pt>
                <c:pt idx="2146">
                  <c:v>4290.71</c:v>
                </c:pt>
                <c:pt idx="2147">
                  <c:v>4294.3600000000006</c:v>
                </c:pt>
                <c:pt idx="2148">
                  <c:v>4294.22</c:v>
                </c:pt>
                <c:pt idx="2149">
                  <c:v>4295.5600000000004</c:v>
                </c:pt>
                <c:pt idx="2150">
                  <c:v>4292.79</c:v>
                </c:pt>
                <c:pt idx="2151">
                  <c:v>4295.59</c:v>
                </c:pt>
                <c:pt idx="2152">
                  <c:v>4295.6200000000008</c:v>
                </c:pt>
                <c:pt idx="2153">
                  <c:v>4297.95</c:v>
                </c:pt>
                <c:pt idx="2154">
                  <c:v>4298.3900000000003</c:v>
                </c:pt>
                <c:pt idx="2155">
                  <c:v>4301.24</c:v>
                </c:pt>
                <c:pt idx="2156">
                  <c:v>4300.6900000000005</c:v>
                </c:pt>
                <c:pt idx="2157">
                  <c:v>4303.12</c:v>
                </c:pt>
                <c:pt idx="2158">
                  <c:v>4303.96</c:v>
                </c:pt>
                <c:pt idx="2159">
                  <c:v>4304.33</c:v>
                </c:pt>
                <c:pt idx="2160">
                  <c:v>4304.8900000000003</c:v>
                </c:pt>
                <c:pt idx="2161">
                  <c:v>4305.9799999999996</c:v>
                </c:pt>
                <c:pt idx="2162">
                  <c:v>4301.08</c:v>
                </c:pt>
                <c:pt idx="2163">
                  <c:v>4307.03</c:v>
                </c:pt>
                <c:pt idx="2164">
                  <c:v>4309.66</c:v>
                </c:pt>
                <c:pt idx="2165">
                  <c:v>4308.68</c:v>
                </c:pt>
                <c:pt idx="2166">
                  <c:v>4310.1200000000008</c:v>
                </c:pt>
                <c:pt idx="2167">
                  <c:v>4309.71</c:v>
                </c:pt>
                <c:pt idx="2168">
                  <c:v>4311.8</c:v>
                </c:pt>
                <c:pt idx="2169">
                  <c:v>4313.0499999999993</c:v>
                </c:pt>
                <c:pt idx="2170">
                  <c:v>4312.7300000000005</c:v>
                </c:pt>
                <c:pt idx="2171">
                  <c:v>4313.96</c:v>
                </c:pt>
                <c:pt idx="2172">
                  <c:v>4315.58</c:v>
                </c:pt>
                <c:pt idx="2173">
                  <c:v>4312.8999999999996</c:v>
                </c:pt>
                <c:pt idx="2174">
                  <c:v>4311.62</c:v>
                </c:pt>
                <c:pt idx="2175">
                  <c:v>4317.59</c:v>
                </c:pt>
                <c:pt idx="2176">
                  <c:v>4311.5600000000004</c:v>
                </c:pt>
                <c:pt idx="2177">
                  <c:v>4313.04</c:v>
                </c:pt>
                <c:pt idx="2178">
                  <c:v>4315.7199999999993</c:v>
                </c:pt>
                <c:pt idx="2179">
                  <c:v>4320.41</c:v>
                </c:pt>
                <c:pt idx="2180">
                  <c:v>4314.17</c:v>
                </c:pt>
                <c:pt idx="2181">
                  <c:v>4314.74</c:v>
                </c:pt>
                <c:pt idx="2182">
                  <c:v>4318.26</c:v>
                </c:pt>
                <c:pt idx="2183">
                  <c:v>4320.33</c:v>
                </c:pt>
                <c:pt idx="2184">
                  <c:v>4319.6399999999994</c:v>
                </c:pt>
                <c:pt idx="2185">
                  <c:v>4320.42</c:v>
                </c:pt>
                <c:pt idx="2186">
                  <c:v>4323.59</c:v>
                </c:pt>
                <c:pt idx="2187">
                  <c:v>4325.88</c:v>
                </c:pt>
                <c:pt idx="2188">
                  <c:v>4325.45</c:v>
                </c:pt>
                <c:pt idx="2189">
                  <c:v>4325.5200000000004</c:v>
                </c:pt>
                <c:pt idx="2190">
                  <c:v>4325.3599999999997</c:v>
                </c:pt>
                <c:pt idx="2191">
                  <c:v>4320.74</c:v>
                </c:pt>
                <c:pt idx="2192">
                  <c:v>4324.2</c:v>
                </c:pt>
                <c:pt idx="2193">
                  <c:v>4329.55</c:v>
                </c:pt>
                <c:pt idx="2194">
                  <c:v>4330.4799999999996</c:v>
                </c:pt>
                <c:pt idx="2195">
                  <c:v>4335.1499999999996</c:v>
                </c:pt>
                <c:pt idx="2196">
                  <c:v>4334.4399999999996</c:v>
                </c:pt>
                <c:pt idx="2197">
                  <c:v>4335.4799999999996</c:v>
                </c:pt>
                <c:pt idx="2198">
                  <c:v>4336.6100000000006</c:v>
                </c:pt>
                <c:pt idx="2199">
                  <c:v>4338.46</c:v>
                </c:pt>
                <c:pt idx="2200">
                  <c:v>4342.1200000000008</c:v>
                </c:pt>
                <c:pt idx="2201">
                  <c:v>4340.2700000000004</c:v>
                </c:pt>
                <c:pt idx="2202">
                  <c:v>4344.3100000000004</c:v>
                </c:pt>
                <c:pt idx="2203">
                  <c:v>4343.84</c:v>
                </c:pt>
                <c:pt idx="2204">
                  <c:v>4344.37</c:v>
                </c:pt>
                <c:pt idx="2205">
                  <c:v>4346.37</c:v>
                </c:pt>
                <c:pt idx="2206">
                  <c:v>4350.18</c:v>
                </c:pt>
                <c:pt idx="2207">
                  <c:v>4350.58</c:v>
                </c:pt>
                <c:pt idx="2208">
                  <c:v>4356.3099999999995</c:v>
                </c:pt>
                <c:pt idx="2209">
                  <c:v>4349.5</c:v>
                </c:pt>
                <c:pt idx="2210">
                  <c:v>4352.22</c:v>
                </c:pt>
                <c:pt idx="2211">
                  <c:v>4352.63</c:v>
                </c:pt>
                <c:pt idx="2212">
                  <c:v>4355.0700000000006</c:v>
                </c:pt>
                <c:pt idx="2213">
                  <c:v>4361.7</c:v>
                </c:pt>
                <c:pt idx="2214">
                  <c:v>4361.5599999999995</c:v>
                </c:pt>
                <c:pt idx="2215">
                  <c:v>4360.83</c:v>
                </c:pt>
                <c:pt idx="2216">
                  <c:v>4366.55</c:v>
                </c:pt>
                <c:pt idx="2217">
                  <c:v>4368.13</c:v>
                </c:pt>
                <c:pt idx="2218">
                  <c:v>4367.84</c:v>
                </c:pt>
                <c:pt idx="2219">
                  <c:v>4371.6100000000006</c:v>
                </c:pt>
                <c:pt idx="2220">
                  <c:v>4372.76</c:v>
                </c:pt>
                <c:pt idx="2221">
                  <c:v>4376.46</c:v>
                </c:pt>
                <c:pt idx="2222">
                  <c:v>4363.8500000000004</c:v>
                </c:pt>
                <c:pt idx="2223">
                  <c:v>4376.88</c:v>
                </c:pt>
                <c:pt idx="2224">
                  <c:v>4344.88</c:v>
                </c:pt>
                <c:pt idx="2225">
                  <c:v>4376.08</c:v>
                </c:pt>
                <c:pt idx="2226">
                  <c:v>4375.47</c:v>
                </c:pt>
                <c:pt idx="2227">
                  <c:v>4374.28</c:v>
                </c:pt>
                <c:pt idx="2228">
                  <c:v>4381.09</c:v>
                </c:pt>
                <c:pt idx="2229">
                  <c:v>4380.78</c:v>
                </c:pt>
                <c:pt idx="2230">
                  <c:v>4380</c:v>
                </c:pt>
                <c:pt idx="2231">
                  <c:v>4382.6799999999994</c:v>
                </c:pt>
                <c:pt idx="2232">
                  <c:v>4383.6399999999994</c:v>
                </c:pt>
                <c:pt idx="2233">
                  <c:v>4382.9399999999996</c:v>
                </c:pt>
                <c:pt idx="2234">
                  <c:v>4384.62</c:v>
                </c:pt>
                <c:pt idx="2235">
                  <c:v>4384.6299999999992</c:v>
                </c:pt>
                <c:pt idx="2236">
                  <c:v>4385.2299999999996</c:v>
                </c:pt>
                <c:pt idx="2237">
                  <c:v>4382.9900000000007</c:v>
                </c:pt>
                <c:pt idx="2238">
                  <c:v>4388.76</c:v>
                </c:pt>
                <c:pt idx="2239">
                  <c:v>4390.58</c:v>
                </c:pt>
                <c:pt idx="2240">
                  <c:v>4385.67</c:v>
                </c:pt>
                <c:pt idx="2241">
                  <c:v>4385</c:v>
                </c:pt>
                <c:pt idx="2242">
                  <c:v>4388.8100000000004</c:v>
                </c:pt>
                <c:pt idx="2243">
                  <c:v>4387.38</c:v>
                </c:pt>
                <c:pt idx="2244">
                  <c:v>4393.53</c:v>
                </c:pt>
                <c:pt idx="2245">
                  <c:v>4393.2</c:v>
                </c:pt>
                <c:pt idx="2246">
                  <c:v>4395.07</c:v>
                </c:pt>
                <c:pt idx="2247">
                  <c:v>4388.7700000000004</c:v>
                </c:pt>
                <c:pt idx="2248">
                  <c:v>4396.49</c:v>
                </c:pt>
                <c:pt idx="2249">
                  <c:v>4367.0600000000004</c:v>
                </c:pt>
                <c:pt idx="2250">
                  <c:v>4379.55</c:v>
                </c:pt>
                <c:pt idx="2251">
                  <c:v>4392.6899999999996</c:v>
                </c:pt>
                <c:pt idx="2252">
                  <c:v>4394.04</c:v>
                </c:pt>
                <c:pt idx="2253">
                  <c:v>4393.63</c:v>
                </c:pt>
                <c:pt idx="2254">
                  <c:v>4395.42</c:v>
                </c:pt>
                <c:pt idx="2255">
                  <c:v>4396.99</c:v>
                </c:pt>
                <c:pt idx="2256">
                  <c:v>4398.66</c:v>
                </c:pt>
                <c:pt idx="2257">
                  <c:v>4400.54</c:v>
                </c:pt>
                <c:pt idx="2258">
                  <c:v>4401.1699999999992</c:v>
                </c:pt>
                <c:pt idx="2259">
                  <c:v>4402.49</c:v>
                </c:pt>
                <c:pt idx="2260">
                  <c:v>4405.03</c:v>
                </c:pt>
                <c:pt idx="2261">
                  <c:v>4406.5</c:v>
                </c:pt>
                <c:pt idx="2262">
                  <c:v>4406.7</c:v>
                </c:pt>
                <c:pt idx="2263">
                  <c:v>4408.91</c:v>
                </c:pt>
                <c:pt idx="2264">
                  <c:v>4411.82</c:v>
                </c:pt>
                <c:pt idx="2265">
                  <c:v>4410.05</c:v>
                </c:pt>
                <c:pt idx="2266">
                  <c:v>4408.78</c:v>
                </c:pt>
                <c:pt idx="2267">
                  <c:v>4409.8899999999994</c:v>
                </c:pt>
                <c:pt idx="2268">
                  <c:v>4411.91</c:v>
                </c:pt>
                <c:pt idx="2269">
                  <c:v>4414.95</c:v>
                </c:pt>
                <c:pt idx="2270">
                  <c:v>4421.13</c:v>
                </c:pt>
                <c:pt idx="2271">
                  <c:v>4420.16</c:v>
                </c:pt>
                <c:pt idx="2272">
                  <c:v>4427.49</c:v>
                </c:pt>
                <c:pt idx="2273">
                  <c:v>4428.63</c:v>
                </c:pt>
                <c:pt idx="2274">
                  <c:v>4431.29</c:v>
                </c:pt>
                <c:pt idx="2275">
                  <c:v>4428.68</c:v>
                </c:pt>
                <c:pt idx="2276">
                  <c:v>4432.6100000000006</c:v>
                </c:pt>
                <c:pt idx="2277">
                  <c:v>4424.5999999999995</c:v>
                </c:pt>
                <c:pt idx="2278">
                  <c:v>4431.04</c:v>
                </c:pt>
                <c:pt idx="2279">
                  <c:v>4435.5599999999995</c:v>
                </c:pt>
                <c:pt idx="2280">
                  <c:v>4434.9100000000008</c:v>
                </c:pt>
                <c:pt idx="2281">
                  <c:v>4433.6399999999994</c:v>
                </c:pt>
                <c:pt idx="2282">
                  <c:v>4435.6099999999997</c:v>
                </c:pt>
                <c:pt idx="2283">
                  <c:v>4442.4900000000007</c:v>
                </c:pt>
                <c:pt idx="2284">
                  <c:v>4438.8899999999994</c:v>
                </c:pt>
                <c:pt idx="2285">
                  <c:v>4439.58</c:v>
                </c:pt>
                <c:pt idx="2286">
                  <c:v>4440.8500000000004</c:v>
                </c:pt>
                <c:pt idx="2287">
                  <c:v>4443.1200000000008</c:v>
                </c:pt>
                <c:pt idx="2288">
                  <c:v>4444.03</c:v>
                </c:pt>
                <c:pt idx="2289">
                  <c:v>4447.12</c:v>
                </c:pt>
                <c:pt idx="2290">
                  <c:v>4446.5700000000006</c:v>
                </c:pt>
                <c:pt idx="2291">
                  <c:v>4447.6500000000005</c:v>
                </c:pt>
                <c:pt idx="2292">
                  <c:v>4449.34</c:v>
                </c:pt>
                <c:pt idx="2293">
                  <c:v>4450.78</c:v>
                </c:pt>
                <c:pt idx="2294">
                  <c:v>4451.8899999999994</c:v>
                </c:pt>
                <c:pt idx="2295">
                  <c:v>4453.53</c:v>
                </c:pt>
                <c:pt idx="2296">
                  <c:v>4455.07</c:v>
                </c:pt>
                <c:pt idx="2297">
                  <c:v>4456.99</c:v>
                </c:pt>
                <c:pt idx="2298">
                  <c:v>4456.9799999999996</c:v>
                </c:pt>
                <c:pt idx="2299">
                  <c:v>4460.7299999999996</c:v>
                </c:pt>
                <c:pt idx="2300">
                  <c:v>4462.5599999999995</c:v>
                </c:pt>
                <c:pt idx="2301">
                  <c:v>4463.7700000000004</c:v>
                </c:pt>
                <c:pt idx="2302">
                  <c:v>4463.8099999999995</c:v>
                </c:pt>
                <c:pt idx="2303">
                  <c:v>4467.6000000000004</c:v>
                </c:pt>
                <c:pt idx="2304">
                  <c:v>4467.79</c:v>
                </c:pt>
                <c:pt idx="2305">
                  <c:v>4465.67</c:v>
                </c:pt>
                <c:pt idx="2306">
                  <c:v>4473.42</c:v>
                </c:pt>
                <c:pt idx="2307">
                  <c:v>4474.04</c:v>
                </c:pt>
                <c:pt idx="2308">
                  <c:v>4465.7700000000004</c:v>
                </c:pt>
                <c:pt idx="2309">
                  <c:v>4477.88</c:v>
                </c:pt>
                <c:pt idx="2310">
                  <c:v>4471.53</c:v>
                </c:pt>
                <c:pt idx="2311">
                  <c:v>4477.4900000000007</c:v>
                </c:pt>
                <c:pt idx="2312">
                  <c:v>4481.3999999999996</c:v>
                </c:pt>
                <c:pt idx="2313">
                  <c:v>4482.97</c:v>
                </c:pt>
                <c:pt idx="2314">
                  <c:v>4484.59</c:v>
                </c:pt>
                <c:pt idx="2315">
                  <c:v>4484.9500000000007</c:v>
                </c:pt>
                <c:pt idx="2316">
                  <c:v>4486.5700000000006</c:v>
                </c:pt>
                <c:pt idx="2317">
                  <c:v>4488.12</c:v>
                </c:pt>
                <c:pt idx="2318">
                  <c:v>4490.01</c:v>
                </c:pt>
                <c:pt idx="2319">
                  <c:v>4489.9699999999993</c:v>
                </c:pt>
                <c:pt idx="2320">
                  <c:v>4490.04</c:v>
                </c:pt>
                <c:pt idx="2321">
                  <c:v>4465.84</c:v>
                </c:pt>
                <c:pt idx="2322">
                  <c:v>4490.33</c:v>
                </c:pt>
                <c:pt idx="2323">
                  <c:v>4450.2699999999995</c:v>
                </c:pt>
                <c:pt idx="2324">
                  <c:v>4480.84</c:v>
                </c:pt>
                <c:pt idx="2325">
                  <c:v>4486.84</c:v>
                </c:pt>
                <c:pt idx="2326">
                  <c:v>4487.5499999999993</c:v>
                </c:pt>
                <c:pt idx="2327">
                  <c:v>4487.8499999999995</c:v>
                </c:pt>
                <c:pt idx="2328">
                  <c:v>4490.1900000000005</c:v>
                </c:pt>
                <c:pt idx="2329">
                  <c:v>4489.9399999999996</c:v>
                </c:pt>
                <c:pt idx="2330">
                  <c:v>4490.1499999999996</c:v>
                </c:pt>
                <c:pt idx="2331">
                  <c:v>4488.13</c:v>
                </c:pt>
                <c:pt idx="2332">
                  <c:v>4491.1899999999996</c:v>
                </c:pt>
                <c:pt idx="2333">
                  <c:v>4490.1099999999997</c:v>
                </c:pt>
                <c:pt idx="2334">
                  <c:v>4492.26</c:v>
                </c:pt>
                <c:pt idx="2335">
                  <c:v>4482.26</c:v>
                </c:pt>
                <c:pt idx="2336">
                  <c:v>4488.03</c:v>
                </c:pt>
                <c:pt idx="2337">
                  <c:v>4487.92</c:v>
                </c:pt>
                <c:pt idx="2338">
                  <c:v>4491.54</c:v>
                </c:pt>
                <c:pt idx="2339">
                  <c:v>4502.04</c:v>
                </c:pt>
                <c:pt idx="2340">
                  <c:v>4499.43</c:v>
                </c:pt>
                <c:pt idx="2341">
                  <c:v>4499.1099999999997</c:v>
                </c:pt>
                <c:pt idx="2342">
                  <c:v>4505.25</c:v>
                </c:pt>
                <c:pt idx="2343">
                  <c:v>4505.2700000000004</c:v>
                </c:pt>
                <c:pt idx="2344">
                  <c:v>4494.71</c:v>
                </c:pt>
                <c:pt idx="2345">
                  <c:v>4505.82</c:v>
                </c:pt>
                <c:pt idx="2346">
                  <c:v>4499.2299999999996</c:v>
                </c:pt>
                <c:pt idx="2347">
                  <c:v>4506.34</c:v>
                </c:pt>
                <c:pt idx="2348">
                  <c:v>4503.53</c:v>
                </c:pt>
                <c:pt idx="2349">
                  <c:v>4507.72</c:v>
                </c:pt>
                <c:pt idx="2350">
                  <c:v>4508.8999999999996</c:v>
                </c:pt>
                <c:pt idx="2351">
                  <c:v>4510.1500000000005</c:v>
                </c:pt>
                <c:pt idx="2352">
                  <c:v>4510.88</c:v>
                </c:pt>
                <c:pt idx="2353">
                  <c:v>4512.26</c:v>
                </c:pt>
                <c:pt idx="2354">
                  <c:v>4514.05</c:v>
                </c:pt>
                <c:pt idx="2355">
                  <c:v>4515.22</c:v>
                </c:pt>
                <c:pt idx="2356">
                  <c:v>4516.09</c:v>
                </c:pt>
                <c:pt idx="2357">
                  <c:v>4518.18</c:v>
                </c:pt>
                <c:pt idx="2358">
                  <c:v>4519.7700000000004</c:v>
                </c:pt>
                <c:pt idx="2359">
                  <c:v>4520.1900000000005</c:v>
                </c:pt>
                <c:pt idx="2360">
                  <c:v>4522.43</c:v>
                </c:pt>
                <c:pt idx="2361">
                  <c:v>4523.42</c:v>
                </c:pt>
                <c:pt idx="2362">
                  <c:v>4524.4400000000005</c:v>
                </c:pt>
                <c:pt idx="2363">
                  <c:v>4528.5</c:v>
                </c:pt>
                <c:pt idx="2364">
                  <c:v>4531.43</c:v>
                </c:pt>
                <c:pt idx="2365">
                  <c:v>4534.6799999999994</c:v>
                </c:pt>
                <c:pt idx="2366">
                  <c:v>4536.08</c:v>
                </c:pt>
                <c:pt idx="2367">
                  <c:v>4502.8599999999997</c:v>
                </c:pt>
                <c:pt idx="2368">
                  <c:v>4527.16</c:v>
                </c:pt>
                <c:pt idx="2369">
                  <c:v>4537.55</c:v>
                </c:pt>
                <c:pt idx="2370">
                  <c:v>4506.88</c:v>
                </c:pt>
                <c:pt idx="2371">
                  <c:v>4524.92</c:v>
                </c:pt>
                <c:pt idx="2372">
                  <c:v>4535.62</c:v>
                </c:pt>
                <c:pt idx="2373">
                  <c:v>4538.46</c:v>
                </c:pt>
                <c:pt idx="2374">
                  <c:v>4531.54</c:v>
                </c:pt>
                <c:pt idx="2375">
                  <c:v>4541.1499999999996</c:v>
                </c:pt>
                <c:pt idx="2376">
                  <c:v>4541.1400000000003</c:v>
                </c:pt>
                <c:pt idx="2377">
                  <c:v>4543.59</c:v>
                </c:pt>
                <c:pt idx="2378">
                  <c:v>4542.4800000000005</c:v>
                </c:pt>
                <c:pt idx="2379">
                  <c:v>4543.0599999999995</c:v>
                </c:pt>
                <c:pt idx="2380">
                  <c:v>4546.2800000000007</c:v>
                </c:pt>
                <c:pt idx="2381">
                  <c:v>4546.6499999999996</c:v>
                </c:pt>
                <c:pt idx="2382">
                  <c:v>4546.71</c:v>
                </c:pt>
                <c:pt idx="2383">
                  <c:v>4548.5499999999993</c:v>
                </c:pt>
                <c:pt idx="2384">
                  <c:v>4549.3899999999994</c:v>
                </c:pt>
                <c:pt idx="2385">
                  <c:v>4550.66</c:v>
                </c:pt>
                <c:pt idx="2386">
                  <c:v>4551.87</c:v>
                </c:pt>
                <c:pt idx="2387">
                  <c:v>4552.8500000000004</c:v>
                </c:pt>
                <c:pt idx="2388">
                  <c:v>4554.57</c:v>
                </c:pt>
                <c:pt idx="2389">
                  <c:v>4556.6000000000004</c:v>
                </c:pt>
                <c:pt idx="2390">
                  <c:v>4557.2800000000007</c:v>
                </c:pt>
                <c:pt idx="2391">
                  <c:v>4559.6899999999996</c:v>
                </c:pt>
                <c:pt idx="2392">
                  <c:v>4559.1799999999994</c:v>
                </c:pt>
                <c:pt idx="2393">
                  <c:v>4562.4799999999996</c:v>
                </c:pt>
                <c:pt idx="2394">
                  <c:v>4564.95</c:v>
                </c:pt>
                <c:pt idx="2395">
                  <c:v>4563</c:v>
                </c:pt>
                <c:pt idx="2396">
                  <c:v>4568.08</c:v>
                </c:pt>
                <c:pt idx="2397">
                  <c:v>4569.75</c:v>
                </c:pt>
                <c:pt idx="2398">
                  <c:v>4571.07</c:v>
                </c:pt>
                <c:pt idx="2399">
                  <c:v>4574.0999999999995</c:v>
                </c:pt>
                <c:pt idx="2400">
                  <c:v>4574.71</c:v>
                </c:pt>
                <c:pt idx="2401">
                  <c:v>4574.12</c:v>
                </c:pt>
                <c:pt idx="2402">
                  <c:v>4574.82</c:v>
                </c:pt>
                <c:pt idx="2403">
                  <c:v>4575.21</c:v>
                </c:pt>
                <c:pt idx="2404">
                  <c:v>4578.5999999999995</c:v>
                </c:pt>
                <c:pt idx="2405">
                  <c:v>4578.47</c:v>
                </c:pt>
                <c:pt idx="2406">
                  <c:v>4577.37</c:v>
                </c:pt>
              </c:numCache>
            </c:numRef>
          </c:yVal>
          <c:smooth val="0"/>
          <c:extLst>
            <c:ext xmlns:c16="http://schemas.microsoft.com/office/drawing/2014/chart" uri="{C3380CC4-5D6E-409C-BE32-E72D297353CC}">
              <c16:uniqueId val="{00000003-1079-45A5-8BD0-B300E665AEDC}"/>
            </c:ext>
          </c:extLst>
        </c:ser>
        <c:dLbls>
          <c:showLegendKey val="0"/>
          <c:showVal val="0"/>
          <c:showCatName val="0"/>
          <c:showSerName val="0"/>
          <c:showPercent val="0"/>
          <c:showBubbleSize val="0"/>
        </c:dLbls>
        <c:axId val="1933997231"/>
        <c:axId val="1933998671"/>
      </c:scatterChart>
      <c:valAx>
        <c:axId val="1933997231"/>
        <c:scaling>
          <c:orientation val="minMax"/>
        </c:scaling>
        <c:delete val="0"/>
        <c:axPos val="b"/>
        <c:majorGridlines>
          <c:spPr>
            <a:ln w="9525" cap="flat" cmpd="sng" algn="ctr">
              <a:solidFill>
                <a:schemeClr val="tx1">
                  <a:lumMod val="15000"/>
                  <a:lumOff val="85000"/>
                </a:schemeClr>
              </a:solidFill>
              <a:round/>
            </a:ln>
            <a:effectLst/>
          </c:spPr>
        </c:majorGridlines>
        <c:title>
          <c:tx>
            <c:rich>
              <a:bodyPr/>
              <a:lstStyle/>
              <a:p>
                <a:pPr>
                  <a:defRPr/>
                </a:pPr>
                <a:r>
                  <a:rPr lang="en-US"/>
                  <a:t>Retentate Concentration</a:t>
                </a:r>
              </a:p>
            </c:rich>
          </c:tx>
          <c:overlay val="0"/>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33998671"/>
        <c:crosses val="autoZero"/>
        <c:crossBetween val="midCat"/>
      </c:valAx>
      <c:valAx>
        <c:axId val="1933998671"/>
        <c:scaling>
          <c:orientation val="minMax"/>
        </c:scaling>
        <c:delete val="0"/>
        <c:axPos val="l"/>
        <c:majorGridlines>
          <c:spPr>
            <a:ln w="9525" cap="flat" cmpd="sng" algn="ctr">
              <a:solidFill>
                <a:schemeClr val="tx1">
                  <a:lumMod val="15000"/>
                  <a:lumOff val="85000"/>
                </a:schemeClr>
              </a:solidFill>
              <a:round/>
            </a:ln>
            <a:effectLst/>
          </c:spPr>
        </c:majorGridlines>
        <c:title>
          <c:tx>
            <c:rich>
              <a:bodyPr/>
              <a:lstStyle/>
              <a:p>
                <a:pPr>
                  <a:defRPr/>
                </a:pPr>
                <a:r>
                  <a:rPr lang="en-US"/>
                  <a:t>Permeate Concentration</a:t>
                </a:r>
              </a:p>
            </c:rich>
          </c:tx>
          <c:overlay val="0"/>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33997231"/>
        <c:crosses val="autoZero"/>
        <c:crossBetween val="midCat"/>
      </c:valAx>
    </c:plotArea>
    <c:plotVisOnly val="1"/>
    <c:dispBlanksAs val="gap"/>
    <c:showDLblsOverMax val="0"/>
    <c:extLst/>
  </c:chart>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1"/>
          <c:order val="0"/>
          <c:tx>
            <c:strRef>
              <c:f>Presentation!$Q$1</c:f>
              <c:strCache>
                <c:ptCount val="1"/>
                <c:pt idx="0">
                  <c:v>NF270_MC3_071124_CaCl2</c:v>
                </c:pt>
              </c:strCache>
            </c:strRef>
          </c:tx>
          <c:spPr>
            <a:ln w="38100">
              <a:noFill/>
            </a:ln>
          </c:spPr>
          <c:marker>
            <c:symbol val="square"/>
            <c:size val="2"/>
          </c:marker>
          <c:xVal>
            <c:numRef>
              <c:f>Presentation!$AR$13:$AR$584</c:f>
              <c:numCache>
                <c:formatCode>General</c:formatCode>
                <c:ptCount val="572"/>
                <c:pt idx="0">
                  <c:v>8152.7</c:v>
                </c:pt>
                <c:pt idx="1">
                  <c:v>8155.8899999999994</c:v>
                </c:pt>
                <c:pt idx="2">
                  <c:v>8156.56</c:v>
                </c:pt>
                <c:pt idx="3">
                  <c:v>8156.67</c:v>
                </c:pt>
                <c:pt idx="4">
                  <c:v>8160.2099999999991</c:v>
                </c:pt>
                <c:pt idx="5">
                  <c:v>8163.9800000000005</c:v>
                </c:pt>
                <c:pt idx="6">
                  <c:v>8163.73</c:v>
                </c:pt>
                <c:pt idx="7">
                  <c:v>8165.6200000000008</c:v>
                </c:pt>
                <c:pt idx="8">
                  <c:v>8170.61</c:v>
                </c:pt>
                <c:pt idx="9">
                  <c:v>8168.04</c:v>
                </c:pt>
                <c:pt idx="10">
                  <c:v>8178.16</c:v>
                </c:pt>
                <c:pt idx="11">
                  <c:v>8180.9999999999991</c:v>
                </c:pt>
                <c:pt idx="12">
                  <c:v>8184.35</c:v>
                </c:pt>
                <c:pt idx="13">
                  <c:v>8184.55</c:v>
                </c:pt>
                <c:pt idx="14">
                  <c:v>8189.22</c:v>
                </c:pt>
                <c:pt idx="15">
                  <c:v>8191.63</c:v>
                </c:pt>
                <c:pt idx="16">
                  <c:v>8198.2199999999993</c:v>
                </c:pt>
                <c:pt idx="17">
                  <c:v>8191.6100000000006</c:v>
                </c:pt>
                <c:pt idx="18">
                  <c:v>8194.32</c:v>
                </c:pt>
                <c:pt idx="19">
                  <c:v>8198.0500000000011</c:v>
                </c:pt>
                <c:pt idx="20">
                  <c:v>8201.119999999999</c:v>
                </c:pt>
                <c:pt idx="21">
                  <c:v>8204.9</c:v>
                </c:pt>
                <c:pt idx="22">
                  <c:v>8208.1999999999989</c:v>
                </c:pt>
                <c:pt idx="23">
                  <c:v>8211.82</c:v>
                </c:pt>
                <c:pt idx="24">
                  <c:v>8215.33</c:v>
                </c:pt>
                <c:pt idx="25">
                  <c:v>8219.23</c:v>
                </c:pt>
                <c:pt idx="26">
                  <c:v>8222.7200000000012</c:v>
                </c:pt>
                <c:pt idx="27">
                  <c:v>8220.119999999999</c:v>
                </c:pt>
                <c:pt idx="28">
                  <c:v>8213.5700000000015</c:v>
                </c:pt>
                <c:pt idx="29">
                  <c:v>8212.630000000001</c:v>
                </c:pt>
                <c:pt idx="30">
                  <c:v>8205.92</c:v>
                </c:pt>
                <c:pt idx="31">
                  <c:v>8198.48</c:v>
                </c:pt>
                <c:pt idx="32">
                  <c:v>8198.9599999999991</c:v>
                </c:pt>
                <c:pt idx="33">
                  <c:v>8186.5199999999995</c:v>
                </c:pt>
                <c:pt idx="34">
                  <c:v>8190.0099999999993</c:v>
                </c:pt>
                <c:pt idx="35">
                  <c:v>8183.4900000000007</c:v>
                </c:pt>
                <c:pt idx="36">
                  <c:v>8161.46</c:v>
                </c:pt>
                <c:pt idx="37">
                  <c:v>8172.2400000000007</c:v>
                </c:pt>
                <c:pt idx="38">
                  <c:v>8150.2199999999993</c:v>
                </c:pt>
                <c:pt idx="39">
                  <c:v>8158.55</c:v>
                </c:pt>
                <c:pt idx="40">
                  <c:v>8137.7400000000007</c:v>
                </c:pt>
                <c:pt idx="41">
                  <c:v>8132.32</c:v>
                </c:pt>
                <c:pt idx="42">
                  <c:v>8151.99</c:v>
                </c:pt>
                <c:pt idx="43">
                  <c:v>8130.0000000000009</c:v>
                </c:pt>
                <c:pt idx="44">
                  <c:v>8124.29</c:v>
                </c:pt>
                <c:pt idx="45">
                  <c:v>8125.71</c:v>
                </c:pt>
                <c:pt idx="46">
                  <c:v>8127.53</c:v>
                </c:pt>
                <c:pt idx="47">
                  <c:v>8127.34</c:v>
                </c:pt>
                <c:pt idx="48">
                  <c:v>8117.1100000000006</c:v>
                </c:pt>
                <c:pt idx="49">
                  <c:v>8106.18</c:v>
                </c:pt>
                <c:pt idx="50">
                  <c:v>8096.19</c:v>
                </c:pt>
                <c:pt idx="51">
                  <c:v>8092.829999999999</c:v>
                </c:pt>
                <c:pt idx="52">
                  <c:v>8087.9600000000009</c:v>
                </c:pt>
                <c:pt idx="53">
                  <c:v>8082.5300000000007</c:v>
                </c:pt>
                <c:pt idx="54">
                  <c:v>8077.9599999999991</c:v>
                </c:pt>
                <c:pt idx="55">
                  <c:v>8070.5500000000011</c:v>
                </c:pt>
                <c:pt idx="56">
                  <c:v>8065.88</c:v>
                </c:pt>
                <c:pt idx="57">
                  <c:v>8058.74</c:v>
                </c:pt>
                <c:pt idx="58">
                  <c:v>8054.24</c:v>
                </c:pt>
                <c:pt idx="59">
                  <c:v>8048.37</c:v>
                </c:pt>
                <c:pt idx="60">
                  <c:v>8045.33</c:v>
                </c:pt>
                <c:pt idx="61">
                  <c:v>8049.97</c:v>
                </c:pt>
                <c:pt idx="62">
                  <c:v>8042.8899999999994</c:v>
                </c:pt>
                <c:pt idx="63">
                  <c:v>8028.2400000000007</c:v>
                </c:pt>
                <c:pt idx="64">
                  <c:v>8014.79</c:v>
                </c:pt>
                <c:pt idx="65">
                  <c:v>8007.24</c:v>
                </c:pt>
                <c:pt idx="66">
                  <c:v>8010.7599999999993</c:v>
                </c:pt>
                <c:pt idx="67">
                  <c:v>8002.2699999999995</c:v>
                </c:pt>
                <c:pt idx="68">
                  <c:v>7991.85</c:v>
                </c:pt>
                <c:pt idx="69">
                  <c:v>7999.9000000000005</c:v>
                </c:pt>
                <c:pt idx="70">
                  <c:v>8001.69</c:v>
                </c:pt>
                <c:pt idx="71">
                  <c:v>7998.31</c:v>
                </c:pt>
                <c:pt idx="72">
                  <c:v>7986.53</c:v>
                </c:pt>
                <c:pt idx="73">
                  <c:v>7963.38</c:v>
                </c:pt>
                <c:pt idx="74">
                  <c:v>7976.94</c:v>
                </c:pt>
                <c:pt idx="75">
                  <c:v>7966.1600000000008</c:v>
                </c:pt>
                <c:pt idx="76">
                  <c:v>7959.71</c:v>
                </c:pt>
                <c:pt idx="77">
                  <c:v>7949.7</c:v>
                </c:pt>
                <c:pt idx="78">
                  <c:v>7940.47</c:v>
                </c:pt>
                <c:pt idx="79">
                  <c:v>7930.82</c:v>
                </c:pt>
                <c:pt idx="80">
                  <c:v>7932.46</c:v>
                </c:pt>
                <c:pt idx="81">
                  <c:v>7919.6799999999994</c:v>
                </c:pt>
                <c:pt idx="82">
                  <c:v>7920.63</c:v>
                </c:pt>
                <c:pt idx="83">
                  <c:v>7912.4400000000005</c:v>
                </c:pt>
                <c:pt idx="84">
                  <c:v>7919.7699999999995</c:v>
                </c:pt>
                <c:pt idx="85">
                  <c:v>7907.3099999999995</c:v>
                </c:pt>
                <c:pt idx="86">
                  <c:v>7895.8</c:v>
                </c:pt>
                <c:pt idx="87">
                  <c:v>7902.21</c:v>
                </c:pt>
                <c:pt idx="88">
                  <c:v>7889.8</c:v>
                </c:pt>
                <c:pt idx="89">
                  <c:v>7884.65</c:v>
                </c:pt>
                <c:pt idx="90">
                  <c:v>7879.1</c:v>
                </c:pt>
                <c:pt idx="91">
                  <c:v>7880.18</c:v>
                </c:pt>
                <c:pt idx="92">
                  <c:v>7858.83</c:v>
                </c:pt>
                <c:pt idx="93">
                  <c:v>7854.04</c:v>
                </c:pt>
                <c:pt idx="94">
                  <c:v>7848.05</c:v>
                </c:pt>
                <c:pt idx="95">
                  <c:v>7842.64</c:v>
                </c:pt>
                <c:pt idx="96">
                  <c:v>7833.01</c:v>
                </c:pt>
                <c:pt idx="97">
                  <c:v>7844.9</c:v>
                </c:pt>
                <c:pt idx="98">
                  <c:v>7836.92</c:v>
                </c:pt>
                <c:pt idx="99">
                  <c:v>7827.61</c:v>
                </c:pt>
                <c:pt idx="100">
                  <c:v>7821.95</c:v>
                </c:pt>
                <c:pt idx="101">
                  <c:v>7802.55</c:v>
                </c:pt>
                <c:pt idx="102">
                  <c:v>7813.76</c:v>
                </c:pt>
                <c:pt idx="103">
                  <c:v>7808.27</c:v>
                </c:pt>
                <c:pt idx="104">
                  <c:v>7793.4900000000007</c:v>
                </c:pt>
                <c:pt idx="105">
                  <c:v>7794.4800000000005</c:v>
                </c:pt>
                <c:pt idx="106">
                  <c:v>7785.13</c:v>
                </c:pt>
                <c:pt idx="107">
                  <c:v>7765.61</c:v>
                </c:pt>
                <c:pt idx="108">
                  <c:v>7783.24</c:v>
                </c:pt>
                <c:pt idx="109">
                  <c:v>7765.83</c:v>
                </c:pt>
                <c:pt idx="110">
                  <c:v>7760.9000000000005</c:v>
                </c:pt>
                <c:pt idx="111">
                  <c:v>7761.3200000000006</c:v>
                </c:pt>
                <c:pt idx="112">
                  <c:v>7756.0599999999995</c:v>
                </c:pt>
                <c:pt idx="113">
                  <c:v>7753.96</c:v>
                </c:pt>
                <c:pt idx="114">
                  <c:v>7744.75</c:v>
                </c:pt>
                <c:pt idx="115">
                  <c:v>7733.4</c:v>
                </c:pt>
                <c:pt idx="116">
                  <c:v>7722.45</c:v>
                </c:pt>
                <c:pt idx="117">
                  <c:v>7721.25</c:v>
                </c:pt>
                <c:pt idx="118">
                  <c:v>7711.99</c:v>
                </c:pt>
                <c:pt idx="119">
                  <c:v>7707.89</c:v>
                </c:pt>
                <c:pt idx="120">
                  <c:v>7703.2699999999995</c:v>
                </c:pt>
                <c:pt idx="121">
                  <c:v>7699.6200000000008</c:v>
                </c:pt>
                <c:pt idx="122">
                  <c:v>7705.08</c:v>
                </c:pt>
                <c:pt idx="123">
                  <c:v>7693.9900000000007</c:v>
                </c:pt>
                <c:pt idx="124">
                  <c:v>7681.0999999999995</c:v>
                </c:pt>
                <c:pt idx="125">
                  <c:v>7674.9400000000005</c:v>
                </c:pt>
                <c:pt idx="126">
                  <c:v>7667.53</c:v>
                </c:pt>
                <c:pt idx="127">
                  <c:v>7663.56</c:v>
                </c:pt>
                <c:pt idx="128">
                  <c:v>7659.55</c:v>
                </c:pt>
                <c:pt idx="129">
                  <c:v>7652.84</c:v>
                </c:pt>
                <c:pt idx="130">
                  <c:v>7645.0300000000007</c:v>
                </c:pt>
                <c:pt idx="131">
                  <c:v>7653.61</c:v>
                </c:pt>
                <c:pt idx="132">
                  <c:v>7649.4400000000005</c:v>
                </c:pt>
                <c:pt idx="133">
                  <c:v>7644.0999999999995</c:v>
                </c:pt>
                <c:pt idx="134">
                  <c:v>7632.4</c:v>
                </c:pt>
                <c:pt idx="135">
                  <c:v>7628.73</c:v>
                </c:pt>
                <c:pt idx="136">
                  <c:v>7625.2300000000005</c:v>
                </c:pt>
                <c:pt idx="137">
                  <c:v>7622.84</c:v>
                </c:pt>
                <c:pt idx="138">
                  <c:v>7593.9</c:v>
                </c:pt>
                <c:pt idx="139">
                  <c:v>7602.83</c:v>
                </c:pt>
                <c:pt idx="140">
                  <c:v>7588.0999999999995</c:v>
                </c:pt>
                <c:pt idx="141">
                  <c:v>7600.59</c:v>
                </c:pt>
                <c:pt idx="142">
                  <c:v>7597.52</c:v>
                </c:pt>
                <c:pt idx="143">
                  <c:v>7589.84</c:v>
                </c:pt>
                <c:pt idx="144">
                  <c:v>7578.5</c:v>
                </c:pt>
                <c:pt idx="145">
                  <c:v>7581.44</c:v>
                </c:pt>
                <c:pt idx="146">
                  <c:v>7569.2199999999993</c:v>
                </c:pt>
                <c:pt idx="147">
                  <c:v>7573.8399999999992</c:v>
                </c:pt>
                <c:pt idx="148">
                  <c:v>7563.07</c:v>
                </c:pt>
                <c:pt idx="149">
                  <c:v>7562.97</c:v>
                </c:pt>
                <c:pt idx="150">
                  <c:v>7550.63</c:v>
                </c:pt>
                <c:pt idx="151">
                  <c:v>7551.74</c:v>
                </c:pt>
                <c:pt idx="152">
                  <c:v>7540.28</c:v>
                </c:pt>
                <c:pt idx="153">
                  <c:v>7535.74</c:v>
                </c:pt>
                <c:pt idx="154">
                  <c:v>7532.29</c:v>
                </c:pt>
                <c:pt idx="155">
                  <c:v>7526.5700000000006</c:v>
                </c:pt>
                <c:pt idx="156">
                  <c:v>7521.2000000000007</c:v>
                </c:pt>
                <c:pt idx="157">
                  <c:v>7517.35</c:v>
                </c:pt>
                <c:pt idx="158">
                  <c:v>7517.2</c:v>
                </c:pt>
                <c:pt idx="159">
                  <c:v>7512.06</c:v>
                </c:pt>
                <c:pt idx="160">
                  <c:v>7507.29</c:v>
                </c:pt>
                <c:pt idx="161">
                  <c:v>7488.8899999999994</c:v>
                </c:pt>
                <c:pt idx="162">
                  <c:v>7488.6</c:v>
                </c:pt>
                <c:pt idx="163">
                  <c:v>7491.6</c:v>
                </c:pt>
                <c:pt idx="164">
                  <c:v>7478.63</c:v>
                </c:pt>
                <c:pt idx="165">
                  <c:v>7477.55</c:v>
                </c:pt>
                <c:pt idx="166">
                  <c:v>7465.56</c:v>
                </c:pt>
                <c:pt idx="167">
                  <c:v>7467.22</c:v>
                </c:pt>
                <c:pt idx="168">
                  <c:v>7456.84</c:v>
                </c:pt>
                <c:pt idx="169">
                  <c:v>7462.63</c:v>
                </c:pt>
                <c:pt idx="170">
                  <c:v>7456.69</c:v>
                </c:pt>
                <c:pt idx="171">
                  <c:v>7431.73</c:v>
                </c:pt>
                <c:pt idx="172">
                  <c:v>7425.44</c:v>
                </c:pt>
                <c:pt idx="173">
                  <c:v>7423.06</c:v>
                </c:pt>
                <c:pt idx="174">
                  <c:v>7436.9800000000005</c:v>
                </c:pt>
                <c:pt idx="175">
                  <c:v>7427.5700000000006</c:v>
                </c:pt>
                <c:pt idx="176">
                  <c:v>7426.71</c:v>
                </c:pt>
                <c:pt idx="177">
                  <c:v>7424</c:v>
                </c:pt>
                <c:pt idx="178">
                  <c:v>7418.09</c:v>
                </c:pt>
                <c:pt idx="179">
                  <c:v>7408.4199999999992</c:v>
                </c:pt>
                <c:pt idx="180">
                  <c:v>7403.7699999999995</c:v>
                </c:pt>
                <c:pt idx="181">
                  <c:v>7402.78</c:v>
                </c:pt>
                <c:pt idx="182">
                  <c:v>7400.4000000000005</c:v>
                </c:pt>
                <c:pt idx="183">
                  <c:v>7397.03</c:v>
                </c:pt>
                <c:pt idx="184">
                  <c:v>7379.76</c:v>
                </c:pt>
                <c:pt idx="185">
                  <c:v>7376.2999999999993</c:v>
                </c:pt>
                <c:pt idx="186">
                  <c:v>7369.11</c:v>
                </c:pt>
                <c:pt idx="187">
                  <c:v>7366.19</c:v>
                </c:pt>
                <c:pt idx="188">
                  <c:v>7370.39</c:v>
                </c:pt>
                <c:pt idx="189">
                  <c:v>7365.33</c:v>
                </c:pt>
                <c:pt idx="190">
                  <c:v>7353.33</c:v>
                </c:pt>
                <c:pt idx="191">
                  <c:v>7350.21</c:v>
                </c:pt>
                <c:pt idx="192">
                  <c:v>7350.4</c:v>
                </c:pt>
                <c:pt idx="193">
                  <c:v>7340.12</c:v>
                </c:pt>
                <c:pt idx="194">
                  <c:v>7336</c:v>
                </c:pt>
                <c:pt idx="195">
                  <c:v>7330.92</c:v>
                </c:pt>
                <c:pt idx="196">
                  <c:v>7332.91</c:v>
                </c:pt>
                <c:pt idx="197">
                  <c:v>7320.64</c:v>
                </c:pt>
                <c:pt idx="198">
                  <c:v>7316.88</c:v>
                </c:pt>
                <c:pt idx="199">
                  <c:v>7312.52</c:v>
                </c:pt>
                <c:pt idx="200">
                  <c:v>7306.8099999999995</c:v>
                </c:pt>
                <c:pt idx="201">
                  <c:v>7309.97</c:v>
                </c:pt>
                <c:pt idx="202">
                  <c:v>7298.78</c:v>
                </c:pt>
                <c:pt idx="203">
                  <c:v>7292.4800000000005</c:v>
                </c:pt>
                <c:pt idx="204">
                  <c:v>7295.36</c:v>
                </c:pt>
                <c:pt idx="205">
                  <c:v>7275.25</c:v>
                </c:pt>
                <c:pt idx="206">
                  <c:v>7288.02</c:v>
                </c:pt>
                <c:pt idx="207">
                  <c:v>7274.6</c:v>
                </c:pt>
                <c:pt idx="208">
                  <c:v>7277.76</c:v>
                </c:pt>
                <c:pt idx="209">
                  <c:v>7275.9</c:v>
                </c:pt>
                <c:pt idx="210">
                  <c:v>7262.06</c:v>
                </c:pt>
                <c:pt idx="211">
                  <c:v>7257.4699999999993</c:v>
                </c:pt>
                <c:pt idx="212">
                  <c:v>7259.38</c:v>
                </c:pt>
                <c:pt idx="213">
                  <c:v>7249.83</c:v>
                </c:pt>
                <c:pt idx="214">
                  <c:v>7248.2800000000007</c:v>
                </c:pt>
                <c:pt idx="215">
                  <c:v>7242.05</c:v>
                </c:pt>
                <c:pt idx="216">
                  <c:v>7240</c:v>
                </c:pt>
                <c:pt idx="217">
                  <c:v>7236.9000000000005</c:v>
                </c:pt>
                <c:pt idx="218">
                  <c:v>7228.29</c:v>
                </c:pt>
                <c:pt idx="219">
                  <c:v>7229.63</c:v>
                </c:pt>
                <c:pt idx="220">
                  <c:v>7223.57</c:v>
                </c:pt>
                <c:pt idx="221">
                  <c:v>7214.24</c:v>
                </c:pt>
                <c:pt idx="222">
                  <c:v>7209.0300000000007</c:v>
                </c:pt>
                <c:pt idx="223">
                  <c:v>7206.26</c:v>
                </c:pt>
                <c:pt idx="224">
                  <c:v>7201.34</c:v>
                </c:pt>
                <c:pt idx="225">
                  <c:v>7196.87</c:v>
                </c:pt>
                <c:pt idx="226">
                  <c:v>7191.43</c:v>
                </c:pt>
                <c:pt idx="227">
                  <c:v>7190.43</c:v>
                </c:pt>
                <c:pt idx="228">
                  <c:v>7186.99</c:v>
                </c:pt>
                <c:pt idx="229">
                  <c:v>7178.5199999999995</c:v>
                </c:pt>
                <c:pt idx="230">
                  <c:v>7173.1100000000006</c:v>
                </c:pt>
                <c:pt idx="231">
                  <c:v>7167.9000000000005</c:v>
                </c:pt>
                <c:pt idx="232">
                  <c:v>7166.8399999999992</c:v>
                </c:pt>
                <c:pt idx="233">
                  <c:v>7162.99</c:v>
                </c:pt>
                <c:pt idx="234">
                  <c:v>7155.44</c:v>
                </c:pt>
                <c:pt idx="235">
                  <c:v>7153.95</c:v>
                </c:pt>
                <c:pt idx="236">
                  <c:v>7148.49</c:v>
                </c:pt>
                <c:pt idx="237">
                  <c:v>7145.8</c:v>
                </c:pt>
                <c:pt idx="238">
                  <c:v>7142.83</c:v>
                </c:pt>
                <c:pt idx="239">
                  <c:v>7136.51</c:v>
                </c:pt>
                <c:pt idx="240">
                  <c:v>7129.6799999999994</c:v>
                </c:pt>
                <c:pt idx="241">
                  <c:v>7125.0099999999993</c:v>
                </c:pt>
                <c:pt idx="242">
                  <c:v>7114.0800000000008</c:v>
                </c:pt>
                <c:pt idx="243">
                  <c:v>7111.63</c:v>
                </c:pt>
                <c:pt idx="244">
                  <c:v>7110.8399999999992</c:v>
                </c:pt>
                <c:pt idx="245">
                  <c:v>7105.7</c:v>
                </c:pt>
                <c:pt idx="246">
                  <c:v>7101.84</c:v>
                </c:pt>
                <c:pt idx="247">
                  <c:v>7100.9900000000007</c:v>
                </c:pt>
                <c:pt idx="248">
                  <c:v>7094.46</c:v>
                </c:pt>
                <c:pt idx="249">
                  <c:v>7090.8</c:v>
                </c:pt>
                <c:pt idx="250">
                  <c:v>7081.99</c:v>
                </c:pt>
                <c:pt idx="251">
                  <c:v>7083.45</c:v>
                </c:pt>
                <c:pt idx="252">
                  <c:v>7079.22</c:v>
                </c:pt>
                <c:pt idx="253">
                  <c:v>7073.44</c:v>
                </c:pt>
                <c:pt idx="254">
                  <c:v>7065.0199999999995</c:v>
                </c:pt>
                <c:pt idx="255">
                  <c:v>7061.2000000000007</c:v>
                </c:pt>
                <c:pt idx="256">
                  <c:v>7055.7699999999995</c:v>
                </c:pt>
                <c:pt idx="257">
                  <c:v>7055.18</c:v>
                </c:pt>
                <c:pt idx="258">
                  <c:v>7051.0700000000006</c:v>
                </c:pt>
                <c:pt idx="259">
                  <c:v>7045.19</c:v>
                </c:pt>
                <c:pt idx="260">
                  <c:v>7038.35</c:v>
                </c:pt>
                <c:pt idx="261">
                  <c:v>7032.78</c:v>
                </c:pt>
                <c:pt idx="262">
                  <c:v>7027.1100000000006</c:v>
                </c:pt>
                <c:pt idx="263">
                  <c:v>7025.8099999999995</c:v>
                </c:pt>
                <c:pt idx="264">
                  <c:v>7023.11</c:v>
                </c:pt>
                <c:pt idx="265">
                  <c:v>7018.23</c:v>
                </c:pt>
                <c:pt idx="266">
                  <c:v>7003.2</c:v>
                </c:pt>
                <c:pt idx="267">
                  <c:v>7009.8099999999995</c:v>
                </c:pt>
                <c:pt idx="268">
                  <c:v>7006.2</c:v>
                </c:pt>
                <c:pt idx="269">
                  <c:v>6997.81</c:v>
                </c:pt>
                <c:pt idx="270">
                  <c:v>6992.45</c:v>
                </c:pt>
                <c:pt idx="271">
                  <c:v>6985.32</c:v>
                </c:pt>
                <c:pt idx="272">
                  <c:v>6978.5899999999992</c:v>
                </c:pt>
                <c:pt idx="273">
                  <c:v>6977.4900000000007</c:v>
                </c:pt>
                <c:pt idx="274">
                  <c:v>6968.46</c:v>
                </c:pt>
                <c:pt idx="275">
                  <c:v>6971.09</c:v>
                </c:pt>
                <c:pt idx="276">
                  <c:v>6966.1</c:v>
                </c:pt>
                <c:pt idx="277">
                  <c:v>6950.9100000000008</c:v>
                </c:pt>
                <c:pt idx="278">
                  <c:v>6950.1799999999994</c:v>
                </c:pt>
                <c:pt idx="279">
                  <c:v>6963.51</c:v>
                </c:pt>
                <c:pt idx="280">
                  <c:v>6961.0599999999995</c:v>
                </c:pt>
                <c:pt idx="281">
                  <c:v>6961.14</c:v>
                </c:pt>
                <c:pt idx="282">
                  <c:v>6955.57</c:v>
                </c:pt>
                <c:pt idx="283">
                  <c:v>6960.7599999999993</c:v>
                </c:pt>
                <c:pt idx="284">
                  <c:v>6958.54</c:v>
                </c:pt>
                <c:pt idx="285">
                  <c:v>6951.91</c:v>
                </c:pt>
                <c:pt idx="286">
                  <c:v>6950.87</c:v>
                </c:pt>
                <c:pt idx="287">
                  <c:v>6951.06</c:v>
                </c:pt>
                <c:pt idx="288">
                  <c:v>6950.54</c:v>
                </c:pt>
                <c:pt idx="289">
                  <c:v>6956.7300000000005</c:v>
                </c:pt>
                <c:pt idx="290">
                  <c:v>6953.9</c:v>
                </c:pt>
                <c:pt idx="291">
                  <c:v>6940.32</c:v>
                </c:pt>
                <c:pt idx="292">
                  <c:v>6942.05</c:v>
                </c:pt>
                <c:pt idx="293">
                  <c:v>6947.6699999999992</c:v>
                </c:pt>
                <c:pt idx="294">
                  <c:v>6943.43</c:v>
                </c:pt>
                <c:pt idx="295">
                  <c:v>6938.1</c:v>
                </c:pt>
                <c:pt idx="296">
                  <c:v>6935.9400000000005</c:v>
                </c:pt>
                <c:pt idx="297">
                  <c:v>6939.3399999999992</c:v>
                </c:pt>
                <c:pt idx="298">
                  <c:v>6935.59</c:v>
                </c:pt>
                <c:pt idx="299">
                  <c:v>6931.5499999999993</c:v>
                </c:pt>
                <c:pt idx="300">
                  <c:v>6923.33</c:v>
                </c:pt>
                <c:pt idx="301">
                  <c:v>6924.9</c:v>
                </c:pt>
                <c:pt idx="302">
                  <c:v>6920.4</c:v>
                </c:pt>
                <c:pt idx="303">
                  <c:v>6921.43</c:v>
                </c:pt>
                <c:pt idx="304">
                  <c:v>6921.58</c:v>
                </c:pt>
                <c:pt idx="305">
                  <c:v>6912.66</c:v>
                </c:pt>
                <c:pt idx="306">
                  <c:v>6900.1799999999994</c:v>
                </c:pt>
                <c:pt idx="307">
                  <c:v>6905.42</c:v>
                </c:pt>
                <c:pt idx="308">
                  <c:v>6907.93</c:v>
                </c:pt>
                <c:pt idx="309">
                  <c:v>6902.71</c:v>
                </c:pt>
                <c:pt idx="310">
                  <c:v>6901.96</c:v>
                </c:pt>
                <c:pt idx="311">
                  <c:v>6896.82</c:v>
                </c:pt>
                <c:pt idx="312">
                  <c:v>6890.75</c:v>
                </c:pt>
                <c:pt idx="313">
                  <c:v>6879.7800000000007</c:v>
                </c:pt>
                <c:pt idx="314">
                  <c:v>6875.36</c:v>
                </c:pt>
                <c:pt idx="315">
                  <c:v>6877.8499999999995</c:v>
                </c:pt>
                <c:pt idx="316">
                  <c:v>6872.3</c:v>
                </c:pt>
                <c:pt idx="317">
                  <c:v>6866.25</c:v>
                </c:pt>
                <c:pt idx="318">
                  <c:v>6857.57</c:v>
                </c:pt>
                <c:pt idx="319">
                  <c:v>6853.0199999999995</c:v>
                </c:pt>
                <c:pt idx="320">
                  <c:v>6846.37</c:v>
                </c:pt>
                <c:pt idx="321">
                  <c:v>6843.24</c:v>
                </c:pt>
                <c:pt idx="322">
                  <c:v>6838.25</c:v>
                </c:pt>
                <c:pt idx="323">
                  <c:v>6833.17</c:v>
                </c:pt>
                <c:pt idx="324">
                  <c:v>6833.74</c:v>
                </c:pt>
                <c:pt idx="325">
                  <c:v>6828.7699999999995</c:v>
                </c:pt>
                <c:pt idx="326">
                  <c:v>6824.03</c:v>
                </c:pt>
                <c:pt idx="327">
                  <c:v>6815.3899999999994</c:v>
                </c:pt>
                <c:pt idx="328">
                  <c:v>6806.51</c:v>
                </c:pt>
                <c:pt idx="329">
                  <c:v>6803.04</c:v>
                </c:pt>
                <c:pt idx="330">
                  <c:v>6798.3399999999992</c:v>
                </c:pt>
                <c:pt idx="331">
                  <c:v>6793.07</c:v>
                </c:pt>
                <c:pt idx="332">
                  <c:v>6788.03</c:v>
                </c:pt>
                <c:pt idx="333">
                  <c:v>6786.7800000000007</c:v>
                </c:pt>
                <c:pt idx="334">
                  <c:v>6782.94</c:v>
                </c:pt>
                <c:pt idx="335">
                  <c:v>6774.28</c:v>
                </c:pt>
                <c:pt idx="336">
                  <c:v>6770.1500000000005</c:v>
                </c:pt>
                <c:pt idx="337">
                  <c:v>6766.6</c:v>
                </c:pt>
                <c:pt idx="338">
                  <c:v>6760.34</c:v>
                </c:pt>
                <c:pt idx="339">
                  <c:v>6756.92</c:v>
                </c:pt>
                <c:pt idx="340">
                  <c:v>6751.98</c:v>
                </c:pt>
                <c:pt idx="341">
                  <c:v>6743.8399999999992</c:v>
                </c:pt>
                <c:pt idx="342">
                  <c:v>6745.53</c:v>
                </c:pt>
                <c:pt idx="343">
                  <c:v>6722.1799999999994</c:v>
                </c:pt>
                <c:pt idx="344">
                  <c:v>6721.8600000000006</c:v>
                </c:pt>
                <c:pt idx="345">
                  <c:v>6730.53</c:v>
                </c:pt>
                <c:pt idx="346">
                  <c:v>6719.88</c:v>
                </c:pt>
                <c:pt idx="347">
                  <c:v>6716.43</c:v>
                </c:pt>
                <c:pt idx="348">
                  <c:v>6707.82</c:v>
                </c:pt>
                <c:pt idx="349">
                  <c:v>6702.71</c:v>
                </c:pt>
                <c:pt idx="350">
                  <c:v>6701.3499999999995</c:v>
                </c:pt>
                <c:pt idx="351">
                  <c:v>6697.38</c:v>
                </c:pt>
                <c:pt idx="352">
                  <c:v>6694.06</c:v>
                </c:pt>
                <c:pt idx="353">
                  <c:v>6690.1799999999994</c:v>
                </c:pt>
                <c:pt idx="354">
                  <c:v>6679.8099999999995</c:v>
                </c:pt>
                <c:pt idx="355">
                  <c:v>6681.7599999999993</c:v>
                </c:pt>
                <c:pt idx="356">
                  <c:v>6670.19</c:v>
                </c:pt>
                <c:pt idx="357">
                  <c:v>6664.94</c:v>
                </c:pt>
                <c:pt idx="358">
                  <c:v>6659.12</c:v>
                </c:pt>
                <c:pt idx="359">
                  <c:v>6656.63</c:v>
                </c:pt>
                <c:pt idx="360">
                  <c:v>6651.64</c:v>
                </c:pt>
                <c:pt idx="361">
                  <c:v>6654.87</c:v>
                </c:pt>
                <c:pt idx="362">
                  <c:v>6645.1</c:v>
                </c:pt>
                <c:pt idx="363">
                  <c:v>6644.4</c:v>
                </c:pt>
                <c:pt idx="364">
                  <c:v>6640.18</c:v>
                </c:pt>
                <c:pt idx="365">
                  <c:v>6635.3</c:v>
                </c:pt>
                <c:pt idx="366">
                  <c:v>6628.9400000000005</c:v>
                </c:pt>
                <c:pt idx="367">
                  <c:v>6619.5899999999992</c:v>
                </c:pt>
                <c:pt idx="368">
                  <c:v>6615.08</c:v>
                </c:pt>
                <c:pt idx="369">
                  <c:v>6613.1399999999994</c:v>
                </c:pt>
                <c:pt idx="370">
                  <c:v>6609.69</c:v>
                </c:pt>
                <c:pt idx="371">
                  <c:v>6604.91</c:v>
                </c:pt>
                <c:pt idx="372">
                  <c:v>6602.45</c:v>
                </c:pt>
                <c:pt idx="373">
                  <c:v>6597.8700000000008</c:v>
                </c:pt>
                <c:pt idx="374">
                  <c:v>6590.33</c:v>
                </c:pt>
                <c:pt idx="375">
                  <c:v>6584.8899999999994</c:v>
                </c:pt>
                <c:pt idx="376">
                  <c:v>6575.85</c:v>
                </c:pt>
                <c:pt idx="377">
                  <c:v>6574.22</c:v>
                </c:pt>
                <c:pt idx="378">
                  <c:v>6576.37</c:v>
                </c:pt>
                <c:pt idx="379">
                  <c:v>6563.44</c:v>
                </c:pt>
                <c:pt idx="380">
                  <c:v>6566.07</c:v>
                </c:pt>
                <c:pt idx="381">
                  <c:v>6556.68</c:v>
                </c:pt>
                <c:pt idx="382">
                  <c:v>6558.53</c:v>
                </c:pt>
                <c:pt idx="383">
                  <c:v>6545.16</c:v>
                </c:pt>
                <c:pt idx="384">
                  <c:v>6538.92</c:v>
                </c:pt>
                <c:pt idx="385">
                  <c:v>6546.48</c:v>
                </c:pt>
                <c:pt idx="386">
                  <c:v>6540.24</c:v>
                </c:pt>
                <c:pt idx="387">
                  <c:v>6530.62</c:v>
                </c:pt>
                <c:pt idx="388">
                  <c:v>6525.97</c:v>
                </c:pt>
                <c:pt idx="389">
                  <c:v>6520.04</c:v>
                </c:pt>
                <c:pt idx="390">
                  <c:v>6517.85</c:v>
                </c:pt>
                <c:pt idx="391">
                  <c:v>6519.9</c:v>
                </c:pt>
                <c:pt idx="392">
                  <c:v>6508.1100000000006</c:v>
                </c:pt>
                <c:pt idx="393">
                  <c:v>6502.3600000000006</c:v>
                </c:pt>
                <c:pt idx="394">
                  <c:v>6499.13</c:v>
                </c:pt>
                <c:pt idx="395">
                  <c:v>6495.04</c:v>
                </c:pt>
                <c:pt idx="396">
                  <c:v>6496.52</c:v>
                </c:pt>
                <c:pt idx="397">
                  <c:v>6487.26</c:v>
                </c:pt>
                <c:pt idx="398">
                  <c:v>6484.14</c:v>
                </c:pt>
                <c:pt idx="399">
                  <c:v>6487.7599999999993</c:v>
                </c:pt>
                <c:pt idx="400">
                  <c:v>6484.7400000000007</c:v>
                </c:pt>
                <c:pt idx="401">
                  <c:v>6479.5199999999995</c:v>
                </c:pt>
                <c:pt idx="402">
                  <c:v>6488.13</c:v>
                </c:pt>
                <c:pt idx="403">
                  <c:v>6487.16</c:v>
                </c:pt>
                <c:pt idx="404">
                  <c:v>6483.62</c:v>
                </c:pt>
                <c:pt idx="405">
                  <c:v>6479.2199999999993</c:v>
                </c:pt>
                <c:pt idx="406">
                  <c:v>6481.5</c:v>
                </c:pt>
                <c:pt idx="407">
                  <c:v>6482.32</c:v>
                </c:pt>
                <c:pt idx="408">
                  <c:v>6480.85</c:v>
                </c:pt>
                <c:pt idx="409">
                  <c:v>6483.18</c:v>
                </c:pt>
                <c:pt idx="410">
                  <c:v>6481.76</c:v>
                </c:pt>
                <c:pt idx="411">
                  <c:v>6471.4</c:v>
                </c:pt>
                <c:pt idx="412">
                  <c:v>6479.61</c:v>
                </c:pt>
                <c:pt idx="413">
                  <c:v>6476.38</c:v>
                </c:pt>
                <c:pt idx="414">
                  <c:v>6471.62</c:v>
                </c:pt>
                <c:pt idx="415">
                  <c:v>6468.34</c:v>
                </c:pt>
                <c:pt idx="416">
                  <c:v>6463.93</c:v>
                </c:pt>
                <c:pt idx="417">
                  <c:v>6462.43</c:v>
                </c:pt>
                <c:pt idx="418">
                  <c:v>6460.69</c:v>
                </c:pt>
                <c:pt idx="419">
                  <c:v>6459.43</c:v>
                </c:pt>
                <c:pt idx="420">
                  <c:v>6447.99</c:v>
                </c:pt>
                <c:pt idx="421">
                  <c:v>6457.06</c:v>
                </c:pt>
                <c:pt idx="422">
                  <c:v>6447.72</c:v>
                </c:pt>
                <c:pt idx="423">
                  <c:v>6444.4</c:v>
                </c:pt>
                <c:pt idx="424">
                  <c:v>6441.9500000000007</c:v>
                </c:pt>
                <c:pt idx="425">
                  <c:v>6439.3399999999992</c:v>
                </c:pt>
                <c:pt idx="426">
                  <c:v>6429.03</c:v>
                </c:pt>
                <c:pt idx="427">
                  <c:v>6426.21</c:v>
                </c:pt>
                <c:pt idx="428">
                  <c:v>6429.25</c:v>
                </c:pt>
                <c:pt idx="429">
                  <c:v>6424.36</c:v>
                </c:pt>
                <c:pt idx="430">
                  <c:v>6416.62</c:v>
                </c:pt>
                <c:pt idx="431">
                  <c:v>6417.4699999999993</c:v>
                </c:pt>
                <c:pt idx="432">
                  <c:v>6411.0300000000007</c:v>
                </c:pt>
                <c:pt idx="433">
                  <c:v>6401.99</c:v>
                </c:pt>
                <c:pt idx="434">
                  <c:v>6398.11</c:v>
                </c:pt>
                <c:pt idx="435">
                  <c:v>6395.2</c:v>
                </c:pt>
                <c:pt idx="436">
                  <c:v>6386.97</c:v>
                </c:pt>
                <c:pt idx="437">
                  <c:v>6380.25</c:v>
                </c:pt>
                <c:pt idx="438">
                  <c:v>6374.72</c:v>
                </c:pt>
                <c:pt idx="439">
                  <c:v>6378.28</c:v>
                </c:pt>
                <c:pt idx="440">
                  <c:v>6365.48</c:v>
                </c:pt>
                <c:pt idx="441">
                  <c:v>6366.37</c:v>
                </c:pt>
                <c:pt idx="442">
                  <c:v>6358.19</c:v>
                </c:pt>
                <c:pt idx="443">
                  <c:v>6357.0599999999995</c:v>
                </c:pt>
                <c:pt idx="444">
                  <c:v>6345.84</c:v>
                </c:pt>
                <c:pt idx="445">
                  <c:v>6347.0599999999995</c:v>
                </c:pt>
                <c:pt idx="446">
                  <c:v>6334.46</c:v>
                </c:pt>
                <c:pt idx="447">
                  <c:v>6330.15</c:v>
                </c:pt>
                <c:pt idx="448">
                  <c:v>6326.96</c:v>
                </c:pt>
                <c:pt idx="449">
                  <c:v>6329.58</c:v>
                </c:pt>
                <c:pt idx="450">
                  <c:v>6323.34</c:v>
                </c:pt>
                <c:pt idx="451">
                  <c:v>6319.61</c:v>
                </c:pt>
                <c:pt idx="452">
                  <c:v>6312.7000000000007</c:v>
                </c:pt>
                <c:pt idx="453">
                  <c:v>6311.62</c:v>
                </c:pt>
                <c:pt idx="454">
                  <c:v>6306.78</c:v>
                </c:pt>
                <c:pt idx="455">
                  <c:v>6301.03</c:v>
                </c:pt>
                <c:pt idx="456">
                  <c:v>6292.49</c:v>
                </c:pt>
                <c:pt idx="457">
                  <c:v>6287.38</c:v>
                </c:pt>
                <c:pt idx="458">
                  <c:v>6280.36</c:v>
                </c:pt>
                <c:pt idx="459">
                  <c:v>6278.6</c:v>
                </c:pt>
                <c:pt idx="460">
                  <c:v>6273.4800000000005</c:v>
                </c:pt>
                <c:pt idx="461">
                  <c:v>6265.19</c:v>
                </c:pt>
                <c:pt idx="462">
                  <c:v>6268.72</c:v>
                </c:pt>
                <c:pt idx="463">
                  <c:v>6257.74</c:v>
                </c:pt>
                <c:pt idx="464">
                  <c:v>6253.79</c:v>
                </c:pt>
                <c:pt idx="465">
                  <c:v>6248.46</c:v>
                </c:pt>
                <c:pt idx="466">
                  <c:v>6244.45</c:v>
                </c:pt>
                <c:pt idx="467">
                  <c:v>6240.68</c:v>
                </c:pt>
                <c:pt idx="468">
                  <c:v>6237.08</c:v>
                </c:pt>
                <c:pt idx="469">
                  <c:v>6234.54</c:v>
                </c:pt>
                <c:pt idx="470">
                  <c:v>6232.08</c:v>
                </c:pt>
                <c:pt idx="471">
                  <c:v>6225.06</c:v>
                </c:pt>
                <c:pt idx="472">
                  <c:v>6222.84</c:v>
                </c:pt>
                <c:pt idx="473">
                  <c:v>6214.93</c:v>
                </c:pt>
                <c:pt idx="474">
                  <c:v>6207.37</c:v>
                </c:pt>
                <c:pt idx="475">
                  <c:v>6207.8600000000006</c:v>
                </c:pt>
                <c:pt idx="476">
                  <c:v>6198.11</c:v>
                </c:pt>
                <c:pt idx="477">
                  <c:v>6194.2199999999993</c:v>
                </c:pt>
                <c:pt idx="478">
                  <c:v>6188.51</c:v>
                </c:pt>
                <c:pt idx="479">
                  <c:v>6189.12</c:v>
                </c:pt>
                <c:pt idx="480">
                  <c:v>6185.16</c:v>
                </c:pt>
                <c:pt idx="481">
                  <c:v>6180.79</c:v>
                </c:pt>
                <c:pt idx="482">
                  <c:v>6176.52</c:v>
                </c:pt>
                <c:pt idx="483">
                  <c:v>6165.06</c:v>
                </c:pt>
                <c:pt idx="484">
                  <c:v>6165.39</c:v>
                </c:pt>
                <c:pt idx="485">
                  <c:v>6157.0099999999993</c:v>
                </c:pt>
                <c:pt idx="486">
                  <c:v>6161.5700000000006</c:v>
                </c:pt>
                <c:pt idx="487">
                  <c:v>6153.04</c:v>
                </c:pt>
                <c:pt idx="488">
                  <c:v>6145.72</c:v>
                </c:pt>
                <c:pt idx="489">
                  <c:v>6149.99</c:v>
                </c:pt>
                <c:pt idx="490">
                  <c:v>6133.54</c:v>
                </c:pt>
                <c:pt idx="491">
                  <c:v>6134.35</c:v>
                </c:pt>
                <c:pt idx="492">
                  <c:v>6135.3</c:v>
                </c:pt>
                <c:pt idx="493">
                  <c:v>6135.98</c:v>
                </c:pt>
                <c:pt idx="494">
                  <c:v>6135.87</c:v>
                </c:pt>
                <c:pt idx="495">
                  <c:v>6139.38</c:v>
                </c:pt>
                <c:pt idx="496">
                  <c:v>6129.46</c:v>
                </c:pt>
                <c:pt idx="497">
                  <c:v>6128.78</c:v>
                </c:pt>
                <c:pt idx="498">
                  <c:v>6130.99</c:v>
                </c:pt>
                <c:pt idx="499">
                  <c:v>6135.75</c:v>
                </c:pt>
                <c:pt idx="500">
                  <c:v>6132.33</c:v>
                </c:pt>
                <c:pt idx="501">
                  <c:v>6135.39</c:v>
                </c:pt>
                <c:pt idx="502">
                  <c:v>6131.53</c:v>
                </c:pt>
                <c:pt idx="503">
                  <c:v>6130.19</c:v>
                </c:pt>
                <c:pt idx="504">
                  <c:v>6128.33</c:v>
                </c:pt>
                <c:pt idx="505">
                  <c:v>6124.3600000000006</c:v>
                </c:pt>
                <c:pt idx="506">
                  <c:v>6121.8700000000008</c:v>
                </c:pt>
                <c:pt idx="507">
                  <c:v>6123.67</c:v>
                </c:pt>
                <c:pt idx="508">
                  <c:v>6118.2</c:v>
                </c:pt>
                <c:pt idx="509">
                  <c:v>6116.13</c:v>
                </c:pt>
                <c:pt idx="510">
                  <c:v>6109.9</c:v>
                </c:pt>
                <c:pt idx="511">
                  <c:v>6109.9</c:v>
                </c:pt>
                <c:pt idx="512">
                  <c:v>6109.72</c:v>
                </c:pt>
                <c:pt idx="513">
                  <c:v>6106.63</c:v>
                </c:pt>
                <c:pt idx="514">
                  <c:v>6106.54</c:v>
                </c:pt>
                <c:pt idx="515">
                  <c:v>6104.2699999999995</c:v>
                </c:pt>
                <c:pt idx="516">
                  <c:v>6092.61</c:v>
                </c:pt>
                <c:pt idx="517">
                  <c:v>6087.58</c:v>
                </c:pt>
                <c:pt idx="518">
                  <c:v>6089.9</c:v>
                </c:pt>
                <c:pt idx="519">
                  <c:v>6085.54</c:v>
                </c:pt>
                <c:pt idx="520">
                  <c:v>6078.79</c:v>
                </c:pt>
                <c:pt idx="521">
                  <c:v>6070.21</c:v>
                </c:pt>
                <c:pt idx="522">
                  <c:v>6058.22</c:v>
                </c:pt>
                <c:pt idx="523">
                  <c:v>6048.59</c:v>
                </c:pt>
                <c:pt idx="524">
                  <c:v>6041.15</c:v>
                </c:pt>
                <c:pt idx="525">
                  <c:v>6043.67</c:v>
                </c:pt>
                <c:pt idx="526">
                  <c:v>6036.27</c:v>
                </c:pt>
                <c:pt idx="527">
                  <c:v>6028.6600000000008</c:v>
                </c:pt>
                <c:pt idx="528">
                  <c:v>6023.0300000000007</c:v>
                </c:pt>
                <c:pt idx="529">
                  <c:v>6015.27</c:v>
                </c:pt>
                <c:pt idx="530">
                  <c:v>6019.4400000000005</c:v>
                </c:pt>
                <c:pt idx="531">
                  <c:v>6009.22</c:v>
                </c:pt>
                <c:pt idx="532">
                  <c:v>6007.6</c:v>
                </c:pt>
                <c:pt idx="533">
                  <c:v>6001.37</c:v>
                </c:pt>
                <c:pt idx="534">
                  <c:v>5993.04</c:v>
                </c:pt>
                <c:pt idx="535">
                  <c:v>5991.43</c:v>
                </c:pt>
                <c:pt idx="536">
                  <c:v>5985.89</c:v>
                </c:pt>
                <c:pt idx="537">
                  <c:v>5985.08</c:v>
                </c:pt>
                <c:pt idx="538">
                  <c:v>5977.9400000000005</c:v>
                </c:pt>
                <c:pt idx="539">
                  <c:v>5971.07</c:v>
                </c:pt>
                <c:pt idx="540">
                  <c:v>5968.06</c:v>
                </c:pt>
                <c:pt idx="541">
                  <c:v>5967.22</c:v>
                </c:pt>
                <c:pt idx="542">
                  <c:v>5960.46</c:v>
                </c:pt>
                <c:pt idx="543">
                  <c:v>5949.35</c:v>
                </c:pt>
                <c:pt idx="544">
                  <c:v>5945.2699999999995</c:v>
                </c:pt>
                <c:pt idx="545">
                  <c:v>5944.5499999999993</c:v>
                </c:pt>
                <c:pt idx="546">
                  <c:v>5942.25</c:v>
                </c:pt>
                <c:pt idx="547">
                  <c:v>5937.62</c:v>
                </c:pt>
                <c:pt idx="548">
                  <c:v>5928.5300000000007</c:v>
                </c:pt>
                <c:pt idx="549">
                  <c:v>5931.3</c:v>
                </c:pt>
                <c:pt idx="550">
                  <c:v>5923.08</c:v>
                </c:pt>
                <c:pt idx="551">
                  <c:v>5922.38</c:v>
                </c:pt>
                <c:pt idx="552">
                  <c:v>5916.76</c:v>
                </c:pt>
                <c:pt idx="553">
                  <c:v>5913.21</c:v>
                </c:pt>
                <c:pt idx="554">
                  <c:v>5909.01</c:v>
                </c:pt>
                <c:pt idx="555">
                  <c:v>5900.03</c:v>
                </c:pt>
                <c:pt idx="556">
                  <c:v>5896.6500000000005</c:v>
                </c:pt>
                <c:pt idx="557">
                  <c:v>5891.3099999999995</c:v>
                </c:pt>
                <c:pt idx="558">
                  <c:v>5890.19</c:v>
                </c:pt>
                <c:pt idx="559">
                  <c:v>5885.24</c:v>
                </c:pt>
                <c:pt idx="560">
                  <c:v>5874.5700000000006</c:v>
                </c:pt>
                <c:pt idx="561">
                  <c:v>5871.05</c:v>
                </c:pt>
                <c:pt idx="562">
                  <c:v>5873.2800000000007</c:v>
                </c:pt>
                <c:pt idx="563">
                  <c:v>5865.46</c:v>
                </c:pt>
                <c:pt idx="564">
                  <c:v>5860.3899999999994</c:v>
                </c:pt>
                <c:pt idx="565">
                  <c:v>5855.72</c:v>
                </c:pt>
                <c:pt idx="566">
                  <c:v>5850.08</c:v>
                </c:pt>
                <c:pt idx="567">
                  <c:v>5846.18</c:v>
                </c:pt>
                <c:pt idx="568">
                  <c:v>5843.48</c:v>
                </c:pt>
                <c:pt idx="569">
                  <c:v>5838.94</c:v>
                </c:pt>
                <c:pt idx="570">
                  <c:v>5833.8099999999995</c:v>
                </c:pt>
                <c:pt idx="571">
                  <c:v>5832.79</c:v>
                </c:pt>
              </c:numCache>
            </c:numRef>
          </c:xVal>
          <c:yVal>
            <c:numRef>
              <c:f>Presentation!$AW$13:$AW$584</c:f>
              <c:numCache>
                <c:formatCode>General</c:formatCode>
                <c:ptCount val="572"/>
                <c:pt idx="0">
                  <c:v>7.6293743177106973E-4</c:v>
                </c:pt>
                <c:pt idx="1">
                  <c:v>7.5650848650484501E-4</c:v>
                </c:pt>
                <c:pt idx="2">
                  <c:v>7.5889835911217471E-4</c:v>
                </c:pt>
                <c:pt idx="3">
                  <c:v>7.6011411519652018E-4</c:v>
                </c:pt>
                <c:pt idx="4">
                  <c:v>7.8919537609938972E-4</c:v>
                </c:pt>
                <c:pt idx="5">
                  <c:v>5.4777204255767415E-3</c:v>
                </c:pt>
                <c:pt idx="6">
                  <c:v>1.2061888377004139E-2</c:v>
                </c:pt>
                <c:pt idx="7">
                  <c:v>2.9694009762883892E-2</c:v>
                </c:pt>
                <c:pt idx="8">
                  <c:v>4.9160344209306289E-2</c:v>
                </c:pt>
                <c:pt idx="9">
                  <c:v>5.937899422627705E-2</c:v>
                </c:pt>
                <c:pt idx="10">
                  <c:v>7.2877028573664487E-2</c:v>
                </c:pt>
                <c:pt idx="11">
                  <c:v>8.3365114289206704E-2</c:v>
                </c:pt>
                <c:pt idx="12">
                  <c:v>9.6396170740498624E-2</c:v>
                </c:pt>
                <c:pt idx="13">
                  <c:v>0.11050699183217158</c:v>
                </c:pt>
                <c:pt idx="14">
                  <c:v>0.12307032904232636</c:v>
                </c:pt>
                <c:pt idx="15">
                  <c:v>0.13697762228030319</c:v>
                </c:pt>
                <c:pt idx="16">
                  <c:v>0.14414348480523823</c:v>
                </c:pt>
                <c:pt idx="17">
                  <c:v>0.15799458226160668</c:v>
                </c:pt>
                <c:pt idx="18">
                  <c:v>0.17064015073856037</c:v>
                </c:pt>
                <c:pt idx="19">
                  <c:v>0.18094790834405741</c:v>
                </c:pt>
                <c:pt idx="20">
                  <c:v>0.19251638800554075</c:v>
                </c:pt>
                <c:pt idx="21">
                  <c:v>0.20199393045619085</c:v>
                </c:pt>
                <c:pt idx="22">
                  <c:v>0.21211836943544263</c:v>
                </c:pt>
                <c:pt idx="23">
                  <c:v>0.22103382684959</c:v>
                </c:pt>
                <c:pt idx="24">
                  <c:v>0.23071258245256127</c:v>
                </c:pt>
                <c:pt idx="25">
                  <c:v>0.23890680757199884</c:v>
                </c:pt>
                <c:pt idx="26">
                  <c:v>0.24907208320361138</c:v>
                </c:pt>
                <c:pt idx="27">
                  <c:v>0.25622740300628216</c:v>
                </c:pt>
                <c:pt idx="28">
                  <c:v>0.26503944082780079</c:v>
                </c:pt>
                <c:pt idx="29">
                  <c:v>0.27383919645716415</c:v>
                </c:pt>
                <c:pt idx="30">
                  <c:v>0.28185626961998167</c:v>
                </c:pt>
                <c:pt idx="31">
                  <c:v>0.2894414574408915</c:v>
                </c:pt>
                <c:pt idx="32">
                  <c:v>0.29766824085005911</c:v>
                </c:pt>
                <c:pt idx="33">
                  <c:v>0.30399241680225547</c:v>
                </c:pt>
                <c:pt idx="34">
                  <c:v>0.31205700603540171</c:v>
                </c:pt>
                <c:pt idx="35">
                  <c:v>0.31734137880048729</c:v>
                </c:pt>
                <c:pt idx="36">
                  <c:v>0.32341884907847374</c:v>
                </c:pt>
                <c:pt idx="37">
                  <c:v>0.33039166740085946</c:v>
                </c:pt>
                <c:pt idx="38">
                  <c:v>0.33658109842433703</c:v>
                </c:pt>
                <c:pt idx="39">
                  <c:v>0.34243830092357097</c:v>
                </c:pt>
                <c:pt idx="40">
                  <c:v>0.34774888359667422</c:v>
                </c:pt>
                <c:pt idx="41">
                  <c:v>0.35339116021012451</c:v>
                </c:pt>
                <c:pt idx="42">
                  <c:v>0.36115230759605932</c:v>
                </c:pt>
                <c:pt idx="43">
                  <c:v>0.36456949569495695</c:v>
                </c:pt>
                <c:pt idx="44">
                  <c:v>0.37107119514443726</c:v>
                </c:pt>
                <c:pt idx="45">
                  <c:v>0.37696029023925298</c:v>
                </c:pt>
                <c:pt idx="46">
                  <c:v>0.38232156633073022</c:v>
                </c:pt>
                <c:pt idx="47">
                  <c:v>0.38649053687922491</c:v>
                </c:pt>
                <c:pt idx="48">
                  <c:v>0.39130306229680267</c:v>
                </c:pt>
                <c:pt idx="49">
                  <c:v>0.39284225122067357</c:v>
                </c:pt>
                <c:pt idx="50">
                  <c:v>0.39776610973803728</c:v>
                </c:pt>
                <c:pt idx="51">
                  <c:v>0.40188413694591391</c:v>
                </c:pt>
                <c:pt idx="52">
                  <c:v>0.40679231845854819</c:v>
                </c:pt>
                <c:pt idx="53">
                  <c:v>0.41031830379843931</c:v>
                </c:pt>
                <c:pt idx="54">
                  <c:v>0.41488197515214242</c:v>
                </c:pt>
                <c:pt idx="55">
                  <c:v>0.41850803229024042</c:v>
                </c:pt>
                <c:pt idx="56">
                  <c:v>0.42220315700208783</c:v>
                </c:pt>
                <c:pt idx="57">
                  <c:v>0.42609018283255201</c:v>
                </c:pt>
                <c:pt idx="58">
                  <c:v>0.42945082341723112</c:v>
                </c:pt>
                <c:pt idx="59">
                  <c:v>0.43372508967654322</c:v>
                </c:pt>
                <c:pt idx="60">
                  <c:v>0.4364768132568832</c:v>
                </c:pt>
                <c:pt idx="61">
                  <c:v>0.44052710755443808</c:v>
                </c:pt>
                <c:pt idx="62">
                  <c:v>0.44024598123311398</c:v>
                </c:pt>
                <c:pt idx="63">
                  <c:v>0.44537034269030318</c:v>
                </c:pt>
                <c:pt idx="64">
                  <c:v>0.44796058287241464</c:v>
                </c:pt>
                <c:pt idx="65">
                  <c:v>0.45246926531489001</c:v>
                </c:pt>
                <c:pt idx="66">
                  <c:v>0.45475335673519124</c:v>
                </c:pt>
                <c:pt idx="67">
                  <c:v>0.45660168927066946</c:v>
                </c:pt>
                <c:pt idx="68">
                  <c:v>0.45815799846093203</c:v>
                </c:pt>
                <c:pt idx="69">
                  <c:v>0.46169577119713995</c:v>
                </c:pt>
                <c:pt idx="70">
                  <c:v>0.46418319130083774</c:v>
                </c:pt>
                <c:pt idx="71">
                  <c:v>0.46699865346554453</c:v>
                </c:pt>
                <c:pt idx="72">
                  <c:v>0.46931270526749419</c:v>
                </c:pt>
                <c:pt idx="73">
                  <c:v>0.47108263074222251</c:v>
                </c:pt>
                <c:pt idx="74">
                  <c:v>0.47479108530338704</c:v>
                </c:pt>
                <c:pt idx="75">
                  <c:v>0.47632485413298248</c:v>
                </c:pt>
                <c:pt idx="76">
                  <c:v>0.47913177741400126</c:v>
                </c:pt>
                <c:pt idx="77">
                  <c:v>0.48074141162559597</c:v>
                </c:pt>
                <c:pt idx="78">
                  <c:v>0.48330514440580974</c:v>
                </c:pt>
                <c:pt idx="79">
                  <c:v>0.48518186013552195</c:v>
                </c:pt>
                <c:pt idx="80">
                  <c:v>0.48696747288987274</c:v>
                </c:pt>
                <c:pt idx="81">
                  <c:v>0.48912582326558657</c:v>
                </c:pt>
                <c:pt idx="82">
                  <c:v>0.49111118686266114</c:v>
                </c:pt>
                <c:pt idx="83">
                  <c:v>0.49276076659033113</c:v>
                </c:pt>
                <c:pt idx="84">
                  <c:v>0.49393732393743761</c:v>
                </c:pt>
                <c:pt idx="85">
                  <c:v>0.49526956702089586</c:v>
                </c:pt>
                <c:pt idx="86">
                  <c:v>0.49550647179513158</c:v>
                </c:pt>
                <c:pt idx="87">
                  <c:v>0.49315571213622517</c:v>
                </c:pt>
                <c:pt idx="88">
                  <c:v>0.49694922558239751</c:v>
                </c:pt>
                <c:pt idx="89">
                  <c:v>0.49837849492368086</c:v>
                </c:pt>
                <c:pt idx="90">
                  <c:v>0.49959513142363976</c:v>
                </c:pt>
                <c:pt idx="91">
                  <c:v>0.50082485425459822</c:v>
                </c:pt>
                <c:pt idx="92">
                  <c:v>0.50139651831124987</c:v>
                </c:pt>
                <c:pt idx="93">
                  <c:v>0.50229181414915125</c:v>
                </c:pt>
                <c:pt idx="94">
                  <c:v>0.50347028879785427</c:v>
                </c:pt>
                <c:pt idx="95">
                  <c:v>0.50456606448848851</c:v>
                </c:pt>
                <c:pt idx="96">
                  <c:v>0.50551065299291076</c:v>
                </c:pt>
                <c:pt idx="97">
                  <c:v>0.50657242284796489</c:v>
                </c:pt>
                <c:pt idx="98">
                  <c:v>0.50810777703485555</c:v>
                </c:pt>
                <c:pt idx="99">
                  <c:v>0.50960382543330596</c:v>
                </c:pt>
                <c:pt idx="100">
                  <c:v>0.50982811191582666</c:v>
                </c:pt>
                <c:pt idx="101">
                  <c:v>0.51184035988234622</c:v>
                </c:pt>
                <c:pt idx="102">
                  <c:v>0.51282481161438276</c:v>
                </c:pt>
                <c:pt idx="103">
                  <c:v>0.51346457025691983</c:v>
                </c:pt>
                <c:pt idx="104">
                  <c:v>0.51372491656497921</c:v>
                </c:pt>
                <c:pt idx="105">
                  <c:v>0.51546350750787728</c:v>
                </c:pt>
                <c:pt idx="106">
                  <c:v>0.51579742406356732</c:v>
                </c:pt>
                <c:pt idx="107">
                  <c:v>0.51639085661010531</c:v>
                </c:pt>
                <c:pt idx="108">
                  <c:v>0.51779850036745623</c:v>
                </c:pt>
                <c:pt idx="109">
                  <c:v>0.51826913543046915</c:v>
                </c:pt>
                <c:pt idx="110">
                  <c:v>0.51794379517839417</c:v>
                </c:pt>
                <c:pt idx="111">
                  <c:v>0.51903026804718777</c:v>
                </c:pt>
                <c:pt idx="112">
                  <c:v>0.51967622736286212</c:v>
                </c:pt>
                <c:pt idx="113">
                  <c:v>0.52050436164230918</c:v>
                </c:pt>
                <c:pt idx="114">
                  <c:v>0.5211233416185157</c:v>
                </c:pt>
                <c:pt idx="115">
                  <c:v>0.52109938707424941</c:v>
                </c:pt>
                <c:pt idx="116">
                  <c:v>0.52263206624840552</c:v>
                </c:pt>
                <c:pt idx="117">
                  <c:v>0.52337769143597213</c:v>
                </c:pt>
                <c:pt idx="118">
                  <c:v>0.52435882307938675</c:v>
                </c:pt>
                <c:pt idx="119">
                  <c:v>0.52501008706662911</c:v>
                </c:pt>
                <c:pt idx="120">
                  <c:v>0.52541712805081486</c:v>
                </c:pt>
                <c:pt idx="121">
                  <c:v>0.52534280912564513</c:v>
                </c:pt>
                <c:pt idx="122">
                  <c:v>0.52376743654835511</c:v>
                </c:pt>
                <c:pt idx="123">
                  <c:v>0.52595337399710684</c:v>
                </c:pt>
                <c:pt idx="124">
                  <c:v>0.5259910689875148</c:v>
                </c:pt>
                <c:pt idx="125">
                  <c:v>0.5264523240572565</c:v>
                </c:pt>
                <c:pt idx="126">
                  <c:v>0.52691935995033601</c:v>
                </c:pt>
                <c:pt idx="127">
                  <c:v>0.52701616481113212</c:v>
                </c:pt>
                <c:pt idx="128">
                  <c:v>0.52729207329412309</c:v>
                </c:pt>
                <c:pt idx="129">
                  <c:v>0.52820913543207493</c:v>
                </c:pt>
                <c:pt idx="130">
                  <c:v>0.52819282592743255</c:v>
                </c:pt>
                <c:pt idx="131">
                  <c:v>0.52963242182447245</c:v>
                </c:pt>
                <c:pt idx="132">
                  <c:v>0.52996820682298307</c:v>
                </c:pt>
                <c:pt idx="133">
                  <c:v>0.5304260802448949</c:v>
                </c:pt>
                <c:pt idx="134">
                  <c:v>0.53106231329594888</c:v>
                </c:pt>
                <c:pt idx="135">
                  <c:v>0.53147378397190626</c:v>
                </c:pt>
                <c:pt idx="136">
                  <c:v>0.53156429379835102</c:v>
                </c:pt>
                <c:pt idx="137">
                  <c:v>0.53249838642815528</c:v>
                </c:pt>
                <c:pt idx="138">
                  <c:v>0.53169649323799373</c:v>
                </c:pt>
                <c:pt idx="139">
                  <c:v>0.53202952058641317</c:v>
                </c:pt>
                <c:pt idx="140">
                  <c:v>0.53264980693454234</c:v>
                </c:pt>
                <c:pt idx="141">
                  <c:v>0.53272706460945796</c:v>
                </c:pt>
                <c:pt idx="142">
                  <c:v>0.5327988606808538</c:v>
                </c:pt>
                <c:pt idx="143">
                  <c:v>0.53337224500121216</c:v>
                </c:pt>
                <c:pt idx="144">
                  <c:v>0.53340238833542264</c:v>
                </c:pt>
                <c:pt idx="145">
                  <c:v>0.53352133631605603</c:v>
                </c:pt>
                <c:pt idx="146">
                  <c:v>0.53377626756786034</c:v>
                </c:pt>
                <c:pt idx="147">
                  <c:v>0.53341237734095259</c:v>
                </c:pt>
                <c:pt idx="148">
                  <c:v>0.53459111181041563</c:v>
                </c:pt>
                <c:pt idx="149">
                  <c:v>0.53455190222888627</c:v>
                </c:pt>
                <c:pt idx="150">
                  <c:v>0.53403755713099443</c:v>
                </c:pt>
                <c:pt idx="151">
                  <c:v>0.53415106981967064</c:v>
                </c:pt>
                <c:pt idx="152">
                  <c:v>0.53448678298418628</c:v>
                </c:pt>
                <c:pt idx="153">
                  <c:v>0.53450092492575385</c:v>
                </c:pt>
                <c:pt idx="154">
                  <c:v>0.53455190918034223</c:v>
                </c:pt>
                <c:pt idx="155">
                  <c:v>0.53491032435757579</c:v>
                </c:pt>
                <c:pt idx="156">
                  <c:v>0.53503430303674937</c:v>
                </c:pt>
                <c:pt idx="157">
                  <c:v>0.53495580224414185</c:v>
                </c:pt>
                <c:pt idx="158">
                  <c:v>0.5345647315489811</c:v>
                </c:pt>
                <c:pt idx="159">
                  <c:v>0.53489455622026438</c:v>
                </c:pt>
                <c:pt idx="160">
                  <c:v>0.53473623637824041</c:v>
                </c:pt>
                <c:pt idx="161">
                  <c:v>0.53337009890651355</c:v>
                </c:pt>
                <c:pt idx="162">
                  <c:v>0.53322116283417453</c:v>
                </c:pt>
                <c:pt idx="163">
                  <c:v>0.53362966522505195</c:v>
                </c:pt>
                <c:pt idx="164">
                  <c:v>0.53431845137411527</c:v>
                </c:pt>
                <c:pt idx="165">
                  <c:v>0.53395029120500703</c:v>
                </c:pt>
                <c:pt idx="166">
                  <c:v>0.534531903835747</c:v>
                </c:pt>
                <c:pt idx="167">
                  <c:v>0.53480411719488641</c:v>
                </c:pt>
                <c:pt idx="168">
                  <c:v>0.53542385246297364</c:v>
                </c:pt>
                <c:pt idx="169">
                  <c:v>0.53482753399270766</c:v>
                </c:pt>
                <c:pt idx="170">
                  <c:v>0.53252984903489353</c:v>
                </c:pt>
                <c:pt idx="171">
                  <c:v>0.53492120946266886</c:v>
                </c:pt>
                <c:pt idx="172">
                  <c:v>0.53394142299984915</c:v>
                </c:pt>
                <c:pt idx="173">
                  <c:v>0.53380007705717047</c:v>
                </c:pt>
                <c:pt idx="174">
                  <c:v>0.53426525283112225</c:v>
                </c:pt>
                <c:pt idx="175">
                  <c:v>0.5348128661190672</c:v>
                </c:pt>
                <c:pt idx="176">
                  <c:v>0.53533529651756961</c:v>
                </c:pt>
                <c:pt idx="177">
                  <c:v>0.53540005387931044</c:v>
                </c:pt>
                <c:pt idx="178">
                  <c:v>0.5356014823222689</c:v>
                </c:pt>
                <c:pt idx="179">
                  <c:v>0.53503446078921024</c:v>
                </c:pt>
                <c:pt idx="180">
                  <c:v>0.53528540189660134</c:v>
                </c:pt>
                <c:pt idx="181">
                  <c:v>0.5353272689449099</c:v>
                </c:pt>
                <c:pt idx="182">
                  <c:v>0.53502513377655259</c:v>
                </c:pt>
                <c:pt idx="183">
                  <c:v>0.53517290047492028</c:v>
                </c:pt>
                <c:pt idx="184">
                  <c:v>0.53535074311359709</c:v>
                </c:pt>
                <c:pt idx="185">
                  <c:v>0.53558965877201314</c:v>
                </c:pt>
                <c:pt idx="186">
                  <c:v>0.53607559121793547</c:v>
                </c:pt>
                <c:pt idx="187">
                  <c:v>0.53602065654021969</c:v>
                </c:pt>
                <c:pt idx="188">
                  <c:v>0.53219843183332216</c:v>
                </c:pt>
                <c:pt idx="189">
                  <c:v>0.53636700595899978</c:v>
                </c:pt>
                <c:pt idx="190">
                  <c:v>0.53590142153282938</c:v>
                </c:pt>
                <c:pt idx="191">
                  <c:v>0.53531939903757852</c:v>
                </c:pt>
                <c:pt idx="192">
                  <c:v>0.53465933826730516</c:v>
                </c:pt>
                <c:pt idx="193">
                  <c:v>0.53419835098063795</c:v>
                </c:pt>
                <c:pt idx="194">
                  <c:v>0.53411532170119957</c:v>
                </c:pt>
                <c:pt idx="195">
                  <c:v>0.53452772639723256</c:v>
                </c:pt>
                <c:pt idx="196">
                  <c:v>0.53518589482211021</c:v>
                </c:pt>
                <c:pt idx="197">
                  <c:v>0.53571682257288977</c:v>
                </c:pt>
                <c:pt idx="198">
                  <c:v>0.53528006472704215</c:v>
                </c:pt>
                <c:pt idx="199">
                  <c:v>0.53571272283699733</c:v>
                </c:pt>
                <c:pt idx="200">
                  <c:v>0.53505702214783202</c:v>
                </c:pt>
                <c:pt idx="201">
                  <c:v>0.53521697079468178</c:v>
                </c:pt>
                <c:pt idx="202">
                  <c:v>0.53465647683585482</c:v>
                </c:pt>
                <c:pt idx="203">
                  <c:v>0.53466173373118608</c:v>
                </c:pt>
                <c:pt idx="204">
                  <c:v>0.53556507149749977</c:v>
                </c:pt>
                <c:pt idx="205">
                  <c:v>0.53484759973884055</c:v>
                </c:pt>
                <c:pt idx="206">
                  <c:v>0.53385556022074576</c:v>
                </c:pt>
                <c:pt idx="207">
                  <c:v>0.53429879306078676</c:v>
                </c:pt>
                <c:pt idx="208">
                  <c:v>0.53474008486127589</c:v>
                </c:pt>
                <c:pt idx="209">
                  <c:v>0.53434901524210066</c:v>
                </c:pt>
                <c:pt idx="210">
                  <c:v>0.53438142896092844</c:v>
                </c:pt>
                <c:pt idx="211">
                  <c:v>0.53467668485023012</c:v>
                </c:pt>
                <c:pt idx="212">
                  <c:v>0.53493686788678918</c:v>
                </c:pt>
                <c:pt idx="213">
                  <c:v>0.5351766869016239</c:v>
                </c:pt>
                <c:pt idx="214">
                  <c:v>0.53560706815961856</c:v>
                </c:pt>
                <c:pt idx="215">
                  <c:v>0.53535393983747703</c:v>
                </c:pt>
                <c:pt idx="216">
                  <c:v>0.53517955801104966</c:v>
                </c:pt>
                <c:pt idx="217">
                  <c:v>0.5354309165526675</c:v>
                </c:pt>
                <c:pt idx="218">
                  <c:v>0.53513901628185923</c:v>
                </c:pt>
                <c:pt idx="219">
                  <c:v>0.5344367554079531</c:v>
                </c:pt>
                <c:pt idx="220">
                  <c:v>0.5346469958760004</c:v>
                </c:pt>
                <c:pt idx="221">
                  <c:v>0.53415328572379073</c:v>
                </c:pt>
                <c:pt idx="222">
                  <c:v>0.53412456322140422</c:v>
                </c:pt>
                <c:pt idx="223">
                  <c:v>0.53364019616278069</c:v>
                </c:pt>
                <c:pt idx="224">
                  <c:v>0.53312300210794095</c:v>
                </c:pt>
                <c:pt idx="225">
                  <c:v>0.53247036558948546</c:v>
                </c:pt>
                <c:pt idx="226">
                  <c:v>0.53249909962274533</c:v>
                </c:pt>
                <c:pt idx="227">
                  <c:v>0.53181659511322688</c:v>
                </c:pt>
                <c:pt idx="228">
                  <c:v>0.53048911992363978</c:v>
                </c:pt>
                <c:pt idx="229">
                  <c:v>0.53228242033176754</c:v>
                </c:pt>
                <c:pt idx="230">
                  <c:v>0.53275357550630054</c:v>
                </c:pt>
                <c:pt idx="231">
                  <c:v>0.53272227570139086</c:v>
                </c:pt>
                <c:pt idx="232">
                  <c:v>0.53311222240206291</c:v>
                </c:pt>
                <c:pt idx="233">
                  <c:v>0.53316980758035404</c:v>
                </c:pt>
                <c:pt idx="234">
                  <c:v>0.53362197153494406</c:v>
                </c:pt>
                <c:pt idx="235">
                  <c:v>0.532960112944597</c:v>
                </c:pt>
                <c:pt idx="236">
                  <c:v>0.5323152162204885</c:v>
                </c:pt>
                <c:pt idx="237">
                  <c:v>0.53165215931036414</c:v>
                </c:pt>
                <c:pt idx="238">
                  <c:v>0.53104021795282819</c:v>
                </c:pt>
                <c:pt idx="239">
                  <c:v>0.53105369431276628</c:v>
                </c:pt>
                <c:pt idx="240">
                  <c:v>0.53124544159064646</c:v>
                </c:pt>
                <c:pt idx="241">
                  <c:v>0.53141960502511576</c:v>
                </c:pt>
                <c:pt idx="242">
                  <c:v>0.53135472190360522</c:v>
                </c:pt>
                <c:pt idx="243">
                  <c:v>0.53140700514509331</c:v>
                </c:pt>
                <c:pt idx="244">
                  <c:v>0.53104977752276816</c:v>
                </c:pt>
                <c:pt idx="245">
                  <c:v>0.53107083046005321</c:v>
                </c:pt>
                <c:pt idx="246">
                  <c:v>0.53087509715791958</c:v>
                </c:pt>
                <c:pt idx="247">
                  <c:v>0.5306034792331773</c:v>
                </c:pt>
                <c:pt idx="248">
                  <c:v>0.53077612672423269</c:v>
                </c:pt>
                <c:pt idx="249">
                  <c:v>0.53056636768770793</c:v>
                </c:pt>
                <c:pt idx="250">
                  <c:v>0.53066299161676311</c:v>
                </c:pt>
                <c:pt idx="251">
                  <c:v>0.53095878420826015</c:v>
                </c:pt>
                <c:pt idx="252">
                  <c:v>0.5306686329849899</c:v>
                </c:pt>
                <c:pt idx="253">
                  <c:v>0.53107116198059223</c:v>
                </c:pt>
                <c:pt idx="254">
                  <c:v>0.53112376185771593</c:v>
                </c:pt>
                <c:pt idx="255">
                  <c:v>0.53082478898770746</c:v>
                </c:pt>
                <c:pt idx="256">
                  <c:v>0.5305771021447695</c:v>
                </c:pt>
                <c:pt idx="257">
                  <c:v>0.52998789541868518</c:v>
                </c:pt>
                <c:pt idx="258">
                  <c:v>0.53025569168934639</c:v>
                </c:pt>
                <c:pt idx="259">
                  <c:v>0.53019719837222279</c:v>
                </c:pt>
                <c:pt idx="260">
                  <c:v>0.5298599813876832</c:v>
                </c:pt>
                <c:pt idx="261">
                  <c:v>0.52968242999212267</c:v>
                </c:pt>
                <c:pt idx="262">
                  <c:v>0.5293456342650108</c:v>
                </c:pt>
                <c:pt idx="263">
                  <c:v>0.52948485655034794</c:v>
                </c:pt>
                <c:pt idx="264">
                  <c:v>0.52939224930265938</c:v>
                </c:pt>
                <c:pt idx="265">
                  <c:v>0.52933146961555844</c:v>
                </c:pt>
                <c:pt idx="266">
                  <c:v>0.52850982408042047</c:v>
                </c:pt>
                <c:pt idx="267">
                  <c:v>0.5277889129662573</c:v>
                </c:pt>
                <c:pt idx="268">
                  <c:v>0.52814221689360852</c:v>
                </c:pt>
                <c:pt idx="269">
                  <c:v>0.52782656288181584</c:v>
                </c:pt>
                <c:pt idx="270">
                  <c:v>0.52761192428976966</c:v>
                </c:pt>
                <c:pt idx="271">
                  <c:v>0.52799155944180087</c:v>
                </c:pt>
                <c:pt idx="272">
                  <c:v>0.52729562848655687</c:v>
                </c:pt>
                <c:pt idx="273">
                  <c:v>0.52765536030864968</c:v>
                </c:pt>
                <c:pt idx="274">
                  <c:v>0.52714660054014806</c:v>
                </c:pt>
                <c:pt idx="275">
                  <c:v>0.52632084795921441</c:v>
                </c:pt>
                <c:pt idx="276">
                  <c:v>0.52717589468999859</c:v>
                </c:pt>
                <c:pt idx="277">
                  <c:v>0.52574986584490369</c:v>
                </c:pt>
                <c:pt idx="278">
                  <c:v>0.52546840513483106</c:v>
                </c:pt>
                <c:pt idx="279">
                  <c:v>0.52528250839016533</c:v>
                </c:pt>
                <c:pt idx="280">
                  <c:v>0.52472037304663377</c:v>
                </c:pt>
                <c:pt idx="281">
                  <c:v>0.52448018571670729</c:v>
                </c:pt>
                <c:pt idx="282">
                  <c:v>0.52423022124714436</c:v>
                </c:pt>
                <c:pt idx="283">
                  <c:v>0.52427177492112931</c:v>
                </c:pt>
                <c:pt idx="284">
                  <c:v>0.52406683011091404</c:v>
                </c:pt>
                <c:pt idx="285">
                  <c:v>0.52363882731508316</c:v>
                </c:pt>
                <c:pt idx="286">
                  <c:v>0.52444514139956577</c:v>
                </c:pt>
                <c:pt idx="287">
                  <c:v>0.52462358259028119</c:v>
                </c:pt>
                <c:pt idx="288">
                  <c:v>0.52419668112117912</c:v>
                </c:pt>
                <c:pt idx="289">
                  <c:v>0.52419743183938428</c:v>
                </c:pt>
                <c:pt idx="290">
                  <c:v>0.52365291419203619</c:v>
                </c:pt>
                <c:pt idx="291">
                  <c:v>0.52308539087534878</c:v>
                </c:pt>
                <c:pt idx="292">
                  <c:v>0.52250559993085621</c:v>
                </c:pt>
                <c:pt idx="293">
                  <c:v>0.52203832363943603</c:v>
                </c:pt>
                <c:pt idx="294">
                  <c:v>0.52137488244282726</c:v>
                </c:pt>
                <c:pt idx="295">
                  <c:v>0.52175667690001581</c:v>
                </c:pt>
                <c:pt idx="296">
                  <c:v>0.52120837262144704</c:v>
                </c:pt>
                <c:pt idx="297">
                  <c:v>0.52155824617326729</c:v>
                </c:pt>
                <c:pt idx="298">
                  <c:v>0.52188206050242303</c:v>
                </c:pt>
                <c:pt idx="299">
                  <c:v>0.52213285628755479</c:v>
                </c:pt>
                <c:pt idx="300">
                  <c:v>0.5217937033190676</c:v>
                </c:pt>
                <c:pt idx="301">
                  <c:v>0.52217793758754638</c:v>
                </c:pt>
                <c:pt idx="302">
                  <c:v>0.52189757817467208</c:v>
                </c:pt>
                <c:pt idx="303">
                  <c:v>0.52211176014205163</c:v>
                </c:pt>
                <c:pt idx="304">
                  <c:v>0.52165690492633188</c:v>
                </c:pt>
                <c:pt idx="305">
                  <c:v>0.52207543839853254</c:v>
                </c:pt>
                <c:pt idx="306">
                  <c:v>0.52215884223310127</c:v>
                </c:pt>
                <c:pt idx="307">
                  <c:v>0.52359595795766223</c:v>
                </c:pt>
                <c:pt idx="308">
                  <c:v>0.52349835623696239</c:v>
                </c:pt>
                <c:pt idx="309">
                  <c:v>0.52306702729797427</c:v>
                </c:pt>
                <c:pt idx="310">
                  <c:v>0.52331801401341072</c:v>
                </c:pt>
                <c:pt idx="311">
                  <c:v>0.52363553057786061</c:v>
                </c:pt>
                <c:pt idx="312">
                  <c:v>0.52397054021695744</c:v>
                </c:pt>
                <c:pt idx="313">
                  <c:v>0.52385686751611238</c:v>
                </c:pt>
                <c:pt idx="314">
                  <c:v>0.52394638244397385</c:v>
                </c:pt>
                <c:pt idx="315">
                  <c:v>0.5240692949104736</c:v>
                </c:pt>
                <c:pt idx="316">
                  <c:v>0.52416221643409044</c:v>
                </c:pt>
                <c:pt idx="317">
                  <c:v>0.52368760240305845</c:v>
                </c:pt>
                <c:pt idx="318">
                  <c:v>0.52347260035260301</c:v>
                </c:pt>
                <c:pt idx="319">
                  <c:v>0.52350058806190558</c:v>
                </c:pt>
                <c:pt idx="320">
                  <c:v>0.52423108888359815</c:v>
                </c:pt>
                <c:pt idx="321">
                  <c:v>0.52442264190646537</c:v>
                </c:pt>
                <c:pt idx="322">
                  <c:v>0.52451285050999885</c:v>
                </c:pt>
                <c:pt idx="323">
                  <c:v>0.52465985772342849</c:v>
                </c:pt>
                <c:pt idx="324">
                  <c:v>0.52488827494168644</c:v>
                </c:pt>
                <c:pt idx="325">
                  <c:v>0.52516631838530226</c:v>
                </c:pt>
                <c:pt idx="326">
                  <c:v>0.52400121335926131</c:v>
                </c:pt>
                <c:pt idx="327">
                  <c:v>0.52495161685538172</c:v>
                </c:pt>
                <c:pt idx="328">
                  <c:v>0.5255938799766694</c:v>
                </c:pt>
                <c:pt idx="329">
                  <c:v>0.52531809308779609</c:v>
                </c:pt>
                <c:pt idx="330">
                  <c:v>0.52557241914938069</c:v>
                </c:pt>
                <c:pt idx="331">
                  <c:v>0.5257357866178326</c:v>
                </c:pt>
                <c:pt idx="332">
                  <c:v>0.52545289281278962</c:v>
                </c:pt>
                <c:pt idx="333">
                  <c:v>0.52483799386454244</c:v>
                </c:pt>
                <c:pt idx="334">
                  <c:v>0.52241653324369675</c:v>
                </c:pt>
                <c:pt idx="335">
                  <c:v>0.52498568113511701</c:v>
                </c:pt>
                <c:pt idx="336">
                  <c:v>0.52484952327496437</c:v>
                </c:pt>
                <c:pt idx="337">
                  <c:v>0.52481748588656041</c:v>
                </c:pt>
                <c:pt idx="338">
                  <c:v>0.52512891363452141</c:v>
                </c:pt>
                <c:pt idx="339">
                  <c:v>0.52507799411566214</c:v>
                </c:pt>
                <c:pt idx="340">
                  <c:v>0.52458241878678558</c:v>
                </c:pt>
                <c:pt idx="341">
                  <c:v>0.52488938053097356</c:v>
                </c:pt>
                <c:pt idx="342">
                  <c:v>0.52535975675743785</c:v>
                </c:pt>
                <c:pt idx="343">
                  <c:v>0.5252135467958311</c:v>
                </c:pt>
                <c:pt idx="344">
                  <c:v>0.52485770307623181</c:v>
                </c:pt>
                <c:pt idx="345">
                  <c:v>0.52502997535112395</c:v>
                </c:pt>
                <c:pt idx="346">
                  <c:v>0.52573111424608776</c:v>
                </c:pt>
                <c:pt idx="347">
                  <c:v>0.52581356464669471</c:v>
                </c:pt>
                <c:pt idx="348">
                  <c:v>0.5254911431731919</c:v>
                </c:pt>
                <c:pt idx="349">
                  <c:v>0.52554712944465742</c:v>
                </c:pt>
                <c:pt idx="350">
                  <c:v>0.52536130779619039</c:v>
                </c:pt>
                <c:pt idx="351">
                  <c:v>0.52518447512310784</c:v>
                </c:pt>
                <c:pt idx="352">
                  <c:v>0.52566006280194677</c:v>
                </c:pt>
                <c:pt idx="353">
                  <c:v>0.52338203157463625</c:v>
                </c:pt>
                <c:pt idx="354">
                  <c:v>0.52573052227533423</c:v>
                </c:pt>
                <c:pt idx="355">
                  <c:v>0.5254618543617251</c:v>
                </c:pt>
                <c:pt idx="356">
                  <c:v>0.52522641783817248</c:v>
                </c:pt>
                <c:pt idx="357">
                  <c:v>0.52491995426815552</c:v>
                </c:pt>
                <c:pt idx="358">
                  <c:v>0.52510692103461121</c:v>
                </c:pt>
                <c:pt idx="359">
                  <c:v>0.52492928103259462</c:v>
                </c:pt>
                <c:pt idx="360">
                  <c:v>0.52487506840418308</c:v>
                </c:pt>
                <c:pt idx="361">
                  <c:v>0.5252664589991991</c:v>
                </c:pt>
                <c:pt idx="362">
                  <c:v>0.52507712449775013</c:v>
                </c:pt>
                <c:pt idx="363">
                  <c:v>0.52487658780326296</c:v>
                </c:pt>
                <c:pt idx="364">
                  <c:v>0.52480354448222788</c:v>
                </c:pt>
                <c:pt idx="365">
                  <c:v>0.52427772670414297</c:v>
                </c:pt>
                <c:pt idx="366">
                  <c:v>0.52459367561027848</c:v>
                </c:pt>
                <c:pt idx="367">
                  <c:v>0.5247182982631855</c:v>
                </c:pt>
                <c:pt idx="368">
                  <c:v>0.52385307509508572</c:v>
                </c:pt>
                <c:pt idx="369">
                  <c:v>0.5242078649476648</c:v>
                </c:pt>
                <c:pt idx="370">
                  <c:v>0.52390959333947584</c:v>
                </c:pt>
                <c:pt idx="371">
                  <c:v>0.52173610238443824</c:v>
                </c:pt>
                <c:pt idx="372">
                  <c:v>0.52324364440472848</c:v>
                </c:pt>
                <c:pt idx="373">
                  <c:v>0.52392211425808621</c:v>
                </c:pt>
                <c:pt idx="374">
                  <c:v>0.52407694303623642</c:v>
                </c:pt>
                <c:pt idx="375">
                  <c:v>0.52388118859996147</c:v>
                </c:pt>
                <c:pt idx="376">
                  <c:v>0.52367678703133436</c:v>
                </c:pt>
                <c:pt idx="377">
                  <c:v>0.52356933598206323</c:v>
                </c:pt>
                <c:pt idx="378">
                  <c:v>0.5240124871319588</c:v>
                </c:pt>
                <c:pt idx="379">
                  <c:v>0.52446430530331656</c:v>
                </c:pt>
                <c:pt idx="380">
                  <c:v>0.52466696212498498</c:v>
                </c:pt>
                <c:pt idx="381">
                  <c:v>0.52458866377495927</c:v>
                </c:pt>
                <c:pt idx="382">
                  <c:v>0.52397564698186949</c:v>
                </c:pt>
                <c:pt idx="383">
                  <c:v>0.52459221776091036</c:v>
                </c:pt>
                <c:pt idx="384">
                  <c:v>0.52441687618138777</c:v>
                </c:pt>
                <c:pt idx="385">
                  <c:v>0.52393500018330474</c:v>
                </c:pt>
                <c:pt idx="386">
                  <c:v>0.5233355350873975</c:v>
                </c:pt>
                <c:pt idx="387">
                  <c:v>0.52405744018178968</c:v>
                </c:pt>
                <c:pt idx="388">
                  <c:v>0.52365242255174316</c:v>
                </c:pt>
                <c:pt idx="389">
                  <c:v>0.52388328905957626</c:v>
                </c:pt>
                <c:pt idx="390">
                  <c:v>0.52343334074886649</c:v>
                </c:pt>
                <c:pt idx="391">
                  <c:v>0.52377643828893083</c:v>
                </c:pt>
                <c:pt idx="392">
                  <c:v>0.52370196570125582</c:v>
                </c:pt>
                <c:pt idx="393">
                  <c:v>0.52356375223764906</c:v>
                </c:pt>
                <c:pt idx="394">
                  <c:v>0.52334850972360913</c:v>
                </c:pt>
                <c:pt idx="395">
                  <c:v>0.52302834162684142</c:v>
                </c:pt>
                <c:pt idx="396">
                  <c:v>0.52222266690474284</c:v>
                </c:pt>
                <c:pt idx="397">
                  <c:v>0.52295422104247402</c:v>
                </c:pt>
                <c:pt idx="398">
                  <c:v>0.5231873463558776</c:v>
                </c:pt>
                <c:pt idx="399">
                  <c:v>0.52353046351899579</c:v>
                </c:pt>
                <c:pt idx="400">
                  <c:v>0.52322375299549406</c:v>
                </c:pt>
                <c:pt idx="401">
                  <c:v>0.52281650492629084</c:v>
                </c:pt>
                <c:pt idx="402">
                  <c:v>0.52080645733054054</c:v>
                </c:pt>
                <c:pt idx="403">
                  <c:v>0.52180306944795563</c:v>
                </c:pt>
                <c:pt idx="404">
                  <c:v>0.52138928561513476</c:v>
                </c:pt>
                <c:pt idx="405">
                  <c:v>0.52087133945135367</c:v>
                </c:pt>
                <c:pt idx="406">
                  <c:v>0.52073594075445495</c:v>
                </c:pt>
                <c:pt idx="407">
                  <c:v>0.52056825334139634</c:v>
                </c:pt>
                <c:pt idx="408">
                  <c:v>0.51961548253701284</c:v>
                </c:pt>
                <c:pt idx="409">
                  <c:v>0.52018453906879036</c:v>
                </c:pt>
                <c:pt idx="410">
                  <c:v>0.51990508750709685</c:v>
                </c:pt>
                <c:pt idx="411">
                  <c:v>0.51912414624347136</c:v>
                </c:pt>
                <c:pt idx="412">
                  <c:v>0.51912692276232675</c:v>
                </c:pt>
                <c:pt idx="413">
                  <c:v>0.51867246826159052</c:v>
                </c:pt>
                <c:pt idx="414">
                  <c:v>0.5181391985314342</c:v>
                </c:pt>
                <c:pt idx="415">
                  <c:v>0.51720070373542515</c:v>
                </c:pt>
                <c:pt idx="416">
                  <c:v>0.51769279679699498</c:v>
                </c:pt>
                <c:pt idx="417">
                  <c:v>0.51683964081622547</c:v>
                </c:pt>
                <c:pt idx="418">
                  <c:v>0.51649282042630129</c:v>
                </c:pt>
                <c:pt idx="419">
                  <c:v>0.51647591196127207</c:v>
                </c:pt>
                <c:pt idx="420">
                  <c:v>0.51629422502206113</c:v>
                </c:pt>
                <c:pt idx="421">
                  <c:v>0.51623804022263997</c:v>
                </c:pt>
                <c:pt idx="422">
                  <c:v>0.51600100500642088</c:v>
                </c:pt>
                <c:pt idx="423">
                  <c:v>0.51588200608280055</c:v>
                </c:pt>
                <c:pt idx="424">
                  <c:v>0.51564665978469248</c:v>
                </c:pt>
                <c:pt idx="425">
                  <c:v>0.51559631887740054</c:v>
                </c:pt>
                <c:pt idx="426">
                  <c:v>0.51568743651841731</c:v>
                </c:pt>
                <c:pt idx="427">
                  <c:v>0.51618605678930507</c:v>
                </c:pt>
                <c:pt idx="428">
                  <c:v>0.5162095112182602</c:v>
                </c:pt>
                <c:pt idx="429">
                  <c:v>0.51746788785186382</c:v>
                </c:pt>
                <c:pt idx="430">
                  <c:v>0.51811545642409862</c:v>
                </c:pt>
                <c:pt idx="431">
                  <c:v>0.51773206575176833</c:v>
                </c:pt>
                <c:pt idx="432">
                  <c:v>0.51767500698015767</c:v>
                </c:pt>
                <c:pt idx="433">
                  <c:v>0.517086093542789</c:v>
                </c:pt>
                <c:pt idx="434">
                  <c:v>0.51669008504073854</c:v>
                </c:pt>
                <c:pt idx="435">
                  <c:v>0.51672973480110085</c:v>
                </c:pt>
                <c:pt idx="436">
                  <c:v>0.51662368854088869</c:v>
                </c:pt>
                <c:pt idx="437">
                  <c:v>0.51680733513577048</c:v>
                </c:pt>
                <c:pt idx="438">
                  <c:v>0.51746272777471003</c:v>
                </c:pt>
                <c:pt idx="439">
                  <c:v>0.51767561160689091</c:v>
                </c:pt>
                <c:pt idx="440">
                  <c:v>0.51860032550569646</c:v>
                </c:pt>
                <c:pt idx="441">
                  <c:v>0.51868647282517355</c:v>
                </c:pt>
                <c:pt idx="442">
                  <c:v>0.51871365907593203</c:v>
                </c:pt>
                <c:pt idx="443">
                  <c:v>0.51920541885714466</c:v>
                </c:pt>
                <c:pt idx="444">
                  <c:v>0.51852237056087136</c:v>
                </c:pt>
                <c:pt idx="445">
                  <c:v>0.51924828188169014</c:v>
                </c:pt>
                <c:pt idx="446">
                  <c:v>0.51866141707422575</c:v>
                </c:pt>
                <c:pt idx="447">
                  <c:v>0.51877127714193194</c:v>
                </c:pt>
                <c:pt idx="448">
                  <c:v>0.51901545133839955</c:v>
                </c:pt>
                <c:pt idx="449">
                  <c:v>0.51958581770038448</c:v>
                </c:pt>
                <c:pt idx="450">
                  <c:v>0.51954030623056802</c:v>
                </c:pt>
                <c:pt idx="451">
                  <c:v>0.51916653084604913</c:v>
                </c:pt>
                <c:pt idx="452">
                  <c:v>0.51821090816924609</c:v>
                </c:pt>
                <c:pt idx="453">
                  <c:v>0.51846435621916398</c:v>
                </c:pt>
                <c:pt idx="454">
                  <c:v>0.51864184258845247</c:v>
                </c:pt>
                <c:pt idx="455">
                  <c:v>0.51857077334975388</c:v>
                </c:pt>
                <c:pt idx="456">
                  <c:v>0.51879303741444172</c:v>
                </c:pt>
                <c:pt idx="457">
                  <c:v>0.51883932576049163</c:v>
                </c:pt>
                <c:pt idx="458">
                  <c:v>0.51899094956340086</c:v>
                </c:pt>
                <c:pt idx="459">
                  <c:v>0.51884815086165703</c:v>
                </c:pt>
                <c:pt idx="460">
                  <c:v>0.51917914777762897</c:v>
                </c:pt>
                <c:pt idx="461">
                  <c:v>0.51887333025814064</c:v>
                </c:pt>
                <c:pt idx="462">
                  <c:v>0.51904535535165075</c:v>
                </c:pt>
                <c:pt idx="463">
                  <c:v>0.51924816307484811</c:v>
                </c:pt>
                <c:pt idx="464">
                  <c:v>0.51967846697762476</c:v>
                </c:pt>
                <c:pt idx="465">
                  <c:v>0.51999052566552406</c:v>
                </c:pt>
                <c:pt idx="466">
                  <c:v>0.52033085379817279</c:v>
                </c:pt>
                <c:pt idx="467">
                  <c:v>0.52091278514520845</c:v>
                </c:pt>
                <c:pt idx="468">
                  <c:v>0.52039736543382487</c:v>
                </c:pt>
                <c:pt idx="469">
                  <c:v>0.52061579523108359</c:v>
                </c:pt>
                <c:pt idx="470">
                  <c:v>0.51991309482548365</c:v>
                </c:pt>
                <c:pt idx="471">
                  <c:v>0.52125762643251627</c:v>
                </c:pt>
                <c:pt idx="472">
                  <c:v>0.52072526370596062</c:v>
                </c:pt>
                <c:pt idx="473">
                  <c:v>0.52090208578374975</c:v>
                </c:pt>
                <c:pt idx="474">
                  <c:v>0.52022192973835946</c:v>
                </c:pt>
                <c:pt idx="475">
                  <c:v>0.51955263166372945</c:v>
                </c:pt>
                <c:pt idx="476">
                  <c:v>0.51954708774126301</c:v>
                </c:pt>
                <c:pt idx="477">
                  <c:v>0.51914688209330639</c:v>
                </c:pt>
                <c:pt idx="478">
                  <c:v>0.51951277448044841</c:v>
                </c:pt>
                <c:pt idx="479">
                  <c:v>0.51936785843544808</c:v>
                </c:pt>
                <c:pt idx="480">
                  <c:v>0.51946594752601394</c:v>
                </c:pt>
                <c:pt idx="481">
                  <c:v>0.51897572963973859</c:v>
                </c:pt>
                <c:pt idx="482">
                  <c:v>0.51904146671588525</c:v>
                </c:pt>
                <c:pt idx="483">
                  <c:v>0.51844750902667613</c:v>
                </c:pt>
                <c:pt idx="484">
                  <c:v>0.51863061379734299</c:v>
                </c:pt>
                <c:pt idx="485">
                  <c:v>0.519736040708071</c:v>
                </c:pt>
                <c:pt idx="486">
                  <c:v>0.51834191610255176</c:v>
                </c:pt>
                <c:pt idx="487">
                  <c:v>0.5192571476863469</c:v>
                </c:pt>
                <c:pt idx="488">
                  <c:v>0.51947371504071127</c:v>
                </c:pt>
                <c:pt idx="489">
                  <c:v>0.51889515267504494</c:v>
                </c:pt>
                <c:pt idx="490">
                  <c:v>0.51945532270108297</c:v>
                </c:pt>
                <c:pt idx="491">
                  <c:v>0.51893517650606835</c:v>
                </c:pt>
                <c:pt idx="492">
                  <c:v>0.51867553338875039</c:v>
                </c:pt>
                <c:pt idx="493">
                  <c:v>0.51826277139104115</c:v>
                </c:pt>
                <c:pt idx="494">
                  <c:v>0.51792655320272429</c:v>
                </c:pt>
                <c:pt idx="495">
                  <c:v>0.51767442315022039</c:v>
                </c:pt>
                <c:pt idx="496">
                  <c:v>0.51652021548390881</c:v>
                </c:pt>
                <c:pt idx="497">
                  <c:v>0.51616798122954322</c:v>
                </c:pt>
                <c:pt idx="498">
                  <c:v>0.51481082174330739</c:v>
                </c:pt>
                <c:pt idx="499">
                  <c:v>0.51548873405859108</c:v>
                </c:pt>
                <c:pt idx="500">
                  <c:v>0.5147766020419644</c:v>
                </c:pt>
                <c:pt idx="501">
                  <c:v>0.51464699065585073</c:v>
                </c:pt>
                <c:pt idx="502">
                  <c:v>0.51468556787620712</c:v>
                </c:pt>
                <c:pt idx="503">
                  <c:v>0.51452238837621678</c:v>
                </c:pt>
                <c:pt idx="504">
                  <c:v>0.51399320859026842</c:v>
                </c:pt>
                <c:pt idx="505">
                  <c:v>0.51333527095076048</c:v>
                </c:pt>
                <c:pt idx="506">
                  <c:v>0.51345585580876429</c:v>
                </c:pt>
                <c:pt idx="507">
                  <c:v>0.51356947712727818</c:v>
                </c:pt>
                <c:pt idx="508">
                  <c:v>0.51352685430355327</c:v>
                </c:pt>
                <c:pt idx="509">
                  <c:v>0.51332460232205657</c:v>
                </c:pt>
                <c:pt idx="510">
                  <c:v>0.51342247827296683</c:v>
                </c:pt>
                <c:pt idx="511">
                  <c:v>0.51373017561662226</c:v>
                </c:pt>
                <c:pt idx="512">
                  <c:v>0.5135570860857781</c:v>
                </c:pt>
                <c:pt idx="513">
                  <c:v>0.51247414695175575</c:v>
                </c:pt>
                <c:pt idx="514">
                  <c:v>0.51246696165095129</c:v>
                </c:pt>
                <c:pt idx="515">
                  <c:v>0.51329643020377547</c:v>
                </c:pt>
                <c:pt idx="516">
                  <c:v>0.51301002361877757</c:v>
                </c:pt>
                <c:pt idx="517">
                  <c:v>0.51295095916603972</c:v>
                </c:pt>
                <c:pt idx="518">
                  <c:v>0.51338609829389648</c:v>
                </c:pt>
                <c:pt idx="519">
                  <c:v>0.5140612008137323</c:v>
                </c:pt>
                <c:pt idx="520">
                  <c:v>0.51443790622804864</c:v>
                </c:pt>
                <c:pt idx="521">
                  <c:v>0.51494758830419374</c:v>
                </c:pt>
                <c:pt idx="522">
                  <c:v>0.51524870341453433</c:v>
                </c:pt>
                <c:pt idx="523">
                  <c:v>0.51534324528526487</c:v>
                </c:pt>
                <c:pt idx="524">
                  <c:v>0.51575776135338469</c:v>
                </c:pt>
                <c:pt idx="525">
                  <c:v>0.5159017616779209</c:v>
                </c:pt>
                <c:pt idx="526">
                  <c:v>0.51625921305707001</c:v>
                </c:pt>
                <c:pt idx="527">
                  <c:v>0.51606990608194847</c:v>
                </c:pt>
                <c:pt idx="528">
                  <c:v>0.51619367660463245</c:v>
                </c:pt>
                <c:pt idx="529">
                  <c:v>0.51667506196729318</c:v>
                </c:pt>
                <c:pt idx="530">
                  <c:v>0.5164533577874354</c:v>
                </c:pt>
                <c:pt idx="531">
                  <c:v>0.51651295842056044</c:v>
                </c:pt>
                <c:pt idx="532">
                  <c:v>0.51703009521273058</c:v>
                </c:pt>
                <c:pt idx="533">
                  <c:v>0.51743851820500986</c:v>
                </c:pt>
                <c:pt idx="534">
                  <c:v>0.51809432274772071</c:v>
                </c:pt>
                <c:pt idx="535">
                  <c:v>0.51800989079401738</c:v>
                </c:pt>
                <c:pt idx="536">
                  <c:v>0.51835733700418818</c:v>
                </c:pt>
                <c:pt idx="537">
                  <c:v>0.5185110307631644</c:v>
                </c:pt>
                <c:pt idx="538">
                  <c:v>0.51854652271518276</c:v>
                </c:pt>
                <c:pt idx="539">
                  <c:v>0.51870770230461216</c:v>
                </c:pt>
                <c:pt idx="540">
                  <c:v>0.51808963046618162</c:v>
                </c:pt>
                <c:pt idx="541">
                  <c:v>0.5179296221691172</c:v>
                </c:pt>
                <c:pt idx="542">
                  <c:v>0.51768655439345279</c:v>
                </c:pt>
                <c:pt idx="543">
                  <c:v>0.51784480657550813</c:v>
                </c:pt>
                <c:pt idx="544">
                  <c:v>0.5176400735374509</c:v>
                </c:pt>
                <c:pt idx="545">
                  <c:v>0.51785080451842458</c:v>
                </c:pt>
                <c:pt idx="546">
                  <c:v>0.51765240439227567</c:v>
                </c:pt>
                <c:pt idx="547">
                  <c:v>0.51748006777126188</c:v>
                </c:pt>
                <c:pt idx="548">
                  <c:v>0.51704048052383977</c:v>
                </c:pt>
                <c:pt idx="549">
                  <c:v>0.51776844873805061</c:v>
                </c:pt>
                <c:pt idx="550">
                  <c:v>0.51748752338310477</c:v>
                </c:pt>
                <c:pt idx="551">
                  <c:v>0.51672131811872934</c:v>
                </c:pt>
                <c:pt idx="552">
                  <c:v>0.5165918509454499</c:v>
                </c:pt>
                <c:pt idx="553">
                  <c:v>0.51662633324370355</c:v>
                </c:pt>
                <c:pt idx="554">
                  <c:v>0.51693261646197919</c:v>
                </c:pt>
                <c:pt idx="555">
                  <c:v>0.517334657620385</c:v>
                </c:pt>
                <c:pt idx="556">
                  <c:v>0.51763628500928482</c:v>
                </c:pt>
                <c:pt idx="557">
                  <c:v>0.51729751107987876</c:v>
                </c:pt>
                <c:pt idx="558">
                  <c:v>0.51639420799668601</c:v>
                </c:pt>
                <c:pt idx="559">
                  <c:v>0.51625252326158322</c:v>
                </c:pt>
                <c:pt idx="560">
                  <c:v>0.51598840425767323</c:v>
                </c:pt>
                <c:pt idx="561">
                  <c:v>0.51617342724044246</c:v>
                </c:pt>
                <c:pt idx="562">
                  <c:v>0.51250068105045221</c:v>
                </c:pt>
                <c:pt idx="563">
                  <c:v>0.51706771506412119</c:v>
                </c:pt>
                <c:pt idx="564">
                  <c:v>0.51700825371690284</c:v>
                </c:pt>
                <c:pt idx="565">
                  <c:v>0.51696631669547044</c:v>
                </c:pt>
                <c:pt idx="566">
                  <c:v>0.51686130787955042</c:v>
                </c:pt>
                <c:pt idx="567">
                  <c:v>0.51676479342066095</c:v>
                </c:pt>
                <c:pt idx="568">
                  <c:v>0.51642514392108818</c:v>
                </c:pt>
                <c:pt idx="569">
                  <c:v>0.51590014625942382</c:v>
                </c:pt>
                <c:pt idx="570">
                  <c:v>0.51594412570858506</c:v>
                </c:pt>
                <c:pt idx="571">
                  <c:v>0.51545315363659594</c:v>
                </c:pt>
              </c:numCache>
            </c:numRef>
          </c:yVal>
          <c:smooth val="0"/>
          <c:extLst>
            <c:ext xmlns:c16="http://schemas.microsoft.com/office/drawing/2014/chart" uri="{C3380CC4-5D6E-409C-BE32-E72D297353CC}">
              <c16:uniqueId val="{00000000-F418-4E82-AEA0-F6712B301903}"/>
            </c:ext>
          </c:extLst>
        </c:ser>
        <c:ser>
          <c:idx val="0"/>
          <c:order val="1"/>
          <c:tx>
            <c:strRef>
              <c:f>Presentation!$B$1</c:f>
              <c:strCache>
                <c:ptCount val="1"/>
                <c:pt idx="0">
                  <c:v>NF270_MC3_071124_CaCl2</c:v>
                </c:pt>
              </c:strCache>
            </c:strRef>
          </c:tx>
          <c:spPr>
            <a:ln w="38100" cap="rnd">
              <a:noFill/>
              <a:round/>
            </a:ln>
            <a:effectLst/>
          </c:spPr>
          <c:marker>
            <c:symbol val="circle"/>
            <c:size val="2"/>
            <c:spPr>
              <a:solidFill>
                <a:schemeClr val="accent1"/>
              </a:solidFill>
              <a:ln w="9525">
                <a:solidFill>
                  <a:schemeClr val="accent1"/>
                </a:solidFill>
              </a:ln>
              <a:effectLst/>
            </c:spPr>
          </c:marker>
          <c:xVal>
            <c:numRef>
              <c:f>Presentation!$BB$13:$BB$584</c:f>
              <c:numCache>
                <c:formatCode>General</c:formatCode>
                <c:ptCount val="572"/>
                <c:pt idx="0">
                  <c:v>8137.03</c:v>
                </c:pt>
                <c:pt idx="1">
                  <c:v>8140.82</c:v>
                </c:pt>
                <c:pt idx="2">
                  <c:v>8141.53</c:v>
                </c:pt>
                <c:pt idx="3">
                  <c:v>8143.2300000000005</c:v>
                </c:pt>
                <c:pt idx="4">
                  <c:v>8141.93</c:v>
                </c:pt>
                <c:pt idx="5">
                  <c:v>8141.55</c:v>
                </c:pt>
                <c:pt idx="6">
                  <c:v>8144.0599999999995</c:v>
                </c:pt>
                <c:pt idx="7">
                  <c:v>8146.5099999999993</c:v>
                </c:pt>
                <c:pt idx="8">
                  <c:v>8149.7100000000009</c:v>
                </c:pt>
                <c:pt idx="9">
                  <c:v>8157.7</c:v>
                </c:pt>
                <c:pt idx="10">
                  <c:v>8161.0700000000006</c:v>
                </c:pt>
                <c:pt idx="11">
                  <c:v>8162.52</c:v>
                </c:pt>
                <c:pt idx="12">
                  <c:v>8168.07</c:v>
                </c:pt>
                <c:pt idx="13">
                  <c:v>8169.7900000000009</c:v>
                </c:pt>
                <c:pt idx="14">
                  <c:v>8173.9800000000005</c:v>
                </c:pt>
                <c:pt idx="15">
                  <c:v>8177.8899999999994</c:v>
                </c:pt>
                <c:pt idx="16">
                  <c:v>8185.6799999999994</c:v>
                </c:pt>
                <c:pt idx="17">
                  <c:v>8176.76</c:v>
                </c:pt>
                <c:pt idx="18">
                  <c:v>8180.5800000000008</c:v>
                </c:pt>
                <c:pt idx="19">
                  <c:v>8184.1500000000005</c:v>
                </c:pt>
                <c:pt idx="20">
                  <c:v>8188.3499999999995</c:v>
                </c:pt>
                <c:pt idx="21">
                  <c:v>8191.9400000000005</c:v>
                </c:pt>
                <c:pt idx="22">
                  <c:v>8060.86</c:v>
                </c:pt>
                <c:pt idx="23">
                  <c:v>8055.0099999999993</c:v>
                </c:pt>
                <c:pt idx="24">
                  <c:v>8050.77</c:v>
                </c:pt>
                <c:pt idx="25">
                  <c:v>8046.78</c:v>
                </c:pt>
                <c:pt idx="26">
                  <c:v>8038.7000000000007</c:v>
                </c:pt>
                <c:pt idx="27">
                  <c:v>8034.06</c:v>
                </c:pt>
                <c:pt idx="28">
                  <c:v>8037.6399999999994</c:v>
                </c:pt>
                <c:pt idx="29">
                  <c:v>8025.49</c:v>
                </c:pt>
                <c:pt idx="30">
                  <c:v>8019.53</c:v>
                </c:pt>
                <c:pt idx="31">
                  <c:v>8015.7900000000009</c:v>
                </c:pt>
                <c:pt idx="32">
                  <c:v>8019.9800000000005</c:v>
                </c:pt>
                <c:pt idx="33">
                  <c:v>7999.2400000000007</c:v>
                </c:pt>
                <c:pt idx="34">
                  <c:v>8001.54</c:v>
                </c:pt>
                <c:pt idx="35">
                  <c:v>7991.0199999999995</c:v>
                </c:pt>
                <c:pt idx="36">
                  <c:v>7987.9800000000005</c:v>
                </c:pt>
                <c:pt idx="37">
                  <c:v>7997.75</c:v>
                </c:pt>
                <c:pt idx="38">
                  <c:v>7999.6</c:v>
                </c:pt>
                <c:pt idx="39">
                  <c:v>7977.45</c:v>
                </c:pt>
                <c:pt idx="40">
                  <c:v>7965.8600000000006</c:v>
                </c:pt>
                <c:pt idx="41">
                  <c:v>7961.79</c:v>
                </c:pt>
                <c:pt idx="42">
                  <c:v>7976.12</c:v>
                </c:pt>
                <c:pt idx="43">
                  <c:v>7965.55</c:v>
                </c:pt>
                <c:pt idx="44">
                  <c:v>7968.3200000000006</c:v>
                </c:pt>
                <c:pt idx="45">
                  <c:v>7949.72</c:v>
                </c:pt>
                <c:pt idx="46">
                  <c:v>7947.45</c:v>
                </c:pt>
                <c:pt idx="47">
                  <c:v>7948.37</c:v>
                </c:pt>
                <c:pt idx="48">
                  <c:v>7943.9000000000005</c:v>
                </c:pt>
                <c:pt idx="49">
                  <c:v>7939.8799999999992</c:v>
                </c:pt>
                <c:pt idx="50">
                  <c:v>7932.76</c:v>
                </c:pt>
                <c:pt idx="51">
                  <c:v>7928.87</c:v>
                </c:pt>
                <c:pt idx="52">
                  <c:v>7924.76</c:v>
                </c:pt>
                <c:pt idx="53">
                  <c:v>7920.05</c:v>
                </c:pt>
                <c:pt idx="54">
                  <c:v>7916.69</c:v>
                </c:pt>
                <c:pt idx="55">
                  <c:v>7911.6600000000008</c:v>
                </c:pt>
                <c:pt idx="56">
                  <c:v>7908.31</c:v>
                </c:pt>
                <c:pt idx="57">
                  <c:v>7915.2699999999995</c:v>
                </c:pt>
                <c:pt idx="58">
                  <c:v>7907.56</c:v>
                </c:pt>
                <c:pt idx="59">
                  <c:v>7902.76</c:v>
                </c:pt>
                <c:pt idx="60">
                  <c:v>7898.84</c:v>
                </c:pt>
                <c:pt idx="61">
                  <c:v>7893.42</c:v>
                </c:pt>
                <c:pt idx="62">
                  <c:v>7888.83</c:v>
                </c:pt>
                <c:pt idx="63">
                  <c:v>7885.3799999999992</c:v>
                </c:pt>
                <c:pt idx="64">
                  <c:v>7882.22</c:v>
                </c:pt>
                <c:pt idx="65">
                  <c:v>7881.9</c:v>
                </c:pt>
                <c:pt idx="66">
                  <c:v>7872.9800000000005</c:v>
                </c:pt>
                <c:pt idx="67">
                  <c:v>7869.6799999999994</c:v>
                </c:pt>
                <c:pt idx="68">
                  <c:v>7866.41</c:v>
                </c:pt>
                <c:pt idx="69">
                  <c:v>7857.12</c:v>
                </c:pt>
                <c:pt idx="70">
                  <c:v>7852.46</c:v>
                </c:pt>
                <c:pt idx="71">
                  <c:v>7849.13</c:v>
                </c:pt>
                <c:pt idx="72">
                  <c:v>7846.8499999999995</c:v>
                </c:pt>
                <c:pt idx="73">
                  <c:v>7841.34</c:v>
                </c:pt>
                <c:pt idx="74">
                  <c:v>7843.68</c:v>
                </c:pt>
                <c:pt idx="75">
                  <c:v>7840.38</c:v>
                </c:pt>
                <c:pt idx="76">
                  <c:v>7835.82</c:v>
                </c:pt>
                <c:pt idx="77">
                  <c:v>7830.2300000000005</c:v>
                </c:pt>
                <c:pt idx="78">
                  <c:v>7824.82</c:v>
                </c:pt>
                <c:pt idx="79">
                  <c:v>7824.51</c:v>
                </c:pt>
                <c:pt idx="80">
                  <c:v>7815.76</c:v>
                </c:pt>
                <c:pt idx="81">
                  <c:v>7816.34</c:v>
                </c:pt>
                <c:pt idx="82">
                  <c:v>7811.17</c:v>
                </c:pt>
                <c:pt idx="83">
                  <c:v>7805.55</c:v>
                </c:pt>
                <c:pt idx="84">
                  <c:v>7796.44</c:v>
                </c:pt>
                <c:pt idx="85">
                  <c:v>7793.89</c:v>
                </c:pt>
                <c:pt idx="86">
                  <c:v>7790.1100000000006</c:v>
                </c:pt>
                <c:pt idx="87">
                  <c:v>7785.25</c:v>
                </c:pt>
                <c:pt idx="88">
                  <c:v>7787.5300000000007</c:v>
                </c:pt>
                <c:pt idx="89">
                  <c:v>7780.71</c:v>
                </c:pt>
                <c:pt idx="90">
                  <c:v>7773.59</c:v>
                </c:pt>
                <c:pt idx="91">
                  <c:v>7769.72</c:v>
                </c:pt>
                <c:pt idx="92">
                  <c:v>7765.1500000000005</c:v>
                </c:pt>
                <c:pt idx="93">
                  <c:v>7761.66</c:v>
                </c:pt>
                <c:pt idx="94">
                  <c:v>7757.0300000000007</c:v>
                </c:pt>
                <c:pt idx="95">
                  <c:v>7756.1799999999994</c:v>
                </c:pt>
                <c:pt idx="96">
                  <c:v>7753.15</c:v>
                </c:pt>
                <c:pt idx="97">
                  <c:v>7748.52</c:v>
                </c:pt>
                <c:pt idx="98">
                  <c:v>7739.88</c:v>
                </c:pt>
                <c:pt idx="99">
                  <c:v>7735.59</c:v>
                </c:pt>
                <c:pt idx="100">
                  <c:v>7731.19</c:v>
                </c:pt>
                <c:pt idx="101">
                  <c:v>7727.2</c:v>
                </c:pt>
                <c:pt idx="102">
                  <c:v>7723.6200000000008</c:v>
                </c:pt>
                <c:pt idx="103">
                  <c:v>7717.59</c:v>
                </c:pt>
                <c:pt idx="104">
                  <c:v>7713.28</c:v>
                </c:pt>
                <c:pt idx="105">
                  <c:v>7714.8099999999995</c:v>
                </c:pt>
                <c:pt idx="106">
                  <c:v>7709.92</c:v>
                </c:pt>
                <c:pt idx="107">
                  <c:v>7699.75</c:v>
                </c:pt>
                <c:pt idx="108">
                  <c:v>7701.1500000000005</c:v>
                </c:pt>
                <c:pt idx="109">
                  <c:v>7698.0199999999995</c:v>
                </c:pt>
                <c:pt idx="110">
                  <c:v>7693.05</c:v>
                </c:pt>
                <c:pt idx="111">
                  <c:v>7682.25</c:v>
                </c:pt>
                <c:pt idx="112">
                  <c:v>7684.9100000000008</c:v>
                </c:pt>
                <c:pt idx="113">
                  <c:v>7671.34</c:v>
                </c:pt>
                <c:pt idx="114">
                  <c:v>7676.95</c:v>
                </c:pt>
                <c:pt idx="115">
                  <c:v>7671.8200000000006</c:v>
                </c:pt>
                <c:pt idx="116">
                  <c:v>7659.8899999999994</c:v>
                </c:pt>
                <c:pt idx="117">
                  <c:v>7663.08</c:v>
                </c:pt>
                <c:pt idx="118">
                  <c:v>7655.1</c:v>
                </c:pt>
                <c:pt idx="119">
                  <c:v>7656.18</c:v>
                </c:pt>
                <c:pt idx="120">
                  <c:v>7648</c:v>
                </c:pt>
                <c:pt idx="121">
                  <c:v>7646.35</c:v>
                </c:pt>
                <c:pt idx="122">
                  <c:v>7639.79</c:v>
                </c:pt>
                <c:pt idx="123">
                  <c:v>7634.31</c:v>
                </c:pt>
                <c:pt idx="124">
                  <c:v>7629.09</c:v>
                </c:pt>
                <c:pt idx="125">
                  <c:v>7623.9800000000005</c:v>
                </c:pt>
                <c:pt idx="126">
                  <c:v>7618.75</c:v>
                </c:pt>
                <c:pt idx="127">
                  <c:v>7618.7199999999993</c:v>
                </c:pt>
                <c:pt idx="128">
                  <c:v>7611.51</c:v>
                </c:pt>
                <c:pt idx="129">
                  <c:v>7610.59</c:v>
                </c:pt>
                <c:pt idx="130">
                  <c:v>7601.7</c:v>
                </c:pt>
                <c:pt idx="131">
                  <c:v>7597.01</c:v>
                </c:pt>
                <c:pt idx="132">
                  <c:v>7592.13</c:v>
                </c:pt>
                <c:pt idx="133">
                  <c:v>7587.6900000000005</c:v>
                </c:pt>
                <c:pt idx="134">
                  <c:v>7585.69</c:v>
                </c:pt>
                <c:pt idx="135">
                  <c:v>7579.0300000000007</c:v>
                </c:pt>
                <c:pt idx="136">
                  <c:v>7572.69</c:v>
                </c:pt>
                <c:pt idx="137">
                  <c:v>7568.65</c:v>
                </c:pt>
                <c:pt idx="138">
                  <c:v>7563.72</c:v>
                </c:pt>
                <c:pt idx="139">
                  <c:v>7563.18</c:v>
                </c:pt>
                <c:pt idx="140">
                  <c:v>7558.6</c:v>
                </c:pt>
                <c:pt idx="141">
                  <c:v>7552.16</c:v>
                </c:pt>
                <c:pt idx="142">
                  <c:v>7546.22</c:v>
                </c:pt>
                <c:pt idx="143">
                  <c:v>7537.77</c:v>
                </c:pt>
                <c:pt idx="144">
                  <c:v>7534.6900000000005</c:v>
                </c:pt>
                <c:pt idx="145">
                  <c:v>7531.98</c:v>
                </c:pt>
                <c:pt idx="146">
                  <c:v>7528.62</c:v>
                </c:pt>
                <c:pt idx="147">
                  <c:v>7524.26</c:v>
                </c:pt>
                <c:pt idx="148">
                  <c:v>7513.18</c:v>
                </c:pt>
                <c:pt idx="149">
                  <c:v>7507</c:v>
                </c:pt>
                <c:pt idx="150">
                  <c:v>7509.88</c:v>
                </c:pt>
                <c:pt idx="151">
                  <c:v>7504.61</c:v>
                </c:pt>
                <c:pt idx="152">
                  <c:v>7495.2199999999993</c:v>
                </c:pt>
                <c:pt idx="153">
                  <c:v>7488.4500000000007</c:v>
                </c:pt>
                <c:pt idx="154">
                  <c:v>7487.58</c:v>
                </c:pt>
                <c:pt idx="155">
                  <c:v>7488.46</c:v>
                </c:pt>
                <c:pt idx="156">
                  <c:v>7482.62</c:v>
                </c:pt>
                <c:pt idx="157">
                  <c:v>7470.43</c:v>
                </c:pt>
                <c:pt idx="158">
                  <c:v>7473.72</c:v>
                </c:pt>
                <c:pt idx="159">
                  <c:v>7468.81</c:v>
                </c:pt>
                <c:pt idx="160">
                  <c:v>7463.72</c:v>
                </c:pt>
                <c:pt idx="161">
                  <c:v>7457.71</c:v>
                </c:pt>
                <c:pt idx="162">
                  <c:v>7450.01</c:v>
                </c:pt>
                <c:pt idx="163">
                  <c:v>7447.0599999999995</c:v>
                </c:pt>
                <c:pt idx="164">
                  <c:v>7443.61</c:v>
                </c:pt>
                <c:pt idx="165">
                  <c:v>7437.97</c:v>
                </c:pt>
                <c:pt idx="166">
                  <c:v>7433.34</c:v>
                </c:pt>
                <c:pt idx="167">
                  <c:v>7432.7</c:v>
                </c:pt>
                <c:pt idx="168">
                  <c:v>7423.25</c:v>
                </c:pt>
                <c:pt idx="169">
                  <c:v>7423.15</c:v>
                </c:pt>
                <c:pt idx="170">
                  <c:v>7417.95</c:v>
                </c:pt>
                <c:pt idx="171">
                  <c:v>7409.1500000000005</c:v>
                </c:pt>
                <c:pt idx="172">
                  <c:v>7405.69</c:v>
                </c:pt>
                <c:pt idx="173">
                  <c:v>7399.2699999999995</c:v>
                </c:pt>
                <c:pt idx="174">
                  <c:v>7395.0199999999995</c:v>
                </c:pt>
                <c:pt idx="175">
                  <c:v>7389.56</c:v>
                </c:pt>
                <c:pt idx="176">
                  <c:v>7386.41</c:v>
                </c:pt>
                <c:pt idx="177">
                  <c:v>7380.8</c:v>
                </c:pt>
                <c:pt idx="178">
                  <c:v>7380.73</c:v>
                </c:pt>
                <c:pt idx="179">
                  <c:v>7373.8200000000006</c:v>
                </c:pt>
                <c:pt idx="180">
                  <c:v>7366.6900000000005</c:v>
                </c:pt>
                <c:pt idx="181">
                  <c:v>7365.55</c:v>
                </c:pt>
                <c:pt idx="182">
                  <c:v>7361.27</c:v>
                </c:pt>
                <c:pt idx="183">
                  <c:v>7355.7800000000007</c:v>
                </c:pt>
                <c:pt idx="184">
                  <c:v>7346.75</c:v>
                </c:pt>
                <c:pt idx="185">
                  <c:v>7348.59</c:v>
                </c:pt>
                <c:pt idx="186">
                  <c:v>7341.88</c:v>
                </c:pt>
                <c:pt idx="187">
                  <c:v>7338.29</c:v>
                </c:pt>
                <c:pt idx="188">
                  <c:v>7334.1</c:v>
                </c:pt>
                <c:pt idx="189">
                  <c:v>7322.8600000000006</c:v>
                </c:pt>
                <c:pt idx="190">
                  <c:v>7323.5099999999993</c:v>
                </c:pt>
                <c:pt idx="191">
                  <c:v>7318.4800000000005</c:v>
                </c:pt>
                <c:pt idx="192">
                  <c:v>7307.4199999999992</c:v>
                </c:pt>
                <c:pt idx="193">
                  <c:v>7302.6600000000008</c:v>
                </c:pt>
                <c:pt idx="194">
                  <c:v>7299.0199999999995</c:v>
                </c:pt>
                <c:pt idx="195">
                  <c:v>7299.91</c:v>
                </c:pt>
                <c:pt idx="196">
                  <c:v>7290</c:v>
                </c:pt>
                <c:pt idx="197">
                  <c:v>7292.18</c:v>
                </c:pt>
                <c:pt idx="198">
                  <c:v>7281.51</c:v>
                </c:pt>
                <c:pt idx="199">
                  <c:v>7282.75</c:v>
                </c:pt>
                <c:pt idx="200">
                  <c:v>7274.29</c:v>
                </c:pt>
                <c:pt idx="201">
                  <c:v>7267.85</c:v>
                </c:pt>
                <c:pt idx="202">
                  <c:v>7267.03</c:v>
                </c:pt>
                <c:pt idx="203">
                  <c:v>7262.1900000000005</c:v>
                </c:pt>
                <c:pt idx="204">
                  <c:v>7254.7300000000005</c:v>
                </c:pt>
                <c:pt idx="205">
                  <c:v>7249.74</c:v>
                </c:pt>
                <c:pt idx="206">
                  <c:v>7244.18</c:v>
                </c:pt>
                <c:pt idx="207">
                  <c:v>7240.01</c:v>
                </c:pt>
                <c:pt idx="208">
                  <c:v>7234.3200000000006</c:v>
                </c:pt>
                <c:pt idx="209">
                  <c:v>7230.33</c:v>
                </c:pt>
                <c:pt idx="210">
                  <c:v>7229.7</c:v>
                </c:pt>
                <c:pt idx="211">
                  <c:v>7224.0700000000006</c:v>
                </c:pt>
                <c:pt idx="212">
                  <c:v>7220.7</c:v>
                </c:pt>
                <c:pt idx="213">
                  <c:v>7213.6699999999992</c:v>
                </c:pt>
                <c:pt idx="214">
                  <c:v>7207.5</c:v>
                </c:pt>
                <c:pt idx="215">
                  <c:v>7201.3600000000006</c:v>
                </c:pt>
                <c:pt idx="216">
                  <c:v>7198.98</c:v>
                </c:pt>
                <c:pt idx="217">
                  <c:v>7195.01</c:v>
                </c:pt>
                <c:pt idx="218">
                  <c:v>7190.34</c:v>
                </c:pt>
                <c:pt idx="219">
                  <c:v>7183.3600000000006</c:v>
                </c:pt>
                <c:pt idx="220">
                  <c:v>7181.6</c:v>
                </c:pt>
                <c:pt idx="221">
                  <c:v>7170.03</c:v>
                </c:pt>
                <c:pt idx="222">
                  <c:v>7173.8099999999995</c:v>
                </c:pt>
                <c:pt idx="223">
                  <c:v>7162.2300000000005</c:v>
                </c:pt>
                <c:pt idx="224">
                  <c:v>7157.1100000000006</c:v>
                </c:pt>
                <c:pt idx="225">
                  <c:v>7156.27</c:v>
                </c:pt>
                <c:pt idx="226">
                  <c:v>7156.04</c:v>
                </c:pt>
                <c:pt idx="227">
                  <c:v>7152.46</c:v>
                </c:pt>
                <c:pt idx="228">
                  <c:v>7147.48</c:v>
                </c:pt>
                <c:pt idx="229">
                  <c:v>7144.2699999999995</c:v>
                </c:pt>
                <c:pt idx="230">
                  <c:v>7136.91</c:v>
                </c:pt>
                <c:pt idx="231">
                  <c:v>7134.88</c:v>
                </c:pt>
                <c:pt idx="232">
                  <c:v>7127.3</c:v>
                </c:pt>
                <c:pt idx="233">
                  <c:v>7119.3099999999995</c:v>
                </c:pt>
                <c:pt idx="234">
                  <c:v>7117.99</c:v>
                </c:pt>
                <c:pt idx="235">
                  <c:v>7116.37</c:v>
                </c:pt>
                <c:pt idx="236">
                  <c:v>7109.66</c:v>
                </c:pt>
                <c:pt idx="237">
                  <c:v>7102.43</c:v>
                </c:pt>
                <c:pt idx="238">
                  <c:v>7098.3</c:v>
                </c:pt>
                <c:pt idx="239">
                  <c:v>7092.5599999999995</c:v>
                </c:pt>
                <c:pt idx="240">
                  <c:v>7087.92</c:v>
                </c:pt>
                <c:pt idx="241">
                  <c:v>7083.26</c:v>
                </c:pt>
                <c:pt idx="242">
                  <c:v>7079.18</c:v>
                </c:pt>
                <c:pt idx="243">
                  <c:v>7077.87</c:v>
                </c:pt>
                <c:pt idx="244">
                  <c:v>7071.25</c:v>
                </c:pt>
                <c:pt idx="245">
                  <c:v>7065.57</c:v>
                </c:pt>
                <c:pt idx="246">
                  <c:v>7063.08</c:v>
                </c:pt>
                <c:pt idx="247">
                  <c:v>7059.9100000000008</c:v>
                </c:pt>
                <c:pt idx="248">
                  <c:v>7052.49</c:v>
                </c:pt>
                <c:pt idx="249">
                  <c:v>7048.16</c:v>
                </c:pt>
                <c:pt idx="250">
                  <c:v>7042.73</c:v>
                </c:pt>
                <c:pt idx="251">
                  <c:v>7038.64</c:v>
                </c:pt>
                <c:pt idx="252">
                  <c:v>7037.13</c:v>
                </c:pt>
                <c:pt idx="253">
                  <c:v>7028.95</c:v>
                </c:pt>
                <c:pt idx="254">
                  <c:v>7022.1600000000008</c:v>
                </c:pt>
                <c:pt idx="255">
                  <c:v>7023.17</c:v>
                </c:pt>
                <c:pt idx="256">
                  <c:v>7013.6900000000005</c:v>
                </c:pt>
                <c:pt idx="257">
                  <c:v>7014.77</c:v>
                </c:pt>
                <c:pt idx="258">
                  <c:v>7005.76</c:v>
                </c:pt>
                <c:pt idx="259">
                  <c:v>7006.02</c:v>
                </c:pt>
                <c:pt idx="260">
                  <c:v>7002.11</c:v>
                </c:pt>
                <c:pt idx="261">
                  <c:v>6997.51</c:v>
                </c:pt>
                <c:pt idx="262">
                  <c:v>6986.8899999999994</c:v>
                </c:pt>
                <c:pt idx="263">
                  <c:v>6981.6500000000005</c:v>
                </c:pt>
                <c:pt idx="264">
                  <c:v>6984.8</c:v>
                </c:pt>
                <c:pt idx="265">
                  <c:v>6979.72</c:v>
                </c:pt>
                <c:pt idx="266">
                  <c:v>6975.53</c:v>
                </c:pt>
                <c:pt idx="267">
                  <c:v>6970.67</c:v>
                </c:pt>
                <c:pt idx="268">
                  <c:v>6965.14</c:v>
                </c:pt>
                <c:pt idx="269">
                  <c:v>6959.38</c:v>
                </c:pt>
                <c:pt idx="270">
                  <c:v>6957.99</c:v>
                </c:pt>
                <c:pt idx="271">
                  <c:v>6953.5999999999995</c:v>
                </c:pt>
                <c:pt idx="272">
                  <c:v>6949.34</c:v>
                </c:pt>
                <c:pt idx="273">
                  <c:v>6940.29</c:v>
                </c:pt>
                <c:pt idx="274">
                  <c:v>6936.71</c:v>
                </c:pt>
                <c:pt idx="275">
                  <c:v>6931.2300000000005</c:v>
                </c:pt>
                <c:pt idx="276">
                  <c:v>6926.9</c:v>
                </c:pt>
                <c:pt idx="277">
                  <c:v>6922.72</c:v>
                </c:pt>
                <c:pt idx="278">
                  <c:v>6922.2400000000007</c:v>
                </c:pt>
                <c:pt idx="279">
                  <c:v>6913.83</c:v>
                </c:pt>
                <c:pt idx="280">
                  <c:v>6909.07</c:v>
                </c:pt>
                <c:pt idx="281">
                  <c:v>6904.02</c:v>
                </c:pt>
                <c:pt idx="282">
                  <c:v>6900.14</c:v>
                </c:pt>
                <c:pt idx="283">
                  <c:v>6900.11</c:v>
                </c:pt>
                <c:pt idx="284">
                  <c:v>6895.05</c:v>
                </c:pt>
                <c:pt idx="285">
                  <c:v>6886.7</c:v>
                </c:pt>
                <c:pt idx="286">
                  <c:v>6882.4800000000005</c:v>
                </c:pt>
                <c:pt idx="287">
                  <c:v>6876.5</c:v>
                </c:pt>
                <c:pt idx="288">
                  <c:v>6873.84</c:v>
                </c:pt>
                <c:pt idx="289">
                  <c:v>6873.35</c:v>
                </c:pt>
                <c:pt idx="290">
                  <c:v>6867.6500000000005</c:v>
                </c:pt>
                <c:pt idx="291">
                  <c:v>6860.0599999999995</c:v>
                </c:pt>
                <c:pt idx="292">
                  <c:v>6858.11</c:v>
                </c:pt>
                <c:pt idx="293">
                  <c:v>6853.62</c:v>
                </c:pt>
                <c:pt idx="294">
                  <c:v>6850.4</c:v>
                </c:pt>
                <c:pt idx="295">
                  <c:v>6846.8</c:v>
                </c:pt>
                <c:pt idx="296">
                  <c:v>6839.53</c:v>
                </c:pt>
                <c:pt idx="297">
                  <c:v>6838.0599999999995</c:v>
                </c:pt>
                <c:pt idx="298">
                  <c:v>6825.71</c:v>
                </c:pt>
                <c:pt idx="299">
                  <c:v>6830.38</c:v>
                </c:pt>
                <c:pt idx="300">
                  <c:v>6825.14</c:v>
                </c:pt>
                <c:pt idx="301">
                  <c:v>6820.4900000000007</c:v>
                </c:pt>
                <c:pt idx="302">
                  <c:v>6815.86</c:v>
                </c:pt>
                <c:pt idx="303">
                  <c:v>6812.69</c:v>
                </c:pt>
                <c:pt idx="304">
                  <c:v>6804.71</c:v>
                </c:pt>
                <c:pt idx="305">
                  <c:v>6798.3200000000006</c:v>
                </c:pt>
                <c:pt idx="306">
                  <c:v>6798.35</c:v>
                </c:pt>
                <c:pt idx="307">
                  <c:v>6791.96</c:v>
                </c:pt>
                <c:pt idx="308">
                  <c:v>6790.21</c:v>
                </c:pt>
                <c:pt idx="309">
                  <c:v>6785.1</c:v>
                </c:pt>
                <c:pt idx="310">
                  <c:v>6781.96</c:v>
                </c:pt>
                <c:pt idx="311">
                  <c:v>6775.91</c:v>
                </c:pt>
                <c:pt idx="312">
                  <c:v>6769.0099999999993</c:v>
                </c:pt>
                <c:pt idx="313">
                  <c:v>6764.53</c:v>
                </c:pt>
                <c:pt idx="314">
                  <c:v>6759.5999999999995</c:v>
                </c:pt>
                <c:pt idx="315">
                  <c:v>6754.53</c:v>
                </c:pt>
                <c:pt idx="316">
                  <c:v>6750.54</c:v>
                </c:pt>
                <c:pt idx="317">
                  <c:v>6745.7599999999993</c:v>
                </c:pt>
                <c:pt idx="318">
                  <c:v>6741.7800000000007</c:v>
                </c:pt>
                <c:pt idx="319">
                  <c:v>6740.52</c:v>
                </c:pt>
                <c:pt idx="320">
                  <c:v>6733.29</c:v>
                </c:pt>
                <c:pt idx="321">
                  <c:v>6732.03</c:v>
                </c:pt>
                <c:pt idx="322">
                  <c:v>6728.21</c:v>
                </c:pt>
                <c:pt idx="323">
                  <c:v>6723.59</c:v>
                </c:pt>
                <c:pt idx="324">
                  <c:v>6714.8099999999995</c:v>
                </c:pt>
                <c:pt idx="325">
                  <c:v>6712.32</c:v>
                </c:pt>
                <c:pt idx="326">
                  <c:v>6707.75</c:v>
                </c:pt>
                <c:pt idx="327">
                  <c:v>6706.22</c:v>
                </c:pt>
                <c:pt idx="328">
                  <c:v>6695.69</c:v>
                </c:pt>
                <c:pt idx="329">
                  <c:v>6689.69</c:v>
                </c:pt>
                <c:pt idx="330">
                  <c:v>6693.7300000000005</c:v>
                </c:pt>
                <c:pt idx="331">
                  <c:v>6688.61</c:v>
                </c:pt>
                <c:pt idx="332">
                  <c:v>6681.9800000000005</c:v>
                </c:pt>
                <c:pt idx="333">
                  <c:v>6678.54</c:v>
                </c:pt>
                <c:pt idx="334">
                  <c:v>6675.51</c:v>
                </c:pt>
                <c:pt idx="335">
                  <c:v>6671.0599999999995</c:v>
                </c:pt>
                <c:pt idx="336">
                  <c:v>6664.76</c:v>
                </c:pt>
                <c:pt idx="337">
                  <c:v>6659.1399999999994</c:v>
                </c:pt>
                <c:pt idx="338">
                  <c:v>6657.6399999999994</c:v>
                </c:pt>
                <c:pt idx="339">
                  <c:v>6651.46</c:v>
                </c:pt>
                <c:pt idx="340">
                  <c:v>6647.7000000000007</c:v>
                </c:pt>
                <c:pt idx="341">
                  <c:v>6639.44</c:v>
                </c:pt>
                <c:pt idx="342">
                  <c:v>6636.08</c:v>
                </c:pt>
                <c:pt idx="343">
                  <c:v>6632.64</c:v>
                </c:pt>
                <c:pt idx="344">
                  <c:v>6629.92</c:v>
                </c:pt>
                <c:pt idx="345">
                  <c:v>6623.58</c:v>
                </c:pt>
                <c:pt idx="346">
                  <c:v>6617.09</c:v>
                </c:pt>
                <c:pt idx="347">
                  <c:v>6615.43</c:v>
                </c:pt>
                <c:pt idx="348">
                  <c:v>6610.5999999999995</c:v>
                </c:pt>
                <c:pt idx="349">
                  <c:v>6603.95</c:v>
                </c:pt>
                <c:pt idx="350">
                  <c:v>6599.09</c:v>
                </c:pt>
                <c:pt idx="351">
                  <c:v>6593.54</c:v>
                </c:pt>
                <c:pt idx="352">
                  <c:v>6589.5</c:v>
                </c:pt>
                <c:pt idx="353">
                  <c:v>6584.81</c:v>
                </c:pt>
                <c:pt idx="354">
                  <c:v>6581.95</c:v>
                </c:pt>
                <c:pt idx="355">
                  <c:v>6579.3799999999992</c:v>
                </c:pt>
                <c:pt idx="356">
                  <c:v>6573.97</c:v>
                </c:pt>
                <c:pt idx="357">
                  <c:v>6566.5199999999995</c:v>
                </c:pt>
                <c:pt idx="358">
                  <c:v>6562.41</c:v>
                </c:pt>
                <c:pt idx="359">
                  <c:v>6555.3</c:v>
                </c:pt>
                <c:pt idx="360">
                  <c:v>6550.28</c:v>
                </c:pt>
                <c:pt idx="361">
                  <c:v>6550.0999999999995</c:v>
                </c:pt>
                <c:pt idx="362">
                  <c:v>6546.17</c:v>
                </c:pt>
                <c:pt idx="363">
                  <c:v>6542.43</c:v>
                </c:pt>
                <c:pt idx="364">
                  <c:v>6536.41</c:v>
                </c:pt>
                <c:pt idx="365">
                  <c:v>6532.69</c:v>
                </c:pt>
                <c:pt idx="366">
                  <c:v>6529.0999999999995</c:v>
                </c:pt>
                <c:pt idx="367">
                  <c:v>6523.87</c:v>
                </c:pt>
                <c:pt idx="368">
                  <c:v>6519.6500000000005</c:v>
                </c:pt>
                <c:pt idx="369">
                  <c:v>6510.39</c:v>
                </c:pt>
                <c:pt idx="370">
                  <c:v>6506.8200000000006</c:v>
                </c:pt>
                <c:pt idx="371">
                  <c:v>6504.96</c:v>
                </c:pt>
                <c:pt idx="372">
                  <c:v>6496.5700000000006</c:v>
                </c:pt>
                <c:pt idx="373">
                  <c:v>6492.8</c:v>
                </c:pt>
                <c:pt idx="374">
                  <c:v>6492.04</c:v>
                </c:pt>
                <c:pt idx="375">
                  <c:v>6487.77</c:v>
                </c:pt>
                <c:pt idx="376">
                  <c:v>6478.21</c:v>
                </c:pt>
                <c:pt idx="377">
                  <c:v>6478.3099999999995</c:v>
                </c:pt>
                <c:pt idx="378">
                  <c:v>6473.47</c:v>
                </c:pt>
                <c:pt idx="379">
                  <c:v>6464.92</c:v>
                </c:pt>
                <c:pt idx="380">
                  <c:v>6461.0700000000006</c:v>
                </c:pt>
                <c:pt idx="381">
                  <c:v>6456.97</c:v>
                </c:pt>
                <c:pt idx="382">
                  <c:v>6451.6</c:v>
                </c:pt>
                <c:pt idx="383">
                  <c:v>6447.39</c:v>
                </c:pt>
                <c:pt idx="384">
                  <c:v>6443.18</c:v>
                </c:pt>
                <c:pt idx="385">
                  <c:v>6441.6900000000005</c:v>
                </c:pt>
                <c:pt idx="386">
                  <c:v>6433.97</c:v>
                </c:pt>
                <c:pt idx="387">
                  <c:v>6429.66</c:v>
                </c:pt>
                <c:pt idx="388">
                  <c:v>6424.58</c:v>
                </c:pt>
                <c:pt idx="389">
                  <c:v>6419.76</c:v>
                </c:pt>
                <c:pt idx="390">
                  <c:v>6415.25</c:v>
                </c:pt>
                <c:pt idx="391">
                  <c:v>6414</c:v>
                </c:pt>
                <c:pt idx="392">
                  <c:v>6409.0499999999993</c:v>
                </c:pt>
                <c:pt idx="393">
                  <c:v>6402.8099999999995</c:v>
                </c:pt>
                <c:pt idx="394">
                  <c:v>6399.2300000000005</c:v>
                </c:pt>
                <c:pt idx="395">
                  <c:v>6391.4299999999994</c:v>
                </c:pt>
                <c:pt idx="396">
                  <c:v>6388.93</c:v>
                </c:pt>
                <c:pt idx="397">
                  <c:v>6384.55</c:v>
                </c:pt>
                <c:pt idx="398">
                  <c:v>6383.27</c:v>
                </c:pt>
                <c:pt idx="399">
                  <c:v>6379.01</c:v>
                </c:pt>
                <c:pt idx="400">
                  <c:v>6372.4400000000005</c:v>
                </c:pt>
                <c:pt idx="401">
                  <c:v>6365.04</c:v>
                </c:pt>
                <c:pt idx="402">
                  <c:v>6363.6900000000005</c:v>
                </c:pt>
                <c:pt idx="403">
                  <c:v>6355.04</c:v>
                </c:pt>
                <c:pt idx="404">
                  <c:v>6348.79</c:v>
                </c:pt>
                <c:pt idx="405">
                  <c:v>6344.24</c:v>
                </c:pt>
                <c:pt idx="406">
                  <c:v>6346.3399999999992</c:v>
                </c:pt>
                <c:pt idx="407">
                  <c:v>6343.36</c:v>
                </c:pt>
                <c:pt idx="408">
                  <c:v>6334.39</c:v>
                </c:pt>
                <c:pt idx="409">
                  <c:v>6335.3200000000006</c:v>
                </c:pt>
                <c:pt idx="410">
                  <c:v>6326.76</c:v>
                </c:pt>
                <c:pt idx="411">
                  <c:v>6326</c:v>
                </c:pt>
                <c:pt idx="412">
                  <c:v>6319.9500000000007</c:v>
                </c:pt>
                <c:pt idx="413">
                  <c:v>6315.62</c:v>
                </c:pt>
                <c:pt idx="414">
                  <c:v>6310.74</c:v>
                </c:pt>
                <c:pt idx="415">
                  <c:v>6308.34</c:v>
                </c:pt>
                <c:pt idx="416">
                  <c:v>6301.3700000000008</c:v>
                </c:pt>
                <c:pt idx="417">
                  <c:v>6299.29</c:v>
                </c:pt>
                <c:pt idx="418">
                  <c:v>6291.7300000000005</c:v>
                </c:pt>
                <c:pt idx="419">
                  <c:v>6287.29</c:v>
                </c:pt>
                <c:pt idx="420">
                  <c:v>6282.26</c:v>
                </c:pt>
                <c:pt idx="421">
                  <c:v>6278.08</c:v>
                </c:pt>
                <c:pt idx="422">
                  <c:v>6277.66</c:v>
                </c:pt>
                <c:pt idx="423">
                  <c:v>6273.21</c:v>
                </c:pt>
                <c:pt idx="424">
                  <c:v>6266.5</c:v>
                </c:pt>
                <c:pt idx="425">
                  <c:v>6261.63</c:v>
                </c:pt>
                <c:pt idx="426">
                  <c:v>6256.26</c:v>
                </c:pt>
                <c:pt idx="427">
                  <c:v>6252.4800000000005</c:v>
                </c:pt>
                <c:pt idx="428">
                  <c:v>6248.11</c:v>
                </c:pt>
                <c:pt idx="429">
                  <c:v>6243.67</c:v>
                </c:pt>
                <c:pt idx="430">
                  <c:v>6239.09</c:v>
                </c:pt>
                <c:pt idx="431">
                  <c:v>6237.56</c:v>
                </c:pt>
                <c:pt idx="432">
                  <c:v>6234.47</c:v>
                </c:pt>
                <c:pt idx="433">
                  <c:v>6227.64</c:v>
                </c:pt>
                <c:pt idx="434">
                  <c:v>6222</c:v>
                </c:pt>
                <c:pt idx="435">
                  <c:v>6216.4400000000005</c:v>
                </c:pt>
                <c:pt idx="436">
                  <c:v>6218.81</c:v>
                </c:pt>
                <c:pt idx="437">
                  <c:v>6212.73</c:v>
                </c:pt>
                <c:pt idx="438">
                  <c:v>6206.4000000000005</c:v>
                </c:pt>
                <c:pt idx="439">
                  <c:v>6206.37</c:v>
                </c:pt>
                <c:pt idx="440">
                  <c:v>6196.18</c:v>
                </c:pt>
                <c:pt idx="441">
                  <c:v>6193.2</c:v>
                </c:pt>
                <c:pt idx="442">
                  <c:v>6193.86</c:v>
                </c:pt>
                <c:pt idx="443">
                  <c:v>6184.1799999999994</c:v>
                </c:pt>
                <c:pt idx="444">
                  <c:v>6183.76</c:v>
                </c:pt>
                <c:pt idx="445">
                  <c:v>6181.48</c:v>
                </c:pt>
                <c:pt idx="446">
                  <c:v>6177.0300000000007</c:v>
                </c:pt>
                <c:pt idx="447">
                  <c:v>6170.87</c:v>
                </c:pt>
                <c:pt idx="448">
                  <c:v>6164.21</c:v>
                </c:pt>
                <c:pt idx="449">
                  <c:v>6162.16</c:v>
                </c:pt>
                <c:pt idx="450">
                  <c:v>6160.83</c:v>
                </c:pt>
                <c:pt idx="451">
                  <c:v>6153.32</c:v>
                </c:pt>
                <c:pt idx="452">
                  <c:v>6148.23</c:v>
                </c:pt>
                <c:pt idx="453">
                  <c:v>6145.22</c:v>
                </c:pt>
                <c:pt idx="454">
                  <c:v>6139.34</c:v>
                </c:pt>
                <c:pt idx="455">
                  <c:v>6138.36</c:v>
                </c:pt>
                <c:pt idx="456">
                  <c:v>6134.38</c:v>
                </c:pt>
                <c:pt idx="457">
                  <c:v>6127.07</c:v>
                </c:pt>
                <c:pt idx="458">
                  <c:v>6122.9699999999993</c:v>
                </c:pt>
                <c:pt idx="459">
                  <c:v>6118.76</c:v>
                </c:pt>
                <c:pt idx="460">
                  <c:v>6114.46</c:v>
                </c:pt>
                <c:pt idx="461">
                  <c:v>6114.19</c:v>
                </c:pt>
                <c:pt idx="462">
                  <c:v>6106.55</c:v>
                </c:pt>
                <c:pt idx="463">
                  <c:v>6103.13</c:v>
                </c:pt>
                <c:pt idx="464">
                  <c:v>6097.36</c:v>
                </c:pt>
                <c:pt idx="465">
                  <c:v>6096.5499999999993</c:v>
                </c:pt>
                <c:pt idx="466">
                  <c:v>6088.8</c:v>
                </c:pt>
                <c:pt idx="467">
                  <c:v>6085.37</c:v>
                </c:pt>
                <c:pt idx="468">
                  <c:v>6080.94</c:v>
                </c:pt>
                <c:pt idx="469">
                  <c:v>6076.85</c:v>
                </c:pt>
                <c:pt idx="470">
                  <c:v>6073.5999999999995</c:v>
                </c:pt>
                <c:pt idx="471">
                  <c:v>6069.7599999999993</c:v>
                </c:pt>
                <c:pt idx="472">
                  <c:v>6067.52</c:v>
                </c:pt>
                <c:pt idx="473">
                  <c:v>6061.7599999999993</c:v>
                </c:pt>
                <c:pt idx="474">
                  <c:v>6059.14</c:v>
                </c:pt>
                <c:pt idx="475">
                  <c:v>6053.77</c:v>
                </c:pt>
                <c:pt idx="476">
                  <c:v>6051.01</c:v>
                </c:pt>
                <c:pt idx="477">
                  <c:v>6046.24</c:v>
                </c:pt>
                <c:pt idx="478">
                  <c:v>6042.81</c:v>
                </c:pt>
                <c:pt idx="479">
                  <c:v>6035.9400000000005</c:v>
                </c:pt>
                <c:pt idx="480">
                  <c:v>6034.09</c:v>
                </c:pt>
                <c:pt idx="481">
                  <c:v>6031.61</c:v>
                </c:pt>
                <c:pt idx="482">
                  <c:v>6026.8499999999995</c:v>
                </c:pt>
                <c:pt idx="483">
                  <c:v>6022.22</c:v>
                </c:pt>
                <c:pt idx="484">
                  <c:v>6018.1500000000005</c:v>
                </c:pt>
                <c:pt idx="485">
                  <c:v>6015.27</c:v>
                </c:pt>
                <c:pt idx="486">
                  <c:v>6012.05</c:v>
                </c:pt>
                <c:pt idx="487">
                  <c:v>6007.9000000000005</c:v>
                </c:pt>
                <c:pt idx="488">
                  <c:v>6003.42</c:v>
                </c:pt>
                <c:pt idx="489">
                  <c:v>5996.05</c:v>
                </c:pt>
                <c:pt idx="490">
                  <c:v>5992.3</c:v>
                </c:pt>
                <c:pt idx="491">
                  <c:v>5992.61</c:v>
                </c:pt>
                <c:pt idx="492">
                  <c:v>5987.94</c:v>
                </c:pt>
                <c:pt idx="493">
                  <c:v>5981.68</c:v>
                </c:pt>
                <c:pt idx="494">
                  <c:v>5979.71</c:v>
                </c:pt>
                <c:pt idx="495">
                  <c:v>5973.75</c:v>
                </c:pt>
                <c:pt idx="496">
                  <c:v>5968.46</c:v>
                </c:pt>
                <c:pt idx="497">
                  <c:v>5960.16</c:v>
                </c:pt>
                <c:pt idx="498">
                  <c:v>5956.2</c:v>
                </c:pt>
                <c:pt idx="499">
                  <c:v>5952.9800000000005</c:v>
                </c:pt>
                <c:pt idx="500">
                  <c:v>5952.24</c:v>
                </c:pt>
                <c:pt idx="501">
                  <c:v>5951.25</c:v>
                </c:pt>
                <c:pt idx="502">
                  <c:v>5946.87</c:v>
                </c:pt>
                <c:pt idx="503">
                  <c:v>5940.26</c:v>
                </c:pt>
                <c:pt idx="504">
                  <c:v>5936.61</c:v>
                </c:pt>
                <c:pt idx="505">
                  <c:v>5934.53</c:v>
                </c:pt>
                <c:pt idx="506">
                  <c:v>5930.46</c:v>
                </c:pt>
                <c:pt idx="507">
                  <c:v>5923.9699999999993</c:v>
                </c:pt>
                <c:pt idx="508">
                  <c:v>5918.34</c:v>
                </c:pt>
                <c:pt idx="509">
                  <c:v>5915.54</c:v>
                </c:pt>
                <c:pt idx="510">
                  <c:v>5914.91</c:v>
                </c:pt>
                <c:pt idx="511">
                  <c:v>5909.8899999999994</c:v>
                </c:pt>
                <c:pt idx="512">
                  <c:v>5905.9400000000005</c:v>
                </c:pt>
                <c:pt idx="513">
                  <c:v>5898.83</c:v>
                </c:pt>
                <c:pt idx="514">
                  <c:v>5899.4</c:v>
                </c:pt>
                <c:pt idx="515">
                  <c:v>5893.99</c:v>
                </c:pt>
                <c:pt idx="516">
                  <c:v>5891.73</c:v>
                </c:pt>
                <c:pt idx="517">
                  <c:v>5886.53</c:v>
                </c:pt>
                <c:pt idx="518">
                  <c:v>5883.19</c:v>
                </c:pt>
                <c:pt idx="519">
                  <c:v>5879.51</c:v>
                </c:pt>
                <c:pt idx="520">
                  <c:v>5870.04</c:v>
                </c:pt>
                <c:pt idx="521">
                  <c:v>5869.3499999999995</c:v>
                </c:pt>
                <c:pt idx="522">
                  <c:v>5863.41</c:v>
                </c:pt>
                <c:pt idx="523">
                  <c:v>5861.7</c:v>
                </c:pt>
                <c:pt idx="524">
                  <c:v>5856.35</c:v>
                </c:pt>
                <c:pt idx="525">
                  <c:v>5851.73</c:v>
                </c:pt>
                <c:pt idx="526">
                  <c:v>5847.68</c:v>
                </c:pt>
                <c:pt idx="527">
                  <c:v>5845.4</c:v>
                </c:pt>
                <c:pt idx="528">
                  <c:v>5842.4800000000005</c:v>
                </c:pt>
                <c:pt idx="529">
                  <c:v>5836.36</c:v>
                </c:pt>
                <c:pt idx="530">
                  <c:v>5831.7</c:v>
                </c:pt>
                <c:pt idx="531">
                  <c:v>5827.5</c:v>
                </c:pt>
                <c:pt idx="532">
                  <c:v>5823.1900000000005</c:v>
                </c:pt>
                <c:pt idx="533">
                  <c:v>5819.57</c:v>
                </c:pt>
                <c:pt idx="534">
                  <c:v>5818.8899999999994</c:v>
                </c:pt>
                <c:pt idx="535">
                  <c:v>5813.96</c:v>
                </c:pt>
                <c:pt idx="536">
                  <c:v>5808.3499999999995</c:v>
                </c:pt>
                <c:pt idx="537">
                  <c:v>5806.14</c:v>
                </c:pt>
                <c:pt idx="538">
                  <c:v>5803.78</c:v>
                </c:pt>
                <c:pt idx="539">
                  <c:v>5796.68</c:v>
                </c:pt>
                <c:pt idx="540">
                  <c:v>5790.5300000000007</c:v>
                </c:pt>
                <c:pt idx="541">
                  <c:v>5789.54</c:v>
                </c:pt>
                <c:pt idx="542">
                  <c:v>5787.4299999999994</c:v>
                </c:pt>
                <c:pt idx="543">
                  <c:v>5782.84</c:v>
                </c:pt>
                <c:pt idx="544">
                  <c:v>5775.7</c:v>
                </c:pt>
                <c:pt idx="545">
                  <c:v>5770.82</c:v>
                </c:pt>
                <c:pt idx="546">
                  <c:v>5770.5700000000006</c:v>
                </c:pt>
                <c:pt idx="547">
                  <c:v>5758.8</c:v>
                </c:pt>
                <c:pt idx="548">
                  <c:v>5758.12</c:v>
                </c:pt>
                <c:pt idx="549">
                  <c:v>5758.27</c:v>
                </c:pt>
                <c:pt idx="550">
                  <c:v>5752.9000000000005</c:v>
                </c:pt>
                <c:pt idx="551">
                  <c:v>5751.62</c:v>
                </c:pt>
                <c:pt idx="552">
                  <c:v>5747.59</c:v>
                </c:pt>
                <c:pt idx="553">
                  <c:v>5743.57</c:v>
                </c:pt>
                <c:pt idx="554">
                  <c:v>5738.05</c:v>
                </c:pt>
                <c:pt idx="555">
                  <c:v>5733.27</c:v>
                </c:pt>
                <c:pt idx="556">
                  <c:v>5730.91</c:v>
                </c:pt>
                <c:pt idx="557">
                  <c:v>5724.97</c:v>
                </c:pt>
                <c:pt idx="558">
                  <c:v>5723.89</c:v>
                </c:pt>
                <c:pt idx="559">
                  <c:v>5718.34</c:v>
                </c:pt>
                <c:pt idx="560">
                  <c:v>5713.95</c:v>
                </c:pt>
                <c:pt idx="561">
                  <c:v>5712.19</c:v>
                </c:pt>
                <c:pt idx="562">
                  <c:v>5705.49</c:v>
                </c:pt>
                <c:pt idx="563">
                  <c:v>5705.14</c:v>
                </c:pt>
                <c:pt idx="564">
                  <c:v>5700.2300000000005</c:v>
                </c:pt>
                <c:pt idx="565">
                  <c:v>5694.03</c:v>
                </c:pt>
                <c:pt idx="566">
                  <c:v>5689.96</c:v>
                </c:pt>
                <c:pt idx="567">
                  <c:v>5689.19</c:v>
                </c:pt>
                <c:pt idx="568">
                  <c:v>5682.76</c:v>
                </c:pt>
                <c:pt idx="569">
                  <c:v>5678.21</c:v>
                </c:pt>
                <c:pt idx="570">
                  <c:v>5677.4500000000007</c:v>
                </c:pt>
                <c:pt idx="571">
                  <c:v>5670.78</c:v>
                </c:pt>
              </c:numCache>
            </c:numRef>
          </c:xVal>
          <c:yVal>
            <c:numRef>
              <c:f>Presentation!$BG$13:$BG$584</c:f>
              <c:numCache>
                <c:formatCode>General</c:formatCode>
                <c:ptCount val="572"/>
                <c:pt idx="0">
                  <c:v>1.3739656852684579E-2</c:v>
                </c:pt>
                <c:pt idx="1">
                  <c:v>1.3736945418274818E-2</c:v>
                </c:pt>
                <c:pt idx="2">
                  <c:v>1.3662051236069879E-2</c:v>
                </c:pt>
                <c:pt idx="3">
                  <c:v>1.3643234932575894E-2</c:v>
                </c:pt>
                <c:pt idx="4">
                  <c:v>1.435654691209578E-2</c:v>
                </c:pt>
                <c:pt idx="5">
                  <c:v>1.6193476672132456E-2</c:v>
                </c:pt>
                <c:pt idx="6">
                  <c:v>2.8929059952898187E-2</c:v>
                </c:pt>
                <c:pt idx="7">
                  <c:v>4.4425158748961219E-2</c:v>
                </c:pt>
                <c:pt idx="8">
                  <c:v>6.143286080118187E-2</c:v>
                </c:pt>
                <c:pt idx="9">
                  <c:v>8.2461968446988734E-2</c:v>
                </c:pt>
                <c:pt idx="10">
                  <c:v>8.5664012194479389E-2</c:v>
                </c:pt>
                <c:pt idx="11">
                  <c:v>9.7902363485786251E-2</c:v>
                </c:pt>
                <c:pt idx="12">
                  <c:v>0.11191995171441969</c:v>
                </c:pt>
                <c:pt idx="13">
                  <c:v>0.12670827524330491</c:v>
                </c:pt>
                <c:pt idx="14">
                  <c:v>0.14026214891643971</c:v>
                </c:pt>
                <c:pt idx="15">
                  <c:v>0.15393946360246957</c:v>
                </c:pt>
                <c:pt idx="16">
                  <c:v>0.16052301091662513</c:v>
                </c:pt>
                <c:pt idx="17">
                  <c:v>0.17202657287238465</c:v>
                </c:pt>
                <c:pt idx="18">
                  <c:v>0.18217901420192698</c:v>
                </c:pt>
                <c:pt idx="19">
                  <c:v>0.1937476708027101</c:v>
                </c:pt>
                <c:pt idx="20">
                  <c:v>0.20406675337522212</c:v>
                </c:pt>
                <c:pt idx="21">
                  <c:v>0.22007973691213559</c:v>
                </c:pt>
                <c:pt idx="22">
                  <c:v>0.22824611765990233</c:v>
                </c:pt>
                <c:pt idx="23">
                  <c:v>0.23997238985426464</c:v>
                </c:pt>
                <c:pt idx="24">
                  <c:v>0.24945812636555259</c:v>
                </c:pt>
                <c:pt idx="25">
                  <c:v>0.2595448117135053</c:v>
                </c:pt>
                <c:pt idx="26">
                  <c:v>0.27533058827919932</c:v>
                </c:pt>
                <c:pt idx="27">
                  <c:v>0.27843580954087965</c:v>
                </c:pt>
                <c:pt idx="28">
                  <c:v>0.28742640874684605</c:v>
                </c:pt>
                <c:pt idx="29">
                  <c:v>0.29581122149550992</c:v>
                </c:pt>
                <c:pt idx="30">
                  <c:v>0.3039779139176485</c:v>
                </c:pt>
                <c:pt idx="31">
                  <c:v>0.31214764857861793</c:v>
                </c:pt>
                <c:pt idx="32">
                  <c:v>0.31931750453243024</c:v>
                </c:pt>
                <c:pt idx="33">
                  <c:v>0.32528340192318267</c:v>
                </c:pt>
                <c:pt idx="34">
                  <c:v>0.33359828233065131</c:v>
                </c:pt>
                <c:pt idx="35">
                  <c:v>0.33986900295581796</c:v>
                </c:pt>
                <c:pt idx="36">
                  <c:v>0.34628028612991019</c:v>
                </c:pt>
                <c:pt idx="37">
                  <c:v>0.35329061298490205</c:v>
                </c:pt>
                <c:pt idx="38">
                  <c:v>0.36026676333816693</c:v>
                </c:pt>
                <c:pt idx="39">
                  <c:v>0.36599916013262379</c:v>
                </c:pt>
                <c:pt idx="40">
                  <c:v>0.3717100225211088</c:v>
                </c:pt>
                <c:pt idx="41">
                  <c:v>0.37757338487953085</c:v>
                </c:pt>
                <c:pt idx="42">
                  <c:v>0.38429336569660438</c:v>
                </c:pt>
                <c:pt idx="43">
                  <c:v>0.38853939778169744</c:v>
                </c:pt>
                <c:pt idx="44">
                  <c:v>0.39487495482109147</c:v>
                </c:pt>
                <c:pt idx="45">
                  <c:v>0.40044932400134847</c:v>
                </c:pt>
                <c:pt idx="46">
                  <c:v>0.40601324953286905</c:v>
                </c:pt>
                <c:pt idx="47">
                  <c:v>0.41015705106833222</c:v>
                </c:pt>
                <c:pt idx="48">
                  <c:v>0.41512355392187711</c:v>
                </c:pt>
                <c:pt idx="49">
                  <c:v>0.41965495700186906</c:v>
                </c:pt>
                <c:pt idx="50">
                  <c:v>0.42465800049415336</c:v>
                </c:pt>
                <c:pt idx="51">
                  <c:v>0.42879628496872818</c:v>
                </c:pt>
                <c:pt idx="52">
                  <c:v>0.43401061987997114</c:v>
                </c:pt>
                <c:pt idx="53">
                  <c:v>0.43793662918794701</c:v>
                </c:pt>
                <c:pt idx="54">
                  <c:v>0.44218606513580799</c:v>
                </c:pt>
                <c:pt idx="55">
                  <c:v>0.44567764539932198</c:v>
                </c:pt>
                <c:pt idx="56">
                  <c:v>0.45061840013858834</c:v>
                </c:pt>
                <c:pt idx="57">
                  <c:v>0.45386449230411602</c:v>
                </c:pt>
                <c:pt idx="58">
                  <c:v>0.45735220472560434</c:v>
                </c:pt>
                <c:pt idx="59">
                  <c:v>0.46126922745977356</c:v>
                </c:pt>
                <c:pt idx="60">
                  <c:v>0.46490877141453679</c:v>
                </c:pt>
                <c:pt idx="61">
                  <c:v>0.4684065968870274</c:v>
                </c:pt>
                <c:pt idx="62">
                  <c:v>0.47183676159836124</c:v>
                </c:pt>
                <c:pt idx="63">
                  <c:v>0.4754951568599104</c:v>
                </c:pt>
                <c:pt idx="64">
                  <c:v>0.47852889160667933</c:v>
                </c:pt>
                <c:pt idx="65">
                  <c:v>0.47938948730636016</c:v>
                </c:pt>
                <c:pt idx="66">
                  <c:v>0.48171213441416083</c:v>
                </c:pt>
                <c:pt idx="67">
                  <c:v>0.48395868701141603</c:v>
                </c:pt>
                <c:pt idx="68">
                  <c:v>0.48645443092846674</c:v>
                </c:pt>
                <c:pt idx="69">
                  <c:v>0.48859760319302753</c:v>
                </c:pt>
                <c:pt idx="70">
                  <c:v>0.49046031434735099</c:v>
                </c:pt>
                <c:pt idx="71">
                  <c:v>0.49286226626390439</c:v>
                </c:pt>
                <c:pt idx="72">
                  <c:v>0.49471189075871219</c:v>
                </c:pt>
                <c:pt idx="73">
                  <c:v>0.49719818296362606</c:v>
                </c:pt>
                <c:pt idx="74">
                  <c:v>0.50029577953205639</c:v>
                </c:pt>
                <c:pt idx="75">
                  <c:v>0.50139023873842847</c:v>
                </c:pt>
                <c:pt idx="76">
                  <c:v>0.50345337182324257</c:v>
                </c:pt>
                <c:pt idx="77">
                  <c:v>0.50489449224352279</c:v>
                </c:pt>
                <c:pt idx="78">
                  <c:v>0.50598224623697419</c:v>
                </c:pt>
                <c:pt idx="79">
                  <c:v>0.50754743747531794</c:v>
                </c:pt>
                <c:pt idx="80">
                  <c:v>0.50923518634144338</c:v>
                </c:pt>
                <c:pt idx="81">
                  <c:v>0.50990361217654301</c:v>
                </c:pt>
                <c:pt idx="82">
                  <c:v>0.51008235642035704</c:v>
                </c:pt>
                <c:pt idx="83">
                  <c:v>0.51167566667307229</c:v>
                </c:pt>
                <c:pt idx="84">
                  <c:v>0.51239155306781048</c:v>
                </c:pt>
                <c:pt idx="85">
                  <c:v>0.51415788521521344</c:v>
                </c:pt>
                <c:pt idx="86">
                  <c:v>0.51510569170396825</c:v>
                </c:pt>
                <c:pt idx="87">
                  <c:v>0.51698532481294757</c:v>
                </c:pt>
                <c:pt idx="88">
                  <c:v>0.51829270641654024</c:v>
                </c:pt>
                <c:pt idx="89">
                  <c:v>0.5185040953846114</c:v>
                </c:pt>
                <c:pt idx="90">
                  <c:v>0.520373469658163</c:v>
                </c:pt>
                <c:pt idx="91">
                  <c:v>0.52154646499487756</c:v>
                </c:pt>
                <c:pt idx="92">
                  <c:v>0.52235565314256638</c:v>
                </c:pt>
                <c:pt idx="93">
                  <c:v>0.52326564162820843</c:v>
                </c:pt>
                <c:pt idx="94">
                  <c:v>0.52428313413767891</c:v>
                </c:pt>
                <c:pt idx="95">
                  <c:v>0.52558991668579125</c:v>
                </c:pt>
                <c:pt idx="96">
                  <c:v>0.52528714135544907</c:v>
                </c:pt>
                <c:pt idx="97">
                  <c:v>0.52586171294647233</c:v>
                </c:pt>
                <c:pt idx="98">
                  <c:v>0.52692031401003625</c:v>
                </c:pt>
                <c:pt idx="99">
                  <c:v>0.52787570178874521</c:v>
                </c:pt>
                <c:pt idx="100">
                  <c:v>0.52909189917722887</c:v>
                </c:pt>
                <c:pt idx="101">
                  <c:v>0.52995781136763642</c:v>
                </c:pt>
                <c:pt idx="102">
                  <c:v>0.53044945245882102</c:v>
                </c:pt>
                <c:pt idx="103">
                  <c:v>0.53146254206300148</c:v>
                </c:pt>
                <c:pt idx="104">
                  <c:v>0.53170894872220376</c:v>
                </c:pt>
                <c:pt idx="105">
                  <c:v>0.53281934357424221</c:v>
                </c:pt>
                <c:pt idx="106">
                  <c:v>0.53281357005001351</c:v>
                </c:pt>
                <c:pt idx="107">
                  <c:v>0.53361213026396948</c:v>
                </c:pt>
                <c:pt idx="108">
                  <c:v>0.53377352733033379</c:v>
                </c:pt>
                <c:pt idx="109">
                  <c:v>0.53379830138139417</c:v>
                </c:pt>
                <c:pt idx="110">
                  <c:v>0.53379608867744255</c:v>
                </c:pt>
                <c:pt idx="111">
                  <c:v>0.53474177487064334</c:v>
                </c:pt>
                <c:pt idx="112">
                  <c:v>0.53587615209547013</c:v>
                </c:pt>
                <c:pt idx="113">
                  <c:v>0.53622313702690794</c:v>
                </c:pt>
                <c:pt idx="114">
                  <c:v>0.53712867740443793</c:v>
                </c:pt>
                <c:pt idx="115">
                  <c:v>0.53750870067337342</c:v>
                </c:pt>
                <c:pt idx="116">
                  <c:v>0.53774923660783647</c:v>
                </c:pt>
                <c:pt idx="117">
                  <c:v>0.53843885226305876</c:v>
                </c:pt>
                <c:pt idx="118">
                  <c:v>0.53845018353777208</c:v>
                </c:pt>
                <c:pt idx="119">
                  <c:v>0.5386720270422064</c:v>
                </c:pt>
                <c:pt idx="120">
                  <c:v>0.53919717573221759</c:v>
                </c:pt>
                <c:pt idx="121">
                  <c:v>0.53886233300855957</c:v>
                </c:pt>
                <c:pt idx="122">
                  <c:v>0.53865747618717275</c:v>
                </c:pt>
                <c:pt idx="123">
                  <c:v>0.5400396368499577</c:v>
                </c:pt>
                <c:pt idx="124">
                  <c:v>0.54033311967744513</c:v>
                </c:pt>
                <c:pt idx="125">
                  <c:v>0.54062313909532811</c:v>
                </c:pt>
                <c:pt idx="126">
                  <c:v>0.54106776045939298</c:v>
                </c:pt>
                <c:pt idx="127">
                  <c:v>0.54140459289749465</c:v>
                </c:pt>
                <c:pt idx="128">
                  <c:v>0.54138140789409717</c:v>
                </c:pt>
                <c:pt idx="129">
                  <c:v>0.54074651242544935</c:v>
                </c:pt>
                <c:pt idx="130">
                  <c:v>0.5411605298814739</c:v>
                </c:pt>
                <c:pt idx="131">
                  <c:v>0.54166705058963993</c:v>
                </c:pt>
                <c:pt idx="132">
                  <c:v>0.54222332863109568</c:v>
                </c:pt>
                <c:pt idx="133">
                  <c:v>0.54262364435025678</c:v>
                </c:pt>
                <c:pt idx="134">
                  <c:v>0.54244768768562912</c:v>
                </c:pt>
                <c:pt idx="135">
                  <c:v>0.54309060658158104</c:v>
                </c:pt>
                <c:pt idx="136">
                  <c:v>0.54333928894487959</c:v>
                </c:pt>
                <c:pt idx="137">
                  <c:v>0.54350511650030064</c:v>
                </c:pt>
                <c:pt idx="138">
                  <c:v>0.54387126969269095</c:v>
                </c:pt>
                <c:pt idx="139">
                  <c:v>0.54415338521627143</c:v>
                </c:pt>
                <c:pt idx="140">
                  <c:v>0.5421374328579367</c:v>
                </c:pt>
                <c:pt idx="141">
                  <c:v>0.5440973178534354</c:v>
                </c:pt>
                <c:pt idx="142">
                  <c:v>0.54392397783261015</c:v>
                </c:pt>
                <c:pt idx="143">
                  <c:v>0.54391683481984721</c:v>
                </c:pt>
                <c:pt idx="144">
                  <c:v>0.54383126578532093</c:v>
                </c:pt>
                <c:pt idx="145">
                  <c:v>0.54434823247008091</c:v>
                </c:pt>
                <c:pt idx="146">
                  <c:v>0.54509724225688105</c:v>
                </c:pt>
                <c:pt idx="147">
                  <c:v>0.54486819966348854</c:v>
                </c:pt>
                <c:pt idx="148">
                  <c:v>0.54531636404292183</c:v>
                </c:pt>
                <c:pt idx="149">
                  <c:v>0.54455041960836548</c:v>
                </c:pt>
                <c:pt idx="150">
                  <c:v>0.54457727686727353</c:v>
                </c:pt>
                <c:pt idx="151">
                  <c:v>0.54359120593874966</c:v>
                </c:pt>
                <c:pt idx="152">
                  <c:v>0.54327958352123096</c:v>
                </c:pt>
                <c:pt idx="153">
                  <c:v>0.54347695450994526</c:v>
                </c:pt>
                <c:pt idx="154">
                  <c:v>0.54372841425400453</c:v>
                </c:pt>
                <c:pt idx="155">
                  <c:v>0.5442988277963694</c:v>
                </c:pt>
                <c:pt idx="156">
                  <c:v>0.54474368603510537</c:v>
                </c:pt>
                <c:pt idx="157">
                  <c:v>0.54492043965340675</c:v>
                </c:pt>
                <c:pt idx="158">
                  <c:v>0.54531076893434594</c:v>
                </c:pt>
                <c:pt idx="159">
                  <c:v>0.54498775574689939</c:v>
                </c:pt>
                <c:pt idx="160">
                  <c:v>0.54476990026421146</c:v>
                </c:pt>
                <c:pt idx="161">
                  <c:v>0.54478251366706398</c:v>
                </c:pt>
                <c:pt idx="162">
                  <c:v>0.54480463784612365</c:v>
                </c:pt>
                <c:pt idx="163">
                  <c:v>0.54484454267858728</c:v>
                </c:pt>
                <c:pt idx="164">
                  <c:v>0.54487405976401238</c:v>
                </c:pt>
                <c:pt idx="165">
                  <c:v>0.5449322866319708</c:v>
                </c:pt>
                <c:pt idx="166">
                  <c:v>0.54504839009112993</c:v>
                </c:pt>
                <c:pt idx="167">
                  <c:v>0.54460828501083047</c:v>
                </c:pt>
                <c:pt idx="168">
                  <c:v>0.54485299565554168</c:v>
                </c:pt>
                <c:pt idx="169">
                  <c:v>0.54474987033806399</c:v>
                </c:pt>
                <c:pt idx="170">
                  <c:v>0.54420021704109633</c:v>
                </c:pt>
                <c:pt idx="171">
                  <c:v>0.54486142135062721</c:v>
                </c:pt>
                <c:pt idx="172">
                  <c:v>0.54506602355756184</c:v>
                </c:pt>
                <c:pt idx="173">
                  <c:v>0.54523757073332924</c:v>
                </c:pt>
                <c:pt idx="174">
                  <c:v>0.54541434641150399</c:v>
                </c:pt>
                <c:pt idx="175">
                  <c:v>0.54562653256756821</c:v>
                </c:pt>
                <c:pt idx="176">
                  <c:v>0.54555460636493247</c:v>
                </c:pt>
                <c:pt idx="177">
                  <c:v>0.54530403208324296</c:v>
                </c:pt>
                <c:pt idx="178">
                  <c:v>0.5449406765997401</c:v>
                </c:pt>
                <c:pt idx="179">
                  <c:v>0.54565205009072626</c:v>
                </c:pt>
                <c:pt idx="180">
                  <c:v>0.54582858787325106</c:v>
                </c:pt>
                <c:pt idx="181">
                  <c:v>0.54618596031525146</c:v>
                </c:pt>
                <c:pt idx="182">
                  <c:v>0.54644782761670196</c:v>
                </c:pt>
                <c:pt idx="183">
                  <c:v>0.54596249480000758</c:v>
                </c:pt>
                <c:pt idx="184">
                  <c:v>0.54597747303229327</c:v>
                </c:pt>
                <c:pt idx="185">
                  <c:v>0.54595099195900165</c:v>
                </c:pt>
                <c:pt idx="186">
                  <c:v>0.54591739445482634</c:v>
                </c:pt>
                <c:pt idx="187">
                  <c:v>0.54577973887649578</c:v>
                </c:pt>
                <c:pt idx="188">
                  <c:v>0.54587611295182781</c:v>
                </c:pt>
                <c:pt idx="189">
                  <c:v>0.54510123093982399</c:v>
                </c:pt>
                <c:pt idx="190">
                  <c:v>0.54563044223330071</c:v>
                </c:pt>
                <c:pt idx="191">
                  <c:v>0.54555454138017734</c:v>
                </c:pt>
                <c:pt idx="192">
                  <c:v>0.54599571394555124</c:v>
                </c:pt>
                <c:pt idx="193">
                  <c:v>0.5451575179455157</c:v>
                </c:pt>
                <c:pt idx="194">
                  <c:v>0.54519373833747553</c:v>
                </c:pt>
                <c:pt idx="195">
                  <c:v>0.54478753847650174</c:v>
                </c:pt>
                <c:pt idx="196">
                  <c:v>0.54488614540466396</c:v>
                </c:pt>
                <c:pt idx="197">
                  <c:v>0.54446681239355033</c:v>
                </c:pt>
                <c:pt idx="198">
                  <c:v>0.544154989830406</c:v>
                </c:pt>
                <c:pt idx="199">
                  <c:v>0.5444001235796917</c:v>
                </c:pt>
                <c:pt idx="200">
                  <c:v>0.54449162736157064</c:v>
                </c:pt>
                <c:pt idx="201">
                  <c:v>0.5445255474452555</c:v>
                </c:pt>
                <c:pt idx="202">
                  <c:v>0.54447828067312232</c:v>
                </c:pt>
                <c:pt idx="203">
                  <c:v>0.54347930858322346</c:v>
                </c:pt>
                <c:pt idx="204">
                  <c:v>0.54390032434012014</c:v>
                </c:pt>
                <c:pt idx="205">
                  <c:v>0.54396709399233634</c:v>
                </c:pt>
                <c:pt idx="206">
                  <c:v>0.54456681087438463</c:v>
                </c:pt>
                <c:pt idx="207">
                  <c:v>0.54454759040388068</c:v>
                </c:pt>
                <c:pt idx="208">
                  <c:v>0.54447411781618715</c:v>
                </c:pt>
                <c:pt idx="209">
                  <c:v>0.54444679565109755</c:v>
                </c:pt>
                <c:pt idx="210">
                  <c:v>0.54357165580867817</c:v>
                </c:pt>
                <c:pt idx="211">
                  <c:v>0.5443427320056422</c:v>
                </c:pt>
                <c:pt idx="212">
                  <c:v>0.54443336518620078</c:v>
                </c:pt>
                <c:pt idx="213">
                  <c:v>0.54440111621407694</c:v>
                </c:pt>
                <c:pt idx="214">
                  <c:v>0.54410405827263264</c:v>
                </c:pt>
                <c:pt idx="215">
                  <c:v>0.54428052478976185</c:v>
                </c:pt>
                <c:pt idx="216">
                  <c:v>0.54455492305854447</c:v>
                </c:pt>
                <c:pt idx="217">
                  <c:v>0.54448430231507672</c:v>
                </c:pt>
                <c:pt idx="218">
                  <c:v>0.54450554493946046</c:v>
                </c:pt>
                <c:pt idx="219">
                  <c:v>0.54456271160014247</c:v>
                </c:pt>
                <c:pt idx="220">
                  <c:v>0.54419210203854296</c:v>
                </c:pt>
                <c:pt idx="221">
                  <c:v>0.54399493447028813</c:v>
                </c:pt>
                <c:pt idx="222">
                  <c:v>0.54248997394689857</c:v>
                </c:pt>
                <c:pt idx="223">
                  <c:v>0.54363934137831371</c:v>
                </c:pt>
                <c:pt idx="224">
                  <c:v>0.54350289432466448</c:v>
                </c:pt>
                <c:pt idx="225">
                  <c:v>0.54288197622504453</c:v>
                </c:pt>
                <c:pt idx="226">
                  <c:v>0.54339411182721165</c:v>
                </c:pt>
                <c:pt idx="227">
                  <c:v>0.5433948599502828</c:v>
                </c:pt>
                <c:pt idx="228">
                  <c:v>0.5431438772826227</c:v>
                </c:pt>
                <c:pt idx="229">
                  <c:v>0.54246829977030542</c:v>
                </c:pt>
                <c:pt idx="230">
                  <c:v>0.54309638204769295</c:v>
                </c:pt>
                <c:pt idx="231">
                  <c:v>0.54299581772923999</c:v>
                </c:pt>
                <c:pt idx="232">
                  <c:v>0.54335582899555235</c:v>
                </c:pt>
                <c:pt idx="233">
                  <c:v>0.5423671676047257</c:v>
                </c:pt>
                <c:pt idx="234">
                  <c:v>0.54167257891623899</c:v>
                </c:pt>
                <c:pt idx="235">
                  <c:v>0.54143474833377137</c:v>
                </c:pt>
                <c:pt idx="236">
                  <c:v>0.54126357659859958</c:v>
                </c:pt>
                <c:pt idx="237">
                  <c:v>0.54135838016002968</c:v>
                </c:pt>
                <c:pt idx="238">
                  <c:v>0.54109716410971642</c:v>
                </c:pt>
                <c:pt idx="239">
                  <c:v>0.54094572340593527</c:v>
                </c:pt>
                <c:pt idx="240">
                  <c:v>0.54020925744082893</c:v>
                </c:pt>
                <c:pt idx="241">
                  <c:v>0.54009170918475391</c:v>
                </c:pt>
                <c:pt idx="242">
                  <c:v>0.53979415695038124</c:v>
                </c:pt>
                <c:pt idx="243">
                  <c:v>0.53960866757937065</c:v>
                </c:pt>
                <c:pt idx="244">
                  <c:v>0.53979989393671557</c:v>
                </c:pt>
                <c:pt idx="245">
                  <c:v>0.53999606542713474</c:v>
                </c:pt>
                <c:pt idx="246">
                  <c:v>0.53986504471137242</c:v>
                </c:pt>
                <c:pt idx="247">
                  <c:v>0.53922642073340876</c:v>
                </c:pt>
                <c:pt idx="248">
                  <c:v>0.53914291264503744</c:v>
                </c:pt>
                <c:pt idx="249">
                  <c:v>0.53915631881228587</c:v>
                </c:pt>
                <c:pt idx="250">
                  <c:v>0.53940872360576086</c:v>
                </c:pt>
                <c:pt idx="251">
                  <c:v>0.53944369935101089</c:v>
                </c:pt>
                <c:pt idx="252">
                  <c:v>0.53946850491606657</c:v>
                </c:pt>
                <c:pt idx="253">
                  <c:v>0.53966808698311974</c:v>
                </c:pt>
                <c:pt idx="254">
                  <c:v>0.53962455996445535</c:v>
                </c:pt>
                <c:pt idx="255">
                  <c:v>0.5397178197309761</c:v>
                </c:pt>
                <c:pt idx="256">
                  <c:v>0.53935660116144279</c:v>
                </c:pt>
                <c:pt idx="257">
                  <c:v>0.53916236740477586</c:v>
                </c:pt>
                <c:pt idx="258">
                  <c:v>0.53874954323299684</c:v>
                </c:pt>
                <c:pt idx="259">
                  <c:v>0.53891938647049242</c:v>
                </c:pt>
                <c:pt idx="260">
                  <c:v>0.53890041715997039</c:v>
                </c:pt>
                <c:pt idx="261">
                  <c:v>0.5388459609203845</c:v>
                </c:pt>
                <c:pt idx="262">
                  <c:v>0.5388549125576616</c:v>
                </c:pt>
                <c:pt idx="263">
                  <c:v>0.5383698695867023</c:v>
                </c:pt>
                <c:pt idx="264">
                  <c:v>0.53842916046271894</c:v>
                </c:pt>
                <c:pt idx="265">
                  <c:v>0.53595846251712098</c:v>
                </c:pt>
                <c:pt idx="266">
                  <c:v>0.53781576453688817</c:v>
                </c:pt>
                <c:pt idx="267">
                  <c:v>0.53846330410132737</c:v>
                </c:pt>
                <c:pt idx="268">
                  <c:v>0.53836678085436906</c:v>
                </c:pt>
                <c:pt idx="269">
                  <c:v>0.53875488908494717</c:v>
                </c:pt>
                <c:pt idx="270">
                  <c:v>0.53862106729098491</c:v>
                </c:pt>
                <c:pt idx="271">
                  <c:v>0.53838874827427519</c:v>
                </c:pt>
                <c:pt idx="272">
                  <c:v>0.5376150828711791</c:v>
                </c:pt>
                <c:pt idx="273">
                  <c:v>0.53836367068234903</c:v>
                </c:pt>
                <c:pt idx="274">
                  <c:v>0.53796252113754217</c:v>
                </c:pt>
                <c:pt idx="275">
                  <c:v>0.53788288658722905</c:v>
                </c:pt>
                <c:pt idx="276">
                  <c:v>0.53761567223433282</c:v>
                </c:pt>
                <c:pt idx="277">
                  <c:v>0.53751704532322564</c:v>
                </c:pt>
                <c:pt idx="278">
                  <c:v>0.53782301682692302</c:v>
                </c:pt>
                <c:pt idx="279">
                  <c:v>0.53776126980269978</c:v>
                </c:pt>
                <c:pt idx="280">
                  <c:v>0.53779741701849892</c:v>
                </c:pt>
                <c:pt idx="281">
                  <c:v>0.53778812923485153</c:v>
                </c:pt>
                <c:pt idx="282">
                  <c:v>0.53769343810415438</c:v>
                </c:pt>
                <c:pt idx="283">
                  <c:v>0.53692622291528691</c:v>
                </c:pt>
                <c:pt idx="284">
                  <c:v>0.53653273000195789</c:v>
                </c:pt>
                <c:pt idx="285">
                  <c:v>0.53674473986089133</c:v>
                </c:pt>
                <c:pt idx="286">
                  <c:v>0.53681812369959669</c:v>
                </c:pt>
                <c:pt idx="287">
                  <c:v>0.53668581400421722</c:v>
                </c:pt>
                <c:pt idx="288">
                  <c:v>0.53634358669971949</c:v>
                </c:pt>
                <c:pt idx="289">
                  <c:v>0.53638182254650202</c:v>
                </c:pt>
                <c:pt idx="290">
                  <c:v>0.53628824998361879</c:v>
                </c:pt>
                <c:pt idx="291">
                  <c:v>0.53576936644869</c:v>
                </c:pt>
                <c:pt idx="292">
                  <c:v>0.53542010845553656</c:v>
                </c:pt>
                <c:pt idx="293">
                  <c:v>0.53463279259719687</c:v>
                </c:pt>
                <c:pt idx="294">
                  <c:v>0.53464323251197021</c:v>
                </c:pt>
                <c:pt idx="295">
                  <c:v>0.53465706607466257</c:v>
                </c:pt>
                <c:pt idx="296">
                  <c:v>0.53424577419793462</c:v>
                </c:pt>
                <c:pt idx="297">
                  <c:v>0.534179284767902</c:v>
                </c:pt>
                <c:pt idx="298">
                  <c:v>0.53410414447727783</c:v>
                </c:pt>
                <c:pt idx="299">
                  <c:v>0.53434947982396297</c:v>
                </c:pt>
                <c:pt idx="300">
                  <c:v>0.53419563554740268</c:v>
                </c:pt>
                <c:pt idx="301">
                  <c:v>0.53390152320434447</c:v>
                </c:pt>
                <c:pt idx="302">
                  <c:v>0.53417470429263514</c:v>
                </c:pt>
                <c:pt idx="303">
                  <c:v>0.53452600954982543</c:v>
                </c:pt>
                <c:pt idx="304">
                  <c:v>0.53401981862562842</c:v>
                </c:pt>
                <c:pt idx="305">
                  <c:v>0.53395838971981313</c:v>
                </c:pt>
                <c:pt idx="306">
                  <c:v>0.53374715923716776</c:v>
                </c:pt>
                <c:pt idx="307">
                  <c:v>0.53389448701111308</c:v>
                </c:pt>
                <c:pt idx="308">
                  <c:v>0.53371397939091714</c:v>
                </c:pt>
                <c:pt idx="309">
                  <c:v>0.53365904702952049</c:v>
                </c:pt>
                <c:pt idx="310">
                  <c:v>0.53173713793652566</c:v>
                </c:pt>
                <c:pt idx="311">
                  <c:v>0.53356375748792417</c:v>
                </c:pt>
                <c:pt idx="312">
                  <c:v>0.53326409622677473</c:v>
                </c:pt>
                <c:pt idx="313">
                  <c:v>0.53306438141304713</c:v>
                </c:pt>
                <c:pt idx="314">
                  <c:v>0.53321350375761878</c:v>
                </c:pt>
                <c:pt idx="315">
                  <c:v>0.5334049889481578</c:v>
                </c:pt>
                <c:pt idx="316">
                  <c:v>0.53332770415403807</c:v>
                </c:pt>
                <c:pt idx="317">
                  <c:v>0.53328461137069805</c:v>
                </c:pt>
                <c:pt idx="318">
                  <c:v>0.53337694199454733</c:v>
                </c:pt>
                <c:pt idx="319">
                  <c:v>0.53312800792817172</c:v>
                </c:pt>
                <c:pt idx="320">
                  <c:v>0.53296085568867524</c:v>
                </c:pt>
                <c:pt idx="321">
                  <c:v>0.53277837442792142</c:v>
                </c:pt>
                <c:pt idx="322">
                  <c:v>0.53252499550400467</c:v>
                </c:pt>
                <c:pt idx="323">
                  <c:v>0.53095147086601058</c:v>
                </c:pt>
                <c:pt idx="324">
                  <c:v>0.53258245579547303</c:v>
                </c:pt>
                <c:pt idx="325">
                  <c:v>0.53317779843630819</c:v>
                </c:pt>
                <c:pt idx="326">
                  <c:v>0.53313107972121798</c:v>
                </c:pt>
                <c:pt idx="327">
                  <c:v>0.53319903015409575</c:v>
                </c:pt>
                <c:pt idx="328">
                  <c:v>0.53319971504057084</c:v>
                </c:pt>
                <c:pt idx="329">
                  <c:v>0.53360170650657957</c:v>
                </c:pt>
                <c:pt idx="330">
                  <c:v>0.53258945311507933</c:v>
                </c:pt>
                <c:pt idx="331">
                  <c:v>0.53283417630868002</c:v>
                </c:pt>
                <c:pt idx="332">
                  <c:v>0.53244098306190679</c:v>
                </c:pt>
                <c:pt idx="333">
                  <c:v>0.53246817418178216</c:v>
                </c:pt>
                <c:pt idx="334">
                  <c:v>0.53239977170283614</c:v>
                </c:pt>
                <c:pt idx="335">
                  <c:v>0.5322272622341877</c:v>
                </c:pt>
                <c:pt idx="336">
                  <c:v>0.53235675403165295</c:v>
                </c:pt>
                <c:pt idx="337">
                  <c:v>0.53205819370068819</c:v>
                </c:pt>
                <c:pt idx="338">
                  <c:v>0.53180556473465079</c:v>
                </c:pt>
                <c:pt idx="339">
                  <c:v>0.53120668244265168</c:v>
                </c:pt>
                <c:pt idx="340">
                  <c:v>0.53092347729289824</c:v>
                </c:pt>
                <c:pt idx="341">
                  <c:v>0.53081886424156255</c:v>
                </c:pt>
                <c:pt idx="342">
                  <c:v>0.53074857445962076</c:v>
                </c:pt>
                <c:pt idx="343">
                  <c:v>0.53079316833116219</c:v>
                </c:pt>
                <c:pt idx="344">
                  <c:v>0.53040760672828635</c:v>
                </c:pt>
                <c:pt idx="345">
                  <c:v>0.53055900283532476</c:v>
                </c:pt>
                <c:pt idx="346">
                  <c:v>0.53042349431547708</c:v>
                </c:pt>
                <c:pt idx="347">
                  <c:v>0.5302255484526327</c:v>
                </c:pt>
                <c:pt idx="348">
                  <c:v>0.53013039663570638</c:v>
                </c:pt>
                <c:pt idx="349">
                  <c:v>0.53010395293725721</c:v>
                </c:pt>
                <c:pt idx="350">
                  <c:v>0.53002914038147686</c:v>
                </c:pt>
                <c:pt idx="351">
                  <c:v>0.53050713273901429</c:v>
                </c:pt>
                <c:pt idx="352">
                  <c:v>0.53093102663328029</c:v>
                </c:pt>
                <c:pt idx="353">
                  <c:v>0.53080498905815043</c:v>
                </c:pt>
                <c:pt idx="354">
                  <c:v>0.53069682996680312</c:v>
                </c:pt>
                <c:pt idx="355">
                  <c:v>0.52860603886688418</c:v>
                </c:pt>
                <c:pt idx="356">
                  <c:v>0.5306823730561594</c:v>
                </c:pt>
                <c:pt idx="357">
                  <c:v>0.53060220634369504</c:v>
                </c:pt>
                <c:pt idx="358">
                  <c:v>0.5306388963810551</c:v>
                </c:pt>
                <c:pt idx="359">
                  <c:v>0.53079035284426346</c:v>
                </c:pt>
                <c:pt idx="360">
                  <c:v>0.53036664081535456</c:v>
                </c:pt>
                <c:pt idx="361">
                  <c:v>0.53042396299293149</c:v>
                </c:pt>
                <c:pt idx="362">
                  <c:v>0.53054992461240691</c:v>
                </c:pt>
                <c:pt idx="363">
                  <c:v>0.53014858393593811</c:v>
                </c:pt>
                <c:pt idx="364">
                  <c:v>0.5307699486415326</c:v>
                </c:pt>
                <c:pt idx="365">
                  <c:v>0.53056857129298962</c:v>
                </c:pt>
                <c:pt idx="366">
                  <c:v>0.52859352743869759</c:v>
                </c:pt>
                <c:pt idx="367">
                  <c:v>0.52961662326195957</c:v>
                </c:pt>
                <c:pt idx="368">
                  <c:v>0.52968334189718769</c:v>
                </c:pt>
                <c:pt idx="369">
                  <c:v>0.52982847417743029</c:v>
                </c:pt>
                <c:pt idx="370">
                  <c:v>0.52977644994021655</c:v>
                </c:pt>
                <c:pt idx="371">
                  <c:v>0.52920540633608815</c:v>
                </c:pt>
                <c:pt idx="372">
                  <c:v>0.52912998705470726</c:v>
                </c:pt>
                <c:pt idx="373">
                  <c:v>0.52794942089699359</c:v>
                </c:pt>
                <c:pt idx="374">
                  <c:v>0.52831313423823634</c:v>
                </c:pt>
                <c:pt idx="375">
                  <c:v>0.52728903768166868</c:v>
                </c:pt>
                <c:pt idx="376">
                  <c:v>0.52750682673145821</c:v>
                </c:pt>
                <c:pt idx="377">
                  <c:v>0.52648607430024197</c:v>
                </c:pt>
                <c:pt idx="378">
                  <c:v>0.52837195507200929</c:v>
                </c:pt>
                <c:pt idx="379">
                  <c:v>0.52783483786342289</c:v>
                </c:pt>
                <c:pt idx="380">
                  <c:v>0.5278181477680941</c:v>
                </c:pt>
                <c:pt idx="381">
                  <c:v>0.52771191441186804</c:v>
                </c:pt>
                <c:pt idx="382">
                  <c:v>0.52779155558311108</c:v>
                </c:pt>
                <c:pt idx="383">
                  <c:v>0.52755766286823036</c:v>
                </c:pt>
                <c:pt idx="384">
                  <c:v>0.52782011367057879</c:v>
                </c:pt>
                <c:pt idx="385">
                  <c:v>0.52709304545856761</c:v>
                </c:pt>
                <c:pt idx="386">
                  <c:v>0.52707581788538027</c:v>
                </c:pt>
                <c:pt idx="387">
                  <c:v>0.52738402963764797</c:v>
                </c:pt>
                <c:pt idx="388">
                  <c:v>0.52752553474312724</c:v>
                </c:pt>
                <c:pt idx="389">
                  <c:v>0.52800883522125441</c:v>
                </c:pt>
                <c:pt idx="390">
                  <c:v>0.52795604224309256</c:v>
                </c:pt>
                <c:pt idx="391">
                  <c:v>0.52777829747427507</c:v>
                </c:pt>
                <c:pt idx="392">
                  <c:v>0.52583612235822785</c:v>
                </c:pt>
                <c:pt idx="393">
                  <c:v>0.5276573879281129</c:v>
                </c:pt>
                <c:pt idx="394">
                  <c:v>0.52751971721597746</c:v>
                </c:pt>
                <c:pt idx="395">
                  <c:v>0.52752357453652787</c:v>
                </c:pt>
                <c:pt idx="396">
                  <c:v>0.52812599292839324</c:v>
                </c:pt>
                <c:pt idx="397">
                  <c:v>0.52837553155664851</c:v>
                </c:pt>
                <c:pt idx="398">
                  <c:v>0.52837652175139072</c:v>
                </c:pt>
                <c:pt idx="399">
                  <c:v>0.52874662369239112</c:v>
                </c:pt>
                <c:pt idx="400">
                  <c:v>0.52838473175110323</c:v>
                </c:pt>
                <c:pt idx="401">
                  <c:v>0.5274263790958108</c:v>
                </c:pt>
                <c:pt idx="402">
                  <c:v>0.52730884125405231</c:v>
                </c:pt>
                <c:pt idx="403">
                  <c:v>0.52693295400186302</c:v>
                </c:pt>
                <c:pt idx="404">
                  <c:v>0.52657750531991132</c:v>
                </c:pt>
                <c:pt idx="405">
                  <c:v>0.52667931856298</c:v>
                </c:pt>
                <c:pt idx="406">
                  <c:v>0.52678551732179502</c:v>
                </c:pt>
                <c:pt idx="407">
                  <c:v>0.52686115875498163</c:v>
                </c:pt>
                <c:pt idx="408">
                  <c:v>0.5265037359556326</c:v>
                </c:pt>
                <c:pt idx="409">
                  <c:v>0.52642644728285226</c:v>
                </c:pt>
                <c:pt idx="410">
                  <c:v>0.52589635137100188</c:v>
                </c:pt>
                <c:pt idx="411">
                  <c:v>0.52576983876067029</c:v>
                </c:pt>
                <c:pt idx="412">
                  <c:v>0.52556744910956565</c:v>
                </c:pt>
                <c:pt idx="413">
                  <c:v>0.5257504409701661</c:v>
                </c:pt>
                <c:pt idx="414">
                  <c:v>0.52599219742851078</c:v>
                </c:pt>
                <c:pt idx="415">
                  <c:v>0.52503194184206936</c:v>
                </c:pt>
                <c:pt idx="416">
                  <c:v>0.52510485814989427</c:v>
                </c:pt>
                <c:pt idx="417">
                  <c:v>0.52479088913194982</c:v>
                </c:pt>
                <c:pt idx="418">
                  <c:v>0.52531497696182128</c:v>
                </c:pt>
                <c:pt idx="419">
                  <c:v>0.52534398763219126</c:v>
                </c:pt>
                <c:pt idx="420">
                  <c:v>0.52508651345216528</c:v>
                </c:pt>
                <c:pt idx="421">
                  <c:v>0.52485632550079009</c:v>
                </c:pt>
                <c:pt idx="422">
                  <c:v>0.52501569055985831</c:v>
                </c:pt>
                <c:pt idx="423">
                  <c:v>0.52452890944189656</c:v>
                </c:pt>
                <c:pt idx="424">
                  <c:v>0.52438841458549423</c:v>
                </c:pt>
                <c:pt idx="425">
                  <c:v>0.52396899848761425</c:v>
                </c:pt>
                <c:pt idx="426">
                  <c:v>0.52409906237912107</c:v>
                </c:pt>
                <c:pt idx="427">
                  <c:v>0.52399367930805052</c:v>
                </c:pt>
                <c:pt idx="428">
                  <c:v>0.52395524406580551</c:v>
                </c:pt>
                <c:pt idx="429">
                  <c:v>0.52362312550150791</c:v>
                </c:pt>
                <c:pt idx="430">
                  <c:v>0.52354429892820897</c:v>
                </c:pt>
                <c:pt idx="431">
                  <c:v>0.52376570325576022</c:v>
                </c:pt>
                <c:pt idx="432">
                  <c:v>0.52428033176837796</c:v>
                </c:pt>
                <c:pt idx="433">
                  <c:v>0.5244378287762298</c:v>
                </c:pt>
                <c:pt idx="434">
                  <c:v>0.5245419479267116</c:v>
                </c:pt>
                <c:pt idx="435">
                  <c:v>0.52474567437311381</c:v>
                </c:pt>
                <c:pt idx="436">
                  <c:v>0.52432378541875369</c:v>
                </c:pt>
                <c:pt idx="437">
                  <c:v>0.52396450513703319</c:v>
                </c:pt>
                <c:pt idx="438">
                  <c:v>0.52424755091518427</c:v>
                </c:pt>
                <c:pt idx="439">
                  <c:v>0.5245916695266315</c:v>
                </c:pt>
                <c:pt idx="440">
                  <c:v>0.52394539861656697</c:v>
                </c:pt>
                <c:pt idx="441">
                  <c:v>0.52397306723503201</c:v>
                </c:pt>
                <c:pt idx="442">
                  <c:v>0.52269989957796925</c:v>
                </c:pt>
                <c:pt idx="443">
                  <c:v>0.52447373782781237</c:v>
                </c:pt>
                <c:pt idx="444">
                  <c:v>0.52488777054736913</c:v>
                </c:pt>
                <c:pt idx="445">
                  <c:v>0.5227405087454785</c:v>
                </c:pt>
                <c:pt idx="446">
                  <c:v>0.52331945935182433</c:v>
                </c:pt>
                <c:pt idx="447">
                  <c:v>0.52280310555885967</c:v>
                </c:pt>
                <c:pt idx="448">
                  <c:v>0.5224254202890557</c:v>
                </c:pt>
                <c:pt idx="449">
                  <c:v>0.52222597271086757</c:v>
                </c:pt>
                <c:pt idx="450">
                  <c:v>0.52270716770305303</c:v>
                </c:pt>
                <c:pt idx="451">
                  <c:v>0.52292095974205799</c:v>
                </c:pt>
                <c:pt idx="452">
                  <c:v>0.52284478622302688</c:v>
                </c:pt>
                <c:pt idx="453">
                  <c:v>0.52288445328238853</c:v>
                </c:pt>
                <c:pt idx="454">
                  <c:v>0.52331195209908554</c:v>
                </c:pt>
                <c:pt idx="455">
                  <c:v>0.52330915749483586</c:v>
                </c:pt>
                <c:pt idx="456">
                  <c:v>0.5224113928383961</c:v>
                </c:pt>
                <c:pt idx="457">
                  <c:v>0.52231001114725317</c:v>
                </c:pt>
                <c:pt idx="458">
                  <c:v>0.52219756098755998</c:v>
                </c:pt>
                <c:pt idx="459">
                  <c:v>0.52264184246481316</c:v>
                </c:pt>
                <c:pt idx="460">
                  <c:v>0.52294560762520326</c:v>
                </c:pt>
                <c:pt idx="461">
                  <c:v>0.52290327909338774</c:v>
                </c:pt>
                <c:pt idx="462">
                  <c:v>0.52308586681514113</c:v>
                </c:pt>
                <c:pt idx="463">
                  <c:v>0.52222384252014942</c:v>
                </c:pt>
                <c:pt idx="464">
                  <c:v>0.52184223992022782</c:v>
                </c:pt>
                <c:pt idx="465">
                  <c:v>0.52174426519917005</c:v>
                </c:pt>
                <c:pt idx="466">
                  <c:v>0.52144593351727764</c:v>
                </c:pt>
                <c:pt idx="467">
                  <c:v>0.52119756070707279</c:v>
                </c:pt>
                <c:pt idx="468">
                  <c:v>0.52090466276595404</c:v>
                </c:pt>
                <c:pt idx="469">
                  <c:v>0.5207862626196138</c:v>
                </c:pt>
                <c:pt idx="470">
                  <c:v>0.52061380400421498</c:v>
                </c:pt>
                <c:pt idx="471">
                  <c:v>0.51985251476170402</c:v>
                </c:pt>
                <c:pt idx="472">
                  <c:v>0.51989775064606303</c:v>
                </c:pt>
                <c:pt idx="473">
                  <c:v>0.51976818613735953</c:v>
                </c:pt>
                <c:pt idx="474">
                  <c:v>0.51989391233739446</c:v>
                </c:pt>
                <c:pt idx="475">
                  <c:v>0.52016016465772563</c:v>
                </c:pt>
                <c:pt idx="476">
                  <c:v>0.52009829763956761</c:v>
                </c:pt>
                <c:pt idx="477">
                  <c:v>0.51985531503876792</c:v>
                </c:pt>
                <c:pt idx="478">
                  <c:v>0.51980618288511471</c:v>
                </c:pt>
                <c:pt idx="479">
                  <c:v>0.52022551582686372</c:v>
                </c:pt>
                <c:pt idx="480">
                  <c:v>0.52007179210121157</c:v>
                </c:pt>
                <c:pt idx="481">
                  <c:v>0.51510790651252325</c:v>
                </c:pt>
                <c:pt idx="482">
                  <c:v>0.51941561512232759</c:v>
                </c:pt>
                <c:pt idx="483">
                  <c:v>0.5183985307743656</c:v>
                </c:pt>
                <c:pt idx="484">
                  <c:v>0.51866271196297864</c:v>
                </c:pt>
                <c:pt idx="485">
                  <c:v>0.51867330975999415</c:v>
                </c:pt>
                <c:pt idx="486">
                  <c:v>0.51899767966001609</c:v>
                </c:pt>
                <c:pt idx="487">
                  <c:v>0.51904991760848207</c:v>
                </c:pt>
                <c:pt idx="488">
                  <c:v>0.51929067098420567</c:v>
                </c:pt>
                <c:pt idx="489">
                  <c:v>0.51930354149815294</c:v>
                </c:pt>
                <c:pt idx="490">
                  <c:v>0.51926138544465394</c:v>
                </c:pt>
                <c:pt idx="491">
                  <c:v>0.5190276023302034</c:v>
                </c:pt>
                <c:pt idx="492">
                  <c:v>0.51838862780856199</c:v>
                </c:pt>
                <c:pt idx="493">
                  <c:v>0.5183443447325834</c:v>
                </c:pt>
                <c:pt idx="494">
                  <c:v>0.51841978958845825</c:v>
                </c:pt>
                <c:pt idx="495">
                  <c:v>0.51882988072818581</c:v>
                </c:pt>
                <c:pt idx="496">
                  <c:v>0.51917915174098506</c:v>
                </c:pt>
                <c:pt idx="497">
                  <c:v>0.51937531878338838</c:v>
                </c:pt>
                <c:pt idx="498">
                  <c:v>0.5193982740673585</c:v>
                </c:pt>
                <c:pt idx="499">
                  <c:v>0.51962882455509674</c:v>
                </c:pt>
                <c:pt idx="500">
                  <c:v>0.51951366208351812</c:v>
                </c:pt>
                <c:pt idx="501">
                  <c:v>0.51806259189245951</c:v>
                </c:pt>
                <c:pt idx="502">
                  <c:v>0.5186560325011309</c:v>
                </c:pt>
                <c:pt idx="503">
                  <c:v>0.51837293317127531</c:v>
                </c:pt>
                <c:pt idx="504">
                  <c:v>0.5184861393960527</c:v>
                </c:pt>
                <c:pt idx="505">
                  <c:v>0.51848587840991622</c:v>
                </c:pt>
                <c:pt idx="506">
                  <c:v>0.51854324959615283</c:v>
                </c:pt>
                <c:pt idx="507">
                  <c:v>0.5184192357489994</c:v>
                </c:pt>
                <c:pt idx="508">
                  <c:v>0.51812163545859147</c:v>
                </c:pt>
                <c:pt idx="509">
                  <c:v>0.51809978463504591</c:v>
                </c:pt>
                <c:pt idx="510">
                  <c:v>0.51725554573104238</c:v>
                </c:pt>
                <c:pt idx="511">
                  <c:v>0.5176187712461654</c:v>
                </c:pt>
                <c:pt idx="512">
                  <c:v>0.51751287686634129</c:v>
                </c:pt>
                <c:pt idx="513">
                  <c:v>0.51707033428662974</c:v>
                </c:pt>
                <c:pt idx="514">
                  <c:v>0.51686442689087031</c:v>
                </c:pt>
                <c:pt idx="515">
                  <c:v>0.51717427413348183</c:v>
                </c:pt>
                <c:pt idx="516">
                  <c:v>0.51540040022200617</c:v>
                </c:pt>
                <c:pt idx="517">
                  <c:v>0.51675605152781012</c:v>
                </c:pt>
                <c:pt idx="518">
                  <c:v>0.51663468288462555</c:v>
                </c:pt>
                <c:pt idx="519">
                  <c:v>0.51640187702716722</c:v>
                </c:pt>
                <c:pt idx="520">
                  <c:v>0.51664724601535927</c:v>
                </c:pt>
                <c:pt idx="521">
                  <c:v>0.51581350575447027</c:v>
                </c:pt>
                <c:pt idx="522">
                  <c:v>0.51613310343298524</c:v>
                </c:pt>
                <c:pt idx="523">
                  <c:v>0.51593735605711655</c:v>
                </c:pt>
                <c:pt idx="524">
                  <c:v>0.51544391984768667</c:v>
                </c:pt>
                <c:pt idx="525">
                  <c:v>0.51566288943611549</c:v>
                </c:pt>
                <c:pt idx="526">
                  <c:v>0.51569169311590235</c:v>
                </c:pt>
                <c:pt idx="527">
                  <c:v>0.51583125192459023</c:v>
                </c:pt>
                <c:pt idx="528">
                  <c:v>0.51560467472717064</c:v>
                </c:pt>
                <c:pt idx="529">
                  <c:v>0.51630125626246504</c:v>
                </c:pt>
                <c:pt idx="530">
                  <c:v>0.51645489308434933</c:v>
                </c:pt>
                <c:pt idx="531">
                  <c:v>0.51664178464178467</c:v>
                </c:pt>
                <c:pt idx="532">
                  <c:v>0.51636645893402067</c:v>
                </c:pt>
                <c:pt idx="533">
                  <c:v>0.51616012866930028</c:v>
                </c:pt>
                <c:pt idx="534">
                  <c:v>0.51445378757804328</c:v>
                </c:pt>
                <c:pt idx="535">
                  <c:v>0.5152168229571582</c:v>
                </c:pt>
                <c:pt idx="536">
                  <c:v>0.51511186481530913</c:v>
                </c:pt>
                <c:pt idx="537">
                  <c:v>0.51520459375764283</c:v>
                </c:pt>
                <c:pt idx="538">
                  <c:v>0.51532966446005879</c:v>
                </c:pt>
                <c:pt idx="539">
                  <c:v>0.51568311516247234</c:v>
                </c:pt>
                <c:pt idx="540">
                  <c:v>0.51578180235660631</c:v>
                </c:pt>
                <c:pt idx="541">
                  <c:v>0.51544336855777828</c:v>
                </c:pt>
                <c:pt idx="542">
                  <c:v>0.51533755051896957</c:v>
                </c:pt>
                <c:pt idx="543">
                  <c:v>0.51499955039392409</c:v>
                </c:pt>
                <c:pt idx="544">
                  <c:v>0.51496441989715525</c:v>
                </c:pt>
                <c:pt idx="545">
                  <c:v>0.51542761687247218</c:v>
                </c:pt>
                <c:pt idx="546">
                  <c:v>0.51579480016705459</c:v>
                </c:pt>
                <c:pt idx="547">
                  <c:v>0.51559873584774607</c:v>
                </c:pt>
                <c:pt idx="548">
                  <c:v>0.51596180697866667</c:v>
                </c:pt>
                <c:pt idx="549">
                  <c:v>0.51540480040012004</c:v>
                </c:pt>
                <c:pt idx="550">
                  <c:v>0.51596586069634442</c:v>
                </c:pt>
                <c:pt idx="551">
                  <c:v>0.5151835482872652</c:v>
                </c:pt>
                <c:pt idx="552">
                  <c:v>0.51531511468284963</c:v>
                </c:pt>
                <c:pt idx="553">
                  <c:v>0.51518132450723164</c:v>
                </c:pt>
                <c:pt idx="554">
                  <c:v>0.51562290325110449</c:v>
                </c:pt>
                <c:pt idx="555">
                  <c:v>0.51567953366926722</c:v>
                </c:pt>
                <c:pt idx="556">
                  <c:v>0.51512412513893957</c:v>
                </c:pt>
                <c:pt idx="557">
                  <c:v>0.51535641234801233</c:v>
                </c:pt>
                <c:pt idx="558">
                  <c:v>0.51488934972544897</c:v>
                </c:pt>
                <c:pt idx="559">
                  <c:v>0.5143573134860816</c:v>
                </c:pt>
                <c:pt idx="560">
                  <c:v>0.51396494544054461</c:v>
                </c:pt>
                <c:pt idx="561">
                  <c:v>0.51390972639215438</c:v>
                </c:pt>
                <c:pt idx="562">
                  <c:v>0.5132530247182977</c:v>
                </c:pt>
                <c:pt idx="563">
                  <c:v>0.51345453398163765</c:v>
                </c:pt>
                <c:pt idx="564">
                  <c:v>0.51372663910052752</c:v>
                </c:pt>
                <c:pt idx="565">
                  <c:v>0.51333062874624835</c:v>
                </c:pt>
                <c:pt idx="566">
                  <c:v>0.51329359081610415</c:v>
                </c:pt>
                <c:pt idx="567">
                  <c:v>0.5128867202536741</c:v>
                </c:pt>
                <c:pt idx="568">
                  <c:v>0.51264878333767394</c:v>
                </c:pt>
                <c:pt idx="569">
                  <c:v>0.51266860507096423</c:v>
                </c:pt>
                <c:pt idx="570">
                  <c:v>0.5128235387365806</c:v>
                </c:pt>
                <c:pt idx="571">
                  <c:v>0.51292062114911885</c:v>
                </c:pt>
              </c:numCache>
            </c:numRef>
          </c:yVal>
          <c:smooth val="0"/>
          <c:extLst>
            <c:ext xmlns:c16="http://schemas.microsoft.com/office/drawing/2014/chart" uri="{C3380CC4-5D6E-409C-BE32-E72D297353CC}">
              <c16:uniqueId val="{00000001-F418-4E82-AEA0-F6712B301903}"/>
            </c:ext>
          </c:extLst>
        </c:ser>
        <c:ser>
          <c:idx val="2"/>
          <c:order val="2"/>
          <c:tx>
            <c:strRef>
              <c:f>Presentation!$X$1</c:f>
              <c:strCache>
                <c:ptCount val="1"/>
                <c:pt idx="0">
                  <c:v>NF270_MC3_071224_S2CaCl2</c:v>
                </c:pt>
              </c:strCache>
            </c:strRef>
          </c:tx>
          <c:spPr>
            <a:ln w="38100">
              <a:noFill/>
            </a:ln>
          </c:spPr>
          <c:marker>
            <c:symbol val="triangle"/>
            <c:size val="2"/>
          </c:marker>
          <c:xVal>
            <c:numRef>
              <c:f>Presentation!$AH$13:$AH$908</c:f>
              <c:numCache>
                <c:formatCode>General</c:formatCode>
                <c:ptCount val="896"/>
                <c:pt idx="0">
                  <c:v>207.17</c:v>
                </c:pt>
                <c:pt idx="1">
                  <c:v>207.42</c:v>
                </c:pt>
                <c:pt idx="2">
                  <c:v>207.49</c:v>
                </c:pt>
                <c:pt idx="3">
                  <c:v>207.55</c:v>
                </c:pt>
                <c:pt idx="4">
                  <c:v>207.56</c:v>
                </c:pt>
                <c:pt idx="5">
                  <c:v>207.71</c:v>
                </c:pt>
                <c:pt idx="6">
                  <c:v>207.89</c:v>
                </c:pt>
                <c:pt idx="7">
                  <c:v>207.81</c:v>
                </c:pt>
                <c:pt idx="8">
                  <c:v>207.88</c:v>
                </c:pt>
                <c:pt idx="9">
                  <c:v>208.01</c:v>
                </c:pt>
                <c:pt idx="10">
                  <c:v>208.13</c:v>
                </c:pt>
                <c:pt idx="11">
                  <c:v>208.27</c:v>
                </c:pt>
                <c:pt idx="12">
                  <c:v>208.35999999999999</c:v>
                </c:pt>
                <c:pt idx="13">
                  <c:v>208.51</c:v>
                </c:pt>
                <c:pt idx="14">
                  <c:v>208.63000000000002</c:v>
                </c:pt>
                <c:pt idx="15">
                  <c:v>208.85999999999999</c:v>
                </c:pt>
                <c:pt idx="16">
                  <c:v>209.13000000000002</c:v>
                </c:pt>
                <c:pt idx="17">
                  <c:v>209.21</c:v>
                </c:pt>
                <c:pt idx="18">
                  <c:v>209.21</c:v>
                </c:pt>
                <c:pt idx="19">
                  <c:v>209.3</c:v>
                </c:pt>
                <c:pt idx="20">
                  <c:v>209.42</c:v>
                </c:pt>
                <c:pt idx="21">
                  <c:v>329.51000000000005</c:v>
                </c:pt>
                <c:pt idx="22">
                  <c:v>340.40999999999997</c:v>
                </c:pt>
                <c:pt idx="23">
                  <c:v>356.16999999999996</c:v>
                </c:pt>
                <c:pt idx="24">
                  <c:v>372.36</c:v>
                </c:pt>
                <c:pt idx="25">
                  <c:v>390.25</c:v>
                </c:pt>
                <c:pt idx="26">
                  <c:v>407.02</c:v>
                </c:pt>
                <c:pt idx="27">
                  <c:v>428.32</c:v>
                </c:pt>
                <c:pt idx="28">
                  <c:v>446.5</c:v>
                </c:pt>
                <c:pt idx="29">
                  <c:v>467.84999999999997</c:v>
                </c:pt>
                <c:pt idx="30">
                  <c:v>487.91</c:v>
                </c:pt>
                <c:pt idx="31">
                  <c:v>511.48</c:v>
                </c:pt>
                <c:pt idx="32">
                  <c:v>531.38</c:v>
                </c:pt>
                <c:pt idx="33">
                  <c:v>550.08000000000004</c:v>
                </c:pt>
                <c:pt idx="34">
                  <c:v>572.36</c:v>
                </c:pt>
                <c:pt idx="35">
                  <c:v>592.38</c:v>
                </c:pt>
                <c:pt idx="36">
                  <c:v>612.84</c:v>
                </c:pt>
                <c:pt idx="37">
                  <c:v>631.59</c:v>
                </c:pt>
                <c:pt idx="38">
                  <c:v>652.95000000000005</c:v>
                </c:pt>
                <c:pt idx="39">
                  <c:v>671.29000000000008</c:v>
                </c:pt>
                <c:pt idx="40">
                  <c:v>691.45</c:v>
                </c:pt>
                <c:pt idx="41">
                  <c:v>711.62</c:v>
                </c:pt>
                <c:pt idx="42">
                  <c:v>730.09</c:v>
                </c:pt>
                <c:pt idx="43">
                  <c:v>748.04000000000008</c:v>
                </c:pt>
                <c:pt idx="44">
                  <c:v>764.53000000000009</c:v>
                </c:pt>
                <c:pt idx="45">
                  <c:v>785.08999999999992</c:v>
                </c:pt>
                <c:pt idx="46">
                  <c:v>800.45</c:v>
                </c:pt>
                <c:pt idx="47">
                  <c:v>818.24</c:v>
                </c:pt>
                <c:pt idx="48">
                  <c:v>834.75</c:v>
                </c:pt>
                <c:pt idx="49">
                  <c:v>853.58</c:v>
                </c:pt>
                <c:pt idx="50">
                  <c:v>873.15</c:v>
                </c:pt>
                <c:pt idx="51">
                  <c:v>890.16</c:v>
                </c:pt>
                <c:pt idx="52">
                  <c:v>904.23</c:v>
                </c:pt>
                <c:pt idx="53">
                  <c:v>924.67</c:v>
                </c:pt>
                <c:pt idx="54">
                  <c:v>939.78</c:v>
                </c:pt>
                <c:pt idx="55">
                  <c:v>955.53</c:v>
                </c:pt>
                <c:pt idx="56">
                  <c:v>973.19999999999993</c:v>
                </c:pt>
                <c:pt idx="57">
                  <c:v>994.27</c:v>
                </c:pt>
                <c:pt idx="58">
                  <c:v>1009.09</c:v>
                </c:pt>
                <c:pt idx="59">
                  <c:v>1029.23</c:v>
                </c:pt>
                <c:pt idx="60">
                  <c:v>1043.6600000000001</c:v>
                </c:pt>
                <c:pt idx="61">
                  <c:v>1062.3100000000002</c:v>
                </c:pt>
                <c:pt idx="62">
                  <c:v>1078.0400000000002</c:v>
                </c:pt>
                <c:pt idx="63">
                  <c:v>1097.49</c:v>
                </c:pt>
                <c:pt idx="64">
                  <c:v>1109.99</c:v>
                </c:pt>
                <c:pt idx="65">
                  <c:v>1122.3700000000001</c:v>
                </c:pt>
                <c:pt idx="66">
                  <c:v>1138.55</c:v>
                </c:pt>
                <c:pt idx="67">
                  <c:v>1156.6300000000001</c:v>
                </c:pt>
                <c:pt idx="68">
                  <c:v>1167.77</c:v>
                </c:pt>
                <c:pt idx="69">
                  <c:v>1178.1200000000001</c:v>
                </c:pt>
                <c:pt idx="70">
                  <c:v>1190.55</c:v>
                </c:pt>
                <c:pt idx="71">
                  <c:v>1206.7</c:v>
                </c:pt>
                <c:pt idx="72">
                  <c:v>1220.6399999999999</c:v>
                </c:pt>
                <c:pt idx="73">
                  <c:v>1235.28</c:v>
                </c:pt>
                <c:pt idx="74">
                  <c:v>1249.21</c:v>
                </c:pt>
                <c:pt idx="75">
                  <c:v>1265.5400000000002</c:v>
                </c:pt>
                <c:pt idx="76">
                  <c:v>1282.5500000000002</c:v>
                </c:pt>
                <c:pt idx="77">
                  <c:v>1295.8599999999999</c:v>
                </c:pt>
                <c:pt idx="78">
                  <c:v>1312.95</c:v>
                </c:pt>
                <c:pt idx="79">
                  <c:v>1326.76</c:v>
                </c:pt>
                <c:pt idx="80">
                  <c:v>1342.54</c:v>
                </c:pt>
                <c:pt idx="81">
                  <c:v>1360.6000000000001</c:v>
                </c:pt>
                <c:pt idx="82">
                  <c:v>1373.6399999999999</c:v>
                </c:pt>
                <c:pt idx="83">
                  <c:v>1389.67</c:v>
                </c:pt>
                <c:pt idx="84">
                  <c:v>1405.99</c:v>
                </c:pt>
                <c:pt idx="85">
                  <c:v>1422.28</c:v>
                </c:pt>
                <c:pt idx="86">
                  <c:v>1439.8500000000001</c:v>
                </c:pt>
                <c:pt idx="87">
                  <c:v>1455.5</c:v>
                </c:pt>
                <c:pt idx="88">
                  <c:v>1473.1000000000001</c:v>
                </c:pt>
                <c:pt idx="89">
                  <c:v>1493.4099999999999</c:v>
                </c:pt>
                <c:pt idx="90">
                  <c:v>1505.59</c:v>
                </c:pt>
                <c:pt idx="91">
                  <c:v>1523.69</c:v>
                </c:pt>
                <c:pt idx="92">
                  <c:v>1541.37</c:v>
                </c:pt>
                <c:pt idx="93">
                  <c:v>1558.22</c:v>
                </c:pt>
                <c:pt idx="94">
                  <c:v>1574.8500000000001</c:v>
                </c:pt>
                <c:pt idx="95">
                  <c:v>1595.24</c:v>
                </c:pt>
                <c:pt idx="96">
                  <c:v>1606.88</c:v>
                </c:pt>
                <c:pt idx="97">
                  <c:v>1621.52</c:v>
                </c:pt>
                <c:pt idx="98">
                  <c:v>1634.04</c:v>
                </c:pt>
                <c:pt idx="99">
                  <c:v>1650.15</c:v>
                </c:pt>
                <c:pt idx="100">
                  <c:v>1667.09</c:v>
                </c:pt>
                <c:pt idx="101">
                  <c:v>1683.3700000000001</c:v>
                </c:pt>
                <c:pt idx="102">
                  <c:v>1699.78</c:v>
                </c:pt>
                <c:pt idx="103">
                  <c:v>1719.01</c:v>
                </c:pt>
                <c:pt idx="104">
                  <c:v>1734.17</c:v>
                </c:pt>
                <c:pt idx="105">
                  <c:v>1749.5</c:v>
                </c:pt>
                <c:pt idx="106">
                  <c:v>1766.38</c:v>
                </c:pt>
                <c:pt idx="107">
                  <c:v>1783.02</c:v>
                </c:pt>
                <c:pt idx="108">
                  <c:v>1799.3300000000002</c:v>
                </c:pt>
                <c:pt idx="109">
                  <c:v>1818.3400000000001</c:v>
                </c:pt>
                <c:pt idx="110">
                  <c:v>1829.81</c:v>
                </c:pt>
                <c:pt idx="111">
                  <c:v>1846.16</c:v>
                </c:pt>
                <c:pt idx="112">
                  <c:v>1864.08</c:v>
                </c:pt>
                <c:pt idx="113">
                  <c:v>1881.5900000000001</c:v>
                </c:pt>
                <c:pt idx="114">
                  <c:v>1898.5</c:v>
                </c:pt>
                <c:pt idx="115">
                  <c:v>1907.95</c:v>
                </c:pt>
                <c:pt idx="116">
                  <c:v>1929.2</c:v>
                </c:pt>
                <c:pt idx="117">
                  <c:v>1941.17</c:v>
                </c:pt>
                <c:pt idx="118">
                  <c:v>1959.3799999999999</c:v>
                </c:pt>
                <c:pt idx="119">
                  <c:v>1975.6100000000001</c:v>
                </c:pt>
                <c:pt idx="120">
                  <c:v>1992.7299999999998</c:v>
                </c:pt>
                <c:pt idx="121">
                  <c:v>2011.5500000000002</c:v>
                </c:pt>
                <c:pt idx="122">
                  <c:v>2025.17</c:v>
                </c:pt>
                <c:pt idx="123">
                  <c:v>2040.5099999999998</c:v>
                </c:pt>
                <c:pt idx="124">
                  <c:v>2057.06</c:v>
                </c:pt>
                <c:pt idx="125">
                  <c:v>2076.2600000000002</c:v>
                </c:pt>
                <c:pt idx="126">
                  <c:v>2089.77</c:v>
                </c:pt>
                <c:pt idx="127">
                  <c:v>2104.21</c:v>
                </c:pt>
                <c:pt idx="128">
                  <c:v>2121.63</c:v>
                </c:pt>
                <c:pt idx="129">
                  <c:v>2137.77</c:v>
                </c:pt>
                <c:pt idx="130">
                  <c:v>2153.9799999999996</c:v>
                </c:pt>
                <c:pt idx="131">
                  <c:v>2172.8200000000002</c:v>
                </c:pt>
                <c:pt idx="132">
                  <c:v>2185.85</c:v>
                </c:pt>
                <c:pt idx="133">
                  <c:v>2199.64</c:v>
                </c:pt>
                <c:pt idx="134">
                  <c:v>2219.75</c:v>
                </c:pt>
                <c:pt idx="135">
                  <c:v>2232.94</c:v>
                </c:pt>
                <c:pt idx="136">
                  <c:v>2249.0299999999997</c:v>
                </c:pt>
                <c:pt idx="137">
                  <c:v>2260.86</c:v>
                </c:pt>
                <c:pt idx="138">
                  <c:v>2281.4700000000003</c:v>
                </c:pt>
                <c:pt idx="139">
                  <c:v>2289.66</c:v>
                </c:pt>
                <c:pt idx="140">
                  <c:v>2301.9599999999996</c:v>
                </c:pt>
                <c:pt idx="141">
                  <c:v>2323.46</c:v>
                </c:pt>
                <c:pt idx="142">
                  <c:v>2341.11</c:v>
                </c:pt>
                <c:pt idx="143">
                  <c:v>2354.04</c:v>
                </c:pt>
                <c:pt idx="144">
                  <c:v>2367.2800000000002</c:v>
                </c:pt>
                <c:pt idx="145">
                  <c:v>2375.5099999999998</c:v>
                </c:pt>
                <c:pt idx="146">
                  <c:v>2396.89</c:v>
                </c:pt>
                <c:pt idx="147">
                  <c:v>2405.8000000000002</c:v>
                </c:pt>
                <c:pt idx="148">
                  <c:v>2427.09</c:v>
                </c:pt>
                <c:pt idx="149">
                  <c:v>2440.67</c:v>
                </c:pt>
                <c:pt idx="150">
                  <c:v>2459.33</c:v>
                </c:pt>
                <c:pt idx="151">
                  <c:v>2469.77</c:v>
                </c:pt>
                <c:pt idx="152">
                  <c:v>2484</c:v>
                </c:pt>
                <c:pt idx="153">
                  <c:v>2500.15</c:v>
                </c:pt>
                <c:pt idx="154">
                  <c:v>2514.0300000000002</c:v>
                </c:pt>
                <c:pt idx="155">
                  <c:v>2530.19</c:v>
                </c:pt>
                <c:pt idx="156">
                  <c:v>2549</c:v>
                </c:pt>
                <c:pt idx="157">
                  <c:v>2558.9</c:v>
                </c:pt>
                <c:pt idx="158">
                  <c:v>2573.1799999999998</c:v>
                </c:pt>
                <c:pt idx="159">
                  <c:v>2589</c:v>
                </c:pt>
                <c:pt idx="160">
                  <c:v>2606.7999999999997</c:v>
                </c:pt>
                <c:pt idx="161">
                  <c:v>2617.7600000000002</c:v>
                </c:pt>
                <c:pt idx="162">
                  <c:v>2631.38</c:v>
                </c:pt>
                <c:pt idx="163">
                  <c:v>2647.7599999999998</c:v>
                </c:pt>
                <c:pt idx="164">
                  <c:v>2661.99</c:v>
                </c:pt>
                <c:pt idx="165">
                  <c:v>2675.75</c:v>
                </c:pt>
                <c:pt idx="166">
                  <c:v>2695.1299999999997</c:v>
                </c:pt>
                <c:pt idx="167">
                  <c:v>2703.03</c:v>
                </c:pt>
                <c:pt idx="168">
                  <c:v>2714.5899999999997</c:v>
                </c:pt>
                <c:pt idx="169">
                  <c:v>2729.98</c:v>
                </c:pt>
                <c:pt idx="170">
                  <c:v>2751.52</c:v>
                </c:pt>
                <c:pt idx="171">
                  <c:v>2760.98</c:v>
                </c:pt>
                <c:pt idx="172">
                  <c:v>2773.01</c:v>
                </c:pt>
                <c:pt idx="173">
                  <c:v>2794.1699999999996</c:v>
                </c:pt>
                <c:pt idx="174">
                  <c:v>2807.88</c:v>
                </c:pt>
                <c:pt idx="175">
                  <c:v>2819.33</c:v>
                </c:pt>
                <c:pt idx="176">
                  <c:v>2832.32</c:v>
                </c:pt>
                <c:pt idx="177">
                  <c:v>2848.1200000000003</c:v>
                </c:pt>
                <c:pt idx="178">
                  <c:v>2859.35</c:v>
                </c:pt>
                <c:pt idx="179">
                  <c:v>2871.14</c:v>
                </c:pt>
                <c:pt idx="180">
                  <c:v>2888.1899999999996</c:v>
                </c:pt>
                <c:pt idx="181">
                  <c:v>2896.74</c:v>
                </c:pt>
                <c:pt idx="182">
                  <c:v>2913.29</c:v>
                </c:pt>
                <c:pt idx="183">
                  <c:v>2932.41</c:v>
                </c:pt>
                <c:pt idx="184">
                  <c:v>2947.18</c:v>
                </c:pt>
                <c:pt idx="185">
                  <c:v>2953.63</c:v>
                </c:pt>
                <c:pt idx="186">
                  <c:v>2967.4100000000003</c:v>
                </c:pt>
                <c:pt idx="187">
                  <c:v>2981.29</c:v>
                </c:pt>
                <c:pt idx="188">
                  <c:v>2999.87</c:v>
                </c:pt>
                <c:pt idx="189">
                  <c:v>3006.7400000000002</c:v>
                </c:pt>
                <c:pt idx="190">
                  <c:v>3021.54</c:v>
                </c:pt>
                <c:pt idx="191">
                  <c:v>3034.37</c:v>
                </c:pt>
                <c:pt idx="192">
                  <c:v>3048.85</c:v>
                </c:pt>
                <c:pt idx="193">
                  <c:v>3067.05</c:v>
                </c:pt>
                <c:pt idx="194">
                  <c:v>3074.08</c:v>
                </c:pt>
                <c:pt idx="195">
                  <c:v>3087.06</c:v>
                </c:pt>
                <c:pt idx="196">
                  <c:v>3100.8300000000004</c:v>
                </c:pt>
                <c:pt idx="197">
                  <c:v>3113.39</c:v>
                </c:pt>
                <c:pt idx="198">
                  <c:v>3125.75</c:v>
                </c:pt>
                <c:pt idx="199">
                  <c:v>3146.98</c:v>
                </c:pt>
                <c:pt idx="200">
                  <c:v>3150.89</c:v>
                </c:pt>
                <c:pt idx="201">
                  <c:v>3165.2200000000003</c:v>
                </c:pt>
                <c:pt idx="202">
                  <c:v>3185.76</c:v>
                </c:pt>
                <c:pt idx="203">
                  <c:v>3184.46</c:v>
                </c:pt>
                <c:pt idx="204">
                  <c:v>3209.65</c:v>
                </c:pt>
                <c:pt idx="205">
                  <c:v>3213.4900000000002</c:v>
                </c:pt>
                <c:pt idx="206">
                  <c:v>3235.84</c:v>
                </c:pt>
                <c:pt idx="207">
                  <c:v>3237.5699999999997</c:v>
                </c:pt>
                <c:pt idx="208">
                  <c:v>3256.44</c:v>
                </c:pt>
                <c:pt idx="209">
                  <c:v>3271.03</c:v>
                </c:pt>
                <c:pt idx="210">
                  <c:v>3279.12</c:v>
                </c:pt>
                <c:pt idx="211">
                  <c:v>3292.37</c:v>
                </c:pt>
                <c:pt idx="212">
                  <c:v>3305.8999999999996</c:v>
                </c:pt>
                <c:pt idx="213">
                  <c:v>3317.72</c:v>
                </c:pt>
                <c:pt idx="214">
                  <c:v>3333.46</c:v>
                </c:pt>
                <c:pt idx="215">
                  <c:v>3348.68</c:v>
                </c:pt>
                <c:pt idx="216">
                  <c:v>3355.83</c:v>
                </c:pt>
                <c:pt idx="217">
                  <c:v>3374.8900000000003</c:v>
                </c:pt>
                <c:pt idx="218">
                  <c:v>3381.26</c:v>
                </c:pt>
                <c:pt idx="219">
                  <c:v>3395.0499999999997</c:v>
                </c:pt>
                <c:pt idx="220">
                  <c:v>3405.84</c:v>
                </c:pt>
                <c:pt idx="221">
                  <c:v>3419.99</c:v>
                </c:pt>
                <c:pt idx="222">
                  <c:v>3431.2200000000003</c:v>
                </c:pt>
                <c:pt idx="223">
                  <c:v>3448.57</c:v>
                </c:pt>
                <c:pt idx="224">
                  <c:v>3457.5</c:v>
                </c:pt>
                <c:pt idx="225">
                  <c:v>3466.9900000000002</c:v>
                </c:pt>
                <c:pt idx="226">
                  <c:v>3482.52</c:v>
                </c:pt>
                <c:pt idx="227">
                  <c:v>3498.64</c:v>
                </c:pt>
                <c:pt idx="228">
                  <c:v>3508.88</c:v>
                </c:pt>
                <c:pt idx="229">
                  <c:v>3511.4700000000003</c:v>
                </c:pt>
                <c:pt idx="230">
                  <c:v>3533.0099999999998</c:v>
                </c:pt>
                <c:pt idx="231">
                  <c:v>3534.5499999999997</c:v>
                </c:pt>
                <c:pt idx="232">
                  <c:v>3557.9900000000002</c:v>
                </c:pt>
                <c:pt idx="233">
                  <c:v>3569.34</c:v>
                </c:pt>
                <c:pt idx="234">
                  <c:v>3579.59</c:v>
                </c:pt>
                <c:pt idx="235">
                  <c:v>3591.2000000000003</c:v>
                </c:pt>
                <c:pt idx="236">
                  <c:v>3589.18</c:v>
                </c:pt>
                <c:pt idx="237">
                  <c:v>3613.1600000000003</c:v>
                </c:pt>
                <c:pt idx="238">
                  <c:v>3625.34</c:v>
                </c:pt>
                <c:pt idx="239">
                  <c:v>3633.5099999999998</c:v>
                </c:pt>
                <c:pt idx="240">
                  <c:v>3641.0499999999997</c:v>
                </c:pt>
                <c:pt idx="241">
                  <c:v>3655.6099999999997</c:v>
                </c:pt>
                <c:pt idx="242">
                  <c:v>3666.6400000000003</c:v>
                </c:pt>
                <c:pt idx="243">
                  <c:v>3686.2200000000003</c:v>
                </c:pt>
                <c:pt idx="244">
                  <c:v>3690.0400000000004</c:v>
                </c:pt>
                <c:pt idx="245">
                  <c:v>3702.46</c:v>
                </c:pt>
                <c:pt idx="246">
                  <c:v>3714.03</c:v>
                </c:pt>
                <c:pt idx="247">
                  <c:v>3725.91</c:v>
                </c:pt>
                <c:pt idx="248">
                  <c:v>3737.99</c:v>
                </c:pt>
                <c:pt idx="249">
                  <c:v>3752.59</c:v>
                </c:pt>
                <c:pt idx="250">
                  <c:v>3760.49</c:v>
                </c:pt>
                <c:pt idx="251">
                  <c:v>3771.63</c:v>
                </c:pt>
                <c:pt idx="252">
                  <c:v>3783.09</c:v>
                </c:pt>
                <c:pt idx="253">
                  <c:v>3801.8</c:v>
                </c:pt>
                <c:pt idx="254">
                  <c:v>3804.1200000000003</c:v>
                </c:pt>
                <c:pt idx="255">
                  <c:v>3816.02</c:v>
                </c:pt>
                <c:pt idx="256">
                  <c:v>3831.4</c:v>
                </c:pt>
                <c:pt idx="257">
                  <c:v>3848.47</c:v>
                </c:pt>
                <c:pt idx="258">
                  <c:v>3855.99</c:v>
                </c:pt>
                <c:pt idx="259">
                  <c:v>3865.6000000000004</c:v>
                </c:pt>
                <c:pt idx="260">
                  <c:v>3871.31</c:v>
                </c:pt>
                <c:pt idx="261">
                  <c:v>3883.95</c:v>
                </c:pt>
                <c:pt idx="262">
                  <c:v>3904.5299999999997</c:v>
                </c:pt>
                <c:pt idx="263">
                  <c:v>3916.1000000000004</c:v>
                </c:pt>
                <c:pt idx="264">
                  <c:v>3924.36</c:v>
                </c:pt>
                <c:pt idx="265">
                  <c:v>3938.6800000000003</c:v>
                </c:pt>
                <c:pt idx="266">
                  <c:v>3936.08</c:v>
                </c:pt>
                <c:pt idx="267">
                  <c:v>3952.98</c:v>
                </c:pt>
                <c:pt idx="268">
                  <c:v>3960.44</c:v>
                </c:pt>
                <c:pt idx="269">
                  <c:v>3974.56</c:v>
                </c:pt>
                <c:pt idx="270">
                  <c:v>3985.15</c:v>
                </c:pt>
                <c:pt idx="271">
                  <c:v>3998.22</c:v>
                </c:pt>
                <c:pt idx="272">
                  <c:v>4016.3599999999997</c:v>
                </c:pt>
                <c:pt idx="273">
                  <c:v>4018.9300000000003</c:v>
                </c:pt>
                <c:pt idx="274">
                  <c:v>4030.3199999999997</c:v>
                </c:pt>
                <c:pt idx="275">
                  <c:v>4040.84</c:v>
                </c:pt>
                <c:pt idx="276">
                  <c:v>4060.1099999999997</c:v>
                </c:pt>
                <c:pt idx="277">
                  <c:v>4061.8999999999996</c:v>
                </c:pt>
                <c:pt idx="278">
                  <c:v>4072.8</c:v>
                </c:pt>
                <c:pt idx="279">
                  <c:v>4084.11</c:v>
                </c:pt>
                <c:pt idx="280">
                  <c:v>4096.54</c:v>
                </c:pt>
                <c:pt idx="281">
                  <c:v>4113.83</c:v>
                </c:pt>
                <c:pt idx="282">
                  <c:v>4119.2599999999993</c:v>
                </c:pt>
                <c:pt idx="283">
                  <c:v>4129.1200000000008</c:v>
                </c:pt>
                <c:pt idx="284">
                  <c:v>4137.62</c:v>
                </c:pt>
                <c:pt idx="285">
                  <c:v>4150.25</c:v>
                </c:pt>
                <c:pt idx="286">
                  <c:v>4155.41</c:v>
                </c:pt>
                <c:pt idx="287">
                  <c:v>4178.87</c:v>
                </c:pt>
                <c:pt idx="288">
                  <c:v>4172.34</c:v>
                </c:pt>
                <c:pt idx="289">
                  <c:v>4183.18</c:v>
                </c:pt>
                <c:pt idx="290">
                  <c:v>4209.1099999999997</c:v>
                </c:pt>
                <c:pt idx="291">
                  <c:v>4204.79</c:v>
                </c:pt>
                <c:pt idx="292">
                  <c:v>4224.88</c:v>
                </c:pt>
                <c:pt idx="293">
                  <c:v>4233.16</c:v>
                </c:pt>
                <c:pt idx="294">
                  <c:v>4246.18</c:v>
                </c:pt>
                <c:pt idx="295">
                  <c:v>4256.5</c:v>
                </c:pt>
                <c:pt idx="296">
                  <c:v>4268.66</c:v>
                </c:pt>
                <c:pt idx="297">
                  <c:v>4274.51</c:v>
                </c:pt>
                <c:pt idx="298">
                  <c:v>4284.2599999999993</c:v>
                </c:pt>
                <c:pt idx="299">
                  <c:v>4287.9800000000005</c:v>
                </c:pt>
                <c:pt idx="300">
                  <c:v>4310.3300000000008</c:v>
                </c:pt>
                <c:pt idx="301">
                  <c:v>4312.33</c:v>
                </c:pt>
                <c:pt idx="302">
                  <c:v>4320.5099999999993</c:v>
                </c:pt>
                <c:pt idx="303">
                  <c:v>4332.3500000000004</c:v>
                </c:pt>
                <c:pt idx="304">
                  <c:v>4344.58</c:v>
                </c:pt>
                <c:pt idx="305">
                  <c:v>4354.8099999999995</c:v>
                </c:pt>
                <c:pt idx="306">
                  <c:v>4368.0899999999992</c:v>
                </c:pt>
                <c:pt idx="307">
                  <c:v>4382.42</c:v>
                </c:pt>
                <c:pt idx="308">
                  <c:v>4383.0999999999995</c:v>
                </c:pt>
                <c:pt idx="309">
                  <c:v>4394.8099999999995</c:v>
                </c:pt>
                <c:pt idx="310">
                  <c:v>4411.3300000000008</c:v>
                </c:pt>
                <c:pt idx="311">
                  <c:v>4416.79</c:v>
                </c:pt>
                <c:pt idx="312">
                  <c:v>4428.2700000000004</c:v>
                </c:pt>
                <c:pt idx="313">
                  <c:v>4437.1400000000003</c:v>
                </c:pt>
                <c:pt idx="314">
                  <c:v>4455.24</c:v>
                </c:pt>
                <c:pt idx="315">
                  <c:v>4451.01</c:v>
                </c:pt>
                <c:pt idx="316">
                  <c:v>4469.29</c:v>
                </c:pt>
                <c:pt idx="317">
                  <c:v>4481.6099999999997</c:v>
                </c:pt>
                <c:pt idx="318">
                  <c:v>4494</c:v>
                </c:pt>
                <c:pt idx="319">
                  <c:v>4502.01</c:v>
                </c:pt>
                <c:pt idx="320">
                  <c:v>4511.51</c:v>
                </c:pt>
                <c:pt idx="321">
                  <c:v>4510.12</c:v>
                </c:pt>
                <c:pt idx="322">
                  <c:v>4527.8</c:v>
                </c:pt>
                <c:pt idx="323">
                  <c:v>4536.1500000000005</c:v>
                </c:pt>
                <c:pt idx="324">
                  <c:v>4534.92</c:v>
                </c:pt>
                <c:pt idx="325">
                  <c:v>4553.16</c:v>
                </c:pt>
                <c:pt idx="326">
                  <c:v>4562.4799999999996</c:v>
                </c:pt>
                <c:pt idx="327">
                  <c:v>4564.91</c:v>
                </c:pt>
                <c:pt idx="328">
                  <c:v>4589.03</c:v>
                </c:pt>
                <c:pt idx="329">
                  <c:v>4588.57</c:v>
                </c:pt>
                <c:pt idx="330">
                  <c:v>4595.91</c:v>
                </c:pt>
                <c:pt idx="331">
                  <c:v>4606.2900000000009</c:v>
                </c:pt>
                <c:pt idx="332">
                  <c:v>4627.67</c:v>
                </c:pt>
                <c:pt idx="333">
                  <c:v>4626.33</c:v>
                </c:pt>
                <c:pt idx="334">
                  <c:v>4639.5999999999995</c:v>
                </c:pt>
                <c:pt idx="335">
                  <c:v>4654.84</c:v>
                </c:pt>
                <c:pt idx="336">
                  <c:v>4656.0199999999995</c:v>
                </c:pt>
                <c:pt idx="337">
                  <c:v>4665.8499999999995</c:v>
                </c:pt>
                <c:pt idx="338">
                  <c:v>4679.3599999999997</c:v>
                </c:pt>
                <c:pt idx="339">
                  <c:v>4684.25</c:v>
                </c:pt>
                <c:pt idx="340">
                  <c:v>4694.2300000000005</c:v>
                </c:pt>
                <c:pt idx="341">
                  <c:v>4703.9400000000005</c:v>
                </c:pt>
                <c:pt idx="342">
                  <c:v>4721.91</c:v>
                </c:pt>
                <c:pt idx="343">
                  <c:v>4719.67</c:v>
                </c:pt>
                <c:pt idx="344">
                  <c:v>4729.38</c:v>
                </c:pt>
                <c:pt idx="345">
                  <c:v>4743.8999999999996</c:v>
                </c:pt>
                <c:pt idx="346">
                  <c:v>4755.1500000000005</c:v>
                </c:pt>
                <c:pt idx="347">
                  <c:v>4753.88</c:v>
                </c:pt>
                <c:pt idx="348">
                  <c:v>4774.1400000000003</c:v>
                </c:pt>
                <c:pt idx="349">
                  <c:v>4784.91</c:v>
                </c:pt>
                <c:pt idx="350">
                  <c:v>4794.62</c:v>
                </c:pt>
                <c:pt idx="351">
                  <c:v>4799.1099999999997</c:v>
                </c:pt>
                <c:pt idx="352">
                  <c:v>4797.7699999999995</c:v>
                </c:pt>
                <c:pt idx="353">
                  <c:v>4821.75</c:v>
                </c:pt>
                <c:pt idx="354">
                  <c:v>4829.8500000000004</c:v>
                </c:pt>
                <c:pt idx="355">
                  <c:v>4838.96</c:v>
                </c:pt>
                <c:pt idx="356">
                  <c:v>4829.6099999999997</c:v>
                </c:pt>
                <c:pt idx="357">
                  <c:v>4846.99</c:v>
                </c:pt>
                <c:pt idx="358">
                  <c:v>4860.38</c:v>
                </c:pt>
                <c:pt idx="359">
                  <c:v>4869.12</c:v>
                </c:pt>
                <c:pt idx="360">
                  <c:v>4883.38</c:v>
                </c:pt>
                <c:pt idx="361">
                  <c:v>4884.32</c:v>
                </c:pt>
                <c:pt idx="362">
                  <c:v>4890.83</c:v>
                </c:pt>
                <c:pt idx="363">
                  <c:v>4901.8499999999995</c:v>
                </c:pt>
                <c:pt idx="364">
                  <c:v>4919.1000000000004</c:v>
                </c:pt>
                <c:pt idx="365">
                  <c:v>4918.6400000000003</c:v>
                </c:pt>
                <c:pt idx="366">
                  <c:v>4927.1399999999994</c:v>
                </c:pt>
                <c:pt idx="367">
                  <c:v>4936.42</c:v>
                </c:pt>
                <c:pt idx="368">
                  <c:v>4955.3200000000006</c:v>
                </c:pt>
                <c:pt idx="369">
                  <c:v>4953.47</c:v>
                </c:pt>
                <c:pt idx="370">
                  <c:v>4965.4299999999994</c:v>
                </c:pt>
                <c:pt idx="371">
                  <c:v>4979.7599999999993</c:v>
                </c:pt>
                <c:pt idx="372">
                  <c:v>4982.4000000000005</c:v>
                </c:pt>
                <c:pt idx="373">
                  <c:v>4988.9400000000005</c:v>
                </c:pt>
                <c:pt idx="374">
                  <c:v>5006.6499999999996</c:v>
                </c:pt>
                <c:pt idx="375">
                  <c:v>5002.8499999999995</c:v>
                </c:pt>
                <c:pt idx="376">
                  <c:v>5022.33</c:v>
                </c:pt>
                <c:pt idx="377">
                  <c:v>5037.37</c:v>
                </c:pt>
                <c:pt idx="378">
                  <c:v>5026.99</c:v>
                </c:pt>
                <c:pt idx="379">
                  <c:v>5052.6400000000003</c:v>
                </c:pt>
                <c:pt idx="380">
                  <c:v>5059.51</c:v>
                </c:pt>
                <c:pt idx="381">
                  <c:v>5069.47</c:v>
                </c:pt>
                <c:pt idx="382">
                  <c:v>5065.05</c:v>
                </c:pt>
                <c:pt idx="383">
                  <c:v>5087.4399999999996</c:v>
                </c:pt>
                <c:pt idx="384">
                  <c:v>5088.3900000000003</c:v>
                </c:pt>
                <c:pt idx="385">
                  <c:v>5098.84</c:v>
                </c:pt>
                <c:pt idx="386">
                  <c:v>5111.12</c:v>
                </c:pt>
                <c:pt idx="387">
                  <c:v>5119.82</c:v>
                </c:pt>
                <c:pt idx="388">
                  <c:v>5123.26</c:v>
                </c:pt>
                <c:pt idx="389">
                  <c:v>5121.67</c:v>
                </c:pt>
                <c:pt idx="390">
                  <c:v>5134.2999999999993</c:v>
                </c:pt>
                <c:pt idx="391">
                  <c:v>5145.9900000000007</c:v>
                </c:pt>
                <c:pt idx="392">
                  <c:v>5164.3</c:v>
                </c:pt>
                <c:pt idx="393">
                  <c:v>5160.1499999999996</c:v>
                </c:pt>
                <c:pt idx="394">
                  <c:v>5169.8700000000008</c:v>
                </c:pt>
                <c:pt idx="395">
                  <c:v>5178.68</c:v>
                </c:pt>
                <c:pt idx="396">
                  <c:v>5188.74</c:v>
                </c:pt>
                <c:pt idx="397">
                  <c:v>5196.6400000000003</c:v>
                </c:pt>
                <c:pt idx="398">
                  <c:v>5214.4199999999992</c:v>
                </c:pt>
                <c:pt idx="399">
                  <c:v>5212.28</c:v>
                </c:pt>
                <c:pt idx="400">
                  <c:v>5225.8500000000004</c:v>
                </c:pt>
                <c:pt idx="401">
                  <c:v>5240.4900000000007</c:v>
                </c:pt>
                <c:pt idx="402">
                  <c:v>5238.9799999999996</c:v>
                </c:pt>
                <c:pt idx="403">
                  <c:v>5246.58</c:v>
                </c:pt>
                <c:pt idx="404">
                  <c:v>5259.11</c:v>
                </c:pt>
                <c:pt idx="405">
                  <c:v>5275.14</c:v>
                </c:pt>
                <c:pt idx="406">
                  <c:v>5274.77</c:v>
                </c:pt>
                <c:pt idx="407">
                  <c:v>5275.03</c:v>
                </c:pt>
                <c:pt idx="408">
                  <c:v>5300.34</c:v>
                </c:pt>
                <c:pt idx="409">
                  <c:v>5296.91</c:v>
                </c:pt>
                <c:pt idx="410">
                  <c:v>5296.2300000000005</c:v>
                </c:pt>
                <c:pt idx="411">
                  <c:v>5311.9699999999993</c:v>
                </c:pt>
                <c:pt idx="412">
                  <c:v>5311.57</c:v>
                </c:pt>
                <c:pt idx="413">
                  <c:v>5336.3899999999994</c:v>
                </c:pt>
                <c:pt idx="414">
                  <c:v>5349.38</c:v>
                </c:pt>
                <c:pt idx="415">
                  <c:v>5356.3</c:v>
                </c:pt>
                <c:pt idx="416">
                  <c:v>5359.6399999999994</c:v>
                </c:pt>
                <c:pt idx="417">
                  <c:v>5350.96</c:v>
                </c:pt>
                <c:pt idx="418">
                  <c:v>5361.33</c:v>
                </c:pt>
                <c:pt idx="419">
                  <c:v>5384.2</c:v>
                </c:pt>
                <c:pt idx="420">
                  <c:v>5383.5</c:v>
                </c:pt>
                <c:pt idx="421">
                  <c:v>5393.7699999999995</c:v>
                </c:pt>
                <c:pt idx="422">
                  <c:v>5401.28</c:v>
                </c:pt>
                <c:pt idx="423">
                  <c:v>5420.12</c:v>
                </c:pt>
                <c:pt idx="424">
                  <c:v>5417.06</c:v>
                </c:pt>
                <c:pt idx="425">
                  <c:v>5426.2</c:v>
                </c:pt>
                <c:pt idx="426">
                  <c:v>5432.92</c:v>
                </c:pt>
                <c:pt idx="427">
                  <c:v>5453.79</c:v>
                </c:pt>
                <c:pt idx="428">
                  <c:v>5448.97</c:v>
                </c:pt>
                <c:pt idx="429">
                  <c:v>5457.76</c:v>
                </c:pt>
                <c:pt idx="430">
                  <c:v>5465.2900000000009</c:v>
                </c:pt>
                <c:pt idx="431">
                  <c:v>5483.72</c:v>
                </c:pt>
                <c:pt idx="432">
                  <c:v>5481.91</c:v>
                </c:pt>
                <c:pt idx="433">
                  <c:v>5489.29</c:v>
                </c:pt>
                <c:pt idx="434">
                  <c:v>5501.5599999999995</c:v>
                </c:pt>
                <c:pt idx="435">
                  <c:v>5512.92</c:v>
                </c:pt>
                <c:pt idx="436">
                  <c:v>5508.5199999999995</c:v>
                </c:pt>
                <c:pt idx="437">
                  <c:v>5515.4500000000007</c:v>
                </c:pt>
                <c:pt idx="438">
                  <c:v>5539.73</c:v>
                </c:pt>
                <c:pt idx="439">
                  <c:v>5528.37</c:v>
                </c:pt>
                <c:pt idx="440">
                  <c:v>5552.46</c:v>
                </c:pt>
                <c:pt idx="441">
                  <c:v>5557.68</c:v>
                </c:pt>
                <c:pt idx="442">
                  <c:v>5572.02</c:v>
                </c:pt>
                <c:pt idx="443">
                  <c:v>5576.1399999999994</c:v>
                </c:pt>
                <c:pt idx="444">
                  <c:v>5565.75</c:v>
                </c:pt>
                <c:pt idx="445">
                  <c:v>5586.54</c:v>
                </c:pt>
                <c:pt idx="446">
                  <c:v>5601.89</c:v>
                </c:pt>
                <c:pt idx="447">
                  <c:v>5593.29</c:v>
                </c:pt>
                <c:pt idx="448">
                  <c:v>5604.5499999999993</c:v>
                </c:pt>
                <c:pt idx="449">
                  <c:v>5614.02</c:v>
                </c:pt>
                <c:pt idx="450">
                  <c:v>5631.11</c:v>
                </c:pt>
                <c:pt idx="451">
                  <c:v>5629.47</c:v>
                </c:pt>
                <c:pt idx="452">
                  <c:v>5637.18</c:v>
                </c:pt>
                <c:pt idx="453">
                  <c:v>5648.86</c:v>
                </c:pt>
                <c:pt idx="454">
                  <c:v>5652.68</c:v>
                </c:pt>
                <c:pt idx="455">
                  <c:v>5659.3499999999995</c:v>
                </c:pt>
                <c:pt idx="456">
                  <c:v>5667.76</c:v>
                </c:pt>
                <c:pt idx="457">
                  <c:v>5676.4400000000005</c:v>
                </c:pt>
                <c:pt idx="458">
                  <c:v>5695.47</c:v>
                </c:pt>
                <c:pt idx="459">
                  <c:v>5689.05</c:v>
                </c:pt>
                <c:pt idx="460">
                  <c:v>5699.9800000000005</c:v>
                </c:pt>
                <c:pt idx="461">
                  <c:v>5703.92</c:v>
                </c:pt>
                <c:pt idx="462">
                  <c:v>5715.63</c:v>
                </c:pt>
                <c:pt idx="463">
                  <c:v>5725.8899999999994</c:v>
                </c:pt>
                <c:pt idx="464">
                  <c:v>5722.38</c:v>
                </c:pt>
                <c:pt idx="465">
                  <c:v>5743.79</c:v>
                </c:pt>
                <c:pt idx="466">
                  <c:v>5750.8</c:v>
                </c:pt>
                <c:pt idx="467">
                  <c:v>5760.67</c:v>
                </c:pt>
                <c:pt idx="468">
                  <c:v>5770.1200000000008</c:v>
                </c:pt>
                <c:pt idx="469">
                  <c:v>5754.7</c:v>
                </c:pt>
                <c:pt idx="470">
                  <c:v>5771.88</c:v>
                </c:pt>
                <c:pt idx="471">
                  <c:v>5791.54</c:v>
                </c:pt>
                <c:pt idx="472">
                  <c:v>5786.13</c:v>
                </c:pt>
                <c:pt idx="473">
                  <c:v>5801.92</c:v>
                </c:pt>
                <c:pt idx="474">
                  <c:v>5807.97</c:v>
                </c:pt>
                <c:pt idx="475">
                  <c:v>5801.64</c:v>
                </c:pt>
                <c:pt idx="476">
                  <c:v>5812.2699999999995</c:v>
                </c:pt>
                <c:pt idx="477">
                  <c:v>5826.37</c:v>
                </c:pt>
                <c:pt idx="478">
                  <c:v>5830.41</c:v>
                </c:pt>
                <c:pt idx="479">
                  <c:v>5851.12</c:v>
                </c:pt>
                <c:pt idx="480">
                  <c:v>5845.5</c:v>
                </c:pt>
                <c:pt idx="481">
                  <c:v>5852.5999999999995</c:v>
                </c:pt>
                <c:pt idx="482">
                  <c:v>5872.4299999999994</c:v>
                </c:pt>
                <c:pt idx="483">
                  <c:v>5867.41</c:v>
                </c:pt>
                <c:pt idx="484">
                  <c:v>5874.13</c:v>
                </c:pt>
                <c:pt idx="485">
                  <c:v>5882.86</c:v>
                </c:pt>
                <c:pt idx="486">
                  <c:v>5889.17</c:v>
                </c:pt>
                <c:pt idx="487">
                  <c:v>5909.72</c:v>
                </c:pt>
                <c:pt idx="488">
                  <c:v>5904.91</c:v>
                </c:pt>
                <c:pt idx="489">
                  <c:v>5911.93</c:v>
                </c:pt>
                <c:pt idx="490">
                  <c:v>5923.26</c:v>
                </c:pt>
                <c:pt idx="491">
                  <c:v>5922.32</c:v>
                </c:pt>
                <c:pt idx="492">
                  <c:v>5940.34</c:v>
                </c:pt>
                <c:pt idx="493">
                  <c:v>5953.7300000000005</c:v>
                </c:pt>
                <c:pt idx="494">
                  <c:v>5936.6</c:v>
                </c:pt>
                <c:pt idx="495">
                  <c:v>5966.2</c:v>
                </c:pt>
                <c:pt idx="496">
                  <c:v>5968.8600000000006</c:v>
                </c:pt>
                <c:pt idx="497">
                  <c:v>5963.2</c:v>
                </c:pt>
                <c:pt idx="498">
                  <c:v>5984.15</c:v>
                </c:pt>
                <c:pt idx="499">
                  <c:v>5997.18</c:v>
                </c:pt>
                <c:pt idx="500">
                  <c:v>6002.4800000000005</c:v>
                </c:pt>
                <c:pt idx="501">
                  <c:v>6006.4900000000007</c:v>
                </c:pt>
                <c:pt idx="502">
                  <c:v>5997.84</c:v>
                </c:pt>
                <c:pt idx="503">
                  <c:v>6017.78</c:v>
                </c:pt>
                <c:pt idx="504">
                  <c:v>6031.67</c:v>
                </c:pt>
                <c:pt idx="505">
                  <c:v>6029.8</c:v>
                </c:pt>
                <c:pt idx="506">
                  <c:v>6033.14</c:v>
                </c:pt>
                <c:pt idx="507">
                  <c:v>6044.37</c:v>
                </c:pt>
                <c:pt idx="508">
                  <c:v>6060.26</c:v>
                </c:pt>
                <c:pt idx="509">
                  <c:v>6056.1100000000006</c:v>
                </c:pt>
                <c:pt idx="510">
                  <c:v>6061.28</c:v>
                </c:pt>
                <c:pt idx="511">
                  <c:v>6082.05</c:v>
                </c:pt>
                <c:pt idx="512">
                  <c:v>6076.1200000000008</c:v>
                </c:pt>
                <c:pt idx="513">
                  <c:v>6083.75</c:v>
                </c:pt>
                <c:pt idx="514">
                  <c:v>6091.35</c:v>
                </c:pt>
                <c:pt idx="515">
                  <c:v>6110.65</c:v>
                </c:pt>
                <c:pt idx="516">
                  <c:v>6105.8899999999994</c:v>
                </c:pt>
                <c:pt idx="517">
                  <c:v>6113.15</c:v>
                </c:pt>
                <c:pt idx="518">
                  <c:v>6128.26</c:v>
                </c:pt>
                <c:pt idx="519">
                  <c:v>6132.65</c:v>
                </c:pt>
                <c:pt idx="520">
                  <c:v>6139.58</c:v>
                </c:pt>
                <c:pt idx="521">
                  <c:v>6127.66</c:v>
                </c:pt>
                <c:pt idx="522">
                  <c:v>6136.59</c:v>
                </c:pt>
                <c:pt idx="523">
                  <c:v>6162.68</c:v>
                </c:pt>
                <c:pt idx="524">
                  <c:v>6143.95</c:v>
                </c:pt>
                <c:pt idx="525">
                  <c:v>6160.66</c:v>
                </c:pt>
                <c:pt idx="526">
                  <c:v>6164.91</c:v>
                </c:pt>
                <c:pt idx="527">
                  <c:v>6192.31</c:v>
                </c:pt>
                <c:pt idx="528">
                  <c:v>6184.74</c:v>
                </c:pt>
                <c:pt idx="529">
                  <c:v>6184.87</c:v>
                </c:pt>
                <c:pt idx="530">
                  <c:v>6194.4299999999994</c:v>
                </c:pt>
                <c:pt idx="531">
                  <c:v>6218.0099999999993</c:v>
                </c:pt>
                <c:pt idx="532">
                  <c:v>6216.66</c:v>
                </c:pt>
                <c:pt idx="533">
                  <c:v>6220.8899999999994</c:v>
                </c:pt>
                <c:pt idx="534">
                  <c:v>6233.28</c:v>
                </c:pt>
                <c:pt idx="535">
                  <c:v>6236.5899999999992</c:v>
                </c:pt>
                <c:pt idx="536">
                  <c:v>6238.44</c:v>
                </c:pt>
                <c:pt idx="537">
                  <c:v>6244.88</c:v>
                </c:pt>
                <c:pt idx="538">
                  <c:v>6252.39</c:v>
                </c:pt>
                <c:pt idx="539">
                  <c:v>6271.6</c:v>
                </c:pt>
                <c:pt idx="540">
                  <c:v>6264.9100000000008</c:v>
                </c:pt>
                <c:pt idx="541">
                  <c:v>6271.84</c:v>
                </c:pt>
                <c:pt idx="542">
                  <c:v>6278.01</c:v>
                </c:pt>
                <c:pt idx="543">
                  <c:v>6294.1900000000005</c:v>
                </c:pt>
                <c:pt idx="544">
                  <c:v>6303.75</c:v>
                </c:pt>
                <c:pt idx="545">
                  <c:v>6294.18</c:v>
                </c:pt>
                <c:pt idx="546">
                  <c:v>6306.51</c:v>
                </c:pt>
                <c:pt idx="547">
                  <c:v>6320.15</c:v>
                </c:pt>
                <c:pt idx="548">
                  <c:v>6332.2300000000005</c:v>
                </c:pt>
                <c:pt idx="549">
                  <c:v>6331.37</c:v>
                </c:pt>
                <c:pt idx="550">
                  <c:v>6319.9</c:v>
                </c:pt>
                <c:pt idx="551">
                  <c:v>6341.38</c:v>
                </c:pt>
                <c:pt idx="552">
                  <c:v>6357.89</c:v>
                </c:pt>
                <c:pt idx="553">
                  <c:v>6344.33</c:v>
                </c:pt>
                <c:pt idx="554">
                  <c:v>6363.43</c:v>
                </c:pt>
                <c:pt idx="555">
                  <c:v>6353.3499999999995</c:v>
                </c:pt>
                <c:pt idx="556">
                  <c:v>6376.83</c:v>
                </c:pt>
                <c:pt idx="557">
                  <c:v>6389.87</c:v>
                </c:pt>
                <c:pt idx="558">
                  <c:v>6374.84</c:v>
                </c:pt>
                <c:pt idx="559">
                  <c:v>6397.13</c:v>
                </c:pt>
                <c:pt idx="560">
                  <c:v>6402.3099999999995</c:v>
                </c:pt>
                <c:pt idx="561">
                  <c:v>6402.14</c:v>
                </c:pt>
                <c:pt idx="562">
                  <c:v>6417.54</c:v>
                </c:pt>
                <c:pt idx="563">
                  <c:v>6429.62</c:v>
                </c:pt>
                <c:pt idx="564">
                  <c:v>6424.13</c:v>
                </c:pt>
                <c:pt idx="565">
                  <c:v>6432.44</c:v>
                </c:pt>
                <c:pt idx="566">
                  <c:v>6450.5</c:v>
                </c:pt>
                <c:pt idx="567">
                  <c:v>6443.28</c:v>
                </c:pt>
                <c:pt idx="568">
                  <c:v>6452.34</c:v>
                </c:pt>
                <c:pt idx="569">
                  <c:v>6470.7699999999995</c:v>
                </c:pt>
                <c:pt idx="570">
                  <c:v>6462.95</c:v>
                </c:pt>
                <c:pt idx="571">
                  <c:v>6470.7</c:v>
                </c:pt>
                <c:pt idx="572">
                  <c:v>6490.22</c:v>
                </c:pt>
                <c:pt idx="573">
                  <c:v>6480.1399999999994</c:v>
                </c:pt>
                <c:pt idx="574">
                  <c:v>6484.66</c:v>
                </c:pt>
                <c:pt idx="575">
                  <c:v>6502.4</c:v>
                </c:pt>
                <c:pt idx="576">
                  <c:v>6514.43</c:v>
                </c:pt>
                <c:pt idx="577">
                  <c:v>6499.16</c:v>
                </c:pt>
                <c:pt idx="578">
                  <c:v>6503.42</c:v>
                </c:pt>
                <c:pt idx="579">
                  <c:v>6511.3399999999992</c:v>
                </c:pt>
                <c:pt idx="580">
                  <c:v>6541.23</c:v>
                </c:pt>
                <c:pt idx="581">
                  <c:v>6527.04</c:v>
                </c:pt>
                <c:pt idx="582">
                  <c:v>6553.33</c:v>
                </c:pt>
                <c:pt idx="583">
                  <c:v>6540.9699999999993</c:v>
                </c:pt>
                <c:pt idx="584">
                  <c:v>6566.9000000000005</c:v>
                </c:pt>
                <c:pt idx="585">
                  <c:v>6559.1900000000005</c:v>
                </c:pt>
                <c:pt idx="586">
                  <c:v>6557.4199999999992</c:v>
                </c:pt>
                <c:pt idx="587">
                  <c:v>6571.4699999999993</c:v>
                </c:pt>
                <c:pt idx="588">
                  <c:v>6590.99</c:v>
                </c:pt>
                <c:pt idx="589">
                  <c:v>6588.4299999999994</c:v>
                </c:pt>
                <c:pt idx="590">
                  <c:v>6587.13</c:v>
                </c:pt>
              </c:numCache>
            </c:numRef>
          </c:xVal>
          <c:yVal>
            <c:numRef>
              <c:f>Presentation!$AM$13:$AM$909</c:f>
              <c:numCache>
                <c:formatCode>General</c:formatCode>
                <c:ptCount val="897"/>
                <c:pt idx="0">
                  <c:v>0.13959550127914275</c:v>
                </c:pt>
                <c:pt idx="1">
                  <c:v>0.1388487127567255</c:v>
                </c:pt>
                <c:pt idx="2">
                  <c:v>0.13962118656320785</c:v>
                </c:pt>
                <c:pt idx="3">
                  <c:v>0.14054444712117561</c:v>
                </c:pt>
                <c:pt idx="4">
                  <c:v>0.1412603584505685</c:v>
                </c:pt>
                <c:pt idx="5">
                  <c:v>0.14293967550912329</c:v>
                </c:pt>
                <c:pt idx="6">
                  <c:v>0.15339843186300448</c:v>
                </c:pt>
                <c:pt idx="7">
                  <c:v>0.17054039747846589</c:v>
                </c:pt>
                <c:pt idx="8">
                  <c:v>0.18707908408697327</c:v>
                </c:pt>
                <c:pt idx="9">
                  <c:v>0.21777799144271909</c:v>
                </c:pt>
                <c:pt idx="10">
                  <c:v>0.24551962715610437</c:v>
                </c:pt>
                <c:pt idx="11">
                  <c:v>0.27233879099246167</c:v>
                </c:pt>
                <c:pt idx="12">
                  <c:v>0.29765789978882701</c:v>
                </c:pt>
                <c:pt idx="13">
                  <c:v>0.31892954774351351</c:v>
                </c:pt>
                <c:pt idx="14">
                  <c:v>0.3419450702200067</c:v>
                </c:pt>
                <c:pt idx="15">
                  <c:v>0.36330556353538263</c:v>
                </c:pt>
                <c:pt idx="16">
                  <c:v>0.38234590924305456</c:v>
                </c:pt>
                <c:pt idx="17">
                  <c:v>0.39988528273027096</c:v>
                </c:pt>
                <c:pt idx="18">
                  <c:v>0.41599349935471536</c:v>
                </c:pt>
                <c:pt idx="19">
                  <c:v>0.43258480649784992</c:v>
                </c:pt>
                <c:pt idx="20">
                  <c:v>0.44293763728392704</c:v>
                </c:pt>
                <c:pt idx="21">
                  <c:v>0.29307153045431095</c:v>
                </c:pt>
                <c:pt idx="22">
                  <c:v>0.29117828500925358</c:v>
                </c:pt>
                <c:pt idx="23">
                  <c:v>0.28834545301401021</c:v>
                </c:pt>
                <c:pt idx="24">
                  <c:v>0.2864700827156515</c:v>
                </c:pt>
                <c:pt idx="25">
                  <c:v>0.28632927610506087</c:v>
                </c:pt>
                <c:pt idx="26">
                  <c:v>0.2877008500810771</c:v>
                </c:pt>
                <c:pt idx="27">
                  <c:v>0.29013354501307437</c:v>
                </c:pt>
                <c:pt idx="28">
                  <c:v>0.2942441209406495</c:v>
                </c:pt>
                <c:pt idx="29">
                  <c:v>0.29731751629795877</c:v>
                </c:pt>
                <c:pt idx="30">
                  <c:v>0.30444139287983435</c:v>
                </c:pt>
                <c:pt idx="31">
                  <c:v>0.30587706264174552</c:v>
                </c:pt>
                <c:pt idx="32">
                  <c:v>0.30998532123903799</c:v>
                </c:pt>
                <c:pt idx="33">
                  <c:v>0.3189536067481093</c:v>
                </c:pt>
                <c:pt idx="34">
                  <c:v>0.32269900062897477</c:v>
                </c:pt>
                <c:pt idx="35">
                  <c:v>0.32940004726695704</c:v>
                </c:pt>
                <c:pt idx="36">
                  <c:v>0.33432869917107233</c:v>
                </c:pt>
                <c:pt idx="37">
                  <c:v>0.34197818204848079</c:v>
                </c:pt>
                <c:pt idx="38">
                  <c:v>0.34598361283406076</c:v>
                </c:pt>
                <c:pt idx="39">
                  <c:v>0.35415394240939085</c:v>
                </c:pt>
                <c:pt idx="40">
                  <c:v>0.35999710752765929</c:v>
                </c:pt>
                <c:pt idx="41">
                  <c:v>0.36497006829487649</c:v>
                </c:pt>
                <c:pt idx="42">
                  <c:v>0.368625785862017</c:v>
                </c:pt>
                <c:pt idx="43">
                  <c:v>0.37202556013047422</c:v>
                </c:pt>
                <c:pt idx="44">
                  <c:v>0.3776437811465867</c:v>
                </c:pt>
                <c:pt idx="45">
                  <c:v>0.38241475499624256</c:v>
                </c:pt>
                <c:pt idx="46">
                  <c:v>0.38625773002685987</c:v>
                </c:pt>
                <c:pt idx="47">
                  <c:v>0.3925743058271412</c:v>
                </c:pt>
                <c:pt idx="48">
                  <c:v>0.39766397124887698</c:v>
                </c:pt>
                <c:pt idx="49">
                  <c:v>0.40114576255301199</c:v>
                </c:pt>
                <c:pt idx="50">
                  <c:v>0.40786806390654529</c:v>
                </c:pt>
                <c:pt idx="51">
                  <c:v>0.41271232138042602</c:v>
                </c:pt>
                <c:pt idx="52">
                  <c:v>0.41618835915640928</c:v>
                </c:pt>
                <c:pt idx="53">
                  <c:v>0.42172883298906638</c:v>
                </c:pt>
                <c:pt idx="54">
                  <c:v>0.42649343463363765</c:v>
                </c:pt>
                <c:pt idx="55">
                  <c:v>0.43233598107856369</c:v>
                </c:pt>
                <c:pt idx="56">
                  <c:v>0.43506987258528573</c:v>
                </c:pt>
                <c:pt idx="57">
                  <c:v>0.43907590493527915</c:v>
                </c:pt>
                <c:pt idx="58">
                  <c:v>0.44484634670842044</c:v>
                </c:pt>
                <c:pt idx="59">
                  <c:v>0.44611991488782876</c:v>
                </c:pt>
                <c:pt idx="60">
                  <c:v>0.45289653718643996</c:v>
                </c:pt>
                <c:pt idx="61">
                  <c:v>0.45111125754252512</c:v>
                </c:pt>
                <c:pt idx="62">
                  <c:v>0.45558606359689802</c:v>
                </c:pt>
                <c:pt idx="63">
                  <c:v>0.45892901074269465</c:v>
                </c:pt>
                <c:pt idx="64">
                  <c:v>0.46059874413283008</c:v>
                </c:pt>
                <c:pt idx="65">
                  <c:v>0.46656628384579052</c:v>
                </c:pt>
                <c:pt idx="66">
                  <c:v>0.47086206139387821</c:v>
                </c:pt>
                <c:pt idx="67">
                  <c:v>0.47136940940490907</c:v>
                </c:pt>
                <c:pt idx="68">
                  <c:v>0.47285852522328881</c:v>
                </c:pt>
                <c:pt idx="69">
                  <c:v>0.48063864462024236</c:v>
                </c:pt>
                <c:pt idx="70">
                  <c:v>0.48532191004157738</c:v>
                </c:pt>
                <c:pt idx="71">
                  <c:v>0.48896163089417427</c:v>
                </c:pt>
                <c:pt idx="72">
                  <c:v>0.49248754751605717</c:v>
                </c:pt>
                <c:pt idx="73">
                  <c:v>0.49470565377890036</c:v>
                </c:pt>
                <c:pt idx="74">
                  <c:v>0.49820286421018084</c:v>
                </c:pt>
                <c:pt idx="75">
                  <c:v>0.49359166837871571</c:v>
                </c:pt>
                <c:pt idx="76">
                  <c:v>0.50168804335113637</c:v>
                </c:pt>
                <c:pt idx="77">
                  <c:v>0.50091059219360123</c:v>
                </c:pt>
                <c:pt idx="78">
                  <c:v>0.5025324650595987</c:v>
                </c:pt>
                <c:pt idx="79">
                  <c:v>0.5051478790436853</c:v>
                </c:pt>
                <c:pt idx="80">
                  <c:v>0.50654729095594919</c:v>
                </c:pt>
                <c:pt idx="81">
                  <c:v>0.50103630751139205</c:v>
                </c:pt>
                <c:pt idx="82">
                  <c:v>0.50626801782126318</c:v>
                </c:pt>
                <c:pt idx="83">
                  <c:v>0.50752336885735461</c:v>
                </c:pt>
                <c:pt idx="84">
                  <c:v>0.50750005334319592</c:v>
                </c:pt>
                <c:pt idx="85">
                  <c:v>0.50745985319346398</c:v>
                </c:pt>
                <c:pt idx="86">
                  <c:v>0.50755287009063432</c:v>
                </c:pt>
                <c:pt idx="87">
                  <c:v>0.50970800412229478</c:v>
                </c:pt>
                <c:pt idx="88">
                  <c:v>0.51031837621342746</c:v>
                </c:pt>
                <c:pt idx="89">
                  <c:v>0.51247145793854332</c:v>
                </c:pt>
                <c:pt idx="90">
                  <c:v>0.5115204006402807</c:v>
                </c:pt>
                <c:pt idx="91">
                  <c:v>0.51215798489193998</c:v>
                </c:pt>
                <c:pt idx="92">
                  <c:v>0.51449684371695314</c:v>
                </c:pt>
                <c:pt idx="93">
                  <c:v>0.51496579430375677</c:v>
                </c:pt>
                <c:pt idx="94">
                  <c:v>0.51657618185858967</c:v>
                </c:pt>
                <c:pt idx="95">
                  <c:v>0.51834833630049393</c:v>
                </c:pt>
                <c:pt idx="96">
                  <c:v>0.51816563775764213</c:v>
                </c:pt>
                <c:pt idx="97">
                  <c:v>0.51977773940500271</c:v>
                </c:pt>
                <c:pt idx="98">
                  <c:v>0.52404469902817563</c:v>
                </c:pt>
                <c:pt idx="99">
                  <c:v>0.52493409690028181</c:v>
                </c:pt>
                <c:pt idx="100">
                  <c:v>0.51734459447300385</c:v>
                </c:pt>
                <c:pt idx="101">
                  <c:v>0.52386581678418886</c:v>
                </c:pt>
                <c:pt idx="102">
                  <c:v>0.52593865088423208</c:v>
                </c:pt>
                <c:pt idx="103">
                  <c:v>0.52664033368043228</c:v>
                </c:pt>
                <c:pt idx="104">
                  <c:v>0.52888701799708215</c:v>
                </c:pt>
                <c:pt idx="105">
                  <c:v>0.52965418691054589</c:v>
                </c:pt>
                <c:pt idx="106">
                  <c:v>0.53084840181614368</c:v>
                </c:pt>
                <c:pt idx="107">
                  <c:v>0.53234960909019524</c:v>
                </c:pt>
                <c:pt idx="108">
                  <c:v>0.53370976974762818</c:v>
                </c:pt>
                <c:pt idx="109">
                  <c:v>0.53441600580749471</c:v>
                </c:pt>
                <c:pt idx="110">
                  <c:v>0.53606658614828862</c:v>
                </c:pt>
                <c:pt idx="111">
                  <c:v>0.53734237552541486</c:v>
                </c:pt>
                <c:pt idx="112">
                  <c:v>0.53807776490279391</c:v>
                </c:pt>
                <c:pt idx="113">
                  <c:v>0.53916102870444671</c:v>
                </c:pt>
                <c:pt idx="114">
                  <c:v>0.53758756913352646</c:v>
                </c:pt>
                <c:pt idx="115">
                  <c:v>0.53883487512775485</c:v>
                </c:pt>
                <c:pt idx="116">
                  <c:v>0.54040534936761364</c:v>
                </c:pt>
                <c:pt idx="117">
                  <c:v>0.54089028781611093</c:v>
                </c:pt>
                <c:pt idx="118">
                  <c:v>0.54181424736396211</c:v>
                </c:pt>
                <c:pt idx="119">
                  <c:v>0.54083548878574206</c:v>
                </c:pt>
                <c:pt idx="120">
                  <c:v>0.54276294329889152</c:v>
                </c:pt>
                <c:pt idx="121">
                  <c:v>0.53617856876537984</c:v>
                </c:pt>
                <c:pt idx="122">
                  <c:v>0.54235940686460893</c:v>
                </c:pt>
                <c:pt idx="123">
                  <c:v>0.54508921789160558</c:v>
                </c:pt>
                <c:pt idx="124">
                  <c:v>0.54529765782232897</c:v>
                </c:pt>
                <c:pt idx="125">
                  <c:v>0.54431525916792678</c:v>
                </c:pt>
                <c:pt idx="126">
                  <c:v>0.54501691573713851</c:v>
                </c:pt>
                <c:pt idx="127">
                  <c:v>0.54744535954111051</c:v>
                </c:pt>
                <c:pt idx="128">
                  <c:v>0.54824356744578462</c:v>
                </c:pt>
                <c:pt idx="129">
                  <c:v>0.54896457523494102</c:v>
                </c:pt>
                <c:pt idx="130">
                  <c:v>0.54995403857046044</c:v>
                </c:pt>
                <c:pt idx="131">
                  <c:v>0.54809878406862966</c:v>
                </c:pt>
                <c:pt idx="132">
                  <c:v>0.55017041425532409</c:v>
                </c:pt>
                <c:pt idx="133">
                  <c:v>0.55200396428506493</c:v>
                </c:pt>
                <c:pt idx="134">
                  <c:v>0.55264782070052931</c:v>
                </c:pt>
                <c:pt idx="135">
                  <c:v>0.55185540139905231</c:v>
                </c:pt>
                <c:pt idx="136">
                  <c:v>0.55446125663063639</c:v>
                </c:pt>
                <c:pt idx="137">
                  <c:v>0.55477119326274071</c:v>
                </c:pt>
                <c:pt idx="138">
                  <c:v>0.55372194243185313</c:v>
                </c:pt>
                <c:pt idx="139">
                  <c:v>0.55353633290532211</c:v>
                </c:pt>
                <c:pt idx="140">
                  <c:v>0.55623034283827699</c:v>
                </c:pt>
                <c:pt idx="141">
                  <c:v>0.55831819786008796</c:v>
                </c:pt>
                <c:pt idx="142">
                  <c:v>0.55868797279922766</c:v>
                </c:pt>
                <c:pt idx="143">
                  <c:v>0.55896246452906495</c:v>
                </c:pt>
                <c:pt idx="144">
                  <c:v>0.56086310026697306</c:v>
                </c:pt>
                <c:pt idx="145">
                  <c:v>0.56031336428808975</c:v>
                </c:pt>
                <c:pt idx="146">
                  <c:v>0.56325488445443883</c:v>
                </c:pt>
                <c:pt idx="147">
                  <c:v>0.56104829994180727</c:v>
                </c:pt>
                <c:pt idx="148">
                  <c:v>0.56241012900222076</c:v>
                </c:pt>
                <c:pt idx="149">
                  <c:v>0.56344774180860169</c:v>
                </c:pt>
                <c:pt idx="150">
                  <c:v>0.55808695864320768</c:v>
                </c:pt>
                <c:pt idx="151">
                  <c:v>0.56478538487389507</c:v>
                </c:pt>
                <c:pt idx="152">
                  <c:v>0.56589774557165862</c:v>
                </c:pt>
                <c:pt idx="153">
                  <c:v>0.55955042697438151</c:v>
                </c:pt>
                <c:pt idx="154">
                  <c:v>0.56615871727863232</c:v>
                </c:pt>
                <c:pt idx="155">
                  <c:v>0.56693766080808161</c:v>
                </c:pt>
                <c:pt idx="156">
                  <c:v>0.56751275009807778</c:v>
                </c:pt>
                <c:pt idx="157">
                  <c:v>0.56672007503224042</c:v>
                </c:pt>
                <c:pt idx="158">
                  <c:v>0.56871264349948325</c:v>
                </c:pt>
                <c:pt idx="159">
                  <c:v>0.56958671301660879</c:v>
                </c:pt>
                <c:pt idx="160">
                  <c:v>0.57164339419978516</c:v>
                </c:pt>
                <c:pt idx="161">
                  <c:v>0.57086975123769934</c:v>
                </c:pt>
                <c:pt idx="162">
                  <c:v>0.57293511389461038</c:v>
                </c:pt>
                <c:pt idx="163">
                  <c:v>0.57317506118379313</c:v>
                </c:pt>
                <c:pt idx="164">
                  <c:v>0.57518247626775465</c:v>
                </c:pt>
                <c:pt idx="165">
                  <c:v>0.57570400822199386</c:v>
                </c:pt>
                <c:pt idx="166">
                  <c:v>0.57786080819849139</c:v>
                </c:pt>
                <c:pt idx="167">
                  <c:v>0.57790331590844346</c:v>
                </c:pt>
                <c:pt idx="168">
                  <c:v>0.5786325006722931</c:v>
                </c:pt>
                <c:pt idx="169">
                  <c:v>0.57955369636407594</c:v>
                </c:pt>
                <c:pt idx="170">
                  <c:v>0.58107882188753857</c:v>
                </c:pt>
                <c:pt idx="171">
                  <c:v>0.57933777137103493</c:v>
                </c:pt>
                <c:pt idx="172">
                  <c:v>0.58136826048229173</c:v>
                </c:pt>
                <c:pt idx="173">
                  <c:v>0.58268108239656147</c:v>
                </c:pt>
                <c:pt idx="174">
                  <c:v>0.58167015684430956</c:v>
                </c:pt>
                <c:pt idx="175">
                  <c:v>0.58262069356903956</c:v>
                </c:pt>
                <c:pt idx="176">
                  <c:v>0.58383939667834139</c:v>
                </c:pt>
                <c:pt idx="177">
                  <c:v>0.58508770697863854</c:v>
                </c:pt>
                <c:pt idx="178">
                  <c:v>0.58392291954465181</c:v>
                </c:pt>
                <c:pt idx="179">
                  <c:v>0.58467368362392635</c:v>
                </c:pt>
                <c:pt idx="180">
                  <c:v>0.58617334732133286</c:v>
                </c:pt>
                <c:pt idx="181">
                  <c:v>0.58844079896711488</c:v>
                </c:pt>
                <c:pt idx="182">
                  <c:v>0.58772384486268103</c:v>
                </c:pt>
                <c:pt idx="183">
                  <c:v>0.58685518055115082</c:v>
                </c:pt>
                <c:pt idx="184">
                  <c:v>0.58933963992698113</c:v>
                </c:pt>
                <c:pt idx="185">
                  <c:v>0.58940354749917889</c:v>
                </c:pt>
                <c:pt idx="186">
                  <c:v>0.59056887993233143</c:v>
                </c:pt>
                <c:pt idx="187">
                  <c:v>0.59193503483391419</c:v>
                </c:pt>
                <c:pt idx="188">
                  <c:v>0.57986512748885788</c:v>
                </c:pt>
                <c:pt idx="189">
                  <c:v>0.59226271643041961</c:v>
                </c:pt>
                <c:pt idx="190">
                  <c:v>0.59274740695142214</c:v>
                </c:pt>
                <c:pt idx="191">
                  <c:v>0.59380695169013675</c:v>
                </c:pt>
                <c:pt idx="192">
                  <c:v>0.59502107351952382</c:v>
                </c:pt>
                <c:pt idx="193">
                  <c:v>0.596882998320862</c:v>
                </c:pt>
                <c:pt idx="194">
                  <c:v>0.59588559829282262</c:v>
                </c:pt>
                <c:pt idx="195">
                  <c:v>0.59671337777691391</c:v>
                </c:pt>
                <c:pt idx="196">
                  <c:v>0.59798505561414195</c:v>
                </c:pt>
                <c:pt idx="197">
                  <c:v>0.59926318257590605</c:v>
                </c:pt>
                <c:pt idx="198">
                  <c:v>0.59801967527793332</c:v>
                </c:pt>
                <c:pt idx="199">
                  <c:v>0.59856116022345229</c:v>
                </c:pt>
                <c:pt idx="200">
                  <c:v>0.60051287096661587</c:v>
                </c:pt>
                <c:pt idx="201">
                  <c:v>0.60020472510599576</c:v>
                </c:pt>
                <c:pt idx="202">
                  <c:v>0.60217656069509318</c:v>
                </c:pt>
                <c:pt idx="203">
                  <c:v>0.6005193973232511</c:v>
                </c:pt>
                <c:pt idx="204">
                  <c:v>0.60209057062296512</c:v>
                </c:pt>
                <c:pt idx="205">
                  <c:v>0.6031977694033589</c:v>
                </c:pt>
                <c:pt idx="206">
                  <c:v>0.604099708267405</c:v>
                </c:pt>
                <c:pt idx="207">
                  <c:v>0.60319622432874043</c:v>
                </c:pt>
                <c:pt idx="208">
                  <c:v>0.60395401112871727</c:v>
                </c:pt>
                <c:pt idx="209">
                  <c:v>0.60567772230765227</c:v>
                </c:pt>
                <c:pt idx="210">
                  <c:v>0.60531179096830867</c:v>
                </c:pt>
                <c:pt idx="211">
                  <c:v>0.60577638600764805</c:v>
                </c:pt>
                <c:pt idx="212">
                  <c:v>0.60656099700535415</c:v>
                </c:pt>
                <c:pt idx="213">
                  <c:v>0.60808929023546288</c:v>
                </c:pt>
                <c:pt idx="214">
                  <c:v>0.60833188338843125</c:v>
                </c:pt>
                <c:pt idx="215">
                  <c:v>0.60654347384641116</c:v>
                </c:pt>
                <c:pt idx="216">
                  <c:v>0.60901773927761527</c:v>
                </c:pt>
                <c:pt idx="217">
                  <c:v>0.61028655748779959</c:v>
                </c:pt>
                <c:pt idx="218">
                  <c:v>0.60792722239638475</c:v>
                </c:pt>
                <c:pt idx="219">
                  <c:v>0.61041810871710289</c:v>
                </c:pt>
                <c:pt idx="220">
                  <c:v>0.60984661640006588</c:v>
                </c:pt>
                <c:pt idx="221">
                  <c:v>0.61050178509293884</c:v>
                </c:pt>
                <c:pt idx="222">
                  <c:v>0.61107128076893924</c:v>
                </c:pt>
                <c:pt idx="223">
                  <c:v>0.61129105687284879</c:v>
                </c:pt>
                <c:pt idx="224">
                  <c:v>0.61220245842371657</c:v>
                </c:pt>
                <c:pt idx="225">
                  <c:v>0.61346297508790038</c:v>
                </c:pt>
                <c:pt idx="226">
                  <c:v>0.61353272917312751</c:v>
                </c:pt>
                <c:pt idx="227">
                  <c:v>0.6145988155397526</c:v>
                </c:pt>
                <c:pt idx="228">
                  <c:v>0.61393379083924204</c:v>
                </c:pt>
                <c:pt idx="229">
                  <c:v>0.61404483022779632</c:v>
                </c:pt>
                <c:pt idx="230">
                  <c:v>0.61475625599701111</c:v>
                </c:pt>
                <c:pt idx="231">
                  <c:v>0.61495805689550298</c:v>
                </c:pt>
                <c:pt idx="232">
                  <c:v>0.61647165956059458</c:v>
                </c:pt>
                <c:pt idx="233">
                  <c:v>0.61547512985593966</c:v>
                </c:pt>
                <c:pt idx="234">
                  <c:v>0.61636947248148521</c:v>
                </c:pt>
                <c:pt idx="235">
                  <c:v>0.61453831588327013</c:v>
                </c:pt>
                <c:pt idx="236">
                  <c:v>0.61888230737940153</c:v>
                </c:pt>
                <c:pt idx="237">
                  <c:v>0.61732666142656289</c:v>
                </c:pt>
                <c:pt idx="238">
                  <c:v>0.61773516415012109</c:v>
                </c:pt>
                <c:pt idx="239">
                  <c:v>0.61650305076909095</c:v>
                </c:pt>
                <c:pt idx="240">
                  <c:v>0.61740432018236502</c:v>
                </c:pt>
                <c:pt idx="241">
                  <c:v>0.61774642262166912</c:v>
                </c:pt>
                <c:pt idx="242">
                  <c:v>0.61855540767569217</c:v>
                </c:pt>
                <c:pt idx="243">
                  <c:v>0.61941772330463196</c:v>
                </c:pt>
                <c:pt idx="244">
                  <c:v>0.61752176128172043</c:v>
                </c:pt>
                <c:pt idx="245">
                  <c:v>0.61852390032572935</c:v>
                </c:pt>
                <c:pt idx="246">
                  <c:v>0.61903107944739277</c:v>
                </c:pt>
                <c:pt idx="247">
                  <c:v>0.61978952792740571</c:v>
                </c:pt>
                <c:pt idx="248">
                  <c:v>0.61996955583080748</c:v>
                </c:pt>
                <c:pt idx="249">
                  <c:v>0.61967068078313903</c:v>
                </c:pt>
                <c:pt idx="250">
                  <c:v>0.61926770181545499</c:v>
                </c:pt>
                <c:pt idx="251">
                  <c:v>0.62103122522622833</c:v>
                </c:pt>
                <c:pt idx="252">
                  <c:v>0.62077032267273569</c:v>
                </c:pt>
                <c:pt idx="253">
                  <c:v>0.62160818559629649</c:v>
                </c:pt>
                <c:pt idx="254">
                  <c:v>0.62053247531623601</c:v>
                </c:pt>
                <c:pt idx="255">
                  <c:v>0.62207745242425361</c:v>
                </c:pt>
                <c:pt idx="256">
                  <c:v>0.62291590541316488</c:v>
                </c:pt>
                <c:pt idx="257">
                  <c:v>0.61596686475404516</c:v>
                </c:pt>
                <c:pt idx="258">
                  <c:v>0.62258719550621244</c:v>
                </c:pt>
                <c:pt idx="259">
                  <c:v>0.6215050703642383</c:v>
                </c:pt>
                <c:pt idx="260">
                  <c:v>0.62285376267981629</c:v>
                </c:pt>
                <c:pt idx="261">
                  <c:v>0.62403995931976464</c:v>
                </c:pt>
                <c:pt idx="262">
                  <c:v>0.61899639649330396</c:v>
                </c:pt>
                <c:pt idx="263">
                  <c:v>0.62496361175659454</c:v>
                </c:pt>
                <c:pt idx="264">
                  <c:v>0.62342649502084402</c:v>
                </c:pt>
                <c:pt idx="265">
                  <c:v>0.62599398783348736</c:v>
                </c:pt>
                <c:pt idx="266">
                  <c:v>0.6253531432287962</c:v>
                </c:pt>
                <c:pt idx="267">
                  <c:v>0.6250221351992673</c:v>
                </c:pt>
                <c:pt idx="268">
                  <c:v>0.626771267838927</c:v>
                </c:pt>
                <c:pt idx="269">
                  <c:v>0.62738265367738821</c:v>
                </c:pt>
                <c:pt idx="270">
                  <c:v>0.62694754275246856</c:v>
                </c:pt>
                <c:pt idx="271">
                  <c:v>0.62666136430711661</c:v>
                </c:pt>
                <c:pt idx="272">
                  <c:v>0.62623370415002644</c:v>
                </c:pt>
                <c:pt idx="273">
                  <c:v>0.62682106928958692</c:v>
                </c:pt>
                <c:pt idx="274">
                  <c:v>0.62713630679449772</c:v>
                </c:pt>
                <c:pt idx="275">
                  <c:v>0.62757001019589975</c:v>
                </c:pt>
                <c:pt idx="276">
                  <c:v>0.6282169694909745</c:v>
                </c:pt>
                <c:pt idx="277">
                  <c:v>0.6274329747162658</c:v>
                </c:pt>
                <c:pt idx="278">
                  <c:v>0.62731536043999214</c:v>
                </c:pt>
                <c:pt idx="279">
                  <c:v>0.62838904926654759</c:v>
                </c:pt>
                <c:pt idx="280">
                  <c:v>0.62842545172267328</c:v>
                </c:pt>
                <c:pt idx="281">
                  <c:v>0.61997943522216514</c:v>
                </c:pt>
                <c:pt idx="282">
                  <c:v>0.62924651515077956</c:v>
                </c:pt>
                <c:pt idx="283">
                  <c:v>0.61682876738869286</c:v>
                </c:pt>
                <c:pt idx="284">
                  <c:v>0.62906936838085659</c:v>
                </c:pt>
                <c:pt idx="285">
                  <c:v>0.62808023613035358</c:v>
                </c:pt>
                <c:pt idx="286">
                  <c:v>0.62977179147184037</c:v>
                </c:pt>
                <c:pt idx="287">
                  <c:v>0.62716475985134734</c:v>
                </c:pt>
                <c:pt idx="288">
                  <c:v>0.62997981947779902</c:v>
                </c:pt>
                <c:pt idx="289">
                  <c:v>0.6298318504104532</c:v>
                </c:pt>
                <c:pt idx="290">
                  <c:v>0.63168698370914522</c:v>
                </c:pt>
                <c:pt idx="291">
                  <c:v>0.62972704938891133</c:v>
                </c:pt>
                <c:pt idx="292">
                  <c:v>0.63011730510689057</c:v>
                </c:pt>
                <c:pt idx="293">
                  <c:v>0.63055967645919353</c:v>
                </c:pt>
                <c:pt idx="294">
                  <c:v>0.62898887941632231</c:v>
                </c:pt>
                <c:pt idx="295">
                  <c:v>0.63077880888053561</c:v>
                </c:pt>
                <c:pt idx="296">
                  <c:v>0.62427553377406497</c:v>
                </c:pt>
                <c:pt idx="297">
                  <c:v>0.63219877833950555</c:v>
                </c:pt>
                <c:pt idx="298">
                  <c:v>0.63369169938332415</c:v>
                </c:pt>
                <c:pt idx="299">
                  <c:v>0.634154077211181</c:v>
                </c:pt>
                <c:pt idx="300">
                  <c:v>0.63556850635566176</c:v>
                </c:pt>
                <c:pt idx="301">
                  <c:v>0.63356236651647724</c:v>
                </c:pt>
                <c:pt idx="302">
                  <c:v>0.63499910890149547</c:v>
                </c:pt>
                <c:pt idx="303">
                  <c:v>0.63508257643080535</c:v>
                </c:pt>
                <c:pt idx="304">
                  <c:v>0.63546764014012869</c:v>
                </c:pt>
                <c:pt idx="305">
                  <c:v>0.63521944700228028</c:v>
                </c:pt>
                <c:pt idx="306">
                  <c:v>0.63703586693497627</c:v>
                </c:pt>
                <c:pt idx="307">
                  <c:v>0.6329881663555752</c:v>
                </c:pt>
                <c:pt idx="308">
                  <c:v>0.63561634459629035</c:v>
                </c:pt>
                <c:pt idx="309">
                  <c:v>0.63551097772144871</c:v>
                </c:pt>
                <c:pt idx="310">
                  <c:v>0.63672633876857987</c:v>
                </c:pt>
                <c:pt idx="311">
                  <c:v>0.63538678542561455</c:v>
                </c:pt>
                <c:pt idx="312">
                  <c:v>0.63534743816433947</c:v>
                </c:pt>
                <c:pt idx="313">
                  <c:v>0.63628598601802056</c:v>
                </c:pt>
                <c:pt idx="314">
                  <c:v>0.63638546969411303</c:v>
                </c:pt>
                <c:pt idx="315">
                  <c:v>0.6362892916439189</c:v>
                </c:pt>
                <c:pt idx="316">
                  <c:v>0.63626213559648181</c:v>
                </c:pt>
                <c:pt idx="317">
                  <c:v>0.63741824924524904</c:v>
                </c:pt>
                <c:pt idx="318">
                  <c:v>0.63707387627948375</c:v>
                </c:pt>
                <c:pt idx="319">
                  <c:v>0.63654234441949265</c:v>
                </c:pt>
                <c:pt idx="320">
                  <c:v>0.63738304913432531</c:v>
                </c:pt>
                <c:pt idx="321">
                  <c:v>0.63678793468909911</c:v>
                </c:pt>
                <c:pt idx="322">
                  <c:v>0.6367993285922523</c:v>
                </c:pt>
                <c:pt idx="323">
                  <c:v>0.63405090219679683</c:v>
                </c:pt>
                <c:pt idx="324">
                  <c:v>0.63653162569571242</c:v>
                </c:pt>
                <c:pt idx="325">
                  <c:v>0.63513252334642312</c:v>
                </c:pt>
                <c:pt idx="326">
                  <c:v>0.63748224649751895</c:v>
                </c:pt>
                <c:pt idx="327">
                  <c:v>0.63893921238315765</c:v>
                </c:pt>
                <c:pt idx="328">
                  <c:v>0.63514947603306149</c:v>
                </c:pt>
                <c:pt idx="329">
                  <c:v>0.6382554913622327</c:v>
                </c:pt>
                <c:pt idx="330">
                  <c:v>0.63752553901186049</c:v>
                </c:pt>
                <c:pt idx="331">
                  <c:v>0.63862240544993898</c:v>
                </c:pt>
                <c:pt idx="332">
                  <c:v>0.62288365419314684</c:v>
                </c:pt>
                <c:pt idx="333">
                  <c:v>0.63748586892850267</c:v>
                </c:pt>
                <c:pt idx="334">
                  <c:v>0.63771014742650234</c:v>
                </c:pt>
                <c:pt idx="335">
                  <c:v>0.63560294231380665</c:v>
                </c:pt>
                <c:pt idx="336">
                  <c:v>0.63801272331304426</c:v>
                </c:pt>
                <c:pt idx="337">
                  <c:v>0.63802308261088547</c:v>
                </c:pt>
                <c:pt idx="338">
                  <c:v>0.63821975654790408</c:v>
                </c:pt>
                <c:pt idx="339">
                  <c:v>0.63788653466403378</c:v>
                </c:pt>
                <c:pt idx="340">
                  <c:v>0.63803648308668293</c:v>
                </c:pt>
                <c:pt idx="341">
                  <c:v>0.6385009162531835</c:v>
                </c:pt>
                <c:pt idx="342">
                  <c:v>0.63782028882380226</c:v>
                </c:pt>
                <c:pt idx="343">
                  <c:v>0.63777128485678014</c:v>
                </c:pt>
                <c:pt idx="344">
                  <c:v>0.63812169882733039</c:v>
                </c:pt>
                <c:pt idx="345">
                  <c:v>0.63863277050528056</c:v>
                </c:pt>
                <c:pt idx="346">
                  <c:v>0.63896196755097101</c:v>
                </c:pt>
                <c:pt idx="347">
                  <c:v>0.6370291214755105</c:v>
                </c:pt>
                <c:pt idx="348">
                  <c:v>0.63899257248425889</c:v>
                </c:pt>
                <c:pt idx="349">
                  <c:v>0.63943940429391566</c:v>
                </c:pt>
                <c:pt idx="350">
                  <c:v>0.6394563072777405</c:v>
                </c:pt>
                <c:pt idx="351">
                  <c:v>0.63904557303333331</c:v>
                </c:pt>
                <c:pt idx="352">
                  <c:v>0.63847579187831027</c:v>
                </c:pt>
                <c:pt idx="353">
                  <c:v>0.64029449888525958</c:v>
                </c:pt>
                <c:pt idx="354">
                  <c:v>0.63885627918051291</c:v>
                </c:pt>
                <c:pt idx="355">
                  <c:v>0.63829211235472083</c:v>
                </c:pt>
                <c:pt idx="356">
                  <c:v>0.63691685249947727</c:v>
                </c:pt>
                <c:pt idx="357">
                  <c:v>0.6382270233691425</c:v>
                </c:pt>
                <c:pt idx="358">
                  <c:v>0.63704689756767996</c:v>
                </c:pt>
                <c:pt idx="359">
                  <c:v>0.63634085830704523</c:v>
                </c:pt>
                <c:pt idx="360">
                  <c:v>0.63763008408110777</c:v>
                </c:pt>
                <c:pt idx="361">
                  <c:v>0.63773053362597043</c:v>
                </c:pt>
                <c:pt idx="362">
                  <c:v>0.63793671012895559</c:v>
                </c:pt>
                <c:pt idx="363">
                  <c:v>0.63839366769688999</c:v>
                </c:pt>
                <c:pt idx="364">
                  <c:v>0.63326421499867847</c:v>
                </c:pt>
                <c:pt idx="365">
                  <c:v>0.63828009368443306</c:v>
                </c:pt>
                <c:pt idx="366">
                  <c:v>0.63894876135039813</c:v>
                </c:pt>
                <c:pt idx="367">
                  <c:v>0.6395910396603206</c:v>
                </c:pt>
                <c:pt idx="368">
                  <c:v>0.63972659686962685</c:v>
                </c:pt>
                <c:pt idx="369">
                  <c:v>0.63997763184192091</c:v>
                </c:pt>
                <c:pt idx="370">
                  <c:v>0.63983381096904002</c:v>
                </c:pt>
                <c:pt idx="371">
                  <c:v>0.63119106141661463</c:v>
                </c:pt>
                <c:pt idx="372">
                  <c:v>0.63905748233782911</c:v>
                </c:pt>
                <c:pt idx="373">
                  <c:v>0.64000168372439825</c:v>
                </c:pt>
                <c:pt idx="374">
                  <c:v>0.63872050173269557</c:v>
                </c:pt>
                <c:pt idx="375">
                  <c:v>0.63986327793157904</c:v>
                </c:pt>
                <c:pt idx="376">
                  <c:v>0.63990219678913973</c:v>
                </c:pt>
                <c:pt idx="377">
                  <c:v>0.6405683918393924</c:v>
                </c:pt>
                <c:pt idx="378">
                  <c:v>0.63917970793655854</c:v>
                </c:pt>
                <c:pt idx="379">
                  <c:v>0.64052059913233472</c:v>
                </c:pt>
                <c:pt idx="380">
                  <c:v>0.63980306393306852</c:v>
                </c:pt>
                <c:pt idx="381">
                  <c:v>0.64010636220354389</c:v>
                </c:pt>
                <c:pt idx="382">
                  <c:v>0.63995419591119529</c:v>
                </c:pt>
                <c:pt idx="383">
                  <c:v>0.6408429386882204</c:v>
                </c:pt>
                <c:pt idx="384">
                  <c:v>0.64161355556472677</c:v>
                </c:pt>
                <c:pt idx="385">
                  <c:v>0.64293643260035616</c:v>
                </c:pt>
                <c:pt idx="386">
                  <c:v>0.64219975269608232</c:v>
                </c:pt>
                <c:pt idx="387">
                  <c:v>0.62934439101374662</c:v>
                </c:pt>
                <c:pt idx="388">
                  <c:v>0.63750229346158505</c:v>
                </c:pt>
                <c:pt idx="389">
                  <c:v>0.64124592174036987</c:v>
                </c:pt>
                <c:pt idx="390">
                  <c:v>0.64220633776756342</c:v>
                </c:pt>
                <c:pt idx="391">
                  <c:v>0.64147034875699327</c:v>
                </c:pt>
                <c:pt idx="392">
                  <c:v>0.63929864647677326</c:v>
                </c:pt>
                <c:pt idx="393">
                  <c:v>0.64120422855924741</c:v>
                </c:pt>
                <c:pt idx="394">
                  <c:v>0.64164476089340727</c:v>
                </c:pt>
                <c:pt idx="395">
                  <c:v>0.64217522611939715</c:v>
                </c:pt>
                <c:pt idx="396">
                  <c:v>0.64257025790461664</c:v>
                </c:pt>
                <c:pt idx="397">
                  <c:v>0.64250361772222053</c:v>
                </c:pt>
                <c:pt idx="398">
                  <c:v>0.6351176161490637</c:v>
                </c:pt>
                <c:pt idx="399">
                  <c:v>0.64252112319368881</c:v>
                </c:pt>
                <c:pt idx="400">
                  <c:v>0.64208693322617361</c:v>
                </c:pt>
                <c:pt idx="401">
                  <c:v>0.63258206770740899</c:v>
                </c:pt>
                <c:pt idx="402">
                  <c:v>0.64177950669786876</c:v>
                </c:pt>
                <c:pt idx="403">
                  <c:v>0.64270248428500087</c:v>
                </c:pt>
                <c:pt idx="404">
                  <c:v>0.64290916143606058</c:v>
                </c:pt>
                <c:pt idx="405">
                  <c:v>0.64363410260201614</c:v>
                </c:pt>
                <c:pt idx="406">
                  <c:v>0.64403187247974791</c:v>
                </c:pt>
                <c:pt idx="407">
                  <c:v>0.6436816473081669</c:v>
                </c:pt>
                <c:pt idx="408">
                  <c:v>0.638847696562862</c:v>
                </c:pt>
                <c:pt idx="409">
                  <c:v>0.64355633756284325</c:v>
                </c:pt>
                <c:pt idx="410">
                  <c:v>0.64271755569527744</c:v>
                </c:pt>
                <c:pt idx="411">
                  <c:v>0.64362750542642377</c:v>
                </c:pt>
                <c:pt idx="412">
                  <c:v>0.64300385761648637</c:v>
                </c:pt>
                <c:pt idx="413">
                  <c:v>0.64323072339165621</c:v>
                </c:pt>
                <c:pt idx="414">
                  <c:v>0.64350261151759647</c:v>
                </c:pt>
                <c:pt idx="415">
                  <c:v>0.64151933237496028</c:v>
                </c:pt>
                <c:pt idx="416">
                  <c:v>0.64260845877708217</c:v>
                </c:pt>
                <c:pt idx="417">
                  <c:v>0.64549912539058407</c:v>
                </c:pt>
                <c:pt idx="418">
                  <c:v>0.64297851465960876</c:v>
                </c:pt>
                <c:pt idx="419">
                  <c:v>0.64357378997808401</c:v>
                </c:pt>
                <c:pt idx="420">
                  <c:v>0.64312807653013837</c:v>
                </c:pt>
                <c:pt idx="421">
                  <c:v>0.64265068773789025</c:v>
                </c:pt>
                <c:pt idx="422">
                  <c:v>0.64290686652052853</c:v>
                </c:pt>
                <c:pt idx="423">
                  <c:v>0.64401526165472345</c:v>
                </c:pt>
                <c:pt idx="424">
                  <c:v>0.642963157136897</c:v>
                </c:pt>
                <c:pt idx="425">
                  <c:v>0.64302089860307399</c:v>
                </c:pt>
                <c:pt idx="426">
                  <c:v>0.64340722852536014</c:v>
                </c:pt>
                <c:pt idx="427">
                  <c:v>0.64377799658586043</c:v>
                </c:pt>
                <c:pt idx="428">
                  <c:v>0.64319495244055291</c:v>
                </c:pt>
                <c:pt idx="429">
                  <c:v>0.64538382046847054</c:v>
                </c:pt>
                <c:pt idx="430">
                  <c:v>0.64672139996230749</c:v>
                </c:pt>
                <c:pt idx="431">
                  <c:v>0.64718658137176943</c:v>
                </c:pt>
                <c:pt idx="432">
                  <c:v>0.64663228692189401</c:v>
                </c:pt>
                <c:pt idx="433">
                  <c:v>0.64791439330040868</c:v>
                </c:pt>
                <c:pt idx="434">
                  <c:v>0.6482070539992294</c:v>
                </c:pt>
                <c:pt idx="435">
                  <c:v>0.64847848327202273</c:v>
                </c:pt>
                <c:pt idx="436">
                  <c:v>0.64752782961666666</c:v>
                </c:pt>
                <c:pt idx="437">
                  <c:v>0.64725815663273156</c:v>
                </c:pt>
                <c:pt idx="438">
                  <c:v>0.64769041090450252</c:v>
                </c:pt>
                <c:pt idx="439">
                  <c:v>0.6467403592740717</c:v>
                </c:pt>
                <c:pt idx="440">
                  <c:v>0.64785518490903127</c:v>
                </c:pt>
                <c:pt idx="441">
                  <c:v>0.64833527659023182</c:v>
                </c:pt>
                <c:pt idx="442">
                  <c:v>0.64772918977318816</c:v>
                </c:pt>
                <c:pt idx="443">
                  <c:v>0.6478764880365272</c:v>
                </c:pt>
                <c:pt idx="444">
                  <c:v>0.65051071284193507</c:v>
                </c:pt>
                <c:pt idx="445">
                  <c:v>0.64788402123675837</c:v>
                </c:pt>
                <c:pt idx="446">
                  <c:v>0.63621741947806898</c:v>
                </c:pt>
                <c:pt idx="447">
                  <c:v>0.64748475405351769</c:v>
                </c:pt>
                <c:pt idx="448">
                  <c:v>0.64756670919163895</c:v>
                </c:pt>
                <c:pt idx="449">
                  <c:v>0.64727948956362813</c:v>
                </c:pt>
                <c:pt idx="450">
                  <c:v>0.6478918010836231</c:v>
                </c:pt>
                <c:pt idx="451">
                  <c:v>0.64724032635399065</c:v>
                </c:pt>
                <c:pt idx="452">
                  <c:v>0.64718529477504705</c:v>
                </c:pt>
                <c:pt idx="453">
                  <c:v>0.64815378678175772</c:v>
                </c:pt>
                <c:pt idx="454">
                  <c:v>0.64183537720161044</c:v>
                </c:pt>
                <c:pt idx="455">
                  <c:v>0.64617844805498881</c:v>
                </c:pt>
                <c:pt idx="456">
                  <c:v>0.64573129419735487</c:v>
                </c:pt>
                <c:pt idx="457">
                  <c:v>0.64635581455982971</c:v>
                </c:pt>
                <c:pt idx="458">
                  <c:v>0.64674908304319045</c:v>
                </c:pt>
                <c:pt idx="459">
                  <c:v>0.64609029627090631</c:v>
                </c:pt>
                <c:pt idx="460">
                  <c:v>0.64564437068200231</c:v>
                </c:pt>
                <c:pt idx="461">
                  <c:v>0.64624854486037675</c:v>
                </c:pt>
                <c:pt idx="462">
                  <c:v>0.6457275925838446</c:v>
                </c:pt>
                <c:pt idx="463">
                  <c:v>0.64107413869284957</c:v>
                </c:pt>
                <c:pt idx="464">
                  <c:v>0.64682701952684019</c:v>
                </c:pt>
                <c:pt idx="465">
                  <c:v>0.64637112429249677</c:v>
                </c:pt>
                <c:pt idx="466">
                  <c:v>0.64686130625304294</c:v>
                </c:pt>
                <c:pt idx="467">
                  <c:v>0.64602902092985715</c:v>
                </c:pt>
                <c:pt idx="468">
                  <c:v>0.64720837694883282</c:v>
                </c:pt>
                <c:pt idx="469">
                  <c:v>0.64624046431612414</c:v>
                </c:pt>
                <c:pt idx="470">
                  <c:v>0.64698503780397365</c:v>
                </c:pt>
                <c:pt idx="471">
                  <c:v>0.64367853800543551</c:v>
                </c:pt>
                <c:pt idx="472">
                  <c:v>0.64861833384317324</c:v>
                </c:pt>
                <c:pt idx="473">
                  <c:v>0.64789759252109635</c:v>
                </c:pt>
                <c:pt idx="474">
                  <c:v>0.64769273945974226</c:v>
                </c:pt>
                <c:pt idx="475">
                  <c:v>0.64693776242579681</c:v>
                </c:pt>
                <c:pt idx="476">
                  <c:v>0.64859856820140849</c:v>
                </c:pt>
                <c:pt idx="477">
                  <c:v>0.64772577093456141</c:v>
                </c:pt>
                <c:pt idx="478">
                  <c:v>0.6479441411495932</c:v>
                </c:pt>
                <c:pt idx="479">
                  <c:v>0.64786912591093671</c:v>
                </c:pt>
                <c:pt idx="480">
                  <c:v>0.64682918484304164</c:v>
                </c:pt>
                <c:pt idx="481">
                  <c:v>0.64711410313365014</c:v>
                </c:pt>
                <c:pt idx="482">
                  <c:v>0.64786638580621658</c:v>
                </c:pt>
                <c:pt idx="483">
                  <c:v>0.64113808307242892</c:v>
                </c:pt>
                <c:pt idx="484">
                  <c:v>0.64685323613879842</c:v>
                </c:pt>
                <c:pt idx="485">
                  <c:v>0.64652056992687235</c:v>
                </c:pt>
                <c:pt idx="486">
                  <c:v>0.6471998600821508</c:v>
                </c:pt>
                <c:pt idx="487">
                  <c:v>0.63605382319297699</c:v>
                </c:pt>
                <c:pt idx="488">
                  <c:v>0.64629604854265355</c:v>
                </c:pt>
                <c:pt idx="489">
                  <c:v>0.64657396146436097</c:v>
                </c:pt>
                <c:pt idx="490">
                  <c:v>0.64776153672133252</c:v>
                </c:pt>
                <c:pt idx="491">
                  <c:v>0.64877108970808739</c:v>
                </c:pt>
                <c:pt idx="492">
                  <c:v>0.64801846358962611</c:v>
                </c:pt>
                <c:pt idx="493">
                  <c:v>0.64149701111740032</c:v>
                </c:pt>
                <c:pt idx="494">
                  <c:v>0.64907691271097934</c:v>
                </c:pt>
                <c:pt idx="495">
                  <c:v>0.64834568066776177</c:v>
                </c:pt>
                <c:pt idx="496">
                  <c:v>0.64857611001095672</c:v>
                </c:pt>
                <c:pt idx="497">
                  <c:v>0.6485209283606117</c:v>
                </c:pt>
                <c:pt idx="498">
                  <c:v>0.6492684842458829</c:v>
                </c:pt>
                <c:pt idx="499">
                  <c:v>0.64914176329541551</c:v>
                </c:pt>
                <c:pt idx="500">
                  <c:v>0.6384311151390758</c:v>
                </c:pt>
                <c:pt idx="501">
                  <c:v>0.64742803201204024</c:v>
                </c:pt>
                <c:pt idx="502">
                  <c:v>0.64904699024982326</c:v>
                </c:pt>
                <c:pt idx="503">
                  <c:v>0.64945378528294495</c:v>
                </c:pt>
                <c:pt idx="504">
                  <c:v>0.64012122679125349</c:v>
                </c:pt>
                <c:pt idx="505">
                  <c:v>0.64856877508375077</c:v>
                </c:pt>
                <c:pt idx="506">
                  <c:v>0.64904013498775093</c:v>
                </c:pt>
                <c:pt idx="507">
                  <c:v>0.64932821782915351</c:v>
                </c:pt>
                <c:pt idx="508">
                  <c:v>0.64701514456475462</c:v>
                </c:pt>
                <c:pt idx="509">
                  <c:v>0.64921872290959048</c:v>
                </c:pt>
                <c:pt idx="510">
                  <c:v>0.65001616820209596</c:v>
                </c:pt>
                <c:pt idx="511">
                  <c:v>0.64990587055351401</c:v>
                </c:pt>
                <c:pt idx="512">
                  <c:v>0.64992133137594377</c:v>
                </c:pt>
                <c:pt idx="513">
                  <c:v>0.64974727758372719</c:v>
                </c:pt>
                <c:pt idx="514">
                  <c:v>0.64935851658499344</c:v>
                </c:pt>
                <c:pt idx="515">
                  <c:v>0.63799923085105514</c:v>
                </c:pt>
                <c:pt idx="516">
                  <c:v>0.64836739607166205</c:v>
                </c:pt>
                <c:pt idx="517">
                  <c:v>0.64855598177698892</c:v>
                </c:pt>
                <c:pt idx="518">
                  <c:v>0.64820846374011543</c:v>
                </c:pt>
                <c:pt idx="519">
                  <c:v>0.63614750556447863</c:v>
                </c:pt>
                <c:pt idx="520">
                  <c:v>0.64879845201137543</c:v>
                </c:pt>
                <c:pt idx="521">
                  <c:v>0.64779214251443462</c:v>
                </c:pt>
                <c:pt idx="522">
                  <c:v>0.64799994785377546</c:v>
                </c:pt>
                <c:pt idx="523">
                  <c:v>0.63527231658953565</c:v>
                </c:pt>
                <c:pt idx="524">
                  <c:v>0.64707232317971342</c:v>
                </c:pt>
                <c:pt idx="525">
                  <c:v>0.64786402755548922</c:v>
                </c:pt>
                <c:pt idx="526">
                  <c:v>0.6473233185885926</c:v>
                </c:pt>
                <c:pt idx="527">
                  <c:v>0.6433737975004481</c:v>
                </c:pt>
                <c:pt idx="528">
                  <c:v>0.64694231285389525</c:v>
                </c:pt>
                <c:pt idx="529">
                  <c:v>0.64804919100967362</c:v>
                </c:pt>
                <c:pt idx="530">
                  <c:v>0.6481048296614863</c:v>
                </c:pt>
                <c:pt idx="531">
                  <c:v>0.64817200358313998</c:v>
                </c:pt>
                <c:pt idx="532">
                  <c:v>0.64748112330415375</c:v>
                </c:pt>
                <c:pt idx="533">
                  <c:v>0.64839757655255137</c:v>
                </c:pt>
                <c:pt idx="534">
                  <c:v>0.6494028825915088</c:v>
                </c:pt>
                <c:pt idx="535">
                  <c:v>0.64614637165502309</c:v>
                </c:pt>
                <c:pt idx="536">
                  <c:v>0.64865415071716659</c:v>
                </c:pt>
                <c:pt idx="537">
                  <c:v>0.64982673806382185</c:v>
                </c:pt>
                <c:pt idx="538">
                  <c:v>0.65001223532121311</c:v>
                </c:pt>
                <c:pt idx="539">
                  <c:v>0.64842145544996477</c:v>
                </c:pt>
                <c:pt idx="540">
                  <c:v>0.6492351845437524</c:v>
                </c:pt>
                <c:pt idx="541">
                  <c:v>0.6489068598688742</c:v>
                </c:pt>
                <c:pt idx="542">
                  <c:v>0.64945739175311923</c:v>
                </c:pt>
                <c:pt idx="543">
                  <c:v>0.64961178483649196</c:v>
                </c:pt>
                <c:pt idx="544">
                  <c:v>0.64483838984731301</c:v>
                </c:pt>
                <c:pt idx="545">
                  <c:v>0.64970655430890123</c:v>
                </c:pt>
                <c:pt idx="546">
                  <c:v>0.65046911841890365</c:v>
                </c:pt>
                <c:pt idx="547">
                  <c:v>0.65037222217827106</c:v>
                </c:pt>
                <c:pt idx="548">
                  <c:v>0.6501343128724002</c:v>
                </c:pt>
                <c:pt idx="549">
                  <c:v>0.64764024215928007</c:v>
                </c:pt>
                <c:pt idx="550">
                  <c:v>0.6495719868985268</c:v>
                </c:pt>
                <c:pt idx="551">
                  <c:v>0.65031113101564642</c:v>
                </c:pt>
                <c:pt idx="552">
                  <c:v>0.6429161246891657</c:v>
                </c:pt>
                <c:pt idx="553">
                  <c:v>0.64997722375727618</c:v>
                </c:pt>
                <c:pt idx="554">
                  <c:v>0.64815201864403305</c:v>
                </c:pt>
                <c:pt idx="555">
                  <c:v>0.64964310167077211</c:v>
                </c:pt>
                <c:pt idx="556">
                  <c:v>0.64931948946420093</c:v>
                </c:pt>
                <c:pt idx="557">
                  <c:v>0.64631048831979365</c:v>
                </c:pt>
                <c:pt idx="558">
                  <c:v>0.65063593752941262</c:v>
                </c:pt>
                <c:pt idx="559">
                  <c:v>0.65052296889386341</c:v>
                </c:pt>
                <c:pt idx="560">
                  <c:v>0.65079791512750884</c:v>
                </c:pt>
                <c:pt idx="561">
                  <c:v>0.65085268363390991</c:v>
                </c:pt>
                <c:pt idx="562">
                  <c:v>0.65115760867871486</c:v>
                </c:pt>
                <c:pt idx="563">
                  <c:v>0.65125155141361379</c:v>
                </c:pt>
                <c:pt idx="564">
                  <c:v>0.65108582796425352</c:v>
                </c:pt>
                <c:pt idx="565">
                  <c:v>0.6512614186840453</c:v>
                </c:pt>
                <c:pt idx="566">
                  <c:v>0.64231609952716828</c:v>
                </c:pt>
                <c:pt idx="567">
                  <c:v>0.65061117939931223</c:v>
                </c:pt>
                <c:pt idx="568">
                  <c:v>0.65079490541415985</c:v>
                </c:pt>
                <c:pt idx="569">
                  <c:v>0.64779153021974201</c:v>
                </c:pt>
                <c:pt idx="570">
                  <c:v>0.65035007233538855</c:v>
                </c:pt>
                <c:pt idx="571">
                  <c:v>0.65088630287295035</c:v>
                </c:pt>
                <c:pt idx="572">
                  <c:v>0.6447762941780093</c:v>
                </c:pt>
                <c:pt idx="573">
                  <c:v>0.64995509356279346</c:v>
                </c:pt>
                <c:pt idx="574">
                  <c:v>0.65120916131300655</c:v>
                </c:pt>
                <c:pt idx="575">
                  <c:v>0.65065360482283474</c:v>
                </c:pt>
                <c:pt idx="576">
                  <c:v>0.64708961490107342</c:v>
                </c:pt>
                <c:pt idx="577">
                  <c:v>0.65049329451806082</c:v>
                </c:pt>
                <c:pt idx="578">
                  <c:v>0.65244440617398225</c:v>
                </c:pt>
                <c:pt idx="579">
                  <c:v>0.65078155955609751</c:v>
                </c:pt>
                <c:pt idx="580">
                  <c:v>0.64408222918319646</c:v>
                </c:pt>
                <c:pt idx="581">
                  <c:v>0.65065941069765165</c:v>
                </c:pt>
                <c:pt idx="582">
                  <c:v>0.65130551948398763</c:v>
                </c:pt>
                <c:pt idx="583">
                  <c:v>0.65015127725704291</c:v>
                </c:pt>
                <c:pt idx="584">
                  <c:v>0.64384412736603269</c:v>
                </c:pt>
                <c:pt idx="585">
                  <c:v>0.65049647898597218</c:v>
                </c:pt>
                <c:pt idx="586">
                  <c:v>0.64996446773273642</c:v>
                </c:pt>
                <c:pt idx="587">
                  <c:v>0.65048611650057009</c:v>
                </c:pt>
                <c:pt idx="588">
                  <c:v>0.64988264281997088</c:v>
                </c:pt>
                <c:pt idx="589">
                  <c:v>0.65010632275064006</c:v>
                </c:pt>
                <c:pt idx="590">
                  <c:v>0.65035151879498354</c:v>
                </c:pt>
              </c:numCache>
            </c:numRef>
          </c:yVal>
          <c:smooth val="0"/>
          <c:extLst>
            <c:ext xmlns:c16="http://schemas.microsoft.com/office/drawing/2014/chart" uri="{C3380CC4-5D6E-409C-BE32-E72D297353CC}">
              <c16:uniqueId val="{00000002-F418-4E82-AEA0-F6712B301903}"/>
            </c:ext>
          </c:extLst>
        </c:ser>
        <c:ser>
          <c:idx val="3"/>
          <c:order val="3"/>
          <c:tx>
            <c:strRef>
              <c:f>Presentation!$BK$1</c:f>
              <c:strCache>
                <c:ptCount val="1"/>
                <c:pt idx="0">
                  <c:v>NF270_MC2_061114_S3CaCl3</c:v>
                </c:pt>
              </c:strCache>
            </c:strRef>
          </c:tx>
          <c:spPr>
            <a:ln w="38100">
              <a:noFill/>
            </a:ln>
          </c:spPr>
          <c:marker>
            <c:symbol val="x"/>
            <c:size val="2"/>
          </c:marker>
          <c:xVal>
            <c:numRef>
              <c:f>Presentation!$BL$13:$BL$2419</c:f>
              <c:numCache>
                <c:formatCode>General</c:formatCode>
                <c:ptCount val="2407"/>
                <c:pt idx="0">
                  <c:v>236.54</c:v>
                </c:pt>
                <c:pt idx="1">
                  <c:v>236.52</c:v>
                </c:pt>
                <c:pt idx="2">
                  <c:v>236.54</c:v>
                </c:pt>
                <c:pt idx="3">
                  <c:v>236.52</c:v>
                </c:pt>
                <c:pt idx="4">
                  <c:v>236.53</c:v>
                </c:pt>
                <c:pt idx="5">
                  <c:v>236.52</c:v>
                </c:pt>
                <c:pt idx="6">
                  <c:v>236.76</c:v>
                </c:pt>
                <c:pt idx="7">
                  <c:v>236.78</c:v>
                </c:pt>
                <c:pt idx="8">
                  <c:v>236.64</c:v>
                </c:pt>
                <c:pt idx="9">
                  <c:v>236.72000000000003</c:v>
                </c:pt>
                <c:pt idx="10">
                  <c:v>236.84</c:v>
                </c:pt>
                <c:pt idx="11">
                  <c:v>236.65</c:v>
                </c:pt>
                <c:pt idx="12">
                  <c:v>236.65</c:v>
                </c:pt>
                <c:pt idx="13">
                  <c:v>236.63</c:v>
                </c:pt>
                <c:pt idx="14">
                  <c:v>236.68</c:v>
                </c:pt>
                <c:pt idx="15">
                  <c:v>236.63</c:v>
                </c:pt>
                <c:pt idx="16">
                  <c:v>236.92</c:v>
                </c:pt>
                <c:pt idx="17">
                  <c:v>236.77</c:v>
                </c:pt>
                <c:pt idx="18">
                  <c:v>236.68</c:v>
                </c:pt>
                <c:pt idx="19">
                  <c:v>237.28</c:v>
                </c:pt>
                <c:pt idx="20">
                  <c:v>237.33</c:v>
                </c:pt>
                <c:pt idx="21">
                  <c:v>237.33</c:v>
                </c:pt>
                <c:pt idx="22">
                  <c:v>237.19</c:v>
                </c:pt>
                <c:pt idx="23">
                  <c:v>237.1</c:v>
                </c:pt>
                <c:pt idx="24">
                  <c:v>237.51</c:v>
                </c:pt>
                <c:pt idx="25">
                  <c:v>237.24</c:v>
                </c:pt>
                <c:pt idx="26">
                  <c:v>237.52</c:v>
                </c:pt>
                <c:pt idx="27">
                  <c:v>237.06</c:v>
                </c:pt>
                <c:pt idx="28">
                  <c:v>237.5</c:v>
                </c:pt>
                <c:pt idx="29">
                  <c:v>237.22</c:v>
                </c:pt>
                <c:pt idx="30">
                  <c:v>237.37</c:v>
                </c:pt>
                <c:pt idx="31">
                  <c:v>237.43</c:v>
                </c:pt>
                <c:pt idx="32">
                  <c:v>237.44000000000003</c:v>
                </c:pt>
                <c:pt idx="33">
                  <c:v>237.51</c:v>
                </c:pt>
                <c:pt idx="34">
                  <c:v>237.56</c:v>
                </c:pt>
                <c:pt idx="35">
                  <c:v>237.64</c:v>
                </c:pt>
                <c:pt idx="36">
                  <c:v>237.67</c:v>
                </c:pt>
                <c:pt idx="37">
                  <c:v>237.74</c:v>
                </c:pt>
                <c:pt idx="38">
                  <c:v>237.76</c:v>
                </c:pt>
                <c:pt idx="39">
                  <c:v>237.8</c:v>
                </c:pt>
                <c:pt idx="40">
                  <c:v>237.84</c:v>
                </c:pt>
                <c:pt idx="41">
                  <c:v>237.88</c:v>
                </c:pt>
                <c:pt idx="42">
                  <c:v>237.91</c:v>
                </c:pt>
                <c:pt idx="43">
                  <c:v>237.96</c:v>
                </c:pt>
                <c:pt idx="44">
                  <c:v>237.96</c:v>
                </c:pt>
                <c:pt idx="45">
                  <c:v>238.02</c:v>
                </c:pt>
                <c:pt idx="46">
                  <c:v>237.97</c:v>
                </c:pt>
                <c:pt idx="47">
                  <c:v>238.21</c:v>
                </c:pt>
                <c:pt idx="48">
                  <c:v>237.98</c:v>
                </c:pt>
                <c:pt idx="49">
                  <c:v>238.06</c:v>
                </c:pt>
                <c:pt idx="50">
                  <c:v>238.35</c:v>
                </c:pt>
                <c:pt idx="51">
                  <c:v>238.1</c:v>
                </c:pt>
                <c:pt idx="52">
                  <c:v>238.29</c:v>
                </c:pt>
                <c:pt idx="53">
                  <c:v>238</c:v>
                </c:pt>
                <c:pt idx="54">
                  <c:v>238.63</c:v>
                </c:pt>
                <c:pt idx="55">
                  <c:v>238.77</c:v>
                </c:pt>
                <c:pt idx="56">
                  <c:v>238.69000000000003</c:v>
                </c:pt>
                <c:pt idx="57">
                  <c:v>238.37</c:v>
                </c:pt>
                <c:pt idx="58">
                  <c:v>238.69000000000003</c:v>
                </c:pt>
                <c:pt idx="59">
                  <c:v>238.82</c:v>
                </c:pt>
                <c:pt idx="60">
                  <c:v>238.74</c:v>
                </c:pt>
                <c:pt idx="61">
                  <c:v>238.81</c:v>
                </c:pt>
                <c:pt idx="62">
                  <c:v>238.53</c:v>
                </c:pt>
                <c:pt idx="63">
                  <c:v>238.63</c:v>
                </c:pt>
                <c:pt idx="64">
                  <c:v>238.67</c:v>
                </c:pt>
                <c:pt idx="65">
                  <c:v>238.72</c:v>
                </c:pt>
                <c:pt idx="66">
                  <c:v>238.74</c:v>
                </c:pt>
                <c:pt idx="67">
                  <c:v>238.82</c:v>
                </c:pt>
                <c:pt idx="68">
                  <c:v>238.82</c:v>
                </c:pt>
                <c:pt idx="69">
                  <c:v>238.89</c:v>
                </c:pt>
                <c:pt idx="70">
                  <c:v>238.92</c:v>
                </c:pt>
                <c:pt idx="71">
                  <c:v>238.97</c:v>
                </c:pt>
                <c:pt idx="72">
                  <c:v>238.99</c:v>
                </c:pt>
                <c:pt idx="73">
                  <c:v>239.03</c:v>
                </c:pt>
                <c:pt idx="74">
                  <c:v>239.09</c:v>
                </c:pt>
                <c:pt idx="75">
                  <c:v>239.13</c:v>
                </c:pt>
                <c:pt idx="76">
                  <c:v>239.17</c:v>
                </c:pt>
                <c:pt idx="77">
                  <c:v>239.19000000000003</c:v>
                </c:pt>
                <c:pt idx="78">
                  <c:v>239.22</c:v>
                </c:pt>
                <c:pt idx="79">
                  <c:v>239.4</c:v>
                </c:pt>
                <c:pt idx="80">
                  <c:v>239.19000000000003</c:v>
                </c:pt>
                <c:pt idx="81">
                  <c:v>239.53</c:v>
                </c:pt>
                <c:pt idx="82">
                  <c:v>239.49</c:v>
                </c:pt>
                <c:pt idx="83">
                  <c:v>239.67</c:v>
                </c:pt>
                <c:pt idx="84">
                  <c:v>239.42</c:v>
                </c:pt>
                <c:pt idx="85">
                  <c:v>239.48</c:v>
                </c:pt>
                <c:pt idx="86">
                  <c:v>239.32</c:v>
                </c:pt>
                <c:pt idx="87">
                  <c:v>239.97</c:v>
                </c:pt>
                <c:pt idx="88">
                  <c:v>239.27</c:v>
                </c:pt>
                <c:pt idx="89">
                  <c:v>239.52</c:v>
                </c:pt>
                <c:pt idx="90">
                  <c:v>240</c:v>
                </c:pt>
                <c:pt idx="91">
                  <c:v>239.43</c:v>
                </c:pt>
                <c:pt idx="92">
                  <c:v>239.66000000000003</c:v>
                </c:pt>
                <c:pt idx="93">
                  <c:v>239.9</c:v>
                </c:pt>
                <c:pt idx="94">
                  <c:v>239.95</c:v>
                </c:pt>
                <c:pt idx="95">
                  <c:v>239.85</c:v>
                </c:pt>
                <c:pt idx="96">
                  <c:v>239.77</c:v>
                </c:pt>
                <c:pt idx="97">
                  <c:v>239.94</c:v>
                </c:pt>
                <c:pt idx="98">
                  <c:v>239.93</c:v>
                </c:pt>
                <c:pt idx="99">
                  <c:v>240.14</c:v>
                </c:pt>
                <c:pt idx="100">
                  <c:v>240.14</c:v>
                </c:pt>
                <c:pt idx="101">
                  <c:v>240.13000000000002</c:v>
                </c:pt>
                <c:pt idx="102">
                  <c:v>240.21</c:v>
                </c:pt>
                <c:pt idx="103">
                  <c:v>240.22</c:v>
                </c:pt>
                <c:pt idx="104">
                  <c:v>240.29</c:v>
                </c:pt>
                <c:pt idx="105">
                  <c:v>240.32</c:v>
                </c:pt>
                <c:pt idx="106">
                  <c:v>240.35999999999999</c:v>
                </c:pt>
                <c:pt idx="107">
                  <c:v>240.39</c:v>
                </c:pt>
                <c:pt idx="108">
                  <c:v>240.44</c:v>
                </c:pt>
                <c:pt idx="109">
                  <c:v>240.49</c:v>
                </c:pt>
                <c:pt idx="110">
                  <c:v>240.53</c:v>
                </c:pt>
                <c:pt idx="111">
                  <c:v>240.6</c:v>
                </c:pt>
                <c:pt idx="112">
                  <c:v>240.54</c:v>
                </c:pt>
                <c:pt idx="113">
                  <c:v>240.69</c:v>
                </c:pt>
                <c:pt idx="114">
                  <c:v>240.84</c:v>
                </c:pt>
                <c:pt idx="115">
                  <c:v>240.88000000000002</c:v>
                </c:pt>
                <c:pt idx="116">
                  <c:v>240.68</c:v>
                </c:pt>
                <c:pt idx="117">
                  <c:v>240.72</c:v>
                </c:pt>
                <c:pt idx="118">
                  <c:v>241.2</c:v>
                </c:pt>
                <c:pt idx="119">
                  <c:v>241.19</c:v>
                </c:pt>
                <c:pt idx="120">
                  <c:v>241.31</c:v>
                </c:pt>
                <c:pt idx="121">
                  <c:v>241.34</c:v>
                </c:pt>
                <c:pt idx="122">
                  <c:v>240.39</c:v>
                </c:pt>
                <c:pt idx="123">
                  <c:v>241.38000000000002</c:v>
                </c:pt>
                <c:pt idx="124">
                  <c:v>241.04</c:v>
                </c:pt>
                <c:pt idx="125">
                  <c:v>241.35999999999999</c:v>
                </c:pt>
                <c:pt idx="126">
                  <c:v>240.74</c:v>
                </c:pt>
                <c:pt idx="127">
                  <c:v>240.98</c:v>
                </c:pt>
                <c:pt idx="128">
                  <c:v>241.44</c:v>
                </c:pt>
                <c:pt idx="129">
                  <c:v>311.47999999999996</c:v>
                </c:pt>
                <c:pt idx="130">
                  <c:v>312.68</c:v>
                </c:pt>
                <c:pt idx="131">
                  <c:v>313.08000000000004</c:v>
                </c:pt>
                <c:pt idx="132">
                  <c:v>314.17</c:v>
                </c:pt>
                <c:pt idx="133">
                  <c:v>316.07</c:v>
                </c:pt>
                <c:pt idx="134">
                  <c:v>318.58999999999997</c:v>
                </c:pt>
                <c:pt idx="135">
                  <c:v>321.26</c:v>
                </c:pt>
                <c:pt idx="136">
                  <c:v>323.28000000000003</c:v>
                </c:pt>
                <c:pt idx="137">
                  <c:v>326.29999999999995</c:v>
                </c:pt>
                <c:pt idx="138">
                  <c:v>329.92</c:v>
                </c:pt>
                <c:pt idx="139">
                  <c:v>333.38</c:v>
                </c:pt>
                <c:pt idx="140">
                  <c:v>337.88</c:v>
                </c:pt>
                <c:pt idx="141">
                  <c:v>342.89</c:v>
                </c:pt>
                <c:pt idx="142">
                  <c:v>345.86</c:v>
                </c:pt>
                <c:pt idx="143">
                  <c:v>347</c:v>
                </c:pt>
                <c:pt idx="144">
                  <c:v>349.26</c:v>
                </c:pt>
                <c:pt idx="145">
                  <c:v>353.89</c:v>
                </c:pt>
                <c:pt idx="146">
                  <c:v>364.42</c:v>
                </c:pt>
                <c:pt idx="147">
                  <c:v>369.92</c:v>
                </c:pt>
                <c:pt idx="148">
                  <c:v>375.90000000000003</c:v>
                </c:pt>
                <c:pt idx="149">
                  <c:v>381.03</c:v>
                </c:pt>
                <c:pt idx="150">
                  <c:v>386.27</c:v>
                </c:pt>
                <c:pt idx="151">
                  <c:v>392.12</c:v>
                </c:pt>
                <c:pt idx="152">
                  <c:v>397.56</c:v>
                </c:pt>
                <c:pt idx="153">
                  <c:v>402.71000000000004</c:v>
                </c:pt>
                <c:pt idx="154">
                  <c:v>407.99</c:v>
                </c:pt>
                <c:pt idx="155">
                  <c:v>413.28</c:v>
                </c:pt>
                <c:pt idx="156">
                  <c:v>418.78</c:v>
                </c:pt>
                <c:pt idx="157">
                  <c:v>423.54</c:v>
                </c:pt>
                <c:pt idx="158">
                  <c:v>429.77</c:v>
                </c:pt>
                <c:pt idx="159">
                  <c:v>435.78</c:v>
                </c:pt>
                <c:pt idx="160">
                  <c:v>442.24</c:v>
                </c:pt>
                <c:pt idx="161">
                  <c:v>448.21</c:v>
                </c:pt>
                <c:pt idx="162">
                  <c:v>453.59</c:v>
                </c:pt>
                <c:pt idx="163">
                  <c:v>460.01</c:v>
                </c:pt>
                <c:pt idx="164">
                  <c:v>466.62</c:v>
                </c:pt>
                <c:pt idx="165">
                  <c:v>472.42</c:v>
                </c:pt>
                <c:pt idx="166">
                  <c:v>479.42</c:v>
                </c:pt>
                <c:pt idx="167">
                  <c:v>485.01</c:v>
                </c:pt>
                <c:pt idx="168">
                  <c:v>491.78</c:v>
                </c:pt>
                <c:pt idx="169">
                  <c:v>498.56</c:v>
                </c:pt>
                <c:pt idx="170">
                  <c:v>505.63</c:v>
                </c:pt>
                <c:pt idx="171">
                  <c:v>511.66999999999996</c:v>
                </c:pt>
                <c:pt idx="172">
                  <c:v>517.71999999999991</c:v>
                </c:pt>
                <c:pt idx="173">
                  <c:v>524.04</c:v>
                </c:pt>
                <c:pt idx="174">
                  <c:v>530.59</c:v>
                </c:pt>
                <c:pt idx="175">
                  <c:v>536.52</c:v>
                </c:pt>
                <c:pt idx="176">
                  <c:v>543.81000000000006</c:v>
                </c:pt>
                <c:pt idx="177">
                  <c:v>549.88</c:v>
                </c:pt>
                <c:pt idx="178">
                  <c:v>556.81999999999994</c:v>
                </c:pt>
                <c:pt idx="179">
                  <c:v>563.06999999999994</c:v>
                </c:pt>
                <c:pt idx="180">
                  <c:v>569.6099999999999</c:v>
                </c:pt>
                <c:pt idx="181">
                  <c:v>575.55999999999995</c:v>
                </c:pt>
                <c:pt idx="182">
                  <c:v>582.45999999999992</c:v>
                </c:pt>
                <c:pt idx="183">
                  <c:v>589.79999999999995</c:v>
                </c:pt>
                <c:pt idx="184">
                  <c:v>596.31000000000006</c:v>
                </c:pt>
                <c:pt idx="185">
                  <c:v>601.67999999999995</c:v>
                </c:pt>
                <c:pt idx="186">
                  <c:v>607.38</c:v>
                </c:pt>
                <c:pt idx="187">
                  <c:v>616.31000000000006</c:v>
                </c:pt>
                <c:pt idx="188">
                  <c:v>620.37</c:v>
                </c:pt>
                <c:pt idx="189">
                  <c:v>626.41999999999996</c:v>
                </c:pt>
                <c:pt idx="190">
                  <c:v>633.37</c:v>
                </c:pt>
                <c:pt idx="191">
                  <c:v>640.86</c:v>
                </c:pt>
                <c:pt idx="192">
                  <c:v>646.83999999999992</c:v>
                </c:pt>
                <c:pt idx="193">
                  <c:v>654.54999999999995</c:v>
                </c:pt>
                <c:pt idx="194">
                  <c:v>660.23</c:v>
                </c:pt>
                <c:pt idx="195">
                  <c:v>666.01</c:v>
                </c:pt>
                <c:pt idx="196">
                  <c:v>672.42000000000007</c:v>
                </c:pt>
                <c:pt idx="197">
                  <c:v>679.11999999999989</c:v>
                </c:pt>
                <c:pt idx="198">
                  <c:v>684.92</c:v>
                </c:pt>
                <c:pt idx="199">
                  <c:v>692.2</c:v>
                </c:pt>
                <c:pt idx="200">
                  <c:v>697.84</c:v>
                </c:pt>
                <c:pt idx="201">
                  <c:v>704.82</c:v>
                </c:pt>
                <c:pt idx="202">
                  <c:v>711</c:v>
                </c:pt>
                <c:pt idx="203">
                  <c:v>717.99</c:v>
                </c:pt>
                <c:pt idx="204">
                  <c:v>723.77</c:v>
                </c:pt>
                <c:pt idx="205">
                  <c:v>731.77</c:v>
                </c:pt>
                <c:pt idx="206">
                  <c:v>738.66</c:v>
                </c:pt>
                <c:pt idx="207">
                  <c:v>744.46999999999991</c:v>
                </c:pt>
                <c:pt idx="208">
                  <c:v>750.94</c:v>
                </c:pt>
                <c:pt idx="209">
                  <c:v>757.61</c:v>
                </c:pt>
                <c:pt idx="210">
                  <c:v>763.44999999999993</c:v>
                </c:pt>
                <c:pt idx="211">
                  <c:v>769.81999999999994</c:v>
                </c:pt>
                <c:pt idx="212">
                  <c:v>776.38</c:v>
                </c:pt>
                <c:pt idx="213">
                  <c:v>782.28</c:v>
                </c:pt>
                <c:pt idx="214">
                  <c:v>789.15</c:v>
                </c:pt>
                <c:pt idx="215">
                  <c:v>794.26</c:v>
                </c:pt>
                <c:pt idx="216">
                  <c:v>801.62</c:v>
                </c:pt>
                <c:pt idx="217">
                  <c:v>807.96</c:v>
                </c:pt>
                <c:pt idx="218">
                  <c:v>813.63</c:v>
                </c:pt>
                <c:pt idx="219">
                  <c:v>819.28</c:v>
                </c:pt>
                <c:pt idx="220">
                  <c:v>825.53</c:v>
                </c:pt>
                <c:pt idx="221">
                  <c:v>829.48</c:v>
                </c:pt>
                <c:pt idx="222">
                  <c:v>836.30000000000007</c:v>
                </c:pt>
                <c:pt idx="223">
                  <c:v>843.72</c:v>
                </c:pt>
                <c:pt idx="224">
                  <c:v>847.6</c:v>
                </c:pt>
                <c:pt idx="225">
                  <c:v>854.41</c:v>
                </c:pt>
                <c:pt idx="226">
                  <c:v>859.54</c:v>
                </c:pt>
                <c:pt idx="227">
                  <c:v>866.68999999999994</c:v>
                </c:pt>
                <c:pt idx="228">
                  <c:v>872.99</c:v>
                </c:pt>
                <c:pt idx="229">
                  <c:v>877.92000000000007</c:v>
                </c:pt>
                <c:pt idx="230">
                  <c:v>883.4</c:v>
                </c:pt>
                <c:pt idx="231">
                  <c:v>891.44</c:v>
                </c:pt>
                <c:pt idx="232">
                  <c:v>897.59</c:v>
                </c:pt>
                <c:pt idx="233">
                  <c:v>903.81</c:v>
                </c:pt>
                <c:pt idx="234">
                  <c:v>909.86</c:v>
                </c:pt>
                <c:pt idx="235">
                  <c:v>915.49</c:v>
                </c:pt>
                <c:pt idx="236">
                  <c:v>920.48</c:v>
                </c:pt>
                <c:pt idx="237">
                  <c:v>926.96</c:v>
                </c:pt>
                <c:pt idx="238">
                  <c:v>932.84999999999991</c:v>
                </c:pt>
                <c:pt idx="239">
                  <c:v>940.2700000000001</c:v>
                </c:pt>
                <c:pt idx="240">
                  <c:v>946.86</c:v>
                </c:pt>
                <c:pt idx="241">
                  <c:v>953.2</c:v>
                </c:pt>
                <c:pt idx="242">
                  <c:v>959.54</c:v>
                </c:pt>
                <c:pt idx="243">
                  <c:v>964.53</c:v>
                </c:pt>
                <c:pt idx="244">
                  <c:v>970.58999999999992</c:v>
                </c:pt>
                <c:pt idx="245">
                  <c:v>977.01</c:v>
                </c:pt>
                <c:pt idx="246">
                  <c:v>983.45</c:v>
                </c:pt>
                <c:pt idx="247">
                  <c:v>988.66</c:v>
                </c:pt>
                <c:pt idx="248">
                  <c:v>995.72</c:v>
                </c:pt>
                <c:pt idx="249">
                  <c:v>1001.65</c:v>
                </c:pt>
                <c:pt idx="250">
                  <c:v>1007.87</c:v>
                </c:pt>
                <c:pt idx="251">
                  <c:v>1013.62</c:v>
                </c:pt>
                <c:pt idx="252">
                  <c:v>1019.14</c:v>
                </c:pt>
                <c:pt idx="253">
                  <c:v>1025.6600000000001</c:v>
                </c:pt>
                <c:pt idx="254">
                  <c:v>1031.21</c:v>
                </c:pt>
                <c:pt idx="255">
                  <c:v>1037.1399999999999</c:v>
                </c:pt>
                <c:pt idx="256">
                  <c:v>1042.6200000000001</c:v>
                </c:pt>
                <c:pt idx="257">
                  <c:v>1048.8399999999999</c:v>
                </c:pt>
                <c:pt idx="258">
                  <c:v>1053.42</c:v>
                </c:pt>
                <c:pt idx="259">
                  <c:v>1059.6699999999998</c:v>
                </c:pt>
                <c:pt idx="260">
                  <c:v>1065.6399999999999</c:v>
                </c:pt>
                <c:pt idx="261">
                  <c:v>1071.73</c:v>
                </c:pt>
                <c:pt idx="262">
                  <c:v>1077.2600000000002</c:v>
                </c:pt>
                <c:pt idx="263">
                  <c:v>1083.3500000000001</c:v>
                </c:pt>
                <c:pt idx="264">
                  <c:v>1089.01</c:v>
                </c:pt>
                <c:pt idx="265">
                  <c:v>1095.0800000000002</c:v>
                </c:pt>
                <c:pt idx="266">
                  <c:v>1100.9000000000001</c:v>
                </c:pt>
                <c:pt idx="267">
                  <c:v>1107.58</c:v>
                </c:pt>
                <c:pt idx="268">
                  <c:v>1115.3200000000002</c:v>
                </c:pt>
                <c:pt idx="269">
                  <c:v>1121.04</c:v>
                </c:pt>
                <c:pt idx="270">
                  <c:v>1126.8899999999999</c:v>
                </c:pt>
                <c:pt idx="271">
                  <c:v>1132.4000000000001</c:v>
                </c:pt>
                <c:pt idx="272">
                  <c:v>1137.45</c:v>
                </c:pt>
                <c:pt idx="273">
                  <c:v>1143.31</c:v>
                </c:pt>
                <c:pt idx="274">
                  <c:v>1149.47</c:v>
                </c:pt>
                <c:pt idx="275">
                  <c:v>1154.97</c:v>
                </c:pt>
                <c:pt idx="276">
                  <c:v>1161.53</c:v>
                </c:pt>
                <c:pt idx="277">
                  <c:v>1167</c:v>
                </c:pt>
                <c:pt idx="278">
                  <c:v>1173.0899999999999</c:v>
                </c:pt>
                <c:pt idx="279">
                  <c:v>1178.45</c:v>
                </c:pt>
                <c:pt idx="280">
                  <c:v>1184.6500000000001</c:v>
                </c:pt>
                <c:pt idx="281">
                  <c:v>1190.02</c:v>
                </c:pt>
                <c:pt idx="282">
                  <c:v>1196.18</c:v>
                </c:pt>
                <c:pt idx="283">
                  <c:v>1202.3</c:v>
                </c:pt>
                <c:pt idx="284">
                  <c:v>1207.81</c:v>
                </c:pt>
                <c:pt idx="285">
                  <c:v>1210.9000000000001</c:v>
                </c:pt>
                <c:pt idx="286">
                  <c:v>1216.1100000000001</c:v>
                </c:pt>
                <c:pt idx="287">
                  <c:v>1221.4199999999998</c:v>
                </c:pt>
                <c:pt idx="288">
                  <c:v>1226.6200000000001</c:v>
                </c:pt>
                <c:pt idx="289">
                  <c:v>1232.44</c:v>
                </c:pt>
                <c:pt idx="290">
                  <c:v>1237.55</c:v>
                </c:pt>
                <c:pt idx="291">
                  <c:v>1242.69</c:v>
                </c:pt>
                <c:pt idx="292">
                  <c:v>1248.6699999999998</c:v>
                </c:pt>
                <c:pt idx="293">
                  <c:v>1253.97</c:v>
                </c:pt>
                <c:pt idx="294">
                  <c:v>1260.0800000000002</c:v>
                </c:pt>
                <c:pt idx="295">
                  <c:v>1265.8100000000002</c:v>
                </c:pt>
                <c:pt idx="296">
                  <c:v>1273.0300000000002</c:v>
                </c:pt>
                <c:pt idx="297">
                  <c:v>1278.78</c:v>
                </c:pt>
                <c:pt idx="298">
                  <c:v>1284.3599999999999</c:v>
                </c:pt>
                <c:pt idx="299">
                  <c:v>1288.97</c:v>
                </c:pt>
                <c:pt idx="300">
                  <c:v>1295.19</c:v>
                </c:pt>
                <c:pt idx="301">
                  <c:v>1300.73</c:v>
                </c:pt>
                <c:pt idx="302">
                  <c:v>1305.3</c:v>
                </c:pt>
                <c:pt idx="303">
                  <c:v>1311.11</c:v>
                </c:pt>
                <c:pt idx="304">
                  <c:v>1316.6100000000001</c:v>
                </c:pt>
                <c:pt idx="305">
                  <c:v>1322.17</c:v>
                </c:pt>
                <c:pt idx="306">
                  <c:v>1327.19</c:v>
                </c:pt>
                <c:pt idx="307">
                  <c:v>1333.63</c:v>
                </c:pt>
                <c:pt idx="308">
                  <c:v>1338.27</c:v>
                </c:pt>
                <c:pt idx="309">
                  <c:v>1344.16</c:v>
                </c:pt>
                <c:pt idx="310">
                  <c:v>1349.76</c:v>
                </c:pt>
                <c:pt idx="311">
                  <c:v>1354.97</c:v>
                </c:pt>
                <c:pt idx="312">
                  <c:v>1360.8400000000001</c:v>
                </c:pt>
                <c:pt idx="313">
                  <c:v>1366.06</c:v>
                </c:pt>
                <c:pt idx="314">
                  <c:v>1371.78</c:v>
                </c:pt>
                <c:pt idx="315">
                  <c:v>1376.74</c:v>
                </c:pt>
                <c:pt idx="316">
                  <c:v>1382.2700000000002</c:v>
                </c:pt>
                <c:pt idx="317">
                  <c:v>1387.24</c:v>
                </c:pt>
                <c:pt idx="318">
                  <c:v>1392.79</c:v>
                </c:pt>
                <c:pt idx="319">
                  <c:v>1397.77</c:v>
                </c:pt>
                <c:pt idx="320">
                  <c:v>1402.76</c:v>
                </c:pt>
                <c:pt idx="321">
                  <c:v>1407.72</c:v>
                </c:pt>
                <c:pt idx="322">
                  <c:v>1412.91</c:v>
                </c:pt>
                <c:pt idx="323">
                  <c:v>1417.8</c:v>
                </c:pt>
                <c:pt idx="324">
                  <c:v>1423.1499999999999</c:v>
                </c:pt>
                <c:pt idx="325">
                  <c:v>1429.75</c:v>
                </c:pt>
                <c:pt idx="326">
                  <c:v>1434.61</c:v>
                </c:pt>
                <c:pt idx="327">
                  <c:v>1439.9299999999998</c:v>
                </c:pt>
                <c:pt idx="328">
                  <c:v>1444.9</c:v>
                </c:pt>
                <c:pt idx="329">
                  <c:v>1451.12</c:v>
                </c:pt>
                <c:pt idx="330">
                  <c:v>1454.97</c:v>
                </c:pt>
                <c:pt idx="331">
                  <c:v>1461.3799999999999</c:v>
                </c:pt>
                <c:pt idx="332">
                  <c:v>1464.6399999999999</c:v>
                </c:pt>
                <c:pt idx="333">
                  <c:v>1470.34</c:v>
                </c:pt>
                <c:pt idx="334">
                  <c:v>1475.29</c:v>
                </c:pt>
                <c:pt idx="335">
                  <c:v>1481.29</c:v>
                </c:pt>
                <c:pt idx="336">
                  <c:v>1487.53</c:v>
                </c:pt>
                <c:pt idx="337">
                  <c:v>1492.99</c:v>
                </c:pt>
                <c:pt idx="338">
                  <c:v>1497.8899999999999</c:v>
                </c:pt>
                <c:pt idx="339">
                  <c:v>1503.66</c:v>
                </c:pt>
                <c:pt idx="340">
                  <c:v>1507.3700000000001</c:v>
                </c:pt>
                <c:pt idx="341">
                  <c:v>1514</c:v>
                </c:pt>
                <c:pt idx="342">
                  <c:v>1516.8200000000002</c:v>
                </c:pt>
                <c:pt idx="343">
                  <c:v>1522.33</c:v>
                </c:pt>
                <c:pt idx="344">
                  <c:v>1527.1399999999999</c:v>
                </c:pt>
                <c:pt idx="345">
                  <c:v>1532.9299999999998</c:v>
                </c:pt>
                <c:pt idx="346">
                  <c:v>1538.13</c:v>
                </c:pt>
                <c:pt idx="347">
                  <c:v>1543.82</c:v>
                </c:pt>
                <c:pt idx="348">
                  <c:v>1549.7</c:v>
                </c:pt>
                <c:pt idx="349">
                  <c:v>1552.74</c:v>
                </c:pt>
                <c:pt idx="350">
                  <c:v>1557.63</c:v>
                </c:pt>
                <c:pt idx="351">
                  <c:v>1562.4499999999998</c:v>
                </c:pt>
                <c:pt idx="352">
                  <c:v>1567.3</c:v>
                </c:pt>
                <c:pt idx="353">
                  <c:v>1572.22</c:v>
                </c:pt>
                <c:pt idx="354">
                  <c:v>1576.8899999999999</c:v>
                </c:pt>
                <c:pt idx="355">
                  <c:v>1582.5</c:v>
                </c:pt>
                <c:pt idx="356">
                  <c:v>1586.95</c:v>
                </c:pt>
                <c:pt idx="357">
                  <c:v>1591.9</c:v>
                </c:pt>
                <c:pt idx="358">
                  <c:v>1596.44</c:v>
                </c:pt>
                <c:pt idx="359">
                  <c:v>1601.95</c:v>
                </c:pt>
                <c:pt idx="360">
                  <c:v>1606.77</c:v>
                </c:pt>
                <c:pt idx="361">
                  <c:v>1611.99</c:v>
                </c:pt>
                <c:pt idx="362">
                  <c:v>1616.72</c:v>
                </c:pt>
                <c:pt idx="363">
                  <c:v>1621.99</c:v>
                </c:pt>
                <c:pt idx="364">
                  <c:v>1627.9099999999999</c:v>
                </c:pt>
                <c:pt idx="365">
                  <c:v>1634.05</c:v>
                </c:pt>
                <c:pt idx="366">
                  <c:v>1638.9199999999998</c:v>
                </c:pt>
                <c:pt idx="367">
                  <c:v>1643.96</c:v>
                </c:pt>
                <c:pt idx="368">
                  <c:v>1648.8400000000001</c:v>
                </c:pt>
                <c:pt idx="369">
                  <c:v>1653.17</c:v>
                </c:pt>
                <c:pt idx="370">
                  <c:v>1658.26</c:v>
                </c:pt>
                <c:pt idx="371">
                  <c:v>1662.9199999999998</c:v>
                </c:pt>
                <c:pt idx="372">
                  <c:v>1668.42</c:v>
                </c:pt>
                <c:pt idx="373">
                  <c:v>1672.7399999999998</c:v>
                </c:pt>
                <c:pt idx="374">
                  <c:v>1679.29</c:v>
                </c:pt>
                <c:pt idx="375">
                  <c:v>1684.89</c:v>
                </c:pt>
                <c:pt idx="376">
                  <c:v>1689.92</c:v>
                </c:pt>
                <c:pt idx="377">
                  <c:v>1694.3600000000001</c:v>
                </c:pt>
                <c:pt idx="378">
                  <c:v>1699.65</c:v>
                </c:pt>
                <c:pt idx="379">
                  <c:v>1704.1599999999999</c:v>
                </c:pt>
                <c:pt idx="380">
                  <c:v>1708.0900000000001</c:v>
                </c:pt>
                <c:pt idx="381">
                  <c:v>1712.6699999999998</c:v>
                </c:pt>
                <c:pt idx="382">
                  <c:v>1717.27</c:v>
                </c:pt>
                <c:pt idx="383">
                  <c:v>1722.04</c:v>
                </c:pt>
                <c:pt idx="384">
                  <c:v>1726.5900000000001</c:v>
                </c:pt>
                <c:pt idx="385">
                  <c:v>1730.96</c:v>
                </c:pt>
                <c:pt idx="386">
                  <c:v>1735.44</c:v>
                </c:pt>
                <c:pt idx="387">
                  <c:v>1740.68</c:v>
                </c:pt>
                <c:pt idx="388">
                  <c:v>1746.5</c:v>
                </c:pt>
                <c:pt idx="389">
                  <c:v>1749.78</c:v>
                </c:pt>
                <c:pt idx="390">
                  <c:v>1754.3200000000002</c:v>
                </c:pt>
                <c:pt idx="391">
                  <c:v>1759.48</c:v>
                </c:pt>
                <c:pt idx="392">
                  <c:v>1763.66</c:v>
                </c:pt>
                <c:pt idx="393">
                  <c:v>1768.99</c:v>
                </c:pt>
                <c:pt idx="394">
                  <c:v>1775.07</c:v>
                </c:pt>
                <c:pt idx="395">
                  <c:v>1779.78</c:v>
                </c:pt>
                <c:pt idx="396">
                  <c:v>1784.6</c:v>
                </c:pt>
                <c:pt idx="397">
                  <c:v>1787.74</c:v>
                </c:pt>
                <c:pt idx="398">
                  <c:v>1793.34</c:v>
                </c:pt>
                <c:pt idx="399">
                  <c:v>1798.64</c:v>
                </c:pt>
                <c:pt idx="400">
                  <c:v>1801.34</c:v>
                </c:pt>
                <c:pt idx="401">
                  <c:v>1806.6</c:v>
                </c:pt>
                <c:pt idx="402">
                  <c:v>1810.91</c:v>
                </c:pt>
                <c:pt idx="403">
                  <c:v>1816.47</c:v>
                </c:pt>
                <c:pt idx="404">
                  <c:v>1821.84</c:v>
                </c:pt>
                <c:pt idx="405">
                  <c:v>1827.46</c:v>
                </c:pt>
                <c:pt idx="406">
                  <c:v>1829.96</c:v>
                </c:pt>
                <c:pt idx="407">
                  <c:v>1834.53</c:v>
                </c:pt>
                <c:pt idx="408">
                  <c:v>1839.3200000000002</c:v>
                </c:pt>
                <c:pt idx="409">
                  <c:v>1844.72</c:v>
                </c:pt>
                <c:pt idx="410">
                  <c:v>1849.73</c:v>
                </c:pt>
                <c:pt idx="411">
                  <c:v>1852.66</c:v>
                </c:pt>
                <c:pt idx="412">
                  <c:v>1858.46</c:v>
                </c:pt>
                <c:pt idx="413">
                  <c:v>1862.06</c:v>
                </c:pt>
                <c:pt idx="414">
                  <c:v>1868.08</c:v>
                </c:pt>
                <c:pt idx="415">
                  <c:v>1870.28</c:v>
                </c:pt>
                <c:pt idx="416">
                  <c:v>1874.74</c:v>
                </c:pt>
                <c:pt idx="417">
                  <c:v>1881.6999999999998</c:v>
                </c:pt>
                <c:pt idx="418">
                  <c:v>1884.19</c:v>
                </c:pt>
                <c:pt idx="419">
                  <c:v>1890.11</c:v>
                </c:pt>
                <c:pt idx="420">
                  <c:v>1893.73</c:v>
                </c:pt>
                <c:pt idx="421">
                  <c:v>1898.01</c:v>
                </c:pt>
                <c:pt idx="422">
                  <c:v>1904.1699999999998</c:v>
                </c:pt>
                <c:pt idx="423">
                  <c:v>1909.1299999999999</c:v>
                </c:pt>
                <c:pt idx="424">
                  <c:v>1913.49</c:v>
                </c:pt>
                <c:pt idx="425">
                  <c:v>1919.7</c:v>
                </c:pt>
                <c:pt idx="426">
                  <c:v>1923.71</c:v>
                </c:pt>
                <c:pt idx="427">
                  <c:v>1929.17</c:v>
                </c:pt>
                <c:pt idx="428">
                  <c:v>1932.11</c:v>
                </c:pt>
                <c:pt idx="429">
                  <c:v>1937.52</c:v>
                </c:pt>
                <c:pt idx="430">
                  <c:v>1942.21</c:v>
                </c:pt>
                <c:pt idx="431">
                  <c:v>1947.17</c:v>
                </c:pt>
                <c:pt idx="432">
                  <c:v>1952.11</c:v>
                </c:pt>
                <c:pt idx="433">
                  <c:v>1955.32</c:v>
                </c:pt>
                <c:pt idx="434">
                  <c:v>1961.29</c:v>
                </c:pt>
                <c:pt idx="435">
                  <c:v>1966.03</c:v>
                </c:pt>
                <c:pt idx="436">
                  <c:v>1969.13</c:v>
                </c:pt>
                <c:pt idx="437">
                  <c:v>1975.57</c:v>
                </c:pt>
                <c:pt idx="438">
                  <c:v>1979.9199999999998</c:v>
                </c:pt>
                <c:pt idx="439">
                  <c:v>1984.3200000000002</c:v>
                </c:pt>
                <c:pt idx="440">
                  <c:v>1988.68</c:v>
                </c:pt>
                <c:pt idx="441">
                  <c:v>1992.45</c:v>
                </c:pt>
                <c:pt idx="442">
                  <c:v>1996.6299999999999</c:v>
                </c:pt>
                <c:pt idx="443">
                  <c:v>2001.8899999999999</c:v>
                </c:pt>
                <c:pt idx="444">
                  <c:v>2005.4599999999998</c:v>
                </c:pt>
                <c:pt idx="445">
                  <c:v>2009.5</c:v>
                </c:pt>
                <c:pt idx="446">
                  <c:v>2014.98</c:v>
                </c:pt>
                <c:pt idx="447">
                  <c:v>2020</c:v>
                </c:pt>
                <c:pt idx="448">
                  <c:v>2024.59</c:v>
                </c:pt>
                <c:pt idx="449">
                  <c:v>2028.14</c:v>
                </c:pt>
                <c:pt idx="450">
                  <c:v>2033.06</c:v>
                </c:pt>
                <c:pt idx="451">
                  <c:v>2037.38</c:v>
                </c:pt>
                <c:pt idx="452">
                  <c:v>2041.43</c:v>
                </c:pt>
                <c:pt idx="453">
                  <c:v>2042.09</c:v>
                </c:pt>
                <c:pt idx="454">
                  <c:v>2047.8600000000001</c:v>
                </c:pt>
                <c:pt idx="455">
                  <c:v>2050.9</c:v>
                </c:pt>
                <c:pt idx="456">
                  <c:v>2057.48</c:v>
                </c:pt>
                <c:pt idx="457">
                  <c:v>2060.94</c:v>
                </c:pt>
                <c:pt idx="458">
                  <c:v>2066.73</c:v>
                </c:pt>
                <c:pt idx="459">
                  <c:v>2070.2199999999998</c:v>
                </c:pt>
                <c:pt idx="460">
                  <c:v>2075</c:v>
                </c:pt>
                <c:pt idx="461">
                  <c:v>2078.14</c:v>
                </c:pt>
                <c:pt idx="462">
                  <c:v>2083.4100000000003</c:v>
                </c:pt>
                <c:pt idx="463">
                  <c:v>2087.9300000000003</c:v>
                </c:pt>
                <c:pt idx="464">
                  <c:v>2091.7799999999997</c:v>
                </c:pt>
                <c:pt idx="465">
                  <c:v>2096.4700000000003</c:v>
                </c:pt>
                <c:pt idx="466">
                  <c:v>2100.46</c:v>
                </c:pt>
                <c:pt idx="467">
                  <c:v>2105.04</c:v>
                </c:pt>
                <c:pt idx="468">
                  <c:v>2109.62</c:v>
                </c:pt>
                <c:pt idx="469">
                  <c:v>2113.77</c:v>
                </c:pt>
                <c:pt idx="470">
                  <c:v>2118.23</c:v>
                </c:pt>
                <c:pt idx="471">
                  <c:v>2122.37</c:v>
                </c:pt>
                <c:pt idx="472">
                  <c:v>2126.77</c:v>
                </c:pt>
                <c:pt idx="473">
                  <c:v>2130.7800000000002</c:v>
                </c:pt>
                <c:pt idx="474">
                  <c:v>2134.64</c:v>
                </c:pt>
                <c:pt idx="475">
                  <c:v>2140.39</c:v>
                </c:pt>
                <c:pt idx="476">
                  <c:v>2144.1499999999996</c:v>
                </c:pt>
                <c:pt idx="477">
                  <c:v>2148.0700000000002</c:v>
                </c:pt>
                <c:pt idx="478">
                  <c:v>2151</c:v>
                </c:pt>
                <c:pt idx="479">
                  <c:v>2157.3199999999997</c:v>
                </c:pt>
                <c:pt idx="480">
                  <c:v>2158.9299999999998</c:v>
                </c:pt>
                <c:pt idx="481">
                  <c:v>2163.96</c:v>
                </c:pt>
                <c:pt idx="482">
                  <c:v>2170.94</c:v>
                </c:pt>
                <c:pt idx="483">
                  <c:v>2172.6999999999998</c:v>
                </c:pt>
                <c:pt idx="484">
                  <c:v>2178.33</c:v>
                </c:pt>
                <c:pt idx="485">
                  <c:v>2179.6799999999998</c:v>
                </c:pt>
                <c:pt idx="486">
                  <c:v>2183.8199999999997</c:v>
                </c:pt>
                <c:pt idx="487">
                  <c:v>2188.6899999999996</c:v>
                </c:pt>
                <c:pt idx="488">
                  <c:v>2195.19</c:v>
                </c:pt>
                <c:pt idx="489">
                  <c:v>2197.67</c:v>
                </c:pt>
                <c:pt idx="490">
                  <c:v>2201.66</c:v>
                </c:pt>
                <c:pt idx="491">
                  <c:v>2206.48</c:v>
                </c:pt>
                <c:pt idx="492">
                  <c:v>2211.89</c:v>
                </c:pt>
                <c:pt idx="493">
                  <c:v>2210.92</c:v>
                </c:pt>
                <c:pt idx="494">
                  <c:v>2215.84</c:v>
                </c:pt>
                <c:pt idx="495">
                  <c:v>2219.96</c:v>
                </c:pt>
                <c:pt idx="496">
                  <c:v>2224.4199999999996</c:v>
                </c:pt>
                <c:pt idx="497">
                  <c:v>2232.84</c:v>
                </c:pt>
                <c:pt idx="498">
                  <c:v>2237.5</c:v>
                </c:pt>
                <c:pt idx="499">
                  <c:v>2240.96</c:v>
                </c:pt>
                <c:pt idx="500">
                  <c:v>2245.29</c:v>
                </c:pt>
                <c:pt idx="501">
                  <c:v>2249.67</c:v>
                </c:pt>
                <c:pt idx="502">
                  <c:v>2253.15</c:v>
                </c:pt>
                <c:pt idx="503">
                  <c:v>2257.2800000000002</c:v>
                </c:pt>
                <c:pt idx="504">
                  <c:v>2260.96</c:v>
                </c:pt>
                <c:pt idx="505">
                  <c:v>2265.9899999999998</c:v>
                </c:pt>
                <c:pt idx="506">
                  <c:v>2269.04</c:v>
                </c:pt>
                <c:pt idx="507">
                  <c:v>2273.5699999999997</c:v>
                </c:pt>
                <c:pt idx="508">
                  <c:v>2278.35</c:v>
                </c:pt>
                <c:pt idx="509">
                  <c:v>2280.5</c:v>
                </c:pt>
                <c:pt idx="510">
                  <c:v>2285.3599999999997</c:v>
                </c:pt>
                <c:pt idx="511">
                  <c:v>2290.62</c:v>
                </c:pt>
                <c:pt idx="512">
                  <c:v>2295.5299999999997</c:v>
                </c:pt>
                <c:pt idx="513">
                  <c:v>2298.7600000000002</c:v>
                </c:pt>
                <c:pt idx="514">
                  <c:v>2303.84</c:v>
                </c:pt>
                <c:pt idx="515">
                  <c:v>2307.87</c:v>
                </c:pt>
                <c:pt idx="516">
                  <c:v>2311.7399999999998</c:v>
                </c:pt>
                <c:pt idx="517">
                  <c:v>2314.54</c:v>
                </c:pt>
                <c:pt idx="518">
                  <c:v>2319.0700000000002</c:v>
                </c:pt>
                <c:pt idx="519">
                  <c:v>2323.7000000000003</c:v>
                </c:pt>
                <c:pt idx="520">
                  <c:v>2324.9900000000002</c:v>
                </c:pt>
                <c:pt idx="521">
                  <c:v>2329.5699999999997</c:v>
                </c:pt>
                <c:pt idx="522">
                  <c:v>2331.9100000000003</c:v>
                </c:pt>
                <c:pt idx="523">
                  <c:v>2338.11</c:v>
                </c:pt>
                <c:pt idx="524">
                  <c:v>2338.7199999999998</c:v>
                </c:pt>
                <c:pt idx="525">
                  <c:v>2344.7599999999998</c:v>
                </c:pt>
                <c:pt idx="526">
                  <c:v>2347.6</c:v>
                </c:pt>
                <c:pt idx="527">
                  <c:v>2352.7599999999998</c:v>
                </c:pt>
                <c:pt idx="528">
                  <c:v>2356.1899999999996</c:v>
                </c:pt>
                <c:pt idx="529">
                  <c:v>2359.61</c:v>
                </c:pt>
                <c:pt idx="530">
                  <c:v>2363.46</c:v>
                </c:pt>
                <c:pt idx="531">
                  <c:v>2367.9199999999996</c:v>
                </c:pt>
                <c:pt idx="532">
                  <c:v>2372.06</c:v>
                </c:pt>
                <c:pt idx="533">
                  <c:v>2376.3399999999997</c:v>
                </c:pt>
                <c:pt idx="534">
                  <c:v>2379.89</c:v>
                </c:pt>
                <c:pt idx="535">
                  <c:v>2384.38</c:v>
                </c:pt>
                <c:pt idx="536">
                  <c:v>2387.75</c:v>
                </c:pt>
                <c:pt idx="537">
                  <c:v>2391.89</c:v>
                </c:pt>
                <c:pt idx="538">
                  <c:v>2395.6</c:v>
                </c:pt>
                <c:pt idx="539">
                  <c:v>2399.9499999999998</c:v>
                </c:pt>
                <c:pt idx="540">
                  <c:v>2403.3799999999997</c:v>
                </c:pt>
                <c:pt idx="541">
                  <c:v>2408.77</c:v>
                </c:pt>
                <c:pt idx="542">
                  <c:v>2410.7799999999997</c:v>
                </c:pt>
                <c:pt idx="543">
                  <c:v>2417.46</c:v>
                </c:pt>
                <c:pt idx="544">
                  <c:v>2421.19</c:v>
                </c:pt>
                <c:pt idx="545">
                  <c:v>2423.81</c:v>
                </c:pt>
                <c:pt idx="546">
                  <c:v>2428.7999999999997</c:v>
                </c:pt>
                <c:pt idx="547">
                  <c:v>2434.19</c:v>
                </c:pt>
                <c:pt idx="548">
                  <c:v>2436.8200000000002</c:v>
                </c:pt>
                <c:pt idx="549">
                  <c:v>2441.7599999999998</c:v>
                </c:pt>
                <c:pt idx="550">
                  <c:v>2445.31</c:v>
                </c:pt>
                <c:pt idx="551">
                  <c:v>2448.6</c:v>
                </c:pt>
                <c:pt idx="552">
                  <c:v>2453.89</c:v>
                </c:pt>
                <c:pt idx="553">
                  <c:v>2457.04</c:v>
                </c:pt>
                <c:pt idx="554">
                  <c:v>2460</c:v>
                </c:pt>
                <c:pt idx="555">
                  <c:v>2460.35</c:v>
                </c:pt>
                <c:pt idx="556">
                  <c:v>2467.2600000000002</c:v>
                </c:pt>
                <c:pt idx="557">
                  <c:v>2467.92</c:v>
                </c:pt>
                <c:pt idx="558">
                  <c:v>2472.5700000000002</c:v>
                </c:pt>
                <c:pt idx="559">
                  <c:v>2476.1799999999998</c:v>
                </c:pt>
                <c:pt idx="560">
                  <c:v>2481.27</c:v>
                </c:pt>
                <c:pt idx="561">
                  <c:v>2486.84</c:v>
                </c:pt>
                <c:pt idx="562">
                  <c:v>2492.5</c:v>
                </c:pt>
                <c:pt idx="563">
                  <c:v>2496.2399999999998</c:v>
                </c:pt>
                <c:pt idx="564">
                  <c:v>2499.6299999999997</c:v>
                </c:pt>
                <c:pt idx="565">
                  <c:v>2503.5699999999997</c:v>
                </c:pt>
                <c:pt idx="566">
                  <c:v>2507.71</c:v>
                </c:pt>
                <c:pt idx="567">
                  <c:v>2510.5700000000002</c:v>
                </c:pt>
                <c:pt idx="568">
                  <c:v>2513.64</c:v>
                </c:pt>
                <c:pt idx="569">
                  <c:v>2517.8500000000004</c:v>
                </c:pt>
                <c:pt idx="570">
                  <c:v>2521.16</c:v>
                </c:pt>
                <c:pt idx="571">
                  <c:v>2525.14</c:v>
                </c:pt>
                <c:pt idx="572">
                  <c:v>2528.89</c:v>
                </c:pt>
                <c:pt idx="573">
                  <c:v>2532.7799999999997</c:v>
                </c:pt>
                <c:pt idx="574">
                  <c:v>2536.1699999999996</c:v>
                </c:pt>
                <c:pt idx="575">
                  <c:v>2539.4700000000003</c:v>
                </c:pt>
                <c:pt idx="576">
                  <c:v>2544.36</c:v>
                </c:pt>
                <c:pt idx="577">
                  <c:v>2549.9100000000003</c:v>
                </c:pt>
                <c:pt idx="578">
                  <c:v>2553.42</c:v>
                </c:pt>
                <c:pt idx="579">
                  <c:v>2556.94</c:v>
                </c:pt>
                <c:pt idx="580">
                  <c:v>2560.2399999999998</c:v>
                </c:pt>
                <c:pt idx="581">
                  <c:v>2563.92</c:v>
                </c:pt>
                <c:pt idx="582">
                  <c:v>2568.8399999999997</c:v>
                </c:pt>
                <c:pt idx="583">
                  <c:v>2570.98</c:v>
                </c:pt>
                <c:pt idx="584">
                  <c:v>2574.04</c:v>
                </c:pt>
                <c:pt idx="585">
                  <c:v>2578.1200000000003</c:v>
                </c:pt>
                <c:pt idx="586">
                  <c:v>2583.37</c:v>
                </c:pt>
                <c:pt idx="587">
                  <c:v>2586.46</c:v>
                </c:pt>
                <c:pt idx="588">
                  <c:v>2590.65</c:v>
                </c:pt>
                <c:pt idx="589">
                  <c:v>2593.7600000000002</c:v>
                </c:pt>
                <c:pt idx="590">
                  <c:v>2595.0299999999997</c:v>
                </c:pt>
                <c:pt idx="591">
                  <c:v>2599.69</c:v>
                </c:pt>
                <c:pt idx="592">
                  <c:v>2604.6200000000003</c:v>
                </c:pt>
                <c:pt idx="593">
                  <c:v>2607.86</c:v>
                </c:pt>
                <c:pt idx="594">
                  <c:v>2611.79</c:v>
                </c:pt>
                <c:pt idx="595">
                  <c:v>2615.48</c:v>
                </c:pt>
                <c:pt idx="596">
                  <c:v>2618.4599999999996</c:v>
                </c:pt>
                <c:pt idx="597">
                  <c:v>2622.49</c:v>
                </c:pt>
                <c:pt idx="598">
                  <c:v>2626.27</c:v>
                </c:pt>
                <c:pt idx="599">
                  <c:v>2631.19</c:v>
                </c:pt>
                <c:pt idx="600">
                  <c:v>2633.47</c:v>
                </c:pt>
                <c:pt idx="601">
                  <c:v>2636.3599999999997</c:v>
                </c:pt>
                <c:pt idx="602">
                  <c:v>2639.62</c:v>
                </c:pt>
                <c:pt idx="603">
                  <c:v>2643.63</c:v>
                </c:pt>
                <c:pt idx="604">
                  <c:v>2646.9700000000003</c:v>
                </c:pt>
                <c:pt idx="605">
                  <c:v>2650.84</c:v>
                </c:pt>
                <c:pt idx="606">
                  <c:v>2654.93</c:v>
                </c:pt>
                <c:pt idx="607">
                  <c:v>2658.12</c:v>
                </c:pt>
                <c:pt idx="608">
                  <c:v>2662.69</c:v>
                </c:pt>
                <c:pt idx="609">
                  <c:v>2664.99</c:v>
                </c:pt>
                <c:pt idx="610">
                  <c:v>2669.61</c:v>
                </c:pt>
                <c:pt idx="611">
                  <c:v>2672.5699999999997</c:v>
                </c:pt>
                <c:pt idx="612">
                  <c:v>2674.35</c:v>
                </c:pt>
                <c:pt idx="613">
                  <c:v>2677.91</c:v>
                </c:pt>
                <c:pt idx="614">
                  <c:v>2681.1099999999997</c:v>
                </c:pt>
                <c:pt idx="615">
                  <c:v>2690.78</c:v>
                </c:pt>
                <c:pt idx="616">
                  <c:v>2688.82</c:v>
                </c:pt>
                <c:pt idx="617">
                  <c:v>2696.05</c:v>
                </c:pt>
                <c:pt idx="618">
                  <c:v>2699.91</c:v>
                </c:pt>
                <c:pt idx="619">
                  <c:v>2699.2</c:v>
                </c:pt>
                <c:pt idx="620">
                  <c:v>2706.25</c:v>
                </c:pt>
                <c:pt idx="621">
                  <c:v>2709.2000000000003</c:v>
                </c:pt>
                <c:pt idx="622">
                  <c:v>2714.61</c:v>
                </c:pt>
                <c:pt idx="623">
                  <c:v>2713.87</c:v>
                </c:pt>
                <c:pt idx="624">
                  <c:v>2719.27</c:v>
                </c:pt>
                <c:pt idx="625">
                  <c:v>2721.63</c:v>
                </c:pt>
                <c:pt idx="626">
                  <c:v>2725.73</c:v>
                </c:pt>
                <c:pt idx="627">
                  <c:v>2729.96</c:v>
                </c:pt>
                <c:pt idx="628">
                  <c:v>2733.72</c:v>
                </c:pt>
                <c:pt idx="629">
                  <c:v>2737.52</c:v>
                </c:pt>
                <c:pt idx="630">
                  <c:v>2741.42</c:v>
                </c:pt>
                <c:pt idx="631">
                  <c:v>2744.7</c:v>
                </c:pt>
                <c:pt idx="632">
                  <c:v>2748.3900000000003</c:v>
                </c:pt>
                <c:pt idx="633">
                  <c:v>2752.09</c:v>
                </c:pt>
                <c:pt idx="634">
                  <c:v>2755.5499999999997</c:v>
                </c:pt>
                <c:pt idx="635">
                  <c:v>2759.2</c:v>
                </c:pt>
                <c:pt idx="636">
                  <c:v>2763.14</c:v>
                </c:pt>
                <c:pt idx="637">
                  <c:v>2767.3</c:v>
                </c:pt>
                <c:pt idx="638">
                  <c:v>2773.21</c:v>
                </c:pt>
                <c:pt idx="639">
                  <c:v>2776.8199999999997</c:v>
                </c:pt>
                <c:pt idx="640">
                  <c:v>2780.86</c:v>
                </c:pt>
                <c:pt idx="641">
                  <c:v>2783.88</c:v>
                </c:pt>
                <c:pt idx="642">
                  <c:v>2787.42</c:v>
                </c:pt>
                <c:pt idx="643">
                  <c:v>2790.36</c:v>
                </c:pt>
                <c:pt idx="644">
                  <c:v>2793.94</c:v>
                </c:pt>
                <c:pt idx="645">
                  <c:v>2797.04</c:v>
                </c:pt>
                <c:pt idx="646">
                  <c:v>2800.05</c:v>
                </c:pt>
                <c:pt idx="647">
                  <c:v>2802.24</c:v>
                </c:pt>
                <c:pt idx="648">
                  <c:v>2807.71</c:v>
                </c:pt>
                <c:pt idx="649">
                  <c:v>2812.0099999999998</c:v>
                </c:pt>
                <c:pt idx="650">
                  <c:v>2814.5099999999998</c:v>
                </c:pt>
                <c:pt idx="651">
                  <c:v>2818.41</c:v>
                </c:pt>
                <c:pt idx="652">
                  <c:v>2817.71</c:v>
                </c:pt>
                <c:pt idx="653">
                  <c:v>2822.77</c:v>
                </c:pt>
                <c:pt idx="654">
                  <c:v>2827.03</c:v>
                </c:pt>
                <c:pt idx="655">
                  <c:v>2830.61</c:v>
                </c:pt>
                <c:pt idx="656">
                  <c:v>2834.2000000000003</c:v>
                </c:pt>
                <c:pt idx="657">
                  <c:v>2835.1099999999997</c:v>
                </c:pt>
                <c:pt idx="658">
                  <c:v>2838.7400000000002</c:v>
                </c:pt>
                <c:pt idx="659">
                  <c:v>2843.87</c:v>
                </c:pt>
                <c:pt idx="660">
                  <c:v>2846.7799999999997</c:v>
                </c:pt>
                <c:pt idx="661">
                  <c:v>2849.5699999999997</c:v>
                </c:pt>
                <c:pt idx="662">
                  <c:v>2852.96</c:v>
                </c:pt>
                <c:pt idx="663">
                  <c:v>2856.64</c:v>
                </c:pt>
                <c:pt idx="664">
                  <c:v>2859.84</c:v>
                </c:pt>
                <c:pt idx="665">
                  <c:v>2863.6400000000003</c:v>
                </c:pt>
                <c:pt idx="666">
                  <c:v>2866.7</c:v>
                </c:pt>
                <c:pt idx="667">
                  <c:v>2870.85</c:v>
                </c:pt>
                <c:pt idx="668">
                  <c:v>2874.16</c:v>
                </c:pt>
                <c:pt idx="669">
                  <c:v>2875.84</c:v>
                </c:pt>
                <c:pt idx="670">
                  <c:v>2879.27</c:v>
                </c:pt>
                <c:pt idx="671">
                  <c:v>2882.85</c:v>
                </c:pt>
                <c:pt idx="672">
                  <c:v>2885.78</c:v>
                </c:pt>
                <c:pt idx="673">
                  <c:v>2889.64</c:v>
                </c:pt>
                <c:pt idx="674">
                  <c:v>2892.2400000000002</c:v>
                </c:pt>
                <c:pt idx="675">
                  <c:v>2896.66</c:v>
                </c:pt>
                <c:pt idx="676">
                  <c:v>2901.7599999999998</c:v>
                </c:pt>
                <c:pt idx="677">
                  <c:v>2904.4300000000003</c:v>
                </c:pt>
                <c:pt idx="678">
                  <c:v>2909.1</c:v>
                </c:pt>
                <c:pt idx="679">
                  <c:v>2910.05</c:v>
                </c:pt>
                <c:pt idx="680">
                  <c:v>2916.06</c:v>
                </c:pt>
                <c:pt idx="681">
                  <c:v>2919.77</c:v>
                </c:pt>
                <c:pt idx="682">
                  <c:v>2923.52</c:v>
                </c:pt>
                <c:pt idx="683">
                  <c:v>2926.6899999999996</c:v>
                </c:pt>
                <c:pt idx="684">
                  <c:v>2930.13</c:v>
                </c:pt>
                <c:pt idx="685">
                  <c:v>2932.5899999999997</c:v>
                </c:pt>
                <c:pt idx="686">
                  <c:v>2934.28</c:v>
                </c:pt>
                <c:pt idx="687">
                  <c:v>2937.43</c:v>
                </c:pt>
                <c:pt idx="688">
                  <c:v>2942.33</c:v>
                </c:pt>
                <c:pt idx="689">
                  <c:v>2945.3399999999997</c:v>
                </c:pt>
                <c:pt idx="690">
                  <c:v>2948.3199999999997</c:v>
                </c:pt>
                <c:pt idx="691">
                  <c:v>2951.0299999999997</c:v>
                </c:pt>
                <c:pt idx="692">
                  <c:v>2954.66</c:v>
                </c:pt>
                <c:pt idx="693">
                  <c:v>2958.04</c:v>
                </c:pt>
                <c:pt idx="694">
                  <c:v>2962.67</c:v>
                </c:pt>
                <c:pt idx="695">
                  <c:v>2964.66</c:v>
                </c:pt>
                <c:pt idx="696">
                  <c:v>2967.6</c:v>
                </c:pt>
                <c:pt idx="697">
                  <c:v>2971.18</c:v>
                </c:pt>
                <c:pt idx="698">
                  <c:v>2974</c:v>
                </c:pt>
                <c:pt idx="699">
                  <c:v>2977.7</c:v>
                </c:pt>
                <c:pt idx="700">
                  <c:v>2980.62</c:v>
                </c:pt>
                <c:pt idx="701">
                  <c:v>2984.09</c:v>
                </c:pt>
                <c:pt idx="702">
                  <c:v>2986.79</c:v>
                </c:pt>
                <c:pt idx="703">
                  <c:v>2990.9900000000002</c:v>
                </c:pt>
                <c:pt idx="704">
                  <c:v>2994.32</c:v>
                </c:pt>
                <c:pt idx="705">
                  <c:v>2996.87</c:v>
                </c:pt>
                <c:pt idx="706">
                  <c:v>2998.57</c:v>
                </c:pt>
                <c:pt idx="707">
                  <c:v>3005.22</c:v>
                </c:pt>
                <c:pt idx="708">
                  <c:v>3009.33</c:v>
                </c:pt>
                <c:pt idx="709">
                  <c:v>3012.7000000000003</c:v>
                </c:pt>
                <c:pt idx="710">
                  <c:v>3013.7</c:v>
                </c:pt>
                <c:pt idx="711">
                  <c:v>3014.75</c:v>
                </c:pt>
                <c:pt idx="712">
                  <c:v>3017.94</c:v>
                </c:pt>
                <c:pt idx="713">
                  <c:v>3025.48</c:v>
                </c:pt>
                <c:pt idx="714">
                  <c:v>3025.34</c:v>
                </c:pt>
                <c:pt idx="715">
                  <c:v>3027.81</c:v>
                </c:pt>
                <c:pt idx="716">
                  <c:v>3023.25</c:v>
                </c:pt>
                <c:pt idx="717">
                  <c:v>3027.48</c:v>
                </c:pt>
                <c:pt idx="718">
                  <c:v>3036.0299999999997</c:v>
                </c:pt>
                <c:pt idx="719">
                  <c:v>3041.5899999999997</c:v>
                </c:pt>
                <c:pt idx="720">
                  <c:v>3043.93</c:v>
                </c:pt>
                <c:pt idx="721">
                  <c:v>3043.11</c:v>
                </c:pt>
                <c:pt idx="722">
                  <c:v>3045.67</c:v>
                </c:pt>
                <c:pt idx="723">
                  <c:v>3050.64</c:v>
                </c:pt>
                <c:pt idx="724">
                  <c:v>3054.69</c:v>
                </c:pt>
                <c:pt idx="725">
                  <c:v>3057.38</c:v>
                </c:pt>
                <c:pt idx="726">
                  <c:v>3060.1600000000003</c:v>
                </c:pt>
                <c:pt idx="727">
                  <c:v>3063.33</c:v>
                </c:pt>
                <c:pt idx="728">
                  <c:v>3066.6699999999996</c:v>
                </c:pt>
                <c:pt idx="729">
                  <c:v>3070.68</c:v>
                </c:pt>
                <c:pt idx="730">
                  <c:v>3079.04</c:v>
                </c:pt>
                <c:pt idx="731">
                  <c:v>3082.1299999999997</c:v>
                </c:pt>
                <c:pt idx="732">
                  <c:v>3085.23</c:v>
                </c:pt>
                <c:pt idx="733">
                  <c:v>3087.26</c:v>
                </c:pt>
                <c:pt idx="734">
                  <c:v>3091.11</c:v>
                </c:pt>
                <c:pt idx="735">
                  <c:v>3093.93</c:v>
                </c:pt>
                <c:pt idx="736">
                  <c:v>3096.23</c:v>
                </c:pt>
                <c:pt idx="737">
                  <c:v>3100.06</c:v>
                </c:pt>
                <c:pt idx="738">
                  <c:v>3102.83</c:v>
                </c:pt>
                <c:pt idx="739">
                  <c:v>3105.06</c:v>
                </c:pt>
                <c:pt idx="740">
                  <c:v>3108.64</c:v>
                </c:pt>
                <c:pt idx="741">
                  <c:v>3109.85</c:v>
                </c:pt>
                <c:pt idx="742">
                  <c:v>3114.5499999999997</c:v>
                </c:pt>
                <c:pt idx="743">
                  <c:v>3113.31</c:v>
                </c:pt>
                <c:pt idx="744">
                  <c:v>3115.71</c:v>
                </c:pt>
                <c:pt idx="745">
                  <c:v>3123.86</c:v>
                </c:pt>
                <c:pt idx="746">
                  <c:v>3123.5</c:v>
                </c:pt>
                <c:pt idx="747">
                  <c:v>3127.22</c:v>
                </c:pt>
                <c:pt idx="748">
                  <c:v>3132.16</c:v>
                </c:pt>
                <c:pt idx="749">
                  <c:v>3135.77</c:v>
                </c:pt>
                <c:pt idx="750">
                  <c:v>3138.12</c:v>
                </c:pt>
                <c:pt idx="751">
                  <c:v>3141.06</c:v>
                </c:pt>
                <c:pt idx="752">
                  <c:v>3143.3900000000003</c:v>
                </c:pt>
                <c:pt idx="753">
                  <c:v>3146.67</c:v>
                </c:pt>
                <c:pt idx="754">
                  <c:v>3147.84</c:v>
                </c:pt>
                <c:pt idx="755">
                  <c:v>3150.74</c:v>
                </c:pt>
                <c:pt idx="756">
                  <c:v>3155.3300000000004</c:v>
                </c:pt>
                <c:pt idx="757">
                  <c:v>3157.15</c:v>
                </c:pt>
                <c:pt idx="758">
                  <c:v>3161.07</c:v>
                </c:pt>
                <c:pt idx="759">
                  <c:v>3162.4</c:v>
                </c:pt>
                <c:pt idx="760">
                  <c:v>3165.41</c:v>
                </c:pt>
                <c:pt idx="761">
                  <c:v>3168.56</c:v>
                </c:pt>
                <c:pt idx="762">
                  <c:v>3171.26</c:v>
                </c:pt>
                <c:pt idx="763">
                  <c:v>3174.15</c:v>
                </c:pt>
                <c:pt idx="764">
                  <c:v>3176.58</c:v>
                </c:pt>
                <c:pt idx="765">
                  <c:v>3179.27</c:v>
                </c:pt>
                <c:pt idx="766">
                  <c:v>3183.16</c:v>
                </c:pt>
                <c:pt idx="767">
                  <c:v>3184.94</c:v>
                </c:pt>
                <c:pt idx="768">
                  <c:v>3188.12</c:v>
                </c:pt>
                <c:pt idx="769">
                  <c:v>3192.0899999999997</c:v>
                </c:pt>
                <c:pt idx="770">
                  <c:v>3194.28</c:v>
                </c:pt>
                <c:pt idx="771">
                  <c:v>3195.7</c:v>
                </c:pt>
                <c:pt idx="772">
                  <c:v>3198.15</c:v>
                </c:pt>
                <c:pt idx="773">
                  <c:v>3201.19</c:v>
                </c:pt>
                <c:pt idx="774">
                  <c:v>3204.94</c:v>
                </c:pt>
                <c:pt idx="775">
                  <c:v>3209.37</c:v>
                </c:pt>
                <c:pt idx="776">
                  <c:v>3209.73</c:v>
                </c:pt>
                <c:pt idx="777">
                  <c:v>3212.98</c:v>
                </c:pt>
                <c:pt idx="778">
                  <c:v>3216.7599999999998</c:v>
                </c:pt>
                <c:pt idx="779">
                  <c:v>3218.28</c:v>
                </c:pt>
                <c:pt idx="780">
                  <c:v>3225.94</c:v>
                </c:pt>
                <c:pt idx="781">
                  <c:v>3223.84</c:v>
                </c:pt>
                <c:pt idx="782">
                  <c:v>3231.91</c:v>
                </c:pt>
                <c:pt idx="783">
                  <c:v>3235.48</c:v>
                </c:pt>
                <c:pt idx="784">
                  <c:v>3238.57</c:v>
                </c:pt>
                <c:pt idx="785">
                  <c:v>3241.96</c:v>
                </c:pt>
                <c:pt idx="786">
                  <c:v>3243.49</c:v>
                </c:pt>
                <c:pt idx="787">
                  <c:v>3246.4300000000003</c:v>
                </c:pt>
                <c:pt idx="788">
                  <c:v>3250.5099999999998</c:v>
                </c:pt>
                <c:pt idx="789">
                  <c:v>3253.6200000000003</c:v>
                </c:pt>
                <c:pt idx="790">
                  <c:v>3257.38</c:v>
                </c:pt>
                <c:pt idx="791">
                  <c:v>3261.48</c:v>
                </c:pt>
                <c:pt idx="792">
                  <c:v>3265.12</c:v>
                </c:pt>
                <c:pt idx="793">
                  <c:v>3269.0299999999997</c:v>
                </c:pt>
                <c:pt idx="794">
                  <c:v>3272.63</c:v>
                </c:pt>
                <c:pt idx="795">
                  <c:v>3276.32</c:v>
                </c:pt>
                <c:pt idx="796">
                  <c:v>3280.67</c:v>
                </c:pt>
                <c:pt idx="797">
                  <c:v>3284.32</c:v>
                </c:pt>
                <c:pt idx="798">
                  <c:v>3288.32</c:v>
                </c:pt>
                <c:pt idx="799">
                  <c:v>3291.83</c:v>
                </c:pt>
                <c:pt idx="800">
                  <c:v>3296.15</c:v>
                </c:pt>
                <c:pt idx="801">
                  <c:v>3299.8599999999997</c:v>
                </c:pt>
                <c:pt idx="802">
                  <c:v>3303.83</c:v>
                </c:pt>
                <c:pt idx="803">
                  <c:v>3307.29</c:v>
                </c:pt>
                <c:pt idx="804">
                  <c:v>3312.16</c:v>
                </c:pt>
                <c:pt idx="805">
                  <c:v>3315.1600000000003</c:v>
                </c:pt>
                <c:pt idx="806">
                  <c:v>3319.79</c:v>
                </c:pt>
                <c:pt idx="807">
                  <c:v>3322.58</c:v>
                </c:pt>
                <c:pt idx="808">
                  <c:v>3322.96</c:v>
                </c:pt>
                <c:pt idx="809">
                  <c:v>3331.76</c:v>
                </c:pt>
                <c:pt idx="810">
                  <c:v>3330.42</c:v>
                </c:pt>
                <c:pt idx="811">
                  <c:v>3334.19</c:v>
                </c:pt>
                <c:pt idx="812">
                  <c:v>3342.12</c:v>
                </c:pt>
                <c:pt idx="813">
                  <c:v>3348.6699999999996</c:v>
                </c:pt>
                <c:pt idx="814">
                  <c:v>3352.62</c:v>
                </c:pt>
                <c:pt idx="815">
                  <c:v>3352.2799999999997</c:v>
                </c:pt>
                <c:pt idx="816">
                  <c:v>3351.6</c:v>
                </c:pt>
                <c:pt idx="817">
                  <c:v>3358.73</c:v>
                </c:pt>
                <c:pt idx="818">
                  <c:v>3359.8599999999997</c:v>
                </c:pt>
                <c:pt idx="819">
                  <c:v>3367.2200000000003</c:v>
                </c:pt>
                <c:pt idx="820">
                  <c:v>3371.36</c:v>
                </c:pt>
                <c:pt idx="821">
                  <c:v>3378.6</c:v>
                </c:pt>
                <c:pt idx="822">
                  <c:v>3382.52</c:v>
                </c:pt>
                <c:pt idx="823">
                  <c:v>3386.43</c:v>
                </c:pt>
                <c:pt idx="824">
                  <c:v>3389.8799999999997</c:v>
                </c:pt>
                <c:pt idx="825">
                  <c:v>3393.69</c:v>
                </c:pt>
                <c:pt idx="826">
                  <c:v>3396.96</c:v>
                </c:pt>
                <c:pt idx="827">
                  <c:v>3401.0699999999997</c:v>
                </c:pt>
                <c:pt idx="828">
                  <c:v>3402.2999999999997</c:v>
                </c:pt>
                <c:pt idx="829">
                  <c:v>3405.85</c:v>
                </c:pt>
                <c:pt idx="830">
                  <c:v>3409.44</c:v>
                </c:pt>
                <c:pt idx="831">
                  <c:v>3414.08</c:v>
                </c:pt>
                <c:pt idx="832">
                  <c:v>3414.79</c:v>
                </c:pt>
                <c:pt idx="833">
                  <c:v>3417.7200000000003</c:v>
                </c:pt>
                <c:pt idx="834">
                  <c:v>3421.9</c:v>
                </c:pt>
                <c:pt idx="835">
                  <c:v>3423.55</c:v>
                </c:pt>
                <c:pt idx="836">
                  <c:v>3429.29</c:v>
                </c:pt>
                <c:pt idx="837">
                  <c:v>3429.6099999999997</c:v>
                </c:pt>
                <c:pt idx="838">
                  <c:v>3437.22</c:v>
                </c:pt>
                <c:pt idx="839">
                  <c:v>3436.87</c:v>
                </c:pt>
                <c:pt idx="840">
                  <c:v>3442.26</c:v>
                </c:pt>
                <c:pt idx="841">
                  <c:v>3447.52</c:v>
                </c:pt>
                <c:pt idx="842">
                  <c:v>3450.91</c:v>
                </c:pt>
                <c:pt idx="843">
                  <c:v>3448.7999999999997</c:v>
                </c:pt>
                <c:pt idx="844">
                  <c:v>3451.5600000000004</c:v>
                </c:pt>
                <c:pt idx="845">
                  <c:v>3459.26</c:v>
                </c:pt>
                <c:pt idx="846">
                  <c:v>3465.41</c:v>
                </c:pt>
                <c:pt idx="847">
                  <c:v>3467.58</c:v>
                </c:pt>
                <c:pt idx="848">
                  <c:v>3472.29</c:v>
                </c:pt>
                <c:pt idx="849">
                  <c:v>3476.71</c:v>
                </c:pt>
                <c:pt idx="850">
                  <c:v>3479.91</c:v>
                </c:pt>
                <c:pt idx="851">
                  <c:v>3483.55</c:v>
                </c:pt>
                <c:pt idx="852">
                  <c:v>3486.89</c:v>
                </c:pt>
                <c:pt idx="853">
                  <c:v>3489.95</c:v>
                </c:pt>
                <c:pt idx="854">
                  <c:v>3487.97</c:v>
                </c:pt>
                <c:pt idx="855">
                  <c:v>3491.02</c:v>
                </c:pt>
                <c:pt idx="856">
                  <c:v>3495</c:v>
                </c:pt>
                <c:pt idx="857">
                  <c:v>3498.8700000000003</c:v>
                </c:pt>
                <c:pt idx="858">
                  <c:v>3502.0099999999998</c:v>
                </c:pt>
                <c:pt idx="859">
                  <c:v>3505.48</c:v>
                </c:pt>
                <c:pt idx="860">
                  <c:v>3509.36</c:v>
                </c:pt>
                <c:pt idx="861">
                  <c:v>3512.93</c:v>
                </c:pt>
                <c:pt idx="862">
                  <c:v>3516.06</c:v>
                </c:pt>
                <c:pt idx="863">
                  <c:v>3519.53</c:v>
                </c:pt>
                <c:pt idx="864">
                  <c:v>3523.7</c:v>
                </c:pt>
                <c:pt idx="865">
                  <c:v>3527.49</c:v>
                </c:pt>
                <c:pt idx="866">
                  <c:v>3531.17</c:v>
                </c:pt>
                <c:pt idx="867">
                  <c:v>3535.5099999999998</c:v>
                </c:pt>
                <c:pt idx="868">
                  <c:v>3538.81</c:v>
                </c:pt>
                <c:pt idx="869">
                  <c:v>3541.03</c:v>
                </c:pt>
                <c:pt idx="870">
                  <c:v>3545.1000000000004</c:v>
                </c:pt>
                <c:pt idx="871">
                  <c:v>3544.55</c:v>
                </c:pt>
                <c:pt idx="872">
                  <c:v>3549.75</c:v>
                </c:pt>
                <c:pt idx="873">
                  <c:v>3550.5499999999997</c:v>
                </c:pt>
                <c:pt idx="874">
                  <c:v>3555.6299999999997</c:v>
                </c:pt>
                <c:pt idx="875">
                  <c:v>3557.7200000000003</c:v>
                </c:pt>
                <c:pt idx="876">
                  <c:v>3559.58</c:v>
                </c:pt>
                <c:pt idx="877">
                  <c:v>3564.8900000000003</c:v>
                </c:pt>
                <c:pt idx="878">
                  <c:v>3565.72</c:v>
                </c:pt>
                <c:pt idx="879">
                  <c:v>3572.58</c:v>
                </c:pt>
                <c:pt idx="880">
                  <c:v>3574.53</c:v>
                </c:pt>
                <c:pt idx="881">
                  <c:v>3574.48</c:v>
                </c:pt>
                <c:pt idx="882">
                  <c:v>3580.91</c:v>
                </c:pt>
                <c:pt idx="883">
                  <c:v>3581.69</c:v>
                </c:pt>
                <c:pt idx="884">
                  <c:v>3585.45</c:v>
                </c:pt>
                <c:pt idx="885">
                  <c:v>3589.62</c:v>
                </c:pt>
                <c:pt idx="886">
                  <c:v>3593.2</c:v>
                </c:pt>
                <c:pt idx="887">
                  <c:v>3596.12</c:v>
                </c:pt>
                <c:pt idx="888">
                  <c:v>3599.32</c:v>
                </c:pt>
                <c:pt idx="889">
                  <c:v>3602.35</c:v>
                </c:pt>
                <c:pt idx="890">
                  <c:v>3605.52</c:v>
                </c:pt>
                <c:pt idx="891">
                  <c:v>3610.2400000000002</c:v>
                </c:pt>
                <c:pt idx="892">
                  <c:v>3613.25</c:v>
                </c:pt>
                <c:pt idx="893">
                  <c:v>3608.86</c:v>
                </c:pt>
                <c:pt idx="894">
                  <c:v>3611.8700000000003</c:v>
                </c:pt>
                <c:pt idx="895">
                  <c:v>3614.8799999999997</c:v>
                </c:pt>
                <c:pt idx="896">
                  <c:v>3618.29</c:v>
                </c:pt>
                <c:pt idx="897">
                  <c:v>3619.7599999999998</c:v>
                </c:pt>
                <c:pt idx="898">
                  <c:v>3625.81</c:v>
                </c:pt>
                <c:pt idx="899">
                  <c:v>3629.3799999999997</c:v>
                </c:pt>
                <c:pt idx="900">
                  <c:v>3628.8</c:v>
                </c:pt>
                <c:pt idx="901">
                  <c:v>3635.3300000000004</c:v>
                </c:pt>
                <c:pt idx="902">
                  <c:v>3639.1200000000003</c:v>
                </c:pt>
                <c:pt idx="903">
                  <c:v>3635.9</c:v>
                </c:pt>
                <c:pt idx="904">
                  <c:v>3636.29</c:v>
                </c:pt>
                <c:pt idx="905">
                  <c:v>3646.3999999999996</c:v>
                </c:pt>
                <c:pt idx="906">
                  <c:v>3651.32</c:v>
                </c:pt>
                <c:pt idx="907">
                  <c:v>3658.81</c:v>
                </c:pt>
                <c:pt idx="908">
                  <c:v>3661.54</c:v>
                </c:pt>
                <c:pt idx="909">
                  <c:v>3664.21</c:v>
                </c:pt>
                <c:pt idx="910">
                  <c:v>3667.1200000000003</c:v>
                </c:pt>
                <c:pt idx="911">
                  <c:v>3670.4</c:v>
                </c:pt>
                <c:pt idx="912">
                  <c:v>3671.84</c:v>
                </c:pt>
                <c:pt idx="913">
                  <c:v>3674.9900000000002</c:v>
                </c:pt>
                <c:pt idx="914">
                  <c:v>3679.16</c:v>
                </c:pt>
                <c:pt idx="915">
                  <c:v>3681.5099999999998</c:v>
                </c:pt>
                <c:pt idx="916">
                  <c:v>3682.2599999999998</c:v>
                </c:pt>
                <c:pt idx="917">
                  <c:v>3684.23</c:v>
                </c:pt>
                <c:pt idx="918">
                  <c:v>3687.95</c:v>
                </c:pt>
                <c:pt idx="919">
                  <c:v>3690.92</c:v>
                </c:pt>
                <c:pt idx="920">
                  <c:v>3693.8</c:v>
                </c:pt>
                <c:pt idx="921">
                  <c:v>3696.5499999999997</c:v>
                </c:pt>
                <c:pt idx="922">
                  <c:v>3699.85</c:v>
                </c:pt>
                <c:pt idx="923">
                  <c:v>3702.65</c:v>
                </c:pt>
                <c:pt idx="924">
                  <c:v>3705.67</c:v>
                </c:pt>
                <c:pt idx="925">
                  <c:v>3708.85</c:v>
                </c:pt>
                <c:pt idx="926">
                  <c:v>3711.42</c:v>
                </c:pt>
                <c:pt idx="927">
                  <c:v>3713.93</c:v>
                </c:pt>
                <c:pt idx="928">
                  <c:v>3716.9300000000003</c:v>
                </c:pt>
                <c:pt idx="929">
                  <c:v>3719.42</c:v>
                </c:pt>
                <c:pt idx="930">
                  <c:v>3723.5499999999997</c:v>
                </c:pt>
                <c:pt idx="931">
                  <c:v>3725.5099999999998</c:v>
                </c:pt>
                <c:pt idx="932">
                  <c:v>3730.57</c:v>
                </c:pt>
                <c:pt idx="933">
                  <c:v>3732.39</c:v>
                </c:pt>
                <c:pt idx="934">
                  <c:v>3736.49</c:v>
                </c:pt>
                <c:pt idx="935">
                  <c:v>3736.27</c:v>
                </c:pt>
                <c:pt idx="936">
                  <c:v>3739.5299999999997</c:v>
                </c:pt>
                <c:pt idx="937">
                  <c:v>3746.4900000000002</c:v>
                </c:pt>
                <c:pt idx="938">
                  <c:v>3749.06</c:v>
                </c:pt>
                <c:pt idx="939">
                  <c:v>3750.5299999999997</c:v>
                </c:pt>
                <c:pt idx="940">
                  <c:v>3751.74</c:v>
                </c:pt>
                <c:pt idx="941">
                  <c:v>3755.4500000000003</c:v>
                </c:pt>
                <c:pt idx="942">
                  <c:v>3745.86</c:v>
                </c:pt>
                <c:pt idx="943">
                  <c:v>3760.05</c:v>
                </c:pt>
                <c:pt idx="944">
                  <c:v>3756.03</c:v>
                </c:pt>
                <c:pt idx="945">
                  <c:v>3759.03</c:v>
                </c:pt>
                <c:pt idx="946">
                  <c:v>3760.1800000000003</c:v>
                </c:pt>
                <c:pt idx="947">
                  <c:v>3765.72</c:v>
                </c:pt>
                <c:pt idx="948">
                  <c:v>3770.1099999999997</c:v>
                </c:pt>
                <c:pt idx="949">
                  <c:v>3771.22</c:v>
                </c:pt>
                <c:pt idx="950">
                  <c:v>3774.5899999999997</c:v>
                </c:pt>
                <c:pt idx="951">
                  <c:v>3777.43</c:v>
                </c:pt>
                <c:pt idx="952">
                  <c:v>3780.4</c:v>
                </c:pt>
                <c:pt idx="953">
                  <c:v>3783.29</c:v>
                </c:pt>
                <c:pt idx="954">
                  <c:v>3790.66</c:v>
                </c:pt>
                <c:pt idx="955">
                  <c:v>3797.29</c:v>
                </c:pt>
                <c:pt idx="956">
                  <c:v>3800.05</c:v>
                </c:pt>
                <c:pt idx="957">
                  <c:v>3802.2599999999998</c:v>
                </c:pt>
                <c:pt idx="958">
                  <c:v>3805.29</c:v>
                </c:pt>
                <c:pt idx="959">
                  <c:v>3807.44</c:v>
                </c:pt>
                <c:pt idx="960">
                  <c:v>3810.1</c:v>
                </c:pt>
                <c:pt idx="961">
                  <c:v>3812.8199999999997</c:v>
                </c:pt>
                <c:pt idx="962">
                  <c:v>3816.49</c:v>
                </c:pt>
                <c:pt idx="963">
                  <c:v>3819.07</c:v>
                </c:pt>
                <c:pt idx="964">
                  <c:v>3820.25</c:v>
                </c:pt>
                <c:pt idx="965">
                  <c:v>3824.65</c:v>
                </c:pt>
                <c:pt idx="966">
                  <c:v>3825.6800000000003</c:v>
                </c:pt>
                <c:pt idx="967">
                  <c:v>3827.7999999999997</c:v>
                </c:pt>
                <c:pt idx="968">
                  <c:v>3830.9500000000003</c:v>
                </c:pt>
                <c:pt idx="969">
                  <c:v>3836.83</c:v>
                </c:pt>
                <c:pt idx="970">
                  <c:v>3836.21</c:v>
                </c:pt>
                <c:pt idx="971">
                  <c:v>3842.25</c:v>
                </c:pt>
                <c:pt idx="972">
                  <c:v>3843.6</c:v>
                </c:pt>
                <c:pt idx="973">
                  <c:v>3846.61</c:v>
                </c:pt>
                <c:pt idx="974">
                  <c:v>3846.99</c:v>
                </c:pt>
                <c:pt idx="975">
                  <c:v>3849.5699999999997</c:v>
                </c:pt>
                <c:pt idx="976">
                  <c:v>3852.86</c:v>
                </c:pt>
                <c:pt idx="977">
                  <c:v>3857.4</c:v>
                </c:pt>
                <c:pt idx="978">
                  <c:v>3859.7999999999997</c:v>
                </c:pt>
                <c:pt idx="979">
                  <c:v>3864.1</c:v>
                </c:pt>
                <c:pt idx="980">
                  <c:v>3866</c:v>
                </c:pt>
                <c:pt idx="981">
                  <c:v>3861.9</c:v>
                </c:pt>
                <c:pt idx="982">
                  <c:v>3864.59</c:v>
                </c:pt>
                <c:pt idx="983">
                  <c:v>3867.3</c:v>
                </c:pt>
                <c:pt idx="984">
                  <c:v>3870.0899999999997</c:v>
                </c:pt>
                <c:pt idx="985">
                  <c:v>3872.8799999999997</c:v>
                </c:pt>
                <c:pt idx="986">
                  <c:v>3875.6</c:v>
                </c:pt>
                <c:pt idx="987">
                  <c:v>3878.13</c:v>
                </c:pt>
                <c:pt idx="988">
                  <c:v>3880.92</c:v>
                </c:pt>
                <c:pt idx="989">
                  <c:v>3883.72</c:v>
                </c:pt>
                <c:pt idx="990">
                  <c:v>3886.04</c:v>
                </c:pt>
                <c:pt idx="991">
                  <c:v>3887.95</c:v>
                </c:pt>
                <c:pt idx="992">
                  <c:v>3892.09</c:v>
                </c:pt>
                <c:pt idx="993">
                  <c:v>3891.94</c:v>
                </c:pt>
                <c:pt idx="994">
                  <c:v>3897.22</c:v>
                </c:pt>
                <c:pt idx="995">
                  <c:v>3897.8799999999997</c:v>
                </c:pt>
                <c:pt idx="996">
                  <c:v>3908.69</c:v>
                </c:pt>
                <c:pt idx="997">
                  <c:v>3900.81</c:v>
                </c:pt>
                <c:pt idx="998">
                  <c:v>3915.45</c:v>
                </c:pt>
                <c:pt idx="999">
                  <c:v>3919.15</c:v>
                </c:pt>
                <c:pt idx="1000">
                  <c:v>3914.19</c:v>
                </c:pt>
                <c:pt idx="1001">
                  <c:v>3914.46</c:v>
                </c:pt>
                <c:pt idx="1002">
                  <c:v>3919.27</c:v>
                </c:pt>
                <c:pt idx="1003">
                  <c:v>3914.91</c:v>
                </c:pt>
                <c:pt idx="1004">
                  <c:v>3921.38</c:v>
                </c:pt>
                <c:pt idx="1005">
                  <c:v>3934.58</c:v>
                </c:pt>
                <c:pt idx="1006">
                  <c:v>3931.59</c:v>
                </c:pt>
                <c:pt idx="1007">
                  <c:v>3935.27</c:v>
                </c:pt>
                <c:pt idx="1008">
                  <c:v>3940.0499999999997</c:v>
                </c:pt>
                <c:pt idx="1009">
                  <c:v>3935.6</c:v>
                </c:pt>
                <c:pt idx="1010">
                  <c:v>3942.62</c:v>
                </c:pt>
                <c:pt idx="1011">
                  <c:v>3946.4100000000003</c:v>
                </c:pt>
                <c:pt idx="1012">
                  <c:v>3948.99</c:v>
                </c:pt>
                <c:pt idx="1013">
                  <c:v>3951.29</c:v>
                </c:pt>
                <c:pt idx="1014">
                  <c:v>3953.54</c:v>
                </c:pt>
                <c:pt idx="1015">
                  <c:v>3956.23</c:v>
                </c:pt>
                <c:pt idx="1016">
                  <c:v>3959.52</c:v>
                </c:pt>
                <c:pt idx="1017">
                  <c:v>3962.25</c:v>
                </c:pt>
                <c:pt idx="1018">
                  <c:v>3964.69</c:v>
                </c:pt>
                <c:pt idx="1019">
                  <c:v>3967.54</c:v>
                </c:pt>
                <c:pt idx="1020">
                  <c:v>3970.3599999999997</c:v>
                </c:pt>
                <c:pt idx="1021">
                  <c:v>3973.0699999999997</c:v>
                </c:pt>
                <c:pt idx="1022">
                  <c:v>3976.02</c:v>
                </c:pt>
                <c:pt idx="1023">
                  <c:v>3980.56</c:v>
                </c:pt>
                <c:pt idx="1024">
                  <c:v>3989.77</c:v>
                </c:pt>
                <c:pt idx="1025">
                  <c:v>3992.75</c:v>
                </c:pt>
                <c:pt idx="1026">
                  <c:v>3994.9900000000002</c:v>
                </c:pt>
                <c:pt idx="1027">
                  <c:v>3997.7299999999996</c:v>
                </c:pt>
                <c:pt idx="1028">
                  <c:v>4000.7799999999997</c:v>
                </c:pt>
                <c:pt idx="1029">
                  <c:v>4001.7699999999995</c:v>
                </c:pt>
                <c:pt idx="1030">
                  <c:v>4005.44</c:v>
                </c:pt>
                <c:pt idx="1031">
                  <c:v>4008.8299999999995</c:v>
                </c:pt>
                <c:pt idx="1032">
                  <c:v>4009.91</c:v>
                </c:pt>
                <c:pt idx="1033">
                  <c:v>4013.75</c:v>
                </c:pt>
                <c:pt idx="1034">
                  <c:v>4016.61</c:v>
                </c:pt>
                <c:pt idx="1035">
                  <c:v>4018.89</c:v>
                </c:pt>
                <c:pt idx="1036">
                  <c:v>4022.0200000000004</c:v>
                </c:pt>
                <c:pt idx="1037">
                  <c:v>4024.52</c:v>
                </c:pt>
                <c:pt idx="1038">
                  <c:v>4027.8999999999996</c:v>
                </c:pt>
                <c:pt idx="1039">
                  <c:v>4029.86</c:v>
                </c:pt>
                <c:pt idx="1040">
                  <c:v>4033.27</c:v>
                </c:pt>
                <c:pt idx="1041">
                  <c:v>4035.45</c:v>
                </c:pt>
                <c:pt idx="1042">
                  <c:v>4037.11</c:v>
                </c:pt>
                <c:pt idx="1043">
                  <c:v>4039.3999999999996</c:v>
                </c:pt>
                <c:pt idx="1044">
                  <c:v>4043.0599999999995</c:v>
                </c:pt>
                <c:pt idx="1045">
                  <c:v>4044.89</c:v>
                </c:pt>
                <c:pt idx="1046">
                  <c:v>4048.09</c:v>
                </c:pt>
                <c:pt idx="1047">
                  <c:v>4050.34</c:v>
                </c:pt>
                <c:pt idx="1048">
                  <c:v>4055.11</c:v>
                </c:pt>
                <c:pt idx="1049">
                  <c:v>4058.11</c:v>
                </c:pt>
                <c:pt idx="1050">
                  <c:v>4053.84</c:v>
                </c:pt>
                <c:pt idx="1051">
                  <c:v>4063.72</c:v>
                </c:pt>
                <c:pt idx="1052">
                  <c:v>4066.54</c:v>
                </c:pt>
                <c:pt idx="1053">
                  <c:v>4069.1699999999996</c:v>
                </c:pt>
                <c:pt idx="1054">
                  <c:v>4071.5399999999995</c:v>
                </c:pt>
                <c:pt idx="1055">
                  <c:v>4073.78</c:v>
                </c:pt>
                <c:pt idx="1056">
                  <c:v>4076.9</c:v>
                </c:pt>
                <c:pt idx="1057">
                  <c:v>4079.39</c:v>
                </c:pt>
                <c:pt idx="1058">
                  <c:v>4081.8599999999997</c:v>
                </c:pt>
                <c:pt idx="1059">
                  <c:v>4083.08</c:v>
                </c:pt>
                <c:pt idx="1060">
                  <c:v>4085.9199999999996</c:v>
                </c:pt>
                <c:pt idx="1061">
                  <c:v>4089.4199999999996</c:v>
                </c:pt>
                <c:pt idx="1062">
                  <c:v>4090.09</c:v>
                </c:pt>
                <c:pt idx="1063">
                  <c:v>4093.96</c:v>
                </c:pt>
                <c:pt idx="1064">
                  <c:v>4097.1099999999997</c:v>
                </c:pt>
                <c:pt idx="1065">
                  <c:v>4100.22</c:v>
                </c:pt>
                <c:pt idx="1066">
                  <c:v>4104.29</c:v>
                </c:pt>
                <c:pt idx="1067">
                  <c:v>4102.6100000000006</c:v>
                </c:pt>
                <c:pt idx="1068">
                  <c:v>4109.6000000000004</c:v>
                </c:pt>
                <c:pt idx="1069">
                  <c:v>4108.04</c:v>
                </c:pt>
                <c:pt idx="1070">
                  <c:v>4112.28</c:v>
                </c:pt>
                <c:pt idx="1071">
                  <c:v>4114.6900000000005</c:v>
                </c:pt>
                <c:pt idx="1072">
                  <c:v>4118.88</c:v>
                </c:pt>
                <c:pt idx="1073">
                  <c:v>4119.8899999999994</c:v>
                </c:pt>
                <c:pt idx="1074">
                  <c:v>4122.9500000000007</c:v>
                </c:pt>
                <c:pt idx="1075">
                  <c:v>4125.42</c:v>
                </c:pt>
                <c:pt idx="1076">
                  <c:v>4128.8999999999996</c:v>
                </c:pt>
                <c:pt idx="1077">
                  <c:v>4131.67</c:v>
                </c:pt>
                <c:pt idx="1078">
                  <c:v>4134.38</c:v>
                </c:pt>
                <c:pt idx="1079">
                  <c:v>4137.04</c:v>
                </c:pt>
                <c:pt idx="1080">
                  <c:v>4139.74</c:v>
                </c:pt>
                <c:pt idx="1081">
                  <c:v>4142.5599999999995</c:v>
                </c:pt>
                <c:pt idx="1082">
                  <c:v>4145.2299999999996</c:v>
                </c:pt>
                <c:pt idx="1083">
                  <c:v>4147.33</c:v>
                </c:pt>
                <c:pt idx="1084">
                  <c:v>4150.53</c:v>
                </c:pt>
                <c:pt idx="1085">
                  <c:v>4154.47</c:v>
                </c:pt>
                <c:pt idx="1086">
                  <c:v>4157.4400000000005</c:v>
                </c:pt>
                <c:pt idx="1087">
                  <c:v>4151.3799999999992</c:v>
                </c:pt>
                <c:pt idx="1088">
                  <c:v>4152.97</c:v>
                </c:pt>
                <c:pt idx="1089">
                  <c:v>4154.58</c:v>
                </c:pt>
                <c:pt idx="1090">
                  <c:v>4162.1100000000006</c:v>
                </c:pt>
                <c:pt idx="1091">
                  <c:v>4165.08</c:v>
                </c:pt>
                <c:pt idx="1092">
                  <c:v>4159.7699999999995</c:v>
                </c:pt>
                <c:pt idx="1093">
                  <c:v>4163.6899999999996</c:v>
                </c:pt>
                <c:pt idx="1094">
                  <c:v>4166.92</c:v>
                </c:pt>
                <c:pt idx="1095">
                  <c:v>4173.0200000000004</c:v>
                </c:pt>
                <c:pt idx="1096">
                  <c:v>4173.99</c:v>
                </c:pt>
                <c:pt idx="1097">
                  <c:v>4180.2400000000007</c:v>
                </c:pt>
                <c:pt idx="1098">
                  <c:v>4189.42</c:v>
                </c:pt>
                <c:pt idx="1099">
                  <c:v>4192.43</c:v>
                </c:pt>
                <c:pt idx="1100">
                  <c:v>4194.4299999999994</c:v>
                </c:pt>
                <c:pt idx="1101">
                  <c:v>4198.01</c:v>
                </c:pt>
                <c:pt idx="1102">
                  <c:v>4200.1600000000008</c:v>
                </c:pt>
                <c:pt idx="1103">
                  <c:v>4202.3099999999995</c:v>
                </c:pt>
                <c:pt idx="1104">
                  <c:v>4205.0999999999995</c:v>
                </c:pt>
                <c:pt idx="1105">
                  <c:v>4207.47</c:v>
                </c:pt>
                <c:pt idx="1106">
                  <c:v>4210.0200000000004</c:v>
                </c:pt>
                <c:pt idx="1107">
                  <c:v>4212.83</c:v>
                </c:pt>
                <c:pt idx="1108">
                  <c:v>4213.3999999999996</c:v>
                </c:pt>
                <c:pt idx="1109">
                  <c:v>4215.87</c:v>
                </c:pt>
                <c:pt idx="1110">
                  <c:v>4218.9500000000007</c:v>
                </c:pt>
                <c:pt idx="1111">
                  <c:v>4221.33</c:v>
                </c:pt>
                <c:pt idx="1112">
                  <c:v>4224.09</c:v>
                </c:pt>
                <c:pt idx="1113">
                  <c:v>4227.0200000000004</c:v>
                </c:pt>
                <c:pt idx="1114">
                  <c:v>4229.6899999999996</c:v>
                </c:pt>
                <c:pt idx="1115">
                  <c:v>4232.8500000000004</c:v>
                </c:pt>
                <c:pt idx="1116">
                  <c:v>4234.8600000000006</c:v>
                </c:pt>
                <c:pt idx="1117">
                  <c:v>4239.82</c:v>
                </c:pt>
                <c:pt idx="1118">
                  <c:v>4239.68</c:v>
                </c:pt>
                <c:pt idx="1119">
                  <c:v>4241.82</c:v>
                </c:pt>
                <c:pt idx="1120">
                  <c:v>4244.32</c:v>
                </c:pt>
                <c:pt idx="1121">
                  <c:v>4247.57</c:v>
                </c:pt>
                <c:pt idx="1122">
                  <c:v>4249.49</c:v>
                </c:pt>
                <c:pt idx="1123">
                  <c:v>4252.63</c:v>
                </c:pt>
                <c:pt idx="1124">
                  <c:v>4256.6100000000006</c:v>
                </c:pt>
                <c:pt idx="1125">
                  <c:v>4259.68</c:v>
                </c:pt>
                <c:pt idx="1126">
                  <c:v>4264.7199999999993</c:v>
                </c:pt>
                <c:pt idx="1127">
                  <c:v>4260.51</c:v>
                </c:pt>
                <c:pt idx="1128">
                  <c:v>4270.59</c:v>
                </c:pt>
                <c:pt idx="1129">
                  <c:v>4262.75</c:v>
                </c:pt>
                <c:pt idx="1130">
                  <c:v>4271.9800000000005</c:v>
                </c:pt>
                <c:pt idx="1131">
                  <c:v>4276.2</c:v>
                </c:pt>
                <c:pt idx="1132">
                  <c:v>4278.93</c:v>
                </c:pt>
                <c:pt idx="1133">
                  <c:v>4279.09</c:v>
                </c:pt>
                <c:pt idx="1134">
                  <c:v>4281.1099999999997</c:v>
                </c:pt>
                <c:pt idx="1135">
                  <c:v>4280.2699999999995</c:v>
                </c:pt>
                <c:pt idx="1136">
                  <c:v>4284.3099999999995</c:v>
                </c:pt>
                <c:pt idx="1137">
                  <c:v>4288.5099999999993</c:v>
                </c:pt>
                <c:pt idx="1138">
                  <c:v>4291.2299999999996</c:v>
                </c:pt>
                <c:pt idx="1139">
                  <c:v>4293.07</c:v>
                </c:pt>
                <c:pt idx="1140">
                  <c:v>4296.09</c:v>
                </c:pt>
                <c:pt idx="1141">
                  <c:v>4298.54</c:v>
                </c:pt>
                <c:pt idx="1142">
                  <c:v>4301.2699999999995</c:v>
                </c:pt>
                <c:pt idx="1143">
                  <c:v>4304.08</c:v>
                </c:pt>
                <c:pt idx="1144">
                  <c:v>4306.66</c:v>
                </c:pt>
                <c:pt idx="1145">
                  <c:v>4309.3500000000004</c:v>
                </c:pt>
                <c:pt idx="1146">
                  <c:v>4311.99</c:v>
                </c:pt>
                <c:pt idx="1147">
                  <c:v>4314.9399999999996</c:v>
                </c:pt>
                <c:pt idx="1148">
                  <c:v>4323.38</c:v>
                </c:pt>
                <c:pt idx="1149">
                  <c:v>4326.28</c:v>
                </c:pt>
                <c:pt idx="1150">
                  <c:v>4328.7699999999995</c:v>
                </c:pt>
                <c:pt idx="1151">
                  <c:v>4329.63</c:v>
                </c:pt>
                <c:pt idx="1152">
                  <c:v>4333.88</c:v>
                </c:pt>
                <c:pt idx="1153">
                  <c:v>4335.5499999999993</c:v>
                </c:pt>
                <c:pt idx="1154">
                  <c:v>4338.8</c:v>
                </c:pt>
                <c:pt idx="1155">
                  <c:v>4341.79</c:v>
                </c:pt>
                <c:pt idx="1156">
                  <c:v>4342.46</c:v>
                </c:pt>
                <c:pt idx="1157">
                  <c:v>4340.88</c:v>
                </c:pt>
                <c:pt idx="1158">
                  <c:v>4342.1200000000008</c:v>
                </c:pt>
                <c:pt idx="1159">
                  <c:v>4345.96</c:v>
                </c:pt>
                <c:pt idx="1160">
                  <c:v>4354.46</c:v>
                </c:pt>
                <c:pt idx="1161">
                  <c:v>4356.3500000000004</c:v>
                </c:pt>
                <c:pt idx="1162">
                  <c:v>4359.72</c:v>
                </c:pt>
                <c:pt idx="1163">
                  <c:v>4362.4799999999996</c:v>
                </c:pt>
                <c:pt idx="1164">
                  <c:v>4365.25</c:v>
                </c:pt>
                <c:pt idx="1165">
                  <c:v>4367.7700000000004</c:v>
                </c:pt>
                <c:pt idx="1166">
                  <c:v>4370.04</c:v>
                </c:pt>
                <c:pt idx="1167">
                  <c:v>4372.72</c:v>
                </c:pt>
                <c:pt idx="1168">
                  <c:v>4373.9400000000005</c:v>
                </c:pt>
                <c:pt idx="1169">
                  <c:v>4375.91</c:v>
                </c:pt>
                <c:pt idx="1170">
                  <c:v>4378.2300000000005</c:v>
                </c:pt>
                <c:pt idx="1171">
                  <c:v>4380.72</c:v>
                </c:pt>
                <c:pt idx="1172">
                  <c:v>4382.9799999999996</c:v>
                </c:pt>
                <c:pt idx="1173">
                  <c:v>4385.12</c:v>
                </c:pt>
                <c:pt idx="1174">
                  <c:v>4387.8700000000008</c:v>
                </c:pt>
                <c:pt idx="1175">
                  <c:v>4391.67</c:v>
                </c:pt>
                <c:pt idx="1176">
                  <c:v>4387.9000000000005</c:v>
                </c:pt>
                <c:pt idx="1177">
                  <c:v>4390.7</c:v>
                </c:pt>
                <c:pt idx="1178">
                  <c:v>4393.5</c:v>
                </c:pt>
                <c:pt idx="1179">
                  <c:v>4395.93</c:v>
                </c:pt>
                <c:pt idx="1180">
                  <c:v>4399.6399999999994</c:v>
                </c:pt>
                <c:pt idx="1181">
                  <c:v>4402.38</c:v>
                </c:pt>
                <c:pt idx="1182">
                  <c:v>4404.58</c:v>
                </c:pt>
                <c:pt idx="1183">
                  <c:v>4404.99</c:v>
                </c:pt>
                <c:pt idx="1184">
                  <c:v>4411.8</c:v>
                </c:pt>
                <c:pt idx="1185">
                  <c:v>4412.3599999999997</c:v>
                </c:pt>
                <c:pt idx="1186">
                  <c:v>4412.9800000000005</c:v>
                </c:pt>
                <c:pt idx="1187">
                  <c:v>4417.6399999999994</c:v>
                </c:pt>
                <c:pt idx="1188">
                  <c:v>4418.1499999999996</c:v>
                </c:pt>
                <c:pt idx="1189">
                  <c:v>4421.76</c:v>
                </c:pt>
                <c:pt idx="1190">
                  <c:v>4429.8900000000003</c:v>
                </c:pt>
                <c:pt idx="1191">
                  <c:v>4430.33</c:v>
                </c:pt>
                <c:pt idx="1192">
                  <c:v>4434.45</c:v>
                </c:pt>
                <c:pt idx="1193">
                  <c:v>4433.54</c:v>
                </c:pt>
                <c:pt idx="1194">
                  <c:v>4439.8</c:v>
                </c:pt>
                <c:pt idx="1195">
                  <c:v>4441.8900000000003</c:v>
                </c:pt>
                <c:pt idx="1196">
                  <c:v>4444.26</c:v>
                </c:pt>
                <c:pt idx="1197">
                  <c:v>4447.03</c:v>
                </c:pt>
                <c:pt idx="1198">
                  <c:v>4447.5600000000004</c:v>
                </c:pt>
                <c:pt idx="1199">
                  <c:v>4450.8599999999997</c:v>
                </c:pt>
                <c:pt idx="1200">
                  <c:v>4453.5999999999995</c:v>
                </c:pt>
                <c:pt idx="1201">
                  <c:v>4457.3</c:v>
                </c:pt>
                <c:pt idx="1202">
                  <c:v>4459.8899999999994</c:v>
                </c:pt>
                <c:pt idx="1203">
                  <c:v>4461.32</c:v>
                </c:pt>
                <c:pt idx="1204">
                  <c:v>4463.99</c:v>
                </c:pt>
                <c:pt idx="1205">
                  <c:v>4466.54</c:v>
                </c:pt>
                <c:pt idx="1206">
                  <c:v>4469.2699999999995</c:v>
                </c:pt>
                <c:pt idx="1207">
                  <c:v>4472.1000000000004</c:v>
                </c:pt>
                <c:pt idx="1208">
                  <c:v>4475.07</c:v>
                </c:pt>
                <c:pt idx="1209">
                  <c:v>4479.2199999999993</c:v>
                </c:pt>
                <c:pt idx="1210">
                  <c:v>4479.78</c:v>
                </c:pt>
                <c:pt idx="1211">
                  <c:v>4483.42</c:v>
                </c:pt>
                <c:pt idx="1212">
                  <c:v>4485.7300000000005</c:v>
                </c:pt>
                <c:pt idx="1213">
                  <c:v>4488.53</c:v>
                </c:pt>
                <c:pt idx="1214">
                  <c:v>4493.1900000000005</c:v>
                </c:pt>
                <c:pt idx="1215">
                  <c:v>4496.6799999999994</c:v>
                </c:pt>
                <c:pt idx="1216">
                  <c:v>4498.34</c:v>
                </c:pt>
                <c:pt idx="1217">
                  <c:v>4497.8</c:v>
                </c:pt>
                <c:pt idx="1218">
                  <c:v>4503.71</c:v>
                </c:pt>
                <c:pt idx="1219">
                  <c:v>4502.93</c:v>
                </c:pt>
                <c:pt idx="1220">
                  <c:v>4511.3500000000004</c:v>
                </c:pt>
                <c:pt idx="1221">
                  <c:v>4514.24</c:v>
                </c:pt>
                <c:pt idx="1222">
                  <c:v>4514.99</c:v>
                </c:pt>
                <c:pt idx="1223">
                  <c:v>4519.7300000000005</c:v>
                </c:pt>
                <c:pt idx="1224">
                  <c:v>4518.0499999999993</c:v>
                </c:pt>
                <c:pt idx="1225">
                  <c:v>4524.66</c:v>
                </c:pt>
                <c:pt idx="1226">
                  <c:v>4524.24</c:v>
                </c:pt>
                <c:pt idx="1227">
                  <c:v>4526.95</c:v>
                </c:pt>
                <c:pt idx="1228">
                  <c:v>4532.8799999999992</c:v>
                </c:pt>
                <c:pt idx="1229">
                  <c:v>4534.45</c:v>
                </c:pt>
                <c:pt idx="1230">
                  <c:v>4536.4399999999996</c:v>
                </c:pt>
                <c:pt idx="1231">
                  <c:v>4539.8100000000004</c:v>
                </c:pt>
                <c:pt idx="1232">
                  <c:v>4542.3099999999995</c:v>
                </c:pt>
                <c:pt idx="1233">
                  <c:v>4545.2700000000004</c:v>
                </c:pt>
                <c:pt idx="1234">
                  <c:v>4548.26</c:v>
                </c:pt>
                <c:pt idx="1235">
                  <c:v>4550.96</c:v>
                </c:pt>
                <c:pt idx="1236">
                  <c:v>4553.57</c:v>
                </c:pt>
                <c:pt idx="1237">
                  <c:v>4556.07</c:v>
                </c:pt>
                <c:pt idx="1238">
                  <c:v>4558.93</c:v>
                </c:pt>
                <c:pt idx="1239">
                  <c:v>4561.62</c:v>
                </c:pt>
                <c:pt idx="1240">
                  <c:v>4564.3900000000003</c:v>
                </c:pt>
                <c:pt idx="1241">
                  <c:v>4567.1900000000005</c:v>
                </c:pt>
                <c:pt idx="1242">
                  <c:v>4569.93</c:v>
                </c:pt>
                <c:pt idx="1243">
                  <c:v>4571.4399999999996</c:v>
                </c:pt>
                <c:pt idx="1244">
                  <c:v>4574.4400000000005</c:v>
                </c:pt>
                <c:pt idx="1245">
                  <c:v>4576.4800000000005</c:v>
                </c:pt>
                <c:pt idx="1246">
                  <c:v>4580.6500000000005</c:v>
                </c:pt>
                <c:pt idx="1247">
                  <c:v>4582.5600000000004</c:v>
                </c:pt>
                <c:pt idx="1248">
                  <c:v>4585.29</c:v>
                </c:pt>
                <c:pt idx="1249">
                  <c:v>4586</c:v>
                </c:pt>
                <c:pt idx="1250">
                  <c:v>4592.75</c:v>
                </c:pt>
                <c:pt idx="1251">
                  <c:v>4592.53</c:v>
                </c:pt>
                <c:pt idx="1252">
                  <c:v>4596.8799999999992</c:v>
                </c:pt>
                <c:pt idx="1253">
                  <c:v>4598.96</c:v>
                </c:pt>
                <c:pt idx="1254">
                  <c:v>4603.5700000000006</c:v>
                </c:pt>
                <c:pt idx="1255">
                  <c:v>4606.24</c:v>
                </c:pt>
                <c:pt idx="1256">
                  <c:v>4608.49</c:v>
                </c:pt>
                <c:pt idx="1257">
                  <c:v>4611.34</c:v>
                </c:pt>
                <c:pt idx="1258">
                  <c:v>4612.66</c:v>
                </c:pt>
                <c:pt idx="1259">
                  <c:v>4615.53</c:v>
                </c:pt>
                <c:pt idx="1260">
                  <c:v>4618.1400000000003</c:v>
                </c:pt>
                <c:pt idx="1261">
                  <c:v>4620</c:v>
                </c:pt>
                <c:pt idx="1262">
                  <c:v>4622.7700000000004</c:v>
                </c:pt>
                <c:pt idx="1263">
                  <c:v>4623.99</c:v>
                </c:pt>
                <c:pt idx="1264">
                  <c:v>4626.8599999999997</c:v>
                </c:pt>
                <c:pt idx="1265">
                  <c:v>4629.5</c:v>
                </c:pt>
                <c:pt idx="1266">
                  <c:v>4630.7700000000004</c:v>
                </c:pt>
                <c:pt idx="1267">
                  <c:v>4633.3200000000006</c:v>
                </c:pt>
                <c:pt idx="1268">
                  <c:v>4636.18</c:v>
                </c:pt>
                <c:pt idx="1269">
                  <c:v>4638.3599999999997</c:v>
                </c:pt>
                <c:pt idx="1270">
                  <c:v>4640.46</c:v>
                </c:pt>
                <c:pt idx="1271">
                  <c:v>4644.71</c:v>
                </c:pt>
                <c:pt idx="1272">
                  <c:v>4648.0600000000004</c:v>
                </c:pt>
                <c:pt idx="1273">
                  <c:v>4650.7699999999995</c:v>
                </c:pt>
                <c:pt idx="1274">
                  <c:v>4652.2</c:v>
                </c:pt>
                <c:pt idx="1275">
                  <c:v>4655.1600000000008</c:v>
                </c:pt>
                <c:pt idx="1276">
                  <c:v>4657.4799999999996</c:v>
                </c:pt>
                <c:pt idx="1277">
                  <c:v>4657.92</c:v>
                </c:pt>
                <c:pt idx="1278">
                  <c:v>4658.3500000000004</c:v>
                </c:pt>
                <c:pt idx="1279">
                  <c:v>4663.1400000000003</c:v>
                </c:pt>
                <c:pt idx="1280">
                  <c:v>4662.57</c:v>
                </c:pt>
                <c:pt idx="1281">
                  <c:v>4667.33</c:v>
                </c:pt>
                <c:pt idx="1282">
                  <c:v>4670.68</c:v>
                </c:pt>
                <c:pt idx="1283">
                  <c:v>4673.03</c:v>
                </c:pt>
                <c:pt idx="1284">
                  <c:v>4676.33</c:v>
                </c:pt>
                <c:pt idx="1285">
                  <c:v>4673.09</c:v>
                </c:pt>
                <c:pt idx="1286">
                  <c:v>4676.4900000000007</c:v>
                </c:pt>
                <c:pt idx="1287">
                  <c:v>4681.66</c:v>
                </c:pt>
                <c:pt idx="1288">
                  <c:v>4684.8099999999995</c:v>
                </c:pt>
                <c:pt idx="1289">
                  <c:v>4684.32</c:v>
                </c:pt>
                <c:pt idx="1290">
                  <c:v>4687.32</c:v>
                </c:pt>
                <c:pt idx="1291">
                  <c:v>4688.6400000000003</c:v>
                </c:pt>
                <c:pt idx="1292">
                  <c:v>4691.88</c:v>
                </c:pt>
                <c:pt idx="1293">
                  <c:v>4693.6000000000004</c:v>
                </c:pt>
                <c:pt idx="1294">
                  <c:v>4695.63</c:v>
                </c:pt>
                <c:pt idx="1295">
                  <c:v>4698.2299999999996</c:v>
                </c:pt>
                <c:pt idx="1296">
                  <c:v>4701.3100000000004</c:v>
                </c:pt>
                <c:pt idx="1297">
                  <c:v>4703.6100000000006</c:v>
                </c:pt>
                <c:pt idx="1298">
                  <c:v>4707.22</c:v>
                </c:pt>
                <c:pt idx="1299">
                  <c:v>4708.38</c:v>
                </c:pt>
                <c:pt idx="1300">
                  <c:v>4711.5</c:v>
                </c:pt>
                <c:pt idx="1301">
                  <c:v>4711.8</c:v>
                </c:pt>
                <c:pt idx="1302">
                  <c:v>4714.1900000000005</c:v>
                </c:pt>
                <c:pt idx="1303">
                  <c:v>4716.6499999999996</c:v>
                </c:pt>
                <c:pt idx="1304">
                  <c:v>4718.68</c:v>
                </c:pt>
                <c:pt idx="1305">
                  <c:v>4720.79</c:v>
                </c:pt>
                <c:pt idx="1306">
                  <c:v>4722.95</c:v>
                </c:pt>
                <c:pt idx="1307">
                  <c:v>4726.37</c:v>
                </c:pt>
                <c:pt idx="1308">
                  <c:v>4729.92</c:v>
                </c:pt>
                <c:pt idx="1309">
                  <c:v>4731.1899999999996</c:v>
                </c:pt>
                <c:pt idx="1310">
                  <c:v>4734.57</c:v>
                </c:pt>
                <c:pt idx="1311">
                  <c:v>4732.79</c:v>
                </c:pt>
                <c:pt idx="1312">
                  <c:v>4735.32</c:v>
                </c:pt>
                <c:pt idx="1313">
                  <c:v>4741.2</c:v>
                </c:pt>
                <c:pt idx="1314">
                  <c:v>4743.5999999999995</c:v>
                </c:pt>
                <c:pt idx="1315">
                  <c:v>4746.5400000000009</c:v>
                </c:pt>
                <c:pt idx="1316">
                  <c:v>4735.79</c:v>
                </c:pt>
                <c:pt idx="1317">
                  <c:v>4745.5600000000004</c:v>
                </c:pt>
                <c:pt idx="1318">
                  <c:v>4742.51</c:v>
                </c:pt>
                <c:pt idx="1319">
                  <c:v>4750.5</c:v>
                </c:pt>
                <c:pt idx="1320">
                  <c:v>4743.03</c:v>
                </c:pt>
                <c:pt idx="1321">
                  <c:v>4745.78</c:v>
                </c:pt>
                <c:pt idx="1322">
                  <c:v>4756.04</c:v>
                </c:pt>
                <c:pt idx="1323">
                  <c:v>4757.1899999999996</c:v>
                </c:pt>
                <c:pt idx="1324">
                  <c:v>4754.9900000000007</c:v>
                </c:pt>
                <c:pt idx="1325">
                  <c:v>4758.8999999999996</c:v>
                </c:pt>
                <c:pt idx="1326">
                  <c:v>4760.88</c:v>
                </c:pt>
                <c:pt idx="1327">
                  <c:v>4762.55</c:v>
                </c:pt>
                <c:pt idx="1328">
                  <c:v>4764.46</c:v>
                </c:pt>
                <c:pt idx="1329">
                  <c:v>4766.6000000000004</c:v>
                </c:pt>
                <c:pt idx="1330">
                  <c:v>4768.7699999999995</c:v>
                </c:pt>
                <c:pt idx="1331">
                  <c:v>4770.92</c:v>
                </c:pt>
                <c:pt idx="1332">
                  <c:v>4773.17</c:v>
                </c:pt>
                <c:pt idx="1333">
                  <c:v>4775.2299999999996</c:v>
                </c:pt>
                <c:pt idx="1334">
                  <c:v>4777.3999999999996</c:v>
                </c:pt>
                <c:pt idx="1335">
                  <c:v>4779.12</c:v>
                </c:pt>
                <c:pt idx="1336">
                  <c:v>4780.8200000000006</c:v>
                </c:pt>
                <c:pt idx="1337">
                  <c:v>4782.38</c:v>
                </c:pt>
                <c:pt idx="1338">
                  <c:v>4782.95</c:v>
                </c:pt>
                <c:pt idx="1339">
                  <c:v>4790.4400000000005</c:v>
                </c:pt>
                <c:pt idx="1340">
                  <c:v>4789.4699999999993</c:v>
                </c:pt>
                <c:pt idx="1341">
                  <c:v>4797.12</c:v>
                </c:pt>
                <c:pt idx="1342">
                  <c:v>4794.8500000000004</c:v>
                </c:pt>
                <c:pt idx="1343">
                  <c:v>4793.72</c:v>
                </c:pt>
                <c:pt idx="1344">
                  <c:v>4790.5600000000004</c:v>
                </c:pt>
                <c:pt idx="1345">
                  <c:v>4795.78</c:v>
                </c:pt>
                <c:pt idx="1346">
                  <c:v>4812.76</c:v>
                </c:pt>
                <c:pt idx="1347">
                  <c:v>4796.4799999999996</c:v>
                </c:pt>
                <c:pt idx="1348">
                  <c:v>4809.96</c:v>
                </c:pt>
                <c:pt idx="1349">
                  <c:v>4805.08</c:v>
                </c:pt>
                <c:pt idx="1350">
                  <c:v>4816.08</c:v>
                </c:pt>
                <c:pt idx="1351">
                  <c:v>4819.4100000000008</c:v>
                </c:pt>
                <c:pt idx="1352">
                  <c:v>4821.3499999999995</c:v>
                </c:pt>
                <c:pt idx="1353">
                  <c:v>4822.29</c:v>
                </c:pt>
                <c:pt idx="1354">
                  <c:v>4815.9299999999994</c:v>
                </c:pt>
                <c:pt idx="1355">
                  <c:v>4826.95</c:v>
                </c:pt>
                <c:pt idx="1356">
                  <c:v>4821.28</c:v>
                </c:pt>
                <c:pt idx="1357">
                  <c:v>4824</c:v>
                </c:pt>
                <c:pt idx="1358">
                  <c:v>4825.95</c:v>
                </c:pt>
                <c:pt idx="1359">
                  <c:v>4829.13</c:v>
                </c:pt>
                <c:pt idx="1360">
                  <c:v>4832.67</c:v>
                </c:pt>
                <c:pt idx="1361">
                  <c:v>4834.6499999999996</c:v>
                </c:pt>
                <c:pt idx="1362">
                  <c:v>4836.78</c:v>
                </c:pt>
                <c:pt idx="1363">
                  <c:v>4838.96</c:v>
                </c:pt>
                <c:pt idx="1364">
                  <c:v>4843.34</c:v>
                </c:pt>
                <c:pt idx="1365">
                  <c:v>4853.6499999999996</c:v>
                </c:pt>
                <c:pt idx="1366">
                  <c:v>4855.9400000000005</c:v>
                </c:pt>
                <c:pt idx="1367">
                  <c:v>4857.8900000000003</c:v>
                </c:pt>
                <c:pt idx="1368">
                  <c:v>4859.88</c:v>
                </c:pt>
                <c:pt idx="1369">
                  <c:v>4862.16</c:v>
                </c:pt>
                <c:pt idx="1370">
                  <c:v>4864.01</c:v>
                </c:pt>
                <c:pt idx="1371">
                  <c:v>4862.2</c:v>
                </c:pt>
                <c:pt idx="1372">
                  <c:v>4865.6899999999996</c:v>
                </c:pt>
                <c:pt idx="1373">
                  <c:v>4870.0099999999993</c:v>
                </c:pt>
                <c:pt idx="1374">
                  <c:v>4871.92</c:v>
                </c:pt>
                <c:pt idx="1375">
                  <c:v>4874.76</c:v>
                </c:pt>
                <c:pt idx="1376">
                  <c:v>4872.67</c:v>
                </c:pt>
                <c:pt idx="1377">
                  <c:v>4879.47</c:v>
                </c:pt>
                <c:pt idx="1378">
                  <c:v>4881.6499999999996</c:v>
                </c:pt>
                <c:pt idx="1379">
                  <c:v>4883.13</c:v>
                </c:pt>
                <c:pt idx="1380">
                  <c:v>4885.49</c:v>
                </c:pt>
                <c:pt idx="1381">
                  <c:v>4886.78</c:v>
                </c:pt>
                <c:pt idx="1382">
                  <c:v>4890.16</c:v>
                </c:pt>
                <c:pt idx="1383">
                  <c:v>4888.33</c:v>
                </c:pt>
                <c:pt idx="1384">
                  <c:v>4892.26</c:v>
                </c:pt>
                <c:pt idx="1385">
                  <c:v>4892.4799999999996</c:v>
                </c:pt>
                <c:pt idx="1386">
                  <c:v>4892.76</c:v>
                </c:pt>
                <c:pt idx="1387">
                  <c:v>4897.04</c:v>
                </c:pt>
                <c:pt idx="1388">
                  <c:v>4897.8099999999995</c:v>
                </c:pt>
                <c:pt idx="1389">
                  <c:v>4901.46</c:v>
                </c:pt>
                <c:pt idx="1390">
                  <c:v>4904.7599999999993</c:v>
                </c:pt>
                <c:pt idx="1391">
                  <c:v>4906.3</c:v>
                </c:pt>
                <c:pt idx="1392">
                  <c:v>4910.0599999999995</c:v>
                </c:pt>
                <c:pt idx="1393">
                  <c:v>4912.1100000000006</c:v>
                </c:pt>
                <c:pt idx="1394">
                  <c:v>4912.59</c:v>
                </c:pt>
                <c:pt idx="1395">
                  <c:v>4914.7</c:v>
                </c:pt>
                <c:pt idx="1396">
                  <c:v>4917.01</c:v>
                </c:pt>
                <c:pt idx="1397">
                  <c:v>4918.9800000000005</c:v>
                </c:pt>
                <c:pt idx="1398">
                  <c:v>4921.04</c:v>
                </c:pt>
                <c:pt idx="1399">
                  <c:v>4923.08</c:v>
                </c:pt>
                <c:pt idx="1400">
                  <c:v>4925.4800000000005</c:v>
                </c:pt>
                <c:pt idx="1401">
                  <c:v>4927.5200000000004</c:v>
                </c:pt>
                <c:pt idx="1402">
                  <c:v>4931.29</c:v>
                </c:pt>
                <c:pt idx="1403">
                  <c:v>4929.1499999999996</c:v>
                </c:pt>
                <c:pt idx="1404">
                  <c:v>4933.62</c:v>
                </c:pt>
                <c:pt idx="1405">
                  <c:v>4934.0599999999995</c:v>
                </c:pt>
                <c:pt idx="1406">
                  <c:v>4937.88</c:v>
                </c:pt>
                <c:pt idx="1407">
                  <c:v>4935.3499999999995</c:v>
                </c:pt>
                <c:pt idx="1408">
                  <c:v>4944.51</c:v>
                </c:pt>
                <c:pt idx="1409">
                  <c:v>4944.2300000000005</c:v>
                </c:pt>
                <c:pt idx="1410">
                  <c:v>4948.9799999999996</c:v>
                </c:pt>
                <c:pt idx="1411">
                  <c:v>4948.45</c:v>
                </c:pt>
                <c:pt idx="1412">
                  <c:v>4932.4000000000005</c:v>
                </c:pt>
                <c:pt idx="1413">
                  <c:v>4954.34</c:v>
                </c:pt>
                <c:pt idx="1414">
                  <c:v>4947.45</c:v>
                </c:pt>
                <c:pt idx="1415">
                  <c:v>4952</c:v>
                </c:pt>
                <c:pt idx="1416">
                  <c:v>4956.26</c:v>
                </c:pt>
                <c:pt idx="1417">
                  <c:v>4946.76</c:v>
                </c:pt>
                <c:pt idx="1418">
                  <c:v>4959.0300000000007</c:v>
                </c:pt>
                <c:pt idx="1419">
                  <c:v>4952.82</c:v>
                </c:pt>
                <c:pt idx="1420">
                  <c:v>4959.38</c:v>
                </c:pt>
                <c:pt idx="1421">
                  <c:v>4958.96</c:v>
                </c:pt>
                <c:pt idx="1422">
                  <c:v>4963.2</c:v>
                </c:pt>
                <c:pt idx="1423">
                  <c:v>4964.78</c:v>
                </c:pt>
                <c:pt idx="1424">
                  <c:v>4967.2400000000007</c:v>
                </c:pt>
                <c:pt idx="1425">
                  <c:v>4969.34</c:v>
                </c:pt>
                <c:pt idx="1426">
                  <c:v>4971.29</c:v>
                </c:pt>
                <c:pt idx="1427">
                  <c:v>4973.4400000000005</c:v>
                </c:pt>
                <c:pt idx="1428">
                  <c:v>4975.42</c:v>
                </c:pt>
                <c:pt idx="1429">
                  <c:v>4977.38</c:v>
                </c:pt>
                <c:pt idx="1430">
                  <c:v>4979.62</c:v>
                </c:pt>
                <c:pt idx="1431">
                  <c:v>4981.6399999999994</c:v>
                </c:pt>
                <c:pt idx="1432">
                  <c:v>4983.43</c:v>
                </c:pt>
                <c:pt idx="1433">
                  <c:v>4984.6500000000005</c:v>
                </c:pt>
                <c:pt idx="1434">
                  <c:v>4990.2300000000005</c:v>
                </c:pt>
                <c:pt idx="1435">
                  <c:v>4986.33</c:v>
                </c:pt>
                <c:pt idx="1436">
                  <c:v>4995.7299999999996</c:v>
                </c:pt>
                <c:pt idx="1437">
                  <c:v>4993.01</c:v>
                </c:pt>
                <c:pt idx="1438">
                  <c:v>4995.1299999999992</c:v>
                </c:pt>
                <c:pt idx="1439">
                  <c:v>4994.41</c:v>
                </c:pt>
                <c:pt idx="1440">
                  <c:v>5008.2700000000004</c:v>
                </c:pt>
                <c:pt idx="1441">
                  <c:v>5010.6000000000004</c:v>
                </c:pt>
                <c:pt idx="1442">
                  <c:v>5012.1000000000004</c:v>
                </c:pt>
                <c:pt idx="1443">
                  <c:v>5005.3500000000004</c:v>
                </c:pt>
                <c:pt idx="1444">
                  <c:v>5001.54</c:v>
                </c:pt>
                <c:pt idx="1445">
                  <c:v>5020.1399999999994</c:v>
                </c:pt>
                <c:pt idx="1446">
                  <c:v>5003.03</c:v>
                </c:pt>
                <c:pt idx="1447">
                  <c:v>5009.13</c:v>
                </c:pt>
                <c:pt idx="1448">
                  <c:v>5022.33</c:v>
                </c:pt>
                <c:pt idx="1449">
                  <c:v>5016.3999999999996</c:v>
                </c:pt>
                <c:pt idx="1450">
                  <c:v>5025.25</c:v>
                </c:pt>
                <c:pt idx="1451">
                  <c:v>5027.34</c:v>
                </c:pt>
                <c:pt idx="1452">
                  <c:v>5027.3599999999997</c:v>
                </c:pt>
                <c:pt idx="1453">
                  <c:v>5029.2300000000005</c:v>
                </c:pt>
                <c:pt idx="1454">
                  <c:v>5030.2300000000005</c:v>
                </c:pt>
                <c:pt idx="1455">
                  <c:v>5030.76</c:v>
                </c:pt>
                <c:pt idx="1456">
                  <c:v>5033.22</c:v>
                </c:pt>
                <c:pt idx="1457">
                  <c:v>5035.6400000000003</c:v>
                </c:pt>
                <c:pt idx="1458">
                  <c:v>5045.9800000000005</c:v>
                </c:pt>
                <c:pt idx="1459">
                  <c:v>5050.57</c:v>
                </c:pt>
                <c:pt idx="1460">
                  <c:v>5052.62</c:v>
                </c:pt>
                <c:pt idx="1461">
                  <c:v>5054.1600000000008</c:v>
                </c:pt>
                <c:pt idx="1462">
                  <c:v>5056.12</c:v>
                </c:pt>
                <c:pt idx="1463">
                  <c:v>5058</c:v>
                </c:pt>
                <c:pt idx="1464">
                  <c:v>5060.0199999999995</c:v>
                </c:pt>
                <c:pt idx="1465">
                  <c:v>5059.76</c:v>
                </c:pt>
                <c:pt idx="1466">
                  <c:v>5062.1000000000004</c:v>
                </c:pt>
                <c:pt idx="1467">
                  <c:v>5066.91</c:v>
                </c:pt>
                <c:pt idx="1468">
                  <c:v>5066.1399999999994</c:v>
                </c:pt>
                <c:pt idx="1469">
                  <c:v>5070.1099999999997</c:v>
                </c:pt>
                <c:pt idx="1470">
                  <c:v>5071.3499999999995</c:v>
                </c:pt>
                <c:pt idx="1471">
                  <c:v>5074.78</c:v>
                </c:pt>
                <c:pt idx="1472">
                  <c:v>5075.3500000000004</c:v>
                </c:pt>
                <c:pt idx="1473">
                  <c:v>5073.0899999999992</c:v>
                </c:pt>
                <c:pt idx="1474">
                  <c:v>5075.79</c:v>
                </c:pt>
                <c:pt idx="1475">
                  <c:v>5082.04</c:v>
                </c:pt>
                <c:pt idx="1476">
                  <c:v>5085.09</c:v>
                </c:pt>
                <c:pt idx="1477">
                  <c:v>5087.51</c:v>
                </c:pt>
                <c:pt idx="1478">
                  <c:v>5087.6900000000005</c:v>
                </c:pt>
                <c:pt idx="1479">
                  <c:v>5090.6900000000005</c:v>
                </c:pt>
                <c:pt idx="1480">
                  <c:v>5090.9500000000007</c:v>
                </c:pt>
                <c:pt idx="1481">
                  <c:v>5093.7700000000004</c:v>
                </c:pt>
                <c:pt idx="1482">
                  <c:v>5092.33</c:v>
                </c:pt>
                <c:pt idx="1483">
                  <c:v>5094.37</c:v>
                </c:pt>
                <c:pt idx="1484">
                  <c:v>5098.68</c:v>
                </c:pt>
                <c:pt idx="1485">
                  <c:v>5099.87</c:v>
                </c:pt>
                <c:pt idx="1486">
                  <c:v>5101.63</c:v>
                </c:pt>
                <c:pt idx="1487">
                  <c:v>5104.91</c:v>
                </c:pt>
                <c:pt idx="1488">
                  <c:v>5105.1099999999997</c:v>
                </c:pt>
                <c:pt idx="1489">
                  <c:v>5107.2</c:v>
                </c:pt>
                <c:pt idx="1490">
                  <c:v>5109.2000000000007</c:v>
                </c:pt>
                <c:pt idx="1491">
                  <c:v>5111.3</c:v>
                </c:pt>
                <c:pt idx="1492">
                  <c:v>5113.1499999999996</c:v>
                </c:pt>
                <c:pt idx="1493">
                  <c:v>5115.26</c:v>
                </c:pt>
                <c:pt idx="1494">
                  <c:v>5117.66</c:v>
                </c:pt>
                <c:pt idx="1495">
                  <c:v>5119.33</c:v>
                </c:pt>
                <c:pt idx="1496">
                  <c:v>5121.6000000000004</c:v>
                </c:pt>
                <c:pt idx="1497">
                  <c:v>5123.8</c:v>
                </c:pt>
                <c:pt idx="1498">
                  <c:v>5126.08</c:v>
                </c:pt>
                <c:pt idx="1499">
                  <c:v>5128.51</c:v>
                </c:pt>
                <c:pt idx="1500">
                  <c:v>5130.6000000000004</c:v>
                </c:pt>
                <c:pt idx="1501">
                  <c:v>5132.8899999999994</c:v>
                </c:pt>
                <c:pt idx="1502">
                  <c:v>5134.99</c:v>
                </c:pt>
                <c:pt idx="1503">
                  <c:v>5137.5700000000006</c:v>
                </c:pt>
                <c:pt idx="1504">
                  <c:v>5135.7299999999996</c:v>
                </c:pt>
                <c:pt idx="1505">
                  <c:v>5137.1000000000004</c:v>
                </c:pt>
                <c:pt idx="1506">
                  <c:v>5138.4100000000008</c:v>
                </c:pt>
                <c:pt idx="1507">
                  <c:v>5141.07</c:v>
                </c:pt>
                <c:pt idx="1508">
                  <c:v>5147.9100000000008</c:v>
                </c:pt>
                <c:pt idx="1509">
                  <c:v>5144.8999999999996</c:v>
                </c:pt>
                <c:pt idx="1510">
                  <c:v>5150.5</c:v>
                </c:pt>
                <c:pt idx="1511">
                  <c:v>5150.7199999999993</c:v>
                </c:pt>
                <c:pt idx="1512">
                  <c:v>5152.1299999999992</c:v>
                </c:pt>
                <c:pt idx="1513">
                  <c:v>5153.2700000000004</c:v>
                </c:pt>
                <c:pt idx="1514">
                  <c:v>5155.95</c:v>
                </c:pt>
                <c:pt idx="1515">
                  <c:v>5160.1400000000003</c:v>
                </c:pt>
                <c:pt idx="1516">
                  <c:v>5161.7</c:v>
                </c:pt>
                <c:pt idx="1517">
                  <c:v>5162.7700000000004</c:v>
                </c:pt>
                <c:pt idx="1518">
                  <c:v>5164.41</c:v>
                </c:pt>
                <c:pt idx="1519">
                  <c:v>5166.49</c:v>
                </c:pt>
                <c:pt idx="1520">
                  <c:v>5168.4799999999996</c:v>
                </c:pt>
                <c:pt idx="1521">
                  <c:v>5170.46</c:v>
                </c:pt>
                <c:pt idx="1522">
                  <c:v>5172.1899999999996</c:v>
                </c:pt>
                <c:pt idx="1523">
                  <c:v>5174.54</c:v>
                </c:pt>
                <c:pt idx="1524">
                  <c:v>5176.74</c:v>
                </c:pt>
                <c:pt idx="1525">
                  <c:v>5178.67</c:v>
                </c:pt>
                <c:pt idx="1526">
                  <c:v>5180.8500000000004</c:v>
                </c:pt>
                <c:pt idx="1527">
                  <c:v>5182.83</c:v>
                </c:pt>
                <c:pt idx="1528">
                  <c:v>5184.66</c:v>
                </c:pt>
                <c:pt idx="1529">
                  <c:v>5186.67</c:v>
                </c:pt>
                <c:pt idx="1530">
                  <c:v>5188.54</c:v>
                </c:pt>
                <c:pt idx="1531">
                  <c:v>5192.5</c:v>
                </c:pt>
                <c:pt idx="1532">
                  <c:v>5194.99</c:v>
                </c:pt>
                <c:pt idx="1533">
                  <c:v>5197.12</c:v>
                </c:pt>
                <c:pt idx="1534">
                  <c:v>5199.12</c:v>
                </c:pt>
                <c:pt idx="1535">
                  <c:v>5200.3700000000008</c:v>
                </c:pt>
                <c:pt idx="1536">
                  <c:v>5202.5600000000004</c:v>
                </c:pt>
                <c:pt idx="1537">
                  <c:v>5203.6499999999996</c:v>
                </c:pt>
                <c:pt idx="1538">
                  <c:v>5205.08</c:v>
                </c:pt>
                <c:pt idx="1539">
                  <c:v>5206.7699999999995</c:v>
                </c:pt>
                <c:pt idx="1540">
                  <c:v>5206.1400000000003</c:v>
                </c:pt>
                <c:pt idx="1541">
                  <c:v>5212.71</c:v>
                </c:pt>
                <c:pt idx="1542">
                  <c:v>5211.63</c:v>
                </c:pt>
                <c:pt idx="1543">
                  <c:v>5215.01</c:v>
                </c:pt>
                <c:pt idx="1544">
                  <c:v>5212.5599999999995</c:v>
                </c:pt>
                <c:pt idx="1545">
                  <c:v>5215.5</c:v>
                </c:pt>
                <c:pt idx="1546">
                  <c:v>5220.22</c:v>
                </c:pt>
                <c:pt idx="1547">
                  <c:v>5221.21</c:v>
                </c:pt>
                <c:pt idx="1548">
                  <c:v>5223.54</c:v>
                </c:pt>
                <c:pt idx="1549">
                  <c:v>5224.57</c:v>
                </c:pt>
                <c:pt idx="1550">
                  <c:v>5226.6099999999997</c:v>
                </c:pt>
                <c:pt idx="1551">
                  <c:v>5228.3</c:v>
                </c:pt>
                <c:pt idx="1552">
                  <c:v>5229.82</c:v>
                </c:pt>
                <c:pt idx="1553">
                  <c:v>5232.4400000000005</c:v>
                </c:pt>
                <c:pt idx="1554">
                  <c:v>5233.82</c:v>
                </c:pt>
                <c:pt idx="1555">
                  <c:v>5236.0499999999993</c:v>
                </c:pt>
                <c:pt idx="1556">
                  <c:v>5237.9800000000005</c:v>
                </c:pt>
                <c:pt idx="1557">
                  <c:v>5239.5600000000004</c:v>
                </c:pt>
                <c:pt idx="1558">
                  <c:v>5241.62</c:v>
                </c:pt>
                <c:pt idx="1559">
                  <c:v>5243.96</c:v>
                </c:pt>
                <c:pt idx="1560">
                  <c:v>5246.0599999999995</c:v>
                </c:pt>
                <c:pt idx="1561">
                  <c:v>5247.4</c:v>
                </c:pt>
                <c:pt idx="1562">
                  <c:v>5249.23</c:v>
                </c:pt>
                <c:pt idx="1563">
                  <c:v>5249.72</c:v>
                </c:pt>
                <c:pt idx="1564">
                  <c:v>5252.28</c:v>
                </c:pt>
                <c:pt idx="1565">
                  <c:v>5254.21</c:v>
                </c:pt>
                <c:pt idx="1566">
                  <c:v>5259.2800000000007</c:v>
                </c:pt>
                <c:pt idx="1567">
                  <c:v>5258.71</c:v>
                </c:pt>
                <c:pt idx="1568">
                  <c:v>5259.1</c:v>
                </c:pt>
                <c:pt idx="1569">
                  <c:v>5259.74</c:v>
                </c:pt>
                <c:pt idx="1570">
                  <c:v>5261.9400000000005</c:v>
                </c:pt>
                <c:pt idx="1571">
                  <c:v>5264.11</c:v>
                </c:pt>
                <c:pt idx="1572">
                  <c:v>5269.3899999999994</c:v>
                </c:pt>
                <c:pt idx="1573">
                  <c:v>5272.4000000000005</c:v>
                </c:pt>
                <c:pt idx="1574">
                  <c:v>5270.98</c:v>
                </c:pt>
                <c:pt idx="1575">
                  <c:v>5272.35</c:v>
                </c:pt>
                <c:pt idx="1576">
                  <c:v>5277.35</c:v>
                </c:pt>
                <c:pt idx="1577">
                  <c:v>5278.51</c:v>
                </c:pt>
                <c:pt idx="1578">
                  <c:v>5277.35</c:v>
                </c:pt>
                <c:pt idx="1579">
                  <c:v>5281.39</c:v>
                </c:pt>
                <c:pt idx="1580">
                  <c:v>5282.82</c:v>
                </c:pt>
                <c:pt idx="1581">
                  <c:v>5286.32</c:v>
                </c:pt>
                <c:pt idx="1582">
                  <c:v>5284.63</c:v>
                </c:pt>
                <c:pt idx="1583">
                  <c:v>5286.7300000000005</c:v>
                </c:pt>
                <c:pt idx="1584">
                  <c:v>5288.47</c:v>
                </c:pt>
                <c:pt idx="1585">
                  <c:v>5290.46</c:v>
                </c:pt>
                <c:pt idx="1586">
                  <c:v>5292.29</c:v>
                </c:pt>
                <c:pt idx="1587">
                  <c:v>5296.11</c:v>
                </c:pt>
                <c:pt idx="1588">
                  <c:v>5300.58</c:v>
                </c:pt>
                <c:pt idx="1589">
                  <c:v>5301.68</c:v>
                </c:pt>
                <c:pt idx="1590">
                  <c:v>5304.09</c:v>
                </c:pt>
                <c:pt idx="1591">
                  <c:v>5305.54</c:v>
                </c:pt>
                <c:pt idx="1592">
                  <c:v>5305.3600000000006</c:v>
                </c:pt>
                <c:pt idx="1593">
                  <c:v>5308.66</c:v>
                </c:pt>
                <c:pt idx="1594">
                  <c:v>5310.13</c:v>
                </c:pt>
                <c:pt idx="1595">
                  <c:v>5312.03</c:v>
                </c:pt>
                <c:pt idx="1596">
                  <c:v>5309.12</c:v>
                </c:pt>
                <c:pt idx="1597">
                  <c:v>5313.86</c:v>
                </c:pt>
                <c:pt idx="1598">
                  <c:v>5313.94</c:v>
                </c:pt>
                <c:pt idx="1599">
                  <c:v>5310.88</c:v>
                </c:pt>
                <c:pt idx="1600">
                  <c:v>5319.9800000000005</c:v>
                </c:pt>
                <c:pt idx="1601">
                  <c:v>5319.89</c:v>
                </c:pt>
                <c:pt idx="1602">
                  <c:v>5317.36</c:v>
                </c:pt>
                <c:pt idx="1603">
                  <c:v>5317.1799999999994</c:v>
                </c:pt>
                <c:pt idx="1604">
                  <c:v>5326.2</c:v>
                </c:pt>
                <c:pt idx="1605">
                  <c:v>5327.69</c:v>
                </c:pt>
                <c:pt idx="1606">
                  <c:v>5329.1399999999994</c:v>
                </c:pt>
                <c:pt idx="1607">
                  <c:v>5331.7300000000005</c:v>
                </c:pt>
                <c:pt idx="1608">
                  <c:v>5334.38</c:v>
                </c:pt>
                <c:pt idx="1609">
                  <c:v>5336.08</c:v>
                </c:pt>
                <c:pt idx="1610">
                  <c:v>5337.92</c:v>
                </c:pt>
                <c:pt idx="1611">
                  <c:v>5338.3099999999995</c:v>
                </c:pt>
                <c:pt idx="1612">
                  <c:v>5340.66</c:v>
                </c:pt>
                <c:pt idx="1613">
                  <c:v>5341.96</c:v>
                </c:pt>
                <c:pt idx="1614">
                  <c:v>5342.88</c:v>
                </c:pt>
                <c:pt idx="1615">
                  <c:v>5344.01</c:v>
                </c:pt>
                <c:pt idx="1616">
                  <c:v>5345.93</c:v>
                </c:pt>
                <c:pt idx="1617">
                  <c:v>5349.15</c:v>
                </c:pt>
                <c:pt idx="1618">
                  <c:v>5348.6399999999994</c:v>
                </c:pt>
                <c:pt idx="1619">
                  <c:v>5350.88</c:v>
                </c:pt>
                <c:pt idx="1620">
                  <c:v>5352.45</c:v>
                </c:pt>
                <c:pt idx="1621">
                  <c:v>5354.74</c:v>
                </c:pt>
                <c:pt idx="1622">
                  <c:v>5355.3899999999994</c:v>
                </c:pt>
                <c:pt idx="1623">
                  <c:v>5358.34</c:v>
                </c:pt>
                <c:pt idx="1624">
                  <c:v>5361.32</c:v>
                </c:pt>
                <c:pt idx="1625">
                  <c:v>5359.5300000000007</c:v>
                </c:pt>
                <c:pt idx="1626">
                  <c:v>5361.84</c:v>
                </c:pt>
                <c:pt idx="1627">
                  <c:v>5367.48</c:v>
                </c:pt>
                <c:pt idx="1628">
                  <c:v>5369.55</c:v>
                </c:pt>
                <c:pt idx="1629">
                  <c:v>5365.69</c:v>
                </c:pt>
                <c:pt idx="1630">
                  <c:v>5368.44</c:v>
                </c:pt>
                <c:pt idx="1631">
                  <c:v>5372.76</c:v>
                </c:pt>
                <c:pt idx="1632">
                  <c:v>5375.73</c:v>
                </c:pt>
                <c:pt idx="1633">
                  <c:v>5371.91</c:v>
                </c:pt>
                <c:pt idx="1634">
                  <c:v>5374.65</c:v>
                </c:pt>
                <c:pt idx="1635">
                  <c:v>5379.4000000000005</c:v>
                </c:pt>
                <c:pt idx="1636">
                  <c:v>5379.6900000000005</c:v>
                </c:pt>
                <c:pt idx="1637">
                  <c:v>5382.3</c:v>
                </c:pt>
                <c:pt idx="1638">
                  <c:v>5383.89</c:v>
                </c:pt>
                <c:pt idx="1639">
                  <c:v>5386.56</c:v>
                </c:pt>
                <c:pt idx="1640">
                  <c:v>5388.4100000000008</c:v>
                </c:pt>
                <c:pt idx="1641">
                  <c:v>5389.25</c:v>
                </c:pt>
                <c:pt idx="1642">
                  <c:v>5391.09</c:v>
                </c:pt>
                <c:pt idx="1643">
                  <c:v>5393.23</c:v>
                </c:pt>
                <c:pt idx="1644">
                  <c:v>5394.77</c:v>
                </c:pt>
                <c:pt idx="1645">
                  <c:v>5396.4299999999994</c:v>
                </c:pt>
                <c:pt idx="1646">
                  <c:v>5398.04</c:v>
                </c:pt>
                <c:pt idx="1647">
                  <c:v>5399.3399999999992</c:v>
                </c:pt>
                <c:pt idx="1648">
                  <c:v>5401.09</c:v>
                </c:pt>
                <c:pt idx="1649">
                  <c:v>5402.8099999999995</c:v>
                </c:pt>
                <c:pt idx="1650">
                  <c:v>5404.96</c:v>
                </c:pt>
                <c:pt idx="1651">
                  <c:v>5407.2</c:v>
                </c:pt>
                <c:pt idx="1652">
                  <c:v>5407.17</c:v>
                </c:pt>
                <c:pt idx="1653">
                  <c:v>5411.41</c:v>
                </c:pt>
                <c:pt idx="1654">
                  <c:v>5412.77</c:v>
                </c:pt>
                <c:pt idx="1655">
                  <c:v>5412.47</c:v>
                </c:pt>
                <c:pt idx="1656">
                  <c:v>5415.66</c:v>
                </c:pt>
                <c:pt idx="1657">
                  <c:v>5419.25</c:v>
                </c:pt>
                <c:pt idx="1658">
                  <c:v>5417.86</c:v>
                </c:pt>
                <c:pt idx="1659">
                  <c:v>5419.3</c:v>
                </c:pt>
                <c:pt idx="1660">
                  <c:v>5425.32</c:v>
                </c:pt>
                <c:pt idx="1661">
                  <c:v>5426.2699999999995</c:v>
                </c:pt>
                <c:pt idx="1662">
                  <c:v>5425.57</c:v>
                </c:pt>
                <c:pt idx="1663">
                  <c:v>5428.71</c:v>
                </c:pt>
                <c:pt idx="1664">
                  <c:v>5427.84</c:v>
                </c:pt>
                <c:pt idx="1665">
                  <c:v>5429.43</c:v>
                </c:pt>
                <c:pt idx="1666">
                  <c:v>5430.95</c:v>
                </c:pt>
                <c:pt idx="1667">
                  <c:v>5432.54</c:v>
                </c:pt>
                <c:pt idx="1668">
                  <c:v>5434.2300000000005</c:v>
                </c:pt>
                <c:pt idx="1669">
                  <c:v>5438.4800000000005</c:v>
                </c:pt>
                <c:pt idx="1670">
                  <c:v>5438.46</c:v>
                </c:pt>
                <c:pt idx="1671">
                  <c:v>5442.66</c:v>
                </c:pt>
                <c:pt idx="1672">
                  <c:v>5445.41</c:v>
                </c:pt>
                <c:pt idx="1673">
                  <c:v>5447.19</c:v>
                </c:pt>
                <c:pt idx="1674">
                  <c:v>5448.44</c:v>
                </c:pt>
                <c:pt idx="1675">
                  <c:v>5449.55</c:v>
                </c:pt>
                <c:pt idx="1676">
                  <c:v>5451.01</c:v>
                </c:pt>
                <c:pt idx="1677">
                  <c:v>5452.62</c:v>
                </c:pt>
                <c:pt idx="1678">
                  <c:v>5454.73</c:v>
                </c:pt>
                <c:pt idx="1679">
                  <c:v>5454.28</c:v>
                </c:pt>
                <c:pt idx="1680">
                  <c:v>5458.0599999999995</c:v>
                </c:pt>
                <c:pt idx="1681">
                  <c:v>5458.69</c:v>
                </c:pt>
                <c:pt idx="1682">
                  <c:v>5459.4500000000007</c:v>
                </c:pt>
                <c:pt idx="1683">
                  <c:v>5459.98</c:v>
                </c:pt>
                <c:pt idx="1684">
                  <c:v>5464.8</c:v>
                </c:pt>
                <c:pt idx="1685">
                  <c:v>5463.3099999999995</c:v>
                </c:pt>
                <c:pt idx="1686">
                  <c:v>5468.91</c:v>
                </c:pt>
                <c:pt idx="1687">
                  <c:v>5471.03</c:v>
                </c:pt>
                <c:pt idx="1688">
                  <c:v>5472.64</c:v>
                </c:pt>
                <c:pt idx="1689">
                  <c:v>5474.6100000000006</c:v>
                </c:pt>
                <c:pt idx="1690">
                  <c:v>5475.5</c:v>
                </c:pt>
                <c:pt idx="1691">
                  <c:v>5476.72</c:v>
                </c:pt>
                <c:pt idx="1692">
                  <c:v>5475.6799999999994</c:v>
                </c:pt>
                <c:pt idx="1693">
                  <c:v>5477.62</c:v>
                </c:pt>
                <c:pt idx="1694">
                  <c:v>5481.42</c:v>
                </c:pt>
                <c:pt idx="1695">
                  <c:v>5483.1399999999994</c:v>
                </c:pt>
                <c:pt idx="1696">
                  <c:v>5483.82</c:v>
                </c:pt>
                <c:pt idx="1697">
                  <c:v>5484.88</c:v>
                </c:pt>
                <c:pt idx="1698">
                  <c:v>5484.6</c:v>
                </c:pt>
                <c:pt idx="1699">
                  <c:v>5488.17</c:v>
                </c:pt>
                <c:pt idx="1700">
                  <c:v>5489.55</c:v>
                </c:pt>
                <c:pt idx="1701">
                  <c:v>5490.9100000000008</c:v>
                </c:pt>
                <c:pt idx="1702">
                  <c:v>5492.96</c:v>
                </c:pt>
                <c:pt idx="1703">
                  <c:v>5494.45</c:v>
                </c:pt>
                <c:pt idx="1704">
                  <c:v>5496.3600000000006</c:v>
                </c:pt>
                <c:pt idx="1705">
                  <c:v>5499.73</c:v>
                </c:pt>
                <c:pt idx="1706">
                  <c:v>5499.08</c:v>
                </c:pt>
                <c:pt idx="1707">
                  <c:v>5501</c:v>
                </c:pt>
                <c:pt idx="1708">
                  <c:v>5502.64</c:v>
                </c:pt>
                <c:pt idx="1709">
                  <c:v>5504.47</c:v>
                </c:pt>
                <c:pt idx="1710">
                  <c:v>5506.17</c:v>
                </c:pt>
                <c:pt idx="1711">
                  <c:v>5508.26</c:v>
                </c:pt>
                <c:pt idx="1712">
                  <c:v>5509.21</c:v>
                </c:pt>
                <c:pt idx="1713">
                  <c:v>5511.82</c:v>
                </c:pt>
                <c:pt idx="1714">
                  <c:v>5514.43</c:v>
                </c:pt>
                <c:pt idx="1715">
                  <c:v>5512.49</c:v>
                </c:pt>
                <c:pt idx="1716">
                  <c:v>5514.3</c:v>
                </c:pt>
                <c:pt idx="1717">
                  <c:v>5517.7699999999995</c:v>
                </c:pt>
                <c:pt idx="1718">
                  <c:v>5519.05</c:v>
                </c:pt>
                <c:pt idx="1719">
                  <c:v>5521.73</c:v>
                </c:pt>
                <c:pt idx="1720">
                  <c:v>5522.88</c:v>
                </c:pt>
                <c:pt idx="1721">
                  <c:v>5520.7300000000005</c:v>
                </c:pt>
                <c:pt idx="1722">
                  <c:v>5527</c:v>
                </c:pt>
                <c:pt idx="1723">
                  <c:v>5525.76</c:v>
                </c:pt>
                <c:pt idx="1724">
                  <c:v>5532.5499999999993</c:v>
                </c:pt>
                <c:pt idx="1725">
                  <c:v>5531.3499999999995</c:v>
                </c:pt>
                <c:pt idx="1726">
                  <c:v>5533.7699999999995</c:v>
                </c:pt>
                <c:pt idx="1727">
                  <c:v>5534.16</c:v>
                </c:pt>
                <c:pt idx="1728">
                  <c:v>5536.49</c:v>
                </c:pt>
                <c:pt idx="1729">
                  <c:v>5538.99</c:v>
                </c:pt>
                <c:pt idx="1730">
                  <c:v>5540.38</c:v>
                </c:pt>
                <c:pt idx="1731">
                  <c:v>5542.16</c:v>
                </c:pt>
                <c:pt idx="1732">
                  <c:v>5543.63</c:v>
                </c:pt>
                <c:pt idx="1733">
                  <c:v>5545.54</c:v>
                </c:pt>
                <c:pt idx="1734">
                  <c:v>5546.96</c:v>
                </c:pt>
                <c:pt idx="1735">
                  <c:v>5548.84</c:v>
                </c:pt>
                <c:pt idx="1736">
                  <c:v>5550.92</c:v>
                </c:pt>
                <c:pt idx="1737">
                  <c:v>5552.13</c:v>
                </c:pt>
                <c:pt idx="1738">
                  <c:v>5553.78</c:v>
                </c:pt>
                <c:pt idx="1739">
                  <c:v>5555.62</c:v>
                </c:pt>
                <c:pt idx="1740">
                  <c:v>5556.92</c:v>
                </c:pt>
                <c:pt idx="1741">
                  <c:v>5558.3099999999995</c:v>
                </c:pt>
                <c:pt idx="1742">
                  <c:v>5559.1</c:v>
                </c:pt>
                <c:pt idx="1743">
                  <c:v>5564.0999999999995</c:v>
                </c:pt>
                <c:pt idx="1744">
                  <c:v>5564.15</c:v>
                </c:pt>
                <c:pt idx="1745">
                  <c:v>5563.0199999999995</c:v>
                </c:pt>
                <c:pt idx="1746">
                  <c:v>5570.68</c:v>
                </c:pt>
                <c:pt idx="1747">
                  <c:v>5566.26</c:v>
                </c:pt>
                <c:pt idx="1748">
                  <c:v>5573.5999999999995</c:v>
                </c:pt>
                <c:pt idx="1749">
                  <c:v>5571.2400000000007</c:v>
                </c:pt>
                <c:pt idx="1750">
                  <c:v>5577.2000000000007</c:v>
                </c:pt>
                <c:pt idx="1751">
                  <c:v>5577.28</c:v>
                </c:pt>
                <c:pt idx="1752">
                  <c:v>5579.32</c:v>
                </c:pt>
                <c:pt idx="1753">
                  <c:v>5578.3899999999994</c:v>
                </c:pt>
                <c:pt idx="1754">
                  <c:v>5581.53</c:v>
                </c:pt>
                <c:pt idx="1755">
                  <c:v>5581.46</c:v>
                </c:pt>
                <c:pt idx="1756">
                  <c:v>5585.13</c:v>
                </c:pt>
                <c:pt idx="1757">
                  <c:v>5586.43</c:v>
                </c:pt>
                <c:pt idx="1758">
                  <c:v>5587.88</c:v>
                </c:pt>
                <c:pt idx="1759">
                  <c:v>5589.17</c:v>
                </c:pt>
                <c:pt idx="1760">
                  <c:v>5590.8600000000006</c:v>
                </c:pt>
                <c:pt idx="1761">
                  <c:v>5592.43</c:v>
                </c:pt>
                <c:pt idx="1762">
                  <c:v>5594.1900000000005</c:v>
                </c:pt>
                <c:pt idx="1763">
                  <c:v>5597.0199999999995</c:v>
                </c:pt>
                <c:pt idx="1764">
                  <c:v>5600.19</c:v>
                </c:pt>
                <c:pt idx="1765">
                  <c:v>5602.34</c:v>
                </c:pt>
                <c:pt idx="1766">
                  <c:v>5604.08</c:v>
                </c:pt>
                <c:pt idx="1767">
                  <c:v>5605.8899999999994</c:v>
                </c:pt>
                <c:pt idx="1768">
                  <c:v>5607.26</c:v>
                </c:pt>
                <c:pt idx="1769">
                  <c:v>5608.86</c:v>
                </c:pt>
                <c:pt idx="1770">
                  <c:v>5609.24</c:v>
                </c:pt>
                <c:pt idx="1771">
                  <c:v>5611.21</c:v>
                </c:pt>
                <c:pt idx="1772">
                  <c:v>5613.22</c:v>
                </c:pt>
                <c:pt idx="1773">
                  <c:v>5612.08</c:v>
                </c:pt>
                <c:pt idx="1774">
                  <c:v>5613.9000000000005</c:v>
                </c:pt>
                <c:pt idx="1775">
                  <c:v>5617.08</c:v>
                </c:pt>
                <c:pt idx="1776">
                  <c:v>5620.02</c:v>
                </c:pt>
                <c:pt idx="1777">
                  <c:v>5618.16</c:v>
                </c:pt>
                <c:pt idx="1778">
                  <c:v>5623.69</c:v>
                </c:pt>
                <c:pt idx="1779">
                  <c:v>5620.02</c:v>
                </c:pt>
                <c:pt idx="1780">
                  <c:v>5625.46</c:v>
                </c:pt>
                <c:pt idx="1781">
                  <c:v>5625.58</c:v>
                </c:pt>
                <c:pt idx="1782">
                  <c:v>5625.42</c:v>
                </c:pt>
                <c:pt idx="1783">
                  <c:v>5631.69</c:v>
                </c:pt>
                <c:pt idx="1784">
                  <c:v>5633.07</c:v>
                </c:pt>
                <c:pt idx="1785">
                  <c:v>5630.84</c:v>
                </c:pt>
                <c:pt idx="1786">
                  <c:v>5633.02</c:v>
                </c:pt>
                <c:pt idx="1787">
                  <c:v>5635.12</c:v>
                </c:pt>
                <c:pt idx="1788">
                  <c:v>5636.71</c:v>
                </c:pt>
                <c:pt idx="1789">
                  <c:v>5638.2300000000005</c:v>
                </c:pt>
                <c:pt idx="1790">
                  <c:v>5639.97</c:v>
                </c:pt>
                <c:pt idx="1791">
                  <c:v>5643.2599999999993</c:v>
                </c:pt>
                <c:pt idx="1792">
                  <c:v>5642.37</c:v>
                </c:pt>
                <c:pt idx="1793">
                  <c:v>5643.86</c:v>
                </c:pt>
                <c:pt idx="1794">
                  <c:v>5645.6</c:v>
                </c:pt>
                <c:pt idx="1795">
                  <c:v>5647.1900000000005</c:v>
                </c:pt>
                <c:pt idx="1796">
                  <c:v>5650.22</c:v>
                </c:pt>
                <c:pt idx="1797">
                  <c:v>5653.05</c:v>
                </c:pt>
                <c:pt idx="1798">
                  <c:v>5654.5</c:v>
                </c:pt>
                <c:pt idx="1799">
                  <c:v>5653.76</c:v>
                </c:pt>
                <c:pt idx="1800">
                  <c:v>5659.25</c:v>
                </c:pt>
                <c:pt idx="1801">
                  <c:v>5659.53</c:v>
                </c:pt>
                <c:pt idx="1802">
                  <c:v>5661.71</c:v>
                </c:pt>
                <c:pt idx="1803">
                  <c:v>5661.81</c:v>
                </c:pt>
                <c:pt idx="1804">
                  <c:v>5663.8099999999995</c:v>
                </c:pt>
                <c:pt idx="1805">
                  <c:v>5662.68</c:v>
                </c:pt>
                <c:pt idx="1806">
                  <c:v>5667.75</c:v>
                </c:pt>
                <c:pt idx="1807">
                  <c:v>5665.26</c:v>
                </c:pt>
                <c:pt idx="1808">
                  <c:v>5670.02</c:v>
                </c:pt>
                <c:pt idx="1809">
                  <c:v>5672.98</c:v>
                </c:pt>
                <c:pt idx="1810">
                  <c:v>5669.44</c:v>
                </c:pt>
                <c:pt idx="1811">
                  <c:v>5675.74</c:v>
                </c:pt>
                <c:pt idx="1812">
                  <c:v>5673.36</c:v>
                </c:pt>
                <c:pt idx="1813">
                  <c:v>5676.97</c:v>
                </c:pt>
                <c:pt idx="1814">
                  <c:v>5678.57</c:v>
                </c:pt>
                <c:pt idx="1815">
                  <c:v>5680.43</c:v>
                </c:pt>
                <c:pt idx="1816">
                  <c:v>5681.4299999999994</c:v>
                </c:pt>
                <c:pt idx="1817">
                  <c:v>5682.9599999999991</c:v>
                </c:pt>
                <c:pt idx="1818">
                  <c:v>5684.55</c:v>
                </c:pt>
                <c:pt idx="1819">
                  <c:v>5686.73</c:v>
                </c:pt>
                <c:pt idx="1820">
                  <c:v>5687.95</c:v>
                </c:pt>
                <c:pt idx="1821">
                  <c:v>5689.8</c:v>
                </c:pt>
                <c:pt idx="1822">
                  <c:v>5691.11</c:v>
                </c:pt>
                <c:pt idx="1823">
                  <c:v>5692.83</c:v>
                </c:pt>
                <c:pt idx="1824">
                  <c:v>5696.18</c:v>
                </c:pt>
                <c:pt idx="1825">
                  <c:v>5698.6299999999992</c:v>
                </c:pt>
                <c:pt idx="1826">
                  <c:v>5701.01</c:v>
                </c:pt>
                <c:pt idx="1827">
                  <c:v>5702.87</c:v>
                </c:pt>
                <c:pt idx="1828">
                  <c:v>5704.49</c:v>
                </c:pt>
                <c:pt idx="1829">
                  <c:v>5705.99</c:v>
                </c:pt>
                <c:pt idx="1830">
                  <c:v>5708.04</c:v>
                </c:pt>
                <c:pt idx="1831">
                  <c:v>5707.67</c:v>
                </c:pt>
                <c:pt idx="1832">
                  <c:v>5711.17</c:v>
                </c:pt>
                <c:pt idx="1833">
                  <c:v>5707.66</c:v>
                </c:pt>
                <c:pt idx="1834">
                  <c:v>5711.32</c:v>
                </c:pt>
                <c:pt idx="1835">
                  <c:v>5713.3099999999995</c:v>
                </c:pt>
                <c:pt idx="1836">
                  <c:v>5717.51</c:v>
                </c:pt>
                <c:pt idx="1837">
                  <c:v>5714.0899999999992</c:v>
                </c:pt>
                <c:pt idx="1838">
                  <c:v>5719.24</c:v>
                </c:pt>
                <c:pt idx="1839">
                  <c:v>5721.28</c:v>
                </c:pt>
                <c:pt idx="1840">
                  <c:v>5719.02</c:v>
                </c:pt>
                <c:pt idx="1841">
                  <c:v>5721.6500000000005</c:v>
                </c:pt>
                <c:pt idx="1842">
                  <c:v>5723.93</c:v>
                </c:pt>
                <c:pt idx="1843">
                  <c:v>5726.63</c:v>
                </c:pt>
                <c:pt idx="1844">
                  <c:v>5726.9800000000005</c:v>
                </c:pt>
                <c:pt idx="1845">
                  <c:v>5728.4699999999993</c:v>
                </c:pt>
                <c:pt idx="1846">
                  <c:v>5730.86</c:v>
                </c:pt>
                <c:pt idx="1847">
                  <c:v>5733.96</c:v>
                </c:pt>
                <c:pt idx="1848">
                  <c:v>5733.54</c:v>
                </c:pt>
                <c:pt idx="1849">
                  <c:v>5734.96</c:v>
                </c:pt>
                <c:pt idx="1850">
                  <c:v>5736.7</c:v>
                </c:pt>
                <c:pt idx="1851">
                  <c:v>5738.74</c:v>
                </c:pt>
                <c:pt idx="1852">
                  <c:v>5739.79</c:v>
                </c:pt>
                <c:pt idx="1853">
                  <c:v>5741.6</c:v>
                </c:pt>
                <c:pt idx="1854">
                  <c:v>5743.32</c:v>
                </c:pt>
                <c:pt idx="1855">
                  <c:v>5744.0300000000007</c:v>
                </c:pt>
                <c:pt idx="1856">
                  <c:v>5746.46</c:v>
                </c:pt>
                <c:pt idx="1857">
                  <c:v>5747.28</c:v>
                </c:pt>
                <c:pt idx="1858">
                  <c:v>5749.9900000000007</c:v>
                </c:pt>
                <c:pt idx="1859">
                  <c:v>5750.68</c:v>
                </c:pt>
                <c:pt idx="1860">
                  <c:v>5750.38</c:v>
                </c:pt>
                <c:pt idx="1861">
                  <c:v>5754.59</c:v>
                </c:pt>
                <c:pt idx="1862">
                  <c:v>5750.78</c:v>
                </c:pt>
                <c:pt idx="1863">
                  <c:v>5751.9299999999994</c:v>
                </c:pt>
                <c:pt idx="1864">
                  <c:v>5760.66</c:v>
                </c:pt>
                <c:pt idx="1865">
                  <c:v>5759.97</c:v>
                </c:pt>
                <c:pt idx="1866">
                  <c:v>5760.6</c:v>
                </c:pt>
                <c:pt idx="1867">
                  <c:v>5763.2000000000007</c:v>
                </c:pt>
                <c:pt idx="1868">
                  <c:v>5763.84</c:v>
                </c:pt>
                <c:pt idx="1869">
                  <c:v>5765.0499999999993</c:v>
                </c:pt>
                <c:pt idx="1870">
                  <c:v>5765.1</c:v>
                </c:pt>
                <c:pt idx="1871">
                  <c:v>5767.97</c:v>
                </c:pt>
                <c:pt idx="1872">
                  <c:v>5769.62</c:v>
                </c:pt>
                <c:pt idx="1873">
                  <c:v>5771.37</c:v>
                </c:pt>
                <c:pt idx="1874">
                  <c:v>5773.7999999999993</c:v>
                </c:pt>
                <c:pt idx="1875">
                  <c:v>5774.99</c:v>
                </c:pt>
                <c:pt idx="1876">
                  <c:v>5776.49</c:v>
                </c:pt>
                <c:pt idx="1877">
                  <c:v>5777.92</c:v>
                </c:pt>
                <c:pt idx="1878">
                  <c:v>5779.55</c:v>
                </c:pt>
                <c:pt idx="1879">
                  <c:v>5780.9400000000005</c:v>
                </c:pt>
                <c:pt idx="1880">
                  <c:v>5782.73</c:v>
                </c:pt>
                <c:pt idx="1881">
                  <c:v>5785.0599999999995</c:v>
                </c:pt>
                <c:pt idx="1882">
                  <c:v>5789.44</c:v>
                </c:pt>
                <c:pt idx="1883">
                  <c:v>5790.14</c:v>
                </c:pt>
                <c:pt idx="1884">
                  <c:v>5792.0999999999995</c:v>
                </c:pt>
                <c:pt idx="1885">
                  <c:v>5793.62</c:v>
                </c:pt>
                <c:pt idx="1886">
                  <c:v>5794.58</c:v>
                </c:pt>
                <c:pt idx="1887">
                  <c:v>5796.08</c:v>
                </c:pt>
                <c:pt idx="1888">
                  <c:v>5797.3499999999995</c:v>
                </c:pt>
                <c:pt idx="1889">
                  <c:v>5796.86</c:v>
                </c:pt>
                <c:pt idx="1890">
                  <c:v>5801.84</c:v>
                </c:pt>
                <c:pt idx="1891">
                  <c:v>5802.86</c:v>
                </c:pt>
                <c:pt idx="1892">
                  <c:v>5805.29</c:v>
                </c:pt>
                <c:pt idx="1893">
                  <c:v>5806.8499999999995</c:v>
                </c:pt>
                <c:pt idx="1894">
                  <c:v>5808.04</c:v>
                </c:pt>
                <c:pt idx="1895">
                  <c:v>5804.9299999999994</c:v>
                </c:pt>
                <c:pt idx="1896">
                  <c:v>5805.65</c:v>
                </c:pt>
                <c:pt idx="1897">
                  <c:v>5806.0999999999995</c:v>
                </c:pt>
                <c:pt idx="1898">
                  <c:v>5808.53</c:v>
                </c:pt>
                <c:pt idx="1899">
                  <c:v>5816.23</c:v>
                </c:pt>
                <c:pt idx="1900">
                  <c:v>5815.68</c:v>
                </c:pt>
                <c:pt idx="1901">
                  <c:v>5818.31</c:v>
                </c:pt>
                <c:pt idx="1902">
                  <c:v>5818.11</c:v>
                </c:pt>
                <c:pt idx="1903">
                  <c:v>5819.66</c:v>
                </c:pt>
                <c:pt idx="1904">
                  <c:v>5820.86</c:v>
                </c:pt>
                <c:pt idx="1905">
                  <c:v>5821.5899999999992</c:v>
                </c:pt>
                <c:pt idx="1906">
                  <c:v>5823.43</c:v>
                </c:pt>
                <c:pt idx="1907">
                  <c:v>5824.56</c:v>
                </c:pt>
                <c:pt idx="1908">
                  <c:v>5826.08</c:v>
                </c:pt>
                <c:pt idx="1909">
                  <c:v>5827.6500000000005</c:v>
                </c:pt>
                <c:pt idx="1910">
                  <c:v>5829.31</c:v>
                </c:pt>
                <c:pt idx="1911">
                  <c:v>5830.4400000000005</c:v>
                </c:pt>
                <c:pt idx="1912">
                  <c:v>5832.42</c:v>
                </c:pt>
                <c:pt idx="1913">
                  <c:v>5833.7300000000005</c:v>
                </c:pt>
                <c:pt idx="1914">
                  <c:v>5835.3200000000006</c:v>
                </c:pt>
                <c:pt idx="1915">
                  <c:v>5836.8200000000006</c:v>
                </c:pt>
                <c:pt idx="1916">
                  <c:v>5838.66</c:v>
                </c:pt>
                <c:pt idx="1917">
                  <c:v>5839.2699999999995</c:v>
                </c:pt>
                <c:pt idx="1918">
                  <c:v>5840.14</c:v>
                </c:pt>
                <c:pt idx="1919">
                  <c:v>5842.22</c:v>
                </c:pt>
                <c:pt idx="1920">
                  <c:v>5842.97</c:v>
                </c:pt>
                <c:pt idx="1921">
                  <c:v>5843.34</c:v>
                </c:pt>
                <c:pt idx="1922">
                  <c:v>5844.9</c:v>
                </c:pt>
                <c:pt idx="1923">
                  <c:v>5849.9400000000005</c:v>
                </c:pt>
                <c:pt idx="1924">
                  <c:v>5848.78</c:v>
                </c:pt>
                <c:pt idx="1925">
                  <c:v>5852.5099999999993</c:v>
                </c:pt>
                <c:pt idx="1926">
                  <c:v>5851.14</c:v>
                </c:pt>
                <c:pt idx="1927">
                  <c:v>5854.79</c:v>
                </c:pt>
                <c:pt idx="1928">
                  <c:v>5854.17</c:v>
                </c:pt>
                <c:pt idx="1929">
                  <c:v>5860.74</c:v>
                </c:pt>
                <c:pt idx="1930">
                  <c:v>5856.16</c:v>
                </c:pt>
                <c:pt idx="1931">
                  <c:v>5858.18</c:v>
                </c:pt>
                <c:pt idx="1932">
                  <c:v>5864.28</c:v>
                </c:pt>
                <c:pt idx="1933">
                  <c:v>5865.13</c:v>
                </c:pt>
                <c:pt idx="1934">
                  <c:v>5864.7400000000007</c:v>
                </c:pt>
                <c:pt idx="1935">
                  <c:v>5866.4800000000005</c:v>
                </c:pt>
                <c:pt idx="1936">
                  <c:v>5868.05</c:v>
                </c:pt>
                <c:pt idx="1937">
                  <c:v>5869.54</c:v>
                </c:pt>
                <c:pt idx="1938">
                  <c:v>5870.3200000000006</c:v>
                </c:pt>
                <c:pt idx="1939">
                  <c:v>5871.6</c:v>
                </c:pt>
                <c:pt idx="1940">
                  <c:v>5873.1799999999994</c:v>
                </c:pt>
                <c:pt idx="1941">
                  <c:v>5874.38</c:v>
                </c:pt>
                <c:pt idx="1942">
                  <c:v>5875.9699999999993</c:v>
                </c:pt>
                <c:pt idx="1943">
                  <c:v>5878.3399999999992</c:v>
                </c:pt>
                <c:pt idx="1944">
                  <c:v>5882.07</c:v>
                </c:pt>
                <c:pt idx="1945">
                  <c:v>5884.0700000000006</c:v>
                </c:pt>
                <c:pt idx="1946">
                  <c:v>5884.8399999999992</c:v>
                </c:pt>
                <c:pt idx="1947">
                  <c:v>5886</c:v>
                </c:pt>
                <c:pt idx="1948">
                  <c:v>5887.04</c:v>
                </c:pt>
                <c:pt idx="1949">
                  <c:v>5887.97</c:v>
                </c:pt>
                <c:pt idx="1950">
                  <c:v>5887.92</c:v>
                </c:pt>
                <c:pt idx="1951">
                  <c:v>5891.51</c:v>
                </c:pt>
                <c:pt idx="1952">
                  <c:v>5889.1900000000005</c:v>
                </c:pt>
                <c:pt idx="1953">
                  <c:v>5891.58</c:v>
                </c:pt>
                <c:pt idx="1954">
                  <c:v>5894.83</c:v>
                </c:pt>
                <c:pt idx="1955">
                  <c:v>5890.58</c:v>
                </c:pt>
                <c:pt idx="1956">
                  <c:v>5899.12</c:v>
                </c:pt>
                <c:pt idx="1957">
                  <c:v>5900.7199999999993</c:v>
                </c:pt>
                <c:pt idx="1958">
                  <c:v>5900.1900000000005</c:v>
                </c:pt>
                <c:pt idx="1959">
                  <c:v>5896.14</c:v>
                </c:pt>
                <c:pt idx="1960">
                  <c:v>5896.99</c:v>
                </c:pt>
                <c:pt idx="1961">
                  <c:v>5903.49</c:v>
                </c:pt>
                <c:pt idx="1962">
                  <c:v>5904.7</c:v>
                </c:pt>
                <c:pt idx="1963">
                  <c:v>5902.47</c:v>
                </c:pt>
                <c:pt idx="1964">
                  <c:v>5908.8099999999995</c:v>
                </c:pt>
                <c:pt idx="1965">
                  <c:v>5910.38</c:v>
                </c:pt>
                <c:pt idx="1966">
                  <c:v>5911.13</c:v>
                </c:pt>
                <c:pt idx="1967">
                  <c:v>5911.07</c:v>
                </c:pt>
                <c:pt idx="1968">
                  <c:v>5913.48</c:v>
                </c:pt>
                <c:pt idx="1969">
                  <c:v>5914.2400000000007</c:v>
                </c:pt>
                <c:pt idx="1970">
                  <c:v>5916.43</c:v>
                </c:pt>
                <c:pt idx="1971">
                  <c:v>5920.38</c:v>
                </c:pt>
                <c:pt idx="1972">
                  <c:v>5922.06</c:v>
                </c:pt>
                <c:pt idx="1973">
                  <c:v>5924.0599999999995</c:v>
                </c:pt>
                <c:pt idx="1974">
                  <c:v>5925.54</c:v>
                </c:pt>
                <c:pt idx="1975">
                  <c:v>5926.01</c:v>
                </c:pt>
                <c:pt idx="1976">
                  <c:v>5927.97</c:v>
                </c:pt>
                <c:pt idx="1977">
                  <c:v>5926.92</c:v>
                </c:pt>
                <c:pt idx="1978">
                  <c:v>5929.83</c:v>
                </c:pt>
                <c:pt idx="1979">
                  <c:v>5929.7300000000005</c:v>
                </c:pt>
                <c:pt idx="1980">
                  <c:v>5933.42</c:v>
                </c:pt>
                <c:pt idx="1981">
                  <c:v>5934.9</c:v>
                </c:pt>
                <c:pt idx="1982">
                  <c:v>5936.56</c:v>
                </c:pt>
                <c:pt idx="1983">
                  <c:v>5937.8399999999992</c:v>
                </c:pt>
                <c:pt idx="1984">
                  <c:v>5936.82</c:v>
                </c:pt>
                <c:pt idx="1985">
                  <c:v>5939.61</c:v>
                </c:pt>
                <c:pt idx="1986">
                  <c:v>5941.63</c:v>
                </c:pt>
                <c:pt idx="1987">
                  <c:v>5942.3899999999994</c:v>
                </c:pt>
                <c:pt idx="1988">
                  <c:v>5945.46</c:v>
                </c:pt>
                <c:pt idx="1989">
                  <c:v>5944.5199999999995</c:v>
                </c:pt>
                <c:pt idx="1990">
                  <c:v>5943.04</c:v>
                </c:pt>
                <c:pt idx="1991">
                  <c:v>5950.6100000000006</c:v>
                </c:pt>
                <c:pt idx="1992">
                  <c:v>5945.37</c:v>
                </c:pt>
                <c:pt idx="1993">
                  <c:v>5951.0300000000007</c:v>
                </c:pt>
                <c:pt idx="1994">
                  <c:v>5950.55</c:v>
                </c:pt>
                <c:pt idx="1995">
                  <c:v>5952.1100000000006</c:v>
                </c:pt>
                <c:pt idx="1996">
                  <c:v>5956.99</c:v>
                </c:pt>
                <c:pt idx="1997">
                  <c:v>5956.74</c:v>
                </c:pt>
                <c:pt idx="1998">
                  <c:v>5960.28</c:v>
                </c:pt>
                <c:pt idx="1999">
                  <c:v>5957.3600000000006</c:v>
                </c:pt>
                <c:pt idx="2000">
                  <c:v>5959.34</c:v>
                </c:pt>
                <c:pt idx="2001">
                  <c:v>5961.34</c:v>
                </c:pt>
                <c:pt idx="2002">
                  <c:v>5963.46</c:v>
                </c:pt>
                <c:pt idx="2003">
                  <c:v>5966.8</c:v>
                </c:pt>
                <c:pt idx="2004">
                  <c:v>5969.4900000000007</c:v>
                </c:pt>
                <c:pt idx="2005">
                  <c:v>5971.33</c:v>
                </c:pt>
                <c:pt idx="2006">
                  <c:v>5972.68</c:v>
                </c:pt>
                <c:pt idx="2007">
                  <c:v>5974.01</c:v>
                </c:pt>
                <c:pt idx="2008">
                  <c:v>5975.18</c:v>
                </c:pt>
                <c:pt idx="2009">
                  <c:v>5976.72</c:v>
                </c:pt>
                <c:pt idx="2010">
                  <c:v>5977.7699999999995</c:v>
                </c:pt>
                <c:pt idx="2011">
                  <c:v>5979.48</c:v>
                </c:pt>
                <c:pt idx="2012">
                  <c:v>5978.3099999999995</c:v>
                </c:pt>
                <c:pt idx="2013">
                  <c:v>5979.75</c:v>
                </c:pt>
                <c:pt idx="2014">
                  <c:v>5980.25</c:v>
                </c:pt>
                <c:pt idx="2015">
                  <c:v>5984.93</c:v>
                </c:pt>
                <c:pt idx="2016">
                  <c:v>5981.66</c:v>
                </c:pt>
                <c:pt idx="2017">
                  <c:v>5984.28</c:v>
                </c:pt>
                <c:pt idx="2018">
                  <c:v>5983.23</c:v>
                </c:pt>
                <c:pt idx="2019">
                  <c:v>5986.0199999999995</c:v>
                </c:pt>
                <c:pt idx="2020">
                  <c:v>5993.13</c:v>
                </c:pt>
                <c:pt idx="2021">
                  <c:v>5993.56</c:v>
                </c:pt>
                <c:pt idx="2022">
                  <c:v>5989.35</c:v>
                </c:pt>
                <c:pt idx="2023">
                  <c:v>5993.5</c:v>
                </c:pt>
                <c:pt idx="2024">
                  <c:v>5999.4699999999993</c:v>
                </c:pt>
                <c:pt idx="2025">
                  <c:v>6000.66</c:v>
                </c:pt>
                <c:pt idx="2026">
                  <c:v>6000.29</c:v>
                </c:pt>
                <c:pt idx="2027">
                  <c:v>6000.72</c:v>
                </c:pt>
                <c:pt idx="2028">
                  <c:v>6005.07</c:v>
                </c:pt>
                <c:pt idx="2029">
                  <c:v>6003.8</c:v>
                </c:pt>
                <c:pt idx="2030">
                  <c:v>6005.2300000000005</c:v>
                </c:pt>
                <c:pt idx="2031">
                  <c:v>6006</c:v>
                </c:pt>
                <c:pt idx="2032">
                  <c:v>6005.71</c:v>
                </c:pt>
                <c:pt idx="2033">
                  <c:v>6005.9</c:v>
                </c:pt>
                <c:pt idx="2034">
                  <c:v>6008</c:v>
                </c:pt>
                <c:pt idx="2035">
                  <c:v>6010.1699999999992</c:v>
                </c:pt>
                <c:pt idx="2036">
                  <c:v>6014.9</c:v>
                </c:pt>
                <c:pt idx="2037">
                  <c:v>6015.31</c:v>
                </c:pt>
                <c:pt idx="2038">
                  <c:v>6014.44</c:v>
                </c:pt>
                <c:pt idx="2039">
                  <c:v>6015.93</c:v>
                </c:pt>
                <c:pt idx="2040">
                  <c:v>6019.6100000000006</c:v>
                </c:pt>
                <c:pt idx="2041">
                  <c:v>6020.17</c:v>
                </c:pt>
                <c:pt idx="2042">
                  <c:v>6016.42</c:v>
                </c:pt>
                <c:pt idx="2043">
                  <c:v>6018.0199999999995</c:v>
                </c:pt>
                <c:pt idx="2044">
                  <c:v>6019.89</c:v>
                </c:pt>
                <c:pt idx="2045">
                  <c:v>6021.37</c:v>
                </c:pt>
                <c:pt idx="2046">
                  <c:v>6021.8499999999995</c:v>
                </c:pt>
                <c:pt idx="2047">
                  <c:v>6024.5300000000007</c:v>
                </c:pt>
                <c:pt idx="2048">
                  <c:v>6026.96</c:v>
                </c:pt>
                <c:pt idx="2049">
                  <c:v>6022.1</c:v>
                </c:pt>
                <c:pt idx="2050">
                  <c:v>6027.52</c:v>
                </c:pt>
                <c:pt idx="2051">
                  <c:v>6023.42</c:v>
                </c:pt>
                <c:pt idx="2052">
                  <c:v>6034</c:v>
                </c:pt>
                <c:pt idx="2053">
                  <c:v>6026.09</c:v>
                </c:pt>
                <c:pt idx="2054">
                  <c:v>6041.98</c:v>
                </c:pt>
                <c:pt idx="2055">
                  <c:v>6043.6100000000006</c:v>
                </c:pt>
                <c:pt idx="2056">
                  <c:v>6045.4299999999994</c:v>
                </c:pt>
                <c:pt idx="2057">
                  <c:v>6041.17</c:v>
                </c:pt>
                <c:pt idx="2058">
                  <c:v>6045.26</c:v>
                </c:pt>
                <c:pt idx="2059">
                  <c:v>6042.24</c:v>
                </c:pt>
                <c:pt idx="2060">
                  <c:v>6046.68</c:v>
                </c:pt>
                <c:pt idx="2061">
                  <c:v>6048.14</c:v>
                </c:pt>
                <c:pt idx="2062">
                  <c:v>6044.59</c:v>
                </c:pt>
                <c:pt idx="2063">
                  <c:v>6047.87</c:v>
                </c:pt>
                <c:pt idx="2064">
                  <c:v>6050.29</c:v>
                </c:pt>
                <c:pt idx="2065">
                  <c:v>6052.7800000000007</c:v>
                </c:pt>
                <c:pt idx="2066">
                  <c:v>6053.56</c:v>
                </c:pt>
                <c:pt idx="2067">
                  <c:v>6055.5700000000006</c:v>
                </c:pt>
                <c:pt idx="2068">
                  <c:v>6056.8</c:v>
                </c:pt>
                <c:pt idx="2069">
                  <c:v>6058.3499999999995</c:v>
                </c:pt>
                <c:pt idx="2070">
                  <c:v>6059.72</c:v>
                </c:pt>
                <c:pt idx="2071">
                  <c:v>6061.2000000000007</c:v>
                </c:pt>
                <c:pt idx="2072">
                  <c:v>6062.46</c:v>
                </c:pt>
                <c:pt idx="2073">
                  <c:v>6064.0099999999993</c:v>
                </c:pt>
                <c:pt idx="2074">
                  <c:v>6065.55</c:v>
                </c:pt>
                <c:pt idx="2075">
                  <c:v>6067.17</c:v>
                </c:pt>
                <c:pt idx="2076">
                  <c:v>6067.3899999999994</c:v>
                </c:pt>
                <c:pt idx="2077">
                  <c:v>6068.27</c:v>
                </c:pt>
                <c:pt idx="2078">
                  <c:v>6072.77</c:v>
                </c:pt>
                <c:pt idx="2079">
                  <c:v>6073.11</c:v>
                </c:pt>
                <c:pt idx="2080">
                  <c:v>6077.66</c:v>
                </c:pt>
                <c:pt idx="2081">
                  <c:v>6079.81</c:v>
                </c:pt>
                <c:pt idx="2082">
                  <c:v>6074.6</c:v>
                </c:pt>
                <c:pt idx="2083">
                  <c:v>6079.37</c:v>
                </c:pt>
                <c:pt idx="2084">
                  <c:v>6085.9</c:v>
                </c:pt>
                <c:pt idx="2085">
                  <c:v>6086.9299999999994</c:v>
                </c:pt>
                <c:pt idx="2086">
                  <c:v>6088.61</c:v>
                </c:pt>
                <c:pt idx="2087">
                  <c:v>6089.67</c:v>
                </c:pt>
                <c:pt idx="2088">
                  <c:v>6087.42</c:v>
                </c:pt>
                <c:pt idx="2089">
                  <c:v>6091.32</c:v>
                </c:pt>
                <c:pt idx="2090">
                  <c:v>6090.88</c:v>
                </c:pt>
                <c:pt idx="2091">
                  <c:v>6093.28</c:v>
                </c:pt>
                <c:pt idx="2092">
                  <c:v>6094.8399999999992</c:v>
                </c:pt>
                <c:pt idx="2093">
                  <c:v>6093.72</c:v>
                </c:pt>
                <c:pt idx="2094">
                  <c:v>6097.0700000000006</c:v>
                </c:pt>
                <c:pt idx="2095">
                  <c:v>6097.32</c:v>
                </c:pt>
                <c:pt idx="2096">
                  <c:v>6101.2199999999993</c:v>
                </c:pt>
                <c:pt idx="2097">
                  <c:v>6103.3</c:v>
                </c:pt>
                <c:pt idx="2098">
                  <c:v>6105.29</c:v>
                </c:pt>
                <c:pt idx="2099">
                  <c:v>6106.96</c:v>
                </c:pt>
                <c:pt idx="2100">
                  <c:v>6108.31</c:v>
                </c:pt>
                <c:pt idx="2101">
                  <c:v>6109.58</c:v>
                </c:pt>
                <c:pt idx="2102">
                  <c:v>6110.0199999999995</c:v>
                </c:pt>
                <c:pt idx="2103">
                  <c:v>6108.2400000000007</c:v>
                </c:pt>
                <c:pt idx="2104">
                  <c:v>6109.8600000000006</c:v>
                </c:pt>
                <c:pt idx="2105">
                  <c:v>6111.37</c:v>
                </c:pt>
                <c:pt idx="2106">
                  <c:v>6112.78</c:v>
                </c:pt>
                <c:pt idx="2107">
                  <c:v>6114.37</c:v>
                </c:pt>
                <c:pt idx="2108">
                  <c:v>6114.8600000000006</c:v>
                </c:pt>
                <c:pt idx="2109">
                  <c:v>6116.91</c:v>
                </c:pt>
                <c:pt idx="2110">
                  <c:v>6121.01</c:v>
                </c:pt>
                <c:pt idx="2111">
                  <c:v>6118.24</c:v>
                </c:pt>
                <c:pt idx="2112">
                  <c:v>6123.52</c:v>
                </c:pt>
                <c:pt idx="2113">
                  <c:v>6120.8799999999992</c:v>
                </c:pt>
                <c:pt idx="2114">
                  <c:v>6121.28</c:v>
                </c:pt>
                <c:pt idx="2115">
                  <c:v>6125.04</c:v>
                </c:pt>
                <c:pt idx="2116">
                  <c:v>6129.1200000000008</c:v>
                </c:pt>
                <c:pt idx="2117">
                  <c:v>6131.26</c:v>
                </c:pt>
                <c:pt idx="2118">
                  <c:v>6127.19</c:v>
                </c:pt>
                <c:pt idx="2119">
                  <c:v>6132.6799999999994</c:v>
                </c:pt>
                <c:pt idx="2120">
                  <c:v>6135.5199999999995</c:v>
                </c:pt>
                <c:pt idx="2121">
                  <c:v>6136.58</c:v>
                </c:pt>
                <c:pt idx="2122">
                  <c:v>6137.43</c:v>
                </c:pt>
                <c:pt idx="2123">
                  <c:v>6135.93</c:v>
                </c:pt>
                <c:pt idx="2124">
                  <c:v>6139.9400000000005</c:v>
                </c:pt>
                <c:pt idx="2125">
                  <c:v>6141.81</c:v>
                </c:pt>
                <c:pt idx="2126">
                  <c:v>6141.15</c:v>
                </c:pt>
                <c:pt idx="2127">
                  <c:v>6142.3899999999994</c:v>
                </c:pt>
                <c:pt idx="2128">
                  <c:v>6143.98</c:v>
                </c:pt>
                <c:pt idx="2129">
                  <c:v>6144.85</c:v>
                </c:pt>
                <c:pt idx="2130">
                  <c:v>6146.84</c:v>
                </c:pt>
                <c:pt idx="2131">
                  <c:v>6148.76</c:v>
                </c:pt>
                <c:pt idx="2132">
                  <c:v>6151.3</c:v>
                </c:pt>
                <c:pt idx="2133">
                  <c:v>6153.67</c:v>
                </c:pt>
                <c:pt idx="2134">
                  <c:v>6154.8600000000006</c:v>
                </c:pt>
                <c:pt idx="2135">
                  <c:v>6154.21</c:v>
                </c:pt>
                <c:pt idx="2136">
                  <c:v>6157.24</c:v>
                </c:pt>
                <c:pt idx="2137">
                  <c:v>6157.75</c:v>
                </c:pt>
                <c:pt idx="2138">
                  <c:v>6161.37</c:v>
                </c:pt>
                <c:pt idx="2139">
                  <c:v>6160.42</c:v>
                </c:pt>
                <c:pt idx="2140">
                  <c:v>6159.6</c:v>
                </c:pt>
                <c:pt idx="2141">
                  <c:v>6165.28</c:v>
                </c:pt>
                <c:pt idx="2142">
                  <c:v>6166.08</c:v>
                </c:pt>
                <c:pt idx="2143">
                  <c:v>6168.0599999999995</c:v>
                </c:pt>
                <c:pt idx="2144">
                  <c:v>6169.28</c:v>
                </c:pt>
                <c:pt idx="2145">
                  <c:v>6164.17</c:v>
                </c:pt>
                <c:pt idx="2146">
                  <c:v>6169.28</c:v>
                </c:pt>
                <c:pt idx="2147">
                  <c:v>6170.71</c:v>
                </c:pt>
                <c:pt idx="2148">
                  <c:v>6173.68</c:v>
                </c:pt>
                <c:pt idx="2149">
                  <c:v>6176.09</c:v>
                </c:pt>
                <c:pt idx="2150">
                  <c:v>6172.86</c:v>
                </c:pt>
                <c:pt idx="2151">
                  <c:v>6176.2699999999995</c:v>
                </c:pt>
                <c:pt idx="2152">
                  <c:v>6176.42</c:v>
                </c:pt>
                <c:pt idx="2153">
                  <c:v>6178.62</c:v>
                </c:pt>
                <c:pt idx="2154">
                  <c:v>6181.29</c:v>
                </c:pt>
                <c:pt idx="2155">
                  <c:v>6183.28</c:v>
                </c:pt>
                <c:pt idx="2156">
                  <c:v>6182.8200000000006</c:v>
                </c:pt>
                <c:pt idx="2157">
                  <c:v>6185.1500000000005</c:v>
                </c:pt>
                <c:pt idx="2158">
                  <c:v>6186.2300000000005</c:v>
                </c:pt>
                <c:pt idx="2159">
                  <c:v>6187.8200000000006</c:v>
                </c:pt>
                <c:pt idx="2160">
                  <c:v>6188.98</c:v>
                </c:pt>
                <c:pt idx="2161">
                  <c:v>6192.74</c:v>
                </c:pt>
                <c:pt idx="2162">
                  <c:v>6191.9800000000005</c:v>
                </c:pt>
                <c:pt idx="2163">
                  <c:v>6193.25</c:v>
                </c:pt>
                <c:pt idx="2164">
                  <c:v>6196.93</c:v>
                </c:pt>
                <c:pt idx="2165">
                  <c:v>6195.62</c:v>
                </c:pt>
                <c:pt idx="2166">
                  <c:v>6197.4</c:v>
                </c:pt>
                <c:pt idx="2167">
                  <c:v>6197.72</c:v>
                </c:pt>
                <c:pt idx="2168">
                  <c:v>6200.2300000000005</c:v>
                </c:pt>
                <c:pt idx="2169">
                  <c:v>6202.81</c:v>
                </c:pt>
                <c:pt idx="2170">
                  <c:v>6202.1100000000006</c:v>
                </c:pt>
                <c:pt idx="2171">
                  <c:v>6205.39</c:v>
                </c:pt>
                <c:pt idx="2172">
                  <c:v>6206.14</c:v>
                </c:pt>
                <c:pt idx="2173">
                  <c:v>6203.67</c:v>
                </c:pt>
                <c:pt idx="2174">
                  <c:v>6204.98</c:v>
                </c:pt>
                <c:pt idx="2175">
                  <c:v>6212.31</c:v>
                </c:pt>
                <c:pt idx="2176">
                  <c:v>6206.65</c:v>
                </c:pt>
                <c:pt idx="2177">
                  <c:v>6208.29</c:v>
                </c:pt>
                <c:pt idx="2178">
                  <c:v>6213.3</c:v>
                </c:pt>
                <c:pt idx="2179">
                  <c:v>6217.16</c:v>
                </c:pt>
                <c:pt idx="2180">
                  <c:v>6215.33</c:v>
                </c:pt>
                <c:pt idx="2181">
                  <c:v>6214.4199999999992</c:v>
                </c:pt>
                <c:pt idx="2182">
                  <c:v>6219</c:v>
                </c:pt>
                <c:pt idx="2183">
                  <c:v>6221.51</c:v>
                </c:pt>
                <c:pt idx="2184">
                  <c:v>6220.49</c:v>
                </c:pt>
                <c:pt idx="2185">
                  <c:v>6221.75</c:v>
                </c:pt>
                <c:pt idx="2186">
                  <c:v>6225.16</c:v>
                </c:pt>
                <c:pt idx="2187">
                  <c:v>6227.9299999999994</c:v>
                </c:pt>
                <c:pt idx="2188">
                  <c:v>6229.46</c:v>
                </c:pt>
                <c:pt idx="2189">
                  <c:v>6231.7400000000007</c:v>
                </c:pt>
                <c:pt idx="2190">
                  <c:v>6230.3899999999994</c:v>
                </c:pt>
                <c:pt idx="2191">
                  <c:v>6232.4400000000005</c:v>
                </c:pt>
                <c:pt idx="2192">
                  <c:v>6234.46</c:v>
                </c:pt>
                <c:pt idx="2193">
                  <c:v>6235.71</c:v>
                </c:pt>
                <c:pt idx="2194">
                  <c:v>6234.88</c:v>
                </c:pt>
                <c:pt idx="2195">
                  <c:v>6238.6900000000005</c:v>
                </c:pt>
                <c:pt idx="2196">
                  <c:v>6237.45</c:v>
                </c:pt>
                <c:pt idx="2197">
                  <c:v>6239.02</c:v>
                </c:pt>
                <c:pt idx="2198">
                  <c:v>6240.53</c:v>
                </c:pt>
                <c:pt idx="2199">
                  <c:v>6241.9000000000005</c:v>
                </c:pt>
                <c:pt idx="2200">
                  <c:v>6244.32</c:v>
                </c:pt>
                <c:pt idx="2201">
                  <c:v>6243.6100000000006</c:v>
                </c:pt>
                <c:pt idx="2202">
                  <c:v>6246.79</c:v>
                </c:pt>
                <c:pt idx="2203">
                  <c:v>6245.96</c:v>
                </c:pt>
                <c:pt idx="2204">
                  <c:v>6246.0599999999995</c:v>
                </c:pt>
                <c:pt idx="2205">
                  <c:v>6247.61</c:v>
                </c:pt>
                <c:pt idx="2206">
                  <c:v>6253.05</c:v>
                </c:pt>
                <c:pt idx="2207">
                  <c:v>6252.1699999999992</c:v>
                </c:pt>
                <c:pt idx="2208">
                  <c:v>6256.96</c:v>
                </c:pt>
                <c:pt idx="2209">
                  <c:v>6253.79</c:v>
                </c:pt>
                <c:pt idx="2210">
                  <c:v>6253.6399999999994</c:v>
                </c:pt>
                <c:pt idx="2211">
                  <c:v>6254.18</c:v>
                </c:pt>
                <c:pt idx="2212">
                  <c:v>6255.63</c:v>
                </c:pt>
                <c:pt idx="2213">
                  <c:v>6264.0700000000006</c:v>
                </c:pt>
                <c:pt idx="2214">
                  <c:v>6261.99</c:v>
                </c:pt>
                <c:pt idx="2215">
                  <c:v>6261.12</c:v>
                </c:pt>
                <c:pt idx="2216">
                  <c:v>6266.2699999999995</c:v>
                </c:pt>
                <c:pt idx="2217">
                  <c:v>6267.5099999999993</c:v>
                </c:pt>
                <c:pt idx="2218">
                  <c:v>6266.7</c:v>
                </c:pt>
                <c:pt idx="2219">
                  <c:v>6269.52</c:v>
                </c:pt>
                <c:pt idx="2220">
                  <c:v>6272.33</c:v>
                </c:pt>
                <c:pt idx="2221">
                  <c:v>6275.4000000000005</c:v>
                </c:pt>
                <c:pt idx="2222">
                  <c:v>6277</c:v>
                </c:pt>
                <c:pt idx="2223">
                  <c:v>6278.3</c:v>
                </c:pt>
                <c:pt idx="2224">
                  <c:v>6278.93</c:v>
                </c:pt>
                <c:pt idx="2225">
                  <c:v>6280.34</c:v>
                </c:pt>
                <c:pt idx="2226">
                  <c:v>6278.96</c:v>
                </c:pt>
                <c:pt idx="2227">
                  <c:v>6281.66</c:v>
                </c:pt>
                <c:pt idx="2228">
                  <c:v>6284.03</c:v>
                </c:pt>
                <c:pt idx="2229">
                  <c:v>6285.16</c:v>
                </c:pt>
                <c:pt idx="2230">
                  <c:v>6284.58</c:v>
                </c:pt>
                <c:pt idx="2231">
                  <c:v>6288</c:v>
                </c:pt>
                <c:pt idx="2232">
                  <c:v>6287.38</c:v>
                </c:pt>
                <c:pt idx="2233">
                  <c:v>6288.03</c:v>
                </c:pt>
                <c:pt idx="2234">
                  <c:v>6290.21</c:v>
                </c:pt>
                <c:pt idx="2235">
                  <c:v>6291.91</c:v>
                </c:pt>
                <c:pt idx="2236">
                  <c:v>6292.5899999999992</c:v>
                </c:pt>
                <c:pt idx="2237">
                  <c:v>6290.9699999999993</c:v>
                </c:pt>
                <c:pt idx="2238">
                  <c:v>6297.2599999999993</c:v>
                </c:pt>
                <c:pt idx="2239">
                  <c:v>6299.04</c:v>
                </c:pt>
                <c:pt idx="2240">
                  <c:v>6293.7300000000005</c:v>
                </c:pt>
                <c:pt idx="2241">
                  <c:v>6294.23</c:v>
                </c:pt>
                <c:pt idx="2242">
                  <c:v>6300.99</c:v>
                </c:pt>
                <c:pt idx="2243">
                  <c:v>6297.8899999999994</c:v>
                </c:pt>
                <c:pt idx="2244">
                  <c:v>6303.87</c:v>
                </c:pt>
                <c:pt idx="2245">
                  <c:v>6308.06</c:v>
                </c:pt>
                <c:pt idx="2246">
                  <c:v>6308.78</c:v>
                </c:pt>
                <c:pt idx="2247">
                  <c:v>6310.05</c:v>
                </c:pt>
                <c:pt idx="2248">
                  <c:v>6311.45</c:v>
                </c:pt>
                <c:pt idx="2249">
                  <c:v>6312.4900000000007</c:v>
                </c:pt>
                <c:pt idx="2250">
                  <c:v>6314.14</c:v>
                </c:pt>
                <c:pt idx="2251">
                  <c:v>6311.94</c:v>
                </c:pt>
                <c:pt idx="2252">
                  <c:v>6313.11</c:v>
                </c:pt>
                <c:pt idx="2253">
                  <c:v>6311.96</c:v>
                </c:pt>
                <c:pt idx="2254">
                  <c:v>6313.66</c:v>
                </c:pt>
                <c:pt idx="2255">
                  <c:v>6315.46</c:v>
                </c:pt>
                <c:pt idx="2256">
                  <c:v>6317.08</c:v>
                </c:pt>
                <c:pt idx="2257">
                  <c:v>6318.25</c:v>
                </c:pt>
                <c:pt idx="2258">
                  <c:v>6319.56</c:v>
                </c:pt>
                <c:pt idx="2259">
                  <c:v>6320.77</c:v>
                </c:pt>
                <c:pt idx="2260">
                  <c:v>6322.18</c:v>
                </c:pt>
                <c:pt idx="2261">
                  <c:v>6323.24</c:v>
                </c:pt>
                <c:pt idx="2262">
                  <c:v>6324.66</c:v>
                </c:pt>
                <c:pt idx="2263">
                  <c:v>6325.89</c:v>
                </c:pt>
                <c:pt idx="2264">
                  <c:v>6329.39</c:v>
                </c:pt>
                <c:pt idx="2265">
                  <c:v>6332.3099999999995</c:v>
                </c:pt>
                <c:pt idx="2266">
                  <c:v>6325.08</c:v>
                </c:pt>
                <c:pt idx="2267">
                  <c:v>6324.34</c:v>
                </c:pt>
                <c:pt idx="2268">
                  <c:v>6325.3</c:v>
                </c:pt>
                <c:pt idx="2269">
                  <c:v>6330.92</c:v>
                </c:pt>
                <c:pt idx="2270">
                  <c:v>6336.2</c:v>
                </c:pt>
                <c:pt idx="2271">
                  <c:v>6331.04</c:v>
                </c:pt>
                <c:pt idx="2272">
                  <c:v>6341.78</c:v>
                </c:pt>
                <c:pt idx="2273">
                  <c:v>6340.56</c:v>
                </c:pt>
                <c:pt idx="2274">
                  <c:v>6346.09</c:v>
                </c:pt>
                <c:pt idx="2275">
                  <c:v>6344.9400000000005</c:v>
                </c:pt>
                <c:pt idx="2276">
                  <c:v>6348.66</c:v>
                </c:pt>
                <c:pt idx="2277">
                  <c:v>6350.1500000000005</c:v>
                </c:pt>
                <c:pt idx="2278">
                  <c:v>6345.5</c:v>
                </c:pt>
                <c:pt idx="2279">
                  <c:v>6352.9299999999994</c:v>
                </c:pt>
                <c:pt idx="2280">
                  <c:v>6353.27</c:v>
                </c:pt>
                <c:pt idx="2281">
                  <c:v>6348.81</c:v>
                </c:pt>
                <c:pt idx="2282">
                  <c:v>6350.41</c:v>
                </c:pt>
                <c:pt idx="2283">
                  <c:v>6357.52</c:v>
                </c:pt>
                <c:pt idx="2284">
                  <c:v>6357.87</c:v>
                </c:pt>
                <c:pt idx="2285">
                  <c:v>6354.47</c:v>
                </c:pt>
                <c:pt idx="2286">
                  <c:v>6355.98</c:v>
                </c:pt>
                <c:pt idx="2287">
                  <c:v>6357.79</c:v>
                </c:pt>
                <c:pt idx="2288">
                  <c:v>6359.66</c:v>
                </c:pt>
                <c:pt idx="2289">
                  <c:v>6362.92</c:v>
                </c:pt>
                <c:pt idx="2290">
                  <c:v>6362</c:v>
                </c:pt>
                <c:pt idx="2291">
                  <c:v>6363.18</c:v>
                </c:pt>
                <c:pt idx="2292">
                  <c:v>6364.67</c:v>
                </c:pt>
                <c:pt idx="2293">
                  <c:v>6365.56</c:v>
                </c:pt>
                <c:pt idx="2294">
                  <c:v>6366.94</c:v>
                </c:pt>
                <c:pt idx="2295">
                  <c:v>6368.2999999999993</c:v>
                </c:pt>
                <c:pt idx="2296">
                  <c:v>6369.45</c:v>
                </c:pt>
                <c:pt idx="2297">
                  <c:v>6371.17</c:v>
                </c:pt>
                <c:pt idx="2298">
                  <c:v>6371.85</c:v>
                </c:pt>
                <c:pt idx="2299">
                  <c:v>6375.16</c:v>
                </c:pt>
                <c:pt idx="2300">
                  <c:v>6377.24</c:v>
                </c:pt>
                <c:pt idx="2301">
                  <c:v>6378.42</c:v>
                </c:pt>
                <c:pt idx="2302">
                  <c:v>6376.58</c:v>
                </c:pt>
                <c:pt idx="2303">
                  <c:v>6382.41</c:v>
                </c:pt>
                <c:pt idx="2304">
                  <c:v>6381.48</c:v>
                </c:pt>
                <c:pt idx="2305">
                  <c:v>6380.21</c:v>
                </c:pt>
                <c:pt idx="2306">
                  <c:v>6388.14</c:v>
                </c:pt>
                <c:pt idx="2307">
                  <c:v>6389.66</c:v>
                </c:pt>
                <c:pt idx="2308">
                  <c:v>6380.19</c:v>
                </c:pt>
                <c:pt idx="2309">
                  <c:v>6389.9299999999994</c:v>
                </c:pt>
                <c:pt idx="2310">
                  <c:v>6384.99</c:v>
                </c:pt>
                <c:pt idx="2311">
                  <c:v>6389.02</c:v>
                </c:pt>
                <c:pt idx="2312">
                  <c:v>6395.31</c:v>
                </c:pt>
                <c:pt idx="2313">
                  <c:v>6394.87</c:v>
                </c:pt>
                <c:pt idx="2314">
                  <c:v>6396.27</c:v>
                </c:pt>
                <c:pt idx="2315">
                  <c:v>6397.41</c:v>
                </c:pt>
                <c:pt idx="2316">
                  <c:v>6399.48</c:v>
                </c:pt>
                <c:pt idx="2317">
                  <c:v>6401.16</c:v>
                </c:pt>
                <c:pt idx="2318">
                  <c:v>6403.9900000000007</c:v>
                </c:pt>
                <c:pt idx="2319">
                  <c:v>6406.1399999999994</c:v>
                </c:pt>
                <c:pt idx="2320">
                  <c:v>6407.06</c:v>
                </c:pt>
                <c:pt idx="2321">
                  <c:v>6408.7</c:v>
                </c:pt>
                <c:pt idx="2322">
                  <c:v>6410.08</c:v>
                </c:pt>
                <c:pt idx="2323">
                  <c:v>6409.94</c:v>
                </c:pt>
                <c:pt idx="2324">
                  <c:v>6411.46</c:v>
                </c:pt>
                <c:pt idx="2325">
                  <c:v>6410.5999999999995</c:v>
                </c:pt>
                <c:pt idx="2326">
                  <c:v>6412.21</c:v>
                </c:pt>
                <c:pt idx="2327">
                  <c:v>6415.29</c:v>
                </c:pt>
                <c:pt idx="2328">
                  <c:v>6416.0899999999992</c:v>
                </c:pt>
                <c:pt idx="2329">
                  <c:v>6417.61</c:v>
                </c:pt>
                <c:pt idx="2330">
                  <c:v>6417.79</c:v>
                </c:pt>
                <c:pt idx="2331">
                  <c:v>6418.17</c:v>
                </c:pt>
                <c:pt idx="2332">
                  <c:v>6421.02</c:v>
                </c:pt>
                <c:pt idx="2333">
                  <c:v>6418.7900000000009</c:v>
                </c:pt>
                <c:pt idx="2334">
                  <c:v>6423.5300000000007</c:v>
                </c:pt>
                <c:pt idx="2335">
                  <c:v>6411.1900000000005</c:v>
                </c:pt>
                <c:pt idx="2336">
                  <c:v>6413.9</c:v>
                </c:pt>
                <c:pt idx="2337">
                  <c:v>6414.25</c:v>
                </c:pt>
                <c:pt idx="2338">
                  <c:v>6417.78</c:v>
                </c:pt>
                <c:pt idx="2339">
                  <c:v>6432.34</c:v>
                </c:pt>
                <c:pt idx="2340">
                  <c:v>6426.42</c:v>
                </c:pt>
                <c:pt idx="2341">
                  <c:v>6431.5199999999995</c:v>
                </c:pt>
                <c:pt idx="2342">
                  <c:v>6435.13</c:v>
                </c:pt>
                <c:pt idx="2343">
                  <c:v>6435.83</c:v>
                </c:pt>
                <c:pt idx="2344">
                  <c:v>6423.77</c:v>
                </c:pt>
                <c:pt idx="2345">
                  <c:v>6436.69</c:v>
                </c:pt>
                <c:pt idx="2346">
                  <c:v>6428.9699999999993</c:v>
                </c:pt>
                <c:pt idx="2347">
                  <c:v>6434.86</c:v>
                </c:pt>
                <c:pt idx="2348">
                  <c:v>6433</c:v>
                </c:pt>
                <c:pt idx="2349">
                  <c:v>6437.1</c:v>
                </c:pt>
                <c:pt idx="2350">
                  <c:v>6437.1</c:v>
                </c:pt>
                <c:pt idx="2351">
                  <c:v>6439.78</c:v>
                </c:pt>
                <c:pt idx="2352">
                  <c:v>6440.87</c:v>
                </c:pt>
                <c:pt idx="2353">
                  <c:v>6442.11</c:v>
                </c:pt>
                <c:pt idx="2354">
                  <c:v>6443.5</c:v>
                </c:pt>
                <c:pt idx="2355">
                  <c:v>6444.68</c:v>
                </c:pt>
                <c:pt idx="2356">
                  <c:v>6446.23</c:v>
                </c:pt>
                <c:pt idx="2357">
                  <c:v>6447.33</c:v>
                </c:pt>
                <c:pt idx="2358">
                  <c:v>6448.67</c:v>
                </c:pt>
                <c:pt idx="2359">
                  <c:v>6450.05</c:v>
                </c:pt>
                <c:pt idx="2360">
                  <c:v>6451.58</c:v>
                </c:pt>
                <c:pt idx="2361">
                  <c:v>6452.75</c:v>
                </c:pt>
                <c:pt idx="2362">
                  <c:v>6455.38</c:v>
                </c:pt>
                <c:pt idx="2363">
                  <c:v>6457.91</c:v>
                </c:pt>
                <c:pt idx="2364">
                  <c:v>6460.9800000000005</c:v>
                </c:pt>
                <c:pt idx="2365">
                  <c:v>6466.3700000000008</c:v>
                </c:pt>
                <c:pt idx="2366">
                  <c:v>6468.08</c:v>
                </c:pt>
                <c:pt idx="2367">
                  <c:v>6469.38</c:v>
                </c:pt>
                <c:pt idx="2368">
                  <c:v>6471.17</c:v>
                </c:pt>
                <c:pt idx="2369">
                  <c:v>6472.7800000000007</c:v>
                </c:pt>
                <c:pt idx="2370">
                  <c:v>6473.1500000000005</c:v>
                </c:pt>
                <c:pt idx="2371">
                  <c:v>6475.39</c:v>
                </c:pt>
                <c:pt idx="2372">
                  <c:v>6474.9100000000008</c:v>
                </c:pt>
                <c:pt idx="2373">
                  <c:v>6475.6900000000005</c:v>
                </c:pt>
                <c:pt idx="2374">
                  <c:v>6477.98</c:v>
                </c:pt>
                <c:pt idx="2375">
                  <c:v>6479.14</c:v>
                </c:pt>
                <c:pt idx="2376">
                  <c:v>6478.2400000000007</c:v>
                </c:pt>
                <c:pt idx="2377">
                  <c:v>6479.3099999999995</c:v>
                </c:pt>
                <c:pt idx="2378">
                  <c:v>6480.03</c:v>
                </c:pt>
                <c:pt idx="2379">
                  <c:v>6480.2999999999993</c:v>
                </c:pt>
                <c:pt idx="2380">
                  <c:v>6483.75</c:v>
                </c:pt>
                <c:pt idx="2381">
                  <c:v>6484.62</c:v>
                </c:pt>
                <c:pt idx="2382">
                  <c:v>6485.4000000000005</c:v>
                </c:pt>
                <c:pt idx="2383">
                  <c:v>6486.39</c:v>
                </c:pt>
                <c:pt idx="2384">
                  <c:v>6487.66</c:v>
                </c:pt>
                <c:pt idx="2385">
                  <c:v>6488.9900000000007</c:v>
                </c:pt>
                <c:pt idx="2386">
                  <c:v>6490.25</c:v>
                </c:pt>
                <c:pt idx="2387">
                  <c:v>6491.6600000000008</c:v>
                </c:pt>
                <c:pt idx="2388">
                  <c:v>6492.94</c:v>
                </c:pt>
                <c:pt idx="2389">
                  <c:v>6494.33</c:v>
                </c:pt>
                <c:pt idx="2390">
                  <c:v>6495.51</c:v>
                </c:pt>
                <c:pt idx="2391">
                  <c:v>6497.9500000000007</c:v>
                </c:pt>
                <c:pt idx="2392">
                  <c:v>6497.36</c:v>
                </c:pt>
                <c:pt idx="2393">
                  <c:v>6500.9699999999993</c:v>
                </c:pt>
                <c:pt idx="2394">
                  <c:v>6499.39</c:v>
                </c:pt>
                <c:pt idx="2395">
                  <c:v>6500.88</c:v>
                </c:pt>
                <c:pt idx="2396">
                  <c:v>6504.8</c:v>
                </c:pt>
                <c:pt idx="2397">
                  <c:v>6507.9900000000007</c:v>
                </c:pt>
                <c:pt idx="2398">
                  <c:v>6508.3</c:v>
                </c:pt>
                <c:pt idx="2399">
                  <c:v>6511.8600000000006</c:v>
                </c:pt>
                <c:pt idx="2400">
                  <c:v>6513.09</c:v>
                </c:pt>
                <c:pt idx="2401">
                  <c:v>6512.9000000000005</c:v>
                </c:pt>
                <c:pt idx="2402">
                  <c:v>6510.93</c:v>
                </c:pt>
                <c:pt idx="2403">
                  <c:v>6512.51</c:v>
                </c:pt>
                <c:pt idx="2404">
                  <c:v>6515.18</c:v>
                </c:pt>
                <c:pt idx="2405">
                  <c:v>6516.04</c:v>
                </c:pt>
                <c:pt idx="2406">
                  <c:v>6515.12</c:v>
                </c:pt>
              </c:numCache>
            </c:numRef>
          </c:xVal>
          <c:yVal>
            <c:numRef>
              <c:f>Presentation!$BQ$13:$BQ$2420</c:f>
              <c:numCache>
                <c:formatCode>General</c:formatCode>
                <c:ptCount val="2408"/>
                <c:pt idx="0">
                  <c:v>0.12014881204024691</c:v>
                </c:pt>
                <c:pt idx="1">
                  <c:v>0.12028581092508032</c:v>
                </c:pt>
                <c:pt idx="2">
                  <c:v>0.12031791663143655</c:v>
                </c:pt>
                <c:pt idx="3">
                  <c:v>0.12041265009301537</c:v>
                </c:pt>
                <c:pt idx="4">
                  <c:v>0.1204498372299497</c:v>
                </c:pt>
                <c:pt idx="5">
                  <c:v>0.12053948926095046</c:v>
                </c:pt>
                <c:pt idx="6">
                  <c:v>0.11974151039026863</c:v>
                </c:pt>
                <c:pt idx="7">
                  <c:v>0.12703775656727764</c:v>
                </c:pt>
                <c:pt idx="8">
                  <c:v>0.1373394185260311</c:v>
                </c:pt>
                <c:pt idx="9">
                  <c:v>0.15309226089895234</c:v>
                </c:pt>
                <c:pt idx="10">
                  <c:v>0.16753926701570682</c:v>
                </c:pt>
                <c:pt idx="11">
                  <c:v>0.17980139446439888</c:v>
                </c:pt>
                <c:pt idx="12">
                  <c:v>0.19256285653919289</c:v>
                </c:pt>
                <c:pt idx="13">
                  <c:v>0.20551071292735495</c:v>
                </c:pt>
                <c:pt idx="14">
                  <c:v>0.21725536589487915</c:v>
                </c:pt>
                <c:pt idx="15">
                  <c:v>0.22723238811646873</c:v>
                </c:pt>
                <c:pt idx="16">
                  <c:v>0.23868816478136082</c:v>
                </c:pt>
                <c:pt idx="17">
                  <c:v>0.24783545212653629</c:v>
                </c:pt>
                <c:pt idx="18">
                  <c:v>0.25676018252492816</c:v>
                </c:pt>
                <c:pt idx="19">
                  <c:v>0.26795347269049224</c:v>
                </c:pt>
                <c:pt idx="20">
                  <c:v>0.27687186617789578</c:v>
                </c:pt>
                <c:pt idx="21">
                  <c:v>0.28559389879071334</c:v>
                </c:pt>
                <c:pt idx="22">
                  <c:v>0.29385724524642692</c:v>
                </c:pt>
                <c:pt idx="23">
                  <c:v>0.30215099114297767</c:v>
                </c:pt>
                <c:pt idx="24">
                  <c:v>0.31051324154772431</c:v>
                </c:pt>
                <c:pt idx="25">
                  <c:v>0.31735794975552178</c:v>
                </c:pt>
                <c:pt idx="26">
                  <c:v>0.32641461771640284</c:v>
                </c:pt>
                <c:pt idx="27">
                  <c:v>0.33253184847717876</c:v>
                </c:pt>
                <c:pt idx="28">
                  <c:v>0.34227368421052634</c:v>
                </c:pt>
                <c:pt idx="29">
                  <c:v>0.3489166174858781</c:v>
                </c:pt>
                <c:pt idx="30">
                  <c:v>0.35707966465854996</c:v>
                </c:pt>
                <c:pt idx="31">
                  <c:v>0.3648233163458704</c:v>
                </c:pt>
                <c:pt idx="32">
                  <c:v>0.37264150943396224</c:v>
                </c:pt>
                <c:pt idx="33">
                  <c:v>0.37922613784682746</c:v>
                </c:pt>
                <c:pt idx="34">
                  <c:v>0.3871443003872706</c:v>
                </c:pt>
                <c:pt idx="35">
                  <c:v>0.39307355664029631</c:v>
                </c:pt>
                <c:pt idx="36">
                  <c:v>0.40047124163756476</c:v>
                </c:pt>
                <c:pt idx="37">
                  <c:v>0.40737780768907211</c:v>
                </c:pt>
                <c:pt idx="38">
                  <c:v>0.41411507402422615</c:v>
                </c:pt>
                <c:pt idx="39">
                  <c:v>0.41997476871320438</c:v>
                </c:pt>
                <c:pt idx="40">
                  <c:v>0.42646316851664989</c:v>
                </c:pt>
                <c:pt idx="41">
                  <c:v>0.4322767782074996</c:v>
                </c:pt>
                <c:pt idx="42">
                  <c:v>0.43844310873859865</c:v>
                </c:pt>
                <c:pt idx="43">
                  <c:v>0.4435199193141704</c:v>
                </c:pt>
                <c:pt idx="44">
                  <c:v>0.44999159522608839</c:v>
                </c:pt>
                <c:pt idx="45">
                  <c:v>0.45491975464246698</c:v>
                </c:pt>
                <c:pt idx="46">
                  <c:v>0.46077236626465518</c:v>
                </c:pt>
                <c:pt idx="47">
                  <c:v>0.46626925821753917</c:v>
                </c:pt>
                <c:pt idx="48">
                  <c:v>0.47104798722581737</c:v>
                </c:pt>
                <c:pt idx="49">
                  <c:v>0.47614046878938088</c:v>
                </c:pt>
                <c:pt idx="50">
                  <c:v>0.48080553807426052</c:v>
                </c:pt>
                <c:pt idx="51">
                  <c:v>0.48517429651406974</c:v>
                </c:pt>
                <c:pt idx="52">
                  <c:v>0.49049477527382601</c:v>
                </c:pt>
                <c:pt idx="53">
                  <c:v>0.49453781512605044</c:v>
                </c:pt>
                <c:pt idx="54">
                  <c:v>0.49981142354272301</c:v>
                </c:pt>
                <c:pt idx="55">
                  <c:v>0.50395778364116095</c:v>
                </c:pt>
                <c:pt idx="56">
                  <c:v>0.50802295864929403</c:v>
                </c:pt>
                <c:pt idx="57">
                  <c:v>0.51159961404539167</c:v>
                </c:pt>
                <c:pt idx="58">
                  <c:v>0.51594117893502023</c:v>
                </c:pt>
                <c:pt idx="59">
                  <c:v>0.51968009379448954</c:v>
                </c:pt>
                <c:pt idx="60">
                  <c:v>0.52408477842003853</c:v>
                </c:pt>
                <c:pt idx="61">
                  <c:v>0.52765797077174326</c:v>
                </c:pt>
                <c:pt idx="62">
                  <c:v>0.53246971030897583</c:v>
                </c:pt>
                <c:pt idx="63">
                  <c:v>0.5350123622344215</c:v>
                </c:pt>
                <c:pt idx="64">
                  <c:v>0.53923827879498898</c:v>
                </c:pt>
                <c:pt idx="65">
                  <c:v>0.54247654155495983</c:v>
                </c:pt>
                <c:pt idx="66">
                  <c:v>0.54641032085113517</c:v>
                </c:pt>
                <c:pt idx="67">
                  <c:v>0.54982832258604808</c:v>
                </c:pt>
                <c:pt idx="68">
                  <c:v>0.55334561594506315</c:v>
                </c:pt>
                <c:pt idx="69">
                  <c:v>0.55653229519862712</c:v>
                </c:pt>
                <c:pt idx="70">
                  <c:v>0.56002009040683076</c:v>
                </c:pt>
                <c:pt idx="71">
                  <c:v>0.56316692471858398</c:v>
                </c:pt>
                <c:pt idx="72">
                  <c:v>0.56684380099585752</c:v>
                </c:pt>
                <c:pt idx="73">
                  <c:v>0.57017947537965941</c:v>
                </c:pt>
                <c:pt idx="74">
                  <c:v>0.57304780626542307</c:v>
                </c:pt>
                <c:pt idx="75">
                  <c:v>0.57583741061347382</c:v>
                </c:pt>
                <c:pt idx="76">
                  <c:v>0.57900238324204545</c:v>
                </c:pt>
                <c:pt idx="77">
                  <c:v>0.58162966679208994</c:v>
                </c:pt>
                <c:pt idx="78">
                  <c:v>0.58485912549117969</c:v>
                </c:pt>
                <c:pt idx="79">
                  <c:v>0.58751044277360065</c:v>
                </c:pt>
                <c:pt idx="80">
                  <c:v>0.59024206697604409</c:v>
                </c:pt>
                <c:pt idx="81">
                  <c:v>0.59295286602930741</c:v>
                </c:pt>
                <c:pt idx="82">
                  <c:v>0.59534844878700577</c:v>
                </c:pt>
                <c:pt idx="83">
                  <c:v>0.59807234948053578</c:v>
                </c:pt>
                <c:pt idx="84">
                  <c:v>0.60003341408403643</c:v>
                </c:pt>
                <c:pt idx="85">
                  <c:v>0.60243026557541346</c:v>
                </c:pt>
                <c:pt idx="86">
                  <c:v>0.60446264415844908</c:v>
                </c:pt>
                <c:pt idx="87">
                  <c:v>0.60724257198816523</c:v>
                </c:pt>
                <c:pt idx="88">
                  <c:v>0.60864295565678939</c:v>
                </c:pt>
                <c:pt idx="89">
                  <c:v>0.61101369405477612</c:v>
                </c:pt>
                <c:pt idx="90">
                  <c:v>0.61379166666666662</c:v>
                </c:pt>
                <c:pt idx="91">
                  <c:v>0.61525289228584557</c:v>
                </c:pt>
                <c:pt idx="92">
                  <c:v>0.617499791371109</c:v>
                </c:pt>
                <c:pt idx="93">
                  <c:v>0.6197999166319299</c:v>
                </c:pt>
                <c:pt idx="94">
                  <c:v>0.62183788289226927</c:v>
                </c:pt>
                <c:pt idx="95">
                  <c:v>0.62405670210548259</c:v>
                </c:pt>
                <c:pt idx="96">
                  <c:v>0.62559953288568204</c:v>
                </c:pt>
                <c:pt idx="97">
                  <c:v>0.62811536217387687</c:v>
                </c:pt>
                <c:pt idx="98">
                  <c:v>0.62980869420247565</c:v>
                </c:pt>
                <c:pt idx="99">
                  <c:v>0.63192304489048057</c:v>
                </c:pt>
                <c:pt idx="100">
                  <c:v>0.63392187890397278</c:v>
                </c:pt>
                <c:pt idx="101">
                  <c:v>0.63586390705034768</c:v>
                </c:pt>
                <c:pt idx="102">
                  <c:v>0.63735897756130055</c:v>
                </c:pt>
                <c:pt idx="103">
                  <c:v>0.63941387061859956</c:v>
                </c:pt>
                <c:pt idx="104">
                  <c:v>0.64093387157185078</c:v>
                </c:pt>
                <c:pt idx="105">
                  <c:v>0.64280958721704406</c:v>
                </c:pt>
                <c:pt idx="106">
                  <c:v>0.6443251788983192</c:v>
                </c:pt>
                <c:pt idx="107">
                  <c:v>0.6458255335080495</c:v>
                </c:pt>
                <c:pt idx="108">
                  <c:v>0.64739643986025619</c:v>
                </c:pt>
                <c:pt idx="109">
                  <c:v>0.64888352946068439</c:v>
                </c:pt>
                <c:pt idx="110">
                  <c:v>0.65018916559264961</c:v>
                </c:pt>
                <c:pt idx="111">
                  <c:v>0.65216126350789694</c:v>
                </c:pt>
                <c:pt idx="112">
                  <c:v>0.65315540034921438</c:v>
                </c:pt>
                <c:pt idx="113">
                  <c:v>0.65461797332668581</c:v>
                </c:pt>
                <c:pt idx="114">
                  <c:v>0.65595416043846544</c:v>
                </c:pt>
                <c:pt idx="115">
                  <c:v>0.65729823978744606</c:v>
                </c:pt>
                <c:pt idx="116">
                  <c:v>0.65817683230845936</c:v>
                </c:pt>
                <c:pt idx="117">
                  <c:v>0.65964606181455632</c:v>
                </c:pt>
                <c:pt idx="118">
                  <c:v>0.66123548922056374</c:v>
                </c:pt>
                <c:pt idx="119">
                  <c:v>0.66163605456279284</c:v>
                </c:pt>
                <c:pt idx="120">
                  <c:v>0.66308897269072986</c:v>
                </c:pt>
                <c:pt idx="121">
                  <c:v>0.65931880334797377</c:v>
                </c:pt>
                <c:pt idx="122">
                  <c:v>0.66358833562128205</c:v>
                </c:pt>
                <c:pt idx="123">
                  <c:v>0.66575524069931225</c:v>
                </c:pt>
                <c:pt idx="124">
                  <c:v>0.66636242947228674</c:v>
                </c:pt>
                <c:pt idx="125">
                  <c:v>0.66750911501491561</c:v>
                </c:pt>
                <c:pt idx="126">
                  <c:v>0.66831436404419708</c:v>
                </c:pt>
                <c:pt idx="127">
                  <c:v>0.66964063407751684</c:v>
                </c:pt>
                <c:pt idx="128">
                  <c:v>0.67126408217362488</c:v>
                </c:pt>
                <c:pt idx="129">
                  <c:v>0.51971234108128939</c:v>
                </c:pt>
                <c:pt idx="130">
                  <c:v>0.51858129717282841</c:v>
                </c:pt>
                <c:pt idx="131">
                  <c:v>0.51986712661300616</c:v>
                </c:pt>
                <c:pt idx="132">
                  <c:v>0.51889104624884619</c:v>
                </c:pt>
                <c:pt idx="133">
                  <c:v>0.51732211219033752</c:v>
                </c:pt>
                <c:pt idx="134">
                  <c:v>0.51624344769139019</c:v>
                </c:pt>
                <c:pt idx="135">
                  <c:v>0.51481665940359844</c:v>
                </c:pt>
                <c:pt idx="136">
                  <c:v>0.5107955951497154</c:v>
                </c:pt>
                <c:pt idx="137">
                  <c:v>0.50891817346000623</c:v>
                </c:pt>
                <c:pt idx="138">
                  <c:v>0.50591052376333656</c:v>
                </c:pt>
                <c:pt idx="139">
                  <c:v>0.50437938688583606</c:v>
                </c:pt>
                <c:pt idx="140">
                  <c:v>0.50032555937019063</c:v>
                </c:pt>
                <c:pt idx="141">
                  <c:v>0.49596080375630669</c:v>
                </c:pt>
                <c:pt idx="142">
                  <c:v>0.49467992829468571</c:v>
                </c:pt>
                <c:pt idx="143">
                  <c:v>0.49657060518731988</c:v>
                </c:pt>
                <c:pt idx="144">
                  <c:v>0.49670732405657675</c:v>
                </c:pt>
                <c:pt idx="145">
                  <c:v>0.49399530927689395</c:v>
                </c:pt>
                <c:pt idx="146">
                  <c:v>0.48238296471104763</c:v>
                </c:pt>
                <c:pt idx="147">
                  <c:v>0.47891435986159175</c:v>
                </c:pt>
                <c:pt idx="148">
                  <c:v>0.47499334929502518</c:v>
                </c:pt>
                <c:pt idx="149">
                  <c:v>0.47201007794661848</c:v>
                </c:pt>
                <c:pt idx="150">
                  <c:v>0.4684288192197168</c:v>
                </c:pt>
                <c:pt idx="151">
                  <c:v>0.46661736203203102</c:v>
                </c:pt>
                <c:pt idx="152">
                  <c:v>0.4644833484253949</c:v>
                </c:pt>
                <c:pt idx="153">
                  <c:v>0.45777358396861267</c:v>
                </c:pt>
                <c:pt idx="154">
                  <c:v>0.45657981813279735</c:v>
                </c:pt>
                <c:pt idx="155">
                  <c:v>0.45308265582655832</c:v>
                </c:pt>
                <c:pt idx="156">
                  <c:v>0.45092888867663217</c:v>
                </c:pt>
                <c:pt idx="157">
                  <c:v>0.44824573830098691</c:v>
                </c:pt>
                <c:pt idx="158">
                  <c:v>0.44714614793959567</c:v>
                </c:pt>
                <c:pt idx="159">
                  <c:v>0.44494928633714259</c:v>
                </c:pt>
                <c:pt idx="160">
                  <c:v>0.44222594066570187</c:v>
                </c:pt>
                <c:pt idx="161">
                  <c:v>0.44075321835746639</c:v>
                </c:pt>
                <c:pt idx="162">
                  <c:v>0.43933949161136709</c:v>
                </c:pt>
                <c:pt idx="163">
                  <c:v>0.43881654746635945</c:v>
                </c:pt>
                <c:pt idx="164">
                  <c:v>0.43680082293943678</c:v>
                </c:pt>
                <c:pt idx="165">
                  <c:v>0.43539646924346975</c:v>
                </c:pt>
                <c:pt idx="166">
                  <c:v>0.43387843644403651</c:v>
                </c:pt>
                <c:pt idx="167">
                  <c:v>0.43293952702006144</c:v>
                </c:pt>
                <c:pt idx="168">
                  <c:v>0.43141242018788889</c:v>
                </c:pt>
                <c:pt idx="169">
                  <c:v>0.43180359435173299</c:v>
                </c:pt>
                <c:pt idx="170">
                  <c:v>0.42669540968692521</c:v>
                </c:pt>
                <c:pt idx="171">
                  <c:v>0.4224011569957199</c:v>
                </c:pt>
                <c:pt idx="172">
                  <c:v>0.42204280305956893</c:v>
                </c:pt>
                <c:pt idx="173">
                  <c:v>0.42191435768261965</c:v>
                </c:pt>
                <c:pt idx="174">
                  <c:v>0.42134227934940349</c:v>
                </c:pt>
                <c:pt idx="175">
                  <c:v>0.42134496384104975</c:v>
                </c:pt>
                <c:pt idx="176">
                  <c:v>0.42047774038726754</c:v>
                </c:pt>
                <c:pt idx="177">
                  <c:v>0.4208554593729541</c:v>
                </c:pt>
                <c:pt idx="178">
                  <c:v>0.41959699723429478</c:v>
                </c:pt>
                <c:pt idx="179">
                  <c:v>0.42055161880405639</c:v>
                </c:pt>
                <c:pt idx="180">
                  <c:v>0.41933954811186608</c:v>
                </c:pt>
                <c:pt idx="181">
                  <c:v>0.41978247272221836</c:v>
                </c:pt>
                <c:pt idx="182">
                  <c:v>0.41958246059815268</c:v>
                </c:pt>
                <c:pt idx="183">
                  <c:v>0.42005764665988476</c:v>
                </c:pt>
                <c:pt idx="184">
                  <c:v>0.4205362982341399</c:v>
                </c:pt>
                <c:pt idx="185">
                  <c:v>0.4202898550724638</c:v>
                </c:pt>
                <c:pt idx="186">
                  <c:v>0.42014883598406266</c:v>
                </c:pt>
                <c:pt idx="187">
                  <c:v>0.42126527234670869</c:v>
                </c:pt>
                <c:pt idx="188">
                  <c:v>0.42070054967196996</c:v>
                </c:pt>
                <c:pt idx="189">
                  <c:v>0.42105935314964404</c:v>
                </c:pt>
                <c:pt idx="190">
                  <c:v>0.42155454157917172</c:v>
                </c:pt>
                <c:pt idx="191">
                  <c:v>0.42339980651000225</c:v>
                </c:pt>
                <c:pt idx="192">
                  <c:v>0.42322676396017567</c:v>
                </c:pt>
                <c:pt idx="193">
                  <c:v>0.42412344358719734</c:v>
                </c:pt>
                <c:pt idx="194">
                  <c:v>0.41973251745603807</c:v>
                </c:pt>
                <c:pt idx="195">
                  <c:v>0.42123992132250271</c:v>
                </c:pt>
                <c:pt idx="196">
                  <c:v>0.42208738586002792</c:v>
                </c:pt>
                <c:pt idx="197">
                  <c:v>0.42253210036517852</c:v>
                </c:pt>
                <c:pt idx="198">
                  <c:v>0.4234947147112072</c:v>
                </c:pt>
                <c:pt idx="199">
                  <c:v>0.42476162958682456</c:v>
                </c:pt>
                <c:pt idx="200">
                  <c:v>0.42601455921128051</c:v>
                </c:pt>
                <c:pt idx="201">
                  <c:v>0.42663375046111068</c:v>
                </c:pt>
                <c:pt idx="202">
                  <c:v>0.42793248945147677</c:v>
                </c:pt>
                <c:pt idx="203">
                  <c:v>0.42843215086561093</c:v>
                </c:pt>
                <c:pt idx="204">
                  <c:v>0.43019191179518357</c:v>
                </c:pt>
                <c:pt idx="205">
                  <c:v>0.43172034929007747</c:v>
                </c:pt>
                <c:pt idx="206">
                  <c:v>0.42939918230308943</c:v>
                </c:pt>
                <c:pt idx="207">
                  <c:v>0.43062850081265869</c:v>
                </c:pt>
                <c:pt idx="208">
                  <c:v>0.42920872506458568</c:v>
                </c:pt>
                <c:pt idx="209">
                  <c:v>0.43140930029962649</c:v>
                </c:pt>
                <c:pt idx="210">
                  <c:v>0.42947147815836012</c:v>
                </c:pt>
                <c:pt idx="211">
                  <c:v>0.43124366735080932</c:v>
                </c:pt>
                <c:pt idx="212">
                  <c:v>0.43192766428810636</c:v>
                </c:pt>
                <c:pt idx="213">
                  <c:v>0.43444802372552033</c:v>
                </c:pt>
                <c:pt idx="214">
                  <c:v>0.4349109801685358</c:v>
                </c:pt>
                <c:pt idx="215">
                  <c:v>0.43606627552690552</c:v>
                </c:pt>
                <c:pt idx="216">
                  <c:v>0.4371522666600135</c:v>
                </c:pt>
                <c:pt idx="217">
                  <c:v>0.438462300113867</c:v>
                </c:pt>
                <c:pt idx="218">
                  <c:v>0.43962243280115038</c:v>
                </c:pt>
                <c:pt idx="219">
                  <c:v>0.4405453568987403</c:v>
                </c:pt>
                <c:pt idx="220">
                  <c:v>0.44153452933267112</c:v>
                </c:pt>
                <c:pt idx="221">
                  <c:v>0.44190336114192025</c:v>
                </c:pt>
                <c:pt idx="222">
                  <c:v>0.44329785961975365</c:v>
                </c:pt>
                <c:pt idx="223">
                  <c:v>0.44481581567344619</c:v>
                </c:pt>
                <c:pt idx="224">
                  <c:v>0.44502123643227937</c:v>
                </c:pt>
                <c:pt idx="225">
                  <c:v>0.44630797860511934</c:v>
                </c:pt>
                <c:pt idx="226">
                  <c:v>0.44706470903041162</c:v>
                </c:pt>
                <c:pt idx="227">
                  <c:v>0.44834946751433619</c:v>
                </c:pt>
                <c:pt idx="228">
                  <c:v>0.4497302374597647</c:v>
                </c:pt>
                <c:pt idx="229">
                  <c:v>0.45050801895389098</c:v>
                </c:pt>
                <c:pt idx="230">
                  <c:v>0.45268281639121577</c:v>
                </c:pt>
                <c:pt idx="231">
                  <c:v>0.45372655478775908</c:v>
                </c:pt>
                <c:pt idx="232">
                  <c:v>0.45354783364342294</c:v>
                </c:pt>
                <c:pt idx="233">
                  <c:v>0.45296024606941726</c:v>
                </c:pt>
                <c:pt idx="234">
                  <c:v>0.45370716373947639</c:v>
                </c:pt>
                <c:pt idx="235">
                  <c:v>0.44794590874832058</c:v>
                </c:pt>
                <c:pt idx="236">
                  <c:v>0.4510146879888754</c:v>
                </c:pt>
                <c:pt idx="237">
                  <c:v>0.45159445930784492</c:v>
                </c:pt>
                <c:pt idx="238">
                  <c:v>0.45288095620946567</c:v>
                </c:pt>
                <c:pt idx="239">
                  <c:v>0.45396535037808289</c:v>
                </c:pt>
                <c:pt idx="240">
                  <c:v>0.45421709650845959</c:v>
                </c:pt>
                <c:pt idx="241">
                  <c:v>0.45191984892992021</c:v>
                </c:pt>
                <c:pt idx="242">
                  <c:v>0.45276903516268213</c:v>
                </c:pt>
                <c:pt idx="243">
                  <c:v>0.45215804588763442</c:v>
                </c:pt>
                <c:pt idx="244">
                  <c:v>0.45367250847422702</c:v>
                </c:pt>
                <c:pt idx="245">
                  <c:v>0.45533822581140421</c:v>
                </c:pt>
                <c:pt idx="246">
                  <c:v>0.45646448726422284</c:v>
                </c:pt>
                <c:pt idx="247">
                  <c:v>0.45746768353124434</c:v>
                </c:pt>
                <c:pt idx="248">
                  <c:v>0.45861286305387056</c:v>
                </c:pt>
                <c:pt idx="249">
                  <c:v>0.45970149253731341</c:v>
                </c:pt>
                <c:pt idx="250">
                  <c:v>0.46064472600633022</c:v>
                </c:pt>
                <c:pt idx="251">
                  <c:v>0.46220477101872498</c:v>
                </c:pt>
                <c:pt idx="252">
                  <c:v>0.46376356535902818</c:v>
                </c:pt>
                <c:pt idx="253">
                  <c:v>0.46571963418676748</c:v>
                </c:pt>
                <c:pt idx="254">
                  <c:v>0.46684962325811424</c:v>
                </c:pt>
                <c:pt idx="255">
                  <c:v>0.46752608133906709</c:v>
                </c:pt>
                <c:pt idx="256">
                  <c:v>0.46890525790796256</c:v>
                </c:pt>
                <c:pt idx="257">
                  <c:v>0.47109187292628046</c:v>
                </c:pt>
                <c:pt idx="258">
                  <c:v>0.46848360577927128</c:v>
                </c:pt>
                <c:pt idx="259">
                  <c:v>0.4692970453065578</c:v>
                </c:pt>
                <c:pt idx="260">
                  <c:v>0.46990540895612032</c:v>
                </c:pt>
                <c:pt idx="261">
                  <c:v>0.47102348539277616</c:v>
                </c:pt>
                <c:pt idx="262">
                  <c:v>0.47269925551863051</c:v>
                </c:pt>
                <c:pt idx="263">
                  <c:v>0.47329118013569016</c:v>
                </c:pt>
                <c:pt idx="264">
                  <c:v>0.47466965408949419</c:v>
                </c:pt>
                <c:pt idx="265">
                  <c:v>0.47541732110896001</c:v>
                </c:pt>
                <c:pt idx="266">
                  <c:v>0.47643746025978739</c:v>
                </c:pt>
                <c:pt idx="267">
                  <c:v>0.47768107044186431</c:v>
                </c:pt>
                <c:pt idx="268">
                  <c:v>0.47869669691209699</c:v>
                </c:pt>
                <c:pt idx="269">
                  <c:v>0.4766734460857775</c:v>
                </c:pt>
                <c:pt idx="270">
                  <c:v>0.4765948761636008</c:v>
                </c:pt>
                <c:pt idx="271">
                  <c:v>0.47685446838572937</c:v>
                </c:pt>
                <c:pt idx="272">
                  <c:v>0.47603850718712909</c:v>
                </c:pt>
                <c:pt idx="273">
                  <c:v>0.47784940217438837</c:v>
                </c:pt>
                <c:pt idx="274">
                  <c:v>0.47855968402829124</c:v>
                </c:pt>
                <c:pt idx="275">
                  <c:v>0.48002978432340238</c:v>
                </c:pt>
                <c:pt idx="276">
                  <c:v>0.48158893872736824</c:v>
                </c:pt>
                <c:pt idx="277">
                  <c:v>0.48272493573264774</c:v>
                </c:pt>
                <c:pt idx="278">
                  <c:v>0.48367985406064329</c:v>
                </c:pt>
                <c:pt idx="279">
                  <c:v>0.48537485680342823</c:v>
                </c:pt>
                <c:pt idx="280">
                  <c:v>0.48613514540159536</c:v>
                </c:pt>
                <c:pt idx="281">
                  <c:v>0.48763886321238303</c:v>
                </c:pt>
                <c:pt idx="282">
                  <c:v>0.48835459546222137</c:v>
                </c:pt>
                <c:pt idx="283">
                  <c:v>0.48976129085918663</c:v>
                </c:pt>
                <c:pt idx="284">
                  <c:v>0.48748561445922794</c:v>
                </c:pt>
                <c:pt idx="285">
                  <c:v>0.48886778429267486</c:v>
                </c:pt>
                <c:pt idx="286">
                  <c:v>0.49007902245685009</c:v>
                </c:pt>
                <c:pt idx="287">
                  <c:v>0.49100227603936408</c:v>
                </c:pt>
                <c:pt idx="288">
                  <c:v>0.49194534574684906</c:v>
                </c:pt>
                <c:pt idx="289">
                  <c:v>0.49284346499626763</c:v>
                </c:pt>
                <c:pt idx="290">
                  <c:v>0.49359621833461276</c:v>
                </c:pt>
                <c:pt idx="291">
                  <c:v>0.49516774094907018</c:v>
                </c:pt>
                <c:pt idx="292">
                  <c:v>0.49586359886919684</c:v>
                </c:pt>
                <c:pt idx="293">
                  <c:v>0.49748399084507605</c:v>
                </c:pt>
                <c:pt idx="294">
                  <c:v>0.49793663894355911</c:v>
                </c:pt>
                <c:pt idx="295">
                  <c:v>0.49922974222039634</c:v>
                </c:pt>
                <c:pt idx="296">
                  <c:v>0.49994108544181987</c:v>
                </c:pt>
                <c:pt idx="297">
                  <c:v>0.49914762508015448</c:v>
                </c:pt>
                <c:pt idx="298">
                  <c:v>0.49862966769441591</c:v>
                </c:pt>
                <c:pt idx="299">
                  <c:v>0.50057022273598295</c:v>
                </c:pt>
                <c:pt idx="300">
                  <c:v>0.50203445054393558</c:v>
                </c:pt>
                <c:pt idx="301">
                  <c:v>0.50329430396777197</c:v>
                </c:pt>
                <c:pt idx="302">
                  <c:v>0.50284991955872216</c:v>
                </c:pt>
                <c:pt idx="303">
                  <c:v>0.5034817826116802</c:v>
                </c:pt>
                <c:pt idx="304">
                  <c:v>0.50482679001374742</c:v>
                </c:pt>
                <c:pt idx="305">
                  <c:v>0.50518465855374117</c:v>
                </c:pt>
                <c:pt idx="306">
                  <c:v>0.5068226855235497</c:v>
                </c:pt>
                <c:pt idx="307">
                  <c:v>0.50713466253758532</c:v>
                </c:pt>
                <c:pt idx="308">
                  <c:v>0.50865669857353157</c:v>
                </c:pt>
                <c:pt idx="309">
                  <c:v>0.50962683013926913</c:v>
                </c:pt>
                <c:pt idx="310">
                  <c:v>0.51027590090090091</c:v>
                </c:pt>
                <c:pt idx="311">
                  <c:v>0.5117677882167132</c:v>
                </c:pt>
                <c:pt idx="312">
                  <c:v>0.51219099967667026</c:v>
                </c:pt>
                <c:pt idx="313">
                  <c:v>0.51333762792263882</c:v>
                </c:pt>
                <c:pt idx="314">
                  <c:v>0.5145941769088338</c:v>
                </c:pt>
                <c:pt idx="315">
                  <c:v>0.51523163415023887</c:v>
                </c:pt>
                <c:pt idx="316">
                  <c:v>0.51548539720893882</c:v>
                </c:pt>
                <c:pt idx="317">
                  <c:v>0.51681756581413452</c:v>
                </c:pt>
                <c:pt idx="318">
                  <c:v>0.51732852763158843</c:v>
                </c:pt>
                <c:pt idx="319">
                  <c:v>0.51796790602173459</c:v>
                </c:pt>
                <c:pt idx="320">
                  <c:v>0.5187558812626536</c:v>
                </c:pt>
                <c:pt idx="321">
                  <c:v>0.51964169010882844</c:v>
                </c:pt>
                <c:pt idx="322">
                  <c:v>0.52023129569470106</c:v>
                </c:pt>
                <c:pt idx="323">
                  <c:v>0.52065171392297926</c:v>
                </c:pt>
                <c:pt idx="324">
                  <c:v>0.52168780522081304</c:v>
                </c:pt>
                <c:pt idx="325">
                  <c:v>0.52237803811855221</c:v>
                </c:pt>
                <c:pt idx="326">
                  <c:v>0.51738800092011072</c:v>
                </c:pt>
                <c:pt idx="327">
                  <c:v>0.51949747557172932</c:v>
                </c:pt>
                <c:pt idx="328">
                  <c:v>0.51879022769741845</c:v>
                </c:pt>
                <c:pt idx="329">
                  <c:v>0.52139726556039478</c:v>
                </c:pt>
                <c:pt idx="330">
                  <c:v>0.5218320652659505</c:v>
                </c:pt>
                <c:pt idx="331">
                  <c:v>0.52286879524832686</c:v>
                </c:pt>
                <c:pt idx="332">
                  <c:v>0.52285885951496625</c:v>
                </c:pt>
                <c:pt idx="333">
                  <c:v>0.52388563189466386</c:v>
                </c:pt>
                <c:pt idx="334">
                  <c:v>0.52492730242867502</c:v>
                </c:pt>
                <c:pt idx="335">
                  <c:v>0.52564318938222765</c:v>
                </c:pt>
                <c:pt idx="336">
                  <c:v>0.52772717188897034</c:v>
                </c:pt>
                <c:pt idx="337">
                  <c:v>0.52566326633132177</c:v>
                </c:pt>
                <c:pt idx="338">
                  <c:v>0.52708810393286565</c:v>
                </c:pt>
                <c:pt idx="339">
                  <c:v>0.52696088211430769</c:v>
                </c:pt>
                <c:pt idx="340">
                  <c:v>0.52711013221704017</c:v>
                </c:pt>
                <c:pt idx="341">
                  <c:v>0.52811096433289306</c:v>
                </c:pt>
                <c:pt idx="342">
                  <c:v>0.52770928653366911</c:v>
                </c:pt>
                <c:pt idx="343">
                  <c:v>0.52806553112662824</c:v>
                </c:pt>
                <c:pt idx="344">
                  <c:v>0.52894953966237557</c:v>
                </c:pt>
                <c:pt idx="345">
                  <c:v>0.52950884906681972</c:v>
                </c:pt>
                <c:pt idx="346">
                  <c:v>0.53048181883195822</c:v>
                </c:pt>
                <c:pt idx="347">
                  <c:v>0.53092977160549815</c:v>
                </c:pt>
                <c:pt idx="348">
                  <c:v>0.53225140349745104</c:v>
                </c:pt>
                <c:pt idx="349">
                  <c:v>0.53144119427592507</c:v>
                </c:pt>
                <c:pt idx="350">
                  <c:v>0.53252698009154931</c:v>
                </c:pt>
                <c:pt idx="351">
                  <c:v>0.53309225895228651</c:v>
                </c:pt>
                <c:pt idx="352">
                  <c:v>0.53410961526191547</c:v>
                </c:pt>
                <c:pt idx="353">
                  <c:v>0.53433997786569298</c:v>
                </c:pt>
                <c:pt idx="354">
                  <c:v>0.53549708603643886</c:v>
                </c:pt>
                <c:pt idx="355">
                  <c:v>0.5359494470774091</c:v>
                </c:pt>
                <c:pt idx="356">
                  <c:v>0.53655754749677054</c:v>
                </c:pt>
                <c:pt idx="357">
                  <c:v>0.53720082919781387</c:v>
                </c:pt>
                <c:pt idx="358">
                  <c:v>0.53793440404900905</c:v>
                </c:pt>
                <c:pt idx="359">
                  <c:v>0.53826898467492745</c:v>
                </c:pt>
                <c:pt idx="360">
                  <c:v>0.53915619534843195</c:v>
                </c:pt>
                <c:pt idx="361">
                  <c:v>0.5392030967934045</c:v>
                </c:pt>
                <c:pt idx="362">
                  <c:v>0.54000692760651203</c:v>
                </c:pt>
                <c:pt idx="363">
                  <c:v>0.54061369058995434</c:v>
                </c:pt>
                <c:pt idx="364">
                  <c:v>0.54179285095613394</c:v>
                </c:pt>
                <c:pt idx="365">
                  <c:v>0.54204583703069065</c:v>
                </c:pt>
                <c:pt idx="366">
                  <c:v>0.54138090937934746</c:v>
                </c:pt>
                <c:pt idx="367">
                  <c:v>0.53969074673349715</c:v>
                </c:pt>
                <c:pt idx="368">
                  <c:v>0.53973702724339523</c:v>
                </c:pt>
                <c:pt idx="369">
                  <c:v>0.54007754798357088</c:v>
                </c:pt>
                <c:pt idx="370">
                  <c:v>0.54057867885615041</c:v>
                </c:pt>
                <c:pt idx="371">
                  <c:v>0.54133692540831801</c:v>
                </c:pt>
                <c:pt idx="372">
                  <c:v>0.54174008942592389</c:v>
                </c:pt>
                <c:pt idx="373">
                  <c:v>0.54240348171263919</c:v>
                </c:pt>
                <c:pt idx="374">
                  <c:v>0.5428782402086596</c:v>
                </c:pt>
                <c:pt idx="375">
                  <c:v>0.54124008095483978</c:v>
                </c:pt>
                <c:pt idx="376">
                  <c:v>0.54006106797954934</c:v>
                </c:pt>
                <c:pt idx="377">
                  <c:v>0.53915932859604798</c:v>
                </c:pt>
                <c:pt idx="378">
                  <c:v>0.53908157561850967</c:v>
                </c:pt>
                <c:pt idx="379">
                  <c:v>0.53972631677776739</c:v>
                </c:pt>
                <c:pt idx="380">
                  <c:v>0.53951489675602571</c:v>
                </c:pt>
                <c:pt idx="381">
                  <c:v>0.54019163061185171</c:v>
                </c:pt>
                <c:pt idx="382">
                  <c:v>0.54095744990595529</c:v>
                </c:pt>
                <c:pt idx="383">
                  <c:v>0.54144503031288482</c:v>
                </c:pt>
                <c:pt idx="384">
                  <c:v>0.5416688385777747</c:v>
                </c:pt>
                <c:pt idx="385">
                  <c:v>0.54219623792577532</c:v>
                </c:pt>
                <c:pt idx="386">
                  <c:v>0.5428652099755682</c:v>
                </c:pt>
                <c:pt idx="387">
                  <c:v>0.54336236413355699</c:v>
                </c:pt>
                <c:pt idx="388">
                  <c:v>0.54374463212138557</c:v>
                </c:pt>
                <c:pt idx="389">
                  <c:v>0.54384551200722375</c:v>
                </c:pt>
                <c:pt idx="390">
                  <c:v>0.54474668247526103</c:v>
                </c:pt>
                <c:pt idx="391">
                  <c:v>0.544990565394321</c:v>
                </c:pt>
                <c:pt idx="392">
                  <c:v>0.54572876858351382</c:v>
                </c:pt>
                <c:pt idx="393">
                  <c:v>0.54592733706804453</c:v>
                </c:pt>
                <c:pt idx="394">
                  <c:v>0.54787135155233313</c:v>
                </c:pt>
                <c:pt idx="395">
                  <c:v>0.54713503916214368</c:v>
                </c:pt>
                <c:pt idx="396">
                  <c:v>0.54553961672083384</c:v>
                </c:pt>
                <c:pt idx="397">
                  <c:v>0.54563862754091763</c:v>
                </c:pt>
                <c:pt idx="398">
                  <c:v>0.54718569819443053</c:v>
                </c:pt>
                <c:pt idx="399">
                  <c:v>0.54667971356135747</c:v>
                </c:pt>
                <c:pt idx="400">
                  <c:v>0.54738139385124407</c:v>
                </c:pt>
                <c:pt idx="401">
                  <c:v>0.54783571349496296</c:v>
                </c:pt>
                <c:pt idx="402">
                  <c:v>0.54824922276645438</c:v>
                </c:pt>
                <c:pt idx="403">
                  <c:v>0.54821714644337649</c:v>
                </c:pt>
                <c:pt idx="404">
                  <c:v>0.54929631581258509</c:v>
                </c:pt>
                <c:pt idx="405">
                  <c:v>0.54988891685727725</c:v>
                </c:pt>
                <c:pt idx="406">
                  <c:v>0.54955846029421407</c:v>
                </c:pt>
                <c:pt idx="407">
                  <c:v>0.54991741754018741</c:v>
                </c:pt>
                <c:pt idx="408">
                  <c:v>0.55036643977121968</c:v>
                </c:pt>
                <c:pt idx="409">
                  <c:v>0.55089119215924365</c:v>
                </c:pt>
                <c:pt idx="410">
                  <c:v>0.55175079606212807</c:v>
                </c:pt>
                <c:pt idx="411">
                  <c:v>0.55187136333703968</c:v>
                </c:pt>
                <c:pt idx="412">
                  <c:v>0.55265111974430436</c:v>
                </c:pt>
                <c:pt idx="413">
                  <c:v>0.55218414014586004</c:v>
                </c:pt>
                <c:pt idx="414">
                  <c:v>0.55372360926726916</c:v>
                </c:pt>
                <c:pt idx="415">
                  <c:v>0.5540239964069551</c:v>
                </c:pt>
                <c:pt idx="416">
                  <c:v>0.55418351344719807</c:v>
                </c:pt>
                <c:pt idx="417">
                  <c:v>0.55627358239889468</c:v>
                </c:pt>
                <c:pt idx="418">
                  <c:v>0.5554004638598018</c:v>
                </c:pt>
                <c:pt idx="419">
                  <c:v>0.55527456073985115</c:v>
                </c:pt>
                <c:pt idx="420">
                  <c:v>0.55661577944057494</c:v>
                </c:pt>
                <c:pt idx="421">
                  <c:v>0.55712562104520003</c:v>
                </c:pt>
                <c:pt idx="422">
                  <c:v>0.55794913269298441</c:v>
                </c:pt>
                <c:pt idx="423">
                  <c:v>0.55799238396547124</c:v>
                </c:pt>
                <c:pt idx="424">
                  <c:v>0.55849782334895925</c:v>
                </c:pt>
                <c:pt idx="425">
                  <c:v>0.55874355368026252</c:v>
                </c:pt>
                <c:pt idx="426">
                  <c:v>0.55947102213951161</c:v>
                </c:pt>
                <c:pt idx="427">
                  <c:v>0.55986253155502108</c:v>
                </c:pt>
                <c:pt idx="428">
                  <c:v>0.560004347578554</c:v>
                </c:pt>
                <c:pt idx="429">
                  <c:v>0.560340022296544</c:v>
                </c:pt>
                <c:pt idx="430">
                  <c:v>0.56088167602885375</c:v>
                </c:pt>
                <c:pt idx="431">
                  <c:v>0.56137368591340242</c:v>
                </c:pt>
                <c:pt idx="432">
                  <c:v>0.56218143444785396</c:v>
                </c:pt>
                <c:pt idx="433">
                  <c:v>0.55729496962134084</c:v>
                </c:pt>
                <c:pt idx="434">
                  <c:v>0.56118167124698548</c:v>
                </c:pt>
                <c:pt idx="435">
                  <c:v>0.55749403620494087</c:v>
                </c:pt>
                <c:pt idx="436">
                  <c:v>0.56030835952933533</c:v>
                </c:pt>
                <c:pt idx="437">
                  <c:v>0.56068881386131597</c:v>
                </c:pt>
                <c:pt idx="438">
                  <c:v>0.56079538567214837</c:v>
                </c:pt>
                <c:pt idx="439">
                  <c:v>0.56080168521206264</c:v>
                </c:pt>
                <c:pt idx="440">
                  <c:v>0.56073878150330869</c:v>
                </c:pt>
                <c:pt idx="441">
                  <c:v>0.56047077718386906</c:v>
                </c:pt>
                <c:pt idx="442">
                  <c:v>0.56129578339502062</c:v>
                </c:pt>
                <c:pt idx="443">
                  <c:v>0.56144943028837757</c:v>
                </c:pt>
                <c:pt idx="444">
                  <c:v>0.56160182701225669</c:v>
                </c:pt>
                <c:pt idx="445">
                  <c:v>0.56252799203782045</c:v>
                </c:pt>
                <c:pt idx="446">
                  <c:v>0.56264082025628048</c:v>
                </c:pt>
                <c:pt idx="447">
                  <c:v>0.56300990099009895</c:v>
                </c:pt>
                <c:pt idx="448">
                  <c:v>0.55880943796027838</c:v>
                </c:pt>
                <c:pt idx="449">
                  <c:v>0.56171171615371718</c:v>
                </c:pt>
                <c:pt idx="450">
                  <c:v>0.56110493541754791</c:v>
                </c:pt>
                <c:pt idx="451">
                  <c:v>0.56072504883723207</c:v>
                </c:pt>
                <c:pt idx="452">
                  <c:v>0.56169449846431185</c:v>
                </c:pt>
                <c:pt idx="453">
                  <c:v>0.56107223481824997</c:v>
                </c:pt>
                <c:pt idx="454">
                  <c:v>0.5622601154375787</c:v>
                </c:pt>
                <c:pt idx="455">
                  <c:v>0.56205080696279675</c:v>
                </c:pt>
                <c:pt idx="456">
                  <c:v>0.5626737562455042</c:v>
                </c:pt>
                <c:pt idx="457">
                  <c:v>0.56279658796471521</c:v>
                </c:pt>
                <c:pt idx="458">
                  <c:v>0.56347950627319487</c:v>
                </c:pt>
                <c:pt idx="459">
                  <c:v>0.56370820492508045</c:v>
                </c:pt>
                <c:pt idx="460">
                  <c:v>0.5644048192771085</c:v>
                </c:pt>
                <c:pt idx="461">
                  <c:v>0.56509186099107855</c:v>
                </c:pt>
                <c:pt idx="462">
                  <c:v>0.56531839628301672</c:v>
                </c:pt>
                <c:pt idx="463">
                  <c:v>0.56572298879751715</c:v>
                </c:pt>
                <c:pt idx="464">
                  <c:v>0.56637887349530069</c:v>
                </c:pt>
                <c:pt idx="465">
                  <c:v>0.56673837450571674</c:v>
                </c:pt>
                <c:pt idx="466">
                  <c:v>0.56758519562381571</c:v>
                </c:pt>
                <c:pt idx="467">
                  <c:v>0.5678941967848592</c:v>
                </c:pt>
                <c:pt idx="468">
                  <c:v>0.56829191987182526</c:v>
                </c:pt>
                <c:pt idx="469">
                  <c:v>0.5686427567805391</c:v>
                </c:pt>
                <c:pt idx="470">
                  <c:v>0.56897976140456896</c:v>
                </c:pt>
                <c:pt idx="471">
                  <c:v>0.56931637744596841</c:v>
                </c:pt>
                <c:pt idx="472">
                  <c:v>0.56971839926273171</c:v>
                </c:pt>
                <c:pt idx="473">
                  <c:v>0.56989459259050679</c:v>
                </c:pt>
                <c:pt idx="474">
                  <c:v>0.5701898212344938</c:v>
                </c:pt>
                <c:pt idx="475">
                  <c:v>0.57060161933105646</c:v>
                </c:pt>
                <c:pt idx="476">
                  <c:v>0.57114940652473023</c:v>
                </c:pt>
                <c:pt idx="477">
                  <c:v>0.5713780277179048</c:v>
                </c:pt>
                <c:pt idx="478">
                  <c:v>0.57164574616457464</c:v>
                </c:pt>
                <c:pt idx="479">
                  <c:v>0.57222387035766609</c:v>
                </c:pt>
                <c:pt idx="480">
                  <c:v>0.57259383120342022</c:v>
                </c:pt>
                <c:pt idx="481">
                  <c:v>0.57316216565925426</c:v>
                </c:pt>
                <c:pt idx="482">
                  <c:v>0.5739218955844011</c:v>
                </c:pt>
                <c:pt idx="483">
                  <c:v>0.57436369494177753</c:v>
                </c:pt>
                <c:pt idx="484">
                  <c:v>0.57463745162578672</c:v>
                </c:pt>
                <c:pt idx="485">
                  <c:v>0.57446047126183664</c:v>
                </c:pt>
                <c:pt idx="486">
                  <c:v>0.57512066012766627</c:v>
                </c:pt>
                <c:pt idx="487">
                  <c:v>0.57596553189350719</c:v>
                </c:pt>
                <c:pt idx="488">
                  <c:v>0.57602758758922912</c:v>
                </c:pt>
                <c:pt idx="489">
                  <c:v>0.57595999399363873</c:v>
                </c:pt>
                <c:pt idx="490">
                  <c:v>0.57657403958831066</c:v>
                </c:pt>
                <c:pt idx="491">
                  <c:v>0.57674667343461083</c:v>
                </c:pt>
                <c:pt idx="492">
                  <c:v>0.57569318546582338</c:v>
                </c:pt>
                <c:pt idx="493">
                  <c:v>0.57644781357986719</c:v>
                </c:pt>
                <c:pt idx="494">
                  <c:v>0.5766526464004621</c:v>
                </c:pt>
                <c:pt idx="495">
                  <c:v>0.57732121299482875</c:v>
                </c:pt>
                <c:pt idx="496">
                  <c:v>0.57764271135846657</c:v>
                </c:pt>
                <c:pt idx="497">
                  <c:v>0.57799036205012444</c:v>
                </c:pt>
                <c:pt idx="498">
                  <c:v>0.57510614525139658</c:v>
                </c:pt>
                <c:pt idx="499">
                  <c:v>0.5769982507496787</c:v>
                </c:pt>
                <c:pt idx="500">
                  <c:v>0.57681190403021432</c:v>
                </c:pt>
                <c:pt idx="501">
                  <c:v>0.57649788635666555</c:v>
                </c:pt>
                <c:pt idx="502">
                  <c:v>0.57626877926458508</c:v>
                </c:pt>
                <c:pt idx="503">
                  <c:v>0.57643269776013595</c:v>
                </c:pt>
                <c:pt idx="504">
                  <c:v>0.57683019602292829</c:v>
                </c:pt>
                <c:pt idx="505">
                  <c:v>0.57708109921049966</c:v>
                </c:pt>
                <c:pt idx="506">
                  <c:v>0.5772397137115256</c:v>
                </c:pt>
                <c:pt idx="507">
                  <c:v>0.57758503147033091</c:v>
                </c:pt>
                <c:pt idx="508">
                  <c:v>0.57724230254350739</c:v>
                </c:pt>
                <c:pt idx="509">
                  <c:v>0.57744792808594603</c:v>
                </c:pt>
                <c:pt idx="510">
                  <c:v>0.57747575874260515</c:v>
                </c:pt>
                <c:pt idx="511">
                  <c:v>0.57778680008032768</c:v>
                </c:pt>
                <c:pt idx="512">
                  <c:v>0.57871167007183522</c:v>
                </c:pt>
                <c:pt idx="513">
                  <c:v>0.5779681219440046</c:v>
                </c:pt>
                <c:pt idx="514">
                  <c:v>0.57871206333773173</c:v>
                </c:pt>
                <c:pt idx="515">
                  <c:v>0.57725955101457194</c:v>
                </c:pt>
                <c:pt idx="516">
                  <c:v>0.57667817315095993</c:v>
                </c:pt>
                <c:pt idx="517">
                  <c:v>0.57666318145290207</c:v>
                </c:pt>
                <c:pt idx="518">
                  <c:v>0.5771451487018503</c:v>
                </c:pt>
                <c:pt idx="519">
                  <c:v>0.57736368722296338</c:v>
                </c:pt>
                <c:pt idx="520">
                  <c:v>0.5773874296233531</c:v>
                </c:pt>
                <c:pt idx="521">
                  <c:v>0.57760445060676435</c:v>
                </c:pt>
                <c:pt idx="522">
                  <c:v>0.57802831155576317</c:v>
                </c:pt>
                <c:pt idx="523">
                  <c:v>0.57906599775031975</c:v>
                </c:pt>
                <c:pt idx="524">
                  <c:v>0.57886792775535334</c:v>
                </c:pt>
                <c:pt idx="525">
                  <c:v>0.57957317593271818</c:v>
                </c:pt>
                <c:pt idx="526">
                  <c:v>0.57983046515590397</c:v>
                </c:pt>
                <c:pt idx="527">
                  <c:v>0.58028868222853169</c:v>
                </c:pt>
                <c:pt idx="528">
                  <c:v>0.58100577627440919</c:v>
                </c:pt>
                <c:pt idx="529">
                  <c:v>0.58145201961341064</c:v>
                </c:pt>
                <c:pt idx="530">
                  <c:v>0.58207881665016548</c:v>
                </c:pt>
                <c:pt idx="531">
                  <c:v>0.58248589479374313</c:v>
                </c:pt>
                <c:pt idx="532">
                  <c:v>0.58248526597134986</c:v>
                </c:pt>
                <c:pt idx="533">
                  <c:v>0.58303946404975726</c:v>
                </c:pt>
                <c:pt idx="534">
                  <c:v>0.58361100723142667</c:v>
                </c:pt>
                <c:pt idx="535">
                  <c:v>0.58373665271475184</c:v>
                </c:pt>
                <c:pt idx="536">
                  <c:v>0.58422782954664432</c:v>
                </c:pt>
                <c:pt idx="537">
                  <c:v>0.58455865445317301</c:v>
                </c:pt>
                <c:pt idx="538">
                  <c:v>0.58513942227416937</c:v>
                </c:pt>
                <c:pt idx="539">
                  <c:v>0.58534969478530807</c:v>
                </c:pt>
                <c:pt idx="540">
                  <c:v>0.58579167672195009</c:v>
                </c:pt>
                <c:pt idx="541">
                  <c:v>0.58613732319814671</c:v>
                </c:pt>
                <c:pt idx="542">
                  <c:v>0.58653630775101839</c:v>
                </c:pt>
                <c:pt idx="543">
                  <c:v>0.58650815318557492</c:v>
                </c:pt>
                <c:pt idx="544">
                  <c:v>0.58756644459955631</c:v>
                </c:pt>
                <c:pt idx="545">
                  <c:v>0.58801226168717846</c:v>
                </c:pt>
                <c:pt idx="546">
                  <c:v>0.58836462450592886</c:v>
                </c:pt>
                <c:pt idx="547">
                  <c:v>0.58838052904662319</c:v>
                </c:pt>
                <c:pt idx="548">
                  <c:v>0.58882477983601578</c:v>
                </c:pt>
                <c:pt idx="549">
                  <c:v>0.58939043968285176</c:v>
                </c:pt>
                <c:pt idx="550">
                  <c:v>0.58958986795130275</c:v>
                </c:pt>
                <c:pt idx="551">
                  <c:v>0.58818100138854856</c:v>
                </c:pt>
                <c:pt idx="552">
                  <c:v>0.5901038758868572</c:v>
                </c:pt>
                <c:pt idx="553">
                  <c:v>0.59062937518314718</c:v>
                </c:pt>
                <c:pt idx="554">
                  <c:v>0.59047560975609759</c:v>
                </c:pt>
                <c:pt idx="555">
                  <c:v>0.5906517365415489</c:v>
                </c:pt>
                <c:pt idx="556">
                  <c:v>0.59106458176276511</c:v>
                </c:pt>
                <c:pt idx="557">
                  <c:v>0.59231660669713759</c:v>
                </c:pt>
                <c:pt idx="558">
                  <c:v>0.59140489450248124</c:v>
                </c:pt>
                <c:pt idx="559">
                  <c:v>0.59224289025838195</c:v>
                </c:pt>
                <c:pt idx="560">
                  <c:v>0.59209598310542577</c:v>
                </c:pt>
                <c:pt idx="561">
                  <c:v>0.59308600472889283</c:v>
                </c:pt>
                <c:pt idx="562">
                  <c:v>0.5930551654964894</c:v>
                </c:pt>
                <c:pt idx="563">
                  <c:v>0.59155770278498865</c:v>
                </c:pt>
                <c:pt idx="564">
                  <c:v>0.58977128615035035</c:v>
                </c:pt>
                <c:pt idx="565">
                  <c:v>0.59041289039251954</c:v>
                </c:pt>
                <c:pt idx="566">
                  <c:v>0.59006424187804807</c:v>
                </c:pt>
                <c:pt idx="567">
                  <c:v>0.58922874088354427</c:v>
                </c:pt>
                <c:pt idx="568">
                  <c:v>0.58976225712512531</c:v>
                </c:pt>
                <c:pt idx="569">
                  <c:v>0.58998748932621081</c:v>
                </c:pt>
                <c:pt idx="570">
                  <c:v>0.59029573688302217</c:v>
                </c:pt>
                <c:pt idx="571">
                  <c:v>0.59037914729480345</c:v>
                </c:pt>
                <c:pt idx="572">
                  <c:v>0.59077698120519284</c:v>
                </c:pt>
                <c:pt idx="573">
                  <c:v>0.59065532734781545</c:v>
                </c:pt>
                <c:pt idx="574">
                  <c:v>0.59113150932311331</c:v>
                </c:pt>
                <c:pt idx="575">
                  <c:v>0.59153287890780359</c:v>
                </c:pt>
                <c:pt idx="576">
                  <c:v>0.59179125595434601</c:v>
                </c:pt>
                <c:pt idx="577">
                  <c:v>0.59202481656215311</c:v>
                </c:pt>
                <c:pt idx="578">
                  <c:v>0.59073712902695197</c:v>
                </c:pt>
                <c:pt idx="579">
                  <c:v>0.59043622454965705</c:v>
                </c:pt>
                <c:pt idx="580">
                  <c:v>0.58985095147329936</c:v>
                </c:pt>
                <c:pt idx="581">
                  <c:v>0.58974538987175884</c:v>
                </c:pt>
                <c:pt idx="582">
                  <c:v>0.58935939957334837</c:v>
                </c:pt>
                <c:pt idx="583">
                  <c:v>0.58910221005219798</c:v>
                </c:pt>
                <c:pt idx="584">
                  <c:v>0.58938089540178096</c:v>
                </c:pt>
                <c:pt idx="585">
                  <c:v>0.58993762896994695</c:v>
                </c:pt>
                <c:pt idx="586">
                  <c:v>0.5897451778103795</c:v>
                </c:pt>
                <c:pt idx="587">
                  <c:v>0.59029716291765577</c:v>
                </c:pt>
                <c:pt idx="588">
                  <c:v>0.59058151429178007</c:v>
                </c:pt>
                <c:pt idx="589">
                  <c:v>0.59099916723212631</c:v>
                </c:pt>
                <c:pt idx="590">
                  <c:v>0.59114923526895646</c:v>
                </c:pt>
                <c:pt idx="591">
                  <c:v>0.59200135400759324</c:v>
                </c:pt>
                <c:pt idx="592">
                  <c:v>0.59188288502737441</c:v>
                </c:pt>
                <c:pt idx="593">
                  <c:v>0.59190293957497719</c:v>
                </c:pt>
                <c:pt idx="594">
                  <c:v>0.59249786544860039</c:v>
                </c:pt>
                <c:pt idx="595">
                  <c:v>0.59270956000428221</c:v>
                </c:pt>
                <c:pt idx="596">
                  <c:v>0.59316162935465888</c:v>
                </c:pt>
                <c:pt idx="597">
                  <c:v>0.5932415376226412</c:v>
                </c:pt>
                <c:pt idx="598">
                  <c:v>0.59377748670167196</c:v>
                </c:pt>
                <c:pt idx="599">
                  <c:v>0.5939669883208738</c:v>
                </c:pt>
                <c:pt idx="600">
                  <c:v>0.59405271371992086</c:v>
                </c:pt>
                <c:pt idx="601">
                  <c:v>0.59408426770243827</c:v>
                </c:pt>
                <c:pt idx="602">
                  <c:v>0.59453633477546008</c:v>
                </c:pt>
                <c:pt idx="603">
                  <c:v>0.59454991810502977</c:v>
                </c:pt>
                <c:pt idx="604">
                  <c:v>0.59514841498014703</c:v>
                </c:pt>
                <c:pt idx="605">
                  <c:v>0.59549048603461541</c:v>
                </c:pt>
                <c:pt idx="606">
                  <c:v>0.59565412270756679</c:v>
                </c:pt>
                <c:pt idx="607">
                  <c:v>0.59627104871111913</c:v>
                </c:pt>
                <c:pt idx="608">
                  <c:v>0.59641189924474869</c:v>
                </c:pt>
                <c:pt idx="609">
                  <c:v>0.59710167767984124</c:v>
                </c:pt>
                <c:pt idx="610">
                  <c:v>0.5967351036293691</c:v>
                </c:pt>
                <c:pt idx="611">
                  <c:v>0.5976681621061376</c:v>
                </c:pt>
                <c:pt idx="612">
                  <c:v>0.59716566642361701</c:v>
                </c:pt>
                <c:pt idx="613">
                  <c:v>0.59857874237745112</c:v>
                </c:pt>
                <c:pt idx="614">
                  <c:v>0.59733095620843613</c:v>
                </c:pt>
                <c:pt idx="615">
                  <c:v>0.59620258809713167</c:v>
                </c:pt>
                <c:pt idx="616">
                  <c:v>0.59761531080548347</c:v>
                </c:pt>
                <c:pt idx="617">
                  <c:v>0.59886500621279282</c:v>
                </c:pt>
                <c:pt idx="618">
                  <c:v>0.59856069276383284</c:v>
                </c:pt>
                <c:pt idx="619">
                  <c:v>0.59872925311203318</c:v>
                </c:pt>
                <c:pt idx="620">
                  <c:v>0.59941616628175509</c:v>
                </c:pt>
                <c:pt idx="621">
                  <c:v>0.59883360401594565</c:v>
                </c:pt>
                <c:pt idx="622">
                  <c:v>0.59926471942562654</c:v>
                </c:pt>
                <c:pt idx="623">
                  <c:v>0.60069568549709462</c:v>
                </c:pt>
                <c:pt idx="624">
                  <c:v>0.60067223924067847</c:v>
                </c:pt>
                <c:pt idx="625">
                  <c:v>0.60111036400980289</c:v>
                </c:pt>
                <c:pt idx="626">
                  <c:v>0.60098028784949353</c:v>
                </c:pt>
                <c:pt idx="627">
                  <c:v>0.60148866650060806</c:v>
                </c:pt>
                <c:pt idx="628">
                  <c:v>0.60168561520565389</c:v>
                </c:pt>
                <c:pt idx="629">
                  <c:v>0.60195359303311036</c:v>
                </c:pt>
                <c:pt idx="630">
                  <c:v>0.60224263337978123</c:v>
                </c:pt>
                <c:pt idx="631">
                  <c:v>0.60257951688709144</c:v>
                </c:pt>
                <c:pt idx="632">
                  <c:v>0.60266556056454867</c:v>
                </c:pt>
                <c:pt idx="633">
                  <c:v>0.6029926346885458</c:v>
                </c:pt>
                <c:pt idx="634">
                  <c:v>0.60328790985465708</c:v>
                </c:pt>
                <c:pt idx="635">
                  <c:v>0.60368585097129601</c:v>
                </c:pt>
                <c:pt idx="636">
                  <c:v>0.60421838922385407</c:v>
                </c:pt>
                <c:pt idx="637">
                  <c:v>0.60460376540310046</c:v>
                </c:pt>
                <c:pt idx="638">
                  <c:v>0.60494877777016531</c:v>
                </c:pt>
                <c:pt idx="639">
                  <c:v>0.60386701334620185</c:v>
                </c:pt>
                <c:pt idx="640">
                  <c:v>0.60227771265004348</c:v>
                </c:pt>
                <c:pt idx="641">
                  <c:v>0.60023061338850814</c:v>
                </c:pt>
                <c:pt idx="642">
                  <c:v>0.60107195901586419</c:v>
                </c:pt>
                <c:pt idx="643">
                  <c:v>0.60179331699135596</c:v>
                </c:pt>
                <c:pt idx="644">
                  <c:v>0.601197591931108</c:v>
                </c:pt>
                <c:pt idx="645">
                  <c:v>0.60162528959185435</c:v>
                </c:pt>
                <c:pt idx="646">
                  <c:v>0.60207496294709018</c:v>
                </c:pt>
                <c:pt idx="647">
                  <c:v>0.60195058239122989</c:v>
                </c:pt>
                <c:pt idx="648">
                  <c:v>0.60191045371494922</c:v>
                </c:pt>
                <c:pt idx="649">
                  <c:v>0.60258676178249726</c:v>
                </c:pt>
                <c:pt idx="650">
                  <c:v>0.60284738728943943</c:v>
                </c:pt>
                <c:pt idx="651">
                  <c:v>0.60312729517706787</c:v>
                </c:pt>
                <c:pt idx="652">
                  <c:v>0.60261346980349295</c:v>
                </c:pt>
                <c:pt idx="653">
                  <c:v>0.60315222281659508</c:v>
                </c:pt>
                <c:pt idx="654">
                  <c:v>0.60335405001008124</c:v>
                </c:pt>
                <c:pt idx="655">
                  <c:v>0.60360134387994113</c:v>
                </c:pt>
                <c:pt idx="656">
                  <c:v>0.60384941076847076</c:v>
                </c:pt>
                <c:pt idx="657">
                  <c:v>0.60393423888314746</c:v>
                </c:pt>
                <c:pt idx="658">
                  <c:v>0.60484581187428221</c:v>
                </c:pt>
                <c:pt idx="659">
                  <c:v>0.60442987900290801</c:v>
                </c:pt>
                <c:pt idx="660">
                  <c:v>0.60472533880384161</c:v>
                </c:pt>
                <c:pt idx="661">
                  <c:v>0.60495794102268075</c:v>
                </c:pt>
                <c:pt idx="662">
                  <c:v>0.60524858392686898</c:v>
                </c:pt>
                <c:pt idx="663">
                  <c:v>0.60521451775512491</c:v>
                </c:pt>
                <c:pt idx="664">
                  <c:v>0.60585557233971132</c:v>
                </c:pt>
                <c:pt idx="665">
                  <c:v>0.60599446857845252</c:v>
                </c:pt>
                <c:pt idx="666">
                  <c:v>0.60653015662608578</c:v>
                </c:pt>
                <c:pt idx="667">
                  <c:v>0.60641970148213942</c:v>
                </c:pt>
                <c:pt idx="668">
                  <c:v>0.6072417680296156</c:v>
                </c:pt>
                <c:pt idx="669">
                  <c:v>0.60708871147212629</c:v>
                </c:pt>
                <c:pt idx="670">
                  <c:v>0.60746994898012341</c:v>
                </c:pt>
                <c:pt idx="671">
                  <c:v>0.60779090136496872</c:v>
                </c:pt>
                <c:pt idx="672">
                  <c:v>0.60775942726056731</c:v>
                </c:pt>
                <c:pt idx="673">
                  <c:v>0.60821763264628126</c:v>
                </c:pt>
                <c:pt idx="674">
                  <c:v>0.60813417973612138</c:v>
                </c:pt>
                <c:pt idx="675">
                  <c:v>0.60810381611925468</c:v>
                </c:pt>
                <c:pt idx="676">
                  <c:v>0.60874779444199389</c:v>
                </c:pt>
                <c:pt idx="677">
                  <c:v>0.60750990727956944</c:v>
                </c:pt>
                <c:pt idx="678">
                  <c:v>0.60886872228524291</c:v>
                </c:pt>
                <c:pt idx="679">
                  <c:v>0.60850844487208122</c:v>
                </c:pt>
                <c:pt idx="680">
                  <c:v>0.60905125408942207</c:v>
                </c:pt>
                <c:pt idx="681">
                  <c:v>0.59955064953746351</c:v>
                </c:pt>
                <c:pt idx="682">
                  <c:v>0.60741845446584941</c:v>
                </c:pt>
                <c:pt idx="683">
                  <c:v>0.60628218226050601</c:v>
                </c:pt>
                <c:pt idx="684">
                  <c:v>0.60659083385378809</c:v>
                </c:pt>
                <c:pt idx="685">
                  <c:v>0.60650824015631244</c:v>
                </c:pt>
                <c:pt idx="686">
                  <c:v>0.60637021688455084</c:v>
                </c:pt>
                <c:pt idx="687">
                  <c:v>0.60631232063402363</c:v>
                </c:pt>
                <c:pt idx="688">
                  <c:v>0.60629501109664785</c:v>
                </c:pt>
                <c:pt idx="689">
                  <c:v>0.60693162758798647</c:v>
                </c:pt>
                <c:pt idx="690">
                  <c:v>0.60705079502903359</c:v>
                </c:pt>
                <c:pt idx="691">
                  <c:v>0.60706939610915511</c:v>
                </c:pt>
                <c:pt idx="692">
                  <c:v>0.60711553952062169</c:v>
                </c:pt>
                <c:pt idx="693">
                  <c:v>0.60761517761761163</c:v>
                </c:pt>
                <c:pt idx="694">
                  <c:v>0.60801236722280916</c:v>
                </c:pt>
                <c:pt idx="695">
                  <c:v>0.60772230205150002</c:v>
                </c:pt>
                <c:pt idx="696">
                  <c:v>0.60804016713842834</c:v>
                </c:pt>
                <c:pt idx="697">
                  <c:v>0.6079537422842104</c:v>
                </c:pt>
                <c:pt idx="698">
                  <c:v>0.60807666442501673</c:v>
                </c:pt>
                <c:pt idx="699">
                  <c:v>0.60799274607918863</c:v>
                </c:pt>
                <c:pt idx="700">
                  <c:v>0.6082996155162349</c:v>
                </c:pt>
                <c:pt idx="701">
                  <c:v>0.60820216548428496</c:v>
                </c:pt>
                <c:pt idx="702">
                  <c:v>0.60823492779874044</c:v>
                </c:pt>
                <c:pt idx="703">
                  <c:v>0.60800938819588168</c:v>
                </c:pt>
                <c:pt idx="704">
                  <c:v>0.60832175585775727</c:v>
                </c:pt>
                <c:pt idx="705">
                  <c:v>0.60801102483591218</c:v>
                </c:pt>
                <c:pt idx="706">
                  <c:v>0.60851005646024592</c:v>
                </c:pt>
                <c:pt idx="707">
                  <c:v>0.6077857860655792</c:v>
                </c:pt>
                <c:pt idx="708">
                  <c:v>0.60782964978915566</c:v>
                </c:pt>
                <c:pt idx="709">
                  <c:v>0.60908819331496655</c:v>
                </c:pt>
                <c:pt idx="710">
                  <c:v>0.60908185950824578</c:v>
                </c:pt>
                <c:pt idx="711">
                  <c:v>0.60871714072476979</c:v>
                </c:pt>
                <c:pt idx="712">
                  <c:v>0.60872979582099052</c:v>
                </c:pt>
                <c:pt idx="713">
                  <c:v>0.60933802239644619</c:v>
                </c:pt>
                <c:pt idx="714">
                  <c:v>0.60893321081266893</c:v>
                </c:pt>
                <c:pt idx="715">
                  <c:v>0.60851572588768787</c:v>
                </c:pt>
                <c:pt idx="716">
                  <c:v>0.61111717522533704</c:v>
                </c:pt>
                <c:pt idx="717">
                  <c:v>0.60849287195951751</c:v>
                </c:pt>
                <c:pt idx="718">
                  <c:v>0.60904207138928146</c:v>
                </c:pt>
                <c:pt idx="719">
                  <c:v>0.60947727997527612</c:v>
                </c:pt>
                <c:pt idx="720">
                  <c:v>0.60955409618486633</c:v>
                </c:pt>
                <c:pt idx="721">
                  <c:v>0.60937330559854874</c:v>
                </c:pt>
                <c:pt idx="722">
                  <c:v>0.60931749007607516</c:v>
                </c:pt>
                <c:pt idx="723">
                  <c:v>0.60964584480633577</c:v>
                </c:pt>
                <c:pt idx="724">
                  <c:v>0.61005535749945161</c:v>
                </c:pt>
                <c:pt idx="725">
                  <c:v>0.61033630101590253</c:v>
                </c:pt>
                <c:pt idx="726">
                  <c:v>0.61054650737216354</c:v>
                </c:pt>
                <c:pt idx="727">
                  <c:v>0.61067531085452764</c:v>
                </c:pt>
                <c:pt idx="728">
                  <c:v>0.61090694466636464</c:v>
                </c:pt>
                <c:pt idx="729">
                  <c:v>0.61162674065679268</c:v>
                </c:pt>
                <c:pt idx="730">
                  <c:v>0.61179783309083346</c:v>
                </c:pt>
                <c:pt idx="731">
                  <c:v>0.60796916418191316</c:v>
                </c:pt>
                <c:pt idx="732">
                  <c:v>0.60586730973055491</c:v>
                </c:pt>
                <c:pt idx="733">
                  <c:v>0.60996158405835599</c:v>
                </c:pt>
                <c:pt idx="734">
                  <c:v>0.60996535225210358</c:v>
                </c:pt>
                <c:pt idx="735">
                  <c:v>0.60962594499552347</c:v>
                </c:pt>
                <c:pt idx="736">
                  <c:v>0.60911172619605136</c:v>
                </c:pt>
                <c:pt idx="737">
                  <c:v>0.60965271639903751</c:v>
                </c:pt>
                <c:pt idx="738">
                  <c:v>0.60975625477386775</c:v>
                </c:pt>
                <c:pt idx="739">
                  <c:v>0.60967259891918346</c:v>
                </c:pt>
                <c:pt idx="740">
                  <c:v>0.60955594729528029</c:v>
                </c:pt>
                <c:pt idx="741">
                  <c:v>0.61001334469508173</c:v>
                </c:pt>
                <c:pt idx="742">
                  <c:v>0.61056653449133913</c:v>
                </c:pt>
                <c:pt idx="743">
                  <c:v>0.61009664954662401</c:v>
                </c:pt>
                <c:pt idx="744">
                  <c:v>0.61040982633171892</c:v>
                </c:pt>
                <c:pt idx="745">
                  <c:v>0.610222609207839</c:v>
                </c:pt>
                <c:pt idx="746">
                  <c:v>0.61118296782455572</c:v>
                </c:pt>
                <c:pt idx="747">
                  <c:v>0.61232020772443252</c:v>
                </c:pt>
                <c:pt idx="748">
                  <c:v>0.61186529423784231</c:v>
                </c:pt>
                <c:pt idx="749">
                  <c:v>0.6077646000822764</c:v>
                </c:pt>
                <c:pt idx="750">
                  <c:v>0.6060603163677617</c:v>
                </c:pt>
                <c:pt idx="751">
                  <c:v>0.608667137845186</c:v>
                </c:pt>
                <c:pt idx="752">
                  <c:v>0.610229720142903</c:v>
                </c:pt>
                <c:pt idx="753">
                  <c:v>0.61029278570679479</c:v>
                </c:pt>
                <c:pt idx="754">
                  <c:v>0.60967520585544377</c:v>
                </c:pt>
                <c:pt idx="755">
                  <c:v>0.61046611272272544</c:v>
                </c:pt>
                <c:pt idx="756">
                  <c:v>0.61073485182215492</c:v>
                </c:pt>
                <c:pt idx="757">
                  <c:v>0.61096875346435864</c:v>
                </c:pt>
                <c:pt idx="758">
                  <c:v>0.61129301154355953</c:v>
                </c:pt>
                <c:pt idx="759">
                  <c:v>0.61107386794839358</c:v>
                </c:pt>
                <c:pt idx="760">
                  <c:v>0.61136156137751507</c:v>
                </c:pt>
                <c:pt idx="761">
                  <c:v>0.61138182644482042</c:v>
                </c:pt>
                <c:pt idx="762">
                  <c:v>0.61164647490271995</c:v>
                </c:pt>
                <c:pt idx="763">
                  <c:v>0.61200636390844798</c:v>
                </c:pt>
                <c:pt idx="764">
                  <c:v>0.61238186980966958</c:v>
                </c:pt>
                <c:pt idx="765">
                  <c:v>0.61259031161241417</c:v>
                </c:pt>
                <c:pt idx="766">
                  <c:v>0.61321768305708801</c:v>
                </c:pt>
                <c:pt idx="767">
                  <c:v>0.61322976257009554</c:v>
                </c:pt>
                <c:pt idx="768">
                  <c:v>0.61343362232287368</c:v>
                </c:pt>
                <c:pt idx="769">
                  <c:v>0.61385487251299309</c:v>
                </c:pt>
                <c:pt idx="770">
                  <c:v>0.61395682282079211</c:v>
                </c:pt>
                <c:pt idx="771">
                  <c:v>0.6143286290953468</c:v>
                </c:pt>
                <c:pt idx="772">
                  <c:v>0.61443334427716023</c:v>
                </c:pt>
                <c:pt idx="773">
                  <c:v>0.61442463583854756</c:v>
                </c:pt>
                <c:pt idx="774">
                  <c:v>0.61489450660542777</c:v>
                </c:pt>
                <c:pt idx="775">
                  <c:v>0.61467827019009968</c:v>
                </c:pt>
                <c:pt idx="776">
                  <c:v>0.6164692980406451</c:v>
                </c:pt>
                <c:pt idx="777">
                  <c:v>0.61549402735155534</c:v>
                </c:pt>
                <c:pt idx="778">
                  <c:v>0.61592098882104984</c:v>
                </c:pt>
                <c:pt idx="779">
                  <c:v>0.61595634935431354</c:v>
                </c:pt>
                <c:pt idx="780">
                  <c:v>0.61658927320408929</c:v>
                </c:pt>
                <c:pt idx="781">
                  <c:v>0.61642327162638344</c:v>
                </c:pt>
                <c:pt idx="782">
                  <c:v>0.61603509998731398</c:v>
                </c:pt>
                <c:pt idx="783">
                  <c:v>0.6169100102612286</c:v>
                </c:pt>
                <c:pt idx="784">
                  <c:v>0.61704394223376358</c:v>
                </c:pt>
                <c:pt idx="785">
                  <c:v>0.61703722439511899</c:v>
                </c:pt>
                <c:pt idx="786">
                  <c:v>0.61660125358795626</c:v>
                </c:pt>
                <c:pt idx="787">
                  <c:v>0.61704703320262566</c:v>
                </c:pt>
                <c:pt idx="788">
                  <c:v>0.61742003562517889</c:v>
                </c:pt>
                <c:pt idx="789">
                  <c:v>0.61726015945316282</c:v>
                </c:pt>
                <c:pt idx="790">
                  <c:v>0.61752082962380805</c:v>
                </c:pt>
                <c:pt idx="791">
                  <c:v>0.61752946515079044</c:v>
                </c:pt>
                <c:pt idx="792">
                  <c:v>0.6173341255451561</c:v>
                </c:pt>
                <c:pt idx="793">
                  <c:v>0.61731767527370507</c:v>
                </c:pt>
                <c:pt idx="794">
                  <c:v>0.61732307043570456</c:v>
                </c:pt>
                <c:pt idx="795">
                  <c:v>0.61737864433266598</c:v>
                </c:pt>
                <c:pt idx="796">
                  <c:v>0.61746838298274442</c:v>
                </c:pt>
                <c:pt idx="797">
                  <c:v>0.61746114873093971</c:v>
                </c:pt>
                <c:pt idx="798">
                  <c:v>0.61746423705722064</c:v>
                </c:pt>
                <c:pt idx="799">
                  <c:v>0.61743771701454819</c:v>
                </c:pt>
                <c:pt idx="800">
                  <c:v>0.61750527130136679</c:v>
                </c:pt>
                <c:pt idx="801">
                  <c:v>0.61757165455504182</c:v>
                </c:pt>
                <c:pt idx="802">
                  <c:v>0.61782839916097376</c:v>
                </c:pt>
                <c:pt idx="803">
                  <c:v>0.61774746091210631</c:v>
                </c:pt>
                <c:pt idx="804">
                  <c:v>0.61788379788416026</c:v>
                </c:pt>
                <c:pt idx="805">
                  <c:v>0.61791286091772335</c:v>
                </c:pt>
                <c:pt idx="806">
                  <c:v>0.6167317812271258</c:v>
                </c:pt>
                <c:pt idx="807">
                  <c:v>0.61846817834333556</c:v>
                </c:pt>
                <c:pt idx="808">
                  <c:v>0.61782266413077491</c:v>
                </c:pt>
                <c:pt idx="809">
                  <c:v>0.61676411266117603</c:v>
                </c:pt>
                <c:pt idx="810">
                  <c:v>0.61822532893749127</c:v>
                </c:pt>
                <c:pt idx="811">
                  <c:v>0.61851304214816794</c:v>
                </c:pt>
                <c:pt idx="812">
                  <c:v>0.61825128960061282</c:v>
                </c:pt>
                <c:pt idx="813">
                  <c:v>0.61882777341451989</c:v>
                </c:pt>
                <c:pt idx="814">
                  <c:v>0.61898753810452722</c:v>
                </c:pt>
                <c:pt idx="815">
                  <c:v>0.61753493144964033</c:v>
                </c:pt>
                <c:pt idx="816">
                  <c:v>0.61858216970998936</c:v>
                </c:pt>
                <c:pt idx="817">
                  <c:v>0.61914473625447708</c:v>
                </c:pt>
                <c:pt idx="818">
                  <c:v>0.61989190025774887</c:v>
                </c:pt>
                <c:pt idx="819">
                  <c:v>0.61874483995699703</c:v>
                </c:pt>
                <c:pt idx="820">
                  <c:v>0.61934352902092915</c:v>
                </c:pt>
                <c:pt idx="821">
                  <c:v>0.61958503522168951</c:v>
                </c:pt>
                <c:pt idx="822">
                  <c:v>0.61446791149793656</c:v>
                </c:pt>
                <c:pt idx="823">
                  <c:v>0.61344838074314256</c:v>
                </c:pt>
                <c:pt idx="824">
                  <c:v>0.61706019092121256</c:v>
                </c:pt>
                <c:pt idx="825">
                  <c:v>0.61662968627069648</c:v>
                </c:pt>
                <c:pt idx="826">
                  <c:v>0.61654832556167871</c:v>
                </c:pt>
                <c:pt idx="827">
                  <c:v>0.61540926825969466</c:v>
                </c:pt>
                <c:pt idx="828">
                  <c:v>0.61584222437762692</c:v>
                </c:pt>
                <c:pt idx="829">
                  <c:v>0.61569358603579138</c:v>
                </c:pt>
                <c:pt idx="830">
                  <c:v>0.61559083016565763</c:v>
                </c:pt>
                <c:pt idx="831">
                  <c:v>0.61574421220358044</c:v>
                </c:pt>
                <c:pt idx="832">
                  <c:v>0.6155693322283361</c:v>
                </c:pt>
                <c:pt idx="833">
                  <c:v>0.61567945882050024</c:v>
                </c:pt>
                <c:pt idx="834">
                  <c:v>0.61573394897571521</c:v>
                </c:pt>
                <c:pt idx="835">
                  <c:v>0.61563581662309597</c:v>
                </c:pt>
                <c:pt idx="836">
                  <c:v>0.61512441350833558</c:v>
                </c:pt>
                <c:pt idx="837">
                  <c:v>0.61561810234982994</c:v>
                </c:pt>
                <c:pt idx="838">
                  <c:v>0.61567196746207697</c:v>
                </c:pt>
                <c:pt idx="839">
                  <c:v>0.61615947068117205</c:v>
                </c:pt>
                <c:pt idx="840">
                  <c:v>0.61626082864164811</c:v>
                </c:pt>
                <c:pt idx="841">
                  <c:v>0.61639671415974384</c:v>
                </c:pt>
                <c:pt idx="842">
                  <c:v>0.61516817303262039</c:v>
                </c:pt>
                <c:pt idx="843">
                  <c:v>0.61669276270006956</c:v>
                </c:pt>
                <c:pt idx="844">
                  <c:v>0.61658786172049729</c:v>
                </c:pt>
                <c:pt idx="845">
                  <c:v>0.61778530668408849</c:v>
                </c:pt>
                <c:pt idx="846">
                  <c:v>0.61771045850274586</c:v>
                </c:pt>
                <c:pt idx="847">
                  <c:v>0.6179266231781243</c:v>
                </c:pt>
                <c:pt idx="848">
                  <c:v>0.61778538082936629</c:v>
                </c:pt>
                <c:pt idx="849">
                  <c:v>0.61801818385772755</c:v>
                </c:pt>
                <c:pt idx="850">
                  <c:v>0.6133204594371694</c:v>
                </c:pt>
                <c:pt idx="851">
                  <c:v>0.61266524091802899</c:v>
                </c:pt>
                <c:pt idx="852">
                  <c:v>0.61181453960405974</c:v>
                </c:pt>
                <c:pt idx="853">
                  <c:v>0.60881674522557638</c:v>
                </c:pt>
                <c:pt idx="854">
                  <c:v>0.61481606779874831</c:v>
                </c:pt>
                <c:pt idx="855">
                  <c:v>0.6152041523680758</c:v>
                </c:pt>
                <c:pt idx="856">
                  <c:v>0.61565665236051514</c:v>
                </c:pt>
                <c:pt idx="857">
                  <c:v>0.61598744737586708</c:v>
                </c:pt>
                <c:pt idx="858">
                  <c:v>0.61619469961536366</c:v>
                </c:pt>
                <c:pt idx="859">
                  <c:v>0.61627223661238972</c:v>
                </c:pt>
                <c:pt idx="860">
                  <c:v>0.61638019467937166</c:v>
                </c:pt>
                <c:pt idx="861">
                  <c:v>0.61666472147181994</c:v>
                </c:pt>
                <c:pt idx="862">
                  <c:v>0.61677275131823694</c:v>
                </c:pt>
                <c:pt idx="863">
                  <c:v>0.6169204410816217</c:v>
                </c:pt>
                <c:pt idx="864">
                  <c:v>0.61700485285353468</c:v>
                </c:pt>
                <c:pt idx="865">
                  <c:v>0.61721507360757943</c:v>
                </c:pt>
                <c:pt idx="866">
                  <c:v>0.61710990974662794</c:v>
                </c:pt>
                <c:pt idx="867">
                  <c:v>0.61716414322120428</c:v>
                </c:pt>
                <c:pt idx="868">
                  <c:v>0.61666774989332573</c:v>
                </c:pt>
                <c:pt idx="869">
                  <c:v>0.61688265843553991</c:v>
                </c:pt>
                <c:pt idx="870">
                  <c:v>0.61641138472821633</c:v>
                </c:pt>
                <c:pt idx="871">
                  <c:v>0.61663398738909025</c:v>
                </c:pt>
                <c:pt idx="872">
                  <c:v>0.61709134446087754</c:v>
                </c:pt>
                <c:pt idx="873">
                  <c:v>0.61773809691456261</c:v>
                </c:pt>
                <c:pt idx="874">
                  <c:v>0.61633803292243572</c:v>
                </c:pt>
                <c:pt idx="875">
                  <c:v>0.61742070764422152</c:v>
                </c:pt>
                <c:pt idx="876">
                  <c:v>0.61746610555177861</c:v>
                </c:pt>
                <c:pt idx="877">
                  <c:v>0.61814249528035914</c:v>
                </c:pt>
                <c:pt idx="878">
                  <c:v>0.6175498917469685</c:v>
                </c:pt>
                <c:pt idx="879">
                  <c:v>0.61810232381080332</c:v>
                </c:pt>
                <c:pt idx="880">
                  <c:v>0.61811482908242488</c:v>
                </c:pt>
                <c:pt idx="881">
                  <c:v>0.61877531836798649</c:v>
                </c:pt>
                <c:pt idx="882">
                  <c:v>0.6180105057094426</c:v>
                </c:pt>
                <c:pt idx="883">
                  <c:v>0.61866046475267256</c:v>
                </c:pt>
                <c:pt idx="884">
                  <c:v>0.61839657504636802</c:v>
                </c:pt>
                <c:pt idx="885">
                  <c:v>0.61867272858965583</c:v>
                </c:pt>
                <c:pt idx="886">
                  <c:v>0.61866859623733728</c:v>
                </c:pt>
                <c:pt idx="887">
                  <c:v>0.61889202807470278</c:v>
                </c:pt>
                <c:pt idx="888">
                  <c:v>0.61897802918329015</c:v>
                </c:pt>
                <c:pt idx="889">
                  <c:v>0.61911252376920611</c:v>
                </c:pt>
                <c:pt idx="890">
                  <c:v>0.61932259424438085</c:v>
                </c:pt>
                <c:pt idx="891">
                  <c:v>0.61937710512320499</c:v>
                </c:pt>
                <c:pt idx="892">
                  <c:v>0.61945893586106682</c:v>
                </c:pt>
                <c:pt idx="893">
                  <c:v>0.61844737673392702</c:v>
                </c:pt>
                <c:pt idx="894">
                  <c:v>0.61876258004856199</c:v>
                </c:pt>
                <c:pt idx="895">
                  <c:v>0.61891404417297391</c:v>
                </c:pt>
                <c:pt idx="896">
                  <c:v>0.61904380245917257</c:v>
                </c:pt>
                <c:pt idx="897">
                  <c:v>0.61957698852962628</c:v>
                </c:pt>
                <c:pt idx="898">
                  <c:v>0.62009316538925086</c:v>
                </c:pt>
                <c:pt idx="899">
                  <c:v>0.61976425725606021</c:v>
                </c:pt>
                <c:pt idx="900">
                  <c:v>0.62052469135802457</c:v>
                </c:pt>
                <c:pt idx="901">
                  <c:v>0.62106328723939774</c:v>
                </c:pt>
                <c:pt idx="902">
                  <c:v>0.6212051265141022</c:v>
                </c:pt>
                <c:pt idx="903">
                  <c:v>0.62099892736323892</c:v>
                </c:pt>
                <c:pt idx="904">
                  <c:v>0.62385288302088127</c:v>
                </c:pt>
                <c:pt idx="905">
                  <c:v>0.62141290039491015</c:v>
                </c:pt>
                <c:pt idx="906">
                  <c:v>0.62199971517149955</c:v>
                </c:pt>
                <c:pt idx="907">
                  <c:v>0.62221050013528978</c:v>
                </c:pt>
                <c:pt idx="908">
                  <c:v>0.61929952970608004</c:v>
                </c:pt>
                <c:pt idx="909">
                  <c:v>0.61990442687509728</c:v>
                </c:pt>
                <c:pt idx="910">
                  <c:v>0.62086869259800603</c:v>
                </c:pt>
                <c:pt idx="911">
                  <c:v>0.6202321272885789</c:v>
                </c:pt>
                <c:pt idx="912">
                  <c:v>0.62124711316397219</c:v>
                </c:pt>
                <c:pt idx="913">
                  <c:v>0.62014318406308588</c:v>
                </c:pt>
                <c:pt idx="914">
                  <c:v>0.62072320855847529</c:v>
                </c:pt>
                <c:pt idx="915">
                  <c:v>0.62088382212733362</c:v>
                </c:pt>
                <c:pt idx="916">
                  <c:v>0.62058898611179014</c:v>
                </c:pt>
                <c:pt idx="917">
                  <c:v>0.62056929127660321</c:v>
                </c:pt>
                <c:pt idx="918">
                  <c:v>0.62064561612820135</c:v>
                </c:pt>
                <c:pt idx="919">
                  <c:v>0.62082082516012271</c:v>
                </c:pt>
                <c:pt idx="920">
                  <c:v>0.62101900481888572</c:v>
                </c:pt>
                <c:pt idx="921">
                  <c:v>0.62116027106355931</c:v>
                </c:pt>
                <c:pt idx="922">
                  <c:v>0.62133600010811252</c:v>
                </c:pt>
                <c:pt idx="923">
                  <c:v>0.62147110853037679</c:v>
                </c:pt>
                <c:pt idx="924">
                  <c:v>0.62150974047877983</c:v>
                </c:pt>
                <c:pt idx="925">
                  <c:v>0.62172101864459328</c:v>
                </c:pt>
                <c:pt idx="926">
                  <c:v>0.62176471539195244</c:v>
                </c:pt>
                <c:pt idx="927">
                  <c:v>0.62198802885353255</c:v>
                </c:pt>
                <c:pt idx="928">
                  <c:v>0.6220994207585292</c:v>
                </c:pt>
                <c:pt idx="929">
                  <c:v>0.62226099768243426</c:v>
                </c:pt>
                <c:pt idx="930">
                  <c:v>0.6222636999637442</c:v>
                </c:pt>
                <c:pt idx="931">
                  <c:v>0.6225187960842945</c:v>
                </c:pt>
                <c:pt idx="932">
                  <c:v>0.62210600524852766</c:v>
                </c:pt>
                <c:pt idx="933">
                  <c:v>0.62274038886611527</c:v>
                </c:pt>
                <c:pt idx="934">
                  <c:v>0.62305265101739882</c:v>
                </c:pt>
                <c:pt idx="935">
                  <c:v>0.6228216911518708</c:v>
                </c:pt>
                <c:pt idx="936">
                  <c:v>0.62313178394076274</c:v>
                </c:pt>
                <c:pt idx="937">
                  <c:v>0.62263612074234809</c:v>
                </c:pt>
                <c:pt idx="938">
                  <c:v>0.62288947096072078</c:v>
                </c:pt>
                <c:pt idx="939">
                  <c:v>0.62311726609305884</c:v>
                </c:pt>
                <c:pt idx="940">
                  <c:v>0.62284966442237477</c:v>
                </c:pt>
                <c:pt idx="941">
                  <c:v>0.62078845411335526</c:v>
                </c:pt>
                <c:pt idx="942">
                  <c:v>0.62267142925790075</c:v>
                </c:pt>
                <c:pt idx="943">
                  <c:v>0.62344649672211805</c:v>
                </c:pt>
                <c:pt idx="944">
                  <c:v>0.62460097496558875</c:v>
                </c:pt>
                <c:pt idx="945">
                  <c:v>0.62305967230907966</c:v>
                </c:pt>
                <c:pt idx="946">
                  <c:v>0.62365897377253221</c:v>
                </c:pt>
                <c:pt idx="947">
                  <c:v>0.62317431991757222</c:v>
                </c:pt>
                <c:pt idx="948">
                  <c:v>0.62388100081960474</c:v>
                </c:pt>
                <c:pt idx="949">
                  <c:v>0.62389889743902516</c:v>
                </c:pt>
                <c:pt idx="950">
                  <c:v>0.62375516281238497</c:v>
                </c:pt>
                <c:pt idx="951">
                  <c:v>0.624233936830067</c:v>
                </c:pt>
                <c:pt idx="952">
                  <c:v>0.62424346629986238</c:v>
                </c:pt>
                <c:pt idx="953">
                  <c:v>0.62436926590348618</c:v>
                </c:pt>
                <c:pt idx="954">
                  <c:v>0.62484105670252676</c:v>
                </c:pt>
                <c:pt idx="955">
                  <c:v>0.62521429756484226</c:v>
                </c:pt>
                <c:pt idx="956">
                  <c:v>0.62221812870883264</c:v>
                </c:pt>
                <c:pt idx="957">
                  <c:v>0.62182228464123968</c:v>
                </c:pt>
                <c:pt idx="958">
                  <c:v>0.62431247027164816</c:v>
                </c:pt>
                <c:pt idx="959">
                  <c:v>0.62428823566490876</c:v>
                </c:pt>
                <c:pt idx="960">
                  <c:v>0.62441668197685107</c:v>
                </c:pt>
                <c:pt idx="961">
                  <c:v>0.62423088422742223</c:v>
                </c:pt>
                <c:pt idx="962">
                  <c:v>0.6245031429402409</c:v>
                </c:pt>
                <c:pt idx="963">
                  <c:v>0.62437713893696634</c:v>
                </c:pt>
                <c:pt idx="964">
                  <c:v>0.62431516262024733</c:v>
                </c:pt>
                <c:pt idx="965">
                  <c:v>0.62460094387721754</c:v>
                </c:pt>
                <c:pt idx="966">
                  <c:v>0.62449812843729735</c:v>
                </c:pt>
                <c:pt idx="967">
                  <c:v>0.62439782642771313</c:v>
                </c:pt>
                <c:pt idx="968">
                  <c:v>0.62466229003249851</c:v>
                </c:pt>
                <c:pt idx="969">
                  <c:v>0.62501596369919976</c:v>
                </c:pt>
                <c:pt idx="970">
                  <c:v>0.62505702242577954</c:v>
                </c:pt>
                <c:pt idx="971">
                  <c:v>0.62522220053354161</c:v>
                </c:pt>
                <c:pt idx="972">
                  <c:v>0.62497658445207616</c:v>
                </c:pt>
                <c:pt idx="973">
                  <c:v>0.62496067966339175</c:v>
                </c:pt>
                <c:pt idx="974">
                  <c:v>0.62531225711530325</c:v>
                </c:pt>
                <c:pt idx="975">
                  <c:v>0.62564909847073835</c:v>
                </c:pt>
                <c:pt idx="976">
                  <c:v>0.6262127354744268</c:v>
                </c:pt>
                <c:pt idx="977">
                  <c:v>0.62613677606678064</c:v>
                </c:pt>
                <c:pt idx="978">
                  <c:v>0.62602725529820202</c:v>
                </c:pt>
                <c:pt idx="979">
                  <c:v>0.62637095313268298</c:v>
                </c:pt>
                <c:pt idx="980">
                  <c:v>0.62593895499224006</c:v>
                </c:pt>
                <c:pt idx="981">
                  <c:v>0.62572050027188686</c:v>
                </c:pt>
                <c:pt idx="982">
                  <c:v>0.62585164273571059</c:v>
                </c:pt>
                <c:pt idx="983">
                  <c:v>0.62609055413337467</c:v>
                </c:pt>
                <c:pt idx="984">
                  <c:v>0.62619990749569132</c:v>
                </c:pt>
                <c:pt idx="985">
                  <c:v>0.62633234182313946</c:v>
                </c:pt>
                <c:pt idx="986">
                  <c:v>0.62648106099700684</c:v>
                </c:pt>
                <c:pt idx="987">
                  <c:v>0.62650297952879352</c:v>
                </c:pt>
                <c:pt idx="988">
                  <c:v>0.62654473681498191</c:v>
                </c:pt>
                <c:pt idx="989">
                  <c:v>0.62673158724109879</c:v>
                </c:pt>
                <c:pt idx="990">
                  <c:v>0.62726322940577039</c:v>
                </c:pt>
                <c:pt idx="991">
                  <c:v>0.62690363816407102</c:v>
                </c:pt>
                <c:pt idx="992">
                  <c:v>0.62708467687026759</c:v>
                </c:pt>
                <c:pt idx="993">
                  <c:v>0.62721162196745062</c:v>
                </c:pt>
                <c:pt idx="994">
                  <c:v>0.62741133423312001</c:v>
                </c:pt>
                <c:pt idx="995">
                  <c:v>0.6280337003704578</c:v>
                </c:pt>
                <c:pt idx="996">
                  <c:v>0.62753761490422633</c:v>
                </c:pt>
                <c:pt idx="997">
                  <c:v>0.62951797190839853</c:v>
                </c:pt>
                <c:pt idx="998">
                  <c:v>0.62881150314778633</c:v>
                </c:pt>
                <c:pt idx="999">
                  <c:v>0.62880216373448328</c:v>
                </c:pt>
                <c:pt idx="1000">
                  <c:v>0.62821426655323331</c:v>
                </c:pt>
                <c:pt idx="1001">
                  <c:v>0.62834975960924366</c:v>
                </c:pt>
                <c:pt idx="1002">
                  <c:v>0.6295432567799617</c:v>
                </c:pt>
                <c:pt idx="1003">
                  <c:v>0.6288292706601174</c:v>
                </c:pt>
                <c:pt idx="1004">
                  <c:v>0.62922491571844597</c:v>
                </c:pt>
                <c:pt idx="1005">
                  <c:v>0.62985375821561629</c:v>
                </c:pt>
                <c:pt idx="1006">
                  <c:v>0.62966891257735413</c:v>
                </c:pt>
                <c:pt idx="1007">
                  <c:v>0.62987291850368599</c:v>
                </c:pt>
                <c:pt idx="1008">
                  <c:v>0.62877374652605922</c:v>
                </c:pt>
                <c:pt idx="1009">
                  <c:v>0.63081613985161089</c:v>
                </c:pt>
                <c:pt idx="1010">
                  <c:v>0.63111078419933953</c:v>
                </c:pt>
                <c:pt idx="1011">
                  <c:v>0.63033744593187213</c:v>
                </c:pt>
                <c:pt idx="1012">
                  <c:v>0.63086004269446116</c:v>
                </c:pt>
                <c:pt idx="1013">
                  <c:v>0.63104201412703187</c:v>
                </c:pt>
                <c:pt idx="1014">
                  <c:v>0.63146193032067455</c:v>
                </c:pt>
                <c:pt idx="1015">
                  <c:v>0.6317049312097629</c:v>
                </c:pt>
                <c:pt idx="1016">
                  <c:v>0.63178365054350016</c:v>
                </c:pt>
                <c:pt idx="1017">
                  <c:v>0.63201716196605462</c:v>
                </c:pt>
                <c:pt idx="1018">
                  <c:v>0.63228903142490334</c:v>
                </c:pt>
                <c:pt idx="1019">
                  <c:v>0.63255064851268039</c:v>
                </c:pt>
                <c:pt idx="1020">
                  <c:v>0.63275370495370697</c:v>
                </c:pt>
                <c:pt idx="1021">
                  <c:v>0.63315521750183101</c:v>
                </c:pt>
                <c:pt idx="1022">
                  <c:v>0.63339721631178925</c:v>
                </c:pt>
                <c:pt idx="1023">
                  <c:v>0.63379022047149147</c:v>
                </c:pt>
                <c:pt idx="1024">
                  <c:v>0.63432227922912854</c:v>
                </c:pt>
                <c:pt idx="1025">
                  <c:v>0.63326028426523073</c:v>
                </c:pt>
                <c:pt idx="1026">
                  <c:v>0.63337830632867653</c:v>
                </c:pt>
                <c:pt idx="1027">
                  <c:v>0.63363208620892364</c:v>
                </c:pt>
                <c:pt idx="1028">
                  <c:v>0.63372642334744733</c:v>
                </c:pt>
                <c:pt idx="1029">
                  <c:v>0.63331475821948802</c:v>
                </c:pt>
                <c:pt idx="1030">
                  <c:v>0.63425740992250534</c:v>
                </c:pt>
                <c:pt idx="1031">
                  <c:v>0.63426486032084195</c:v>
                </c:pt>
                <c:pt idx="1032">
                  <c:v>0.63405413089071827</c:v>
                </c:pt>
                <c:pt idx="1033">
                  <c:v>0.63436437246963573</c:v>
                </c:pt>
                <c:pt idx="1034">
                  <c:v>0.63452762404116891</c:v>
                </c:pt>
                <c:pt idx="1035">
                  <c:v>0.63447867445986339</c:v>
                </c:pt>
                <c:pt idx="1036">
                  <c:v>0.63473826584651483</c:v>
                </c:pt>
                <c:pt idx="1037">
                  <c:v>0.63483595559221961</c:v>
                </c:pt>
                <c:pt idx="1038">
                  <c:v>0.63403758782492126</c:v>
                </c:pt>
                <c:pt idx="1039">
                  <c:v>0.63526524494647452</c:v>
                </c:pt>
                <c:pt idx="1040">
                  <c:v>0.63507030275682008</c:v>
                </c:pt>
                <c:pt idx="1041">
                  <c:v>0.63526248621591141</c:v>
                </c:pt>
                <c:pt idx="1042">
                  <c:v>0.63522916145460495</c:v>
                </c:pt>
                <c:pt idx="1043">
                  <c:v>0.63513888201218016</c:v>
                </c:pt>
                <c:pt idx="1044">
                  <c:v>0.63546422758999388</c:v>
                </c:pt>
                <c:pt idx="1045">
                  <c:v>0.63604449070308466</c:v>
                </c:pt>
                <c:pt idx="1046">
                  <c:v>0.63602340857046158</c:v>
                </c:pt>
                <c:pt idx="1047">
                  <c:v>0.63634657831194419</c:v>
                </c:pt>
                <c:pt idx="1048">
                  <c:v>0.63659678775668227</c:v>
                </c:pt>
                <c:pt idx="1049">
                  <c:v>0.63415728011315609</c:v>
                </c:pt>
                <c:pt idx="1050">
                  <c:v>0.63593037712391209</c:v>
                </c:pt>
                <c:pt idx="1051">
                  <c:v>0.63603053359975592</c:v>
                </c:pt>
                <c:pt idx="1052">
                  <c:v>0.63533618260240887</c:v>
                </c:pt>
                <c:pt idx="1053">
                  <c:v>0.63486411233740547</c:v>
                </c:pt>
                <c:pt idx="1054">
                  <c:v>0.63515033623641182</c:v>
                </c:pt>
                <c:pt idx="1055">
                  <c:v>0.63493364884701675</c:v>
                </c:pt>
                <c:pt idx="1056">
                  <c:v>0.63507321739557021</c:v>
                </c:pt>
                <c:pt idx="1057">
                  <c:v>0.63500425308685859</c:v>
                </c:pt>
                <c:pt idx="1058">
                  <c:v>0.63509282532962918</c:v>
                </c:pt>
                <c:pt idx="1059">
                  <c:v>0.63491775816295548</c:v>
                </c:pt>
                <c:pt idx="1060">
                  <c:v>0.63508340838782951</c:v>
                </c:pt>
                <c:pt idx="1061">
                  <c:v>0.63484308288216929</c:v>
                </c:pt>
                <c:pt idx="1062">
                  <c:v>0.63579530034791409</c:v>
                </c:pt>
                <c:pt idx="1063">
                  <c:v>0.63556312225815592</c:v>
                </c:pt>
                <c:pt idx="1064">
                  <c:v>0.63576521011151776</c:v>
                </c:pt>
                <c:pt idx="1065">
                  <c:v>0.63552443527420477</c:v>
                </c:pt>
                <c:pt idx="1066">
                  <c:v>0.63608322024028507</c:v>
                </c:pt>
                <c:pt idx="1067">
                  <c:v>0.63603657184085238</c:v>
                </c:pt>
                <c:pt idx="1068">
                  <c:v>0.63646583609110363</c:v>
                </c:pt>
                <c:pt idx="1069">
                  <c:v>0.63664910760362614</c:v>
                </c:pt>
                <c:pt idx="1070">
                  <c:v>0.63678300115750874</c:v>
                </c:pt>
                <c:pt idx="1071">
                  <c:v>0.63711725549190812</c:v>
                </c:pt>
                <c:pt idx="1072">
                  <c:v>0.63738686244804399</c:v>
                </c:pt>
                <c:pt idx="1073">
                  <c:v>0.63732041389454586</c:v>
                </c:pt>
                <c:pt idx="1074">
                  <c:v>0.63749742296171419</c:v>
                </c:pt>
                <c:pt idx="1075">
                  <c:v>0.63800776648195823</c:v>
                </c:pt>
                <c:pt idx="1076">
                  <c:v>0.63808278233912186</c:v>
                </c:pt>
                <c:pt idx="1077">
                  <c:v>0.63809791198232202</c:v>
                </c:pt>
                <c:pt idx="1078">
                  <c:v>0.63819000672410375</c:v>
                </c:pt>
                <c:pt idx="1079">
                  <c:v>0.63838879972154006</c:v>
                </c:pt>
                <c:pt idx="1080">
                  <c:v>0.63832994342639882</c:v>
                </c:pt>
                <c:pt idx="1081">
                  <c:v>0.63864615117222212</c:v>
                </c:pt>
                <c:pt idx="1082">
                  <c:v>0.63869314851045667</c:v>
                </c:pt>
                <c:pt idx="1083">
                  <c:v>0.63884957309883705</c:v>
                </c:pt>
                <c:pt idx="1084">
                  <c:v>0.6390292324112824</c:v>
                </c:pt>
                <c:pt idx="1085">
                  <c:v>0.63930898526165791</c:v>
                </c:pt>
                <c:pt idx="1086">
                  <c:v>0.63603563731527091</c:v>
                </c:pt>
                <c:pt idx="1087">
                  <c:v>0.63866232433552239</c:v>
                </c:pt>
                <c:pt idx="1088">
                  <c:v>0.63870434893582184</c:v>
                </c:pt>
                <c:pt idx="1089">
                  <c:v>0.63883954575432422</c:v>
                </c:pt>
                <c:pt idx="1090">
                  <c:v>0.63927911564086481</c:v>
                </c:pt>
                <c:pt idx="1091">
                  <c:v>0.64001651829016482</c:v>
                </c:pt>
                <c:pt idx="1092">
                  <c:v>0.63947045149130854</c:v>
                </c:pt>
                <c:pt idx="1093">
                  <c:v>0.63947844339996496</c:v>
                </c:pt>
                <c:pt idx="1094">
                  <c:v>0.63965950870187083</c:v>
                </c:pt>
                <c:pt idx="1095">
                  <c:v>0.64065113514912453</c:v>
                </c:pt>
                <c:pt idx="1096">
                  <c:v>0.64088318371630026</c:v>
                </c:pt>
                <c:pt idx="1097">
                  <c:v>0.64125265534993203</c:v>
                </c:pt>
                <c:pt idx="1098">
                  <c:v>0.64127015195420844</c:v>
                </c:pt>
                <c:pt idx="1099">
                  <c:v>0.64106735234696821</c:v>
                </c:pt>
                <c:pt idx="1100">
                  <c:v>0.64066154400001918</c:v>
                </c:pt>
                <c:pt idx="1101">
                  <c:v>0.6407488309937327</c:v>
                </c:pt>
                <c:pt idx="1102">
                  <c:v>0.64112081444516389</c:v>
                </c:pt>
                <c:pt idx="1103">
                  <c:v>0.64119258217504194</c:v>
                </c:pt>
                <c:pt idx="1104">
                  <c:v>0.64123326436945616</c:v>
                </c:pt>
                <c:pt idx="1105">
                  <c:v>0.64138544065673675</c:v>
                </c:pt>
                <c:pt idx="1106">
                  <c:v>0.64167628657346043</c:v>
                </c:pt>
                <c:pt idx="1107">
                  <c:v>0.64170878008369669</c:v>
                </c:pt>
                <c:pt idx="1108">
                  <c:v>0.64189728010632741</c:v>
                </c:pt>
                <c:pt idx="1109">
                  <c:v>0.64221382537886607</c:v>
                </c:pt>
                <c:pt idx="1110">
                  <c:v>0.64241813721423568</c:v>
                </c:pt>
                <c:pt idx="1111">
                  <c:v>0.64275477160041983</c:v>
                </c:pt>
                <c:pt idx="1112">
                  <c:v>0.64300239814966065</c:v>
                </c:pt>
                <c:pt idx="1113">
                  <c:v>0.6431907111866042</c:v>
                </c:pt>
                <c:pt idx="1114">
                  <c:v>0.64333083512030431</c:v>
                </c:pt>
                <c:pt idx="1115">
                  <c:v>0.64343645534332661</c:v>
                </c:pt>
                <c:pt idx="1116">
                  <c:v>0.64364111210287933</c:v>
                </c:pt>
                <c:pt idx="1117">
                  <c:v>0.64398488615082716</c:v>
                </c:pt>
                <c:pt idx="1118">
                  <c:v>0.64406983545927976</c:v>
                </c:pt>
                <c:pt idx="1119">
                  <c:v>0.64435784639612248</c:v>
                </c:pt>
                <c:pt idx="1120">
                  <c:v>0.64431522599615487</c:v>
                </c:pt>
                <c:pt idx="1121">
                  <c:v>0.64461562728807298</c:v>
                </c:pt>
                <c:pt idx="1122">
                  <c:v>0.64481855469715188</c:v>
                </c:pt>
                <c:pt idx="1123">
                  <c:v>0.64535358119563668</c:v>
                </c:pt>
                <c:pt idx="1124">
                  <c:v>0.64519887892007954</c:v>
                </c:pt>
                <c:pt idx="1125">
                  <c:v>0.64540294106599549</c:v>
                </c:pt>
                <c:pt idx="1126">
                  <c:v>0.64583137931681334</c:v>
                </c:pt>
                <c:pt idx="1127">
                  <c:v>0.6460212509769957</c:v>
                </c:pt>
                <c:pt idx="1128">
                  <c:v>0.64659215705558248</c:v>
                </c:pt>
                <c:pt idx="1129">
                  <c:v>0.64646296404902936</c:v>
                </c:pt>
                <c:pt idx="1130">
                  <c:v>0.64702081938585854</c:v>
                </c:pt>
                <c:pt idx="1131">
                  <c:v>0.64690379308732049</c:v>
                </c:pt>
                <c:pt idx="1132">
                  <c:v>0.64709869056049052</c:v>
                </c:pt>
                <c:pt idx="1133">
                  <c:v>0.6475652533599433</c:v>
                </c:pt>
                <c:pt idx="1134">
                  <c:v>0.64771052367259896</c:v>
                </c:pt>
                <c:pt idx="1135">
                  <c:v>0.64762503300025465</c:v>
                </c:pt>
                <c:pt idx="1136">
                  <c:v>0.6478686182839245</c:v>
                </c:pt>
                <c:pt idx="1137">
                  <c:v>0.64801294622141492</c:v>
                </c:pt>
                <c:pt idx="1138">
                  <c:v>0.6482080895221185</c:v>
                </c:pt>
                <c:pt idx="1139">
                  <c:v>0.64821910660669402</c:v>
                </c:pt>
                <c:pt idx="1140">
                  <c:v>0.64849432856388012</c:v>
                </c:pt>
                <c:pt idx="1141">
                  <c:v>0.64869467307504414</c:v>
                </c:pt>
                <c:pt idx="1142">
                  <c:v>0.64885487309562073</c:v>
                </c:pt>
                <c:pt idx="1143">
                  <c:v>0.64893775208639248</c:v>
                </c:pt>
                <c:pt idx="1144">
                  <c:v>0.64912948781654467</c:v>
                </c:pt>
                <c:pt idx="1145">
                  <c:v>0.64923944446378223</c:v>
                </c:pt>
                <c:pt idx="1146">
                  <c:v>0.64933128323581468</c:v>
                </c:pt>
                <c:pt idx="1147">
                  <c:v>0.64953162732274383</c:v>
                </c:pt>
                <c:pt idx="1148">
                  <c:v>0.64960517002900497</c:v>
                </c:pt>
                <c:pt idx="1149">
                  <c:v>0.64964357369379699</c:v>
                </c:pt>
                <c:pt idx="1150">
                  <c:v>0.64928836597925055</c:v>
                </c:pt>
                <c:pt idx="1151">
                  <c:v>0.64872979908213857</c:v>
                </c:pt>
                <c:pt idx="1152">
                  <c:v>0.64846050190591342</c:v>
                </c:pt>
                <c:pt idx="1153">
                  <c:v>0.64800544336935351</c:v>
                </c:pt>
                <c:pt idx="1154">
                  <c:v>0.64830367843643399</c:v>
                </c:pt>
                <c:pt idx="1155">
                  <c:v>0.64810596551192023</c:v>
                </c:pt>
                <c:pt idx="1156">
                  <c:v>0.64768357106340646</c:v>
                </c:pt>
                <c:pt idx="1157">
                  <c:v>0.64766360737914896</c:v>
                </c:pt>
                <c:pt idx="1158">
                  <c:v>0.6477296804325996</c:v>
                </c:pt>
                <c:pt idx="1159">
                  <c:v>0.64803863818350838</c:v>
                </c:pt>
                <c:pt idx="1160">
                  <c:v>0.64816992233250514</c:v>
                </c:pt>
                <c:pt idx="1161">
                  <c:v>0.64749618373179385</c:v>
                </c:pt>
                <c:pt idx="1162">
                  <c:v>0.6457868853963098</c:v>
                </c:pt>
                <c:pt idx="1163">
                  <c:v>0.64607058370468184</c:v>
                </c:pt>
                <c:pt idx="1164">
                  <c:v>0.64719775499685006</c:v>
                </c:pt>
                <c:pt idx="1165">
                  <c:v>0.64638476842874037</c:v>
                </c:pt>
                <c:pt idx="1166">
                  <c:v>0.64665083157133574</c:v>
                </c:pt>
                <c:pt idx="1167">
                  <c:v>0.64602124078376855</c:v>
                </c:pt>
                <c:pt idx="1168">
                  <c:v>0.64636917744642119</c:v>
                </c:pt>
                <c:pt idx="1169">
                  <c:v>0.64627243247690203</c:v>
                </c:pt>
                <c:pt idx="1170">
                  <c:v>0.64640048604116274</c:v>
                </c:pt>
                <c:pt idx="1171">
                  <c:v>0.64651016271297868</c:v>
                </c:pt>
                <c:pt idx="1172">
                  <c:v>0.64673806405687462</c:v>
                </c:pt>
                <c:pt idx="1173">
                  <c:v>0.64685116940927501</c:v>
                </c:pt>
                <c:pt idx="1174">
                  <c:v>0.64689473480299087</c:v>
                </c:pt>
                <c:pt idx="1175">
                  <c:v>0.64718660555096352</c:v>
                </c:pt>
                <c:pt idx="1176">
                  <c:v>0.64709997948904929</c:v>
                </c:pt>
                <c:pt idx="1177">
                  <c:v>0.64741840708770826</c:v>
                </c:pt>
                <c:pt idx="1178">
                  <c:v>0.64744281324684194</c:v>
                </c:pt>
                <c:pt idx="1179">
                  <c:v>0.64744434056047295</c:v>
                </c:pt>
                <c:pt idx="1180">
                  <c:v>0.64769844805484089</c:v>
                </c:pt>
                <c:pt idx="1181">
                  <c:v>0.64786092976980625</c:v>
                </c:pt>
                <c:pt idx="1182">
                  <c:v>0.64776891326755326</c:v>
                </c:pt>
                <c:pt idx="1183">
                  <c:v>0.64770862135895879</c:v>
                </c:pt>
                <c:pt idx="1184">
                  <c:v>0.64812321501427983</c:v>
                </c:pt>
                <c:pt idx="1185">
                  <c:v>0.64787777969159366</c:v>
                </c:pt>
                <c:pt idx="1186">
                  <c:v>0.64820370815186112</c:v>
                </c:pt>
                <c:pt idx="1187">
                  <c:v>0.64800436432122144</c:v>
                </c:pt>
                <c:pt idx="1188">
                  <c:v>0.64840034856218109</c:v>
                </c:pt>
                <c:pt idx="1189">
                  <c:v>0.64859241568967996</c:v>
                </c:pt>
                <c:pt idx="1190">
                  <c:v>0.6487813467151553</c:v>
                </c:pt>
                <c:pt idx="1191">
                  <c:v>0.64888845751896584</c:v>
                </c:pt>
                <c:pt idx="1192">
                  <c:v>0.64901397016540952</c:v>
                </c:pt>
                <c:pt idx="1193">
                  <c:v>0.64891486261542697</c:v>
                </c:pt>
                <c:pt idx="1194">
                  <c:v>0.6491328438217937</c:v>
                </c:pt>
                <c:pt idx="1195">
                  <c:v>0.64905704553692234</c:v>
                </c:pt>
                <c:pt idx="1196">
                  <c:v>0.64829690432152942</c:v>
                </c:pt>
                <c:pt idx="1197">
                  <c:v>0.64840578993170728</c:v>
                </c:pt>
                <c:pt idx="1198">
                  <c:v>0.64870850533775815</c:v>
                </c:pt>
                <c:pt idx="1199">
                  <c:v>0.64881169032501584</c:v>
                </c:pt>
                <c:pt idx="1200">
                  <c:v>0.64881893299802418</c:v>
                </c:pt>
                <c:pt idx="1201">
                  <c:v>0.64890180153904831</c:v>
                </c:pt>
                <c:pt idx="1202">
                  <c:v>0.6489935850435774</c:v>
                </c:pt>
                <c:pt idx="1203">
                  <c:v>0.64906798884635053</c:v>
                </c:pt>
                <c:pt idx="1204">
                  <c:v>0.64900010976727107</c:v>
                </c:pt>
                <c:pt idx="1205">
                  <c:v>0.64920049971566351</c:v>
                </c:pt>
                <c:pt idx="1206">
                  <c:v>0.64912838114501925</c:v>
                </c:pt>
                <c:pt idx="1207">
                  <c:v>0.64919612709912566</c:v>
                </c:pt>
                <c:pt idx="1208">
                  <c:v>0.64933285959772702</c:v>
                </c:pt>
                <c:pt idx="1209">
                  <c:v>0.64946575519844985</c:v>
                </c:pt>
                <c:pt idx="1210">
                  <c:v>0.64922161356138031</c:v>
                </c:pt>
                <c:pt idx="1211">
                  <c:v>0.64935250322298599</c:v>
                </c:pt>
                <c:pt idx="1212">
                  <c:v>0.64947065472063625</c:v>
                </c:pt>
                <c:pt idx="1213">
                  <c:v>0.64937295729336775</c:v>
                </c:pt>
                <c:pt idx="1214">
                  <c:v>0.64946285378539514</c:v>
                </c:pt>
                <c:pt idx="1215">
                  <c:v>0.64854737272832419</c:v>
                </c:pt>
                <c:pt idx="1216">
                  <c:v>0.64931730371648211</c:v>
                </c:pt>
                <c:pt idx="1217">
                  <c:v>0.6492062786251056</c:v>
                </c:pt>
                <c:pt idx="1218">
                  <c:v>0.64942236511675933</c:v>
                </c:pt>
                <c:pt idx="1219">
                  <c:v>0.64929279380314586</c:v>
                </c:pt>
                <c:pt idx="1220">
                  <c:v>0.64968800913252123</c:v>
                </c:pt>
                <c:pt idx="1221">
                  <c:v>0.64965752817750055</c:v>
                </c:pt>
                <c:pt idx="1222">
                  <c:v>0.64975116223956197</c:v>
                </c:pt>
                <c:pt idx="1223">
                  <c:v>0.6497998774263064</c:v>
                </c:pt>
                <c:pt idx="1224">
                  <c:v>0.6496718717145672</c:v>
                </c:pt>
                <c:pt idx="1225">
                  <c:v>0.65005105355982551</c:v>
                </c:pt>
                <c:pt idx="1226">
                  <c:v>0.65012245150566728</c:v>
                </c:pt>
                <c:pt idx="1227">
                  <c:v>0.65015739073769307</c:v>
                </c:pt>
                <c:pt idx="1228">
                  <c:v>0.65024664231129015</c:v>
                </c:pt>
                <c:pt idx="1229">
                  <c:v>0.65016705443879641</c:v>
                </c:pt>
                <c:pt idx="1230">
                  <c:v>0.65036239870911994</c:v>
                </c:pt>
                <c:pt idx="1231">
                  <c:v>0.65054704932585283</c:v>
                </c:pt>
                <c:pt idx="1232">
                  <c:v>0.65070415713590679</c:v>
                </c:pt>
                <c:pt idx="1233">
                  <c:v>0.65066761710525445</c:v>
                </c:pt>
                <c:pt idx="1234">
                  <c:v>0.65090166349329182</c:v>
                </c:pt>
                <c:pt idx="1235">
                  <c:v>0.65096595004130997</c:v>
                </c:pt>
                <c:pt idx="1236">
                  <c:v>0.65103643954084378</c:v>
                </c:pt>
                <c:pt idx="1237">
                  <c:v>0.65116866070977841</c:v>
                </c:pt>
                <c:pt idx="1238">
                  <c:v>0.65121859734630705</c:v>
                </c:pt>
                <c:pt idx="1239">
                  <c:v>0.65138481504377832</c:v>
                </c:pt>
                <c:pt idx="1240">
                  <c:v>0.65159199805450452</c:v>
                </c:pt>
                <c:pt idx="1241">
                  <c:v>0.65172020432694922</c:v>
                </c:pt>
                <c:pt idx="1242">
                  <c:v>0.6519837284159713</c:v>
                </c:pt>
                <c:pt idx="1243">
                  <c:v>0.65223649440876408</c:v>
                </c:pt>
                <c:pt idx="1244">
                  <c:v>0.65212791073880072</c:v>
                </c:pt>
                <c:pt idx="1245">
                  <c:v>0.65231575359228045</c:v>
                </c:pt>
                <c:pt idx="1246">
                  <c:v>0.65249255018392582</c:v>
                </c:pt>
                <c:pt idx="1247">
                  <c:v>0.6524562689850214</c:v>
                </c:pt>
                <c:pt idx="1248">
                  <c:v>0.65253015621694588</c:v>
                </c:pt>
                <c:pt idx="1249">
                  <c:v>0.65244875708678585</c:v>
                </c:pt>
                <c:pt idx="1250">
                  <c:v>0.65250013608404556</c:v>
                </c:pt>
                <c:pt idx="1251">
                  <c:v>0.65224397009926993</c:v>
                </c:pt>
                <c:pt idx="1252">
                  <c:v>0.65239684307617352</c:v>
                </c:pt>
                <c:pt idx="1253">
                  <c:v>0.6527997634247743</c:v>
                </c:pt>
                <c:pt idx="1254">
                  <c:v>0.65263480298985344</c:v>
                </c:pt>
                <c:pt idx="1255">
                  <c:v>0.65260603008093376</c:v>
                </c:pt>
                <c:pt idx="1256">
                  <c:v>0.65204003914514297</c:v>
                </c:pt>
                <c:pt idx="1257">
                  <c:v>0.65171728825026998</c:v>
                </c:pt>
                <c:pt idx="1258">
                  <c:v>0.65086956333222057</c:v>
                </c:pt>
                <c:pt idx="1259">
                  <c:v>0.65100432669704245</c:v>
                </c:pt>
                <c:pt idx="1260">
                  <c:v>0.65074034134954761</c:v>
                </c:pt>
                <c:pt idx="1261">
                  <c:v>0.65058008658008659</c:v>
                </c:pt>
                <c:pt idx="1262">
                  <c:v>0.6505666515963372</c:v>
                </c:pt>
                <c:pt idx="1263">
                  <c:v>0.65050313690124772</c:v>
                </c:pt>
                <c:pt idx="1264">
                  <c:v>0.65053621678633033</c:v>
                </c:pt>
                <c:pt idx="1265">
                  <c:v>0.65056701587644461</c:v>
                </c:pt>
                <c:pt idx="1266">
                  <c:v>0.65077514106725232</c:v>
                </c:pt>
                <c:pt idx="1267">
                  <c:v>0.65074287983562529</c:v>
                </c:pt>
                <c:pt idx="1268">
                  <c:v>0.65077283453187751</c:v>
                </c:pt>
                <c:pt idx="1269">
                  <c:v>0.65078174182254078</c:v>
                </c:pt>
                <c:pt idx="1270">
                  <c:v>0.65105399033716471</c:v>
                </c:pt>
                <c:pt idx="1271">
                  <c:v>0.65104818169487433</c:v>
                </c:pt>
                <c:pt idx="1272">
                  <c:v>0.6506262827932513</c:v>
                </c:pt>
                <c:pt idx="1273">
                  <c:v>0.65048798371022443</c:v>
                </c:pt>
                <c:pt idx="1274">
                  <c:v>0.65025364343751346</c:v>
                </c:pt>
                <c:pt idx="1275">
                  <c:v>0.64951365796234706</c:v>
                </c:pt>
                <c:pt idx="1276">
                  <c:v>0.64904411827855413</c:v>
                </c:pt>
                <c:pt idx="1277">
                  <c:v>0.65011636095081071</c:v>
                </c:pt>
                <c:pt idx="1278">
                  <c:v>0.64992969613704421</c:v>
                </c:pt>
                <c:pt idx="1279">
                  <c:v>0.65007913122917182</c:v>
                </c:pt>
                <c:pt idx="1280">
                  <c:v>0.64999774802308607</c:v>
                </c:pt>
                <c:pt idx="1281">
                  <c:v>0.65031613363529039</c:v>
                </c:pt>
                <c:pt idx="1282">
                  <c:v>0.64998030265400319</c:v>
                </c:pt>
                <c:pt idx="1283">
                  <c:v>0.65004290578061774</c:v>
                </c:pt>
                <c:pt idx="1284">
                  <c:v>0.65044596938197263</c:v>
                </c:pt>
                <c:pt idx="1285">
                  <c:v>0.65028492924381942</c:v>
                </c:pt>
                <c:pt idx="1286">
                  <c:v>0.65035956454520372</c:v>
                </c:pt>
                <c:pt idx="1287">
                  <c:v>0.65062605998726941</c:v>
                </c:pt>
                <c:pt idx="1288">
                  <c:v>0.65076918807806516</c:v>
                </c:pt>
                <c:pt idx="1289">
                  <c:v>0.65104646992519732</c:v>
                </c:pt>
                <c:pt idx="1290">
                  <c:v>0.65092206207385028</c:v>
                </c:pt>
                <c:pt idx="1291">
                  <c:v>0.65121869028119017</c:v>
                </c:pt>
                <c:pt idx="1292">
                  <c:v>0.65150643238957517</c:v>
                </c:pt>
                <c:pt idx="1293">
                  <c:v>0.65154039543207765</c:v>
                </c:pt>
                <c:pt idx="1294">
                  <c:v>0.65176557778189503</c:v>
                </c:pt>
                <c:pt idx="1295">
                  <c:v>0.65207535603833788</c:v>
                </c:pt>
                <c:pt idx="1296">
                  <c:v>0.65223097392003493</c:v>
                </c:pt>
                <c:pt idx="1297">
                  <c:v>0.65236913774738969</c:v>
                </c:pt>
                <c:pt idx="1298">
                  <c:v>0.65245091582717607</c:v>
                </c:pt>
                <c:pt idx="1299">
                  <c:v>0.65271282266936825</c:v>
                </c:pt>
                <c:pt idx="1300">
                  <c:v>0.65304043298312642</c:v>
                </c:pt>
                <c:pt idx="1301">
                  <c:v>0.65297975296065192</c:v>
                </c:pt>
                <c:pt idx="1302">
                  <c:v>0.65319386787549916</c:v>
                </c:pt>
                <c:pt idx="1303">
                  <c:v>0.65347227375361749</c:v>
                </c:pt>
                <c:pt idx="1304">
                  <c:v>0.65358532470945263</c:v>
                </c:pt>
                <c:pt idx="1305">
                  <c:v>0.65380158829348478</c:v>
                </c:pt>
                <c:pt idx="1306">
                  <c:v>0.65392815930721271</c:v>
                </c:pt>
                <c:pt idx="1307">
                  <c:v>0.65406009262922704</c:v>
                </c:pt>
                <c:pt idx="1308">
                  <c:v>0.65421402476151813</c:v>
                </c:pt>
                <c:pt idx="1309">
                  <c:v>0.65423709468442415</c:v>
                </c:pt>
                <c:pt idx="1310">
                  <c:v>0.65456841909613761</c:v>
                </c:pt>
                <c:pt idx="1311">
                  <c:v>0.65458429383091155</c:v>
                </c:pt>
                <c:pt idx="1312">
                  <c:v>0.65477729065828716</c:v>
                </c:pt>
                <c:pt idx="1313">
                  <c:v>0.65467603138445973</c:v>
                </c:pt>
                <c:pt idx="1314">
                  <c:v>0.65470317902015351</c:v>
                </c:pt>
                <c:pt idx="1315">
                  <c:v>0.65151668373172866</c:v>
                </c:pt>
                <c:pt idx="1316">
                  <c:v>0.65471230776702516</c:v>
                </c:pt>
                <c:pt idx="1317">
                  <c:v>0.65419887220896999</c:v>
                </c:pt>
                <c:pt idx="1318">
                  <c:v>0.6540081096297109</c:v>
                </c:pt>
                <c:pt idx="1319">
                  <c:v>0.65457741290390492</c:v>
                </c:pt>
                <c:pt idx="1320">
                  <c:v>0.65480294242288162</c:v>
                </c:pt>
                <c:pt idx="1321">
                  <c:v>0.65496293549216356</c:v>
                </c:pt>
                <c:pt idx="1322">
                  <c:v>0.6551395698942819</c:v>
                </c:pt>
                <c:pt idx="1323">
                  <c:v>0.65527338617965647</c:v>
                </c:pt>
                <c:pt idx="1324">
                  <c:v>0.65537466955766455</c:v>
                </c:pt>
                <c:pt idx="1325">
                  <c:v>0.65565151610666328</c:v>
                </c:pt>
                <c:pt idx="1326">
                  <c:v>0.65562248995983941</c:v>
                </c:pt>
                <c:pt idx="1327">
                  <c:v>0.65578944053080801</c:v>
                </c:pt>
                <c:pt idx="1328">
                  <c:v>0.65600928541744497</c:v>
                </c:pt>
                <c:pt idx="1329">
                  <c:v>0.65612595980363353</c:v>
                </c:pt>
                <c:pt idx="1330">
                  <c:v>0.6562132373756755</c:v>
                </c:pt>
                <c:pt idx="1331">
                  <c:v>0.65648344554090188</c:v>
                </c:pt>
                <c:pt idx="1332">
                  <c:v>0.65658461776974208</c:v>
                </c:pt>
                <c:pt idx="1333">
                  <c:v>0.65667203464545165</c:v>
                </c:pt>
                <c:pt idx="1334">
                  <c:v>0.65678821116088248</c:v>
                </c:pt>
                <c:pt idx="1335">
                  <c:v>0.65694730410619528</c:v>
                </c:pt>
                <c:pt idx="1336">
                  <c:v>0.65733702586585563</c:v>
                </c:pt>
                <c:pt idx="1337">
                  <c:v>0.65718115248056408</c:v>
                </c:pt>
                <c:pt idx="1338">
                  <c:v>0.65830711171975453</c:v>
                </c:pt>
                <c:pt idx="1339">
                  <c:v>0.65653885655597388</c:v>
                </c:pt>
                <c:pt idx="1340">
                  <c:v>0.65736709907359281</c:v>
                </c:pt>
                <c:pt idx="1341">
                  <c:v>0.65766334800880533</c:v>
                </c:pt>
                <c:pt idx="1342">
                  <c:v>0.65717801391075825</c:v>
                </c:pt>
                <c:pt idx="1343">
                  <c:v>0.65788990596029795</c:v>
                </c:pt>
                <c:pt idx="1344">
                  <c:v>0.65829255869877412</c:v>
                </c:pt>
                <c:pt idx="1345">
                  <c:v>0.65894599001622256</c:v>
                </c:pt>
                <c:pt idx="1346">
                  <c:v>0.65945943699665055</c:v>
                </c:pt>
                <c:pt idx="1347">
                  <c:v>0.65888318099939969</c:v>
                </c:pt>
                <c:pt idx="1348">
                  <c:v>0.65982045588736704</c:v>
                </c:pt>
                <c:pt idx="1349">
                  <c:v>0.65972054575574191</c:v>
                </c:pt>
                <c:pt idx="1350">
                  <c:v>0.65928306838756834</c:v>
                </c:pt>
                <c:pt idx="1351">
                  <c:v>0.65951848877767194</c:v>
                </c:pt>
                <c:pt idx="1352">
                  <c:v>0.65970319516318043</c:v>
                </c:pt>
                <c:pt idx="1353">
                  <c:v>0.65893797345244676</c:v>
                </c:pt>
                <c:pt idx="1354">
                  <c:v>0.65961714559804663</c:v>
                </c:pt>
                <c:pt idx="1355">
                  <c:v>0.6602844446285957</c:v>
                </c:pt>
                <c:pt idx="1356">
                  <c:v>0.66048227856502839</c:v>
                </c:pt>
                <c:pt idx="1357">
                  <c:v>0.66040008291873975</c:v>
                </c:pt>
                <c:pt idx="1358">
                  <c:v>0.66092271987898754</c:v>
                </c:pt>
                <c:pt idx="1359">
                  <c:v>0.66083538856895552</c:v>
                </c:pt>
                <c:pt idx="1360">
                  <c:v>0.66086656030724211</c:v>
                </c:pt>
                <c:pt idx="1361">
                  <c:v>0.66118126441417691</c:v>
                </c:pt>
                <c:pt idx="1362">
                  <c:v>0.66118368005160466</c:v>
                </c:pt>
                <c:pt idx="1363">
                  <c:v>0.66149751186205297</c:v>
                </c:pt>
                <c:pt idx="1364">
                  <c:v>0.6614815395987067</c:v>
                </c:pt>
                <c:pt idx="1365">
                  <c:v>0.66175764630741807</c:v>
                </c:pt>
                <c:pt idx="1366">
                  <c:v>0.66178741911967598</c:v>
                </c:pt>
                <c:pt idx="1367">
                  <c:v>0.66151559627739609</c:v>
                </c:pt>
                <c:pt idx="1368">
                  <c:v>0.66132291332296278</c:v>
                </c:pt>
                <c:pt idx="1369">
                  <c:v>0.66081741448245224</c:v>
                </c:pt>
                <c:pt idx="1370">
                  <c:v>0.66054551697056541</c:v>
                </c:pt>
                <c:pt idx="1371">
                  <c:v>0.66035128131298593</c:v>
                </c:pt>
                <c:pt idx="1372">
                  <c:v>0.66076137197396467</c:v>
                </c:pt>
                <c:pt idx="1373">
                  <c:v>0.66060644639333399</c:v>
                </c:pt>
                <c:pt idx="1374">
                  <c:v>0.66089549910507561</c:v>
                </c:pt>
                <c:pt idx="1375">
                  <c:v>0.66031353338420762</c:v>
                </c:pt>
                <c:pt idx="1376">
                  <c:v>0.66117754742266555</c:v>
                </c:pt>
                <c:pt idx="1377">
                  <c:v>0.66043853123392493</c:v>
                </c:pt>
                <c:pt idx="1378">
                  <c:v>0.6608134544672396</c:v>
                </c:pt>
                <c:pt idx="1379">
                  <c:v>0.66064593815851713</c:v>
                </c:pt>
                <c:pt idx="1380">
                  <c:v>0.65748573838038771</c:v>
                </c:pt>
                <c:pt idx="1381">
                  <c:v>0.65770712002586573</c:v>
                </c:pt>
                <c:pt idx="1382">
                  <c:v>0.65919520015705013</c:v>
                </c:pt>
                <c:pt idx="1383">
                  <c:v>0.65950743914588417</c:v>
                </c:pt>
                <c:pt idx="1384">
                  <c:v>0.65950501404258965</c:v>
                </c:pt>
                <c:pt idx="1385">
                  <c:v>0.65914832559356418</c:v>
                </c:pt>
                <c:pt idx="1386">
                  <c:v>0.65903498230037849</c:v>
                </c:pt>
                <c:pt idx="1387">
                  <c:v>0.6589286589449953</c:v>
                </c:pt>
                <c:pt idx="1388">
                  <c:v>0.65896798773329313</c:v>
                </c:pt>
                <c:pt idx="1389">
                  <c:v>0.65923826778143657</c:v>
                </c:pt>
                <c:pt idx="1390">
                  <c:v>0.65912501325243245</c:v>
                </c:pt>
                <c:pt idx="1391">
                  <c:v>0.65914232721195198</c:v>
                </c:pt>
                <c:pt idx="1392">
                  <c:v>0.65930966220372056</c:v>
                </c:pt>
                <c:pt idx="1393">
                  <c:v>0.65919533560934096</c:v>
                </c:pt>
                <c:pt idx="1394">
                  <c:v>0.65905357459099978</c:v>
                </c:pt>
                <c:pt idx="1395">
                  <c:v>0.65909414613302952</c:v>
                </c:pt>
                <c:pt idx="1396">
                  <c:v>0.65908143363548166</c:v>
                </c:pt>
                <c:pt idx="1397">
                  <c:v>0.65917730911693073</c:v>
                </c:pt>
                <c:pt idx="1398">
                  <c:v>0.65911067579210902</c:v>
                </c:pt>
                <c:pt idx="1399">
                  <c:v>0.65915443177848021</c:v>
                </c:pt>
                <c:pt idx="1400">
                  <c:v>0.659192606608899</c:v>
                </c:pt>
                <c:pt idx="1401">
                  <c:v>0.65927281878105004</c:v>
                </c:pt>
                <c:pt idx="1402">
                  <c:v>0.65939541174824434</c:v>
                </c:pt>
                <c:pt idx="1403">
                  <c:v>0.65926173883935368</c:v>
                </c:pt>
                <c:pt idx="1404">
                  <c:v>0.65941033156181472</c:v>
                </c:pt>
                <c:pt idx="1405">
                  <c:v>0.65969607179483025</c:v>
                </c:pt>
                <c:pt idx="1406">
                  <c:v>0.65984187546072404</c:v>
                </c:pt>
                <c:pt idx="1407">
                  <c:v>0.65948716909641669</c:v>
                </c:pt>
                <c:pt idx="1408">
                  <c:v>0.6600573160940113</c:v>
                </c:pt>
                <c:pt idx="1409">
                  <c:v>0.6602827942874826</c:v>
                </c:pt>
                <c:pt idx="1410">
                  <c:v>0.66069169808728268</c:v>
                </c:pt>
                <c:pt idx="1411">
                  <c:v>0.6552273944366418</c:v>
                </c:pt>
                <c:pt idx="1412">
                  <c:v>0.65966466628821663</c:v>
                </c:pt>
                <c:pt idx="1413">
                  <c:v>0.66066115769204381</c:v>
                </c:pt>
                <c:pt idx="1414">
                  <c:v>0.66024113432172127</c:v>
                </c:pt>
                <c:pt idx="1415">
                  <c:v>0.66044022617124398</c:v>
                </c:pt>
                <c:pt idx="1416">
                  <c:v>0.6596808884118267</c:v>
                </c:pt>
                <c:pt idx="1417">
                  <c:v>0.66206769683590871</c:v>
                </c:pt>
                <c:pt idx="1418">
                  <c:v>0.66161930861478957</c:v>
                </c:pt>
                <c:pt idx="1419">
                  <c:v>0.66253164863653435</c:v>
                </c:pt>
                <c:pt idx="1420">
                  <c:v>0.66116329057261192</c:v>
                </c:pt>
                <c:pt idx="1421">
                  <c:v>0.66158428380144219</c:v>
                </c:pt>
                <c:pt idx="1422">
                  <c:v>0.66161549000644748</c:v>
                </c:pt>
                <c:pt idx="1423">
                  <c:v>0.66197092318290041</c:v>
                </c:pt>
                <c:pt idx="1424">
                  <c:v>0.66208196100852779</c:v>
                </c:pt>
                <c:pt idx="1425">
                  <c:v>0.66220463884539993</c:v>
                </c:pt>
                <c:pt idx="1426">
                  <c:v>0.66241961342025912</c:v>
                </c:pt>
                <c:pt idx="1427">
                  <c:v>0.66256956955346791</c:v>
                </c:pt>
                <c:pt idx="1428">
                  <c:v>0.66267772368965838</c:v>
                </c:pt>
                <c:pt idx="1429">
                  <c:v>0.66286279126769498</c:v>
                </c:pt>
                <c:pt idx="1430">
                  <c:v>0.66307870881713871</c:v>
                </c:pt>
                <c:pt idx="1431">
                  <c:v>0.66311897286837274</c:v>
                </c:pt>
                <c:pt idx="1432">
                  <c:v>0.66342258243820018</c:v>
                </c:pt>
                <c:pt idx="1433">
                  <c:v>0.66351097870462317</c:v>
                </c:pt>
                <c:pt idx="1434">
                  <c:v>0.66395937662191917</c:v>
                </c:pt>
                <c:pt idx="1435">
                  <c:v>0.66385096854801029</c:v>
                </c:pt>
                <c:pt idx="1436">
                  <c:v>0.66428129622697785</c:v>
                </c:pt>
                <c:pt idx="1437">
                  <c:v>0.66449696675952974</c:v>
                </c:pt>
                <c:pt idx="1438">
                  <c:v>0.66414487711030545</c:v>
                </c:pt>
                <c:pt idx="1439">
                  <c:v>0.66486131495011425</c:v>
                </c:pt>
                <c:pt idx="1440">
                  <c:v>0.66512588179151677</c:v>
                </c:pt>
                <c:pt idx="1441">
                  <c:v>0.66520376801181491</c:v>
                </c:pt>
                <c:pt idx="1442">
                  <c:v>0.66597434209213702</c:v>
                </c:pt>
                <c:pt idx="1443">
                  <c:v>0.66596541700380585</c:v>
                </c:pt>
                <c:pt idx="1444">
                  <c:v>0.66507715623587937</c:v>
                </c:pt>
                <c:pt idx="1445">
                  <c:v>0.66490575960032994</c:v>
                </c:pt>
                <c:pt idx="1446">
                  <c:v>0.66554667871270012</c:v>
                </c:pt>
                <c:pt idx="1447">
                  <c:v>0.66838353167116837</c:v>
                </c:pt>
                <c:pt idx="1448">
                  <c:v>0.66680405309886048</c:v>
                </c:pt>
                <c:pt idx="1449">
                  <c:v>0.66606331233553939</c:v>
                </c:pt>
                <c:pt idx="1450">
                  <c:v>0.66678871697925468</c:v>
                </c:pt>
                <c:pt idx="1451">
                  <c:v>0.66539163852056948</c:v>
                </c:pt>
                <c:pt idx="1452">
                  <c:v>0.66599169345342302</c:v>
                </c:pt>
                <c:pt idx="1453">
                  <c:v>0.66651555009414953</c:v>
                </c:pt>
                <c:pt idx="1454">
                  <c:v>0.66692974277518113</c:v>
                </c:pt>
                <c:pt idx="1455">
                  <c:v>0.66707813531156335</c:v>
                </c:pt>
                <c:pt idx="1456">
                  <c:v>0.66726270657749909</c:v>
                </c:pt>
                <c:pt idx="1457">
                  <c:v>0.66724984311825308</c:v>
                </c:pt>
                <c:pt idx="1458">
                  <c:v>0.66753732674326882</c:v>
                </c:pt>
                <c:pt idx="1459">
                  <c:v>0.66741575703336464</c:v>
                </c:pt>
                <c:pt idx="1460">
                  <c:v>0.66497777390739854</c:v>
                </c:pt>
                <c:pt idx="1461">
                  <c:v>0.66706435886477655</c:v>
                </c:pt>
                <c:pt idx="1462">
                  <c:v>0.66678599400330685</c:v>
                </c:pt>
                <c:pt idx="1463">
                  <c:v>0.66659746935547637</c:v>
                </c:pt>
                <c:pt idx="1464">
                  <c:v>0.66649538934628727</c:v>
                </c:pt>
                <c:pt idx="1465">
                  <c:v>0.66626282669533732</c:v>
                </c:pt>
                <c:pt idx="1466">
                  <c:v>0.66623535686770308</c:v>
                </c:pt>
                <c:pt idx="1467">
                  <c:v>0.66595617447319966</c:v>
                </c:pt>
                <c:pt idx="1468">
                  <c:v>0.66586395164760559</c:v>
                </c:pt>
                <c:pt idx="1469">
                  <c:v>0.6657843715422348</c:v>
                </c:pt>
                <c:pt idx="1470">
                  <c:v>0.66575172291401696</c:v>
                </c:pt>
                <c:pt idx="1471">
                  <c:v>0.66583576036793712</c:v>
                </c:pt>
                <c:pt idx="1472">
                  <c:v>0.66593436905829151</c:v>
                </c:pt>
                <c:pt idx="1473">
                  <c:v>0.66566924694811258</c:v>
                </c:pt>
                <c:pt idx="1474">
                  <c:v>0.66556141999570506</c:v>
                </c:pt>
                <c:pt idx="1475">
                  <c:v>0.66566378855735098</c:v>
                </c:pt>
                <c:pt idx="1476">
                  <c:v>0.66570306523581679</c:v>
                </c:pt>
                <c:pt idx="1477">
                  <c:v>0.66534512954274283</c:v>
                </c:pt>
                <c:pt idx="1478">
                  <c:v>0.6647260348016486</c:v>
                </c:pt>
                <c:pt idx="1479">
                  <c:v>0.66398464648210742</c:v>
                </c:pt>
                <c:pt idx="1480">
                  <c:v>0.66471483711291601</c:v>
                </c:pt>
                <c:pt idx="1481">
                  <c:v>0.66468254357774303</c:v>
                </c:pt>
                <c:pt idx="1482">
                  <c:v>0.66513953337666643</c:v>
                </c:pt>
                <c:pt idx="1483">
                  <c:v>0.66469651792076356</c:v>
                </c:pt>
                <c:pt idx="1484">
                  <c:v>0.66463672950646047</c:v>
                </c:pt>
                <c:pt idx="1485">
                  <c:v>0.66458556786741629</c:v>
                </c:pt>
                <c:pt idx="1486">
                  <c:v>0.66436609475794983</c:v>
                </c:pt>
                <c:pt idx="1487">
                  <c:v>0.66489516955245054</c:v>
                </c:pt>
                <c:pt idx="1488">
                  <c:v>0.66488479190458194</c:v>
                </c:pt>
                <c:pt idx="1489">
                  <c:v>0.66504934210526312</c:v>
                </c:pt>
                <c:pt idx="1490">
                  <c:v>0.66515697173725818</c:v>
                </c:pt>
                <c:pt idx="1491">
                  <c:v>0.6650265098898519</c:v>
                </c:pt>
                <c:pt idx="1492">
                  <c:v>0.66517117628076639</c:v>
                </c:pt>
                <c:pt idx="1493">
                  <c:v>0.66529169582777803</c:v>
                </c:pt>
                <c:pt idx="1494">
                  <c:v>0.66543107592141726</c:v>
                </c:pt>
                <c:pt idx="1495">
                  <c:v>0.66548942928078481</c:v>
                </c:pt>
                <c:pt idx="1496">
                  <c:v>0.66541900968447354</c:v>
                </c:pt>
                <c:pt idx="1497">
                  <c:v>0.66545922947812164</c:v>
                </c:pt>
                <c:pt idx="1498">
                  <c:v>0.66578360072414</c:v>
                </c:pt>
                <c:pt idx="1499">
                  <c:v>0.66591076160522256</c:v>
                </c:pt>
                <c:pt idx="1500">
                  <c:v>0.6657525435621563</c:v>
                </c:pt>
                <c:pt idx="1501">
                  <c:v>0.66579451342226326</c:v>
                </c:pt>
                <c:pt idx="1502">
                  <c:v>0.66596040109133614</c:v>
                </c:pt>
                <c:pt idx="1503">
                  <c:v>0.66590041595540295</c:v>
                </c:pt>
                <c:pt idx="1504">
                  <c:v>0.66563468095090672</c:v>
                </c:pt>
                <c:pt idx="1505">
                  <c:v>0.66602557863385958</c:v>
                </c:pt>
                <c:pt idx="1506">
                  <c:v>0.66612823811256772</c:v>
                </c:pt>
                <c:pt idx="1507">
                  <c:v>0.66633794132349888</c:v>
                </c:pt>
                <c:pt idx="1508">
                  <c:v>0.66655205704839426</c:v>
                </c:pt>
                <c:pt idx="1509">
                  <c:v>0.66675348403273149</c:v>
                </c:pt>
                <c:pt idx="1510">
                  <c:v>0.66682652169692258</c:v>
                </c:pt>
                <c:pt idx="1511">
                  <c:v>0.6665572968439365</c:v>
                </c:pt>
                <c:pt idx="1512">
                  <c:v>0.66713961021946278</c:v>
                </c:pt>
                <c:pt idx="1513">
                  <c:v>0.66685424982583874</c:v>
                </c:pt>
                <c:pt idx="1514">
                  <c:v>0.66697892725879804</c:v>
                </c:pt>
                <c:pt idx="1515">
                  <c:v>0.66696446220451377</c:v>
                </c:pt>
                <c:pt idx="1516">
                  <c:v>0.66686169285312991</c:v>
                </c:pt>
                <c:pt idx="1517">
                  <c:v>0.66712055737520748</c:v>
                </c:pt>
                <c:pt idx="1518">
                  <c:v>0.66719334832052457</c:v>
                </c:pt>
                <c:pt idx="1519">
                  <c:v>0.66718991036467701</c:v>
                </c:pt>
                <c:pt idx="1520">
                  <c:v>0.66728709407794939</c:v>
                </c:pt>
                <c:pt idx="1521">
                  <c:v>0.66740096625832135</c:v>
                </c:pt>
                <c:pt idx="1522">
                  <c:v>0.66747741285606288</c:v>
                </c:pt>
                <c:pt idx="1523">
                  <c:v>0.66738492696935381</c:v>
                </c:pt>
                <c:pt idx="1524">
                  <c:v>0.66745867090099187</c:v>
                </c:pt>
                <c:pt idx="1525">
                  <c:v>0.66764053318709238</c:v>
                </c:pt>
                <c:pt idx="1526">
                  <c:v>0.66761438760049019</c:v>
                </c:pt>
                <c:pt idx="1527">
                  <c:v>0.66772014517165335</c:v>
                </c:pt>
                <c:pt idx="1528">
                  <c:v>0.66766769662812997</c:v>
                </c:pt>
                <c:pt idx="1529">
                  <c:v>0.66787167874570774</c:v>
                </c:pt>
                <c:pt idx="1530">
                  <c:v>0.66805691003634926</c:v>
                </c:pt>
                <c:pt idx="1531">
                  <c:v>0.66826384207992295</c:v>
                </c:pt>
                <c:pt idx="1532">
                  <c:v>0.66773372037289769</c:v>
                </c:pt>
                <c:pt idx="1533">
                  <c:v>0.66768517948402195</c:v>
                </c:pt>
                <c:pt idx="1534">
                  <c:v>0.66565495699272192</c:v>
                </c:pt>
                <c:pt idx="1535">
                  <c:v>0.66581416322300124</c:v>
                </c:pt>
                <c:pt idx="1536">
                  <c:v>0.66747332082666988</c:v>
                </c:pt>
                <c:pt idx="1537">
                  <c:v>0.66750646181046003</c:v>
                </c:pt>
                <c:pt idx="1538">
                  <c:v>0.66764583829643354</c:v>
                </c:pt>
                <c:pt idx="1539">
                  <c:v>0.66782285370776895</c:v>
                </c:pt>
                <c:pt idx="1540">
                  <c:v>0.66766548729000752</c:v>
                </c:pt>
                <c:pt idx="1541">
                  <c:v>0.66807860019068777</c:v>
                </c:pt>
                <c:pt idx="1542">
                  <c:v>0.66820745141155447</c:v>
                </c:pt>
                <c:pt idx="1543">
                  <c:v>0.66840140287362826</c:v>
                </c:pt>
                <c:pt idx="1544">
                  <c:v>0.66832420154396321</c:v>
                </c:pt>
                <c:pt idx="1545">
                  <c:v>0.66841721790815845</c:v>
                </c:pt>
                <c:pt idx="1546">
                  <c:v>0.66861741459172219</c:v>
                </c:pt>
                <c:pt idx="1547">
                  <c:v>0.66868790950756618</c:v>
                </c:pt>
                <c:pt idx="1548">
                  <c:v>0.66865573921133947</c:v>
                </c:pt>
                <c:pt idx="1549">
                  <c:v>0.66900051104684211</c:v>
                </c:pt>
                <c:pt idx="1550">
                  <c:v>0.66915266300718823</c:v>
                </c:pt>
                <c:pt idx="1551">
                  <c:v>0.66934185107970079</c:v>
                </c:pt>
                <c:pt idx="1552">
                  <c:v>0.66949722935014977</c:v>
                </c:pt>
                <c:pt idx="1553">
                  <c:v>0.66951364946373004</c:v>
                </c:pt>
                <c:pt idx="1554">
                  <c:v>0.66979376440152705</c:v>
                </c:pt>
                <c:pt idx="1555">
                  <c:v>0.66985800364778814</c:v>
                </c:pt>
                <c:pt idx="1556">
                  <c:v>0.67009610575069001</c:v>
                </c:pt>
                <c:pt idx="1557">
                  <c:v>0.67022612585789643</c:v>
                </c:pt>
                <c:pt idx="1558">
                  <c:v>0.67026987839637364</c:v>
                </c:pt>
                <c:pt idx="1559">
                  <c:v>0.67032166530637161</c:v>
                </c:pt>
                <c:pt idx="1560">
                  <c:v>0.67040788706190935</c:v>
                </c:pt>
                <c:pt idx="1561">
                  <c:v>0.67039676792316205</c:v>
                </c:pt>
                <c:pt idx="1562">
                  <c:v>0.67054406074795736</c:v>
                </c:pt>
                <c:pt idx="1563">
                  <c:v>0.67064910128540178</c:v>
                </c:pt>
                <c:pt idx="1564">
                  <c:v>0.67085151591308922</c:v>
                </c:pt>
                <c:pt idx="1565">
                  <c:v>0.67084680665599583</c:v>
                </c:pt>
                <c:pt idx="1566">
                  <c:v>0.67091312879329479</c:v>
                </c:pt>
                <c:pt idx="1567">
                  <c:v>0.67118742048905533</c:v>
                </c:pt>
                <c:pt idx="1568">
                  <c:v>0.67122891749538893</c:v>
                </c:pt>
                <c:pt idx="1569">
                  <c:v>0.67118146524352917</c:v>
                </c:pt>
                <c:pt idx="1570">
                  <c:v>0.67146907794463628</c:v>
                </c:pt>
                <c:pt idx="1571">
                  <c:v>0.67176407787831183</c:v>
                </c:pt>
                <c:pt idx="1572">
                  <c:v>0.67175897020338216</c:v>
                </c:pt>
                <c:pt idx="1573">
                  <c:v>0.6719634322130339</c:v>
                </c:pt>
                <c:pt idx="1574">
                  <c:v>0.67204011398259911</c:v>
                </c:pt>
                <c:pt idx="1575">
                  <c:v>0.67224482441416056</c:v>
                </c:pt>
                <c:pt idx="1576">
                  <c:v>0.67218585085317428</c:v>
                </c:pt>
                <c:pt idx="1577">
                  <c:v>0.67222757937372479</c:v>
                </c:pt>
                <c:pt idx="1578">
                  <c:v>0.67223322311387346</c:v>
                </c:pt>
                <c:pt idx="1579">
                  <c:v>0.67266950556576954</c:v>
                </c:pt>
                <c:pt idx="1580">
                  <c:v>0.67256124569832021</c:v>
                </c:pt>
                <c:pt idx="1581">
                  <c:v>0.67302773952390327</c:v>
                </c:pt>
                <c:pt idx="1582">
                  <c:v>0.6729269598817702</c:v>
                </c:pt>
                <c:pt idx="1583">
                  <c:v>0.67290744940634373</c:v>
                </c:pt>
                <c:pt idx="1584">
                  <c:v>0.67296779597879908</c:v>
                </c:pt>
                <c:pt idx="1585">
                  <c:v>0.67309458912835551</c:v>
                </c:pt>
                <c:pt idx="1586">
                  <c:v>0.6729733253468726</c:v>
                </c:pt>
                <c:pt idx="1587">
                  <c:v>0.67310724286315804</c:v>
                </c:pt>
                <c:pt idx="1588">
                  <c:v>0.67349799455908599</c:v>
                </c:pt>
                <c:pt idx="1589">
                  <c:v>0.67323376740957575</c:v>
                </c:pt>
                <c:pt idx="1590">
                  <c:v>0.67294861135463391</c:v>
                </c:pt>
                <c:pt idx="1591">
                  <c:v>0.67268930212570255</c:v>
                </c:pt>
                <c:pt idx="1592">
                  <c:v>0.67249347829365014</c:v>
                </c:pt>
                <c:pt idx="1593">
                  <c:v>0.67190025354797633</c:v>
                </c:pt>
                <c:pt idx="1594">
                  <c:v>0.67137527706477995</c:v>
                </c:pt>
                <c:pt idx="1595">
                  <c:v>0.67211028552173091</c:v>
                </c:pt>
                <c:pt idx="1596">
                  <c:v>0.67190796214815263</c:v>
                </c:pt>
                <c:pt idx="1597">
                  <c:v>0.67165111613779815</c:v>
                </c:pt>
                <c:pt idx="1598">
                  <c:v>0.6717727336025624</c:v>
                </c:pt>
                <c:pt idx="1599">
                  <c:v>0.67165140240412136</c:v>
                </c:pt>
                <c:pt idx="1600">
                  <c:v>0.67210591017259458</c:v>
                </c:pt>
                <c:pt idx="1601">
                  <c:v>0.67201013554791544</c:v>
                </c:pt>
                <c:pt idx="1602">
                  <c:v>0.67184655543352345</c:v>
                </c:pt>
                <c:pt idx="1603">
                  <c:v>0.67197085673232804</c:v>
                </c:pt>
                <c:pt idx="1604">
                  <c:v>0.67230671022492583</c:v>
                </c:pt>
                <c:pt idx="1605">
                  <c:v>0.67231013816494578</c:v>
                </c:pt>
                <c:pt idx="1606">
                  <c:v>0.67251564042228207</c:v>
                </c:pt>
                <c:pt idx="1607">
                  <c:v>0.67249654427362227</c:v>
                </c:pt>
                <c:pt idx="1608">
                  <c:v>0.67248115057419977</c:v>
                </c:pt>
                <c:pt idx="1609">
                  <c:v>0.66901920510936874</c:v>
                </c:pt>
                <c:pt idx="1610">
                  <c:v>0.66935622864336675</c:v>
                </c:pt>
                <c:pt idx="1611">
                  <c:v>0.67165263913111084</c:v>
                </c:pt>
                <c:pt idx="1612">
                  <c:v>0.67138331217489977</c:v>
                </c:pt>
                <c:pt idx="1613">
                  <c:v>0.67142397172573365</c:v>
                </c:pt>
                <c:pt idx="1614">
                  <c:v>0.67114739616087193</c:v>
                </c:pt>
                <c:pt idx="1615">
                  <c:v>0.67157808462184765</c:v>
                </c:pt>
                <c:pt idx="1616">
                  <c:v>0.67164740279053403</c:v>
                </c:pt>
                <c:pt idx="1617">
                  <c:v>0.67163568043520938</c:v>
                </c:pt>
                <c:pt idx="1618">
                  <c:v>0.67177263753028815</c:v>
                </c:pt>
                <c:pt idx="1619">
                  <c:v>0.67185584427234402</c:v>
                </c:pt>
                <c:pt idx="1620">
                  <c:v>0.67196517482648133</c:v>
                </c:pt>
                <c:pt idx="1621">
                  <c:v>0.67210546170308927</c:v>
                </c:pt>
                <c:pt idx="1622">
                  <c:v>0.6724365545739901</c:v>
                </c:pt>
                <c:pt idx="1623">
                  <c:v>0.67235188509874322</c:v>
                </c:pt>
                <c:pt idx="1624">
                  <c:v>0.67214790387441914</c:v>
                </c:pt>
                <c:pt idx="1625">
                  <c:v>0.67283325216949985</c:v>
                </c:pt>
                <c:pt idx="1626">
                  <c:v>0.6724818345940945</c:v>
                </c:pt>
                <c:pt idx="1627">
                  <c:v>0.67264898984253318</c:v>
                </c:pt>
                <c:pt idx="1628">
                  <c:v>0.67262433537261035</c:v>
                </c:pt>
                <c:pt idx="1629">
                  <c:v>0.67241678143910666</c:v>
                </c:pt>
                <c:pt idx="1630">
                  <c:v>0.67242252870480068</c:v>
                </c:pt>
                <c:pt idx="1631">
                  <c:v>0.67202517886523871</c:v>
                </c:pt>
                <c:pt idx="1632">
                  <c:v>0.67306393736292569</c:v>
                </c:pt>
                <c:pt idx="1633">
                  <c:v>0.67273278964092842</c:v>
                </c:pt>
                <c:pt idx="1634">
                  <c:v>0.67285497660312765</c:v>
                </c:pt>
                <c:pt idx="1635">
                  <c:v>0.67301371900211915</c:v>
                </c:pt>
                <c:pt idx="1636">
                  <c:v>0.67324325379343419</c:v>
                </c:pt>
                <c:pt idx="1637">
                  <c:v>0.67309142931460531</c:v>
                </c:pt>
                <c:pt idx="1638">
                  <c:v>0.67322326421973699</c:v>
                </c:pt>
                <c:pt idx="1639">
                  <c:v>0.67298424226222298</c:v>
                </c:pt>
                <c:pt idx="1640">
                  <c:v>0.67310208391714799</c:v>
                </c:pt>
                <c:pt idx="1641">
                  <c:v>0.67299160365542521</c:v>
                </c:pt>
                <c:pt idx="1642">
                  <c:v>0.67310506780632484</c:v>
                </c:pt>
                <c:pt idx="1643">
                  <c:v>0.67312908961790985</c:v>
                </c:pt>
                <c:pt idx="1644">
                  <c:v>0.67334288579494583</c:v>
                </c:pt>
                <c:pt idx="1645">
                  <c:v>0.67319505673195068</c:v>
                </c:pt>
                <c:pt idx="1646">
                  <c:v>0.67320731228371777</c:v>
                </c:pt>
                <c:pt idx="1647">
                  <c:v>0.67324339641511743</c:v>
                </c:pt>
                <c:pt idx="1648">
                  <c:v>0.673454802641689</c:v>
                </c:pt>
                <c:pt idx="1649">
                  <c:v>0.67355690834954407</c:v>
                </c:pt>
                <c:pt idx="1650">
                  <c:v>0.67350729700127299</c:v>
                </c:pt>
                <c:pt idx="1651">
                  <c:v>0.6736203580411303</c:v>
                </c:pt>
                <c:pt idx="1652">
                  <c:v>0.67381273383304019</c:v>
                </c:pt>
                <c:pt idx="1653">
                  <c:v>0.67378003145206145</c:v>
                </c:pt>
                <c:pt idx="1654">
                  <c:v>0.67375484271454356</c:v>
                </c:pt>
                <c:pt idx="1655">
                  <c:v>0.6737977300567024</c:v>
                </c:pt>
                <c:pt idx="1656">
                  <c:v>0.67374613620500545</c:v>
                </c:pt>
                <c:pt idx="1657">
                  <c:v>0.67390875121096094</c:v>
                </c:pt>
                <c:pt idx="1658">
                  <c:v>0.67421823376757617</c:v>
                </c:pt>
                <c:pt idx="1659">
                  <c:v>0.67403354676803273</c:v>
                </c:pt>
                <c:pt idx="1660">
                  <c:v>0.67455928866868686</c:v>
                </c:pt>
                <c:pt idx="1661">
                  <c:v>0.6746973519563163</c:v>
                </c:pt>
                <c:pt idx="1662">
                  <c:v>0.67437891318331533</c:v>
                </c:pt>
                <c:pt idx="1663">
                  <c:v>0.67486750996093003</c:v>
                </c:pt>
                <c:pt idx="1664">
                  <c:v>0.67451325020634356</c:v>
                </c:pt>
                <c:pt idx="1665">
                  <c:v>0.67453305411433606</c:v>
                </c:pt>
                <c:pt idx="1666">
                  <c:v>0.67476040103480983</c:v>
                </c:pt>
                <c:pt idx="1667">
                  <c:v>0.67497708254334077</c:v>
                </c:pt>
                <c:pt idx="1668">
                  <c:v>0.67484813855872849</c:v>
                </c:pt>
                <c:pt idx="1669">
                  <c:v>0.67492387578882329</c:v>
                </c:pt>
                <c:pt idx="1670">
                  <c:v>0.67503484442286976</c:v>
                </c:pt>
                <c:pt idx="1671">
                  <c:v>0.67504124821318989</c:v>
                </c:pt>
                <c:pt idx="1672">
                  <c:v>0.67503089758163293</c:v>
                </c:pt>
                <c:pt idx="1673">
                  <c:v>0.67095511630767435</c:v>
                </c:pt>
                <c:pt idx="1674">
                  <c:v>0.67131876280182956</c:v>
                </c:pt>
                <c:pt idx="1675">
                  <c:v>0.67419328201411122</c:v>
                </c:pt>
                <c:pt idx="1676">
                  <c:v>0.67409709393305095</c:v>
                </c:pt>
                <c:pt idx="1677">
                  <c:v>0.67389438471780549</c:v>
                </c:pt>
                <c:pt idx="1678">
                  <c:v>0.67385370128310662</c:v>
                </c:pt>
                <c:pt idx="1679">
                  <c:v>0.67392946456727565</c:v>
                </c:pt>
                <c:pt idx="1680">
                  <c:v>0.67403986031666929</c:v>
                </c:pt>
                <c:pt idx="1681">
                  <c:v>0.6740298496525724</c:v>
                </c:pt>
                <c:pt idx="1682">
                  <c:v>0.67411735614393387</c:v>
                </c:pt>
                <c:pt idx="1683">
                  <c:v>0.67416913615068197</c:v>
                </c:pt>
                <c:pt idx="1684">
                  <c:v>0.67425340360122965</c:v>
                </c:pt>
                <c:pt idx="1685">
                  <c:v>0.67415175049557874</c:v>
                </c:pt>
                <c:pt idx="1686">
                  <c:v>0.6742915864404424</c:v>
                </c:pt>
                <c:pt idx="1687">
                  <c:v>0.67330831671549973</c:v>
                </c:pt>
                <c:pt idx="1688">
                  <c:v>0.67309013565664833</c:v>
                </c:pt>
                <c:pt idx="1689">
                  <c:v>0.67331188888340898</c:v>
                </c:pt>
                <c:pt idx="1690">
                  <c:v>0.67325541046479775</c:v>
                </c:pt>
                <c:pt idx="1691">
                  <c:v>0.67317481996523465</c:v>
                </c:pt>
                <c:pt idx="1692">
                  <c:v>0.67296847149577765</c:v>
                </c:pt>
                <c:pt idx="1693">
                  <c:v>0.67301674814974388</c:v>
                </c:pt>
                <c:pt idx="1694">
                  <c:v>0.67358275775255316</c:v>
                </c:pt>
                <c:pt idx="1695">
                  <c:v>0.67349365509543813</c:v>
                </c:pt>
                <c:pt idx="1696">
                  <c:v>0.6730417847412935</c:v>
                </c:pt>
                <c:pt idx="1697">
                  <c:v>0.67357535625209664</c:v>
                </c:pt>
                <c:pt idx="1698">
                  <c:v>0.6735951573496699</c:v>
                </c:pt>
                <c:pt idx="1699">
                  <c:v>0.67368539968696295</c:v>
                </c:pt>
                <c:pt idx="1700">
                  <c:v>0.67350511426255333</c:v>
                </c:pt>
                <c:pt idx="1701">
                  <c:v>0.67366065005618359</c:v>
                </c:pt>
                <c:pt idx="1702">
                  <c:v>0.6736040313419358</c:v>
                </c:pt>
                <c:pt idx="1703">
                  <c:v>0.67385634594909405</c:v>
                </c:pt>
                <c:pt idx="1704">
                  <c:v>0.67391510017538869</c:v>
                </c:pt>
                <c:pt idx="1705">
                  <c:v>0.67384944351813636</c:v>
                </c:pt>
                <c:pt idx="1706">
                  <c:v>0.67389817933181551</c:v>
                </c:pt>
                <c:pt idx="1707">
                  <c:v>0.67392655880748953</c:v>
                </c:pt>
                <c:pt idx="1708">
                  <c:v>0.67399648168878934</c:v>
                </c:pt>
                <c:pt idx="1709">
                  <c:v>0.67407942999053494</c:v>
                </c:pt>
                <c:pt idx="1710">
                  <c:v>0.67398572873703499</c:v>
                </c:pt>
                <c:pt idx="1711">
                  <c:v>0.67432909848118994</c:v>
                </c:pt>
                <c:pt idx="1712">
                  <c:v>0.67432898727766777</c:v>
                </c:pt>
                <c:pt idx="1713">
                  <c:v>0.67445235874901577</c:v>
                </c:pt>
                <c:pt idx="1714">
                  <c:v>0.67404246676447066</c:v>
                </c:pt>
                <c:pt idx="1715">
                  <c:v>0.67499079363409276</c:v>
                </c:pt>
                <c:pt idx="1716">
                  <c:v>0.67454436646537186</c:v>
                </c:pt>
                <c:pt idx="1717">
                  <c:v>0.67467292040081417</c:v>
                </c:pt>
                <c:pt idx="1718">
                  <c:v>0.67514336706498401</c:v>
                </c:pt>
                <c:pt idx="1719">
                  <c:v>0.67531552611228729</c:v>
                </c:pt>
                <c:pt idx="1720">
                  <c:v>0.67550263630569551</c:v>
                </c:pt>
                <c:pt idx="1721">
                  <c:v>0.67532373436121662</c:v>
                </c:pt>
                <c:pt idx="1722">
                  <c:v>0.67544237380133887</c:v>
                </c:pt>
                <c:pt idx="1723">
                  <c:v>0.67568262103312482</c:v>
                </c:pt>
                <c:pt idx="1724">
                  <c:v>0.67599027573180548</c:v>
                </c:pt>
                <c:pt idx="1725">
                  <c:v>0.67596156453668643</c:v>
                </c:pt>
                <c:pt idx="1726">
                  <c:v>0.67637072014196475</c:v>
                </c:pt>
                <c:pt idx="1727">
                  <c:v>0.6763465458172514</c:v>
                </c:pt>
                <c:pt idx="1728">
                  <c:v>0.67638883119088089</c:v>
                </c:pt>
                <c:pt idx="1729">
                  <c:v>0.67676959156813787</c:v>
                </c:pt>
                <c:pt idx="1730">
                  <c:v>0.67684527054100985</c:v>
                </c:pt>
                <c:pt idx="1731">
                  <c:v>0.67690755950748438</c:v>
                </c:pt>
                <c:pt idx="1732">
                  <c:v>0.67708703502939405</c:v>
                </c:pt>
                <c:pt idx="1733">
                  <c:v>0.6772000562614281</c:v>
                </c:pt>
                <c:pt idx="1734">
                  <c:v>0.67734578940536794</c:v>
                </c:pt>
                <c:pt idx="1735">
                  <c:v>0.67741906416476227</c:v>
                </c:pt>
                <c:pt idx="1736">
                  <c:v>0.67748769573331979</c:v>
                </c:pt>
                <c:pt idx="1737">
                  <c:v>0.6776444355589657</c:v>
                </c:pt>
                <c:pt idx="1738">
                  <c:v>0.67786084432584659</c:v>
                </c:pt>
                <c:pt idx="1739">
                  <c:v>0.67792613605682184</c:v>
                </c:pt>
                <c:pt idx="1740">
                  <c:v>0.67809146073724291</c:v>
                </c:pt>
                <c:pt idx="1741">
                  <c:v>0.67813957839703076</c:v>
                </c:pt>
                <c:pt idx="1742">
                  <c:v>0.67834721447716351</c:v>
                </c:pt>
                <c:pt idx="1743">
                  <c:v>0.67867220215308854</c:v>
                </c:pt>
                <c:pt idx="1744">
                  <c:v>0.67873260066676855</c:v>
                </c:pt>
                <c:pt idx="1745">
                  <c:v>0.67864756912612223</c:v>
                </c:pt>
                <c:pt idx="1746">
                  <c:v>0.67898353522370691</c:v>
                </c:pt>
                <c:pt idx="1747">
                  <c:v>0.67899451337163552</c:v>
                </c:pt>
                <c:pt idx="1748">
                  <c:v>0.67933113248169941</c:v>
                </c:pt>
                <c:pt idx="1749">
                  <c:v>0.67928504246810395</c:v>
                </c:pt>
                <c:pt idx="1750">
                  <c:v>0.67928530445384772</c:v>
                </c:pt>
                <c:pt idx="1751">
                  <c:v>0.67957678294796031</c:v>
                </c:pt>
                <c:pt idx="1752">
                  <c:v>0.67949857688750603</c:v>
                </c:pt>
                <c:pt idx="1753">
                  <c:v>0.67946665614989277</c:v>
                </c:pt>
                <c:pt idx="1754">
                  <c:v>0.67970072721995589</c:v>
                </c:pt>
                <c:pt idx="1755">
                  <c:v>0.67996904035861594</c:v>
                </c:pt>
                <c:pt idx="1756">
                  <c:v>0.68026169489340438</c:v>
                </c:pt>
                <c:pt idx="1757">
                  <c:v>0.68036116088450038</c:v>
                </c:pt>
                <c:pt idx="1758">
                  <c:v>0.68035462465192531</c:v>
                </c:pt>
                <c:pt idx="1759">
                  <c:v>0.68059300397017797</c:v>
                </c:pt>
                <c:pt idx="1760">
                  <c:v>0.68076646526652429</c:v>
                </c:pt>
                <c:pt idx="1761">
                  <c:v>0.6808095943981417</c:v>
                </c:pt>
                <c:pt idx="1762">
                  <c:v>0.68081527441863776</c:v>
                </c:pt>
                <c:pt idx="1763">
                  <c:v>0.68090519597928911</c:v>
                </c:pt>
                <c:pt idx="1764">
                  <c:v>0.68013763818727591</c:v>
                </c:pt>
                <c:pt idx="1765">
                  <c:v>0.67999800083536521</c:v>
                </c:pt>
                <c:pt idx="1766">
                  <c:v>0.68052383263622218</c:v>
                </c:pt>
                <c:pt idx="1767">
                  <c:v>0.68052708847301691</c:v>
                </c:pt>
                <c:pt idx="1768">
                  <c:v>0.68030196566594026</c:v>
                </c:pt>
                <c:pt idx="1769">
                  <c:v>0.68017208487999348</c:v>
                </c:pt>
                <c:pt idx="1770">
                  <c:v>0.68012422360248448</c:v>
                </c:pt>
                <c:pt idx="1771">
                  <c:v>0.68030424810335022</c:v>
                </c:pt>
                <c:pt idx="1772">
                  <c:v>0.68032074281784782</c:v>
                </c:pt>
                <c:pt idx="1773">
                  <c:v>0.68017383928953257</c:v>
                </c:pt>
                <c:pt idx="1774">
                  <c:v>0.6804841553999893</c:v>
                </c:pt>
                <c:pt idx="1775">
                  <c:v>0.68056534711985583</c:v>
                </c:pt>
                <c:pt idx="1776">
                  <c:v>0.68054740018718796</c:v>
                </c:pt>
                <c:pt idx="1777">
                  <c:v>0.68039358081649515</c:v>
                </c:pt>
                <c:pt idx="1778">
                  <c:v>0.68083589244784126</c:v>
                </c:pt>
                <c:pt idx="1779">
                  <c:v>0.68043352158889114</c:v>
                </c:pt>
                <c:pt idx="1780">
                  <c:v>0.68066611441553226</c:v>
                </c:pt>
                <c:pt idx="1781">
                  <c:v>0.68055382733869219</c:v>
                </c:pt>
                <c:pt idx="1782">
                  <c:v>0.68063540144558099</c:v>
                </c:pt>
                <c:pt idx="1783">
                  <c:v>0.6808329293693367</c:v>
                </c:pt>
                <c:pt idx="1784">
                  <c:v>0.68020102714860642</c:v>
                </c:pt>
                <c:pt idx="1785">
                  <c:v>0.68059827663368155</c:v>
                </c:pt>
                <c:pt idx="1786">
                  <c:v>0.6806082705191886</c:v>
                </c:pt>
                <c:pt idx="1787">
                  <c:v>0.68061017334147278</c:v>
                </c:pt>
                <c:pt idx="1788">
                  <c:v>0.68069139622226438</c:v>
                </c:pt>
                <c:pt idx="1789">
                  <c:v>0.68077925164457631</c:v>
                </c:pt>
                <c:pt idx="1790">
                  <c:v>0.68082277033388472</c:v>
                </c:pt>
                <c:pt idx="1791">
                  <c:v>0.6808564553112918</c:v>
                </c:pt>
                <c:pt idx="1792">
                  <c:v>0.68092485958914428</c:v>
                </c:pt>
                <c:pt idx="1793">
                  <c:v>0.68092050476092603</c:v>
                </c:pt>
                <c:pt idx="1794">
                  <c:v>0.68095862264418305</c:v>
                </c:pt>
                <c:pt idx="1795">
                  <c:v>0.68099709767158534</c:v>
                </c:pt>
                <c:pt idx="1796">
                  <c:v>0.68104427792192157</c:v>
                </c:pt>
                <c:pt idx="1797">
                  <c:v>0.68113142462918252</c:v>
                </c:pt>
                <c:pt idx="1798">
                  <c:v>0.68108762932177913</c:v>
                </c:pt>
                <c:pt idx="1799">
                  <c:v>0.68104588804618527</c:v>
                </c:pt>
                <c:pt idx="1800">
                  <c:v>0.68119627159075846</c:v>
                </c:pt>
                <c:pt idx="1801">
                  <c:v>0.68112016368850425</c:v>
                </c:pt>
                <c:pt idx="1802">
                  <c:v>0.68143016862396699</c:v>
                </c:pt>
                <c:pt idx="1803">
                  <c:v>0.68144109392579399</c:v>
                </c:pt>
                <c:pt idx="1804">
                  <c:v>0.68178134506630705</c:v>
                </c:pt>
                <c:pt idx="1805">
                  <c:v>0.68175669470992528</c:v>
                </c:pt>
                <c:pt idx="1806">
                  <c:v>0.68141855233558291</c:v>
                </c:pt>
                <c:pt idx="1807">
                  <c:v>0.68197576104185864</c:v>
                </c:pt>
                <c:pt idx="1808">
                  <c:v>0.68200994000021165</c:v>
                </c:pt>
                <c:pt idx="1809">
                  <c:v>0.68206304270418738</c:v>
                </c:pt>
                <c:pt idx="1810">
                  <c:v>0.68193860416549079</c:v>
                </c:pt>
                <c:pt idx="1811">
                  <c:v>0.68210312664075523</c:v>
                </c:pt>
                <c:pt idx="1812">
                  <c:v>0.68203850980723957</c:v>
                </c:pt>
                <c:pt idx="1813">
                  <c:v>0.6819465313362586</c:v>
                </c:pt>
                <c:pt idx="1814">
                  <c:v>0.6820854546126931</c:v>
                </c:pt>
                <c:pt idx="1815">
                  <c:v>0.68209977061595695</c:v>
                </c:pt>
                <c:pt idx="1816">
                  <c:v>0.6820958807905757</c:v>
                </c:pt>
                <c:pt idx="1817">
                  <c:v>0.68218146881202768</c:v>
                </c:pt>
                <c:pt idx="1818">
                  <c:v>0.68231258410956008</c:v>
                </c:pt>
                <c:pt idx="1819">
                  <c:v>0.68241678433827535</c:v>
                </c:pt>
                <c:pt idx="1820">
                  <c:v>0.68254819398904698</c:v>
                </c:pt>
                <c:pt idx="1821">
                  <c:v>0.68251080881577553</c:v>
                </c:pt>
                <c:pt idx="1822">
                  <c:v>0.68259970374847789</c:v>
                </c:pt>
                <c:pt idx="1823">
                  <c:v>0.68282383278615377</c:v>
                </c:pt>
                <c:pt idx="1824">
                  <c:v>0.68280321197714955</c:v>
                </c:pt>
                <c:pt idx="1825">
                  <c:v>0.68281148275989156</c:v>
                </c:pt>
                <c:pt idx="1826">
                  <c:v>0.6825264295273995</c:v>
                </c:pt>
                <c:pt idx="1827">
                  <c:v>0.68241604665720945</c:v>
                </c:pt>
                <c:pt idx="1828">
                  <c:v>0.68240982103571046</c:v>
                </c:pt>
                <c:pt idx="1829">
                  <c:v>0.68231805523668987</c:v>
                </c:pt>
                <c:pt idx="1830">
                  <c:v>0.6809097343396332</c:v>
                </c:pt>
                <c:pt idx="1831">
                  <c:v>0.68186668115010152</c:v>
                </c:pt>
                <c:pt idx="1832">
                  <c:v>0.68201086642491815</c:v>
                </c:pt>
                <c:pt idx="1833">
                  <c:v>0.68085870566922346</c:v>
                </c:pt>
                <c:pt idx="1834">
                  <c:v>0.68152195989718667</c:v>
                </c:pt>
                <c:pt idx="1835">
                  <c:v>0.68141585175668751</c:v>
                </c:pt>
                <c:pt idx="1836">
                  <c:v>0.68155018530793998</c:v>
                </c:pt>
                <c:pt idx="1837">
                  <c:v>0.68158359423810266</c:v>
                </c:pt>
                <c:pt idx="1838">
                  <c:v>0.68119190661696316</c:v>
                </c:pt>
                <c:pt idx="1839">
                  <c:v>0.68166389339448519</c:v>
                </c:pt>
                <c:pt idx="1840">
                  <c:v>0.68176191025735178</c:v>
                </c:pt>
                <c:pt idx="1841">
                  <c:v>0.68174040705041372</c:v>
                </c:pt>
                <c:pt idx="1842">
                  <c:v>0.68172217340184105</c:v>
                </c:pt>
                <c:pt idx="1843">
                  <c:v>0.68210797624431818</c:v>
                </c:pt>
                <c:pt idx="1844">
                  <c:v>0.6820662897373484</c:v>
                </c:pt>
                <c:pt idx="1845">
                  <c:v>0.68223976035485923</c:v>
                </c:pt>
                <c:pt idx="1846">
                  <c:v>0.68238449377580335</c:v>
                </c:pt>
                <c:pt idx="1847">
                  <c:v>0.6824969131280999</c:v>
                </c:pt>
                <c:pt idx="1848">
                  <c:v>0.68268818217017757</c:v>
                </c:pt>
                <c:pt idx="1849">
                  <c:v>0.68266561580202823</c:v>
                </c:pt>
                <c:pt idx="1850">
                  <c:v>0.68278278452769015</c:v>
                </c:pt>
                <c:pt idx="1851">
                  <c:v>0.68273000693532038</c:v>
                </c:pt>
                <c:pt idx="1852">
                  <c:v>0.68288909524564489</c:v>
                </c:pt>
                <c:pt idx="1853">
                  <c:v>0.68292636198968926</c:v>
                </c:pt>
                <c:pt idx="1854">
                  <c:v>0.68284197990012752</c:v>
                </c:pt>
                <c:pt idx="1855">
                  <c:v>0.68303786714205872</c:v>
                </c:pt>
                <c:pt idx="1856">
                  <c:v>0.6830431256808539</c:v>
                </c:pt>
                <c:pt idx="1857">
                  <c:v>0.68297177099427908</c:v>
                </c:pt>
                <c:pt idx="1858">
                  <c:v>0.68323944911208534</c:v>
                </c:pt>
                <c:pt idx="1859">
                  <c:v>0.6831383419004361</c:v>
                </c:pt>
                <c:pt idx="1860">
                  <c:v>0.68326788838302865</c:v>
                </c:pt>
                <c:pt idx="1861">
                  <c:v>0.68327369977704755</c:v>
                </c:pt>
                <c:pt idx="1862">
                  <c:v>0.68315428515783949</c:v>
                </c:pt>
                <c:pt idx="1863">
                  <c:v>0.68336714807029997</c:v>
                </c:pt>
                <c:pt idx="1864">
                  <c:v>0.68384525384244166</c:v>
                </c:pt>
                <c:pt idx="1865">
                  <c:v>0.68347578199192005</c:v>
                </c:pt>
                <c:pt idx="1866">
                  <c:v>0.68361802590007981</c:v>
                </c:pt>
                <c:pt idx="1867">
                  <c:v>0.68407308439755676</c:v>
                </c:pt>
                <c:pt idx="1868">
                  <c:v>0.68388435487452814</c:v>
                </c:pt>
                <c:pt idx="1869">
                  <c:v>0.68414671165037599</c:v>
                </c:pt>
                <c:pt idx="1870">
                  <c:v>0.68395517857452603</c:v>
                </c:pt>
                <c:pt idx="1871">
                  <c:v>0.68440196464267322</c:v>
                </c:pt>
                <c:pt idx="1872">
                  <c:v>0.68431023186968987</c:v>
                </c:pt>
                <c:pt idx="1873">
                  <c:v>0.6844024902232918</c:v>
                </c:pt>
                <c:pt idx="1874">
                  <c:v>0.68451453115798966</c:v>
                </c:pt>
                <c:pt idx="1875">
                  <c:v>0.68472153198533681</c:v>
                </c:pt>
                <c:pt idx="1876">
                  <c:v>0.68492977569423652</c:v>
                </c:pt>
                <c:pt idx="1877">
                  <c:v>0.68504409891448825</c:v>
                </c:pt>
                <c:pt idx="1878">
                  <c:v>0.68514157676635723</c:v>
                </c:pt>
                <c:pt idx="1879">
                  <c:v>0.68520171460004775</c:v>
                </c:pt>
                <c:pt idx="1880">
                  <c:v>0.6853908102228532</c:v>
                </c:pt>
                <c:pt idx="1881">
                  <c:v>0.68556419466695251</c:v>
                </c:pt>
                <c:pt idx="1882">
                  <c:v>0.68579344461640501</c:v>
                </c:pt>
                <c:pt idx="1883">
                  <c:v>0.68549119710404238</c:v>
                </c:pt>
                <c:pt idx="1884">
                  <c:v>0.68550266742632215</c:v>
                </c:pt>
                <c:pt idx="1885">
                  <c:v>0.68555756159361503</c:v>
                </c:pt>
                <c:pt idx="1886">
                  <c:v>0.68566142843829936</c:v>
                </c:pt>
                <c:pt idx="1887">
                  <c:v>0.68586354915736158</c:v>
                </c:pt>
                <c:pt idx="1888">
                  <c:v>0.68607553451145786</c:v>
                </c:pt>
                <c:pt idx="1889">
                  <c:v>0.68627325828120744</c:v>
                </c:pt>
                <c:pt idx="1890">
                  <c:v>0.68628400645312515</c:v>
                </c:pt>
                <c:pt idx="1891">
                  <c:v>0.68628055820750455</c:v>
                </c:pt>
                <c:pt idx="1892">
                  <c:v>0.68656346194591478</c:v>
                </c:pt>
                <c:pt idx="1893">
                  <c:v>0.68680437758853774</c:v>
                </c:pt>
                <c:pt idx="1894">
                  <c:v>0.68672392063415544</c:v>
                </c:pt>
                <c:pt idx="1895">
                  <c:v>0.68638036978912753</c:v>
                </c:pt>
                <c:pt idx="1896">
                  <c:v>0.68641237415276501</c:v>
                </c:pt>
                <c:pt idx="1897">
                  <c:v>0.68665885878644883</c:v>
                </c:pt>
                <c:pt idx="1898">
                  <c:v>0.68665738147173205</c:v>
                </c:pt>
                <c:pt idx="1899">
                  <c:v>0.68671115138156502</c:v>
                </c:pt>
                <c:pt idx="1900">
                  <c:v>0.68687066688676124</c:v>
                </c:pt>
                <c:pt idx="1901">
                  <c:v>0.68711876816463879</c:v>
                </c:pt>
                <c:pt idx="1902">
                  <c:v>0.68697910489832603</c:v>
                </c:pt>
                <c:pt idx="1903">
                  <c:v>0.68728413687397549</c:v>
                </c:pt>
                <c:pt idx="1904">
                  <c:v>0.68730909178368838</c:v>
                </c:pt>
                <c:pt idx="1905">
                  <c:v>0.68682610764413166</c:v>
                </c:pt>
                <c:pt idx="1906">
                  <c:v>0.68756385841334067</c:v>
                </c:pt>
                <c:pt idx="1907">
                  <c:v>0.68754549699891487</c:v>
                </c:pt>
                <c:pt idx="1908">
                  <c:v>0.68755149259879711</c:v>
                </c:pt>
                <c:pt idx="1909">
                  <c:v>0.68752241469546038</c:v>
                </c:pt>
                <c:pt idx="1910">
                  <c:v>0.68772633467768907</c:v>
                </c:pt>
                <c:pt idx="1911">
                  <c:v>0.68784517120491762</c:v>
                </c:pt>
                <c:pt idx="1912">
                  <c:v>0.68789113266877211</c:v>
                </c:pt>
                <c:pt idx="1913">
                  <c:v>0.68794064860732318</c:v>
                </c:pt>
                <c:pt idx="1914">
                  <c:v>0.6880582384513616</c:v>
                </c:pt>
                <c:pt idx="1915">
                  <c:v>0.68833200270010031</c:v>
                </c:pt>
                <c:pt idx="1916">
                  <c:v>0.68833602230648816</c:v>
                </c:pt>
                <c:pt idx="1917">
                  <c:v>0.68823328943515205</c:v>
                </c:pt>
                <c:pt idx="1918">
                  <c:v>0.68836534740605526</c:v>
                </c:pt>
                <c:pt idx="1919">
                  <c:v>0.68824008681631299</c:v>
                </c:pt>
                <c:pt idx="1920">
                  <c:v>0.68824929787419753</c:v>
                </c:pt>
                <c:pt idx="1921">
                  <c:v>0.68818347041246952</c:v>
                </c:pt>
                <c:pt idx="1922">
                  <c:v>0.68829235743981931</c:v>
                </c:pt>
                <c:pt idx="1923">
                  <c:v>0.6885591988977664</c:v>
                </c:pt>
                <c:pt idx="1924">
                  <c:v>0.68855043273981931</c:v>
                </c:pt>
                <c:pt idx="1925">
                  <c:v>0.68858660643040348</c:v>
                </c:pt>
                <c:pt idx="1926">
                  <c:v>0.68855983620285954</c:v>
                </c:pt>
                <c:pt idx="1927">
                  <c:v>0.68865493040740999</c:v>
                </c:pt>
                <c:pt idx="1928">
                  <c:v>0.68866807762671733</c:v>
                </c:pt>
                <c:pt idx="1929">
                  <c:v>0.68861270078522507</c:v>
                </c:pt>
                <c:pt idx="1930">
                  <c:v>0.68839478429551104</c:v>
                </c:pt>
                <c:pt idx="1931">
                  <c:v>0.68840834525398675</c:v>
                </c:pt>
                <c:pt idx="1932">
                  <c:v>0.68850737004372242</c:v>
                </c:pt>
                <c:pt idx="1933">
                  <c:v>0.68858320275935925</c:v>
                </c:pt>
                <c:pt idx="1934">
                  <c:v>0.68855055808100607</c:v>
                </c:pt>
                <c:pt idx="1935">
                  <c:v>0.68853554431277353</c:v>
                </c:pt>
                <c:pt idx="1936">
                  <c:v>0.68861376436806099</c:v>
                </c:pt>
                <c:pt idx="1937">
                  <c:v>0.6885394766881221</c:v>
                </c:pt>
                <c:pt idx="1938">
                  <c:v>0.68857745403998405</c:v>
                </c:pt>
                <c:pt idx="1939">
                  <c:v>0.68856359425028957</c:v>
                </c:pt>
                <c:pt idx="1940">
                  <c:v>0.68859629706564429</c:v>
                </c:pt>
                <c:pt idx="1941">
                  <c:v>0.68861905426615233</c:v>
                </c:pt>
                <c:pt idx="1942">
                  <c:v>0.68861821963012071</c:v>
                </c:pt>
                <c:pt idx="1943">
                  <c:v>0.68861277163280799</c:v>
                </c:pt>
                <c:pt idx="1944">
                  <c:v>0.68863852351298105</c:v>
                </c:pt>
                <c:pt idx="1945">
                  <c:v>0.68807475098018878</c:v>
                </c:pt>
                <c:pt idx="1946">
                  <c:v>0.68849110596039997</c:v>
                </c:pt>
                <c:pt idx="1947">
                  <c:v>0.6880615018688413</c:v>
                </c:pt>
                <c:pt idx="1948">
                  <c:v>0.68806734793716362</c:v>
                </c:pt>
                <c:pt idx="1949">
                  <c:v>0.68779562395868177</c:v>
                </c:pt>
                <c:pt idx="1950">
                  <c:v>0.68789487628908008</c:v>
                </c:pt>
                <c:pt idx="1951">
                  <c:v>0.68867234376246489</c:v>
                </c:pt>
                <c:pt idx="1952">
                  <c:v>0.68849366381454824</c:v>
                </c:pt>
                <c:pt idx="1953">
                  <c:v>0.6886522800335394</c:v>
                </c:pt>
                <c:pt idx="1954">
                  <c:v>0.68883920316616432</c:v>
                </c:pt>
                <c:pt idx="1955">
                  <c:v>0.68870977051495774</c:v>
                </c:pt>
                <c:pt idx="1956">
                  <c:v>0.68914177029794277</c:v>
                </c:pt>
                <c:pt idx="1957">
                  <c:v>0.68909048387315452</c:v>
                </c:pt>
                <c:pt idx="1958">
                  <c:v>0.68895577939015518</c:v>
                </c:pt>
                <c:pt idx="1959">
                  <c:v>0.68884049564630412</c:v>
                </c:pt>
                <c:pt idx="1960">
                  <c:v>0.68902270480363714</c:v>
                </c:pt>
                <c:pt idx="1961">
                  <c:v>0.68919740695757936</c:v>
                </c:pt>
                <c:pt idx="1962">
                  <c:v>0.68921029010788026</c:v>
                </c:pt>
                <c:pt idx="1963">
                  <c:v>0.68893531013287657</c:v>
                </c:pt>
                <c:pt idx="1964">
                  <c:v>0.68917768552381953</c:v>
                </c:pt>
                <c:pt idx="1965">
                  <c:v>0.68907752124228894</c:v>
                </c:pt>
                <c:pt idx="1966">
                  <c:v>0.68930644394557383</c:v>
                </c:pt>
                <c:pt idx="1967">
                  <c:v>0.68940141125041665</c:v>
                </c:pt>
                <c:pt idx="1968">
                  <c:v>0.68952292051380926</c:v>
                </c:pt>
                <c:pt idx="1969">
                  <c:v>0.689679485445298</c:v>
                </c:pt>
                <c:pt idx="1970">
                  <c:v>0.68977237962757942</c:v>
                </c:pt>
                <c:pt idx="1971">
                  <c:v>0.68916353342184122</c:v>
                </c:pt>
                <c:pt idx="1972">
                  <c:v>0.69004366723741395</c:v>
                </c:pt>
                <c:pt idx="1973">
                  <c:v>0.68985796902799768</c:v>
                </c:pt>
                <c:pt idx="1974">
                  <c:v>0.68980548608228109</c:v>
                </c:pt>
                <c:pt idx="1975">
                  <c:v>0.68521821596656085</c:v>
                </c:pt>
                <c:pt idx="1976">
                  <c:v>0.6894552435319341</c:v>
                </c:pt>
                <c:pt idx="1977">
                  <c:v>0.68857517901372045</c:v>
                </c:pt>
                <c:pt idx="1978">
                  <c:v>0.68905179406492256</c:v>
                </c:pt>
                <c:pt idx="1979">
                  <c:v>0.68913424388631517</c:v>
                </c:pt>
                <c:pt idx="1980">
                  <c:v>0.68873095112093863</c:v>
                </c:pt>
                <c:pt idx="1981">
                  <c:v>0.68929889298892988</c:v>
                </c:pt>
                <c:pt idx="1982">
                  <c:v>0.68907414394868394</c:v>
                </c:pt>
                <c:pt idx="1983">
                  <c:v>0.68928768710507538</c:v>
                </c:pt>
                <c:pt idx="1984">
                  <c:v>0.68959476622164739</c:v>
                </c:pt>
                <c:pt idx="1985">
                  <c:v>0.68945772533886907</c:v>
                </c:pt>
                <c:pt idx="1986">
                  <c:v>0.68969794484005231</c:v>
                </c:pt>
                <c:pt idx="1987">
                  <c:v>0.68935562963723362</c:v>
                </c:pt>
                <c:pt idx="1988">
                  <c:v>0.68932260918415067</c:v>
                </c:pt>
                <c:pt idx="1989">
                  <c:v>0.69025253510796503</c:v>
                </c:pt>
                <c:pt idx="1990">
                  <c:v>0.6906751426879173</c:v>
                </c:pt>
                <c:pt idx="1991">
                  <c:v>0.69060146774868447</c:v>
                </c:pt>
                <c:pt idx="1992">
                  <c:v>0.69088887655436082</c:v>
                </c:pt>
                <c:pt idx="1993">
                  <c:v>0.69079974390987775</c:v>
                </c:pt>
                <c:pt idx="1994">
                  <c:v>0.69137978842291892</c:v>
                </c:pt>
                <c:pt idx="1995">
                  <c:v>0.69102889563532921</c:v>
                </c:pt>
                <c:pt idx="1996">
                  <c:v>0.69096473218857168</c:v>
                </c:pt>
                <c:pt idx="1997">
                  <c:v>0.69078388514523037</c:v>
                </c:pt>
                <c:pt idx="1998">
                  <c:v>0.69065882810874668</c:v>
                </c:pt>
                <c:pt idx="1999">
                  <c:v>0.69049545436233484</c:v>
                </c:pt>
                <c:pt idx="2000">
                  <c:v>0.69056976108092505</c:v>
                </c:pt>
                <c:pt idx="2001">
                  <c:v>0.69018207315804847</c:v>
                </c:pt>
                <c:pt idx="2002">
                  <c:v>0.69026202909049439</c:v>
                </c:pt>
                <c:pt idx="2003">
                  <c:v>0.68999463699135222</c:v>
                </c:pt>
                <c:pt idx="2004">
                  <c:v>0.68999194236023498</c:v>
                </c:pt>
                <c:pt idx="2005">
                  <c:v>0.68561945161295723</c:v>
                </c:pt>
                <c:pt idx="2006">
                  <c:v>0.68595002578407005</c:v>
                </c:pt>
                <c:pt idx="2007">
                  <c:v>0.68619235655782285</c:v>
                </c:pt>
                <c:pt idx="2008">
                  <c:v>0.68595925143677672</c:v>
                </c:pt>
                <c:pt idx="2009">
                  <c:v>0.68766982558995571</c:v>
                </c:pt>
                <c:pt idx="2010">
                  <c:v>0.68574736063782982</c:v>
                </c:pt>
                <c:pt idx="2011">
                  <c:v>0.6820676714363122</c:v>
                </c:pt>
                <c:pt idx="2012">
                  <c:v>0.68290871500474215</c:v>
                </c:pt>
                <c:pt idx="2013">
                  <c:v>0.6878197249048873</c:v>
                </c:pt>
                <c:pt idx="2014">
                  <c:v>0.68875047029806435</c:v>
                </c:pt>
                <c:pt idx="2015">
                  <c:v>0.68690026449766317</c:v>
                </c:pt>
                <c:pt idx="2016">
                  <c:v>0.68808825643717642</c:v>
                </c:pt>
                <c:pt idx="2017">
                  <c:v>0.68870607658732541</c:v>
                </c:pt>
                <c:pt idx="2018">
                  <c:v>0.68873668570320712</c:v>
                </c:pt>
                <c:pt idx="2019">
                  <c:v>0.68888176117019329</c:v>
                </c:pt>
                <c:pt idx="2020">
                  <c:v>0.68877698297884415</c:v>
                </c:pt>
                <c:pt idx="2021">
                  <c:v>0.68871922530182395</c:v>
                </c:pt>
                <c:pt idx="2022">
                  <c:v>0.68873750907861453</c:v>
                </c:pt>
                <c:pt idx="2023">
                  <c:v>0.68806206723950936</c:v>
                </c:pt>
                <c:pt idx="2024">
                  <c:v>0.68871917019336715</c:v>
                </c:pt>
                <c:pt idx="2025">
                  <c:v>0.68916919138894717</c:v>
                </c:pt>
                <c:pt idx="2026">
                  <c:v>0.68875004374788551</c:v>
                </c:pt>
                <c:pt idx="2027">
                  <c:v>0.68929228492580885</c:v>
                </c:pt>
                <c:pt idx="2028">
                  <c:v>0.68929754357567874</c:v>
                </c:pt>
                <c:pt idx="2029">
                  <c:v>0.68898197808054895</c:v>
                </c:pt>
                <c:pt idx="2030">
                  <c:v>0.68928750439200492</c:v>
                </c:pt>
                <c:pt idx="2031">
                  <c:v>0.68925907425907418</c:v>
                </c:pt>
                <c:pt idx="2032">
                  <c:v>0.68908255643379368</c:v>
                </c:pt>
                <c:pt idx="2033">
                  <c:v>0.68911570289215618</c:v>
                </c:pt>
                <c:pt idx="2034">
                  <c:v>0.68914447403462054</c:v>
                </c:pt>
                <c:pt idx="2035">
                  <c:v>0.68920845832979782</c:v>
                </c:pt>
                <c:pt idx="2036">
                  <c:v>0.68934811883821845</c:v>
                </c:pt>
                <c:pt idx="2037">
                  <c:v>0.68928949630193614</c:v>
                </c:pt>
                <c:pt idx="2038">
                  <c:v>0.6894025046388359</c:v>
                </c:pt>
                <c:pt idx="2039">
                  <c:v>0.6895209884423521</c:v>
                </c:pt>
                <c:pt idx="2040">
                  <c:v>0.68963437830690022</c:v>
                </c:pt>
                <c:pt idx="2041">
                  <c:v>0.68970643686141742</c:v>
                </c:pt>
                <c:pt idx="2042">
                  <c:v>0.68977398519385269</c:v>
                </c:pt>
                <c:pt idx="2043">
                  <c:v>0.68986477279902692</c:v>
                </c:pt>
                <c:pt idx="2044">
                  <c:v>0.68998436848513844</c:v>
                </c:pt>
                <c:pt idx="2045">
                  <c:v>0.6898413483974577</c:v>
                </c:pt>
                <c:pt idx="2046">
                  <c:v>0.69024967410347327</c:v>
                </c:pt>
                <c:pt idx="2047">
                  <c:v>0.68948781066738807</c:v>
                </c:pt>
                <c:pt idx="2048">
                  <c:v>0.68993157412692308</c:v>
                </c:pt>
                <c:pt idx="2049">
                  <c:v>0.68996197339798415</c:v>
                </c:pt>
                <c:pt idx="2050">
                  <c:v>0.69051782490974734</c:v>
                </c:pt>
                <c:pt idx="2051">
                  <c:v>0.69006478047355158</c:v>
                </c:pt>
                <c:pt idx="2052">
                  <c:v>0.69015578389128263</c:v>
                </c:pt>
                <c:pt idx="2053">
                  <c:v>0.6903149471713832</c:v>
                </c:pt>
                <c:pt idx="2054">
                  <c:v>0.69088113499217152</c:v>
                </c:pt>
                <c:pt idx="2055">
                  <c:v>0.69099925375727411</c:v>
                </c:pt>
                <c:pt idx="2056">
                  <c:v>0.69090039914447776</c:v>
                </c:pt>
                <c:pt idx="2057">
                  <c:v>0.69128000039727411</c:v>
                </c:pt>
                <c:pt idx="2058">
                  <c:v>0.69127382445089214</c:v>
                </c:pt>
                <c:pt idx="2059">
                  <c:v>0.69081996080923636</c:v>
                </c:pt>
                <c:pt idx="2060">
                  <c:v>0.69023993331877986</c:v>
                </c:pt>
                <c:pt idx="2061">
                  <c:v>0.69150185015558485</c:v>
                </c:pt>
                <c:pt idx="2062">
                  <c:v>0.69138849781374756</c:v>
                </c:pt>
                <c:pt idx="2063">
                  <c:v>0.69166334593832213</c:v>
                </c:pt>
                <c:pt idx="2064">
                  <c:v>0.69185278722176946</c:v>
                </c:pt>
                <c:pt idx="2065">
                  <c:v>0.69189033799345079</c:v>
                </c:pt>
                <c:pt idx="2066">
                  <c:v>0.69205558382175103</c:v>
                </c:pt>
                <c:pt idx="2067">
                  <c:v>0.69231963299904042</c:v>
                </c:pt>
                <c:pt idx="2068">
                  <c:v>0.69240027737419108</c:v>
                </c:pt>
                <c:pt idx="2069">
                  <c:v>0.69227264849340164</c:v>
                </c:pt>
                <c:pt idx="2070">
                  <c:v>0.6926953720633956</c:v>
                </c:pt>
                <c:pt idx="2071">
                  <c:v>0.6928842473437602</c:v>
                </c:pt>
                <c:pt idx="2072">
                  <c:v>0.69309158328467324</c:v>
                </c:pt>
                <c:pt idx="2073">
                  <c:v>0.69337616527677248</c:v>
                </c:pt>
                <c:pt idx="2074">
                  <c:v>0.69357766402057519</c:v>
                </c:pt>
                <c:pt idx="2075">
                  <c:v>0.69398088400357993</c:v>
                </c:pt>
                <c:pt idx="2076">
                  <c:v>0.69414690666003009</c:v>
                </c:pt>
                <c:pt idx="2077">
                  <c:v>0.69449612492522561</c:v>
                </c:pt>
                <c:pt idx="2078">
                  <c:v>0.69474226753195001</c:v>
                </c:pt>
                <c:pt idx="2079">
                  <c:v>0.69453706585258623</c:v>
                </c:pt>
                <c:pt idx="2080">
                  <c:v>0.69494015788971408</c:v>
                </c:pt>
                <c:pt idx="2081">
                  <c:v>0.69487039891049229</c:v>
                </c:pt>
                <c:pt idx="2082">
                  <c:v>0.69472228624106935</c:v>
                </c:pt>
                <c:pt idx="2083">
                  <c:v>0.69456868063631594</c:v>
                </c:pt>
                <c:pt idx="2084">
                  <c:v>0.69472386992885193</c:v>
                </c:pt>
                <c:pt idx="2085">
                  <c:v>0.69462766944913135</c:v>
                </c:pt>
                <c:pt idx="2086">
                  <c:v>0.69450498553857132</c:v>
                </c:pt>
                <c:pt idx="2087">
                  <c:v>0.68985839955202832</c:v>
                </c:pt>
                <c:pt idx="2088">
                  <c:v>0.68987189975391872</c:v>
                </c:pt>
                <c:pt idx="2089">
                  <c:v>0.6932586040464136</c:v>
                </c:pt>
                <c:pt idx="2090">
                  <c:v>0.69403764316486272</c:v>
                </c:pt>
                <c:pt idx="2091">
                  <c:v>0.69315376939841922</c:v>
                </c:pt>
                <c:pt idx="2092">
                  <c:v>0.69281556201639438</c:v>
                </c:pt>
                <c:pt idx="2093">
                  <c:v>0.69361736344958413</c:v>
                </c:pt>
                <c:pt idx="2094">
                  <c:v>0.69345767721216911</c:v>
                </c:pt>
                <c:pt idx="2095">
                  <c:v>0.69351780782376526</c:v>
                </c:pt>
                <c:pt idx="2096">
                  <c:v>0.69408085595995572</c:v>
                </c:pt>
                <c:pt idx="2097">
                  <c:v>0.6940491209673455</c:v>
                </c:pt>
                <c:pt idx="2098">
                  <c:v>0.69390151819160095</c:v>
                </c:pt>
                <c:pt idx="2099">
                  <c:v>0.68962789996987039</c:v>
                </c:pt>
                <c:pt idx="2100">
                  <c:v>0.69350114843549193</c:v>
                </c:pt>
                <c:pt idx="2101">
                  <c:v>0.68920613200907421</c:v>
                </c:pt>
                <c:pt idx="2102">
                  <c:v>0.69324977659647591</c:v>
                </c:pt>
                <c:pt idx="2103">
                  <c:v>0.69314728956295091</c:v>
                </c:pt>
                <c:pt idx="2104">
                  <c:v>0.69313372155826813</c:v>
                </c:pt>
                <c:pt idx="2105">
                  <c:v>0.69303282242770448</c:v>
                </c:pt>
                <c:pt idx="2106">
                  <c:v>0.69311998795965168</c:v>
                </c:pt>
                <c:pt idx="2107">
                  <c:v>0.69303460536408501</c:v>
                </c:pt>
                <c:pt idx="2108">
                  <c:v>0.69312461773450251</c:v>
                </c:pt>
                <c:pt idx="2109">
                  <c:v>0.69319476663871138</c:v>
                </c:pt>
                <c:pt idx="2110">
                  <c:v>0.69351299867178784</c:v>
                </c:pt>
                <c:pt idx="2111">
                  <c:v>0.69343307879390159</c:v>
                </c:pt>
                <c:pt idx="2112">
                  <c:v>0.69375457253344486</c:v>
                </c:pt>
                <c:pt idx="2113">
                  <c:v>0.69376462208048539</c:v>
                </c:pt>
                <c:pt idx="2114">
                  <c:v>0.69372745569554084</c:v>
                </c:pt>
                <c:pt idx="2115">
                  <c:v>0.69370159215286753</c:v>
                </c:pt>
                <c:pt idx="2116">
                  <c:v>0.69385164591327941</c:v>
                </c:pt>
                <c:pt idx="2117">
                  <c:v>0.69397318006413045</c:v>
                </c:pt>
                <c:pt idx="2118">
                  <c:v>0.69380907071594</c:v>
                </c:pt>
                <c:pt idx="2119">
                  <c:v>0.6939201132294528</c:v>
                </c:pt>
                <c:pt idx="2120">
                  <c:v>0.69437309307116601</c:v>
                </c:pt>
                <c:pt idx="2121">
                  <c:v>0.69413582158140197</c:v>
                </c:pt>
                <c:pt idx="2122">
                  <c:v>0.6940836799767981</c:v>
                </c:pt>
                <c:pt idx="2123">
                  <c:v>0.69423868916366382</c:v>
                </c:pt>
                <c:pt idx="2124">
                  <c:v>0.69437649227842602</c:v>
                </c:pt>
                <c:pt idx="2125">
                  <c:v>0.69423997160446194</c:v>
                </c:pt>
                <c:pt idx="2126">
                  <c:v>0.69428690066192822</c:v>
                </c:pt>
                <c:pt idx="2127">
                  <c:v>0.69444955465217939</c:v>
                </c:pt>
                <c:pt idx="2128">
                  <c:v>0.69454815933645619</c:v>
                </c:pt>
                <c:pt idx="2129">
                  <c:v>0.69471508661724846</c:v>
                </c:pt>
                <c:pt idx="2130">
                  <c:v>0.69466750395325083</c:v>
                </c:pt>
                <c:pt idx="2131">
                  <c:v>0.6946847819723001</c:v>
                </c:pt>
                <c:pt idx="2132">
                  <c:v>0.69491652171085772</c:v>
                </c:pt>
                <c:pt idx="2133">
                  <c:v>0.69495114297646765</c:v>
                </c:pt>
                <c:pt idx="2134">
                  <c:v>0.69490126501658855</c:v>
                </c:pt>
                <c:pt idx="2135">
                  <c:v>0.69495353587219144</c:v>
                </c:pt>
                <c:pt idx="2136">
                  <c:v>0.69508903339808092</c:v>
                </c:pt>
                <c:pt idx="2137">
                  <c:v>0.69524582842759131</c:v>
                </c:pt>
                <c:pt idx="2138">
                  <c:v>0.6954605874992088</c:v>
                </c:pt>
                <c:pt idx="2139">
                  <c:v>0.69543959665087762</c:v>
                </c:pt>
                <c:pt idx="2140">
                  <c:v>0.69530651340996152</c:v>
                </c:pt>
                <c:pt idx="2141">
                  <c:v>0.69538447564425299</c:v>
                </c:pt>
                <c:pt idx="2142">
                  <c:v>0.69567861591156777</c:v>
                </c:pt>
                <c:pt idx="2143">
                  <c:v>0.69546340340398771</c:v>
                </c:pt>
                <c:pt idx="2144">
                  <c:v>0.69535342860106852</c:v>
                </c:pt>
                <c:pt idx="2145">
                  <c:v>0.69548536137063066</c:v>
                </c:pt>
                <c:pt idx="2146">
                  <c:v>0.69549607085429743</c:v>
                </c:pt>
                <c:pt idx="2147">
                  <c:v>0.69592640068971001</c:v>
                </c:pt>
                <c:pt idx="2148">
                  <c:v>0.69556893133430953</c:v>
                </c:pt>
                <c:pt idx="2149">
                  <c:v>0.6955144759872347</c:v>
                </c:pt>
                <c:pt idx="2150">
                  <c:v>0.69542967117349175</c:v>
                </c:pt>
                <c:pt idx="2151">
                  <c:v>0.69549906335053369</c:v>
                </c:pt>
                <c:pt idx="2152">
                  <c:v>0.69548702970329102</c:v>
                </c:pt>
                <c:pt idx="2153">
                  <c:v>0.69561649688765448</c:v>
                </c:pt>
                <c:pt idx="2154">
                  <c:v>0.69538720881887117</c:v>
                </c:pt>
                <c:pt idx="2155">
                  <c:v>0.69562432883518133</c:v>
                </c:pt>
                <c:pt idx="2156">
                  <c:v>0.69558712690972724</c:v>
                </c:pt>
                <c:pt idx="2157">
                  <c:v>0.69571796965312072</c:v>
                </c:pt>
                <c:pt idx="2158">
                  <c:v>0.69573229576009943</c:v>
                </c:pt>
                <c:pt idx="2159">
                  <c:v>0.69561331777588864</c:v>
                </c:pt>
                <c:pt idx="2160">
                  <c:v>0.69557342243794629</c:v>
                </c:pt>
                <c:pt idx="2161">
                  <c:v>0.69532710884035176</c:v>
                </c:pt>
                <c:pt idx="2162">
                  <c:v>0.69462110665732113</c:v>
                </c:pt>
                <c:pt idx="2163">
                  <c:v>0.69543938965809549</c:v>
                </c:pt>
                <c:pt idx="2164">
                  <c:v>0.69545081193429648</c:v>
                </c:pt>
                <c:pt idx="2165">
                  <c:v>0.69543968158150438</c:v>
                </c:pt>
                <c:pt idx="2166">
                  <c:v>0.69547229483331741</c:v>
                </c:pt>
                <c:pt idx="2167">
                  <c:v>0.69537023292436573</c:v>
                </c:pt>
                <c:pt idx="2168">
                  <c:v>0.69542581484880395</c:v>
                </c:pt>
                <c:pt idx="2169">
                  <c:v>0.69533808064409497</c:v>
                </c:pt>
                <c:pt idx="2170">
                  <c:v>0.69536496450401553</c:v>
                </c:pt>
                <c:pt idx="2171">
                  <c:v>0.69519562831667303</c:v>
                </c:pt>
                <c:pt idx="2172">
                  <c:v>0.69537264708820612</c:v>
                </c:pt>
                <c:pt idx="2173">
                  <c:v>0.69521750834586615</c:v>
                </c:pt>
                <c:pt idx="2174">
                  <c:v>0.69486444758887222</c:v>
                </c:pt>
                <c:pt idx="2175">
                  <c:v>0.69500556153830051</c:v>
                </c:pt>
                <c:pt idx="2176">
                  <c:v>0.69466781597157901</c:v>
                </c:pt>
                <c:pt idx="2177">
                  <c:v>0.69472270142019787</c:v>
                </c:pt>
                <c:pt idx="2178">
                  <c:v>0.69459385511724836</c:v>
                </c:pt>
                <c:pt idx="2179">
                  <c:v>0.69491697173629119</c:v>
                </c:pt>
                <c:pt idx="2180">
                  <c:v>0.69411760920176402</c:v>
                </c:pt>
                <c:pt idx="2181">
                  <c:v>0.69431097350999782</c:v>
                </c:pt>
                <c:pt idx="2182">
                  <c:v>0.69436565364206471</c:v>
                </c:pt>
                <c:pt idx="2183">
                  <c:v>0.69441823608738062</c:v>
                </c:pt>
                <c:pt idx="2184">
                  <c:v>0.69442117903895029</c:v>
                </c:pt>
                <c:pt idx="2185">
                  <c:v>0.69440591473460045</c:v>
                </c:pt>
                <c:pt idx="2186">
                  <c:v>0.69453475894595484</c:v>
                </c:pt>
                <c:pt idx="2187">
                  <c:v>0.69459354873930834</c:v>
                </c:pt>
                <c:pt idx="2188">
                  <c:v>0.69435392473825974</c:v>
                </c:pt>
                <c:pt idx="2189">
                  <c:v>0.69411111503368239</c:v>
                </c:pt>
                <c:pt idx="2190">
                  <c:v>0.69423583435386871</c:v>
                </c:pt>
                <c:pt idx="2191">
                  <c:v>0.69326620071753586</c:v>
                </c:pt>
                <c:pt idx="2192">
                  <c:v>0.69359655848301216</c:v>
                </c:pt>
                <c:pt idx="2193">
                  <c:v>0.69431548292014866</c:v>
                </c:pt>
                <c:pt idx="2194">
                  <c:v>0.69455707246971865</c:v>
                </c:pt>
                <c:pt idx="2195">
                  <c:v>0.69488145748546559</c:v>
                </c:pt>
                <c:pt idx="2196">
                  <c:v>0.69490577078774174</c:v>
                </c:pt>
                <c:pt idx="2197">
                  <c:v>0.69489759609682278</c:v>
                </c:pt>
                <c:pt idx="2198">
                  <c:v>0.69491052843268131</c:v>
                </c:pt>
                <c:pt idx="2199">
                  <c:v>0.69505439049007511</c:v>
                </c:pt>
                <c:pt idx="2200">
                  <c:v>0.69537115330412291</c:v>
                </c:pt>
                <c:pt idx="2201">
                  <c:v>0.69515392537330167</c:v>
                </c:pt>
                <c:pt idx="2202">
                  <c:v>0.69544678146696148</c:v>
                </c:pt>
                <c:pt idx="2203">
                  <c:v>0.69546394789591992</c:v>
                </c:pt>
                <c:pt idx="2204">
                  <c:v>0.69553766694524233</c:v>
                </c:pt>
                <c:pt idx="2205">
                  <c:v>0.69568523003196425</c:v>
                </c:pt>
                <c:pt idx="2206">
                  <c:v>0.6956893036198335</c:v>
                </c:pt>
                <c:pt idx="2207">
                  <c:v>0.69585120046319926</c:v>
                </c:pt>
                <c:pt idx="2208">
                  <c:v>0.69623427351301581</c:v>
                </c:pt>
                <c:pt idx="2209">
                  <c:v>0.69549824986128417</c:v>
                </c:pt>
                <c:pt idx="2210">
                  <c:v>0.69594987879059245</c:v>
                </c:pt>
                <c:pt idx="2211">
                  <c:v>0.69595534506522039</c:v>
                </c:pt>
                <c:pt idx="2212">
                  <c:v>0.6961840773830934</c:v>
                </c:pt>
                <c:pt idx="2213">
                  <c:v>0.69630447935607354</c:v>
                </c:pt>
                <c:pt idx="2214">
                  <c:v>0.69651340867679434</c:v>
                </c:pt>
                <c:pt idx="2215">
                  <c:v>0.69649359858938975</c:v>
                </c:pt>
                <c:pt idx="2216">
                  <c:v>0.69683400172670518</c:v>
                </c:pt>
                <c:pt idx="2217">
                  <c:v>0.6969482298392824</c:v>
                </c:pt>
                <c:pt idx="2218">
                  <c:v>0.69699203727639747</c:v>
                </c:pt>
                <c:pt idx="2219">
                  <c:v>0.69727985555513028</c:v>
                </c:pt>
                <c:pt idx="2220">
                  <c:v>0.69715081955190494</c:v>
                </c:pt>
                <c:pt idx="2221">
                  <c:v>0.69739936896452814</c:v>
                </c:pt>
                <c:pt idx="2222">
                  <c:v>0.69521268121714197</c:v>
                </c:pt>
                <c:pt idx="2223">
                  <c:v>0.69714413137314246</c:v>
                </c:pt>
                <c:pt idx="2224">
                  <c:v>0.69197777328302745</c:v>
                </c:pt>
                <c:pt idx="2225">
                  <c:v>0.69679030116203899</c:v>
                </c:pt>
                <c:pt idx="2226">
                  <c:v>0.696846293016678</c:v>
                </c:pt>
                <c:pt idx="2227">
                  <c:v>0.69635733229751373</c:v>
                </c:pt>
                <c:pt idx="2228">
                  <c:v>0.69717840303117595</c:v>
                </c:pt>
                <c:pt idx="2229">
                  <c:v>0.69700373578397368</c:v>
                </c:pt>
                <c:pt idx="2230">
                  <c:v>0.69694394852161956</c:v>
                </c:pt>
                <c:pt idx="2231">
                  <c:v>0.69699109414758265</c:v>
                </c:pt>
                <c:pt idx="2232">
                  <c:v>0.69721251141174856</c:v>
                </c:pt>
                <c:pt idx="2233">
                  <c:v>0.69702911722749405</c:v>
                </c:pt>
                <c:pt idx="2234">
                  <c:v>0.69705462933669937</c:v>
                </c:pt>
                <c:pt idx="2235">
                  <c:v>0.69686788272559519</c:v>
                </c:pt>
                <c:pt idx="2236">
                  <c:v>0.69688792691085866</c:v>
                </c:pt>
                <c:pt idx="2237">
                  <c:v>0.69671131796845343</c:v>
                </c:pt>
                <c:pt idx="2238">
                  <c:v>0.69693168139794148</c:v>
                </c:pt>
                <c:pt idx="2239">
                  <c:v>0.69702367344865246</c:v>
                </c:pt>
                <c:pt idx="2240">
                  <c:v>0.69683160860094084</c:v>
                </c:pt>
                <c:pt idx="2241">
                  <c:v>0.69666980710905069</c:v>
                </c:pt>
                <c:pt idx="2242">
                  <c:v>0.69652705368521461</c:v>
                </c:pt>
                <c:pt idx="2243">
                  <c:v>0.69664284387310682</c:v>
                </c:pt>
                <c:pt idx="2244">
                  <c:v>0.69695758319889212</c:v>
                </c:pt>
                <c:pt idx="2245">
                  <c:v>0.69644232933738737</c:v>
                </c:pt>
                <c:pt idx="2246">
                  <c:v>0.69665925900094783</c:v>
                </c:pt>
                <c:pt idx="2247">
                  <c:v>0.69552063771285499</c:v>
                </c:pt>
                <c:pt idx="2248">
                  <c:v>0.69658953172408877</c:v>
                </c:pt>
                <c:pt idx="2249">
                  <c:v>0.69181258108923738</c:v>
                </c:pt>
                <c:pt idx="2250">
                  <c:v>0.69360989778497151</c:v>
                </c:pt>
                <c:pt idx="2251">
                  <c:v>0.69593342142035564</c:v>
                </c:pt>
                <c:pt idx="2252">
                  <c:v>0.69601828575773272</c:v>
                </c:pt>
                <c:pt idx="2253">
                  <c:v>0.69608013992484108</c:v>
                </c:pt>
                <c:pt idx="2254">
                  <c:v>0.69617622741801111</c:v>
                </c:pt>
                <c:pt idx="2255">
                  <c:v>0.69622640314403061</c:v>
                </c:pt>
                <c:pt idx="2256">
                  <c:v>0.69631222020300521</c:v>
                </c:pt>
                <c:pt idx="2257">
                  <c:v>0.69648082934356825</c:v>
                </c:pt>
                <c:pt idx="2258">
                  <c:v>0.69643614428852629</c:v>
                </c:pt>
                <c:pt idx="2259">
                  <c:v>0.6965116591807643</c:v>
                </c:pt>
                <c:pt idx="2260">
                  <c:v>0.69675808028243413</c:v>
                </c:pt>
                <c:pt idx="2261">
                  <c:v>0.69687375459416379</c:v>
                </c:pt>
                <c:pt idx="2262">
                  <c:v>0.69674891614727119</c:v>
                </c:pt>
                <c:pt idx="2263">
                  <c:v>0.69696279891050894</c:v>
                </c:pt>
                <c:pt idx="2264">
                  <c:v>0.69703715523928833</c:v>
                </c:pt>
                <c:pt idx="2265">
                  <c:v>0.69643621364083574</c:v>
                </c:pt>
                <c:pt idx="2266">
                  <c:v>0.697031499996838</c:v>
                </c:pt>
                <c:pt idx="2267">
                  <c:v>0.69728857082320039</c:v>
                </c:pt>
                <c:pt idx="2268">
                  <c:v>0.69750209476230374</c:v>
                </c:pt>
                <c:pt idx="2269">
                  <c:v>0.69736310046565109</c:v>
                </c:pt>
                <c:pt idx="2270">
                  <c:v>0.69775733089233294</c:v>
                </c:pt>
                <c:pt idx="2271">
                  <c:v>0.69817281204983694</c:v>
                </c:pt>
                <c:pt idx="2272">
                  <c:v>0.69814626177508521</c:v>
                </c:pt>
                <c:pt idx="2273">
                  <c:v>0.6984603883568643</c:v>
                </c:pt>
                <c:pt idx="2274">
                  <c:v>0.6982709038163657</c:v>
                </c:pt>
                <c:pt idx="2275">
                  <c:v>0.69798611176780234</c:v>
                </c:pt>
                <c:pt idx="2276">
                  <c:v>0.69819615477911889</c:v>
                </c:pt>
                <c:pt idx="2277">
                  <c:v>0.69677094241868287</c:v>
                </c:pt>
                <c:pt idx="2278">
                  <c:v>0.69829643054132851</c:v>
                </c:pt>
                <c:pt idx="2279">
                  <c:v>0.69819122829938307</c:v>
                </c:pt>
                <c:pt idx="2280">
                  <c:v>0.69805155455379675</c:v>
                </c:pt>
                <c:pt idx="2281">
                  <c:v>0.69834189399273239</c:v>
                </c:pt>
                <c:pt idx="2282">
                  <c:v>0.69847616138170598</c:v>
                </c:pt>
                <c:pt idx="2283">
                  <c:v>0.69877719613937517</c:v>
                </c:pt>
                <c:pt idx="2284">
                  <c:v>0.69817250116784391</c:v>
                </c:pt>
                <c:pt idx="2285">
                  <c:v>0.69865464783058218</c:v>
                </c:pt>
                <c:pt idx="2286">
                  <c:v>0.69868847919596988</c:v>
                </c:pt>
                <c:pt idx="2287">
                  <c:v>0.69884661179435004</c:v>
                </c:pt>
                <c:pt idx="2288">
                  <c:v>0.6987842117345896</c:v>
                </c:pt>
                <c:pt idx="2289">
                  <c:v>0.69891182035920607</c:v>
                </c:pt>
                <c:pt idx="2290">
                  <c:v>0.69892643822697276</c:v>
                </c:pt>
                <c:pt idx="2291">
                  <c:v>0.69896655445861977</c:v>
                </c:pt>
                <c:pt idx="2292">
                  <c:v>0.69906845131012296</c:v>
                </c:pt>
                <c:pt idx="2293">
                  <c:v>0.6991969284713363</c:v>
                </c:pt>
                <c:pt idx="2294">
                  <c:v>0.69921971936283356</c:v>
                </c:pt>
                <c:pt idx="2295">
                  <c:v>0.69932792110924424</c:v>
                </c:pt>
                <c:pt idx="2296">
                  <c:v>0.69944343703145484</c:v>
                </c:pt>
                <c:pt idx="2297">
                  <c:v>0.69955596852697377</c:v>
                </c:pt>
                <c:pt idx="2298">
                  <c:v>0.69947974293180148</c:v>
                </c:pt>
                <c:pt idx="2299">
                  <c:v>0.69970479172287436</c:v>
                </c:pt>
                <c:pt idx="2300">
                  <c:v>0.69976353406802938</c:v>
                </c:pt>
                <c:pt idx="2301">
                  <c:v>0.69982378081092189</c:v>
                </c:pt>
                <c:pt idx="2302">
                  <c:v>0.70003199207098465</c:v>
                </c:pt>
                <c:pt idx="2303">
                  <c:v>0.69998636878545883</c:v>
                </c:pt>
                <c:pt idx="2304">
                  <c:v>0.70011815440932201</c:v>
                </c:pt>
                <c:pt idx="2305">
                  <c:v>0.69992523757055014</c:v>
                </c:pt>
                <c:pt idx="2306">
                  <c:v>0.70026956203214075</c:v>
                </c:pt>
                <c:pt idx="2307">
                  <c:v>0.70020001064219384</c:v>
                </c:pt>
                <c:pt idx="2308">
                  <c:v>0.69994310514263691</c:v>
                </c:pt>
                <c:pt idx="2309">
                  <c:v>0.70077136995240963</c:v>
                </c:pt>
                <c:pt idx="2310">
                  <c:v>0.70031902947381275</c:v>
                </c:pt>
                <c:pt idx="2311">
                  <c:v>0.70081013989625962</c:v>
                </c:pt>
                <c:pt idx="2312">
                  <c:v>0.70073225535587791</c:v>
                </c:pt>
                <c:pt idx="2313">
                  <c:v>0.70102597863600047</c:v>
                </c:pt>
                <c:pt idx="2314">
                  <c:v>0.70112581238753213</c:v>
                </c:pt>
                <c:pt idx="2315">
                  <c:v>0.7010571465640002</c:v>
                </c:pt>
                <c:pt idx="2316">
                  <c:v>0.70108352553645004</c:v>
                </c:pt>
                <c:pt idx="2317">
                  <c:v>0.70114166807266187</c:v>
                </c:pt>
                <c:pt idx="2318">
                  <c:v>0.70112695366482458</c:v>
                </c:pt>
                <c:pt idx="2319">
                  <c:v>0.7008854005688292</c:v>
                </c:pt>
                <c:pt idx="2320">
                  <c:v>0.70079568476024878</c:v>
                </c:pt>
                <c:pt idx="2321">
                  <c:v>0.69684023280852592</c:v>
                </c:pt>
                <c:pt idx="2322">
                  <c:v>0.70051075805606167</c:v>
                </c:pt>
                <c:pt idx="2323">
                  <c:v>0.69427638948258485</c:v>
                </c:pt>
                <c:pt idx="2324">
                  <c:v>0.69887981832531121</c:v>
                </c:pt>
                <c:pt idx="2325">
                  <c:v>0.69990952484946811</c:v>
                </c:pt>
                <c:pt idx="2326">
                  <c:v>0.69984451538549097</c:v>
                </c:pt>
                <c:pt idx="2327">
                  <c:v>0.69955528121098176</c:v>
                </c:pt>
                <c:pt idx="2328">
                  <c:v>0.69983276419127549</c:v>
                </c:pt>
                <c:pt idx="2329">
                  <c:v>0.69962805468079237</c:v>
                </c:pt>
                <c:pt idx="2330">
                  <c:v>0.69964115373048974</c:v>
                </c:pt>
                <c:pt idx="2331">
                  <c:v>0.69928499868342531</c:v>
                </c:pt>
                <c:pt idx="2332">
                  <c:v>0.69945117753877095</c:v>
                </c:pt>
                <c:pt idx="2333">
                  <c:v>0.69952592311011874</c:v>
                </c:pt>
                <c:pt idx="2334">
                  <c:v>0.69934444145197416</c:v>
                </c:pt>
                <c:pt idx="2335">
                  <c:v>0.69913073859923036</c:v>
                </c:pt>
                <c:pt idx="2336">
                  <c:v>0.69973495065404823</c:v>
                </c:pt>
                <c:pt idx="2337">
                  <c:v>0.6996796195969911</c:v>
                </c:pt>
                <c:pt idx="2338">
                  <c:v>0.69985882968877089</c:v>
                </c:pt>
                <c:pt idx="2339">
                  <c:v>0.6999070322775226</c:v>
                </c:pt>
                <c:pt idx="2340">
                  <c:v>0.7001456487437796</c:v>
                </c:pt>
                <c:pt idx="2341">
                  <c:v>0.69954069955469311</c:v>
                </c:pt>
                <c:pt idx="2342">
                  <c:v>0.7001024066335878</c:v>
                </c:pt>
                <c:pt idx="2343">
                  <c:v>0.70002936684157291</c:v>
                </c:pt>
                <c:pt idx="2344">
                  <c:v>0.69969970904935885</c:v>
                </c:pt>
                <c:pt idx="2345">
                  <c:v>0.70002128423149168</c:v>
                </c:pt>
                <c:pt idx="2346">
                  <c:v>0.69983683233861727</c:v>
                </c:pt>
                <c:pt idx="2347">
                  <c:v>0.70030117205347131</c:v>
                </c:pt>
                <c:pt idx="2348">
                  <c:v>0.70006684284159792</c:v>
                </c:pt>
                <c:pt idx="2349">
                  <c:v>0.70027186155256249</c:v>
                </c:pt>
                <c:pt idx="2350">
                  <c:v>0.70045517391371881</c:v>
                </c:pt>
                <c:pt idx="2351">
                  <c:v>0.70035777619732364</c:v>
                </c:pt>
                <c:pt idx="2352">
                  <c:v>0.70035259211876655</c:v>
                </c:pt>
                <c:pt idx="2353">
                  <c:v>0.70043200131633898</c:v>
                </c:pt>
                <c:pt idx="2354">
                  <c:v>0.70055870256847985</c:v>
                </c:pt>
                <c:pt idx="2355">
                  <c:v>0.70061197763116245</c:v>
                </c:pt>
                <c:pt idx="2356">
                  <c:v>0.70057847765282966</c:v>
                </c:pt>
                <c:pt idx="2357">
                  <c:v>0.70078311487080702</c:v>
                </c:pt>
                <c:pt idx="2358">
                  <c:v>0.70088405826317679</c:v>
                </c:pt>
                <c:pt idx="2359">
                  <c:v>0.70079921861070849</c:v>
                </c:pt>
                <c:pt idx="2360">
                  <c:v>0.70098022499914758</c:v>
                </c:pt>
                <c:pt idx="2361">
                  <c:v>0.70100654759598624</c:v>
                </c:pt>
                <c:pt idx="2362">
                  <c:v>0.70087895677713785</c:v>
                </c:pt>
                <c:pt idx="2363">
                  <c:v>0.70123306147035191</c:v>
                </c:pt>
                <c:pt idx="2364">
                  <c:v>0.70135335506378294</c:v>
                </c:pt>
                <c:pt idx="2365">
                  <c:v>0.70127134698447491</c:v>
                </c:pt>
                <c:pt idx="2366">
                  <c:v>0.70130239576504927</c:v>
                </c:pt>
                <c:pt idx="2367">
                  <c:v>0.69602651258698667</c:v>
                </c:pt>
                <c:pt idx="2368">
                  <c:v>0.69958910057995694</c:v>
                </c:pt>
                <c:pt idx="2369">
                  <c:v>0.70102027258766708</c:v>
                </c:pt>
                <c:pt idx="2370">
                  <c:v>0.69624216957740814</c:v>
                </c:pt>
                <c:pt idx="2371">
                  <c:v>0.69878725451285562</c:v>
                </c:pt>
                <c:pt idx="2372">
                  <c:v>0.700491589844492</c:v>
                </c:pt>
                <c:pt idx="2373">
                  <c:v>0.70084577859656649</c:v>
                </c:pt>
                <c:pt idx="2374">
                  <c:v>0.6995297916943245</c:v>
                </c:pt>
                <c:pt idx="2375">
                  <c:v>0.70088777214259912</c:v>
                </c:pt>
                <c:pt idx="2376">
                  <c:v>0.70098360048408204</c:v>
                </c:pt>
                <c:pt idx="2377">
                  <c:v>0.7012459660056396</c:v>
                </c:pt>
                <c:pt idx="2378">
                  <c:v>0.7009967546446545</c:v>
                </c:pt>
                <c:pt idx="2379">
                  <c:v>0.70105704982794004</c:v>
                </c:pt>
                <c:pt idx="2380">
                  <c:v>0.70118064391748613</c:v>
                </c:pt>
                <c:pt idx="2381">
                  <c:v>0.70114362907926753</c:v>
                </c:pt>
                <c:pt idx="2382">
                  <c:v>0.70106855398279211</c:v>
                </c:pt>
                <c:pt idx="2383">
                  <c:v>0.70124522268935408</c:v>
                </c:pt>
                <c:pt idx="2384">
                  <c:v>0.70123742612898943</c:v>
                </c:pt>
                <c:pt idx="2385">
                  <c:v>0.70128941483959739</c:v>
                </c:pt>
                <c:pt idx="2386">
                  <c:v>0.701339701860483</c:v>
                </c:pt>
                <c:pt idx="2387">
                  <c:v>0.70133833256824907</c:v>
                </c:pt>
                <c:pt idx="2388">
                  <c:v>0.70146497580448919</c:v>
                </c:pt>
                <c:pt idx="2389">
                  <c:v>0.70162741961064501</c:v>
                </c:pt>
                <c:pt idx="2390">
                  <c:v>0.70160464690224489</c:v>
                </c:pt>
                <c:pt idx="2391">
                  <c:v>0.70171207842473382</c:v>
                </c:pt>
                <c:pt idx="2392">
                  <c:v>0.70169730475146819</c:v>
                </c:pt>
                <c:pt idx="2393">
                  <c:v>0.70181526756776291</c:v>
                </c:pt>
                <c:pt idx="2394">
                  <c:v>0.70236591433965334</c:v>
                </c:pt>
                <c:pt idx="2395">
                  <c:v>0.70190497286521203</c:v>
                </c:pt>
                <c:pt idx="2396">
                  <c:v>0.70226294428729552</c:v>
                </c:pt>
                <c:pt idx="2397">
                  <c:v>0.70217532602232013</c:v>
                </c:pt>
                <c:pt idx="2398">
                  <c:v>0.70234469830831392</c:v>
                </c:pt>
                <c:pt idx="2399">
                  <c:v>0.70242603495775391</c:v>
                </c:pt>
                <c:pt idx="2400">
                  <c:v>0.70238703902448762</c:v>
                </c:pt>
                <c:pt idx="2401">
                  <c:v>0.70231694022631996</c:v>
                </c:pt>
                <c:pt idx="2402">
                  <c:v>0.70263695048172836</c:v>
                </c:pt>
                <c:pt idx="2403">
                  <c:v>0.7025263684815839</c:v>
                </c:pt>
                <c:pt idx="2404">
                  <c:v>0.70275878793832236</c:v>
                </c:pt>
                <c:pt idx="2405">
                  <c:v>0.70264608565938824</c:v>
                </c:pt>
                <c:pt idx="2406">
                  <c:v>0.70257646827686981</c:v>
                </c:pt>
              </c:numCache>
            </c:numRef>
          </c:yVal>
          <c:smooth val="0"/>
          <c:extLst>
            <c:ext xmlns:c16="http://schemas.microsoft.com/office/drawing/2014/chart" uri="{C3380CC4-5D6E-409C-BE32-E72D297353CC}">
              <c16:uniqueId val="{00000003-F418-4E82-AEA0-F6712B301903}"/>
            </c:ext>
          </c:extLst>
        </c:ser>
        <c:dLbls>
          <c:showLegendKey val="0"/>
          <c:showVal val="0"/>
          <c:showCatName val="0"/>
          <c:showSerName val="0"/>
          <c:showPercent val="0"/>
          <c:showBubbleSize val="0"/>
        </c:dLbls>
        <c:axId val="1933997231"/>
        <c:axId val="1933998671"/>
      </c:scatterChart>
      <c:valAx>
        <c:axId val="1933997231"/>
        <c:scaling>
          <c:orientation val="minMax"/>
        </c:scaling>
        <c:delete val="0"/>
        <c:axPos val="b"/>
        <c:majorGridlines>
          <c:spPr>
            <a:ln w="9525" cap="flat" cmpd="sng" algn="ctr">
              <a:solidFill>
                <a:schemeClr val="tx1">
                  <a:lumMod val="15000"/>
                  <a:lumOff val="85000"/>
                </a:schemeClr>
              </a:solidFill>
              <a:round/>
            </a:ln>
            <a:effectLst/>
          </c:spPr>
        </c:majorGridlines>
        <c:title>
          <c:tx>
            <c:rich>
              <a:bodyPr/>
              <a:lstStyle/>
              <a:p>
                <a:pPr>
                  <a:defRPr/>
                </a:pPr>
                <a:r>
                  <a:rPr lang="en-US"/>
                  <a:t>Retentate Concentration</a:t>
                </a:r>
              </a:p>
            </c:rich>
          </c:tx>
          <c:overlay val="0"/>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33998671"/>
        <c:crosses val="autoZero"/>
        <c:crossBetween val="midCat"/>
      </c:valAx>
      <c:valAx>
        <c:axId val="1933998671"/>
        <c:scaling>
          <c:orientation val="minMax"/>
        </c:scaling>
        <c:delete val="0"/>
        <c:axPos val="l"/>
        <c:majorGridlines>
          <c:spPr>
            <a:ln w="9525" cap="flat" cmpd="sng" algn="ctr">
              <a:solidFill>
                <a:schemeClr val="tx1">
                  <a:lumMod val="15000"/>
                  <a:lumOff val="85000"/>
                </a:schemeClr>
              </a:solidFill>
              <a:round/>
            </a:ln>
            <a:effectLst/>
          </c:spPr>
        </c:majorGridlines>
        <c:title>
          <c:tx>
            <c:rich>
              <a:bodyPr/>
              <a:lstStyle/>
              <a:p>
                <a:pPr>
                  <a:defRPr/>
                </a:pPr>
                <a:r>
                  <a:rPr lang="en-US"/>
                  <a:t>Seiving Coefficient</a:t>
                </a:r>
              </a:p>
            </c:rich>
          </c:tx>
          <c:overlay val="0"/>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33997231"/>
        <c:crosses val="autoZero"/>
        <c:crossBetween val="midCat"/>
      </c:valAx>
    </c:plotArea>
    <c:plotVisOnly val="1"/>
    <c:dispBlanksAs val="gap"/>
    <c:showDLblsOverMax val="0"/>
    <c:extLst/>
  </c:chart>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Presentation!$AG$1</c:f>
              <c:strCache>
                <c:ptCount val="1"/>
                <c:pt idx="0">
                  <c:v>NF270_MC2_050724_CaCl2</c:v>
                </c:pt>
              </c:strCache>
            </c:strRef>
          </c:tx>
          <c:spPr>
            <a:ln w="25400" cap="rnd">
              <a:noFill/>
              <a:round/>
            </a:ln>
            <a:effectLst/>
          </c:spPr>
          <c:marker>
            <c:symbol val="circle"/>
            <c:size val="2"/>
            <c:spPr>
              <a:solidFill>
                <a:schemeClr val="accent1"/>
              </a:solidFill>
              <a:ln w="9525">
                <a:solidFill>
                  <a:schemeClr val="accent1"/>
                </a:solidFill>
              </a:ln>
              <a:effectLst/>
            </c:spPr>
          </c:marker>
          <c:xVal>
            <c:numRef>
              <c:f>Presentation!$AJ$64:$AJ$603</c:f>
              <c:numCache>
                <c:formatCode>General</c:formatCode>
                <c:ptCount val="540"/>
                <c:pt idx="0">
                  <c:v>1016.3880031359301</c:v>
                </c:pt>
                <c:pt idx="1">
                  <c:v>1030.8167283083267</c:v>
                </c:pt>
                <c:pt idx="2">
                  <c:v>1053.4583174579159</c:v>
                </c:pt>
                <c:pt idx="3">
                  <c:v>1069.6717915533127</c:v>
                </c:pt>
                <c:pt idx="4">
                  <c:v>1088.8147396159752</c:v>
                </c:pt>
                <c:pt idx="5">
                  <c:v>1110.7864596709758</c:v>
                </c:pt>
                <c:pt idx="6">
                  <c:v>1135.0105866399417</c:v>
                </c:pt>
                <c:pt idx="7">
                  <c:v>1151.241136268146</c:v>
                </c:pt>
                <c:pt idx="8">
                  <c:v>1173.8109216025155</c:v>
                </c:pt>
                <c:pt idx="9">
                  <c:v>1189.0740354973136</c:v>
                </c:pt>
                <c:pt idx="10">
                  <c:v>1210.2622409642875</c:v>
                </c:pt>
                <c:pt idx="11">
                  <c:v>1226.7928722225606</c:v>
                </c:pt>
                <c:pt idx="12">
                  <c:v>1252.316226462769</c:v>
                </c:pt>
                <c:pt idx="13">
                  <c:v>1266.4888051005209</c:v>
                </c:pt>
                <c:pt idx="14">
                  <c:v>1277.5789001731264</c:v>
                </c:pt>
                <c:pt idx="15">
                  <c:v>1293.890965071115</c:v>
                </c:pt>
                <c:pt idx="16">
                  <c:v>1313.2492382237681</c:v>
                </c:pt>
                <c:pt idx="17">
                  <c:v>1326.5860061526541</c:v>
                </c:pt>
                <c:pt idx="18">
                  <c:v>1335.831335498606</c:v>
                </c:pt>
                <c:pt idx="19">
                  <c:v>1349.1261483840512</c:v>
                </c:pt>
                <c:pt idx="20">
                  <c:v>1367.1331192276202</c:v>
                </c:pt>
                <c:pt idx="21">
                  <c:v>1380.7410671247535</c:v>
                </c:pt>
                <c:pt idx="22">
                  <c:v>1397.0848590717196</c:v>
                </c:pt>
                <c:pt idx="23">
                  <c:v>1411.8691408678876</c:v>
                </c:pt>
                <c:pt idx="24">
                  <c:v>1433.7794005444835</c:v>
                </c:pt>
                <c:pt idx="25">
                  <c:v>1452.494435418776</c:v>
                </c:pt>
                <c:pt idx="26">
                  <c:v>1469.9811406531178</c:v>
                </c:pt>
                <c:pt idx="27">
                  <c:v>1487.7293408067962</c:v>
                </c:pt>
                <c:pt idx="28">
                  <c:v>1501.2973719848283</c:v>
                </c:pt>
                <c:pt idx="29">
                  <c:v>1517.7289132021958</c:v>
                </c:pt>
                <c:pt idx="30">
                  <c:v>1541.9027494272527</c:v>
                </c:pt>
                <c:pt idx="31">
                  <c:v>1555.8461650855477</c:v>
                </c:pt>
                <c:pt idx="32">
                  <c:v>1572.667610908758</c:v>
                </c:pt>
                <c:pt idx="33">
                  <c:v>1590.5496657326846</c:v>
                </c:pt>
                <c:pt idx="34">
                  <c:v>1611.7894187178476</c:v>
                </c:pt>
                <c:pt idx="35">
                  <c:v>1631.4452785539486</c:v>
                </c:pt>
                <c:pt idx="36">
                  <c:v>1646.3655585437448</c:v>
                </c:pt>
                <c:pt idx="37">
                  <c:v>1666.3270097969057</c:v>
                </c:pt>
                <c:pt idx="38">
                  <c:v>1685.9884018798261</c:v>
                </c:pt>
                <c:pt idx="39">
                  <c:v>1700.4895111873993</c:v>
                </c:pt>
                <c:pt idx="40">
                  <c:v>1720.9654220037864</c:v>
                </c:pt>
                <c:pt idx="41">
                  <c:v>1740.5865399277257</c:v>
                </c:pt>
                <c:pt idx="42">
                  <c:v>1758.9676973629707</c:v>
                </c:pt>
                <c:pt idx="43">
                  <c:v>1777.0947747179762</c:v>
                </c:pt>
                <c:pt idx="44">
                  <c:v>1802.6239961410602</c:v>
                </c:pt>
                <c:pt idx="45">
                  <c:v>1815.3954250392053</c:v>
                </c:pt>
                <c:pt idx="46">
                  <c:v>1829.1791212175604</c:v>
                </c:pt>
                <c:pt idx="47">
                  <c:v>1840.4309874038388</c:v>
                </c:pt>
                <c:pt idx="48">
                  <c:v>1858.2662443429213</c:v>
                </c:pt>
                <c:pt idx="49">
                  <c:v>1881.9633599597973</c:v>
                </c:pt>
                <c:pt idx="50">
                  <c:v>1896.5195948928481</c:v>
                </c:pt>
                <c:pt idx="51">
                  <c:v>1912.731015338351</c:v>
                </c:pt>
                <c:pt idx="52">
                  <c:v>1934.4785253299265</c:v>
                </c:pt>
                <c:pt idx="53">
                  <c:v>1949.8271696447614</c:v>
                </c:pt>
                <c:pt idx="54">
                  <c:v>1961.453175910523</c:v>
                </c:pt>
                <c:pt idx="55">
                  <c:v>1980.8703114258878</c:v>
                </c:pt>
                <c:pt idx="56">
                  <c:v>2000.9125858561567</c:v>
                </c:pt>
                <c:pt idx="57">
                  <c:v>2016.9298224620663</c:v>
                </c:pt>
                <c:pt idx="58">
                  <c:v>2041.1493729482131</c:v>
                </c:pt>
                <c:pt idx="59">
                  <c:v>2055.0198792074798</c:v>
                </c:pt>
                <c:pt idx="60">
                  <c:v>2070.3443223441536</c:v>
                </c:pt>
                <c:pt idx="61">
                  <c:v>2089.1960663984964</c:v>
                </c:pt>
                <c:pt idx="62">
                  <c:v>2109.0871839904357</c:v>
                </c:pt>
                <c:pt idx="63">
                  <c:v>2130.1505176487995</c:v>
                </c:pt>
                <c:pt idx="64">
                  <c:v>2140.3937123820142</c:v>
                </c:pt>
                <c:pt idx="65">
                  <c:v>2165.9234094193948</c:v>
                </c:pt>
                <c:pt idx="66">
                  <c:v>2180.2442377809684</c:v>
                </c:pt>
                <c:pt idx="67">
                  <c:v>2197.8428118314841</c:v>
                </c:pt>
                <c:pt idx="68">
                  <c:v>2217.3934515290871</c:v>
                </c:pt>
                <c:pt idx="69">
                  <c:v>2234.6637881694487</c:v>
                </c:pt>
                <c:pt idx="70">
                  <c:v>2261.1349953871741</c:v>
                </c:pt>
                <c:pt idx="71">
                  <c:v>2272.7249285416792</c:v>
                </c:pt>
                <c:pt idx="72">
                  <c:v>2286.5950106189121</c:v>
                </c:pt>
                <c:pt idx="73">
                  <c:v>2304.3963964403024</c:v>
                </c:pt>
                <c:pt idx="74">
                  <c:v>2325.886763714303</c:v>
                </c:pt>
                <c:pt idx="75">
                  <c:v>2339.5241278224157</c:v>
                </c:pt>
                <c:pt idx="76">
                  <c:v>2354.1400236485988</c:v>
                </c:pt>
                <c:pt idx="77">
                  <c:v>2375.0914367975975</c:v>
                </c:pt>
                <c:pt idx="78">
                  <c:v>2391.7265429016702</c:v>
                </c:pt>
                <c:pt idx="79">
                  <c:v>2409.4270609949381</c:v>
                </c:pt>
                <c:pt idx="80">
                  <c:v>2431.1596323618223</c:v>
                </c:pt>
                <c:pt idx="81">
                  <c:v>2443.9247999126892</c:v>
                </c:pt>
                <c:pt idx="82">
                  <c:v>2459.6917376671345</c:v>
                </c:pt>
                <c:pt idx="83">
                  <c:v>2484.5387854912492</c:v>
                </c:pt>
                <c:pt idx="84">
                  <c:v>2500.2220687206723</c:v>
                </c:pt>
                <c:pt idx="85">
                  <c:v>2511.167710146733</c:v>
                </c:pt>
                <c:pt idx="86">
                  <c:v>2521.1751754053835</c:v>
                </c:pt>
                <c:pt idx="87">
                  <c:v>2546.1379470127904</c:v>
                </c:pt>
                <c:pt idx="88">
                  <c:v>2556.3775037395599</c:v>
                </c:pt>
                <c:pt idx="89">
                  <c:v>2568.6767317253925</c:v>
                </c:pt>
                <c:pt idx="90">
                  <c:v>2590.7957606860818</c:v>
                </c:pt>
                <c:pt idx="91">
                  <c:v>2611.0923535403408</c:v>
                </c:pt>
                <c:pt idx="92">
                  <c:v>2624.980922599098</c:v>
                </c:pt>
                <c:pt idx="93">
                  <c:v>2635.4221773341324</c:v>
                </c:pt>
                <c:pt idx="94">
                  <c:v>2647.7568895459149</c:v>
                </c:pt>
                <c:pt idx="95">
                  <c:v>2674.3551958233529</c:v>
                </c:pt>
                <c:pt idx="96">
                  <c:v>2684.1613647743998</c:v>
                </c:pt>
                <c:pt idx="97">
                  <c:v>2709.7241128140622</c:v>
                </c:pt>
                <c:pt idx="98">
                  <c:v>2724.8531912984786</c:v>
                </c:pt>
                <c:pt idx="99">
                  <c:v>2745.2362768430157</c:v>
                </c:pt>
                <c:pt idx="100">
                  <c:v>2751.4358197701531</c:v>
                </c:pt>
                <c:pt idx="101">
                  <c:v>2766.445230250094</c:v>
                </c:pt>
                <c:pt idx="102">
                  <c:v>2789.2929098501691</c:v>
                </c:pt>
                <c:pt idx="103">
                  <c:v>2799.3880893651667</c:v>
                </c:pt>
                <c:pt idx="104">
                  <c:v>2812.1547732696285</c:v>
                </c:pt>
                <c:pt idx="105">
                  <c:v>2832.458773864706</c:v>
                </c:pt>
                <c:pt idx="106">
                  <c:v>2847.460980476495</c:v>
                </c:pt>
                <c:pt idx="107">
                  <c:v>2858.110890010711</c:v>
                </c:pt>
                <c:pt idx="108">
                  <c:v>2873.6542864362855</c:v>
                </c:pt>
                <c:pt idx="109">
                  <c:v>2893.5371379819981</c:v>
                </c:pt>
                <c:pt idx="110">
                  <c:v>2906.1076550425842</c:v>
                </c:pt>
                <c:pt idx="111">
                  <c:v>2917.7932830591344</c:v>
                </c:pt>
                <c:pt idx="112">
                  <c:v>2936.5460612774514</c:v>
                </c:pt>
                <c:pt idx="113">
                  <c:v>2951.3954302542707</c:v>
                </c:pt>
                <c:pt idx="114">
                  <c:v>2965.7160098336135</c:v>
                </c:pt>
                <c:pt idx="115">
                  <c:v>2985.9920426414856</c:v>
                </c:pt>
                <c:pt idx="116">
                  <c:v>2995.3725341883078</c:v>
                </c:pt>
                <c:pt idx="117">
                  <c:v>3006.1929189604152</c:v>
                </c:pt>
                <c:pt idx="118">
                  <c:v>3023.1034693836777</c:v>
                </c:pt>
                <c:pt idx="119">
                  <c:v>3047.5976631569765</c:v>
                </c:pt>
                <c:pt idx="120">
                  <c:v>3060.8799191796629</c:v>
                </c:pt>
                <c:pt idx="121">
                  <c:v>3070.5254363684253</c:v>
                </c:pt>
                <c:pt idx="122">
                  <c:v>3090.1251446963456</c:v>
                </c:pt>
                <c:pt idx="123">
                  <c:v>3108.4863248841143</c:v>
                </c:pt>
                <c:pt idx="124">
                  <c:v>3123.0144901348376</c:v>
                </c:pt>
                <c:pt idx="125">
                  <c:v>3134.3086885823764</c:v>
                </c:pt>
                <c:pt idx="126">
                  <c:v>3149.1954112525882</c:v>
                </c:pt>
                <c:pt idx="127">
                  <c:v>3165.5060028939306</c:v>
                </c:pt>
                <c:pt idx="128">
                  <c:v>3176.5961248509557</c:v>
                </c:pt>
                <c:pt idx="129">
                  <c:v>3192.7641046160561</c:v>
                </c:pt>
                <c:pt idx="130">
                  <c:v>3200.7961936456049</c:v>
                </c:pt>
                <c:pt idx="131">
                  <c:v>3219.565761517897</c:v>
                </c:pt>
                <c:pt idx="132">
                  <c:v>3248.0795470275812</c:v>
                </c:pt>
                <c:pt idx="133">
                  <c:v>3261.7674329023166</c:v>
                </c:pt>
                <c:pt idx="134">
                  <c:v>3261.586503707354</c:v>
                </c:pt>
                <c:pt idx="135">
                  <c:v>3276.5838342185025</c:v>
                </c:pt>
                <c:pt idx="136">
                  <c:v>3289.8527654093014</c:v>
                </c:pt>
                <c:pt idx="137">
                  <c:v>3318.1601012033861</c:v>
                </c:pt>
                <c:pt idx="138">
                  <c:v>3315.7454369754396</c:v>
                </c:pt>
                <c:pt idx="139">
                  <c:v>3333.4507229078654</c:v>
                </c:pt>
                <c:pt idx="140">
                  <c:v>3344.7981052439964</c:v>
                </c:pt>
                <c:pt idx="141">
                  <c:v>3359.8782354045379</c:v>
                </c:pt>
                <c:pt idx="142">
                  <c:v>3371.2059306716415</c:v>
                </c:pt>
                <c:pt idx="143">
                  <c:v>3379.3484832846952</c:v>
                </c:pt>
                <c:pt idx="144">
                  <c:v>3399.5491525470643</c:v>
                </c:pt>
                <c:pt idx="145">
                  <c:v>3414.392899130326</c:v>
                </c:pt>
                <c:pt idx="146">
                  <c:v>3426.1047583405661</c:v>
                </c:pt>
                <c:pt idx="147">
                  <c:v>3444.183815847482</c:v>
                </c:pt>
                <c:pt idx="148">
                  <c:v>3467.5622112246756</c:v>
                </c:pt>
                <c:pt idx="149">
                  <c:v>3466.4478470931535</c:v>
                </c:pt>
                <c:pt idx="150">
                  <c:v>3481.8712329847722</c:v>
                </c:pt>
                <c:pt idx="151">
                  <c:v>3502.8501548547397</c:v>
                </c:pt>
                <c:pt idx="152">
                  <c:v>3502.5228464056768</c:v>
                </c:pt>
                <c:pt idx="153">
                  <c:v>3526.478266264754</c:v>
                </c:pt>
                <c:pt idx="154">
                  <c:v>3533.3214606524966</c:v>
                </c:pt>
                <c:pt idx="155">
                  <c:v>3557.3113430779804</c:v>
                </c:pt>
                <c:pt idx="156">
                  <c:v>3560.9790728050934</c:v>
                </c:pt>
                <c:pt idx="157">
                  <c:v>3578.503169444577</c:v>
                </c:pt>
                <c:pt idx="158">
                  <c:v>3590.36888597508</c:v>
                </c:pt>
                <c:pt idx="159">
                  <c:v>3602.7957977616566</c:v>
                </c:pt>
                <c:pt idx="160">
                  <c:v>3618.0746809282118</c:v>
                </c:pt>
                <c:pt idx="161">
                  <c:v>3628.4680134478658</c:v>
                </c:pt>
                <c:pt idx="162">
                  <c:v>3639.5169748739968</c:v>
                </c:pt>
                <c:pt idx="163">
                  <c:v>3660.3285550141741</c:v>
                </c:pt>
                <c:pt idx="164">
                  <c:v>3677.3855372383555</c:v>
                </c:pt>
                <c:pt idx="165">
                  <c:v>3682.1470618553371</c:v>
                </c:pt>
                <c:pt idx="166">
                  <c:v>3701.608963238742</c:v>
                </c:pt>
                <c:pt idx="167">
                  <c:v>3711.9230273026951</c:v>
                </c:pt>
                <c:pt idx="168">
                  <c:v>3725.0086302769819</c:v>
                </c:pt>
                <c:pt idx="169">
                  <c:v>3736.2929540687478</c:v>
                </c:pt>
                <c:pt idx="170">
                  <c:v>3749.9440856494421</c:v>
                </c:pt>
                <c:pt idx="171">
                  <c:v>3761.5639183517005</c:v>
                </c:pt>
                <c:pt idx="172">
                  <c:v>3779.5997843880759</c:v>
                </c:pt>
                <c:pt idx="173">
                  <c:v>3788.841941720756</c:v>
                </c:pt>
                <c:pt idx="174">
                  <c:v>3798.4779820284921</c:v>
                </c:pt>
                <c:pt idx="175">
                  <c:v>3815.082742749827</c:v>
                </c:pt>
                <c:pt idx="176">
                  <c:v>3829.9111905710788</c:v>
                </c:pt>
                <c:pt idx="177">
                  <c:v>3841.95212076189</c:v>
                </c:pt>
                <c:pt idx="178">
                  <c:v>3845.553394077212</c:v>
                </c:pt>
                <c:pt idx="179">
                  <c:v>3868.2712214442809</c:v>
                </c:pt>
                <c:pt idx="180">
                  <c:v>3870.2073654156684</c:v>
                </c:pt>
                <c:pt idx="181">
                  <c:v>3894.4976639406545</c:v>
                </c:pt>
                <c:pt idx="182">
                  <c:v>3907.501772203379</c:v>
                </c:pt>
                <c:pt idx="183">
                  <c:v>3916.3616564950526</c:v>
                </c:pt>
                <c:pt idx="184">
                  <c:v>3933.4320927975759</c:v>
                </c:pt>
                <c:pt idx="185">
                  <c:v>3928.128410111507</c:v>
                </c:pt>
                <c:pt idx="186">
                  <c:v>3955.8279331046961</c:v>
                </c:pt>
                <c:pt idx="187">
                  <c:v>3966.480941357122</c:v>
                </c:pt>
                <c:pt idx="188">
                  <c:v>3978.4206231649646</c:v>
                </c:pt>
                <c:pt idx="189">
                  <c:v>3986.9281980190008</c:v>
                </c:pt>
                <c:pt idx="190">
                  <c:v>4000.7183099005397</c:v>
                </c:pt>
                <c:pt idx="191">
                  <c:v>4012.3541846769308</c:v>
                </c:pt>
                <c:pt idx="192">
                  <c:v>4032.6280942848907</c:v>
                </c:pt>
                <c:pt idx="193">
                  <c:v>4036.9905204871102</c:v>
                </c:pt>
                <c:pt idx="194">
                  <c:v>4048.5964037950271</c:v>
                </c:pt>
                <c:pt idx="195">
                  <c:v>4060.9558159126282</c:v>
                </c:pt>
                <c:pt idx="196">
                  <c:v>4072.5071583662111</c:v>
                </c:pt>
                <c:pt idx="197">
                  <c:v>4086.2830594559418</c:v>
                </c:pt>
                <c:pt idx="198">
                  <c:v>4101.8358932405554</c:v>
                </c:pt>
                <c:pt idx="199">
                  <c:v>4109.9493941979417</c:v>
                </c:pt>
                <c:pt idx="200">
                  <c:v>4118.5561161682353</c:v>
                </c:pt>
                <c:pt idx="201">
                  <c:v>4136.2807190549338</c:v>
                </c:pt>
                <c:pt idx="202">
                  <c:v>4156.3627441940553</c:v>
                </c:pt>
                <c:pt idx="203">
                  <c:v>4155.8557274297564</c:v>
                </c:pt>
                <c:pt idx="204">
                  <c:v>4167.6278637344194</c:v>
                </c:pt>
                <c:pt idx="205">
                  <c:v>4182.7828668210232</c:v>
                </c:pt>
                <c:pt idx="206">
                  <c:v>4212.0148994023239</c:v>
                </c:pt>
                <c:pt idx="207">
                  <c:v>4211.0971236275391</c:v>
                </c:pt>
                <c:pt idx="208">
                  <c:v>4218.4746620073356</c:v>
                </c:pt>
                <c:pt idx="209">
                  <c:v>4220.6586637547643</c:v>
                </c:pt>
                <c:pt idx="210">
                  <c:v>4234.3151426747954</c:v>
                </c:pt>
                <c:pt idx="211">
                  <c:v>4262.0406671787114</c:v>
                </c:pt>
                <c:pt idx="212">
                  <c:v>4266.1798731238187</c:v>
                </c:pt>
                <c:pt idx="213">
                  <c:v>4278.2293990801618</c:v>
                </c:pt>
                <c:pt idx="214">
                  <c:v>4289.6040073309759</c:v>
                </c:pt>
                <c:pt idx="215">
                  <c:v>4287.4895270771231</c:v>
                </c:pt>
                <c:pt idx="216">
                  <c:v>4305.1422934000302</c:v>
                </c:pt>
                <c:pt idx="217">
                  <c:v>4313.7864282478931</c:v>
                </c:pt>
                <c:pt idx="218">
                  <c:v>4332.1235201782793</c:v>
                </c:pt>
                <c:pt idx="219">
                  <c:v>4345.1919392317122</c:v>
                </c:pt>
                <c:pt idx="220">
                  <c:v>4356.5573700189125</c:v>
                </c:pt>
                <c:pt idx="221">
                  <c:v>4374.4451640918778</c:v>
                </c:pt>
                <c:pt idx="222">
                  <c:v>4380.3869208861379</c:v>
                </c:pt>
                <c:pt idx="223">
                  <c:v>4392.6726460983737</c:v>
                </c:pt>
                <c:pt idx="224">
                  <c:v>4403.048517424726</c:v>
                </c:pt>
                <c:pt idx="225">
                  <c:v>4429.3325275782836</c:v>
                </c:pt>
                <c:pt idx="226">
                  <c:v>4431.2320594534704</c:v>
                </c:pt>
                <c:pt idx="227">
                  <c:v>4446.7286232053712</c:v>
                </c:pt>
                <c:pt idx="228">
                  <c:v>4457.8996611701641</c:v>
                </c:pt>
                <c:pt idx="229">
                  <c:v>4461.2937838712178</c:v>
                </c:pt>
                <c:pt idx="230">
                  <c:v>4491.3603702173468</c:v>
                </c:pt>
                <c:pt idx="231">
                  <c:v>4486.6427954375476</c:v>
                </c:pt>
                <c:pt idx="232">
                  <c:v>4508.3510169585461</c:v>
                </c:pt>
                <c:pt idx="233">
                  <c:v>4505.1950846337331</c:v>
                </c:pt>
                <c:pt idx="234">
                  <c:v>4517.8189726922401</c:v>
                </c:pt>
                <c:pt idx="235">
                  <c:v>4514.2999384427812</c:v>
                </c:pt>
                <c:pt idx="236">
                  <c:v>4545.4419461925736</c:v>
                </c:pt>
                <c:pt idx="237">
                  <c:v>4528.6336904912478</c:v>
                </c:pt>
                <c:pt idx="238">
                  <c:v>4538.9737346992097</c:v>
                </c:pt>
                <c:pt idx="239">
                  <c:v>4575.6980326133998</c:v>
                </c:pt>
                <c:pt idx="240">
                  <c:v>4577.0586262990601</c:v>
                </c:pt>
                <c:pt idx="241">
                  <c:v>4597.4829257913889</c:v>
                </c:pt>
                <c:pt idx="242">
                  <c:v>4596.9559506171809</c:v>
                </c:pt>
                <c:pt idx="243">
                  <c:v>4611.5534753455777</c:v>
                </c:pt>
                <c:pt idx="244">
                  <c:v>4621.8560754347791</c:v>
                </c:pt>
                <c:pt idx="245">
                  <c:v>4644.1286704629365</c:v>
                </c:pt>
                <c:pt idx="246">
                  <c:v>4641.5947281964227</c:v>
                </c:pt>
                <c:pt idx="247">
                  <c:v>4649.9016300023504</c:v>
                </c:pt>
                <c:pt idx="248">
                  <c:v>4651.3766646677022</c:v>
                </c:pt>
                <c:pt idx="249">
                  <c:v>4674.7862538879026</c:v>
                </c:pt>
                <c:pt idx="250">
                  <c:v>4672.1103248838917</c:v>
                </c:pt>
                <c:pt idx="251">
                  <c:v>4681.2734583921165</c:v>
                </c:pt>
                <c:pt idx="252">
                  <c:v>4705.7805058204967</c:v>
                </c:pt>
                <c:pt idx="253">
                  <c:v>4717.8006431804588</c:v>
                </c:pt>
                <c:pt idx="254">
                  <c:v>4728.193396284385</c:v>
                </c:pt>
                <c:pt idx="255">
                  <c:v>4739.3208162399906</c:v>
                </c:pt>
                <c:pt idx="256">
                  <c:v>4758.8897925499059</c:v>
                </c:pt>
                <c:pt idx="257">
                  <c:v>4757.0280858937203</c:v>
                </c:pt>
                <c:pt idx="258">
                  <c:v>4769.0309888489419</c:v>
                </c:pt>
                <c:pt idx="259">
                  <c:v>4786.494084601889</c:v>
                </c:pt>
                <c:pt idx="260">
                  <c:v>4796.8594456571154</c:v>
                </c:pt>
                <c:pt idx="261">
                  <c:v>4805.882969307122</c:v>
                </c:pt>
                <c:pt idx="262">
                  <c:v>4809.4763089752014</c:v>
                </c:pt>
                <c:pt idx="263">
                  <c:v>4830.7512854026581</c:v>
                </c:pt>
                <c:pt idx="264">
                  <c:v>4828.2224262315485</c:v>
                </c:pt>
                <c:pt idx="265">
                  <c:v>4849.6311819908042</c:v>
                </c:pt>
                <c:pt idx="266">
                  <c:v>4860.4093902041695</c:v>
                </c:pt>
                <c:pt idx="267">
                  <c:v>4876.9700658953698</c:v>
                </c:pt>
                <c:pt idx="268">
                  <c:v>4889.6824913153068</c:v>
                </c:pt>
                <c:pt idx="269">
                  <c:v>4895.9000766920799</c:v>
                </c:pt>
                <c:pt idx="270">
                  <c:v>4891.7386478981452</c:v>
                </c:pt>
                <c:pt idx="271">
                  <c:v>4910.2982089214947</c:v>
                </c:pt>
                <c:pt idx="272">
                  <c:v>4925.1181572545929</c:v>
                </c:pt>
                <c:pt idx="273">
                  <c:v>4920.1295568834657</c:v>
                </c:pt>
                <c:pt idx="274">
                  <c:v>4942.1066435268049</c:v>
                </c:pt>
                <c:pt idx="275">
                  <c:v>4947.9251022212484</c:v>
                </c:pt>
                <c:pt idx="276">
                  <c:v>4960.4551012110578</c:v>
                </c:pt>
                <c:pt idx="277">
                  <c:v>4989.9306652394698</c:v>
                </c:pt>
                <c:pt idx="278">
                  <c:v>4969.7604222215468</c:v>
                </c:pt>
                <c:pt idx="279">
                  <c:v>4979.5327707187662</c:v>
                </c:pt>
                <c:pt idx="280">
                  <c:v>4990.9616235242456</c:v>
                </c:pt>
                <c:pt idx="281">
                  <c:v>5033.8959034417658</c:v>
                </c:pt>
                <c:pt idx="282">
                  <c:v>5012.8651909197142</c:v>
                </c:pt>
                <c:pt idx="283">
                  <c:v>5026.9508886449203</c:v>
                </c:pt>
                <c:pt idx="284">
                  <c:v>5047.3221635804093</c:v>
                </c:pt>
                <c:pt idx="285">
                  <c:v>5045.5734246138363</c:v>
                </c:pt>
                <c:pt idx="286">
                  <c:v>5041.801014166349</c:v>
                </c:pt>
                <c:pt idx="287">
                  <c:v>5055.0203580188645</c:v>
                </c:pt>
                <c:pt idx="288">
                  <c:v>5075.8963024102977</c:v>
                </c:pt>
                <c:pt idx="289">
                  <c:v>5083.5134286544562</c:v>
                </c:pt>
                <c:pt idx="290">
                  <c:v>5090.9437989275857</c:v>
                </c:pt>
                <c:pt idx="291">
                  <c:v>5116.4291549086292</c:v>
                </c:pt>
                <c:pt idx="292">
                  <c:v>5114.8718968665307</c:v>
                </c:pt>
                <c:pt idx="293">
                  <c:v>5119.4404430668746</c:v>
                </c:pt>
                <c:pt idx="294">
                  <c:v>5132.9422707914109</c:v>
                </c:pt>
                <c:pt idx="295">
                  <c:v>5145.8298287407488</c:v>
                </c:pt>
                <c:pt idx="296">
                  <c:v>5149.4186792937962</c:v>
                </c:pt>
                <c:pt idx="297">
                  <c:v>5165.4082666225186</c:v>
                </c:pt>
                <c:pt idx="298">
                  <c:v>5172.7316678093966</c:v>
                </c:pt>
                <c:pt idx="299">
                  <c:v>5187.0428325889116</c:v>
                </c:pt>
                <c:pt idx="300">
                  <c:v>5198.8805390995676</c:v>
                </c:pt>
                <c:pt idx="301">
                  <c:v>5196.6392421406763</c:v>
                </c:pt>
                <c:pt idx="302">
                  <c:v>5219.6838351586985</c:v>
                </c:pt>
                <c:pt idx="303">
                  <c:v>5235.614669495958</c:v>
                </c:pt>
                <c:pt idx="304">
                  <c:v>5244.2806165060183</c:v>
                </c:pt>
                <c:pt idx="305">
                  <c:v>5233.1455771610945</c:v>
                </c:pt>
                <c:pt idx="306">
                  <c:v>5248.0793661655734</c:v>
                </c:pt>
                <c:pt idx="307">
                  <c:v>5265.2090589560903</c:v>
                </c:pt>
                <c:pt idx="308">
                  <c:v>5282.4733616179146</c:v>
                </c:pt>
                <c:pt idx="309">
                  <c:v>5294.218114469435</c:v>
                </c:pt>
                <c:pt idx="310">
                  <c:v>5284.8370053169092</c:v>
                </c:pt>
                <c:pt idx="311">
                  <c:v>5288.8921330176117</c:v>
                </c:pt>
                <c:pt idx="312">
                  <c:v>5300.0275976926951</c:v>
                </c:pt>
                <c:pt idx="313">
                  <c:v>5322.7483673018196</c:v>
                </c:pt>
                <c:pt idx="314">
                  <c:v>5317.5380909405912</c:v>
                </c:pt>
                <c:pt idx="315">
                  <c:v>5335.5088619278777</c:v>
                </c:pt>
                <c:pt idx="316">
                  <c:v>5344.3623238814253</c:v>
                </c:pt>
                <c:pt idx="317">
                  <c:v>5356.4940880674476</c:v>
                </c:pt>
                <c:pt idx="318">
                  <c:v>5349.6924388760908</c:v>
                </c:pt>
                <c:pt idx="319">
                  <c:v>5362.9934705943024</c:v>
                </c:pt>
                <c:pt idx="320">
                  <c:v>5392.2756200095491</c:v>
                </c:pt>
                <c:pt idx="321">
                  <c:v>5383.6809272602313</c:v>
                </c:pt>
                <c:pt idx="322">
                  <c:v>5394.1346996592329</c:v>
                </c:pt>
                <c:pt idx="323">
                  <c:v>5415.7402251584972</c:v>
                </c:pt>
                <c:pt idx="324">
                  <c:v>5406.1826393070278</c:v>
                </c:pt>
                <c:pt idx="325">
                  <c:v>5419.2016608158601</c:v>
                </c:pt>
                <c:pt idx="326">
                  <c:v>5435.7323324224781</c:v>
                </c:pt>
                <c:pt idx="327">
                  <c:v>5432.2433770518173</c:v>
                </c:pt>
                <c:pt idx="328">
                  <c:v>5456.1363847234734</c:v>
                </c:pt>
                <c:pt idx="329">
                  <c:v>5461.4798398982493</c:v>
                </c:pt>
                <c:pt idx="330">
                  <c:v>5469.5770574037824</c:v>
                </c:pt>
                <c:pt idx="331">
                  <c:v>5483.759110030348</c:v>
                </c:pt>
                <c:pt idx="332">
                  <c:v>5510.3552780415721</c:v>
                </c:pt>
                <c:pt idx="333">
                  <c:v>5497.8469403381623</c:v>
                </c:pt>
                <c:pt idx="334">
                  <c:v>5505.6320673639957</c:v>
                </c:pt>
                <c:pt idx="335">
                  <c:v>5518.8634999668038</c:v>
                </c:pt>
                <c:pt idx="336">
                  <c:v>5544.0305808487556</c:v>
                </c:pt>
                <c:pt idx="337">
                  <c:v>5539.0982732312532</c:v>
                </c:pt>
                <c:pt idx="338">
                  <c:v>5534.0645993295266</c:v>
                </c:pt>
                <c:pt idx="339">
                  <c:v>5546.5021798459966</c:v>
                </c:pt>
                <c:pt idx="340">
                  <c:v>5559.9691914666273</c:v>
                </c:pt>
                <c:pt idx="341">
                  <c:v>5566.4525622338497</c:v>
                </c:pt>
                <c:pt idx="342">
                  <c:v>5560.9657024696444</c:v>
                </c:pt>
                <c:pt idx="343">
                  <c:v>5582.2283142096057</c:v>
                </c:pt>
                <c:pt idx="344">
                  <c:v>5587.6737835688273</c:v>
                </c:pt>
                <c:pt idx="345">
                  <c:v>5609.0780534249443</c:v>
                </c:pt>
                <c:pt idx="346">
                  <c:v>5617.157414740037</c:v>
                </c:pt>
                <c:pt idx="347">
                  <c:v>5634.281032606892</c:v>
                </c:pt>
                <c:pt idx="348">
                  <c:v>5622.2428703098303</c:v>
                </c:pt>
                <c:pt idx="349">
                  <c:v>5635.8600996893565</c:v>
                </c:pt>
                <c:pt idx="350">
                  <c:v>5662.9780328071001</c:v>
                </c:pt>
                <c:pt idx="351">
                  <c:v>5652.7481823847902</c:v>
                </c:pt>
                <c:pt idx="352">
                  <c:v>5657.3300763417128</c:v>
                </c:pt>
                <c:pt idx="353">
                  <c:v>5668.5481361226266</c:v>
                </c:pt>
                <c:pt idx="354">
                  <c:v>5690.7958511885136</c:v>
                </c:pt>
                <c:pt idx="355">
                  <c:v>5679.8874915886245</c:v>
                </c:pt>
                <c:pt idx="356">
                  <c:v>5678.7206693584703</c:v>
                </c:pt>
                <c:pt idx="357">
                  <c:v>5721.881434241579</c:v>
                </c:pt>
                <c:pt idx="358">
                  <c:v>5710.4460055110376</c:v>
                </c:pt>
                <c:pt idx="359">
                  <c:v>5714.2242172928545</c:v>
                </c:pt>
                <c:pt idx="360">
                  <c:v>5731.9371930668549</c:v>
                </c:pt>
                <c:pt idx="361">
                  <c:v>5727.8471598080832</c:v>
                </c:pt>
                <c:pt idx="362">
                  <c:v>5750.8418602726015</c:v>
                </c:pt>
                <c:pt idx="363">
                  <c:v>5764.6499464295084</c:v>
                </c:pt>
                <c:pt idx="364">
                  <c:v>5775.2016090536144</c:v>
                </c:pt>
                <c:pt idx="365">
                  <c:v>5779.4967728459524</c:v>
                </c:pt>
                <c:pt idx="366">
                  <c:v>5767.3996680795826</c:v>
                </c:pt>
                <c:pt idx="367">
                  <c:v>5779.248504405019</c:v>
                </c:pt>
                <c:pt idx="368">
                  <c:v>5806.6510617240092</c:v>
                </c:pt>
                <c:pt idx="369">
                  <c:v>5807.435327631234</c:v>
                </c:pt>
                <c:pt idx="370">
                  <c:v>5816.4447194288759</c:v>
                </c:pt>
                <c:pt idx="371">
                  <c:v>5822.9569734126017</c:v>
                </c:pt>
                <c:pt idx="372">
                  <c:v>5840.1365181164347</c:v>
                </c:pt>
                <c:pt idx="373">
                  <c:v>5838.2754821986637</c:v>
                </c:pt>
                <c:pt idx="374">
                  <c:v>5845.0276258916147</c:v>
                </c:pt>
                <c:pt idx="375">
                  <c:v>5845.5282059941474</c:v>
                </c:pt>
                <c:pt idx="376">
                  <c:v>5866.846093355729</c:v>
                </c:pt>
                <c:pt idx="377">
                  <c:v>5866.2043793963003</c:v>
                </c:pt>
                <c:pt idx="378">
                  <c:v>5870.2478411995116</c:v>
                </c:pt>
                <c:pt idx="379">
                  <c:v>5871.8420338501001</c:v>
                </c:pt>
                <c:pt idx="380">
                  <c:v>5893.0968816653412</c:v>
                </c:pt>
                <c:pt idx="381">
                  <c:v>5897.6507169840988</c:v>
                </c:pt>
                <c:pt idx="382">
                  <c:v>5901.4640562177083</c:v>
                </c:pt>
                <c:pt idx="383">
                  <c:v>5915.0456552083542</c:v>
                </c:pt>
                <c:pt idx="384">
                  <c:v>5931.2375180352519</c:v>
                </c:pt>
                <c:pt idx="385">
                  <c:v>5927.2001565730061</c:v>
                </c:pt>
                <c:pt idx="386">
                  <c:v>5934.7494355649769</c:v>
                </c:pt>
                <c:pt idx="387">
                  <c:v>5959.4426788035162</c:v>
                </c:pt>
                <c:pt idx="388">
                  <c:v>5950.2232089411737</c:v>
                </c:pt>
                <c:pt idx="389">
                  <c:v>5976.9081426559696</c:v>
                </c:pt>
                <c:pt idx="390">
                  <c:v>5994.0294402766531</c:v>
                </c:pt>
                <c:pt idx="391">
                  <c:v>6008.9686853798285</c:v>
                </c:pt>
                <c:pt idx="392">
                  <c:v>6003.1329503909756</c:v>
                </c:pt>
                <c:pt idx="393">
                  <c:v>5986.8001272353285</c:v>
                </c:pt>
                <c:pt idx="394">
                  <c:v>6010.1636610172191</c:v>
                </c:pt>
                <c:pt idx="395">
                  <c:v>6045.2681146176783</c:v>
                </c:pt>
                <c:pt idx="396">
                  <c:v>6024.192324119751</c:v>
                </c:pt>
                <c:pt idx="397">
                  <c:v>6034.1376488044152</c:v>
                </c:pt>
                <c:pt idx="398">
                  <c:v>6051.317545395952</c:v>
                </c:pt>
                <c:pt idx="399">
                  <c:v>6071.1878719445594</c:v>
                </c:pt>
                <c:pt idx="400">
                  <c:v>6051.7803899934443</c:v>
                </c:pt>
                <c:pt idx="401">
                  <c:v>6056.8762891055303</c:v>
                </c:pt>
                <c:pt idx="402">
                  <c:v>6076.7632933187515</c:v>
                </c:pt>
                <c:pt idx="403">
                  <c:v>6090.1904381421291</c:v>
                </c:pt>
                <c:pt idx="404">
                  <c:v>6096.2735250786045</c:v>
                </c:pt>
                <c:pt idx="405">
                  <c:v>6105.5701169252425</c:v>
                </c:pt>
                <c:pt idx="406">
                  <c:v>6111.3274877903714</c:v>
                </c:pt>
                <c:pt idx="407">
                  <c:v>6138.4599185386642</c:v>
                </c:pt>
                <c:pt idx="408">
                  <c:v>6125.4683320485237</c:v>
                </c:pt>
                <c:pt idx="409">
                  <c:v>6127.6337326099047</c:v>
                </c:pt>
                <c:pt idx="410">
                  <c:v>6133.7454617304575</c:v>
                </c:pt>
                <c:pt idx="411">
                  <c:v>6147.3609007045634</c:v>
                </c:pt>
                <c:pt idx="412">
                  <c:v>6166.1382202465675</c:v>
                </c:pt>
                <c:pt idx="413">
                  <c:v>6157.1258657511644</c:v>
                </c:pt>
                <c:pt idx="414">
                  <c:v>6180.3214415572884</c:v>
                </c:pt>
                <c:pt idx="415">
                  <c:v>6186.4129400399233</c:v>
                </c:pt>
                <c:pt idx="416">
                  <c:v>6195.1300967706275</c:v>
                </c:pt>
                <c:pt idx="417">
                  <c:v>6194.3868360912202</c:v>
                </c:pt>
                <c:pt idx="418">
                  <c:v>6178.9483284164226</c:v>
                </c:pt>
                <c:pt idx="419">
                  <c:v>6205.4641542478166</c:v>
                </c:pt>
                <c:pt idx="420">
                  <c:v>6233.5354419058931</c:v>
                </c:pt>
                <c:pt idx="421">
                  <c:v>6219.769603918231</c:v>
                </c:pt>
                <c:pt idx="422">
                  <c:v>6239.5757125836644</c:v>
                </c:pt>
                <c:pt idx="423">
                  <c:v>6241.0625346631086</c:v>
                </c:pt>
                <c:pt idx="424">
                  <c:v>6234.5482455349102</c:v>
                </c:pt>
                <c:pt idx="425">
                  <c:v>6246.8958502017858</c:v>
                </c:pt>
                <c:pt idx="426">
                  <c:v>6261.3891060061433</c:v>
                </c:pt>
                <c:pt idx="427">
                  <c:v>6277.3244388011226</c:v>
                </c:pt>
                <c:pt idx="428">
                  <c:v>6302.4825882582809</c:v>
                </c:pt>
                <c:pt idx="429">
                  <c:v>6287.2974027367673</c:v>
                </c:pt>
                <c:pt idx="430">
                  <c:v>6293.5171478836764</c:v>
                </c:pt>
                <c:pt idx="431">
                  <c:v>6327.8462897411637</c:v>
                </c:pt>
                <c:pt idx="432">
                  <c:v>6331.740222250266</c:v>
                </c:pt>
                <c:pt idx="433">
                  <c:v>6321.043413747032</c:v>
                </c:pt>
                <c:pt idx="434">
                  <c:v>6326.6934085521325</c:v>
                </c:pt>
                <c:pt idx="435">
                  <c:v>6327.6511861785475</c:v>
                </c:pt>
                <c:pt idx="436">
                  <c:v>6367.2876455319874</c:v>
                </c:pt>
                <c:pt idx="437">
                  <c:v>6347.974076730341</c:v>
                </c:pt>
                <c:pt idx="438">
                  <c:v>6353.1571748302322</c:v>
                </c:pt>
                <c:pt idx="439">
                  <c:v>6361.3277005663604</c:v>
                </c:pt>
                <c:pt idx="440">
                  <c:v>6356.853119999927</c:v>
                </c:pt>
                <c:pt idx="441">
                  <c:v>6367.7357985513054</c:v>
                </c:pt>
                <c:pt idx="442">
                  <c:v>6389.4849951599126</c:v>
                </c:pt>
                <c:pt idx="443">
                  <c:v>6369.3043893134763</c:v>
                </c:pt>
                <c:pt idx="444">
                  <c:v>6417.0401085532922</c:v>
                </c:pt>
                <c:pt idx="445">
                  <c:v>6424.7659825446062</c:v>
                </c:pt>
                <c:pt idx="446">
                  <c:v>6408.7330926672221</c:v>
                </c:pt>
                <c:pt idx="447">
                  <c:v>6419.9086643249657</c:v>
                </c:pt>
                <c:pt idx="448">
                  <c:v>6441.6612808239479</c:v>
                </c:pt>
                <c:pt idx="449">
                  <c:v>6471.7078303669887</c:v>
                </c:pt>
                <c:pt idx="450">
                  <c:v>6455.8662578369058</c:v>
                </c:pt>
                <c:pt idx="451">
                  <c:v>6440.8732180106072</c:v>
                </c:pt>
                <c:pt idx="452">
                  <c:v>6463.5606832632893</c:v>
                </c:pt>
                <c:pt idx="453">
                  <c:v>6495.6055914043309</c:v>
                </c:pt>
                <c:pt idx="454">
                  <c:v>6467.4630342847777</c:v>
                </c:pt>
                <c:pt idx="455">
                  <c:v>6464.7205034885728</c:v>
                </c:pt>
                <c:pt idx="456">
                  <c:v>6485.9993157444142</c:v>
                </c:pt>
                <c:pt idx="457">
                  <c:v>6509.954914699967</c:v>
                </c:pt>
                <c:pt idx="458">
                  <c:v>6494.1542665382767</c:v>
                </c:pt>
                <c:pt idx="459">
                  <c:v>6510.7379122267739</c:v>
                </c:pt>
                <c:pt idx="460">
                  <c:v>6544.3502287192059</c:v>
                </c:pt>
                <c:pt idx="461">
                  <c:v>6526.7915630500875</c:v>
                </c:pt>
                <c:pt idx="462">
                  <c:v>6533.1752797489744</c:v>
                </c:pt>
                <c:pt idx="463">
                  <c:v>6556.74025106111</c:v>
                </c:pt>
                <c:pt idx="464">
                  <c:v>6594.3150187810843</c:v>
                </c:pt>
                <c:pt idx="465">
                  <c:v>6564.6626914829812</c:v>
                </c:pt>
                <c:pt idx="466">
                  <c:v>6575.6592115700923</c:v>
                </c:pt>
                <c:pt idx="467">
                  <c:v>6604.1375825038813</c:v>
                </c:pt>
                <c:pt idx="468">
                  <c:v>6626.6289516867446</c:v>
                </c:pt>
                <c:pt idx="469">
                  <c:v>6586.8703687981542</c:v>
                </c:pt>
                <c:pt idx="470">
                  <c:v>6572.3643198318587</c:v>
                </c:pt>
                <c:pt idx="471">
                  <c:v>6598.6817677713152</c:v>
                </c:pt>
                <c:pt idx="472">
                  <c:v>6644.5959993594588</c:v>
                </c:pt>
                <c:pt idx="473">
                  <c:v>6589.9366089872628</c:v>
                </c:pt>
                <c:pt idx="474">
                  <c:v>6607.7600534791618</c:v>
                </c:pt>
                <c:pt idx="475">
                  <c:v>6622.0750528293584</c:v>
                </c:pt>
                <c:pt idx="476">
                  <c:v>6651.8981812340253</c:v>
                </c:pt>
                <c:pt idx="477">
                  <c:v>6626.0569298470982</c:v>
                </c:pt>
                <c:pt idx="478">
                  <c:v>6619.5804223856248</c:v>
                </c:pt>
                <c:pt idx="479">
                  <c:v>6647.3421679412068</c:v>
                </c:pt>
                <c:pt idx="480">
                  <c:v>6676.0651056055704</c:v>
                </c:pt>
                <c:pt idx="481">
                  <c:v>6667.3134256644553</c:v>
                </c:pt>
                <c:pt idx="482">
                  <c:v>6669.1848763681028</c:v>
                </c:pt>
                <c:pt idx="483">
                  <c:v>6684.175692549732</c:v>
                </c:pt>
                <c:pt idx="484">
                  <c:v>6694.524414352928</c:v>
                </c:pt>
                <c:pt idx="485">
                  <c:v>6697.2198746207132</c:v>
                </c:pt>
                <c:pt idx="486">
                  <c:v>6702.4571911758303</c:v>
                </c:pt>
                <c:pt idx="487">
                  <c:v>6706.5803260021839</c:v>
                </c:pt>
                <c:pt idx="488">
                  <c:v>6737.0349277650466</c:v>
                </c:pt>
                <c:pt idx="489">
                  <c:v>6727.4779114605954</c:v>
                </c:pt>
                <c:pt idx="490">
                  <c:v>6727.1145364430822</c:v>
                </c:pt>
                <c:pt idx="491">
                  <c:v>6734.4357685523573</c:v>
                </c:pt>
                <c:pt idx="492">
                  <c:v>6751.988050680131</c:v>
                </c:pt>
                <c:pt idx="493">
                  <c:v>6772.7020420346025</c:v>
                </c:pt>
                <c:pt idx="494">
                  <c:v>6758.9146855536928</c:v>
                </c:pt>
                <c:pt idx="495">
                  <c:v>6766.7234555587402</c:v>
                </c:pt>
                <c:pt idx="496">
                  <c:v>6787.5209242800556</c:v>
                </c:pt>
                <c:pt idx="497">
                  <c:v>6805.0130446158037</c:v>
                </c:pt>
                <c:pt idx="498">
                  <c:v>6796.2757674421209</c:v>
                </c:pt>
                <c:pt idx="499">
                  <c:v>6779.5066611117745</c:v>
                </c:pt>
                <c:pt idx="500">
                  <c:v>6805.9048746730959</c:v>
                </c:pt>
                <c:pt idx="501">
                  <c:v>6838.459788674998</c:v>
                </c:pt>
                <c:pt idx="502">
                  <c:v>6816.4244003921331</c:v>
                </c:pt>
                <c:pt idx="503">
                  <c:v>6831.0064733220306</c:v>
                </c:pt>
                <c:pt idx="504">
                  <c:v>6810.4139347555865</c:v>
                </c:pt>
                <c:pt idx="505">
                  <c:v>6839.8086006981348</c:v>
                </c:pt>
                <c:pt idx="506">
                  <c:v>6851.5518505483597</c:v>
                </c:pt>
                <c:pt idx="507">
                  <c:v>6825.0181241611754</c:v>
                </c:pt>
                <c:pt idx="508">
                  <c:v>6856.2250804714877</c:v>
                </c:pt>
                <c:pt idx="509">
                  <c:v>6861.5923738470883</c:v>
                </c:pt>
                <c:pt idx="510">
                  <c:v>6873.7617663920973</c:v>
                </c:pt>
                <c:pt idx="511">
                  <c:v>6889.3931880153377</c:v>
                </c:pt>
                <c:pt idx="512">
                  <c:v>6891.7512680152977</c:v>
                </c:pt>
                <c:pt idx="513">
                  <c:v>6893.3130673489886</c:v>
                </c:pt>
                <c:pt idx="514">
                  <c:v>6904.6953277019111</c:v>
                </c:pt>
                <c:pt idx="515">
                  <c:v>6933.1210091787398</c:v>
                </c:pt>
                <c:pt idx="516">
                  <c:v>6920.644419270111</c:v>
                </c:pt>
                <c:pt idx="517">
                  <c:v>6934.3275119013479</c:v>
                </c:pt>
                <c:pt idx="518">
                  <c:v>6950.6714986916086</c:v>
                </c:pt>
                <c:pt idx="519">
                  <c:v>6934.7293187953828</c:v>
                </c:pt>
                <c:pt idx="520">
                  <c:v>6935.1934005816984</c:v>
                </c:pt>
                <c:pt idx="521">
                  <c:v>6966.3188163052255</c:v>
                </c:pt>
                <c:pt idx="522">
                  <c:v>6954.0872012035397</c:v>
                </c:pt>
                <c:pt idx="523">
                  <c:v>6954.9251177755286</c:v>
                </c:pt>
                <c:pt idx="524">
                  <c:v>6982.1014215929381</c:v>
                </c:pt>
                <c:pt idx="525">
                  <c:v>7002.3969103372056</c:v>
                </c:pt>
                <c:pt idx="526">
                  <c:v>6964.9374222421293</c:v>
                </c:pt>
                <c:pt idx="527">
                  <c:v>6965.6495587759591</c:v>
                </c:pt>
                <c:pt idx="528">
                  <c:v>6993.3393118048261</c:v>
                </c:pt>
                <c:pt idx="529">
                  <c:v>7035.5631623661557</c:v>
                </c:pt>
                <c:pt idx="530">
                  <c:v>7002.522822202327</c:v>
                </c:pt>
                <c:pt idx="531">
                  <c:v>7028.3391653905692</c:v>
                </c:pt>
                <c:pt idx="532">
                  <c:v>7017.8184023734957</c:v>
                </c:pt>
                <c:pt idx="533">
                  <c:v>7054.0781567618023</c:v>
                </c:pt>
                <c:pt idx="534">
                  <c:v>7029.6636681268428</c:v>
                </c:pt>
                <c:pt idx="535">
                  <c:v>7034.6191358172491</c:v>
                </c:pt>
                <c:pt idx="536">
                  <c:v>7064.0434141531987</c:v>
                </c:pt>
                <c:pt idx="537">
                  <c:v>7085.8333175219796</c:v>
                </c:pt>
                <c:pt idx="538">
                  <c:v>7068.0764384385247</c:v>
                </c:pt>
                <c:pt idx="539">
                  <c:v>7055.8210306844821</c:v>
                </c:pt>
              </c:numCache>
            </c:numRef>
          </c:xVal>
          <c:yVal>
            <c:numRef>
              <c:f>Presentation!$AK$64:$AK$603</c:f>
              <c:numCache>
                <c:formatCode>General</c:formatCode>
                <c:ptCount val="540"/>
                <c:pt idx="0">
                  <c:v>526.815744377383</c:v>
                </c:pt>
                <c:pt idx="1">
                  <c:v>539.36101395284595</c:v>
                </c:pt>
                <c:pt idx="2">
                  <c:v>552.96140441230398</c:v>
                </c:pt>
                <c:pt idx="3">
                  <c:v>564.38421440337402</c:v>
                </c:pt>
                <c:pt idx="4">
                  <c:v>569.78741038718897</c:v>
                </c:pt>
                <c:pt idx="5">
                  <c:v>574.463650764215</c:v>
                </c:pt>
                <c:pt idx="6">
                  <c:v>585.79354721215805</c:v>
                </c:pt>
                <c:pt idx="7">
                  <c:v>595.93272216457206</c:v>
                </c:pt>
                <c:pt idx="8">
                  <c:v>608.410733027785</c:v>
                </c:pt>
                <c:pt idx="9">
                  <c:v>619.79896660098996</c:v>
                </c:pt>
                <c:pt idx="10">
                  <c:v>630.46612878910503</c:v>
                </c:pt>
                <c:pt idx="11">
                  <c:v>643.23429754126698</c:v>
                </c:pt>
                <c:pt idx="12">
                  <c:v>644.30706525397204</c:v>
                </c:pt>
                <c:pt idx="13">
                  <c:v>651.26227076080704</c:v>
                </c:pt>
                <c:pt idx="14">
                  <c:v>666.78090193548803</c:v>
                </c:pt>
                <c:pt idx="15">
                  <c:v>681.92927430026896</c:v>
                </c:pt>
                <c:pt idx="16">
                  <c:v>695.61551411984794</c:v>
                </c:pt>
                <c:pt idx="17">
                  <c:v>699.62636709943695</c:v>
                </c:pt>
                <c:pt idx="18">
                  <c:v>712.58694891726202</c:v>
                </c:pt>
                <c:pt idx="19">
                  <c:v>721.806002220957</c:v>
                </c:pt>
                <c:pt idx="20">
                  <c:v>731.80082911143199</c:v>
                </c:pt>
                <c:pt idx="21">
                  <c:v>746.071359543624</c:v>
                </c:pt>
                <c:pt idx="22">
                  <c:v>754.98269537627198</c:v>
                </c:pt>
                <c:pt idx="23">
                  <c:v>765.71447262183494</c:v>
                </c:pt>
                <c:pt idx="24">
                  <c:v>764.74552093918498</c:v>
                </c:pt>
                <c:pt idx="25">
                  <c:v>775.98715679501595</c:v>
                </c:pt>
                <c:pt idx="26">
                  <c:v>776.10927731058598</c:v>
                </c:pt>
                <c:pt idx="27">
                  <c:v>790.53495257251802</c:v>
                </c:pt>
                <c:pt idx="28">
                  <c:v>804.35485904555105</c:v>
                </c:pt>
                <c:pt idx="29">
                  <c:v>817.49839737506102</c:v>
                </c:pt>
                <c:pt idx="30">
                  <c:v>816.52350584733097</c:v>
                </c:pt>
                <c:pt idx="31">
                  <c:v>826.13729863134097</c:v>
                </c:pt>
                <c:pt idx="32">
                  <c:v>839.06784932759899</c:v>
                </c:pt>
                <c:pt idx="33">
                  <c:v>849.96099006947304</c:v>
                </c:pt>
                <c:pt idx="34">
                  <c:v>850.55153292377599</c:v>
                </c:pt>
                <c:pt idx="35">
                  <c:v>861.07072132951396</c:v>
                </c:pt>
                <c:pt idx="36">
                  <c:v>878.09739066946202</c:v>
                </c:pt>
                <c:pt idx="37">
                  <c:v>887.78554539464699</c:v>
                </c:pt>
                <c:pt idx="38">
                  <c:v>909.26132794845603</c:v>
                </c:pt>
                <c:pt idx="39">
                  <c:v>913.59455482223404</c:v>
                </c:pt>
                <c:pt idx="40">
                  <c:v>923.68397010586295</c:v>
                </c:pt>
                <c:pt idx="41">
                  <c:v>934.60532915044303</c:v>
                </c:pt>
                <c:pt idx="42">
                  <c:v>945.97324193671705</c:v>
                </c:pt>
                <c:pt idx="43">
                  <c:v>957.174530051646</c:v>
                </c:pt>
                <c:pt idx="44">
                  <c:v>961.01454224967404</c:v>
                </c:pt>
                <c:pt idx="45">
                  <c:v>968.31003747918805</c:v>
                </c:pt>
                <c:pt idx="46">
                  <c:v>984.70887336518604</c:v>
                </c:pt>
                <c:pt idx="47">
                  <c:v>1000.2534391834899</c:v>
                </c:pt>
                <c:pt idx="48">
                  <c:v>1010.18681663163</c:v>
                </c:pt>
                <c:pt idx="49">
                  <c:v>1005.46031047491</c:v>
                </c:pt>
                <c:pt idx="50">
                  <c:v>1026.1353262154601</c:v>
                </c:pt>
                <c:pt idx="51">
                  <c:v>1042.27832090231</c:v>
                </c:pt>
                <c:pt idx="52">
                  <c:v>1052.8111294273499</c:v>
                </c:pt>
                <c:pt idx="53">
                  <c:v>1066.5052200431001</c:v>
                </c:pt>
                <c:pt idx="54">
                  <c:v>1092.4232204211501</c:v>
                </c:pt>
                <c:pt idx="55">
                  <c:v>1100.5380881036499</c:v>
                </c:pt>
                <c:pt idx="56">
                  <c:v>1105.74579911249</c:v>
                </c:pt>
                <c:pt idx="57">
                  <c:v>1122.04894957033</c:v>
                </c:pt>
                <c:pt idx="58">
                  <c:v>1123.92160311572</c:v>
                </c:pt>
                <c:pt idx="59">
                  <c:v>1126.9889700507499</c:v>
                </c:pt>
                <c:pt idx="60">
                  <c:v>1145.61596498585</c:v>
                </c:pt>
                <c:pt idx="61">
                  <c:v>1159.7182527861701</c:v>
                </c:pt>
                <c:pt idx="62">
                  <c:v>1168.8809923256699</c:v>
                </c:pt>
                <c:pt idx="63">
                  <c:v>1171.8653222703001</c:v>
                </c:pt>
                <c:pt idx="64">
                  <c:v>1177.90478904831</c:v>
                </c:pt>
                <c:pt idx="65">
                  <c:v>1184.77718887071</c:v>
                </c:pt>
                <c:pt idx="66">
                  <c:v>1188.39885759306</c:v>
                </c:pt>
                <c:pt idx="67">
                  <c:v>1207.58240772715</c:v>
                </c:pt>
                <c:pt idx="68">
                  <c:v>1212.33240440437</c:v>
                </c:pt>
                <c:pt idx="69">
                  <c:v>1227.9988889920101</c:v>
                </c:pt>
                <c:pt idx="70">
                  <c:v>1221.54189949181</c:v>
                </c:pt>
                <c:pt idx="71">
                  <c:v>1240.57383310463</c:v>
                </c:pt>
                <c:pt idx="72">
                  <c:v>1259.50175666578</c:v>
                </c:pt>
                <c:pt idx="73">
                  <c:v>1271.05798259669</c:v>
                </c:pt>
                <c:pt idx="74">
                  <c:v>1281.9093909077901</c:v>
                </c:pt>
                <c:pt idx="75">
                  <c:v>1293.9637972354799</c:v>
                </c:pt>
                <c:pt idx="76">
                  <c:v>1306.7711409252699</c:v>
                </c:pt>
                <c:pt idx="77">
                  <c:v>1311.84980796064</c:v>
                </c:pt>
                <c:pt idx="78">
                  <c:v>1325.32593378554</c:v>
                </c:pt>
                <c:pt idx="79">
                  <c:v>1335.68613826051</c:v>
                </c:pt>
                <c:pt idx="80">
                  <c:v>1344.1741995349</c:v>
                </c:pt>
                <c:pt idx="81">
                  <c:v>1356.9591933081299</c:v>
                </c:pt>
                <c:pt idx="82">
                  <c:v>1363.3070528477899</c:v>
                </c:pt>
                <c:pt idx="83">
                  <c:v>1367.0432253105901</c:v>
                </c:pt>
                <c:pt idx="84">
                  <c:v>1371.09556293427</c:v>
                </c:pt>
                <c:pt idx="85">
                  <c:v>1402.67745439502</c:v>
                </c:pt>
                <c:pt idx="86">
                  <c:v>1419.33566650804</c:v>
                </c:pt>
                <c:pt idx="87">
                  <c:v>1424.82153898347</c:v>
                </c:pt>
                <c:pt idx="88">
                  <c:v>1425.3049180446801</c:v>
                </c:pt>
                <c:pt idx="89">
                  <c:v>1436.54747149782</c:v>
                </c:pt>
                <c:pt idx="90">
                  <c:v>1454.9592650852601</c:v>
                </c:pt>
                <c:pt idx="91">
                  <c:v>1462.93729365579</c:v>
                </c:pt>
                <c:pt idx="92">
                  <c:v>1471.6655220417299</c:v>
                </c:pt>
                <c:pt idx="93">
                  <c:v>1492.9475646410899</c:v>
                </c:pt>
                <c:pt idx="94">
                  <c:v>1486.70119271522</c:v>
                </c:pt>
                <c:pt idx="95">
                  <c:v>1489.8659897667801</c:v>
                </c:pt>
                <c:pt idx="96">
                  <c:v>1494.7210147419501</c:v>
                </c:pt>
                <c:pt idx="97">
                  <c:v>1500.7708504888701</c:v>
                </c:pt>
                <c:pt idx="98">
                  <c:v>1508.11911775931</c:v>
                </c:pt>
                <c:pt idx="99">
                  <c:v>1519.8600793558101</c:v>
                </c:pt>
                <c:pt idx="100">
                  <c:v>1543.0769522256201</c:v>
                </c:pt>
                <c:pt idx="101">
                  <c:v>1553.4997704764601</c:v>
                </c:pt>
                <c:pt idx="102">
                  <c:v>1546.38059749996</c:v>
                </c:pt>
                <c:pt idx="103">
                  <c:v>1571.5137767005299</c:v>
                </c:pt>
                <c:pt idx="104">
                  <c:v>1597.69483236716</c:v>
                </c:pt>
                <c:pt idx="105">
                  <c:v>1610.35326324019</c:v>
                </c:pt>
                <c:pt idx="106">
                  <c:v>1602.1455010515799</c:v>
                </c:pt>
                <c:pt idx="107">
                  <c:v>1627.2260432590101</c:v>
                </c:pt>
                <c:pt idx="108">
                  <c:v>1642.7654336104099</c:v>
                </c:pt>
                <c:pt idx="109">
                  <c:v>1652.40334688136</c:v>
                </c:pt>
                <c:pt idx="110">
                  <c:v>1656.7684680194</c:v>
                </c:pt>
                <c:pt idx="111">
                  <c:v>1675.6313605550699</c:v>
                </c:pt>
                <c:pt idx="112">
                  <c:v>1682.8365444726701</c:v>
                </c:pt>
                <c:pt idx="113">
                  <c:v>1693.79255192706</c:v>
                </c:pt>
                <c:pt idx="114">
                  <c:v>1704.4128723479701</c:v>
                </c:pt>
                <c:pt idx="115">
                  <c:v>1719.58386270607</c:v>
                </c:pt>
                <c:pt idx="116">
                  <c:v>1721.2440749561299</c:v>
                </c:pt>
                <c:pt idx="117">
                  <c:v>1734.0755670599699</c:v>
                </c:pt>
                <c:pt idx="118">
                  <c:v>1743.0685583442801</c:v>
                </c:pt>
                <c:pt idx="119">
                  <c:v>1753.4291149360699</c:v>
                </c:pt>
                <c:pt idx="120">
                  <c:v>1748.67420555542</c:v>
                </c:pt>
                <c:pt idx="121">
                  <c:v>1767.54958823979</c:v>
                </c:pt>
                <c:pt idx="122">
                  <c:v>1792.7128516113</c:v>
                </c:pt>
                <c:pt idx="123">
                  <c:v>1789.4887734552899</c:v>
                </c:pt>
                <c:pt idx="124">
                  <c:v>1789.21103906761</c:v>
                </c:pt>
                <c:pt idx="125">
                  <c:v>1806.7336342562201</c:v>
                </c:pt>
                <c:pt idx="126">
                  <c:v>1824.29717614734</c:v>
                </c:pt>
                <c:pt idx="127">
                  <c:v>1817.0010148007</c:v>
                </c:pt>
                <c:pt idx="128">
                  <c:v>1829.8244998656301</c:v>
                </c:pt>
                <c:pt idx="129">
                  <c:v>1848.6283880194601</c:v>
                </c:pt>
                <c:pt idx="130">
                  <c:v>1857.61870648748</c:v>
                </c:pt>
                <c:pt idx="131">
                  <c:v>1865.32324312577</c:v>
                </c:pt>
                <c:pt idx="132">
                  <c:v>1850.92372568223</c:v>
                </c:pt>
                <c:pt idx="133">
                  <c:v>1868.08664262205</c:v>
                </c:pt>
                <c:pt idx="134">
                  <c:v>1895.9501873879799</c:v>
                </c:pt>
                <c:pt idx="135">
                  <c:v>1904.24138555999</c:v>
                </c:pt>
                <c:pt idx="136">
                  <c:v>1918.9009668755</c:v>
                </c:pt>
                <c:pt idx="137">
                  <c:v>1902.63850999377</c:v>
                </c:pt>
                <c:pt idx="138">
                  <c:v>1940.1978630163001</c:v>
                </c:pt>
                <c:pt idx="139">
                  <c:v>1943.6367512260599</c:v>
                </c:pt>
                <c:pt idx="140">
                  <c:v>1960.28265522779</c:v>
                </c:pt>
                <c:pt idx="141">
                  <c:v>1971.3439370460601</c:v>
                </c:pt>
                <c:pt idx="142">
                  <c:v>2012.09034666969</c:v>
                </c:pt>
                <c:pt idx="143">
                  <c:v>2013.92738153716</c:v>
                </c:pt>
                <c:pt idx="144">
                  <c:v>2000.5406215190801</c:v>
                </c:pt>
                <c:pt idx="145">
                  <c:v>2009.20178089107</c:v>
                </c:pt>
                <c:pt idx="146">
                  <c:v>2023.4125656682199</c:v>
                </c:pt>
                <c:pt idx="147">
                  <c:v>2014.4443033646201</c:v>
                </c:pt>
                <c:pt idx="148">
                  <c:v>2026.84972259443</c:v>
                </c:pt>
                <c:pt idx="149">
                  <c:v>2046.93405864945</c:v>
                </c:pt>
                <c:pt idx="150">
                  <c:v>2056.1484452125901</c:v>
                </c:pt>
                <c:pt idx="151">
                  <c:v>2073.81631655515</c:v>
                </c:pt>
                <c:pt idx="152">
                  <c:v>2067.8435640876901</c:v>
                </c:pt>
                <c:pt idx="153">
                  <c:v>2096.0810364034801</c:v>
                </c:pt>
                <c:pt idx="154">
                  <c:v>2088.0316487867599</c:v>
                </c:pt>
                <c:pt idx="155">
                  <c:v>2103.3086686111301</c:v>
                </c:pt>
                <c:pt idx="156">
                  <c:v>2096.7755375808101</c:v>
                </c:pt>
                <c:pt idx="157">
                  <c:v>2119.0983029708</c:v>
                </c:pt>
                <c:pt idx="158">
                  <c:v>2141.9019762686098</c:v>
                </c:pt>
                <c:pt idx="159">
                  <c:v>2133.3343378158502</c:v>
                </c:pt>
                <c:pt idx="160">
                  <c:v>2137.98006125033</c:v>
                </c:pt>
                <c:pt idx="161">
                  <c:v>2161.2984730274802</c:v>
                </c:pt>
                <c:pt idx="162">
                  <c:v>2174.4575547038198</c:v>
                </c:pt>
                <c:pt idx="163">
                  <c:v>2170.8295341685398</c:v>
                </c:pt>
                <c:pt idx="164">
                  <c:v>2178.10912640079</c:v>
                </c:pt>
                <c:pt idx="165">
                  <c:v>2192.39919305079</c:v>
                </c:pt>
                <c:pt idx="166">
                  <c:v>2208.6475539061898</c:v>
                </c:pt>
                <c:pt idx="167">
                  <c:v>2199.5255266321201</c:v>
                </c:pt>
                <c:pt idx="168">
                  <c:v>2214.44881187701</c:v>
                </c:pt>
                <c:pt idx="169">
                  <c:v>2222.01834757795</c:v>
                </c:pt>
                <c:pt idx="170">
                  <c:v>2236.57638292916</c:v>
                </c:pt>
                <c:pt idx="171">
                  <c:v>2244.9789567254002</c:v>
                </c:pt>
                <c:pt idx="172">
                  <c:v>2258.4621997424401</c:v>
                </c:pt>
                <c:pt idx="173">
                  <c:v>2264.900672189</c:v>
                </c:pt>
                <c:pt idx="174">
                  <c:v>2272.4379581163698</c:v>
                </c:pt>
                <c:pt idx="175">
                  <c:v>2282.7406030030202</c:v>
                </c:pt>
                <c:pt idx="176">
                  <c:v>2302.1360735121998</c:v>
                </c:pt>
                <c:pt idx="177">
                  <c:v>2304.4660368085201</c:v>
                </c:pt>
                <c:pt idx="178">
                  <c:v>2302.05452478813</c:v>
                </c:pt>
                <c:pt idx="179">
                  <c:v>2317.9459584686001</c:v>
                </c:pt>
                <c:pt idx="180">
                  <c:v>2316.72379364995</c:v>
                </c:pt>
                <c:pt idx="181">
                  <c:v>2335.7487138187198</c:v>
                </c:pt>
                <c:pt idx="182">
                  <c:v>2339.7669022007899</c:v>
                </c:pt>
                <c:pt idx="183">
                  <c:v>2353.7425421768098</c:v>
                </c:pt>
                <c:pt idx="184">
                  <c:v>2344.1146282781501</c:v>
                </c:pt>
                <c:pt idx="185">
                  <c:v>2352.6674746284298</c:v>
                </c:pt>
                <c:pt idx="186">
                  <c:v>2361.7030660893001</c:v>
                </c:pt>
                <c:pt idx="187">
                  <c:v>2378.0496720073102</c:v>
                </c:pt>
                <c:pt idx="188">
                  <c:v>2371.0032510073302</c:v>
                </c:pt>
                <c:pt idx="189">
                  <c:v>2373.6017654064399</c:v>
                </c:pt>
                <c:pt idx="190">
                  <c:v>2389.50191690559</c:v>
                </c:pt>
                <c:pt idx="191">
                  <c:v>2396.8925546353398</c:v>
                </c:pt>
                <c:pt idx="192">
                  <c:v>2412.45181807166</c:v>
                </c:pt>
                <c:pt idx="193">
                  <c:v>2412.86417709643</c:v>
                </c:pt>
                <c:pt idx="194">
                  <c:v>2426.8137303323501</c:v>
                </c:pt>
                <c:pt idx="195">
                  <c:v>2434.04858637384</c:v>
                </c:pt>
                <c:pt idx="196">
                  <c:v>2445.69222762451</c:v>
                </c:pt>
                <c:pt idx="197">
                  <c:v>2450.0635070068602</c:v>
                </c:pt>
                <c:pt idx="198">
                  <c:v>2459.70305256752</c:v>
                </c:pt>
                <c:pt idx="199">
                  <c:v>2465.34847021939</c:v>
                </c:pt>
                <c:pt idx="200">
                  <c:v>2484.4632785134299</c:v>
                </c:pt>
                <c:pt idx="201">
                  <c:v>2471.1811656106502</c:v>
                </c:pt>
                <c:pt idx="202">
                  <c:v>2483.3700889537499</c:v>
                </c:pt>
                <c:pt idx="203">
                  <c:v>2494.7088808926501</c:v>
                </c:pt>
                <c:pt idx="204">
                  <c:v>2505.6640145583001</c:v>
                </c:pt>
                <c:pt idx="205">
                  <c:v>2520.38082427159</c:v>
                </c:pt>
                <c:pt idx="206">
                  <c:v>2490.55622327531</c:v>
                </c:pt>
                <c:pt idx="207">
                  <c:v>2528.1190500580401</c:v>
                </c:pt>
                <c:pt idx="208">
                  <c:v>2544.5758639554301</c:v>
                </c:pt>
                <c:pt idx="209">
                  <c:v>2562.1201211216098</c:v>
                </c:pt>
                <c:pt idx="210">
                  <c:v>2569.5030660120301</c:v>
                </c:pt>
                <c:pt idx="211">
                  <c:v>2561.8221999132802</c:v>
                </c:pt>
                <c:pt idx="212">
                  <c:v>2599.9142560230498</c:v>
                </c:pt>
                <c:pt idx="213">
                  <c:v>2592.4191907828699</c:v>
                </c:pt>
                <c:pt idx="214">
                  <c:v>2616.4568001912498</c:v>
                </c:pt>
                <c:pt idx="215">
                  <c:v>2610.5988197767001</c:v>
                </c:pt>
                <c:pt idx="216">
                  <c:v>2623.2306682092899</c:v>
                </c:pt>
                <c:pt idx="217">
                  <c:v>2624.8272271697101</c:v>
                </c:pt>
                <c:pt idx="218">
                  <c:v>2621.49642183674</c:v>
                </c:pt>
                <c:pt idx="219">
                  <c:v>2621.22590717912</c:v>
                </c:pt>
                <c:pt idx="220">
                  <c:v>2639.28759983591</c:v>
                </c:pt>
                <c:pt idx="221">
                  <c:v>2656.8790573522301</c:v>
                </c:pt>
                <c:pt idx="222">
                  <c:v>2645.2012140793399</c:v>
                </c:pt>
                <c:pt idx="223">
                  <c:v>2651.70875458215</c:v>
                </c:pt>
                <c:pt idx="224">
                  <c:v>2661.2907078078401</c:v>
                </c:pt>
                <c:pt idx="225">
                  <c:v>2652.3664161976599</c:v>
                </c:pt>
                <c:pt idx="226">
                  <c:v>2652.2212428945099</c:v>
                </c:pt>
                <c:pt idx="227">
                  <c:v>2644.0778579627799</c:v>
                </c:pt>
                <c:pt idx="228">
                  <c:v>2654.4025572284399</c:v>
                </c:pt>
                <c:pt idx="229">
                  <c:v>2699.94406667979</c:v>
                </c:pt>
                <c:pt idx="230">
                  <c:v>2666.7654545536202</c:v>
                </c:pt>
                <c:pt idx="231">
                  <c:v>2709.6426956570799</c:v>
                </c:pt>
                <c:pt idx="232">
                  <c:v>2672.48790292892</c:v>
                </c:pt>
                <c:pt idx="233">
                  <c:v>2724.30324711808</c:v>
                </c:pt>
                <c:pt idx="234">
                  <c:v>2735.44879745462</c:v>
                </c:pt>
                <c:pt idx="235">
                  <c:v>2772.6094242264699</c:v>
                </c:pt>
                <c:pt idx="236">
                  <c:v>2764.9517390650199</c:v>
                </c:pt>
                <c:pt idx="237">
                  <c:v>2796.7162978155302</c:v>
                </c:pt>
                <c:pt idx="238">
                  <c:v>2808.0771304086202</c:v>
                </c:pt>
                <c:pt idx="239">
                  <c:v>2790.9114379205198</c:v>
                </c:pt>
                <c:pt idx="240">
                  <c:v>2763.2183276416699</c:v>
                </c:pt>
                <c:pt idx="241">
                  <c:v>2780.6040277264601</c:v>
                </c:pt>
                <c:pt idx="242">
                  <c:v>2821.6624118947798</c:v>
                </c:pt>
                <c:pt idx="243">
                  <c:v>2827.1920484265202</c:v>
                </c:pt>
                <c:pt idx="244">
                  <c:v>2836.2051802373699</c:v>
                </c:pt>
                <c:pt idx="245">
                  <c:v>2807.5764114941098</c:v>
                </c:pt>
                <c:pt idx="246">
                  <c:v>2844.66240661552</c:v>
                </c:pt>
                <c:pt idx="247">
                  <c:v>2858.54912750018</c:v>
                </c:pt>
                <c:pt idx="248">
                  <c:v>2869.6301366373</c:v>
                </c:pt>
                <c:pt idx="249">
                  <c:v>2886.3704560329402</c:v>
                </c:pt>
                <c:pt idx="250">
                  <c:v>2905.27448816469</c:v>
                </c:pt>
                <c:pt idx="251">
                  <c:v>2908.1233794493901</c:v>
                </c:pt>
                <c:pt idx="252">
                  <c:v>2868.8965490708802</c:v>
                </c:pt>
                <c:pt idx="253">
                  <c:v>2880.4171415717901</c:v>
                </c:pt>
                <c:pt idx="254">
                  <c:v>2888.5059116973198</c:v>
                </c:pt>
                <c:pt idx="255">
                  <c:v>2908.7627583459898</c:v>
                </c:pt>
                <c:pt idx="256">
                  <c:v>2901.04046118317</c:v>
                </c:pt>
                <c:pt idx="257">
                  <c:v>2910.26929007939</c:v>
                </c:pt>
                <c:pt idx="258">
                  <c:v>2919.36135680701</c:v>
                </c:pt>
                <c:pt idx="259">
                  <c:v>2930.70809012981</c:v>
                </c:pt>
                <c:pt idx="260">
                  <c:v>2915.2843242261602</c:v>
                </c:pt>
                <c:pt idx="261">
                  <c:v>2934.9925616741998</c:v>
                </c:pt>
                <c:pt idx="262">
                  <c:v>2963.27251435585</c:v>
                </c:pt>
                <c:pt idx="263">
                  <c:v>2967.3245754640502</c:v>
                </c:pt>
                <c:pt idx="264">
                  <c:v>2954.9310139055901</c:v>
                </c:pt>
                <c:pt idx="265">
                  <c:v>2959.3025635152298</c:v>
                </c:pt>
                <c:pt idx="266">
                  <c:v>2976.3306222210199</c:v>
                </c:pt>
                <c:pt idx="267">
                  <c:v>2970.6181711047002</c:v>
                </c:pt>
                <c:pt idx="268">
                  <c:v>2958.5175708679399</c:v>
                </c:pt>
                <c:pt idx="269">
                  <c:v>2979.6152143772201</c:v>
                </c:pt>
                <c:pt idx="270">
                  <c:v>2987.9012570498198</c:v>
                </c:pt>
                <c:pt idx="271">
                  <c:v>3000.6968968791398</c:v>
                </c:pt>
                <c:pt idx="272">
                  <c:v>2981.8219388645598</c:v>
                </c:pt>
                <c:pt idx="273">
                  <c:v>2994.23168237542</c:v>
                </c:pt>
                <c:pt idx="274">
                  <c:v>2996.0615321953701</c:v>
                </c:pt>
                <c:pt idx="275">
                  <c:v>3018.0018737619098</c:v>
                </c:pt>
                <c:pt idx="276">
                  <c:v>2978.4177039911101</c:v>
                </c:pt>
                <c:pt idx="277">
                  <c:v>2979.5998258876202</c:v>
                </c:pt>
                <c:pt idx="278">
                  <c:v>3056.7802159007601</c:v>
                </c:pt>
                <c:pt idx="279">
                  <c:v>3052.9620024608098</c:v>
                </c:pt>
                <c:pt idx="280">
                  <c:v>3057.6239222694699</c:v>
                </c:pt>
                <c:pt idx="281">
                  <c:v>2990.7449964954499</c:v>
                </c:pt>
                <c:pt idx="282">
                  <c:v>3067.2858729371401</c:v>
                </c:pt>
                <c:pt idx="283">
                  <c:v>3075.8289852634898</c:v>
                </c:pt>
                <c:pt idx="284">
                  <c:v>3068.87346098116</c:v>
                </c:pt>
                <c:pt idx="285">
                  <c:v>3080.40940023553</c:v>
                </c:pt>
                <c:pt idx="286">
                  <c:v>3143.8440090089298</c:v>
                </c:pt>
                <c:pt idx="287">
                  <c:v>3157.1125781812002</c:v>
                </c:pt>
                <c:pt idx="288">
                  <c:v>3095.7702629813198</c:v>
                </c:pt>
                <c:pt idx="289">
                  <c:v>3113.93112040506</c:v>
                </c:pt>
                <c:pt idx="290">
                  <c:v>3131.4760004719301</c:v>
                </c:pt>
                <c:pt idx="291">
                  <c:v>3117.4592423662398</c:v>
                </c:pt>
                <c:pt idx="292">
                  <c:v>3110.9880207070501</c:v>
                </c:pt>
                <c:pt idx="293">
                  <c:v>3140.1845648721501</c:v>
                </c:pt>
                <c:pt idx="294">
                  <c:v>3157.3956238973701</c:v>
                </c:pt>
                <c:pt idx="295">
                  <c:v>3160.5935995920599</c:v>
                </c:pt>
                <c:pt idx="296">
                  <c:v>3138.0748967494401</c:v>
                </c:pt>
                <c:pt idx="297">
                  <c:v>3174.4377718852302</c:v>
                </c:pt>
                <c:pt idx="298">
                  <c:v>3197.9681595802899</c:v>
                </c:pt>
                <c:pt idx="299">
                  <c:v>3187.5238854964</c:v>
                </c:pt>
                <c:pt idx="300">
                  <c:v>3160.55712470649</c:v>
                </c:pt>
                <c:pt idx="301">
                  <c:v>3161.5561756470402</c:v>
                </c:pt>
                <c:pt idx="302">
                  <c:v>3187.9592854513999</c:v>
                </c:pt>
                <c:pt idx="303">
                  <c:v>3162.52088350553</c:v>
                </c:pt>
                <c:pt idx="304">
                  <c:v>3172.0235179080801</c:v>
                </c:pt>
                <c:pt idx="305">
                  <c:v>3168.64838109929</c:v>
                </c:pt>
                <c:pt idx="306">
                  <c:v>3194.7602784104502</c:v>
                </c:pt>
                <c:pt idx="307">
                  <c:v>3191.37812086452</c:v>
                </c:pt>
                <c:pt idx="308">
                  <c:v>3163.5226049128</c:v>
                </c:pt>
                <c:pt idx="309">
                  <c:v>3186.7698596063501</c:v>
                </c:pt>
                <c:pt idx="310">
                  <c:v>3228.88142134294</c:v>
                </c:pt>
                <c:pt idx="311">
                  <c:v>3244.1696276047401</c:v>
                </c:pt>
                <c:pt idx="312">
                  <c:v>3253.2840366978598</c:v>
                </c:pt>
                <c:pt idx="313">
                  <c:v>3246.4821798907101</c:v>
                </c:pt>
                <c:pt idx="314">
                  <c:v>3264.2948284383301</c:v>
                </c:pt>
                <c:pt idx="315">
                  <c:v>3232.0941705781402</c:v>
                </c:pt>
                <c:pt idx="316">
                  <c:v>3241.7376520827502</c:v>
                </c:pt>
                <c:pt idx="317">
                  <c:v>3287.35515313008</c:v>
                </c:pt>
                <c:pt idx="318">
                  <c:v>3304.7294275729</c:v>
                </c:pt>
                <c:pt idx="319">
                  <c:v>3309.7323623606298</c:v>
                </c:pt>
                <c:pt idx="320">
                  <c:v>3260.3823475883801</c:v>
                </c:pt>
                <c:pt idx="321">
                  <c:v>3308.4629764870901</c:v>
                </c:pt>
                <c:pt idx="322">
                  <c:v>3297.3091495465701</c:v>
                </c:pt>
                <c:pt idx="323">
                  <c:v>3297.32249582239</c:v>
                </c:pt>
                <c:pt idx="324">
                  <c:v>3316.2352288638799</c:v>
                </c:pt>
                <c:pt idx="325">
                  <c:v>3361.3223810681202</c:v>
                </c:pt>
                <c:pt idx="326">
                  <c:v>3368.7736077477498</c:v>
                </c:pt>
                <c:pt idx="327">
                  <c:v>3328.1409188733601</c:v>
                </c:pt>
                <c:pt idx="328">
                  <c:v>3359.7604045818998</c:v>
                </c:pt>
                <c:pt idx="329">
                  <c:v>3371.7316997907101</c:v>
                </c:pt>
                <c:pt idx="330">
                  <c:v>3388.1954817804799</c:v>
                </c:pt>
                <c:pt idx="331">
                  <c:v>3304.2805661153602</c:v>
                </c:pt>
                <c:pt idx="332">
                  <c:v>3307.66134514132</c:v>
                </c:pt>
                <c:pt idx="333">
                  <c:v>3363.9582724390302</c:v>
                </c:pt>
                <c:pt idx="334">
                  <c:v>3384.3608159068699</c:v>
                </c:pt>
                <c:pt idx="335">
                  <c:v>3391.2929970877299</c:v>
                </c:pt>
                <c:pt idx="336">
                  <c:v>3329.1912445602602</c:v>
                </c:pt>
                <c:pt idx="337">
                  <c:v>3366.5570045730801</c:v>
                </c:pt>
                <c:pt idx="338">
                  <c:v>3378.1989488980098</c:v>
                </c:pt>
                <c:pt idx="339">
                  <c:v>3390.2518668589801</c:v>
                </c:pt>
                <c:pt idx="340">
                  <c:v>3393.11368200065</c:v>
                </c:pt>
                <c:pt idx="341">
                  <c:v>3460.1675111077402</c:v>
                </c:pt>
                <c:pt idx="342">
                  <c:v>3460.4070054559202</c:v>
                </c:pt>
                <c:pt idx="343">
                  <c:v>3419.82906051897</c:v>
                </c:pt>
                <c:pt idx="344">
                  <c:v>3441.6329147342199</c:v>
                </c:pt>
                <c:pt idx="345">
                  <c:v>3402.1339251391601</c:v>
                </c:pt>
                <c:pt idx="346">
                  <c:v>3407.9520028410702</c:v>
                </c:pt>
                <c:pt idx="347">
                  <c:v>3427.16046181613</c:v>
                </c:pt>
                <c:pt idx="348">
                  <c:v>3465.8330368440702</c:v>
                </c:pt>
                <c:pt idx="349">
                  <c:v>3477.8838278913499</c:v>
                </c:pt>
                <c:pt idx="350">
                  <c:v>3437.9700254518998</c:v>
                </c:pt>
                <c:pt idx="351">
                  <c:v>3472.32793237843</c:v>
                </c:pt>
                <c:pt idx="352">
                  <c:v>3491.5050587140399</c:v>
                </c:pt>
                <c:pt idx="353">
                  <c:v>3508.3669546231099</c:v>
                </c:pt>
                <c:pt idx="354">
                  <c:v>3496.46186187174</c:v>
                </c:pt>
                <c:pt idx="355">
                  <c:v>3539.9873999367301</c:v>
                </c:pt>
                <c:pt idx="356">
                  <c:v>3545.0565225874798</c:v>
                </c:pt>
                <c:pt idx="357">
                  <c:v>3492.6104113430201</c:v>
                </c:pt>
                <c:pt idx="358">
                  <c:v>3522.1982375160201</c:v>
                </c:pt>
                <c:pt idx="359">
                  <c:v>3501.1514204945101</c:v>
                </c:pt>
                <c:pt idx="360">
                  <c:v>3507.1497377873702</c:v>
                </c:pt>
                <c:pt idx="361">
                  <c:v>3521.4145019551402</c:v>
                </c:pt>
                <c:pt idx="362">
                  <c:v>3552.9050657617499</c:v>
                </c:pt>
                <c:pt idx="363">
                  <c:v>3561.2001417364199</c:v>
                </c:pt>
                <c:pt idx="364">
                  <c:v>3551.28977133221</c:v>
                </c:pt>
                <c:pt idx="365">
                  <c:v>3549.3303019217101</c:v>
                </c:pt>
                <c:pt idx="366">
                  <c:v>3554.1501254478999</c:v>
                </c:pt>
                <c:pt idx="367">
                  <c:v>3556.9496024239102</c:v>
                </c:pt>
                <c:pt idx="368">
                  <c:v>3558.9569801440198</c:v>
                </c:pt>
                <c:pt idx="369">
                  <c:v>3550.6286602099999</c:v>
                </c:pt>
                <c:pt idx="370">
                  <c:v>3565.0638425724701</c:v>
                </c:pt>
                <c:pt idx="371">
                  <c:v>3575.68852752148</c:v>
                </c:pt>
                <c:pt idx="372">
                  <c:v>3600.4607793669602</c:v>
                </c:pt>
                <c:pt idx="373">
                  <c:v>3590.99856774517</c:v>
                </c:pt>
                <c:pt idx="374">
                  <c:v>3609.23698354936</c:v>
                </c:pt>
                <c:pt idx="375">
                  <c:v>3641.7617595050201</c:v>
                </c:pt>
                <c:pt idx="376">
                  <c:v>3659.45973374287</c:v>
                </c:pt>
                <c:pt idx="377">
                  <c:v>3635.31202165677</c:v>
                </c:pt>
                <c:pt idx="378">
                  <c:v>3663.53758625913</c:v>
                </c:pt>
                <c:pt idx="379">
                  <c:v>3695.7404278567001</c:v>
                </c:pt>
                <c:pt idx="380">
                  <c:v>3700.71186301128</c:v>
                </c:pt>
                <c:pt idx="381">
                  <c:v>3670.0252558505199</c:v>
                </c:pt>
                <c:pt idx="382">
                  <c:v>3691.7875779357701</c:v>
                </c:pt>
                <c:pt idx="383">
                  <c:v>3697.20107507491</c:v>
                </c:pt>
                <c:pt idx="384">
                  <c:v>3686.2926812446399</c:v>
                </c:pt>
                <c:pt idx="385">
                  <c:v>3679.17767029689</c:v>
                </c:pt>
                <c:pt idx="386">
                  <c:v>3682.2087222078499</c:v>
                </c:pt>
                <c:pt idx="387">
                  <c:v>3703.5702207979198</c:v>
                </c:pt>
                <c:pt idx="388">
                  <c:v>3681.6406266672702</c:v>
                </c:pt>
                <c:pt idx="389">
                  <c:v>3693.28372381803</c:v>
                </c:pt>
                <c:pt idx="390">
                  <c:v>3645.1829288542199</c:v>
                </c:pt>
                <c:pt idx="391">
                  <c:v>3655.7349267610698</c:v>
                </c:pt>
                <c:pt idx="392">
                  <c:v>3702.4163746940399</c:v>
                </c:pt>
                <c:pt idx="393">
                  <c:v>3716.9333182267901</c:v>
                </c:pt>
                <c:pt idx="394">
                  <c:v>3725.3528096074001</c:v>
                </c:pt>
                <c:pt idx="395">
                  <c:v>3652.6916261094998</c:v>
                </c:pt>
                <c:pt idx="396">
                  <c:v>3697.8479941218702</c:v>
                </c:pt>
                <c:pt idx="397">
                  <c:v>3713.7233114862302</c:v>
                </c:pt>
                <c:pt idx="398">
                  <c:v>3688.1566802838802</c:v>
                </c:pt>
                <c:pt idx="399">
                  <c:v>3691.8168877650101</c:v>
                </c:pt>
                <c:pt idx="400">
                  <c:v>3767.38113835795</c:v>
                </c:pt>
                <c:pt idx="401">
                  <c:v>3785.53058895608</c:v>
                </c:pt>
                <c:pt idx="402">
                  <c:v>3759.8751417931999</c:v>
                </c:pt>
                <c:pt idx="403">
                  <c:v>3720.1858128617</c:v>
                </c:pt>
                <c:pt idx="404">
                  <c:v>3728.3333295849102</c:v>
                </c:pt>
                <c:pt idx="405">
                  <c:v>3731.7206218575302</c:v>
                </c:pt>
                <c:pt idx="406">
                  <c:v>3752.25187473397</c:v>
                </c:pt>
                <c:pt idx="407">
                  <c:v>3734.3217362668502</c:v>
                </c:pt>
                <c:pt idx="408">
                  <c:v>3755.9328417819702</c:v>
                </c:pt>
                <c:pt idx="409">
                  <c:v>3804.6173706511199</c:v>
                </c:pt>
                <c:pt idx="410">
                  <c:v>3797.8871599540398</c:v>
                </c:pt>
                <c:pt idx="411">
                  <c:v>3800.0789434220801</c:v>
                </c:pt>
                <c:pt idx="412">
                  <c:v>3771.4921949090699</c:v>
                </c:pt>
                <c:pt idx="413">
                  <c:v>3791.3284306554501</c:v>
                </c:pt>
                <c:pt idx="414">
                  <c:v>3803.7522780771601</c:v>
                </c:pt>
                <c:pt idx="415">
                  <c:v>3813.79965300822</c:v>
                </c:pt>
                <c:pt idx="416">
                  <c:v>3827.7779721687898</c:v>
                </c:pt>
                <c:pt idx="417">
                  <c:v>3881.5730033147602</c:v>
                </c:pt>
                <c:pt idx="418">
                  <c:v>3865.3008268431099</c:v>
                </c:pt>
                <c:pt idx="419">
                  <c:v>3839.9014066157501</c:v>
                </c:pt>
                <c:pt idx="420">
                  <c:v>3821.1122588634898</c:v>
                </c:pt>
                <c:pt idx="421">
                  <c:v>3851.9587119963198</c:v>
                </c:pt>
                <c:pt idx="422">
                  <c:v>3848.8399858370399</c:v>
                </c:pt>
                <c:pt idx="423">
                  <c:v>3874.2522418277699</c:v>
                </c:pt>
                <c:pt idx="424">
                  <c:v>3867.72836825275</c:v>
                </c:pt>
                <c:pt idx="425">
                  <c:v>3869.70634298715</c:v>
                </c:pt>
                <c:pt idx="426">
                  <c:v>3881.0527992485299</c:v>
                </c:pt>
                <c:pt idx="427">
                  <c:v>3830.8906878560001</c:v>
                </c:pt>
                <c:pt idx="428">
                  <c:v>3830.70902006603</c:v>
                </c:pt>
                <c:pt idx="429">
                  <c:v>3866.9259410109798</c:v>
                </c:pt>
                <c:pt idx="430">
                  <c:v>3877.01844325605</c:v>
                </c:pt>
                <c:pt idx="431">
                  <c:v>3830.8902696742298</c:v>
                </c:pt>
                <c:pt idx="432">
                  <c:v>3784.9174828448599</c:v>
                </c:pt>
                <c:pt idx="433">
                  <c:v>3868.8005403444899</c:v>
                </c:pt>
                <c:pt idx="434">
                  <c:v>3890.4156432147302</c:v>
                </c:pt>
                <c:pt idx="435">
                  <c:v>3919.8197530873499</c:v>
                </c:pt>
                <c:pt idx="436">
                  <c:v>3853.67599940946</c:v>
                </c:pt>
                <c:pt idx="437">
                  <c:v>3913.0874163612102</c:v>
                </c:pt>
                <c:pt idx="438">
                  <c:v>3927.41290208282</c:v>
                </c:pt>
                <c:pt idx="439">
                  <c:v>3952.0507747941001</c:v>
                </c:pt>
                <c:pt idx="440">
                  <c:v>3966.1087406434699</c:v>
                </c:pt>
                <c:pt idx="441">
                  <c:v>4015.4113401527502</c:v>
                </c:pt>
                <c:pt idx="442">
                  <c:v>3990.25388916067</c:v>
                </c:pt>
                <c:pt idx="443">
                  <c:v>3986.0038916823701</c:v>
                </c:pt>
                <c:pt idx="444">
                  <c:v>3932.9420796894101</c:v>
                </c:pt>
                <c:pt idx="445">
                  <c:v>3911.8302051061601</c:v>
                </c:pt>
                <c:pt idx="446">
                  <c:v>3952.0939090075999</c:v>
                </c:pt>
                <c:pt idx="447">
                  <c:v>4016.3220515787698</c:v>
                </c:pt>
                <c:pt idx="448">
                  <c:v>3989.07760825879</c:v>
                </c:pt>
                <c:pt idx="449">
                  <c:v>3881.7186423838498</c:v>
                </c:pt>
                <c:pt idx="450">
                  <c:v>3974.5741196797098</c:v>
                </c:pt>
                <c:pt idx="451">
                  <c:v>3993.8037749248701</c:v>
                </c:pt>
                <c:pt idx="452">
                  <c:v>4000.45748458449</c:v>
                </c:pt>
                <c:pt idx="453">
                  <c:v>3931.3272613151598</c:v>
                </c:pt>
                <c:pt idx="454">
                  <c:v>4047.5598176551698</c:v>
                </c:pt>
                <c:pt idx="455">
                  <c:v>4077.6299050867501</c:v>
                </c:pt>
                <c:pt idx="456">
                  <c:v>4042.5181031707498</c:v>
                </c:pt>
                <c:pt idx="457">
                  <c:v>4021.02598367164</c:v>
                </c:pt>
                <c:pt idx="458">
                  <c:v>4068.94471959878</c:v>
                </c:pt>
                <c:pt idx="459">
                  <c:v>4021.5428838268899</c:v>
                </c:pt>
                <c:pt idx="460">
                  <c:v>3983.2286914491501</c:v>
                </c:pt>
                <c:pt idx="461">
                  <c:v>4029.29922036689</c:v>
                </c:pt>
                <c:pt idx="462">
                  <c:v>4041.8226486837202</c:v>
                </c:pt>
                <c:pt idx="463">
                  <c:v>3976.0798013414001</c:v>
                </c:pt>
                <c:pt idx="464">
                  <c:v>3911.52165823004</c:v>
                </c:pt>
                <c:pt idx="465">
                  <c:v>4019.1752280464498</c:v>
                </c:pt>
                <c:pt idx="466">
                  <c:v>4008.6924687948099</c:v>
                </c:pt>
                <c:pt idx="467">
                  <c:v>3962.1861827214798</c:v>
                </c:pt>
                <c:pt idx="468">
                  <c:v>3883.41095689536</c:v>
                </c:pt>
                <c:pt idx="469">
                  <c:v>4102.2239117172403</c:v>
                </c:pt>
                <c:pt idx="470">
                  <c:v>4101.4201127566903</c:v>
                </c:pt>
                <c:pt idx="471">
                  <c:v>4030.4438952187602</c:v>
                </c:pt>
                <c:pt idx="472">
                  <c:v>3965.4733733994199</c:v>
                </c:pt>
                <c:pt idx="473">
                  <c:v>4109.8679023476898</c:v>
                </c:pt>
                <c:pt idx="474">
                  <c:v>4120.8177455797704</c:v>
                </c:pt>
                <c:pt idx="475">
                  <c:v>4078.4256669450201</c:v>
                </c:pt>
                <c:pt idx="476">
                  <c:v>4094.0793832266199</c:v>
                </c:pt>
                <c:pt idx="477">
                  <c:v>4169.2536495030699</c:v>
                </c:pt>
                <c:pt idx="478">
                  <c:v>4198.9508613216703</c:v>
                </c:pt>
                <c:pt idx="479">
                  <c:v>4124.67837194815</c:v>
                </c:pt>
                <c:pt idx="480">
                  <c:v>4124.1291694732199</c:v>
                </c:pt>
                <c:pt idx="481">
                  <c:v>4155.95532903187</c:v>
                </c:pt>
                <c:pt idx="482">
                  <c:v>4170.3656251412804</c:v>
                </c:pt>
                <c:pt idx="483">
                  <c:v>4170.2278771624397</c:v>
                </c:pt>
                <c:pt idx="484">
                  <c:v>4140.7174272640104</c:v>
                </c:pt>
                <c:pt idx="485">
                  <c:v>4138.0721328095997</c:v>
                </c:pt>
                <c:pt idx="486">
                  <c:v>4149.4148678531701</c:v>
                </c:pt>
                <c:pt idx="487">
                  <c:v>4171.8307062762797</c:v>
                </c:pt>
                <c:pt idx="488">
                  <c:v>4138.9340835913899</c:v>
                </c:pt>
                <c:pt idx="489">
                  <c:v>4144.7893246650101</c:v>
                </c:pt>
                <c:pt idx="490">
                  <c:v>4184.5681406255198</c:v>
                </c:pt>
                <c:pt idx="491">
                  <c:v>4184.8958619957502</c:v>
                </c:pt>
                <c:pt idx="492">
                  <c:v>4194.2104917166498</c:v>
                </c:pt>
                <c:pt idx="493">
                  <c:v>4152.0432480019099</c:v>
                </c:pt>
                <c:pt idx="494">
                  <c:v>4161.2595666137504</c:v>
                </c:pt>
                <c:pt idx="495">
                  <c:v>4193.8010895293901</c:v>
                </c:pt>
                <c:pt idx="496">
                  <c:v>4174.0235408952603</c:v>
                </c:pt>
                <c:pt idx="497">
                  <c:v>4160.7001698462</c:v>
                </c:pt>
                <c:pt idx="498">
                  <c:v>4195.4936006394601</c:v>
                </c:pt>
                <c:pt idx="499">
                  <c:v>4207.8606076145097</c:v>
                </c:pt>
                <c:pt idx="500">
                  <c:v>4206.2573868076197</c:v>
                </c:pt>
                <c:pt idx="501">
                  <c:v>4148.5141004050602</c:v>
                </c:pt>
                <c:pt idx="502">
                  <c:v>4173.4227616990702</c:v>
                </c:pt>
                <c:pt idx="503">
                  <c:v>4212.7959660889901</c:v>
                </c:pt>
                <c:pt idx="504">
                  <c:v>4250.5954308760502</c:v>
                </c:pt>
                <c:pt idx="505">
                  <c:v>4246.3716000740496</c:v>
                </c:pt>
                <c:pt idx="506">
                  <c:v>4264.9345739670698</c:v>
                </c:pt>
                <c:pt idx="507">
                  <c:v>4302.3871313306199</c:v>
                </c:pt>
                <c:pt idx="508">
                  <c:v>4283.1963445425199</c:v>
                </c:pt>
                <c:pt idx="509">
                  <c:v>4287.0543410534301</c:v>
                </c:pt>
                <c:pt idx="510">
                  <c:v>4229.6137308928501</c:v>
                </c:pt>
                <c:pt idx="511">
                  <c:v>4243.5041054132998</c:v>
                </c:pt>
                <c:pt idx="512">
                  <c:v>4299.9451506627702</c:v>
                </c:pt>
                <c:pt idx="513">
                  <c:v>4261.5316297667696</c:v>
                </c:pt>
                <c:pt idx="514">
                  <c:v>4255.2630137399401</c:v>
                </c:pt>
                <c:pt idx="515">
                  <c:v>4225.1092979710802</c:v>
                </c:pt>
                <c:pt idx="516">
                  <c:v>4241.7206180058502</c:v>
                </c:pt>
                <c:pt idx="517">
                  <c:v>4229.0591432301899</c:v>
                </c:pt>
                <c:pt idx="518">
                  <c:v>4256.7158326380404</c:v>
                </c:pt>
                <c:pt idx="519">
                  <c:v>4285.9969682649398</c:v>
                </c:pt>
                <c:pt idx="520">
                  <c:v>4327.0078563794996</c:v>
                </c:pt>
                <c:pt idx="521">
                  <c:v>4292.6070188017202</c:v>
                </c:pt>
                <c:pt idx="522">
                  <c:v>4292.1114827101701</c:v>
                </c:pt>
                <c:pt idx="523">
                  <c:v>4313.2849336096897</c:v>
                </c:pt>
                <c:pt idx="524">
                  <c:v>4287.1228734204897</c:v>
                </c:pt>
                <c:pt idx="525">
                  <c:v>4260.6371434374096</c:v>
                </c:pt>
                <c:pt idx="526">
                  <c:v>4347.5516168207496</c:v>
                </c:pt>
                <c:pt idx="527">
                  <c:v>4367.8844512577098</c:v>
                </c:pt>
                <c:pt idx="528">
                  <c:v>4284.1745189660396</c:v>
                </c:pt>
                <c:pt idx="529">
                  <c:v>4256.7639754328402</c:v>
                </c:pt>
                <c:pt idx="530">
                  <c:v>4329.4000437598797</c:v>
                </c:pt>
                <c:pt idx="531">
                  <c:v>4357.5968684005402</c:v>
                </c:pt>
                <c:pt idx="532">
                  <c:v>4336.4485729964199</c:v>
                </c:pt>
                <c:pt idx="533">
                  <c:v>4314.3493657690296</c:v>
                </c:pt>
                <c:pt idx="534">
                  <c:v>4383.6114331561903</c:v>
                </c:pt>
                <c:pt idx="535">
                  <c:v>4350.4933083508604</c:v>
                </c:pt>
                <c:pt idx="536">
                  <c:v>4293.1888406210301</c:v>
                </c:pt>
                <c:pt idx="537">
                  <c:v>4301.9600563690701</c:v>
                </c:pt>
                <c:pt idx="538">
                  <c:v>4369.4716109478404</c:v>
                </c:pt>
                <c:pt idx="539">
                  <c:v>4418.7409916064698</c:v>
                </c:pt>
              </c:numCache>
            </c:numRef>
          </c:yVal>
          <c:smooth val="0"/>
          <c:extLst>
            <c:ext xmlns:c16="http://schemas.microsoft.com/office/drawing/2014/chart" uri="{C3380CC4-5D6E-409C-BE32-E72D297353CC}">
              <c16:uniqueId val="{00000000-4B7D-4AB1-B5E8-89D2DE63C583}"/>
            </c:ext>
          </c:extLst>
        </c:ser>
        <c:ser>
          <c:idx val="1"/>
          <c:order val="1"/>
          <c:tx>
            <c:strRef>
              <c:f>Presentation!$AQ$1</c:f>
              <c:strCache>
                <c:ptCount val="1"/>
                <c:pt idx="0">
                  <c:v>NF270_MC2_060624_SCaCl2</c:v>
                </c:pt>
              </c:strCache>
            </c:strRef>
          </c:tx>
          <c:spPr>
            <a:ln w="25400" cap="rnd">
              <a:noFill/>
              <a:round/>
            </a:ln>
            <a:effectLst/>
          </c:spPr>
          <c:marker>
            <c:symbol val="circle"/>
            <c:size val="2"/>
            <c:spPr>
              <a:solidFill>
                <a:schemeClr val="accent2"/>
              </a:solidFill>
              <a:ln w="9525">
                <a:solidFill>
                  <a:schemeClr val="accent2"/>
                </a:solidFill>
              </a:ln>
              <a:effectLst/>
            </c:spPr>
          </c:marker>
          <c:xVal>
            <c:numRef>
              <c:f>Presentation!$AT$82:$AT$808</c:f>
              <c:numCache>
                <c:formatCode>General</c:formatCode>
                <c:ptCount val="727"/>
                <c:pt idx="0">
                  <c:v>8741.5188301501585</c:v>
                </c:pt>
                <c:pt idx="1">
                  <c:v>8735.7132305946416</c:v>
                </c:pt>
                <c:pt idx="2">
                  <c:v>8733.0901701473795</c:v>
                </c:pt>
                <c:pt idx="3">
                  <c:v>8718.4950329306666</c:v>
                </c:pt>
                <c:pt idx="4">
                  <c:v>8688.3187805086745</c:v>
                </c:pt>
                <c:pt idx="5">
                  <c:v>8700.5139348435096</c:v>
                </c:pt>
                <c:pt idx="6">
                  <c:v>8692.51497693274</c:v>
                </c:pt>
                <c:pt idx="7">
                  <c:v>8684.6482165355574</c:v>
                </c:pt>
                <c:pt idx="8">
                  <c:v>8672.6735189668943</c:v>
                </c:pt>
                <c:pt idx="9">
                  <c:v>8656.3766568673345</c:v>
                </c:pt>
                <c:pt idx="10">
                  <c:v>8649.8542339647702</c:v>
                </c:pt>
                <c:pt idx="11">
                  <c:v>8655.1743260221228</c:v>
                </c:pt>
                <c:pt idx="12">
                  <c:v>8642.9376345290984</c:v>
                </c:pt>
                <c:pt idx="13">
                  <c:v>8651.0144270066339</c:v>
                </c:pt>
                <c:pt idx="14">
                  <c:v>8642.7970133619601</c:v>
                </c:pt>
                <c:pt idx="15">
                  <c:v>8647.4751159761545</c:v>
                </c:pt>
                <c:pt idx="16">
                  <c:v>8634.0030270124316</c:v>
                </c:pt>
                <c:pt idx="17">
                  <c:v>8622.7786809452373</c:v>
                </c:pt>
                <c:pt idx="18">
                  <c:v>8637.7639565137215</c:v>
                </c:pt>
                <c:pt idx="19">
                  <c:v>8624.4026696181136</c:v>
                </c:pt>
                <c:pt idx="20">
                  <c:v>8618.8093122982737</c:v>
                </c:pt>
                <c:pt idx="21">
                  <c:v>8612.0010748670957</c:v>
                </c:pt>
                <c:pt idx="22">
                  <c:v>8609.4335241378176</c:v>
                </c:pt>
                <c:pt idx="23">
                  <c:v>8577.1868294815758</c:v>
                </c:pt>
                <c:pt idx="24">
                  <c:v>8567.3219526334869</c:v>
                </c:pt>
                <c:pt idx="25">
                  <c:v>8563.1470646583039</c:v>
                </c:pt>
                <c:pt idx="26">
                  <c:v>8557.3395460075935</c:v>
                </c:pt>
                <c:pt idx="27">
                  <c:v>8547.9265593355994</c:v>
                </c:pt>
                <c:pt idx="28">
                  <c:v>8556.1059604318598</c:v>
                </c:pt>
                <c:pt idx="29">
                  <c:v>8541.2757651861175</c:v>
                </c:pt>
                <c:pt idx="30">
                  <c:v>8531.6922355719962</c:v>
                </c:pt>
                <c:pt idx="31">
                  <c:v>8525.8934019191092</c:v>
                </c:pt>
                <c:pt idx="32">
                  <c:v>8500.6353015351851</c:v>
                </c:pt>
                <c:pt idx="33">
                  <c:v>8515.7114226194244</c:v>
                </c:pt>
                <c:pt idx="34">
                  <c:v>8510.3194197249341</c:v>
                </c:pt>
                <c:pt idx="35">
                  <c:v>8493.6675826106803</c:v>
                </c:pt>
                <c:pt idx="36">
                  <c:v>8495.7260718913421</c:v>
                </c:pt>
                <c:pt idx="37">
                  <c:v>8485.2322766323159</c:v>
                </c:pt>
                <c:pt idx="38">
                  <c:v>8465.059043904379</c:v>
                </c:pt>
                <c:pt idx="39">
                  <c:v>8483.9189665451504</c:v>
                </c:pt>
                <c:pt idx="40">
                  <c:v>8462.6751945377255</c:v>
                </c:pt>
                <c:pt idx="41">
                  <c:v>8460.9737418734148</c:v>
                </c:pt>
                <c:pt idx="42">
                  <c:v>8462.280645172621</c:v>
                </c:pt>
                <c:pt idx="43">
                  <c:v>8451.3934569791309</c:v>
                </c:pt>
                <c:pt idx="44">
                  <c:v>8449.1818878936429</c:v>
                </c:pt>
                <c:pt idx="45">
                  <c:v>8440.1742630427871</c:v>
                </c:pt>
                <c:pt idx="46">
                  <c:v>8424.8610458037674</c:v>
                </c:pt>
                <c:pt idx="47">
                  <c:v>8411.5598639368873</c:v>
                </c:pt>
                <c:pt idx="48">
                  <c:v>8413.8973714987787</c:v>
                </c:pt>
                <c:pt idx="49">
                  <c:v>8403.6727370937333</c:v>
                </c:pt>
                <c:pt idx="50">
                  <c:v>8398.3154569676735</c:v>
                </c:pt>
                <c:pt idx="51">
                  <c:v>8392.5647250435104</c:v>
                </c:pt>
                <c:pt idx="52">
                  <c:v>8388.6406846121026</c:v>
                </c:pt>
                <c:pt idx="53">
                  <c:v>8399.5966883763467</c:v>
                </c:pt>
                <c:pt idx="54">
                  <c:v>8386.2192594562148</c:v>
                </c:pt>
                <c:pt idx="55">
                  <c:v>8372.481424960788</c:v>
                </c:pt>
                <c:pt idx="56">
                  <c:v>8365.9548474564162</c:v>
                </c:pt>
                <c:pt idx="57">
                  <c:v>8354.2889184863634</c:v>
                </c:pt>
                <c:pt idx="58">
                  <c:v>8343.7611588094114</c:v>
                </c:pt>
                <c:pt idx="59">
                  <c:v>8339.053325370216</c:v>
                </c:pt>
                <c:pt idx="60">
                  <c:v>8331.4393890784813</c:v>
                </c:pt>
                <c:pt idx="61">
                  <c:v>8321.5964473555941</c:v>
                </c:pt>
                <c:pt idx="62">
                  <c:v>8328.7690333633436</c:v>
                </c:pt>
                <c:pt idx="63">
                  <c:v>8321.9757841406845</c:v>
                </c:pt>
                <c:pt idx="64">
                  <c:v>8318.8043566364267</c:v>
                </c:pt>
                <c:pt idx="65">
                  <c:v>8308.9284235455707</c:v>
                </c:pt>
                <c:pt idx="66">
                  <c:v>8303.1334641411795</c:v>
                </c:pt>
                <c:pt idx="67">
                  <c:v>8300.7558950446073</c:v>
                </c:pt>
                <c:pt idx="68">
                  <c:v>8298.9763924967301</c:v>
                </c:pt>
                <c:pt idx="69">
                  <c:v>8268.9812481285408</c:v>
                </c:pt>
                <c:pt idx="70">
                  <c:v>8279.2753326550228</c:v>
                </c:pt>
                <c:pt idx="71">
                  <c:v>8263.0149597428208</c:v>
                </c:pt>
                <c:pt idx="72">
                  <c:v>8276.8874875966303</c:v>
                </c:pt>
                <c:pt idx="73">
                  <c:v>8275.1792659890634</c:v>
                </c:pt>
                <c:pt idx="74">
                  <c:v>8261.9541659929782</c:v>
                </c:pt>
                <c:pt idx="75">
                  <c:v>8245.7617440499853</c:v>
                </c:pt>
                <c:pt idx="76">
                  <c:v>8252.0130952799936</c:v>
                </c:pt>
                <c:pt idx="77">
                  <c:v>8241.0798991185256</c:v>
                </c:pt>
                <c:pt idx="78">
                  <c:v>8248.4414054693916</c:v>
                </c:pt>
                <c:pt idx="79">
                  <c:v>8236.017506556469</c:v>
                </c:pt>
                <c:pt idx="80">
                  <c:v>8235.3945147082741</c:v>
                </c:pt>
                <c:pt idx="81">
                  <c:v>8222.4824299866486</c:v>
                </c:pt>
                <c:pt idx="82">
                  <c:v>8223.5332550964395</c:v>
                </c:pt>
                <c:pt idx="83">
                  <c:v>8210.2941380969569</c:v>
                </c:pt>
                <c:pt idx="84">
                  <c:v>8207.145827199598</c:v>
                </c:pt>
                <c:pt idx="85">
                  <c:v>8204.7213385455361</c:v>
                </c:pt>
                <c:pt idx="86">
                  <c:v>8196.442443607204</c:v>
                </c:pt>
                <c:pt idx="87">
                  <c:v>8193.3310418879591</c:v>
                </c:pt>
                <c:pt idx="88">
                  <c:v>8193.4050835205053</c:v>
                </c:pt>
                <c:pt idx="89">
                  <c:v>8191.8566377353618</c:v>
                </c:pt>
                <c:pt idx="90">
                  <c:v>8184.4153015649317</c:v>
                </c:pt>
                <c:pt idx="91">
                  <c:v>8179.968072239184</c:v>
                </c:pt>
                <c:pt idx="92">
                  <c:v>8162.7150622916161</c:v>
                </c:pt>
                <c:pt idx="93">
                  <c:v>8161.605172894022</c:v>
                </c:pt>
                <c:pt idx="94">
                  <c:v>8162.1715605232912</c:v>
                </c:pt>
                <c:pt idx="95">
                  <c:v>8146.8643885762849</c:v>
                </c:pt>
                <c:pt idx="96">
                  <c:v>8149.9165577351578</c:v>
                </c:pt>
                <c:pt idx="97">
                  <c:v>8134.3181676210024</c:v>
                </c:pt>
                <c:pt idx="98">
                  <c:v>8132.0752678305507</c:v>
                </c:pt>
                <c:pt idx="99">
                  <c:v>8122.9279436612896</c:v>
                </c:pt>
                <c:pt idx="100">
                  <c:v>8129.8858693027159</c:v>
                </c:pt>
                <c:pt idx="101">
                  <c:v>8123.7038113798408</c:v>
                </c:pt>
                <c:pt idx="102">
                  <c:v>8091.3110913518194</c:v>
                </c:pt>
                <c:pt idx="103">
                  <c:v>8085.398636371905</c:v>
                </c:pt>
                <c:pt idx="104">
                  <c:v>8084.0131694115025</c:v>
                </c:pt>
                <c:pt idx="105">
                  <c:v>8100.4746801067813</c:v>
                </c:pt>
                <c:pt idx="106">
                  <c:v>8086.7027090610882</c:v>
                </c:pt>
                <c:pt idx="107">
                  <c:v>8081.6325766257032</c:v>
                </c:pt>
                <c:pt idx="108">
                  <c:v>8078.0040898398529</c:v>
                </c:pt>
                <c:pt idx="109">
                  <c:v>8069.2379460123666</c:v>
                </c:pt>
                <c:pt idx="110">
                  <c:v>8063.1352835199323</c:v>
                </c:pt>
                <c:pt idx="111">
                  <c:v>8061.5319521275633</c:v>
                </c:pt>
                <c:pt idx="112">
                  <c:v>8061.0328159716219</c:v>
                </c:pt>
                <c:pt idx="113">
                  <c:v>8059.6911861536355</c:v>
                </c:pt>
                <c:pt idx="114">
                  <c:v>8061.2085509636527</c:v>
                </c:pt>
                <c:pt idx="115">
                  <c:v>8039.5360370028829</c:v>
                </c:pt>
                <c:pt idx="116">
                  <c:v>8029.2058987255823</c:v>
                </c:pt>
                <c:pt idx="117">
                  <c:v>8023.8287496757766</c:v>
                </c:pt>
                <c:pt idx="118">
                  <c:v>8022.4028832254289</c:v>
                </c:pt>
                <c:pt idx="119">
                  <c:v>8033.958852971432</c:v>
                </c:pt>
                <c:pt idx="120">
                  <c:v>8023.3075443187809</c:v>
                </c:pt>
                <c:pt idx="121">
                  <c:v>8009.5963723235</c:v>
                </c:pt>
                <c:pt idx="122">
                  <c:v>8005.5095121257864</c:v>
                </c:pt>
                <c:pt idx="123">
                  <c:v>8005.7967331549935</c:v>
                </c:pt>
                <c:pt idx="124">
                  <c:v>7990.9481053775016</c:v>
                </c:pt>
                <c:pt idx="125">
                  <c:v>7987.8999490690221</c:v>
                </c:pt>
                <c:pt idx="126">
                  <c:v>7987.1041059999752</c:v>
                </c:pt>
                <c:pt idx="127">
                  <c:v>7986.1099377785395</c:v>
                </c:pt>
                <c:pt idx="128">
                  <c:v>7971.1631714767736</c:v>
                </c:pt>
                <c:pt idx="129">
                  <c:v>7967.6996608067775</c:v>
                </c:pt>
                <c:pt idx="130">
                  <c:v>7958.7935112487703</c:v>
                </c:pt>
                <c:pt idx="131">
                  <c:v>7954.5478606735514</c:v>
                </c:pt>
                <c:pt idx="132">
                  <c:v>7962.6110528847939</c:v>
                </c:pt>
                <c:pt idx="133">
                  <c:v>7953.0400909922246</c:v>
                </c:pt>
                <c:pt idx="134">
                  <c:v>7944.8896226372917</c:v>
                </c:pt>
                <c:pt idx="135">
                  <c:v>7945.5278823112094</c:v>
                </c:pt>
                <c:pt idx="136">
                  <c:v>7925.6525288664488</c:v>
                </c:pt>
                <c:pt idx="137">
                  <c:v>7941.4445241238582</c:v>
                </c:pt>
                <c:pt idx="138">
                  <c:v>7923.8682278738679</c:v>
                </c:pt>
                <c:pt idx="139">
                  <c:v>7923.7345872080332</c:v>
                </c:pt>
                <c:pt idx="140">
                  <c:v>7923.4863129720161</c:v>
                </c:pt>
                <c:pt idx="141">
                  <c:v>7907.3447971338601</c:v>
                </c:pt>
                <c:pt idx="142">
                  <c:v>7899.9075538137513</c:v>
                </c:pt>
                <c:pt idx="143">
                  <c:v>7901.0589439153591</c:v>
                </c:pt>
                <c:pt idx="144">
                  <c:v>7891.7270854683138</c:v>
                </c:pt>
                <c:pt idx="145">
                  <c:v>7892.0080174147024</c:v>
                </c:pt>
                <c:pt idx="146">
                  <c:v>7884.5396663064603</c:v>
                </c:pt>
                <c:pt idx="147">
                  <c:v>7883.0317364919174</c:v>
                </c:pt>
                <c:pt idx="148">
                  <c:v>7882.3594480126121</c:v>
                </c:pt>
                <c:pt idx="149">
                  <c:v>7874.9640085037754</c:v>
                </c:pt>
                <c:pt idx="150">
                  <c:v>7879.7192903895375</c:v>
                </c:pt>
                <c:pt idx="151">
                  <c:v>7875.0001639416787</c:v>
                </c:pt>
                <c:pt idx="152">
                  <c:v>7866.2230290207754</c:v>
                </c:pt>
                <c:pt idx="153">
                  <c:v>7861.7591438782974</c:v>
                </c:pt>
                <c:pt idx="154">
                  <c:v>7861.5167217372527</c:v>
                </c:pt>
                <c:pt idx="155">
                  <c:v>7855.1970426572607</c:v>
                </c:pt>
                <c:pt idx="156">
                  <c:v>7847.9870411045731</c:v>
                </c:pt>
                <c:pt idx="157">
                  <c:v>7840.5259642918918</c:v>
                </c:pt>
                <c:pt idx="158">
                  <c:v>7837.9031010282852</c:v>
                </c:pt>
                <c:pt idx="159">
                  <c:v>7833.9258867985563</c:v>
                </c:pt>
                <c:pt idx="160">
                  <c:v>7820.5255237800793</c:v>
                </c:pt>
                <c:pt idx="161">
                  <c:v>7812.4858301704826</c:v>
                </c:pt>
                <c:pt idx="162">
                  <c:v>7807.5763927212756</c:v>
                </c:pt>
                <c:pt idx="163">
                  <c:v>7807.0002244860134</c:v>
                </c:pt>
                <c:pt idx="164">
                  <c:v>7801.8184030701404</c:v>
                </c:pt>
                <c:pt idx="165">
                  <c:v>7794.3494369592445</c:v>
                </c:pt>
                <c:pt idx="166">
                  <c:v>7796.7952293322487</c:v>
                </c:pt>
                <c:pt idx="167">
                  <c:v>7792.7906139092192</c:v>
                </c:pt>
                <c:pt idx="168">
                  <c:v>7792.359993417127</c:v>
                </c:pt>
                <c:pt idx="169">
                  <c:v>7791.6773434879351</c:v>
                </c:pt>
                <c:pt idx="170">
                  <c:v>7785.1358938283829</c:v>
                </c:pt>
                <c:pt idx="171">
                  <c:v>7777.2439061577415</c:v>
                </c:pt>
                <c:pt idx="172">
                  <c:v>7770.3081935955943</c:v>
                </c:pt>
                <c:pt idx="173">
                  <c:v>7756.5782282348337</c:v>
                </c:pt>
                <c:pt idx="174">
                  <c:v>7751.5496775781812</c:v>
                </c:pt>
                <c:pt idx="175">
                  <c:v>7750.544155693613</c:v>
                </c:pt>
                <c:pt idx="176">
                  <c:v>7745.9670033590528</c:v>
                </c:pt>
                <c:pt idx="177">
                  <c:v>7741.3777509504798</c:v>
                </c:pt>
                <c:pt idx="178">
                  <c:v>7738.9816249222577</c:v>
                </c:pt>
                <c:pt idx="179">
                  <c:v>7730.9732005890819</c:v>
                </c:pt>
                <c:pt idx="180">
                  <c:v>7727.5193549033083</c:v>
                </c:pt>
                <c:pt idx="181">
                  <c:v>7718.3066369925509</c:v>
                </c:pt>
                <c:pt idx="182">
                  <c:v>7719.9328767700663</c:v>
                </c:pt>
                <c:pt idx="183">
                  <c:v>7716.1528255275753</c:v>
                </c:pt>
                <c:pt idx="184">
                  <c:v>7709.6467427710586</c:v>
                </c:pt>
                <c:pt idx="185">
                  <c:v>7700.4214343954727</c:v>
                </c:pt>
                <c:pt idx="186">
                  <c:v>7696.9882066743812</c:v>
                </c:pt>
                <c:pt idx="187">
                  <c:v>7693.1873338451423</c:v>
                </c:pt>
                <c:pt idx="188">
                  <c:v>7695.3021168865007</c:v>
                </c:pt>
                <c:pt idx="189">
                  <c:v>7690.6297331015721</c:v>
                </c:pt>
                <c:pt idx="190">
                  <c:v>7683.7796971425942</c:v>
                </c:pt>
                <c:pt idx="191">
                  <c:v>7676.2371801385061</c:v>
                </c:pt>
                <c:pt idx="192">
                  <c:v>7671.8370372028876</c:v>
                </c:pt>
                <c:pt idx="193">
                  <c:v>7667.6706780770019</c:v>
                </c:pt>
                <c:pt idx="194">
                  <c:v>7665.3992083527019</c:v>
                </c:pt>
                <c:pt idx="195">
                  <c:v>7663.05025459436</c:v>
                </c:pt>
                <c:pt idx="196">
                  <c:v>7658.0042317507396</c:v>
                </c:pt>
                <c:pt idx="197">
                  <c:v>7641.8262823255318</c:v>
                </c:pt>
                <c:pt idx="198">
                  <c:v>7650.003026919786</c:v>
                </c:pt>
                <c:pt idx="199">
                  <c:v>7646.0792199208427</c:v>
                </c:pt>
                <c:pt idx="200">
                  <c:v>7639.0738934804594</c:v>
                </c:pt>
                <c:pt idx="201">
                  <c:v>7634.0843056260146</c:v>
                </c:pt>
                <c:pt idx="202">
                  <c:v>7621.890868962837</c:v>
                </c:pt>
                <c:pt idx="203">
                  <c:v>7616.2339198939244</c:v>
                </c:pt>
                <c:pt idx="204">
                  <c:v>7618.7694360288224</c:v>
                </c:pt>
                <c:pt idx="205">
                  <c:v>7607.616773300424</c:v>
                </c:pt>
                <c:pt idx="206">
                  <c:v>7609.1897665411361</c:v>
                </c:pt>
                <c:pt idx="207">
                  <c:v>7602.7995352740945</c:v>
                </c:pt>
                <c:pt idx="208">
                  <c:v>7587.4913880978238</c:v>
                </c:pt>
                <c:pt idx="209">
                  <c:v>7586.1256349175019</c:v>
                </c:pt>
                <c:pt idx="210">
                  <c:v>7599.5846336212726</c:v>
                </c:pt>
                <c:pt idx="211">
                  <c:v>7596.8041370252949</c:v>
                </c:pt>
                <c:pt idx="212">
                  <c:v>7597.2249719658976</c:v>
                </c:pt>
                <c:pt idx="213">
                  <c:v>7587.1102308811842</c:v>
                </c:pt>
                <c:pt idx="214">
                  <c:v>7588.8112427529941</c:v>
                </c:pt>
                <c:pt idx="215">
                  <c:v>7587.3929452855191</c:v>
                </c:pt>
                <c:pt idx="216">
                  <c:v>7581.3352546425504</c:v>
                </c:pt>
                <c:pt idx="217">
                  <c:v>7581.2031172339102</c:v>
                </c:pt>
                <c:pt idx="218">
                  <c:v>7582.9058672348419</c:v>
                </c:pt>
                <c:pt idx="219">
                  <c:v>7583.3178719053658</c:v>
                </c:pt>
                <c:pt idx="220">
                  <c:v>7591.7584261296788</c:v>
                </c:pt>
                <c:pt idx="221">
                  <c:v>7588.7727573656957</c:v>
                </c:pt>
                <c:pt idx="222">
                  <c:v>7575.5973160111007</c:v>
                </c:pt>
                <c:pt idx="223">
                  <c:v>7580.0288554670269</c:v>
                </c:pt>
                <c:pt idx="224">
                  <c:v>7585.496574965051</c:v>
                </c:pt>
                <c:pt idx="225">
                  <c:v>7581.8755220841967</c:v>
                </c:pt>
                <c:pt idx="226">
                  <c:v>7576.6410039859711</c:v>
                </c:pt>
                <c:pt idx="227">
                  <c:v>7572.2186648372954</c:v>
                </c:pt>
                <c:pt idx="228">
                  <c:v>7572.5474217393457</c:v>
                </c:pt>
                <c:pt idx="229">
                  <c:v>7567.9852407584995</c:v>
                </c:pt>
                <c:pt idx="230">
                  <c:v>7562.2060914624362</c:v>
                </c:pt>
                <c:pt idx="231">
                  <c:v>7553.0559983823387</c:v>
                </c:pt>
                <c:pt idx="232">
                  <c:v>7554.8487124182157</c:v>
                </c:pt>
                <c:pt idx="233">
                  <c:v>7548.7577530131521</c:v>
                </c:pt>
                <c:pt idx="234">
                  <c:v>7547.7847177676294</c:v>
                </c:pt>
                <c:pt idx="235">
                  <c:v>7549.8074643063701</c:v>
                </c:pt>
                <c:pt idx="236">
                  <c:v>7538.9979223059327</c:v>
                </c:pt>
                <c:pt idx="237">
                  <c:v>7524.3825263261151</c:v>
                </c:pt>
                <c:pt idx="238">
                  <c:v>7528.4064084090896</c:v>
                </c:pt>
                <c:pt idx="239">
                  <c:v>7532.5758035304098</c:v>
                </c:pt>
                <c:pt idx="240">
                  <c:v>7529.1647156533709</c:v>
                </c:pt>
                <c:pt idx="241">
                  <c:v>7526.8910190892566</c:v>
                </c:pt>
                <c:pt idx="242">
                  <c:v>7519.1785559459167</c:v>
                </c:pt>
                <c:pt idx="243">
                  <c:v>7515.6202940055737</c:v>
                </c:pt>
                <c:pt idx="244">
                  <c:v>7509.2731412245921</c:v>
                </c:pt>
                <c:pt idx="245">
                  <c:v>7505.1740491738219</c:v>
                </c:pt>
                <c:pt idx="246">
                  <c:v>7507.0155476278533</c:v>
                </c:pt>
                <c:pt idx="247">
                  <c:v>7500.736313143243</c:v>
                </c:pt>
                <c:pt idx="248">
                  <c:v>7495.0884036701045</c:v>
                </c:pt>
                <c:pt idx="249">
                  <c:v>7485.1278045384461</c:v>
                </c:pt>
                <c:pt idx="250">
                  <c:v>7478.3355745380914</c:v>
                </c:pt>
                <c:pt idx="251">
                  <c:v>7470.0543204798614</c:v>
                </c:pt>
                <c:pt idx="252">
                  <c:v>7468.9234462747345</c:v>
                </c:pt>
                <c:pt idx="253">
                  <c:v>7463.336614462869</c:v>
                </c:pt>
                <c:pt idx="254">
                  <c:v>7454.688970459717</c:v>
                </c:pt>
                <c:pt idx="255">
                  <c:v>7454.1376792307638</c:v>
                </c:pt>
                <c:pt idx="256">
                  <c:v>7449.2155819916488</c:v>
                </c:pt>
                <c:pt idx="257">
                  <c:v>7446.4702273631474</c:v>
                </c:pt>
                <c:pt idx="258">
                  <c:v>7436.7888973013214</c:v>
                </c:pt>
                <c:pt idx="259">
                  <c:v>7427.5083281444122</c:v>
                </c:pt>
                <c:pt idx="260">
                  <c:v>7429.4569101545912</c:v>
                </c:pt>
                <c:pt idx="261">
                  <c:v>7425.3166178503161</c:v>
                </c:pt>
                <c:pt idx="262">
                  <c:v>7414.52332928132</c:v>
                </c:pt>
                <c:pt idx="263">
                  <c:v>7409.071039720413</c:v>
                </c:pt>
                <c:pt idx="264">
                  <c:v>7409.5705457193262</c:v>
                </c:pt>
                <c:pt idx="265">
                  <c:v>7408.2242785294948</c:v>
                </c:pt>
                <c:pt idx="266">
                  <c:v>7396.6874123149701</c:v>
                </c:pt>
                <c:pt idx="267">
                  <c:v>7393.7622870498508</c:v>
                </c:pt>
                <c:pt idx="268">
                  <c:v>7388.3076545500144</c:v>
                </c:pt>
                <c:pt idx="269">
                  <c:v>7381.0634842868258</c:v>
                </c:pt>
                <c:pt idx="270">
                  <c:v>7376.0123352742248</c:v>
                </c:pt>
                <c:pt idx="271">
                  <c:v>7369.8781729908842</c:v>
                </c:pt>
                <c:pt idx="272">
                  <c:v>7361.8538341743824</c:v>
                </c:pt>
                <c:pt idx="273">
                  <c:v>7362.3467705368184</c:v>
                </c:pt>
                <c:pt idx="274">
                  <c:v>7337.7106348471552</c:v>
                </c:pt>
                <c:pt idx="275">
                  <c:v>7338.6982781393108</c:v>
                </c:pt>
                <c:pt idx="276">
                  <c:v>7347.7255101437531</c:v>
                </c:pt>
                <c:pt idx="277">
                  <c:v>7334.7501659137288</c:v>
                </c:pt>
                <c:pt idx="278">
                  <c:v>7331.6261127075759</c:v>
                </c:pt>
                <c:pt idx="279">
                  <c:v>7324.1708571831077</c:v>
                </c:pt>
                <c:pt idx="280">
                  <c:v>7316.802614882552</c:v>
                </c:pt>
                <c:pt idx="281">
                  <c:v>7314.247862182493</c:v>
                </c:pt>
                <c:pt idx="282">
                  <c:v>7312.7095168941923</c:v>
                </c:pt>
                <c:pt idx="283">
                  <c:v>7311.1586125524136</c:v>
                </c:pt>
                <c:pt idx="284">
                  <c:v>7309.8181420324599</c:v>
                </c:pt>
                <c:pt idx="285">
                  <c:v>7294.4966484250454</c:v>
                </c:pt>
                <c:pt idx="286">
                  <c:v>7297.2547121739926</c:v>
                </c:pt>
                <c:pt idx="287">
                  <c:v>7283.6411762711514</c:v>
                </c:pt>
                <c:pt idx="288">
                  <c:v>7278.5336319398739</c:v>
                </c:pt>
                <c:pt idx="289">
                  <c:v>7270.3856092268006</c:v>
                </c:pt>
                <c:pt idx="290">
                  <c:v>7267.4879200416854</c:v>
                </c:pt>
                <c:pt idx="291">
                  <c:v>7266.0256078217781</c:v>
                </c:pt>
                <c:pt idx="292">
                  <c:v>7268.9065064573369</c:v>
                </c:pt>
                <c:pt idx="293">
                  <c:v>7257.1259674209377</c:v>
                </c:pt>
                <c:pt idx="294">
                  <c:v>7257.8495082787467</c:v>
                </c:pt>
                <c:pt idx="295">
                  <c:v>7253.7997560301501</c:v>
                </c:pt>
                <c:pt idx="296">
                  <c:v>7248.5350892368224</c:v>
                </c:pt>
                <c:pt idx="297">
                  <c:v>7246.138392780409</c:v>
                </c:pt>
                <c:pt idx="298">
                  <c:v>7237.0673688697534</c:v>
                </c:pt>
                <c:pt idx="299">
                  <c:v>7229.199963679881</c:v>
                </c:pt>
                <c:pt idx="300">
                  <c:v>7226.4321193685555</c:v>
                </c:pt>
                <c:pt idx="301">
                  <c:v>7222.7922864919756</c:v>
                </c:pt>
                <c:pt idx="302">
                  <c:v>7221.0024705979267</c:v>
                </c:pt>
                <c:pt idx="303">
                  <c:v>7217.0277785943563</c:v>
                </c:pt>
                <c:pt idx="304">
                  <c:v>7208.2674975014097</c:v>
                </c:pt>
                <c:pt idx="305">
                  <c:v>7198.8618091583394</c:v>
                </c:pt>
                <c:pt idx="306">
                  <c:v>7192.50083329676</c:v>
                </c:pt>
                <c:pt idx="307">
                  <c:v>7179.1865085961253</c:v>
                </c:pt>
                <c:pt idx="308">
                  <c:v>7178.0169424590076</c:v>
                </c:pt>
                <c:pt idx="309">
                  <c:v>7183.6813093770506</c:v>
                </c:pt>
                <c:pt idx="310">
                  <c:v>7170.1376719375103</c:v>
                </c:pt>
                <c:pt idx="311">
                  <c:v>7171.9006619936581</c:v>
                </c:pt>
                <c:pt idx="312">
                  <c:v>7161.0824792503736</c:v>
                </c:pt>
                <c:pt idx="313">
                  <c:v>7163.7753303899999</c:v>
                </c:pt>
                <c:pt idx="314">
                  <c:v>7150.5856875411027</c:v>
                </c:pt>
                <c:pt idx="315">
                  <c:v>7146.034147811697</c:v>
                </c:pt>
                <c:pt idx="316">
                  <c:v>7155.6097217341285</c:v>
                </c:pt>
                <c:pt idx="317">
                  <c:v>7149.1070053831863</c:v>
                </c:pt>
                <c:pt idx="318">
                  <c:v>7136.6692161872088</c:v>
                </c:pt>
                <c:pt idx="319">
                  <c:v>7133.3691817040017</c:v>
                </c:pt>
                <c:pt idx="320">
                  <c:v>7126.6125367863924</c:v>
                </c:pt>
                <c:pt idx="321">
                  <c:v>7125.5257291686066</c:v>
                </c:pt>
                <c:pt idx="322">
                  <c:v>7128.083856050921</c:v>
                </c:pt>
                <c:pt idx="323">
                  <c:v>7114.8002498642054</c:v>
                </c:pt>
                <c:pt idx="324">
                  <c:v>7107.7726415659818</c:v>
                </c:pt>
                <c:pt idx="325">
                  <c:v>7102.2857818890789</c:v>
                </c:pt>
                <c:pt idx="326">
                  <c:v>7097.0198269200191</c:v>
                </c:pt>
                <c:pt idx="327">
                  <c:v>7101.4621497499393</c:v>
                </c:pt>
                <c:pt idx="328">
                  <c:v>7092.8399478038882</c:v>
                </c:pt>
                <c:pt idx="329">
                  <c:v>7087.514310737728</c:v>
                </c:pt>
                <c:pt idx="330">
                  <c:v>7089.4325096096727</c:v>
                </c:pt>
                <c:pt idx="331">
                  <c:v>7087.2660186311132</c:v>
                </c:pt>
                <c:pt idx="332">
                  <c:v>7081.5106174024568</c:v>
                </c:pt>
                <c:pt idx="333">
                  <c:v>7092.6783777015025</c:v>
                </c:pt>
                <c:pt idx="334">
                  <c:v>7091.9798035307358</c:v>
                </c:pt>
                <c:pt idx="335">
                  <c:v>7090.0190149869923</c:v>
                </c:pt>
                <c:pt idx="336">
                  <c:v>7085.8118549848405</c:v>
                </c:pt>
                <c:pt idx="337">
                  <c:v>7089.4885353594564</c:v>
                </c:pt>
                <c:pt idx="338">
                  <c:v>7088.92876610852</c:v>
                </c:pt>
                <c:pt idx="339">
                  <c:v>7088.0735883780162</c:v>
                </c:pt>
                <c:pt idx="340">
                  <c:v>7092.7394766049329</c:v>
                </c:pt>
                <c:pt idx="341">
                  <c:v>7092.3558335883672</c:v>
                </c:pt>
                <c:pt idx="342">
                  <c:v>7081.922530474113</c:v>
                </c:pt>
                <c:pt idx="343">
                  <c:v>7092.7694584320943</c:v>
                </c:pt>
                <c:pt idx="344">
                  <c:v>7090.3920151166967</c:v>
                </c:pt>
                <c:pt idx="345">
                  <c:v>7086.4180829230318</c:v>
                </c:pt>
                <c:pt idx="346">
                  <c:v>7086.4295115242276</c:v>
                </c:pt>
                <c:pt idx="347">
                  <c:v>7078.6751007873845</c:v>
                </c:pt>
                <c:pt idx="348">
                  <c:v>7077.2963834396123</c:v>
                </c:pt>
                <c:pt idx="349">
                  <c:v>7077.3353656096451</c:v>
                </c:pt>
                <c:pt idx="350">
                  <c:v>7075.4419336699102</c:v>
                </c:pt>
                <c:pt idx="351">
                  <c:v>7061.5285474592347</c:v>
                </c:pt>
                <c:pt idx="352">
                  <c:v>7071.623236263491</c:v>
                </c:pt>
                <c:pt idx="353">
                  <c:v>7061.2076667231577</c:v>
                </c:pt>
                <c:pt idx="354">
                  <c:v>7055.0156802421516</c:v>
                </c:pt>
                <c:pt idx="355">
                  <c:v>7050.3390699250722</c:v>
                </c:pt>
                <c:pt idx="356">
                  <c:v>7044.8101535206406</c:v>
                </c:pt>
                <c:pt idx="357">
                  <c:v>7033.4824307399776</c:v>
                </c:pt>
                <c:pt idx="358">
                  <c:v>7030.7234157566145</c:v>
                </c:pt>
                <c:pt idx="359">
                  <c:v>7034.8529919537914</c:v>
                </c:pt>
                <c:pt idx="360">
                  <c:v>7029.7745631849857</c:v>
                </c:pt>
                <c:pt idx="361">
                  <c:v>7020.8767421806006</c:v>
                </c:pt>
                <c:pt idx="362">
                  <c:v>7022.2762877061123</c:v>
                </c:pt>
                <c:pt idx="363">
                  <c:v>7016.3061373529599</c:v>
                </c:pt>
                <c:pt idx="364">
                  <c:v>7008.4448734150428</c:v>
                </c:pt>
                <c:pt idx="365">
                  <c:v>7005.579037891981</c:v>
                </c:pt>
                <c:pt idx="366">
                  <c:v>7003.2670007299985</c:v>
                </c:pt>
                <c:pt idx="367">
                  <c:v>6994.0003795328712</c:v>
                </c:pt>
                <c:pt idx="368">
                  <c:v>6986.0166265863209</c:v>
                </c:pt>
                <c:pt idx="369">
                  <c:v>6977.0266602501615</c:v>
                </c:pt>
                <c:pt idx="370">
                  <c:v>6979.6813326089032</c:v>
                </c:pt>
                <c:pt idx="371">
                  <c:v>6964.5114679263152</c:v>
                </c:pt>
                <c:pt idx="372">
                  <c:v>6965.3197502726962</c:v>
                </c:pt>
                <c:pt idx="373">
                  <c:v>6957.8032298163171</c:v>
                </c:pt>
                <c:pt idx="374">
                  <c:v>6955.8960318684767</c:v>
                </c:pt>
                <c:pt idx="375">
                  <c:v>6944.2195112894824</c:v>
                </c:pt>
                <c:pt idx="376">
                  <c:v>6945.1329996090735</c:v>
                </c:pt>
                <c:pt idx="377">
                  <c:v>6934.3744177283825</c:v>
                </c:pt>
                <c:pt idx="378">
                  <c:v>6932.5900337036137</c:v>
                </c:pt>
                <c:pt idx="379">
                  <c:v>6930.5809405769351</c:v>
                </c:pt>
                <c:pt idx="380">
                  <c:v>6931.133754604145</c:v>
                </c:pt>
                <c:pt idx="381">
                  <c:v>6924.0325411452504</c:v>
                </c:pt>
                <c:pt idx="382">
                  <c:v>6920.8253501507788</c:v>
                </c:pt>
                <c:pt idx="383">
                  <c:v>6913.1028363023051</c:v>
                </c:pt>
                <c:pt idx="384">
                  <c:v>6912.164976449234</c:v>
                </c:pt>
                <c:pt idx="385">
                  <c:v>6909.2413643776472</c:v>
                </c:pt>
                <c:pt idx="386">
                  <c:v>6904.0617826650605</c:v>
                </c:pt>
                <c:pt idx="387">
                  <c:v>6893.960097511721</c:v>
                </c:pt>
                <c:pt idx="388">
                  <c:v>6886.485842410435</c:v>
                </c:pt>
                <c:pt idx="389">
                  <c:v>6877.2302340867918</c:v>
                </c:pt>
                <c:pt idx="390">
                  <c:v>6876.2115746037744</c:v>
                </c:pt>
                <c:pt idx="391">
                  <c:v>6869.600042889394</c:v>
                </c:pt>
                <c:pt idx="392">
                  <c:v>6860.0188112186916</c:v>
                </c:pt>
                <c:pt idx="393">
                  <c:v>6862.3687563874237</c:v>
                </c:pt>
                <c:pt idx="394">
                  <c:v>6849.9339849780536</c:v>
                </c:pt>
                <c:pt idx="395">
                  <c:v>6845.3362547019369</c:v>
                </c:pt>
                <c:pt idx="396">
                  <c:v>6839.7797957726252</c:v>
                </c:pt>
                <c:pt idx="397">
                  <c:v>6833.9174971749708</c:v>
                </c:pt>
                <c:pt idx="398">
                  <c:v>6828.5984694496638</c:v>
                </c:pt>
                <c:pt idx="399">
                  <c:v>6826.8518287469142</c:v>
                </c:pt>
                <c:pt idx="400">
                  <c:v>6825.4832262228192</c:v>
                </c:pt>
                <c:pt idx="401">
                  <c:v>6826.1173978685165</c:v>
                </c:pt>
                <c:pt idx="402">
                  <c:v>6818.8191077610581</c:v>
                </c:pt>
                <c:pt idx="403">
                  <c:v>6819.972245234565</c:v>
                </c:pt>
                <c:pt idx="404">
                  <c:v>6811.6797215100323</c:v>
                </c:pt>
                <c:pt idx="405">
                  <c:v>6803.6795263279055</c:v>
                </c:pt>
                <c:pt idx="406">
                  <c:v>6804.3581526571652</c:v>
                </c:pt>
                <c:pt idx="407">
                  <c:v>6795.1148769601859</c:v>
                </c:pt>
                <c:pt idx="408">
                  <c:v>6793.0976135344836</c:v>
                </c:pt>
                <c:pt idx="409">
                  <c:v>6786.6844770875596</c:v>
                </c:pt>
                <c:pt idx="410">
                  <c:v>6787.1354331036164</c:v>
                </c:pt>
                <c:pt idx="411">
                  <c:v>6780.3128471723112</c:v>
                </c:pt>
                <c:pt idx="412">
                  <c:v>6775.0874393670101</c:v>
                </c:pt>
                <c:pt idx="413">
                  <c:v>6769.1253714523291</c:v>
                </c:pt>
                <c:pt idx="414">
                  <c:v>6757.2125277863852</c:v>
                </c:pt>
                <c:pt idx="415">
                  <c:v>6758.5246891923034</c:v>
                </c:pt>
                <c:pt idx="416">
                  <c:v>6749.2482831404977</c:v>
                </c:pt>
                <c:pt idx="417">
                  <c:v>6756.3565600291158</c:v>
                </c:pt>
                <c:pt idx="418">
                  <c:v>6744.8172184538926</c:v>
                </c:pt>
                <c:pt idx="419">
                  <c:v>6734.8459843360106</c:v>
                </c:pt>
                <c:pt idx="420">
                  <c:v>6739.5429327488291</c:v>
                </c:pt>
                <c:pt idx="421">
                  <c:v>6721.8834562704214</c:v>
                </c:pt>
                <c:pt idx="422">
                  <c:v>6725.3070134869913</c:v>
                </c:pt>
                <c:pt idx="423">
                  <c:v>6729.2916978258017</c:v>
                </c:pt>
                <c:pt idx="424">
                  <c:v>6732.5236759068212</c:v>
                </c:pt>
                <c:pt idx="425">
                  <c:v>6731.8805885047977</c:v>
                </c:pt>
                <c:pt idx="426">
                  <c:v>6734.8391083753859</c:v>
                </c:pt>
                <c:pt idx="427">
                  <c:v>6725.2593554184268</c:v>
                </c:pt>
                <c:pt idx="428">
                  <c:v>6724.3675767971563</c:v>
                </c:pt>
                <c:pt idx="429">
                  <c:v>6728.5827228242288</c:v>
                </c:pt>
                <c:pt idx="430">
                  <c:v>6733.7033615284599</c:v>
                </c:pt>
                <c:pt idx="431">
                  <c:v>6732.7244981653939</c:v>
                </c:pt>
                <c:pt idx="432">
                  <c:v>6735.4595385865459</c:v>
                </c:pt>
                <c:pt idx="433">
                  <c:v>6728.2765166720892</c:v>
                </c:pt>
                <c:pt idx="434">
                  <c:v>6725.3495004242786</c:v>
                </c:pt>
                <c:pt idx="435">
                  <c:v>6725.1903083100815</c:v>
                </c:pt>
                <c:pt idx="436">
                  <c:v>6722.9370724393866</c:v>
                </c:pt>
                <c:pt idx="437">
                  <c:v>6719.0334177427121</c:v>
                </c:pt>
                <c:pt idx="438">
                  <c:v>6720.7038158426658</c:v>
                </c:pt>
                <c:pt idx="439">
                  <c:v>6716.5414262679169</c:v>
                </c:pt>
                <c:pt idx="440">
                  <c:v>6715.1964840777837</c:v>
                </c:pt>
                <c:pt idx="441">
                  <c:v>6705.2607857297244</c:v>
                </c:pt>
                <c:pt idx="442">
                  <c:v>6704.8255182490348</c:v>
                </c:pt>
                <c:pt idx="443">
                  <c:v>6707.9850851315659</c:v>
                </c:pt>
                <c:pt idx="444">
                  <c:v>6705.087536513528</c:v>
                </c:pt>
                <c:pt idx="445">
                  <c:v>6702.5845776063125</c:v>
                </c:pt>
                <c:pt idx="446">
                  <c:v>6698.3912739797033</c:v>
                </c:pt>
                <c:pt idx="447">
                  <c:v>6686.7924071732205</c:v>
                </c:pt>
                <c:pt idx="448">
                  <c:v>6682.6519610639371</c:v>
                </c:pt>
                <c:pt idx="449">
                  <c:v>6684.4307405968266</c:v>
                </c:pt>
                <c:pt idx="450">
                  <c:v>6678.6147003796004</c:v>
                </c:pt>
                <c:pt idx="451">
                  <c:v>6671.8386992451469</c:v>
                </c:pt>
                <c:pt idx="452">
                  <c:v>6661.0489637575347</c:v>
                </c:pt>
                <c:pt idx="453">
                  <c:v>6646.7904842316038</c:v>
                </c:pt>
                <c:pt idx="454">
                  <c:v>6638.2867481506091</c:v>
                </c:pt>
                <c:pt idx="455">
                  <c:v>6631.7831956903156</c:v>
                </c:pt>
                <c:pt idx="456">
                  <c:v>6634.8080201087814</c:v>
                </c:pt>
                <c:pt idx="457">
                  <c:v>6626.7705013563609</c:v>
                </c:pt>
                <c:pt idx="458">
                  <c:v>6617.9332556803292</c:v>
                </c:pt>
                <c:pt idx="459">
                  <c:v>6609.8576856055824</c:v>
                </c:pt>
                <c:pt idx="460">
                  <c:v>6600.0144482993956</c:v>
                </c:pt>
                <c:pt idx="461">
                  <c:v>6605.4822655617045</c:v>
                </c:pt>
                <c:pt idx="462">
                  <c:v>6594.9421529058227</c:v>
                </c:pt>
                <c:pt idx="463">
                  <c:v>6591.4555528018682</c:v>
                </c:pt>
                <c:pt idx="464">
                  <c:v>6583.5798266337961</c:v>
                </c:pt>
                <c:pt idx="465">
                  <c:v>6574.5294563946809</c:v>
                </c:pt>
                <c:pt idx="466">
                  <c:v>6574.5625904629178</c:v>
                </c:pt>
                <c:pt idx="467">
                  <c:v>6568.8827851960305</c:v>
                </c:pt>
                <c:pt idx="468">
                  <c:v>6569.0001422784271</c:v>
                </c:pt>
                <c:pt idx="469">
                  <c:v>6563.7379499229455</c:v>
                </c:pt>
                <c:pt idx="470">
                  <c:v>6557.8121565989741</c:v>
                </c:pt>
                <c:pt idx="471">
                  <c:v>6555.5426904996493</c:v>
                </c:pt>
                <c:pt idx="472">
                  <c:v>6554.9015792051341</c:v>
                </c:pt>
                <c:pt idx="473">
                  <c:v>6549.1908045492692</c:v>
                </c:pt>
                <c:pt idx="474">
                  <c:v>6538.3216856355803</c:v>
                </c:pt>
                <c:pt idx="475">
                  <c:v>6533.7282950577119</c:v>
                </c:pt>
                <c:pt idx="476">
                  <c:v>6531.2506247634374</c:v>
                </c:pt>
                <c:pt idx="477">
                  <c:v>6530.0996515290753</c:v>
                </c:pt>
                <c:pt idx="478">
                  <c:v>6525.9434633973033</c:v>
                </c:pt>
                <c:pt idx="479">
                  <c:v>6516.0334733686304</c:v>
                </c:pt>
                <c:pt idx="480">
                  <c:v>6517.5630619889489</c:v>
                </c:pt>
                <c:pt idx="481">
                  <c:v>6509.0170375843982</c:v>
                </c:pt>
                <c:pt idx="482">
                  <c:v>6509.0917692444709</c:v>
                </c:pt>
                <c:pt idx="483">
                  <c:v>6503.019893043871</c:v>
                </c:pt>
                <c:pt idx="484">
                  <c:v>6499.8753523516743</c:v>
                </c:pt>
                <c:pt idx="485">
                  <c:v>6496.7592860182413</c:v>
                </c:pt>
                <c:pt idx="486">
                  <c:v>6488.1166201274282</c:v>
                </c:pt>
                <c:pt idx="487">
                  <c:v>6483.1879863131689</c:v>
                </c:pt>
                <c:pt idx="488">
                  <c:v>6480.6382477566412</c:v>
                </c:pt>
                <c:pt idx="489">
                  <c:v>6479.6109215666193</c:v>
                </c:pt>
                <c:pt idx="490">
                  <c:v>6469.9219819241625</c:v>
                </c:pt>
                <c:pt idx="491">
                  <c:v>6459.4959381686149</c:v>
                </c:pt>
                <c:pt idx="492">
                  <c:v>6456.4910437839299</c:v>
                </c:pt>
                <c:pt idx="493">
                  <c:v>6463.6048934693317</c:v>
                </c:pt>
                <c:pt idx="494">
                  <c:v>6448.838476854593</c:v>
                </c:pt>
                <c:pt idx="495">
                  <c:v>6443.3583927448744</c:v>
                </c:pt>
                <c:pt idx="496">
                  <c:v>6438.1572772579075</c:v>
                </c:pt>
                <c:pt idx="497">
                  <c:v>6432.0362275271918</c:v>
                </c:pt>
                <c:pt idx="498">
                  <c:v>6427.1041074831528</c:v>
                </c:pt>
                <c:pt idx="499">
                  <c:v>6426.6874361579512</c:v>
                </c:pt>
                <c:pt idx="500">
                  <c:v>6426.0591132963764</c:v>
                </c:pt>
                <c:pt idx="501">
                  <c:v>6420.9567495855481</c:v>
                </c:pt>
                <c:pt idx="502">
                  <c:v>6419.7058357470914</c:v>
                </c:pt>
                <c:pt idx="503">
                  <c:v>6416.3412809702968</c:v>
                </c:pt>
                <c:pt idx="504">
                  <c:v>6407.6156155546259</c:v>
                </c:pt>
                <c:pt idx="505">
                  <c:v>6401.2840089406282</c:v>
                </c:pt>
                <c:pt idx="506">
                  <c:v>6399.6150140881855</c:v>
                </c:pt>
                <c:pt idx="507">
                  <c:v>6395.6815460459784</c:v>
                </c:pt>
                <c:pt idx="508">
                  <c:v>6389.6214490466682</c:v>
                </c:pt>
                <c:pt idx="509">
                  <c:v>6385.8492459322351</c:v>
                </c:pt>
                <c:pt idx="510">
                  <c:v>6377.5467395917331</c:v>
                </c:pt>
                <c:pt idx="511">
                  <c:v>6378.2169544239714</c:v>
                </c:pt>
                <c:pt idx="512">
                  <c:v>6374.8848199723525</c:v>
                </c:pt>
                <c:pt idx="513">
                  <c:v>6372.3030132546082</c:v>
                </c:pt>
                <c:pt idx="514">
                  <c:v>6357.7752172833152</c:v>
                </c:pt>
                <c:pt idx="515">
                  <c:v>6358.7790112974335</c:v>
                </c:pt>
                <c:pt idx="516">
                  <c:v>6349.3134864436797</c:v>
                </c:pt>
                <c:pt idx="517">
                  <c:v>6339.9536207841293</c:v>
                </c:pt>
                <c:pt idx="518">
                  <c:v>6336.2814566356037</c:v>
                </c:pt>
                <c:pt idx="519">
                  <c:v>6341.8208771165446</c:v>
                </c:pt>
                <c:pt idx="520">
                  <c:v>6335.9874503982119</c:v>
                </c:pt>
                <c:pt idx="521">
                  <c:v>6333.1071046520256</c:v>
                </c:pt>
                <c:pt idx="522">
                  <c:v>6326.2799241038229</c:v>
                </c:pt>
                <c:pt idx="523">
                  <c:v>6321.5376401296926</c:v>
                </c:pt>
                <c:pt idx="524">
                  <c:v>6316.9939030983587</c:v>
                </c:pt>
                <c:pt idx="525">
                  <c:v>6309.8407474946798</c:v>
                </c:pt>
                <c:pt idx="526">
                  <c:v>6312.8754878516547</c:v>
                </c:pt>
                <c:pt idx="527">
                  <c:v>6306.1185488483343</c:v>
                </c:pt>
                <c:pt idx="528">
                  <c:v>6297.1143761117673</c:v>
                </c:pt>
                <c:pt idx="529">
                  <c:v>6287.0842326106467</c:v>
                </c:pt>
                <c:pt idx="530">
                  <c:v>6290.4927416644277</c:v>
                </c:pt>
                <c:pt idx="531">
                  <c:v>6292.0085274686617</c:v>
                </c:pt>
                <c:pt idx="532">
                  <c:v>6281.7844035979197</c:v>
                </c:pt>
                <c:pt idx="533">
                  <c:v>6282.2699594203223</c:v>
                </c:pt>
                <c:pt idx="534">
                  <c:v>6275.4765833503188</c:v>
                </c:pt>
                <c:pt idx="535">
                  <c:v>6270.4378729993023</c:v>
                </c:pt>
                <c:pt idx="536">
                  <c:v>6275.4135357197902</c:v>
                </c:pt>
                <c:pt idx="537">
                  <c:v>6263.5922333027756</c:v>
                </c:pt>
                <c:pt idx="538">
                  <c:v>6260.7803886824186</c:v>
                </c:pt>
                <c:pt idx="539">
                  <c:v>6264.4542720520512</c:v>
                </c:pt>
                <c:pt idx="540">
                  <c:v>6262.6782704497618</c:v>
                </c:pt>
                <c:pt idx="541">
                  <c:v>6252.1080779559434</c:v>
                </c:pt>
                <c:pt idx="542">
                  <c:v>6243.7385013790026</c:v>
                </c:pt>
                <c:pt idx="543">
                  <c:v>6245.2032859414958</c:v>
                </c:pt>
                <c:pt idx="544">
                  <c:v>6243.2524038579195</c:v>
                </c:pt>
                <c:pt idx="545">
                  <c:v>6229.4628829009916</c:v>
                </c:pt>
                <c:pt idx="546">
                  <c:v>6233.1152513103298</c:v>
                </c:pt>
                <c:pt idx="547">
                  <c:v>6227.1499924348191</c:v>
                </c:pt>
                <c:pt idx="548">
                  <c:v>6210.6457027640618</c:v>
                </c:pt>
                <c:pt idx="549">
                  <c:v>6205.1550304863231</c:v>
                </c:pt>
                <c:pt idx="550">
                  <c:v>6209.1277957756902</c:v>
                </c:pt>
                <c:pt idx="551">
                  <c:v>6203.4607870430209</c:v>
                </c:pt>
                <c:pt idx="552">
                  <c:v>6203.9238439617911</c:v>
                </c:pt>
                <c:pt idx="553">
                  <c:v>6190.7482255838868</c:v>
                </c:pt>
                <c:pt idx="554">
                  <c:v>6191.8273849595953</c:v>
                </c:pt>
                <c:pt idx="555">
                  <c:v>6195.6855372036007</c:v>
                </c:pt>
                <c:pt idx="556">
                  <c:v>6191.9335273168235</c:v>
                </c:pt>
                <c:pt idx="557">
                  <c:v>6189.5644684007348</c:v>
                </c:pt>
                <c:pt idx="558">
                  <c:v>6181.4785216983764</c:v>
                </c:pt>
                <c:pt idx="559">
                  <c:v>6175.8885578826075</c:v>
                </c:pt>
                <c:pt idx="560">
                  <c:v>6165.5745577530288</c:v>
                </c:pt>
                <c:pt idx="561">
                  <c:v>6165.1620117580514</c:v>
                </c:pt>
                <c:pt idx="562">
                  <c:v>6167.7901572309565</c:v>
                </c:pt>
                <c:pt idx="563">
                  <c:v>6155.8385540960871</c:v>
                </c:pt>
                <c:pt idx="564">
                  <c:v>6144.6073425347877</c:v>
                </c:pt>
                <c:pt idx="565">
                  <c:v>6145.350337464708</c:v>
                </c:pt>
                <c:pt idx="566">
                  <c:v>6146.2441765667791</c:v>
                </c:pt>
                <c:pt idx="567">
                  <c:v>6132.2681481467007</c:v>
                </c:pt>
                <c:pt idx="568">
                  <c:v>6135.8016984368651</c:v>
                </c:pt>
                <c:pt idx="569">
                  <c:v>6124.4811684003507</c:v>
                </c:pt>
                <c:pt idx="570">
                  <c:v>6126.2961794395915</c:v>
                </c:pt>
                <c:pt idx="571">
                  <c:v>6122.8557574031975</c:v>
                </c:pt>
                <c:pt idx="572">
                  <c:v>6123.162086851341</c:v>
                </c:pt>
                <c:pt idx="573">
                  <c:v>6119.6226049489451</c:v>
                </c:pt>
                <c:pt idx="574">
                  <c:v>6105.6152282233543</c:v>
                </c:pt>
                <c:pt idx="575">
                  <c:v>6108.3329592978243</c:v>
                </c:pt>
                <c:pt idx="576">
                  <c:v>6107.1347382257918</c:v>
                </c:pt>
                <c:pt idx="577">
                  <c:v>6105.6296819322006</c:v>
                </c:pt>
                <c:pt idx="578">
                  <c:v>6100.4684889458858</c:v>
                </c:pt>
                <c:pt idx="579">
                  <c:v>6098.7467078918098</c:v>
                </c:pt>
                <c:pt idx="580">
                  <c:v>6085.8341703805945</c:v>
                </c:pt>
                <c:pt idx="581">
                  <c:v>6083.7203404168094</c:v>
                </c:pt>
                <c:pt idx="582">
                  <c:v>6065.8755820550468</c:v>
                </c:pt>
                <c:pt idx="583">
                  <c:v>6074.357137592453</c:v>
                </c:pt>
                <c:pt idx="584">
                  <c:v>6075.7777256630752</c:v>
                </c:pt>
                <c:pt idx="585">
                  <c:v>6073.759315232518</c:v>
                </c:pt>
                <c:pt idx="586">
                  <c:v>6069.35118314804</c:v>
                </c:pt>
                <c:pt idx="587">
                  <c:v>6067.0175917486995</c:v>
                </c:pt>
                <c:pt idx="588">
                  <c:v>6056.6400249542439</c:v>
                </c:pt>
                <c:pt idx="589">
                  <c:v>6056.1294600867732</c:v>
                </c:pt>
                <c:pt idx="590">
                  <c:v>6049.5186563030547</c:v>
                </c:pt>
                <c:pt idx="591">
                  <c:v>6052.6479154429398</c:v>
                </c:pt>
                <c:pt idx="592">
                  <c:v>6048.9117620828656</c:v>
                </c:pt>
                <c:pt idx="593">
                  <c:v>6041.0133705581748</c:v>
                </c:pt>
                <c:pt idx="594">
                  <c:v>6040.0388176906945</c:v>
                </c:pt>
                <c:pt idx="595">
                  <c:v>6028.6735179827774</c:v>
                </c:pt>
                <c:pt idx="596">
                  <c:v>6030.8323958211513</c:v>
                </c:pt>
                <c:pt idx="597">
                  <c:v>6015.302241285176</c:v>
                </c:pt>
                <c:pt idx="598">
                  <c:v>6009.8253526838853</c:v>
                </c:pt>
                <c:pt idx="599">
                  <c:v>6011.7824280769983</c:v>
                </c:pt>
                <c:pt idx="600">
                  <c:v>6007.2492556183788</c:v>
                </c:pt>
                <c:pt idx="601">
                  <c:v>6008.5681835233727</c:v>
                </c:pt>
                <c:pt idx="602">
                  <c:v>5994.0394016851897</c:v>
                </c:pt>
                <c:pt idx="603">
                  <c:v>5996.0886864769345</c:v>
                </c:pt>
                <c:pt idx="604">
                  <c:v>5995.0173513544196</c:v>
                </c:pt>
                <c:pt idx="605">
                  <c:v>5993.726887446539</c:v>
                </c:pt>
                <c:pt idx="606">
                  <c:v>5985.409397830007</c:v>
                </c:pt>
                <c:pt idx="607">
                  <c:v>5990.5719076332898</c:v>
                </c:pt>
                <c:pt idx="608">
                  <c:v>5983.1101008386604</c:v>
                </c:pt>
                <c:pt idx="609">
                  <c:v>5977.498636531227</c:v>
                </c:pt>
                <c:pt idx="610">
                  <c:v>5977.5902627729884</c:v>
                </c:pt>
                <c:pt idx="611">
                  <c:v>5967.9941248957839</c:v>
                </c:pt>
                <c:pt idx="612">
                  <c:v>5973.0267448535851</c:v>
                </c:pt>
                <c:pt idx="613">
                  <c:v>5965.3510148100213</c:v>
                </c:pt>
                <c:pt idx="614">
                  <c:v>5962.0986535073789</c:v>
                </c:pt>
                <c:pt idx="615">
                  <c:v>5959.5756757934851</c:v>
                </c:pt>
                <c:pt idx="616">
                  <c:v>5951.7978242369936</c:v>
                </c:pt>
                <c:pt idx="617">
                  <c:v>5946.5551303035472</c:v>
                </c:pt>
                <c:pt idx="618">
                  <c:v>5942.6241540319588</c:v>
                </c:pt>
                <c:pt idx="619">
                  <c:v>5950.6104569255658</c:v>
                </c:pt>
                <c:pt idx="620">
                  <c:v>5944.111421501113</c:v>
                </c:pt>
                <c:pt idx="621">
                  <c:v>5934.6765159958359</c:v>
                </c:pt>
                <c:pt idx="622">
                  <c:v>5926.7643977843218</c:v>
                </c:pt>
                <c:pt idx="623">
                  <c:v>5932.9505044542693</c:v>
                </c:pt>
                <c:pt idx="624">
                  <c:v>5921.7588308919467</c:v>
                </c:pt>
                <c:pt idx="625">
                  <c:v>5914.294835228211</c:v>
                </c:pt>
                <c:pt idx="626">
                  <c:v>5914.3270121932546</c:v>
                </c:pt>
                <c:pt idx="627">
                  <c:v>5912.3537260711082</c:v>
                </c:pt>
                <c:pt idx="628">
                  <c:v>5899.1772552289285</c:v>
                </c:pt>
                <c:pt idx="629">
                  <c:v>5898.5798076476458</c:v>
                </c:pt>
                <c:pt idx="630">
                  <c:v>5899.0645259768844</c:v>
                </c:pt>
                <c:pt idx="631">
                  <c:v>5896.2709812091116</c:v>
                </c:pt>
                <c:pt idx="632">
                  <c:v>5892.3776760423825</c:v>
                </c:pt>
                <c:pt idx="633">
                  <c:v>5893.8246057304277</c:v>
                </c:pt>
                <c:pt idx="634">
                  <c:v>5886.7437724592655</c:v>
                </c:pt>
                <c:pt idx="635">
                  <c:v>5883.2379724990205</c:v>
                </c:pt>
                <c:pt idx="636">
                  <c:v>5887.6502411720794</c:v>
                </c:pt>
                <c:pt idx="637">
                  <c:v>5882.206302618506</c:v>
                </c:pt>
                <c:pt idx="638">
                  <c:v>5878.266598597831</c:v>
                </c:pt>
                <c:pt idx="639">
                  <c:v>5871.4127636065477</c:v>
                </c:pt>
                <c:pt idx="640">
                  <c:v>5865.5020475076835</c:v>
                </c:pt>
                <c:pt idx="641">
                  <c:v>5868.5554433904981</c:v>
                </c:pt>
                <c:pt idx="642">
                  <c:v>5860.9567788838067</c:v>
                </c:pt>
                <c:pt idx="643">
                  <c:v>5854.2510759176821</c:v>
                </c:pt>
                <c:pt idx="644">
                  <c:v>5844.8040831416329</c:v>
                </c:pt>
                <c:pt idx="645">
                  <c:v>5831.6936253690337</c:v>
                </c:pt>
                <c:pt idx="646">
                  <c:v>5837.5701665092538</c:v>
                </c:pt>
                <c:pt idx="647">
                  <c:v>5829.6475634677354</c:v>
                </c:pt>
                <c:pt idx="648">
                  <c:v>5823.4469979712794</c:v>
                </c:pt>
                <c:pt idx="649">
                  <c:v>5834.1862478826952</c:v>
                </c:pt>
                <c:pt idx="650">
                  <c:v>5826.0914150003919</c:v>
                </c:pt>
                <c:pt idx="651">
                  <c:v>5826.3131154249058</c:v>
                </c:pt>
                <c:pt idx="652">
                  <c:v>5827.2224814684359</c:v>
                </c:pt>
                <c:pt idx="653">
                  <c:v>5828.232190188186</c:v>
                </c:pt>
                <c:pt idx="654">
                  <c:v>5819.6309967634097</c:v>
                </c:pt>
                <c:pt idx="655">
                  <c:v>5825.4806964266227</c:v>
                </c:pt>
                <c:pt idx="656">
                  <c:v>5815.5297445707529</c:v>
                </c:pt>
                <c:pt idx="657">
                  <c:v>5810.2501977867887</c:v>
                </c:pt>
                <c:pt idx="658">
                  <c:v>5805.868114620027</c:v>
                </c:pt>
                <c:pt idx="659">
                  <c:v>5798.7023297650449</c:v>
                </c:pt>
                <c:pt idx="660">
                  <c:v>5795.5008055779617</c:v>
                </c:pt>
                <c:pt idx="661">
                  <c:v>5788.7872660653748</c:v>
                </c:pt>
                <c:pt idx="662">
                  <c:v>5781.9400224951232</c:v>
                </c:pt>
                <c:pt idx="663">
                  <c:v>5783.82336098421</c:v>
                </c:pt>
                <c:pt idx="664">
                  <c:v>5781.1309964310003</c:v>
                </c:pt>
                <c:pt idx="665">
                  <c:v>5775.6741924515572</c:v>
                </c:pt>
                <c:pt idx="666">
                  <c:v>5778.2069334039807</c:v>
                </c:pt>
                <c:pt idx="667">
                  <c:v>5769.0400610801426</c:v>
                </c:pt>
                <c:pt idx="668">
                  <c:v>5760.6657617433248</c:v>
                </c:pt>
                <c:pt idx="669">
                  <c:v>5765.2081992502081</c:v>
                </c:pt>
                <c:pt idx="670">
                  <c:v>5759.8481199561847</c:v>
                </c:pt>
                <c:pt idx="671">
                  <c:v>5748.6711793021004</c:v>
                </c:pt>
                <c:pt idx="672">
                  <c:v>5757.1726938915053</c:v>
                </c:pt>
                <c:pt idx="673">
                  <c:v>5753.0946638686974</c:v>
                </c:pt>
                <c:pt idx="674">
                  <c:v>5743.5832600769409</c:v>
                </c:pt>
                <c:pt idx="675">
                  <c:v>5740.5058735513794</c:v>
                </c:pt>
                <c:pt idx="676">
                  <c:v>5740.8152763094404</c:v>
                </c:pt>
                <c:pt idx="677">
                  <c:v>5736.962383538129</c:v>
                </c:pt>
                <c:pt idx="678">
                  <c:v>5739.8976898553628</c:v>
                </c:pt>
                <c:pt idx="679">
                  <c:v>5730.0888238095631</c:v>
                </c:pt>
                <c:pt idx="680">
                  <c:v>5728.9602841299438</c:v>
                </c:pt>
                <c:pt idx="681">
                  <c:v>5723.0496056594138</c:v>
                </c:pt>
                <c:pt idx="682">
                  <c:v>5719.8774031527082</c:v>
                </c:pt>
                <c:pt idx="683">
                  <c:v>5715.9109128401487</c:v>
                </c:pt>
                <c:pt idx="684">
                  <c:v>5721.1114378128295</c:v>
                </c:pt>
                <c:pt idx="685">
                  <c:v>5719.1565891801765</c:v>
                </c:pt>
                <c:pt idx="686">
                  <c:v>5711.4054978407985</c:v>
                </c:pt>
                <c:pt idx="687">
                  <c:v>5707.6584037241682</c:v>
                </c:pt>
                <c:pt idx="688">
                  <c:v>5709.669651410175</c:v>
                </c:pt>
                <c:pt idx="689">
                  <c:v>5701.2212968055146</c:v>
                </c:pt>
                <c:pt idx="690">
                  <c:v>5695.2923279559318</c:v>
                </c:pt>
                <c:pt idx="691">
                  <c:v>5694.2075881370793</c:v>
                </c:pt>
                <c:pt idx="692">
                  <c:v>5696.5078419824804</c:v>
                </c:pt>
                <c:pt idx="693">
                  <c:v>5685.5502390456259</c:v>
                </c:pt>
                <c:pt idx="694">
                  <c:v>5686.1217343230437</c:v>
                </c:pt>
                <c:pt idx="695">
                  <c:v>5681.8222516599762</c:v>
                </c:pt>
                <c:pt idx="696">
                  <c:v>5674.7287864891914</c:v>
                </c:pt>
                <c:pt idx="697">
                  <c:v>5673.2646189676107</c:v>
                </c:pt>
                <c:pt idx="698">
                  <c:v>5665.3092802117599</c:v>
                </c:pt>
                <c:pt idx="699">
                  <c:v>5664.3465973754792</c:v>
                </c:pt>
                <c:pt idx="700">
                  <c:v>5657.801181667428</c:v>
                </c:pt>
                <c:pt idx="701">
                  <c:v>5658.0917962627136</c:v>
                </c:pt>
                <c:pt idx="702">
                  <c:v>5653.5124564950602</c:v>
                </c:pt>
                <c:pt idx="703">
                  <c:v>5652.0296452145831</c:v>
                </c:pt>
                <c:pt idx="704">
                  <c:v>5637.8427570014555</c:v>
                </c:pt>
                <c:pt idx="705">
                  <c:v>5635.4372246650792</c:v>
                </c:pt>
                <c:pt idx="706">
                  <c:v>5642.9287264561535</c:v>
                </c:pt>
                <c:pt idx="707">
                  <c:v>5635.4238252653986</c:v>
                </c:pt>
                <c:pt idx="708">
                  <c:v>5634.6599041201389</c:v>
                </c:pt>
                <c:pt idx="709">
                  <c:v>5625.9016456395202</c:v>
                </c:pt>
                <c:pt idx="710">
                  <c:v>5627.7885445540887</c:v>
                </c:pt>
                <c:pt idx="711">
                  <c:v>5626.0656090601169</c:v>
                </c:pt>
                <c:pt idx="712">
                  <c:v>5620.6338291727825</c:v>
                </c:pt>
                <c:pt idx="713">
                  <c:v>5618.6223022574359</c:v>
                </c:pt>
                <c:pt idx="714">
                  <c:v>5614.2005689438465</c:v>
                </c:pt>
                <c:pt idx="715">
                  <c:v>5613.2886310183003</c:v>
                </c:pt>
                <c:pt idx="716">
                  <c:v>5612.7090175119911</c:v>
                </c:pt>
                <c:pt idx="717">
                  <c:v>5605.5227214448878</c:v>
                </c:pt>
                <c:pt idx="718">
                  <c:v>5600.0439212431056</c:v>
                </c:pt>
                <c:pt idx="719">
                  <c:v>5595.928609714816</c:v>
                </c:pt>
                <c:pt idx="720">
                  <c:v>5601.142033476769</c:v>
                </c:pt>
                <c:pt idx="721">
                  <c:v>5594.9946221521941</c:v>
                </c:pt>
                <c:pt idx="722">
                  <c:v>5586.8682775201742</c:v>
                </c:pt>
                <c:pt idx="723">
                  <c:v>5582.5120066814188</c:v>
                </c:pt>
                <c:pt idx="724">
                  <c:v>5580.53304946547</c:v>
                </c:pt>
                <c:pt idx="725">
                  <c:v>5568.8667622194753</c:v>
                </c:pt>
                <c:pt idx="726">
                  <c:v>5564.8571972449772</c:v>
                </c:pt>
              </c:numCache>
            </c:numRef>
          </c:xVal>
          <c:yVal>
            <c:numRef>
              <c:f>Presentation!$AU$82:$AU$808</c:f>
              <c:numCache>
                <c:formatCode>General</c:formatCode>
                <c:ptCount val="727"/>
                <c:pt idx="0">
                  <c:v>4116.3971878577904</c:v>
                </c:pt>
                <c:pt idx="1">
                  <c:v>4157.2401570310903</c:v>
                </c:pt>
                <c:pt idx="2">
                  <c:v>4149.1947895879903</c:v>
                </c:pt>
                <c:pt idx="3">
                  <c:v>4151.4810315218301</c:v>
                </c:pt>
                <c:pt idx="4">
                  <c:v>4164.4705531180798</c:v>
                </c:pt>
                <c:pt idx="5">
                  <c:v>4184.5076121534003</c:v>
                </c:pt>
                <c:pt idx="6">
                  <c:v>4158.4898844967202</c:v>
                </c:pt>
                <c:pt idx="7">
                  <c:v>4158.7989719733696</c:v>
                </c:pt>
                <c:pt idx="8">
                  <c:v>4158.4390920755304</c:v>
                </c:pt>
                <c:pt idx="9">
                  <c:v>4185.6169520027597</c:v>
                </c:pt>
                <c:pt idx="10">
                  <c:v>4158.8899311042996</c:v>
                </c:pt>
                <c:pt idx="11">
                  <c:v>4140.5676528867598</c:v>
                </c:pt>
                <c:pt idx="12">
                  <c:v>4124.2403328391601</c:v>
                </c:pt>
                <c:pt idx="13">
                  <c:v>4087.12468435352</c:v>
                </c:pt>
                <c:pt idx="14">
                  <c:v>4078.3888281460199</c:v>
                </c:pt>
                <c:pt idx="15">
                  <c:v>4098.9850065643004</c:v>
                </c:pt>
                <c:pt idx="16">
                  <c:v>4091.15645407286</c:v>
                </c:pt>
                <c:pt idx="17">
                  <c:v>4077.5026281840701</c:v>
                </c:pt>
                <c:pt idx="18">
                  <c:v>4038.1964425667002</c:v>
                </c:pt>
                <c:pt idx="19">
                  <c:v>4030.13529820638</c:v>
                </c:pt>
                <c:pt idx="20">
                  <c:v>4026.6610450164699</c:v>
                </c:pt>
                <c:pt idx="21">
                  <c:v>4027.0744933232099</c:v>
                </c:pt>
                <c:pt idx="22">
                  <c:v>4046.6909982622301</c:v>
                </c:pt>
                <c:pt idx="23">
                  <c:v>4081.99403229275</c:v>
                </c:pt>
                <c:pt idx="24">
                  <c:v>4103.2801507453196</c:v>
                </c:pt>
                <c:pt idx="25">
                  <c:v>4087.1212725138498</c:v>
                </c:pt>
                <c:pt idx="26">
                  <c:v>4083.2124818423799</c:v>
                </c:pt>
                <c:pt idx="27">
                  <c:v>4071.8166231156902</c:v>
                </c:pt>
                <c:pt idx="28">
                  <c:v>4102.6519348700504</c:v>
                </c:pt>
                <c:pt idx="29">
                  <c:v>4130.1114516139896</c:v>
                </c:pt>
                <c:pt idx="30">
                  <c:v>4121.6785336346602</c:v>
                </c:pt>
                <c:pt idx="31">
                  <c:v>4116.1526624425096</c:v>
                </c:pt>
                <c:pt idx="32">
                  <c:v>4127.0507318072596</c:v>
                </c:pt>
                <c:pt idx="33">
                  <c:v>4117.3432977577004</c:v>
                </c:pt>
                <c:pt idx="34">
                  <c:v>4110.8094321096196</c:v>
                </c:pt>
                <c:pt idx="35">
                  <c:v>4105.3629891152204</c:v>
                </c:pt>
                <c:pt idx="36">
                  <c:v>4100.2115583844397</c:v>
                </c:pt>
                <c:pt idx="37">
                  <c:v>4096.3709629171999</c:v>
                </c:pt>
                <c:pt idx="38">
                  <c:v>4079.7842743781598</c:v>
                </c:pt>
                <c:pt idx="39">
                  <c:v>4090.4239240051902</c:v>
                </c:pt>
                <c:pt idx="40">
                  <c:v>4092.6923268433402</c:v>
                </c:pt>
                <c:pt idx="41">
                  <c:v>4070.2393828893701</c:v>
                </c:pt>
                <c:pt idx="42">
                  <c:v>4065.44189399894</c:v>
                </c:pt>
                <c:pt idx="43">
                  <c:v>4089.35350113602</c:v>
                </c:pt>
                <c:pt idx="44">
                  <c:v>4087.3169000596099</c:v>
                </c:pt>
                <c:pt idx="45">
                  <c:v>4076.5464144256498</c:v>
                </c:pt>
                <c:pt idx="46">
                  <c:v>4085.5843156461101</c:v>
                </c:pt>
                <c:pt idx="47">
                  <c:v>4086.5625754460598</c:v>
                </c:pt>
                <c:pt idx="48">
                  <c:v>4066.1894818655301</c:v>
                </c:pt>
                <c:pt idx="49">
                  <c:v>4061.5445077122499</c:v>
                </c:pt>
                <c:pt idx="50">
                  <c:v>4063.5924820373398</c:v>
                </c:pt>
                <c:pt idx="51">
                  <c:v>4064.4686324049699</c:v>
                </c:pt>
                <c:pt idx="52">
                  <c:v>4061.7866547540898</c:v>
                </c:pt>
                <c:pt idx="53">
                  <c:v>4037.7645376898299</c:v>
                </c:pt>
                <c:pt idx="54">
                  <c:v>4038.2848250616698</c:v>
                </c:pt>
                <c:pt idx="55">
                  <c:v>4029.4118983847402</c:v>
                </c:pt>
                <c:pt idx="56">
                  <c:v>4024.73723386763</c:v>
                </c:pt>
                <c:pt idx="57">
                  <c:v>4039.3551849082701</c:v>
                </c:pt>
                <c:pt idx="58">
                  <c:v>4069.5994886744502</c:v>
                </c:pt>
                <c:pt idx="59">
                  <c:v>4068.8337808507999</c:v>
                </c:pt>
                <c:pt idx="60">
                  <c:v>4066.48561443674</c:v>
                </c:pt>
                <c:pt idx="61">
                  <c:v>4068.9858372379499</c:v>
                </c:pt>
                <c:pt idx="62">
                  <c:v>4084.6029327400001</c:v>
                </c:pt>
                <c:pt idx="63">
                  <c:v>4093.8922850768699</c:v>
                </c:pt>
                <c:pt idx="64">
                  <c:v>4076.68016104866</c:v>
                </c:pt>
                <c:pt idx="65">
                  <c:v>4054.9483341129298</c:v>
                </c:pt>
                <c:pt idx="66">
                  <c:v>4062.1209794368201</c:v>
                </c:pt>
                <c:pt idx="67">
                  <c:v>4052.3105159644001</c:v>
                </c:pt>
                <c:pt idx="68">
                  <c:v>4046.3209971837</c:v>
                </c:pt>
                <c:pt idx="69">
                  <c:v>4022.6018833428998</c:v>
                </c:pt>
                <c:pt idx="70">
                  <c:v>4023.9508934791902</c:v>
                </c:pt>
                <c:pt idx="71">
                  <c:v>4016.9640404194802</c:v>
                </c:pt>
                <c:pt idx="72">
                  <c:v>4021.78029038055</c:v>
                </c:pt>
                <c:pt idx="73">
                  <c:v>4011.1382061059498</c:v>
                </c:pt>
                <c:pt idx="74">
                  <c:v>4032.45728821697</c:v>
                </c:pt>
                <c:pt idx="75">
                  <c:v>4046.4453284310798</c:v>
                </c:pt>
                <c:pt idx="76">
                  <c:v>4031.5062935481601</c:v>
                </c:pt>
                <c:pt idx="77">
                  <c:v>4012.1360538938202</c:v>
                </c:pt>
                <c:pt idx="78">
                  <c:v>4001.8867540564202</c:v>
                </c:pt>
                <c:pt idx="79">
                  <c:v>3999.5372913217002</c:v>
                </c:pt>
                <c:pt idx="80">
                  <c:v>4001.86184063873</c:v>
                </c:pt>
                <c:pt idx="81">
                  <c:v>3992.2289264760302</c:v>
                </c:pt>
                <c:pt idx="82">
                  <c:v>3993.31297826728</c:v>
                </c:pt>
                <c:pt idx="83">
                  <c:v>3990.9635379565998</c:v>
                </c:pt>
                <c:pt idx="84">
                  <c:v>3978.72420361482</c:v>
                </c:pt>
                <c:pt idx="85">
                  <c:v>3969.5326142797599</c:v>
                </c:pt>
                <c:pt idx="86">
                  <c:v>3977.0547893327898</c:v>
                </c:pt>
                <c:pt idx="87">
                  <c:v>3959.4154028170101</c:v>
                </c:pt>
                <c:pt idx="88">
                  <c:v>3934.4636371531401</c:v>
                </c:pt>
                <c:pt idx="89">
                  <c:v>3941.42738306616</c:v>
                </c:pt>
                <c:pt idx="90">
                  <c:v>3948.1929226379202</c:v>
                </c:pt>
                <c:pt idx="91">
                  <c:v>3941.42354307089</c:v>
                </c:pt>
                <c:pt idx="92">
                  <c:v>3916.6664264464598</c:v>
                </c:pt>
                <c:pt idx="93">
                  <c:v>3920.4451318577198</c:v>
                </c:pt>
                <c:pt idx="94">
                  <c:v>3936.0766244737902</c:v>
                </c:pt>
                <c:pt idx="95">
                  <c:v>3935.2373845267298</c:v>
                </c:pt>
                <c:pt idx="96">
                  <c:v>3911.9737959642898</c:v>
                </c:pt>
                <c:pt idx="97">
                  <c:v>3918.8678291718202</c:v>
                </c:pt>
                <c:pt idx="98">
                  <c:v>3940.9568998017098</c:v>
                </c:pt>
                <c:pt idx="99">
                  <c:v>3923.7909607062502</c:v>
                </c:pt>
                <c:pt idx="100">
                  <c:v>3923.13766097895</c:v>
                </c:pt>
                <c:pt idx="101">
                  <c:v>3918.2450411233899</c:v>
                </c:pt>
                <c:pt idx="102">
                  <c:v>3932.4973119507199</c:v>
                </c:pt>
                <c:pt idx="103">
                  <c:v>3923.9870529177701</c:v>
                </c:pt>
                <c:pt idx="104">
                  <c:v>3916.1190681809599</c:v>
                </c:pt>
                <c:pt idx="105">
                  <c:v>3916.3426474756202</c:v>
                </c:pt>
                <c:pt idx="106">
                  <c:v>3929.8731261453099</c:v>
                </c:pt>
                <c:pt idx="107">
                  <c:v>3951.1550603821902</c:v>
                </c:pt>
                <c:pt idx="108">
                  <c:v>3953.1223045117499</c:v>
                </c:pt>
                <c:pt idx="109">
                  <c:v>3962.1798430623899</c:v>
                </c:pt>
                <c:pt idx="110">
                  <c:v>3933.3792330584802</c:v>
                </c:pt>
                <c:pt idx="111">
                  <c:v>3912.3711996930201</c:v>
                </c:pt>
                <c:pt idx="112">
                  <c:v>3908.5791456841398</c:v>
                </c:pt>
                <c:pt idx="113">
                  <c:v>3900.5040470579002</c:v>
                </c:pt>
                <c:pt idx="114">
                  <c:v>3871.0012715408998</c:v>
                </c:pt>
                <c:pt idx="115">
                  <c:v>3876.9291141933199</c:v>
                </c:pt>
                <c:pt idx="116">
                  <c:v>3909.7664219991402</c:v>
                </c:pt>
                <c:pt idx="117">
                  <c:v>3892.7881121252599</c:v>
                </c:pt>
                <c:pt idx="118">
                  <c:v>3881.7671623681599</c:v>
                </c:pt>
                <c:pt idx="119">
                  <c:v>3846.7461225065499</c:v>
                </c:pt>
                <c:pt idx="120">
                  <c:v>3871.2206508603899</c:v>
                </c:pt>
                <c:pt idx="121">
                  <c:v>3868.1520722784499</c:v>
                </c:pt>
                <c:pt idx="122">
                  <c:v>3870.0194093636501</c:v>
                </c:pt>
                <c:pt idx="123">
                  <c:v>3869.5502050653499</c:v>
                </c:pt>
                <c:pt idx="124">
                  <c:v>3883.3970601505498</c:v>
                </c:pt>
                <c:pt idx="125">
                  <c:v>3873.4540831633299</c:v>
                </c:pt>
                <c:pt idx="126">
                  <c:v>3845.4891509191998</c:v>
                </c:pt>
                <c:pt idx="127">
                  <c:v>3863.2083815546398</c:v>
                </c:pt>
                <c:pt idx="128">
                  <c:v>3865.0351804881502</c:v>
                </c:pt>
                <c:pt idx="129">
                  <c:v>3859.5895998461501</c:v>
                </c:pt>
                <c:pt idx="130">
                  <c:v>3879.2669059704999</c:v>
                </c:pt>
                <c:pt idx="131">
                  <c:v>3865.67609496659</c:v>
                </c:pt>
                <c:pt idx="132">
                  <c:v>3842.6833487889899</c:v>
                </c:pt>
                <c:pt idx="133">
                  <c:v>3822.7983521968499</c:v>
                </c:pt>
                <c:pt idx="134">
                  <c:v>3826.2388008129501</c:v>
                </c:pt>
                <c:pt idx="135">
                  <c:v>3840.9458297461701</c:v>
                </c:pt>
                <c:pt idx="136">
                  <c:v>3819.51153737102</c:v>
                </c:pt>
                <c:pt idx="137">
                  <c:v>3816.1491291771299</c:v>
                </c:pt>
                <c:pt idx="138">
                  <c:v>3824.7432411878599</c:v>
                </c:pt>
                <c:pt idx="139">
                  <c:v>3845.3366790466998</c:v>
                </c:pt>
                <c:pt idx="140">
                  <c:v>3834.8497127952201</c:v>
                </c:pt>
                <c:pt idx="141">
                  <c:v>3833.1806244456702</c:v>
                </c:pt>
                <c:pt idx="142">
                  <c:v>3843.66492031299</c:v>
                </c:pt>
                <c:pt idx="143">
                  <c:v>3849.5555811177201</c:v>
                </c:pt>
                <c:pt idx="144">
                  <c:v>3838.7972862967499</c:v>
                </c:pt>
                <c:pt idx="145">
                  <c:v>3827.4742298021201</c:v>
                </c:pt>
                <c:pt idx="146">
                  <c:v>3827.7827428450901</c:v>
                </c:pt>
                <c:pt idx="147">
                  <c:v>3822.81626483424</c:v>
                </c:pt>
                <c:pt idx="148">
                  <c:v>3806.7818036496201</c:v>
                </c:pt>
                <c:pt idx="149">
                  <c:v>3791.6894979445601</c:v>
                </c:pt>
                <c:pt idx="150">
                  <c:v>3774.8556606151301</c:v>
                </c:pt>
                <c:pt idx="151">
                  <c:v>3761.6504353887899</c:v>
                </c:pt>
                <c:pt idx="152">
                  <c:v>3749.3674250456602</c:v>
                </c:pt>
                <c:pt idx="153">
                  <c:v>3740.1815858493701</c:v>
                </c:pt>
                <c:pt idx="154">
                  <c:v>3723.9730031947201</c:v>
                </c:pt>
                <c:pt idx="155">
                  <c:v>3726.48967268052</c:v>
                </c:pt>
                <c:pt idx="156">
                  <c:v>3736.5837800226</c:v>
                </c:pt>
                <c:pt idx="157">
                  <c:v>3741.89163823849</c:v>
                </c:pt>
                <c:pt idx="158">
                  <c:v>3749.52757597154</c:v>
                </c:pt>
                <c:pt idx="159">
                  <c:v>3748.95849965158</c:v>
                </c:pt>
                <c:pt idx="160">
                  <c:v>3766.7099895241499</c:v>
                </c:pt>
                <c:pt idx="161">
                  <c:v>3775.2998406544698</c:v>
                </c:pt>
                <c:pt idx="162">
                  <c:v>3768.5206928715402</c:v>
                </c:pt>
                <c:pt idx="163">
                  <c:v>3764.9235966217602</c:v>
                </c:pt>
                <c:pt idx="164">
                  <c:v>3768.18736386716</c:v>
                </c:pt>
                <c:pt idx="165">
                  <c:v>3760.2500999302802</c:v>
                </c:pt>
                <c:pt idx="166">
                  <c:v>3737.8895162423801</c:v>
                </c:pt>
                <c:pt idx="167">
                  <c:v>3724.7454152008099</c:v>
                </c:pt>
                <c:pt idx="168">
                  <c:v>3710.1017004975101</c:v>
                </c:pt>
                <c:pt idx="169">
                  <c:v>3695.0325575253601</c:v>
                </c:pt>
                <c:pt idx="170">
                  <c:v>3689.9495052429602</c:v>
                </c:pt>
                <c:pt idx="171">
                  <c:v>3688.8258973765201</c:v>
                </c:pt>
                <c:pt idx="172">
                  <c:v>3696.2626423133502</c:v>
                </c:pt>
                <c:pt idx="173">
                  <c:v>3700.2814651492699</c:v>
                </c:pt>
                <c:pt idx="174">
                  <c:v>3711.6110446124098</c:v>
                </c:pt>
                <c:pt idx="175">
                  <c:v>3712.0450507028399</c:v>
                </c:pt>
                <c:pt idx="176">
                  <c:v>3704.0017567534501</c:v>
                </c:pt>
                <c:pt idx="177">
                  <c:v>3704.1029678303398</c:v>
                </c:pt>
                <c:pt idx="178">
                  <c:v>3711.56216030522</c:v>
                </c:pt>
                <c:pt idx="179">
                  <c:v>3712.98275376931</c:v>
                </c:pt>
                <c:pt idx="180">
                  <c:v>3708.3336355564802</c:v>
                </c:pt>
                <c:pt idx="181">
                  <c:v>3701.76971232906</c:v>
                </c:pt>
                <c:pt idx="182">
                  <c:v>3702.4618547703599</c:v>
                </c:pt>
                <c:pt idx="183">
                  <c:v>3695.9612321060099</c:v>
                </c:pt>
                <c:pt idx="184">
                  <c:v>3694.1612627601698</c:v>
                </c:pt>
                <c:pt idx="185">
                  <c:v>3690.1458123406701</c:v>
                </c:pt>
                <c:pt idx="186">
                  <c:v>3684.4021401526502</c:v>
                </c:pt>
                <c:pt idx="187">
                  <c:v>3670.4534500264099</c:v>
                </c:pt>
                <c:pt idx="188">
                  <c:v>3655.6384511794199</c:v>
                </c:pt>
                <c:pt idx="189">
                  <c:v>3654.66020835057</c:v>
                </c:pt>
                <c:pt idx="190">
                  <c:v>3654.0781106169202</c:v>
                </c:pt>
                <c:pt idx="191">
                  <c:v>3651.1208520752598</c:v>
                </c:pt>
                <c:pt idx="192">
                  <c:v>3639.4972747217998</c:v>
                </c:pt>
                <c:pt idx="193">
                  <c:v>3626.0014842996302</c:v>
                </c:pt>
                <c:pt idx="194">
                  <c:v>3630.02915166517</c:v>
                </c:pt>
                <c:pt idx="195">
                  <c:v>3625.63037336552</c:v>
                </c:pt>
                <c:pt idx="196">
                  <c:v>3621.8107218755699</c:v>
                </c:pt>
                <c:pt idx="197">
                  <c:v>3613.04753002091</c:v>
                </c:pt>
                <c:pt idx="198">
                  <c:v>3611.5299724766701</c:v>
                </c:pt>
                <c:pt idx="199">
                  <c:v>3609.7644761037</c:v>
                </c:pt>
                <c:pt idx="200">
                  <c:v>3594.2164075810801</c:v>
                </c:pt>
                <c:pt idx="201">
                  <c:v>3587.0878723604801</c:v>
                </c:pt>
                <c:pt idx="202">
                  <c:v>3607.0313465867098</c:v>
                </c:pt>
                <c:pt idx="203">
                  <c:v>3594.81190142783</c:v>
                </c:pt>
                <c:pt idx="204">
                  <c:v>3574.6384586823601</c:v>
                </c:pt>
                <c:pt idx="205">
                  <c:v>3577.0744490595598</c:v>
                </c:pt>
                <c:pt idx="206">
                  <c:v>3585.53902485149</c:v>
                </c:pt>
                <c:pt idx="207">
                  <c:v>3588.1902009631199</c:v>
                </c:pt>
                <c:pt idx="208">
                  <c:v>3573.8603161087099</c:v>
                </c:pt>
                <c:pt idx="209">
                  <c:v>3576.7244733063199</c:v>
                </c:pt>
                <c:pt idx="210">
                  <c:v>3589.6097956600402</c:v>
                </c:pt>
                <c:pt idx="211">
                  <c:v>3589.1435138956799</c:v>
                </c:pt>
                <c:pt idx="212">
                  <c:v>3587.66409589256</c:v>
                </c:pt>
                <c:pt idx="213">
                  <c:v>3606.4339534067799</c:v>
                </c:pt>
                <c:pt idx="214">
                  <c:v>3630.3807317134001</c:v>
                </c:pt>
                <c:pt idx="215">
                  <c:v>3624.1536312705398</c:v>
                </c:pt>
                <c:pt idx="216">
                  <c:v>3614.7501069684299</c:v>
                </c:pt>
                <c:pt idx="217">
                  <c:v>3609.15388692639</c:v>
                </c:pt>
                <c:pt idx="218">
                  <c:v>3601.59451438118</c:v>
                </c:pt>
                <c:pt idx="219">
                  <c:v>3596.4024642044101</c:v>
                </c:pt>
                <c:pt idx="220">
                  <c:v>3590.9433440893699</c:v>
                </c:pt>
                <c:pt idx="221">
                  <c:v>3589.2231638590201</c:v>
                </c:pt>
                <c:pt idx="222">
                  <c:v>3573.7859726308002</c:v>
                </c:pt>
                <c:pt idx="223">
                  <c:v>3561.4956778473202</c:v>
                </c:pt>
                <c:pt idx="224">
                  <c:v>3568.2164109866098</c:v>
                </c:pt>
                <c:pt idx="225">
                  <c:v>3560.9949137191002</c:v>
                </c:pt>
                <c:pt idx="226">
                  <c:v>3555.4619585136902</c:v>
                </c:pt>
                <c:pt idx="227">
                  <c:v>3565.5903507737298</c:v>
                </c:pt>
                <c:pt idx="228">
                  <c:v>3585.5735386403899</c:v>
                </c:pt>
                <c:pt idx="229">
                  <c:v>3586.4283084294202</c:v>
                </c:pt>
                <c:pt idx="230">
                  <c:v>3591.9120726587998</c:v>
                </c:pt>
                <c:pt idx="231">
                  <c:v>3588.9341661622502</c:v>
                </c:pt>
                <c:pt idx="232">
                  <c:v>3589.6354965281598</c:v>
                </c:pt>
                <c:pt idx="233">
                  <c:v>3593.8986203537002</c:v>
                </c:pt>
                <c:pt idx="234">
                  <c:v>3605.8491777712202</c:v>
                </c:pt>
                <c:pt idx="235">
                  <c:v>3596.4204381194199</c:v>
                </c:pt>
                <c:pt idx="236">
                  <c:v>3597.8221815316101</c:v>
                </c:pt>
                <c:pt idx="237">
                  <c:v>3596.9850179145001</c:v>
                </c:pt>
                <c:pt idx="238">
                  <c:v>3608.9857621494498</c:v>
                </c:pt>
                <c:pt idx="239">
                  <c:v>3603.0636104078599</c:v>
                </c:pt>
                <c:pt idx="240">
                  <c:v>3588.6057722712399</c:v>
                </c:pt>
                <c:pt idx="241">
                  <c:v>3596.2527294071101</c:v>
                </c:pt>
                <c:pt idx="242">
                  <c:v>3605.0598796576201</c:v>
                </c:pt>
                <c:pt idx="243">
                  <c:v>3586.05384404598</c:v>
                </c:pt>
                <c:pt idx="244">
                  <c:v>3551.0026299616602</c:v>
                </c:pt>
                <c:pt idx="245">
                  <c:v>3545.2498386690199</c:v>
                </c:pt>
                <c:pt idx="246">
                  <c:v>3551.5567911120902</c:v>
                </c:pt>
                <c:pt idx="247">
                  <c:v>3550.2342868400601</c:v>
                </c:pt>
                <c:pt idx="248">
                  <c:v>3542.45228513853</c:v>
                </c:pt>
                <c:pt idx="249">
                  <c:v>3540.9262394094499</c:v>
                </c:pt>
                <c:pt idx="250">
                  <c:v>3548.6267697266098</c:v>
                </c:pt>
                <c:pt idx="251">
                  <c:v>3550.9898785980799</c:v>
                </c:pt>
                <c:pt idx="252">
                  <c:v>3537.7049669808298</c:v>
                </c:pt>
                <c:pt idx="253">
                  <c:v>3536.2731608515301</c:v>
                </c:pt>
                <c:pt idx="254">
                  <c:v>3550.44640523198</c:v>
                </c:pt>
                <c:pt idx="255">
                  <c:v>3557.3546813460298</c:v>
                </c:pt>
                <c:pt idx="256">
                  <c:v>3552.5462829322601</c:v>
                </c:pt>
                <c:pt idx="257">
                  <c:v>3537.6982812135702</c:v>
                </c:pt>
                <c:pt idx="258">
                  <c:v>3534.9795048962201</c:v>
                </c:pt>
                <c:pt idx="259">
                  <c:v>3528.64647740802</c:v>
                </c:pt>
                <c:pt idx="260">
                  <c:v>3496.99978830083</c:v>
                </c:pt>
                <c:pt idx="261">
                  <c:v>3489.8019365913901</c:v>
                </c:pt>
                <c:pt idx="262">
                  <c:v>3514.1164748741699</c:v>
                </c:pt>
                <c:pt idx="263">
                  <c:v>3511.7063286082898</c:v>
                </c:pt>
                <c:pt idx="264">
                  <c:v>3501.6939731664702</c:v>
                </c:pt>
                <c:pt idx="265">
                  <c:v>3485.1627478487599</c:v>
                </c:pt>
                <c:pt idx="266">
                  <c:v>3492.1393086951298</c:v>
                </c:pt>
                <c:pt idx="267">
                  <c:v>3482.13182835719</c:v>
                </c:pt>
                <c:pt idx="268">
                  <c:v>3489.0799395624299</c:v>
                </c:pt>
                <c:pt idx="269">
                  <c:v>3488.4902680591399</c:v>
                </c:pt>
                <c:pt idx="270">
                  <c:v>3494.1225446479598</c:v>
                </c:pt>
                <c:pt idx="271">
                  <c:v>3495.9436978249801</c:v>
                </c:pt>
                <c:pt idx="272">
                  <c:v>3487.6481957945898</c:v>
                </c:pt>
                <c:pt idx="273">
                  <c:v>3496.1033427739499</c:v>
                </c:pt>
                <c:pt idx="274">
                  <c:v>3480.01224439301</c:v>
                </c:pt>
                <c:pt idx="275">
                  <c:v>3473.2974401987199</c:v>
                </c:pt>
                <c:pt idx="276">
                  <c:v>3480.5792027951602</c:v>
                </c:pt>
                <c:pt idx="277">
                  <c:v>3482.6903419508799</c:v>
                </c:pt>
                <c:pt idx="278">
                  <c:v>3478.0059748999602</c:v>
                </c:pt>
                <c:pt idx="279">
                  <c:v>3463.8404043343198</c:v>
                </c:pt>
                <c:pt idx="280">
                  <c:v>3471.10842084564</c:v>
                </c:pt>
                <c:pt idx="281">
                  <c:v>3476.56664478524</c:v>
                </c:pt>
                <c:pt idx="282">
                  <c:v>3460.3182888440701</c:v>
                </c:pt>
                <c:pt idx="283">
                  <c:v>3448.2193886169698</c:v>
                </c:pt>
                <c:pt idx="284">
                  <c:v>3431.5207577363499</c:v>
                </c:pt>
                <c:pt idx="285">
                  <c:v>3447.7110212774401</c:v>
                </c:pt>
                <c:pt idx="286">
                  <c:v>3445.9512498996701</c:v>
                </c:pt>
                <c:pt idx="287">
                  <c:v>3445.6559310315702</c:v>
                </c:pt>
                <c:pt idx="288">
                  <c:v>3440.2021148935301</c:v>
                </c:pt>
                <c:pt idx="289">
                  <c:v>3447.1533097593301</c:v>
                </c:pt>
                <c:pt idx="290">
                  <c:v>3447.34907181164</c:v>
                </c:pt>
                <c:pt idx="291">
                  <c:v>3424.3788586964301</c:v>
                </c:pt>
                <c:pt idx="292">
                  <c:v>3429.9935070307602</c:v>
                </c:pt>
                <c:pt idx="293">
                  <c:v>3431.3457623962499</c:v>
                </c:pt>
                <c:pt idx="294">
                  <c:v>3423.7324924967302</c:v>
                </c:pt>
                <c:pt idx="295">
                  <c:v>3419.1961295719202</c:v>
                </c:pt>
                <c:pt idx="296">
                  <c:v>3416.9119162484699</c:v>
                </c:pt>
                <c:pt idx="297">
                  <c:v>3390.3412731691201</c:v>
                </c:pt>
                <c:pt idx="298">
                  <c:v>3380.1241347075502</c:v>
                </c:pt>
                <c:pt idx="299">
                  <c:v>3393.8225518960098</c:v>
                </c:pt>
                <c:pt idx="300">
                  <c:v>3396.8103629535799</c:v>
                </c:pt>
                <c:pt idx="301">
                  <c:v>3394.9648760996402</c:v>
                </c:pt>
                <c:pt idx="302">
                  <c:v>3375.0848898511299</c:v>
                </c:pt>
                <c:pt idx="303">
                  <c:v>3381.1844498422001</c:v>
                </c:pt>
                <c:pt idx="304">
                  <c:v>3399.0910864258099</c:v>
                </c:pt>
                <c:pt idx="305">
                  <c:v>3401.9235970822301</c:v>
                </c:pt>
                <c:pt idx="306">
                  <c:v>3401.9126521390199</c:v>
                </c:pt>
                <c:pt idx="307">
                  <c:v>3415.8302524174401</c:v>
                </c:pt>
                <c:pt idx="308">
                  <c:v>3412.3948785141401</c:v>
                </c:pt>
                <c:pt idx="309">
                  <c:v>3396.7184294378799</c:v>
                </c:pt>
                <c:pt idx="310">
                  <c:v>3387.6127483013302</c:v>
                </c:pt>
                <c:pt idx="311">
                  <c:v>3395.3827030873599</c:v>
                </c:pt>
                <c:pt idx="312">
                  <c:v>3394.1090191555199</c:v>
                </c:pt>
                <c:pt idx="313">
                  <c:v>3392.1848206484401</c:v>
                </c:pt>
                <c:pt idx="314">
                  <c:v>3378.4952298027702</c:v>
                </c:pt>
                <c:pt idx="315">
                  <c:v>3364.06246235358</c:v>
                </c:pt>
                <c:pt idx="316">
                  <c:v>3361.7120775151702</c:v>
                </c:pt>
                <c:pt idx="317">
                  <c:v>3357.4793776370502</c:v>
                </c:pt>
                <c:pt idx="318">
                  <c:v>3363.2461967065301</c:v>
                </c:pt>
                <c:pt idx="319">
                  <c:v>3352.1784469034101</c:v>
                </c:pt>
                <c:pt idx="320">
                  <c:v>3351.2385069891602</c:v>
                </c:pt>
                <c:pt idx="321">
                  <c:v>3343.9305730487099</c:v>
                </c:pt>
                <c:pt idx="322">
                  <c:v>3344.00235299524</c:v>
                </c:pt>
                <c:pt idx="323">
                  <c:v>3340.67250950161</c:v>
                </c:pt>
                <c:pt idx="324">
                  <c:v>3342.2625761486302</c:v>
                </c:pt>
                <c:pt idx="325">
                  <c:v>3351.4792457843701</c:v>
                </c:pt>
                <c:pt idx="326">
                  <c:v>3354.1939434935798</c:v>
                </c:pt>
                <c:pt idx="327">
                  <c:v>3340.9015881548999</c:v>
                </c:pt>
                <c:pt idx="328">
                  <c:v>3328.9923249839899</c:v>
                </c:pt>
                <c:pt idx="329">
                  <c:v>3338.0728212481599</c:v>
                </c:pt>
                <c:pt idx="330">
                  <c:v>3351.2413819158701</c:v>
                </c:pt>
                <c:pt idx="331">
                  <c:v>3344.4793435489901</c:v>
                </c:pt>
                <c:pt idx="332">
                  <c:v>3342.7242450252502</c:v>
                </c:pt>
                <c:pt idx="333">
                  <c:v>3338.7204152868198</c:v>
                </c:pt>
                <c:pt idx="334">
                  <c:v>3337.0294283857802</c:v>
                </c:pt>
                <c:pt idx="335">
                  <c:v>3325.9871389217501</c:v>
                </c:pt>
                <c:pt idx="336">
                  <c:v>3321.2815631759699</c:v>
                </c:pt>
                <c:pt idx="337">
                  <c:v>3317.0259387403798</c:v>
                </c:pt>
                <c:pt idx="338">
                  <c:v>3325.7267716449201</c:v>
                </c:pt>
                <c:pt idx="339">
                  <c:v>3321.8077413494898</c:v>
                </c:pt>
                <c:pt idx="340">
                  <c:v>3312.69435690605</c:v>
                </c:pt>
                <c:pt idx="341">
                  <c:v>3306.6593079795298</c:v>
                </c:pt>
                <c:pt idx="342">
                  <c:v>3297.4233833439698</c:v>
                </c:pt>
                <c:pt idx="343">
                  <c:v>3292.6754344139899</c:v>
                </c:pt>
                <c:pt idx="344">
                  <c:v>3285.8019847148598</c:v>
                </c:pt>
                <c:pt idx="345">
                  <c:v>3277.6752697780698</c:v>
                </c:pt>
                <c:pt idx="346">
                  <c:v>3258.0914393048802</c:v>
                </c:pt>
                <c:pt idx="347">
                  <c:v>3271.787453598</c:v>
                </c:pt>
                <c:pt idx="348">
                  <c:v>3270.4575407021698</c:v>
                </c:pt>
                <c:pt idx="349">
                  <c:v>3260.2637053634999</c:v>
                </c:pt>
                <c:pt idx="350">
                  <c:v>3263.0807293411199</c:v>
                </c:pt>
                <c:pt idx="351">
                  <c:v>3265.2715116008499</c:v>
                </c:pt>
                <c:pt idx="352">
                  <c:v>3269.79328541822</c:v>
                </c:pt>
                <c:pt idx="353">
                  <c:v>3266.8321245617999</c:v>
                </c:pt>
                <c:pt idx="354">
                  <c:v>3279.1754270238898</c:v>
                </c:pt>
                <c:pt idx="355">
                  <c:v>3289.0846426309099</c:v>
                </c:pt>
                <c:pt idx="356">
                  <c:v>3302.38601421268</c:v>
                </c:pt>
                <c:pt idx="357">
                  <c:v>3298.1532224293501</c:v>
                </c:pt>
                <c:pt idx="358">
                  <c:v>3295.8142734486</c:v>
                </c:pt>
                <c:pt idx="359">
                  <c:v>3294.0084776863</c:v>
                </c:pt>
                <c:pt idx="360">
                  <c:v>3290.8985157791199</c:v>
                </c:pt>
                <c:pt idx="361">
                  <c:v>3289.9681382795002</c:v>
                </c:pt>
                <c:pt idx="362">
                  <c:v>3288.7977744219802</c:v>
                </c:pt>
                <c:pt idx="363">
                  <c:v>3280.7681024472899</c:v>
                </c:pt>
                <c:pt idx="364">
                  <c:v>3266.4584729864</c:v>
                </c:pt>
                <c:pt idx="365">
                  <c:v>3258.1795276644998</c:v>
                </c:pt>
                <c:pt idx="366">
                  <c:v>3252.9879552523298</c:v>
                </c:pt>
                <c:pt idx="367">
                  <c:v>3250.9616392462199</c:v>
                </c:pt>
                <c:pt idx="368">
                  <c:v>3251.5772477588398</c:v>
                </c:pt>
                <c:pt idx="369">
                  <c:v>3264.77416616254</c:v>
                </c:pt>
                <c:pt idx="370">
                  <c:v>3273.8115299419701</c:v>
                </c:pt>
                <c:pt idx="371">
                  <c:v>3274.1071672819398</c:v>
                </c:pt>
                <c:pt idx="372">
                  <c:v>3276.2145345286399</c:v>
                </c:pt>
                <c:pt idx="373">
                  <c:v>3265.4430019515398</c:v>
                </c:pt>
                <c:pt idx="374">
                  <c:v>3269.1669129882798</c:v>
                </c:pt>
                <c:pt idx="375">
                  <c:v>3261.1479378816498</c:v>
                </c:pt>
                <c:pt idx="376">
                  <c:v>3264.8346313020302</c:v>
                </c:pt>
                <c:pt idx="377">
                  <c:v>3243.60146421542</c:v>
                </c:pt>
                <c:pt idx="378">
                  <c:v>3227.1241624961099</c:v>
                </c:pt>
                <c:pt idx="379">
                  <c:v>3218.66891937318</c:v>
                </c:pt>
                <c:pt idx="380">
                  <c:v>3232.7504171887099</c:v>
                </c:pt>
                <c:pt idx="381">
                  <c:v>3231.8010297170899</c:v>
                </c:pt>
                <c:pt idx="382">
                  <c:v>3226.2150540685602</c:v>
                </c:pt>
                <c:pt idx="383">
                  <c:v>3224.39891182053</c:v>
                </c:pt>
                <c:pt idx="384">
                  <c:v>3223.4649443655298</c:v>
                </c:pt>
                <c:pt idx="385">
                  <c:v>3209.6684596025598</c:v>
                </c:pt>
                <c:pt idx="386">
                  <c:v>3201.9042266401898</c:v>
                </c:pt>
                <c:pt idx="387">
                  <c:v>3202.2882660139298</c:v>
                </c:pt>
                <c:pt idx="388">
                  <c:v>3210.22418197962</c:v>
                </c:pt>
                <c:pt idx="389">
                  <c:v>3215.6253400062801</c:v>
                </c:pt>
                <c:pt idx="390">
                  <c:v>3210.9604850138699</c:v>
                </c:pt>
                <c:pt idx="391">
                  <c:v>3214.43000168344</c:v>
                </c:pt>
                <c:pt idx="392">
                  <c:v>3213.66988011679</c:v>
                </c:pt>
                <c:pt idx="393">
                  <c:v>3224.1629116172498</c:v>
                </c:pt>
                <c:pt idx="394">
                  <c:v>3221.5323449232801</c:v>
                </c:pt>
                <c:pt idx="395">
                  <c:v>3221.81613819838</c:v>
                </c:pt>
                <c:pt idx="396">
                  <c:v>3218.57360708335</c:v>
                </c:pt>
                <c:pt idx="397">
                  <c:v>3224.9842895074398</c:v>
                </c:pt>
                <c:pt idx="398">
                  <c:v>3230.0959190158801</c:v>
                </c:pt>
                <c:pt idx="399">
                  <c:v>3217.9245577258298</c:v>
                </c:pt>
                <c:pt idx="400">
                  <c:v>3210.34464641562</c:v>
                </c:pt>
                <c:pt idx="401">
                  <c:v>3192.9826219081501</c:v>
                </c:pt>
                <c:pt idx="402">
                  <c:v>3188.3561768796799</c:v>
                </c:pt>
                <c:pt idx="403">
                  <c:v>3169.82538650078</c:v>
                </c:pt>
                <c:pt idx="404">
                  <c:v>3164.8408913834201</c:v>
                </c:pt>
                <c:pt idx="405">
                  <c:v>3160.4439830255901</c:v>
                </c:pt>
                <c:pt idx="406">
                  <c:v>3160.95196492895</c:v>
                </c:pt>
                <c:pt idx="407">
                  <c:v>3149.52918383012</c:v>
                </c:pt>
                <c:pt idx="408">
                  <c:v>3137.0760763804501</c:v>
                </c:pt>
                <c:pt idx="409">
                  <c:v>3135.9266058601002</c:v>
                </c:pt>
                <c:pt idx="410">
                  <c:v>3138.3548253783201</c:v>
                </c:pt>
                <c:pt idx="411">
                  <c:v>3149.9616703312799</c:v>
                </c:pt>
                <c:pt idx="412">
                  <c:v>3150.9694453094398</c:v>
                </c:pt>
                <c:pt idx="413">
                  <c:v>3156.2757423416401</c:v>
                </c:pt>
                <c:pt idx="414">
                  <c:v>3148.0930188523098</c:v>
                </c:pt>
                <c:pt idx="415">
                  <c:v>3144.3767002360501</c:v>
                </c:pt>
                <c:pt idx="416">
                  <c:v>3141.4766323139602</c:v>
                </c:pt>
                <c:pt idx="417">
                  <c:v>3133.9880952267199</c:v>
                </c:pt>
                <c:pt idx="418">
                  <c:v>3141.7390415657101</c:v>
                </c:pt>
                <c:pt idx="419">
                  <c:v>3148.8456908638</c:v>
                </c:pt>
                <c:pt idx="420">
                  <c:v>3151.9575687557199</c:v>
                </c:pt>
                <c:pt idx="421">
                  <c:v>3142.6539238523401</c:v>
                </c:pt>
                <c:pt idx="422">
                  <c:v>3131.1990724294801</c:v>
                </c:pt>
                <c:pt idx="423">
                  <c:v>3117.7483659623899</c:v>
                </c:pt>
                <c:pt idx="424">
                  <c:v>3106.50008206555</c:v>
                </c:pt>
                <c:pt idx="425">
                  <c:v>3110.1262682537199</c:v>
                </c:pt>
                <c:pt idx="426">
                  <c:v>3117.4740300868498</c:v>
                </c:pt>
                <c:pt idx="427">
                  <c:v>3106.8768143830598</c:v>
                </c:pt>
                <c:pt idx="428">
                  <c:v>3108.32810152825</c:v>
                </c:pt>
                <c:pt idx="429">
                  <c:v>3101.4176674363498</c:v>
                </c:pt>
                <c:pt idx="430">
                  <c:v>3105.4149370291598</c:v>
                </c:pt>
                <c:pt idx="431">
                  <c:v>3090.6977032476002</c:v>
                </c:pt>
                <c:pt idx="432">
                  <c:v>3096.44965567899</c:v>
                </c:pt>
                <c:pt idx="433">
                  <c:v>3110.4710961242499</c:v>
                </c:pt>
                <c:pt idx="434">
                  <c:v>3118.2068498451399</c:v>
                </c:pt>
                <c:pt idx="435">
                  <c:v>3108.7704657238801</c:v>
                </c:pt>
                <c:pt idx="436">
                  <c:v>3097.1864690939401</c:v>
                </c:pt>
                <c:pt idx="437">
                  <c:v>3102.9156785312098</c:v>
                </c:pt>
                <c:pt idx="438">
                  <c:v>3106.4568017469601</c:v>
                </c:pt>
                <c:pt idx="439">
                  <c:v>3095.4476374191299</c:v>
                </c:pt>
                <c:pt idx="440">
                  <c:v>3090.8201878771001</c:v>
                </c:pt>
                <c:pt idx="441">
                  <c:v>3104.3623678548802</c:v>
                </c:pt>
                <c:pt idx="442">
                  <c:v>3107.6147826971401</c:v>
                </c:pt>
                <c:pt idx="443">
                  <c:v>3091.6390817820202</c:v>
                </c:pt>
                <c:pt idx="444">
                  <c:v>3088.65233016395</c:v>
                </c:pt>
                <c:pt idx="445">
                  <c:v>3101.7947415636299</c:v>
                </c:pt>
                <c:pt idx="446">
                  <c:v>3110.29569410358</c:v>
                </c:pt>
                <c:pt idx="447">
                  <c:v>3099.3914197751101</c:v>
                </c:pt>
                <c:pt idx="448">
                  <c:v>3090.9638035553999</c:v>
                </c:pt>
                <c:pt idx="449">
                  <c:v>3097.0885056841598</c:v>
                </c:pt>
                <c:pt idx="450">
                  <c:v>3101.1858976173298</c:v>
                </c:pt>
                <c:pt idx="451">
                  <c:v>3095.66401592999</c:v>
                </c:pt>
                <c:pt idx="452">
                  <c:v>3099.3217388325202</c:v>
                </c:pt>
                <c:pt idx="453">
                  <c:v>3099.81886056847</c:v>
                </c:pt>
                <c:pt idx="454">
                  <c:v>3085.6174350937999</c:v>
                </c:pt>
                <c:pt idx="455">
                  <c:v>3074.59553533806</c:v>
                </c:pt>
                <c:pt idx="456">
                  <c:v>3075.6286688820301</c:v>
                </c:pt>
                <c:pt idx="457">
                  <c:v>3072.56943270583</c:v>
                </c:pt>
                <c:pt idx="458">
                  <c:v>3072.20801420108</c:v>
                </c:pt>
                <c:pt idx="459">
                  <c:v>3079.9642877913302</c:v>
                </c:pt>
                <c:pt idx="460">
                  <c:v>3083.7795893617499</c:v>
                </c:pt>
                <c:pt idx="461">
                  <c:v>3082.5633259351598</c:v>
                </c:pt>
                <c:pt idx="462">
                  <c:v>3075.0913018985998</c:v>
                </c:pt>
                <c:pt idx="463">
                  <c:v>3083.96979141867</c:v>
                </c:pt>
                <c:pt idx="464">
                  <c:v>3087.0992094078501</c:v>
                </c:pt>
                <c:pt idx="465">
                  <c:v>3083.5100665862101</c:v>
                </c:pt>
                <c:pt idx="466">
                  <c:v>3074.8021143712699</c:v>
                </c:pt>
                <c:pt idx="467">
                  <c:v>3071.08445356218</c:v>
                </c:pt>
                <c:pt idx="468">
                  <c:v>3066.7696943093301</c:v>
                </c:pt>
                <c:pt idx="469">
                  <c:v>3051.3758462341002</c:v>
                </c:pt>
                <c:pt idx="470">
                  <c:v>3040.89529796959</c:v>
                </c:pt>
                <c:pt idx="471">
                  <c:v>3035.3431704661698</c:v>
                </c:pt>
                <c:pt idx="472">
                  <c:v>3034.61588281783</c:v>
                </c:pt>
                <c:pt idx="473">
                  <c:v>3023.7941412351001</c:v>
                </c:pt>
                <c:pt idx="474">
                  <c:v>3012.62773791166</c:v>
                </c:pt>
                <c:pt idx="475">
                  <c:v>3012.2547069923698</c:v>
                </c:pt>
                <c:pt idx="476">
                  <c:v>3021.4756338888801</c:v>
                </c:pt>
                <c:pt idx="477">
                  <c:v>3014.56838959672</c:v>
                </c:pt>
                <c:pt idx="478">
                  <c:v>3008.7691534395599</c:v>
                </c:pt>
                <c:pt idx="479">
                  <c:v>3004.85499507858</c:v>
                </c:pt>
                <c:pt idx="480">
                  <c:v>3014.9403659345298</c:v>
                </c:pt>
                <c:pt idx="481">
                  <c:v>3009.4223813691101</c:v>
                </c:pt>
                <c:pt idx="482">
                  <c:v>3006.01632041221</c:v>
                </c:pt>
                <c:pt idx="483">
                  <c:v>3003.74456607813</c:v>
                </c:pt>
                <c:pt idx="484">
                  <c:v>2999.3185533587598</c:v>
                </c:pt>
                <c:pt idx="485">
                  <c:v>2990.8618863320398</c:v>
                </c:pt>
                <c:pt idx="486">
                  <c:v>2981.36163828904</c:v>
                </c:pt>
                <c:pt idx="487">
                  <c:v>2986.8495976219101</c:v>
                </c:pt>
                <c:pt idx="488">
                  <c:v>2968.8938634562901</c:v>
                </c:pt>
                <c:pt idx="489">
                  <c:v>2968.50732566528</c:v>
                </c:pt>
                <c:pt idx="490">
                  <c:v>2988.2627311976498</c:v>
                </c:pt>
                <c:pt idx="491">
                  <c:v>2977.5219756275301</c:v>
                </c:pt>
                <c:pt idx="492">
                  <c:v>2972.67217767888</c:v>
                </c:pt>
                <c:pt idx="493">
                  <c:v>2951.8885845271798</c:v>
                </c:pt>
                <c:pt idx="494">
                  <c:v>2979.6703234804299</c:v>
                </c:pt>
                <c:pt idx="495">
                  <c:v>2977.8202146681601</c:v>
                </c:pt>
                <c:pt idx="496">
                  <c:v>2976.9823990036002</c:v>
                </c:pt>
                <c:pt idx="497">
                  <c:v>2974.9106932821801</c:v>
                </c:pt>
                <c:pt idx="498">
                  <c:v>2977.2962048490599</c:v>
                </c:pt>
                <c:pt idx="499">
                  <c:v>2964.5079617525698</c:v>
                </c:pt>
                <c:pt idx="500">
                  <c:v>2941.8537964075999</c:v>
                </c:pt>
                <c:pt idx="501">
                  <c:v>2937.8056163790702</c:v>
                </c:pt>
                <c:pt idx="502">
                  <c:v>2939.14312643432</c:v>
                </c:pt>
                <c:pt idx="503">
                  <c:v>2932.9007862828298</c:v>
                </c:pt>
                <c:pt idx="504">
                  <c:v>2937.0462856035701</c:v>
                </c:pt>
                <c:pt idx="505">
                  <c:v>2928.6504618445201</c:v>
                </c:pt>
                <c:pt idx="506">
                  <c:v>2922.1888871159399</c:v>
                </c:pt>
                <c:pt idx="507">
                  <c:v>2927.8631594938101</c:v>
                </c:pt>
                <c:pt idx="508">
                  <c:v>2936.84108524258</c:v>
                </c:pt>
                <c:pt idx="509">
                  <c:v>2926.9473633745301</c:v>
                </c:pt>
                <c:pt idx="510">
                  <c:v>2907.6601739306402</c:v>
                </c:pt>
                <c:pt idx="511">
                  <c:v>2918.6004221313901</c:v>
                </c:pt>
                <c:pt idx="512">
                  <c:v>2916.5844770707799</c:v>
                </c:pt>
                <c:pt idx="513">
                  <c:v>2911.2854898593</c:v>
                </c:pt>
                <c:pt idx="514">
                  <c:v>2909.2659142075099</c:v>
                </c:pt>
                <c:pt idx="515">
                  <c:v>2914.6714046526599</c:v>
                </c:pt>
                <c:pt idx="516">
                  <c:v>2918.9346186796502</c:v>
                </c:pt>
                <c:pt idx="517">
                  <c:v>2925.15069664681</c:v>
                </c:pt>
                <c:pt idx="518">
                  <c:v>2918.0063406404402</c:v>
                </c:pt>
                <c:pt idx="519">
                  <c:v>2919.0232073800698</c:v>
                </c:pt>
                <c:pt idx="520">
                  <c:v>2907.3736525331201</c:v>
                </c:pt>
                <c:pt idx="521">
                  <c:v>2905.38948910414</c:v>
                </c:pt>
                <c:pt idx="522">
                  <c:v>2897.0261005543198</c:v>
                </c:pt>
                <c:pt idx="523">
                  <c:v>2895.13761190278</c:v>
                </c:pt>
                <c:pt idx="524">
                  <c:v>2889.3266972210999</c:v>
                </c:pt>
                <c:pt idx="525">
                  <c:v>2896.87970274294</c:v>
                </c:pt>
                <c:pt idx="526">
                  <c:v>2893.6511212997402</c:v>
                </c:pt>
                <c:pt idx="527">
                  <c:v>2892.50624637081</c:v>
                </c:pt>
                <c:pt idx="528">
                  <c:v>2893.5481103816401</c:v>
                </c:pt>
                <c:pt idx="529">
                  <c:v>2898.4949399519601</c:v>
                </c:pt>
                <c:pt idx="530">
                  <c:v>2902.15855272103</c:v>
                </c:pt>
                <c:pt idx="531">
                  <c:v>2885.6733137478</c:v>
                </c:pt>
                <c:pt idx="532">
                  <c:v>2876.7079861848601</c:v>
                </c:pt>
                <c:pt idx="533">
                  <c:v>2877.8361108107501</c:v>
                </c:pt>
                <c:pt idx="534">
                  <c:v>2870.3135874315199</c:v>
                </c:pt>
                <c:pt idx="535">
                  <c:v>2857.6047279119498</c:v>
                </c:pt>
                <c:pt idx="536">
                  <c:v>2837.7851199626102</c:v>
                </c:pt>
                <c:pt idx="537">
                  <c:v>2850.13079112985</c:v>
                </c:pt>
                <c:pt idx="538">
                  <c:v>2832.5671088049198</c:v>
                </c:pt>
                <c:pt idx="539">
                  <c:v>2810.0920191073101</c:v>
                </c:pt>
                <c:pt idx="540">
                  <c:v>2803.5653585158898</c:v>
                </c:pt>
                <c:pt idx="541">
                  <c:v>2834.7667819246999</c:v>
                </c:pt>
                <c:pt idx="542">
                  <c:v>2837.1479925707699</c:v>
                </c:pt>
                <c:pt idx="543">
                  <c:v>2820.9476789468899</c:v>
                </c:pt>
                <c:pt idx="544">
                  <c:v>2822.0037333447999</c:v>
                </c:pt>
                <c:pt idx="545">
                  <c:v>2826.0844593746201</c:v>
                </c:pt>
                <c:pt idx="546">
                  <c:v>2828.2920295476401</c:v>
                </c:pt>
                <c:pt idx="547">
                  <c:v>2831.3604147454098</c:v>
                </c:pt>
                <c:pt idx="548">
                  <c:v>2840.9705349466099</c:v>
                </c:pt>
                <c:pt idx="549">
                  <c:v>2836.7216795723998</c:v>
                </c:pt>
                <c:pt idx="550">
                  <c:v>2842.3876755629899</c:v>
                </c:pt>
                <c:pt idx="551">
                  <c:v>2829.6687705269401</c:v>
                </c:pt>
                <c:pt idx="552">
                  <c:v>2823.23116558945</c:v>
                </c:pt>
                <c:pt idx="553">
                  <c:v>2800.93102685647</c:v>
                </c:pt>
                <c:pt idx="554">
                  <c:v>2798.45427096818</c:v>
                </c:pt>
                <c:pt idx="555">
                  <c:v>2792.8569980616198</c:v>
                </c:pt>
                <c:pt idx="556">
                  <c:v>2779.7123545119498</c:v>
                </c:pt>
                <c:pt idx="557">
                  <c:v>2764.7749106308202</c:v>
                </c:pt>
                <c:pt idx="558">
                  <c:v>2771.9143416080601</c:v>
                </c:pt>
                <c:pt idx="559">
                  <c:v>2794.5187552791199</c:v>
                </c:pt>
                <c:pt idx="560">
                  <c:v>2787.7828529705898</c:v>
                </c:pt>
                <c:pt idx="561">
                  <c:v>2786.90198856081</c:v>
                </c:pt>
                <c:pt idx="562">
                  <c:v>2787.11004410225</c:v>
                </c:pt>
                <c:pt idx="563">
                  <c:v>2800.0370326841899</c:v>
                </c:pt>
                <c:pt idx="564">
                  <c:v>2804.5301117680801</c:v>
                </c:pt>
                <c:pt idx="565">
                  <c:v>2798.40175512414</c:v>
                </c:pt>
                <c:pt idx="566">
                  <c:v>2804.4067445577998</c:v>
                </c:pt>
                <c:pt idx="567">
                  <c:v>2808.3214674263299</c:v>
                </c:pt>
                <c:pt idx="568">
                  <c:v>2805.8656396732299</c:v>
                </c:pt>
                <c:pt idx="569">
                  <c:v>2787.59512767868</c:v>
                </c:pt>
                <c:pt idx="570">
                  <c:v>2776.62147781265</c:v>
                </c:pt>
                <c:pt idx="571">
                  <c:v>2771.0289407252699</c:v>
                </c:pt>
                <c:pt idx="572">
                  <c:v>2765.33681333813</c:v>
                </c:pt>
                <c:pt idx="573">
                  <c:v>2760.0911577462002</c:v>
                </c:pt>
                <c:pt idx="574">
                  <c:v>2761.2242993657201</c:v>
                </c:pt>
                <c:pt idx="575">
                  <c:v>2761.2399671552598</c:v>
                </c:pt>
                <c:pt idx="576">
                  <c:v>2763.2942688725798</c:v>
                </c:pt>
                <c:pt idx="577">
                  <c:v>2755.7564429018198</c:v>
                </c:pt>
                <c:pt idx="578">
                  <c:v>2761.4296161412099</c:v>
                </c:pt>
                <c:pt idx="579">
                  <c:v>2758.5555814879199</c:v>
                </c:pt>
                <c:pt idx="580">
                  <c:v>2760.2236000233602</c:v>
                </c:pt>
                <c:pt idx="581">
                  <c:v>2756.0503785650799</c:v>
                </c:pt>
                <c:pt idx="582">
                  <c:v>2752.7285728143002</c:v>
                </c:pt>
                <c:pt idx="583">
                  <c:v>2751.87272950839</c:v>
                </c:pt>
                <c:pt idx="584">
                  <c:v>2738.8066301287199</c:v>
                </c:pt>
                <c:pt idx="585">
                  <c:v>2741.3833142700801</c:v>
                </c:pt>
                <c:pt idx="586">
                  <c:v>2735.4115974107899</c:v>
                </c:pt>
                <c:pt idx="587">
                  <c:v>2731.9845234729401</c:v>
                </c:pt>
                <c:pt idx="588">
                  <c:v>2722.0104792034999</c:v>
                </c:pt>
                <c:pt idx="589">
                  <c:v>2725.5367182436999</c:v>
                </c:pt>
                <c:pt idx="590">
                  <c:v>2721.6069209581601</c:v>
                </c:pt>
                <c:pt idx="591">
                  <c:v>2714.0223600887298</c:v>
                </c:pt>
                <c:pt idx="592">
                  <c:v>2705.9393210189701</c:v>
                </c:pt>
                <c:pt idx="593">
                  <c:v>2702.4432386222202</c:v>
                </c:pt>
                <c:pt idx="594">
                  <c:v>2709.1836436376302</c:v>
                </c:pt>
                <c:pt idx="595">
                  <c:v>2711.2949948083401</c:v>
                </c:pt>
                <c:pt idx="596">
                  <c:v>2714.0029456110601</c:v>
                </c:pt>
                <c:pt idx="597">
                  <c:v>2716.6870732602001</c:v>
                </c:pt>
                <c:pt idx="598">
                  <c:v>2724.6926733495402</c:v>
                </c:pt>
                <c:pt idx="599">
                  <c:v>2730.7617527419402</c:v>
                </c:pt>
                <c:pt idx="600">
                  <c:v>2728.6155372089402</c:v>
                </c:pt>
                <c:pt idx="601">
                  <c:v>2728.4848953332298</c:v>
                </c:pt>
                <c:pt idx="602">
                  <c:v>2727.1677521244401</c:v>
                </c:pt>
                <c:pt idx="603">
                  <c:v>2727.54137910399</c:v>
                </c:pt>
                <c:pt idx="604">
                  <c:v>2719.29530992635</c:v>
                </c:pt>
                <c:pt idx="605">
                  <c:v>2714.2180629508898</c:v>
                </c:pt>
                <c:pt idx="606">
                  <c:v>2693.2483130013102</c:v>
                </c:pt>
                <c:pt idx="607">
                  <c:v>2679.3313614089898</c:v>
                </c:pt>
                <c:pt idx="608">
                  <c:v>2678.94876350613</c:v>
                </c:pt>
                <c:pt idx="609">
                  <c:v>2680.14852993262</c:v>
                </c:pt>
                <c:pt idx="610">
                  <c:v>2686.1551826083701</c:v>
                </c:pt>
                <c:pt idx="611">
                  <c:v>2678.82841018114</c:v>
                </c:pt>
                <c:pt idx="612">
                  <c:v>2675.1766490037198</c:v>
                </c:pt>
                <c:pt idx="613">
                  <c:v>2681.0596961114502</c:v>
                </c:pt>
                <c:pt idx="614">
                  <c:v>2683.6107558255499</c:v>
                </c:pt>
                <c:pt idx="615">
                  <c:v>2674.85913073244</c:v>
                </c:pt>
                <c:pt idx="616">
                  <c:v>2669.39608899837</c:v>
                </c:pt>
                <c:pt idx="617">
                  <c:v>2679.8368745135999</c:v>
                </c:pt>
                <c:pt idx="618">
                  <c:v>2657.04321452165</c:v>
                </c:pt>
                <c:pt idx="619">
                  <c:v>2644.5442419431001</c:v>
                </c:pt>
                <c:pt idx="620">
                  <c:v>2654.0904343888601</c:v>
                </c:pt>
                <c:pt idx="621">
                  <c:v>2662.8290528290399</c:v>
                </c:pt>
                <c:pt idx="622">
                  <c:v>2669.9166368158299</c:v>
                </c:pt>
                <c:pt idx="623">
                  <c:v>2656.45029080002</c:v>
                </c:pt>
                <c:pt idx="624">
                  <c:v>2668.5415942865502</c:v>
                </c:pt>
                <c:pt idx="625">
                  <c:v>2666.68327743802</c:v>
                </c:pt>
                <c:pt idx="626">
                  <c:v>2664.0568372739499</c:v>
                </c:pt>
                <c:pt idx="627">
                  <c:v>2661.4286392907102</c:v>
                </c:pt>
                <c:pt idx="628">
                  <c:v>2680.4562628322701</c:v>
                </c:pt>
                <c:pt idx="629">
                  <c:v>2680.9108624262999</c:v>
                </c:pt>
                <c:pt idx="630">
                  <c:v>2659.3291929004499</c:v>
                </c:pt>
                <c:pt idx="631">
                  <c:v>2648.2063887956401</c:v>
                </c:pt>
                <c:pt idx="632">
                  <c:v>2647.2693088391902</c:v>
                </c:pt>
                <c:pt idx="633">
                  <c:v>2641.02214410645</c:v>
                </c:pt>
                <c:pt idx="634">
                  <c:v>2629.3461169509101</c:v>
                </c:pt>
                <c:pt idx="635">
                  <c:v>2620.7732926593198</c:v>
                </c:pt>
                <c:pt idx="636">
                  <c:v>2628.3839303264199</c:v>
                </c:pt>
                <c:pt idx="637">
                  <c:v>2634.3312661323798</c:v>
                </c:pt>
                <c:pt idx="638">
                  <c:v>2621.4713023618701</c:v>
                </c:pt>
                <c:pt idx="639">
                  <c:v>2606.9779304813101</c:v>
                </c:pt>
                <c:pt idx="640">
                  <c:v>2603.49266685663</c:v>
                </c:pt>
                <c:pt idx="641">
                  <c:v>2619.29872396049</c:v>
                </c:pt>
                <c:pt idx="642">
                  <c:v>2626.0943438394102</c:v>
                </c:pt>
                <c:pt idx="643">
                  <c:v>2624.4214468565301</c:v>
                </c:pt>
                <c:pt idx="644">
                  <c:v>2635.4061650795902</c:v>
                </c:pt>
                <c:pt idx="645">
                  <c:v>2645.5463763457301</c:v>
                </c:pt>
                <c:pt idx="646">
                  <c:v>2644.48084274024</c:v>
                </c:pt>
                <c:pt idx="647">
                  <c:v>2629.4346943075998</c:v>
                </c:pt>
                <c:pt idx="648">
                  <c:v>2624.4448084097298</c:v>
                </c:pt>
                <c:pt idx="649">
                  <c:v>2636.44811042421</c:v>
                </c:pt>
                <c:pt idx="650">
                  <c:v>2634.4810857565699</c:v>
                </c:pt>
                <c:pt idx="651">
                  <c:v>2619.2432041669099</c:v>
                </c:pt>
                <c:pt idx="652">
                  <c:v>2596.6968490979698</c:v>
                </c:pt>
                <c:pt idx="653">
                  <c:v>2594.4421262529099</c:v>
                </c:pt>
                <c:pt idx="654">
                  <c:v>2581.82836171692</c:v>
                </c:pt>
                <c:pt idx="655">
                  <c:v>2568.3954928519602</c:v>
                </c:pt>
                <c:pt idx="656">
                  <c:v>2568.6391232360502</c:v>
                </c:pt>
                <c:pt idx="657">
                  <c:v>2572.63108972689</c:v>
                </c:pt>
                <c:pt idx="658">
                  <c:v>2577.9103530819202</c:v>
                </c:pt>
                <c:pt idx="659">
                  <c:v>2584.1382686982201</c:v>
                </c:pt>
                <c:pt idx="660">
                  <c:v>2589.5889527716799</c:v>
                </c:pt>
                <c:pt idx="661">
                  <c:v>2589.6923360196802</c:v>
                </c:pt>
                <c:pt idx="662">
                  <c:v>2592.63475171455</c:v>
                </c:pt>
                <c:pt idx="663">
                  <c:v>2596.2425457537902</c:v>
                </c:pt>
                <c:pt idx="664">
                  <c:v>2594.93652940316</c:v>
                </c:pt>
                <c:pt idx="665">
                  <c:v>2597.5216390538098</c:v>
                </c:pt>
                <c:pt idx="666">
                  <c:v>2597.7805478160499</c:v>
                </c:pt>
                <c:pt idx="667">
                  <c:v>2603.5258723724601</c:v>
                </c:pt>
                <c:pt idx="668">
                  <c:v>2603.60095727312</c:v>
                </c:pt>
                <c:pt idx="669">
                  <c:v>2592.4637263842001</c:v>
                </c:pt>
                <c:pt idx="670">
                  <c:v>2589.63247177535</c:v>
                </c:pt>
                <c:pt idx="671">
                  <c:v>2583.01031230135</c:v>
                </c:pt>
                <c:pt idx="672">
                  <c:v>2583.4406664502899</c:v>
                </c:pt>
                <c:pt idx="673">
                  <c:v>2588.0544110853698</c:v>
                </c:pt>
                <c:pt idx="674">
                  <c:v>2595.6773223799</c:v>
                </c:pt>
                <c:pt idx="675">
                  <c:v>2588.0701393483</c:v>
                </c:pt>
                <c:pt idx="676">
                  <c:v>2574.5797578465999</c:v>
                </c:pt>
                <c:pt idx="677">
                  <c:v>2565.5894068902498</c:v>
                </c:pt>
                <c:pt idx="678">
                  <c:v>2560.4476431582798</c:v>
                </c:pt>
                <c:pt idx="679">
                  <c:v>2560.1565212899</c:v>
                </c:pt>
                <c:pt idx="680">
                  <c:v>2552.0338081537002</c:v>
                </c:pt>
                <c:pt idx="681">
                  <c:v>2546.9176934723801</c:v>
                </c:pt>
                <c:pt idx="682">
                  <c:v>2545.04459248693</c:v>
                </c:pt>
                <c:pt idx="683">
                  <c:v>2539.00040419777</c:v>
                </c:pt>
                <c:pt idx="684">
                  <c:v>2528.96631409772</c:v>
                </c:pt>
                <c:pt idx="685">
                  <c:v>2524.1817091338999</c:v>
                </c:pt>
                <c:pt idx="686">
                  <c:v>2523.0602993861598</c:v>
                </c:pt>
                <c:pt idx="687">
                  <c:v>2518.6776435132601</c:v>
                </c:pt>
                <c:pt idx="688">
                  <c:v>2517.0305004851102</c:v>
                </c:pt>
                <c:pt idx="689">
                  <c:v>2512.8831821994299</c:v>
                </c:pt>
                <c:pt idx="690">
                  <c:v>2508.4923357071998</c:v>
                </c:pt>
                <c:pt idx="691">
                  <c:v>2509.2734613935399</c:v>
                </c:pt>
                <c:pt idx="692">
                  <c:v>2508.3267717348299</c:v>
                </c:pt>
                <c:pt idx="693">
                  <c:v>2511.0470610983498</c:v>
                </c:pt>
                <c:pt idx="694">
                  <c:v>2492.10726815824</c:v>
                </c:pt>
                <c:pt idx="695">
                  <c:v>2490.03604973457</c:v>
                </c:pt>
                <c:pt idx="696">
                  <c:v>2511.2828093723401</c:v>
                </c:pt>
                <c:pt idx="697">
                  <c:v>2515.5892871153701</c:v>
                </c:pt>
                <c:pt idx="698">
                  <c:v>2508.4112887263</c:v>
                </c:pt>
                <c:pt idx="699">
                  <c:v>2481.0792794121298</c:v>
                </c:pt>
                <c:pt idx="700">
                  <c:v>2500.65409974765</c:v>
                </c:pt>
                <c:pt idx="701">
                  <c:v>2516.5499245605301</c:v>
                </c:pt>
                <c:pt idx="702">
                  <c:v>2512.9471244523202</c:v>
                </c:pt>
                <c:pt idx="703">
                  <c:v>2510.49364528864</c:v>
                </c:pt>
                <c:pt idx="704">
                  <c:v>2525.55967906878</c:v>
                </c:pt>
                <c:pt idx="705">
                  <c:v>2536.2520002197102</c:v>
                </c:pt>
                <c:pt idx="706">
                  <c:v>2509.8621446414099</c:v>
                </c:pt>
                <c:pt idx="707">
                  <c:v>2494.3922368947201</c:v>
                </c:pt>
                <c:pt idx="708">
                  <c:v>2499.9160714874802</c:v>
                </c:pt>
                <c:pt idx="709">
                  <c:v>2501.93657520954</c:v>
                </c:pt>
                <c:pt idx="710">
                  <c:v>2495.4770390951298</c:v>
                </c:pt>
                <c:pt idx="711">
                  <c:v>2484.9506005355702</c:v>
                </c:pt>
                <c:pt idx="712">
                  <c:v>2481.91075371845</c:v>
                </c:pt>
                <c:pt idx="713">
                  <c:v>2475.05681528067</c:v>
                </c:pt>
                <c:pt idx="714">
                  <c:v>2474.5109744965998</c:v>
                </c:pt>
                <c:pt idx="715">
                  <c:v>2463.6463921663299</c:v>
                </c:pt>
                <c:pt idx="716">
                  <c:v>2463.6994122183801</c:v>
                </c:pt>
                <c:pt idx="717">
                  <c:v>2468.9850243536298</c:v>
                </c:pt>
                <c:pt idx="718">
                  <c:v>2468.8864702139599</c:v>
                </c:pt>
                <c:pt idx="719">
                  <c:v>2467.8647194064802</c:v>
                </c:pt>
                <c:pt idx="720">
                  <c:v>2455.27433660939</c:v>
                </c:pt>
                <c:pt idx="721">
                  <c:v>2458.7871891340601</c:v>
                </c:pt>
                <c:pt idx="722">
                  <c:v>2463.9167297655399</c:v>
                </c:pt>
                <c:pt idx="723">
                  <c:v>2472.32237260181</c:v>
                </c:pt>
                <c:pt idx="724">
                  <c:v>2471.69852646033</c:v>
                </c:pt>
                <c:pt idx="725">
                  <c:v>2484.31465502131</c:v>
                </c:pt>
                <c:pt idx="726">
                  <c:v>2496.8734630848098</c:v>
                </c:pt>
              </c:numCache>
            </c:numRef>
          </c:yVal>
          <c:smooth val="0"/>
          <c:extLst>
            <c:ext xmlns:c16="http://schemas.microsoft.com/office/drawing/2014/chart" uri="{C3380CC4-5D6E-409C-BE32-E72D297353CC}">
              <c16:uniqueId val="{00000001-4B7D-4AB1-B5E8-89D2DE63C583}"/>
            </c:ext>
          </c:extLst>
        </c:ser>
        <c:ser>
          <c:idx val="2"/>
          <c:order val="2"/>
          <c:tx>
            <c:strRef>
              <c:f>Presentation!$BA$1</c:f>
              <c:strCache>
                <c:ptCount val="1"/>
                <c:pt idx="0">
                  <c:v>NF270_MC2_060624_S2CaCl2</c:v>
                </c:pt>
              </c:strCache>
            </c:strRef>
          </c:tx>
          <c:spPr>
            <a:ln w="25400" cap="rnd">
              <a:noFill/>
              <a:round/>
            </a:ln>
            <a:effectLst/>
          </c:spPr>
          <c:marker>
            <c:symbol val="circle"/>
            <c:size val="2"/>
            <c:spPr>
              <a:solidFill>
                <a:schemeClr val="accent3"/>
              </a:solidFill>
              <a:ln w="9525">
                <a:solidFill>
                  <a:schemeClr val="accent3"/>
                </a:solidFill>
              </a:ln>
              <a:effectLst/>
            </c:spPr>
          </c:marker>
          <c:xVal>
            <c:numRef>
              <c:f>Presentation!$BD$81:$BD$1798</c:f>
              <c:numCache>
                <c:formatCode>General</c:formatCode>
                <c:ptCount val="1718"/>
                <c:pt idx="0">
                  <c:v>8544.5756745736144</c:v>
                </c:pt>
                <c:pt idx="1">
                  <c:v>8536.2549948532287</c:v>
                </c:pt>
                <c:pt idx="2">
                  <c:v>8527.8649230789779</c:v>
                </c:pt>
                <c:pt idx="3">
                  <c:v>8516.8463164207005</c:v>
                </c:pt>
                <c:pt idx="4">
                  <c:v>8512.9221334625763</c:v>
                </c:pt>
                <c:pt idx="5">
                  <c:v>8508.4397488626964</c:v>
                </c:pt>
                <c:pt idx="6">
                  <c:v>8509.2206679817809</c:v>
                </c:pt>
                <c:pt idx="7">
                  <c:v>8505.7550502690392</c:v>
                </c:pt>
                <c:pt idx="8">
                  <c:v>8504.4862980069338</c:v>
                </c:pt>
                <c:pt idx="9">
                  <c:v>8501.5335004500121</c:v>
                </c:pt>
                <c:pt idx="10">
                  <c:v>8496.9831168629826</c:v>
                </c:pt>
                <c:pt idx="11">
                  <c:v>8503.538388385803</c:v>
                </c:pt>
                <c:pt idx="12">
                  <c:v>8495.4795444195515</c:v>
                </c:pt>
                <c:pt idx="13">
                  <c:v>8494.3458350361416</c:v>
                </c:pt>
                <c:pt idx="14">
                  <c:v>8489.8553287787508</c:v>
                </c:pt>
                <c:pt idx="15">
                  <c:v>8480.8185727327564</c:v>
                </c:pt>
                <c:pt idx="16">
                  <c:v>8472.0612260436847</c:v>
                </c:pt>
                <c:pt idx="17">
                  <c:v>8469.4302427033508</c:v>
                </c:pt>
                <c:pt idx="18">
                  <c:v>8463.4544475046314</c:v>
                </c:pt>
                <c:pt idx="19">
                  <c:v>8453.9207905154071</c:v>
                </c:pt>
                <c:pt idx="20">
                  <c:v>8454.7093440073659</c:v>
                </c:pt>
                <c:pt idx="21">
                  <c:v>8446.8322657347944</c:v>
                </c:pt>
                <c:pt idx="22">
                  <c:v>8435.9163956196062</c:v>
                </c:pt>
                <c:pt idx="23">
                  <c:v>8432.7404323746086</c:v>
                </c:pt>
                <c:pt idx="24">
                  <c:v>8431.0820533921997</c:v>
                </c:pt>
                <c:pt idx="25">
                  <c:v>8430.1515294611636</c:v>
                </c:pt>
                <c:pt idx="26">
                  <c:v>8423.8684024035792</c:v>
                </c:pt>
                <c:pt idx="27">
                  <c:v>8420.2860382978579</c:v>
                </c:pt>
                <c:pt idx="28">
                  <c:v>8418.955249427403</c:v>
                </c:pt>
                <c:pt idx="29">
                  <c:v>8414.0883897033491</c:v>
                </c:pt>
                <c:pt idx="30">
                  <c:v>8404.1168162153845</c:v>
                </c:pt>
                <c:pt idx="31">
                  <c:v>8400.0461813447619</c:v>
                </c:pt>
                <c:pt idx="32">
                  <c:v>8394.7825096401866</c:v>
                </c:pt>
                <c:pt idx="33">
                  <c:v>8388.7658445778889</c:v>
                </c:pt>
                <c:pt idx="34">
                  <c:v>8384.0829903738886</c:v>
                </c:pt>
                <c:pt idx="35">
                  <c:v>8377.0575498009312</c:v>
                </c:pt>
                <c:pt idx="36">
                  <c:v>8373.8326873059596</c:v>
                </c:pt>
                <c:pt idx="37">
                  <c:v>8377.4882153752587</c:v>
                </c:pt>
                <c:pt idx="38">
                  <c:v>8375.137441991481</c:v>
                </c:pt>
                <c:pt idx="39">
                  <c:v>8361.6762322217473</c:v>
                </c:pt>
                <c:pt idx="40">
                  <c:v>8363.5224314238694</c:v>
                </c:pt>
                <c:pt idx="41">
                  <c:v>8359.9487173246798</c:v>
                </c:pt>
                <c:pt idx="42">
                  <c:v>8354.099663356239</c:v>
                </c:pt>
                <c:pt idx="43">
                  <c:v>8343.6435052977613</c:v>
                </c:pt>
                <c:pt idx="44">
                  <c:v>8343.9691388395913</c:v>
                </c:pt>
                <c:pt idx="45">
                  <c:v>8328.7981893132455</c:v>
                </c:pt>
                <c:pt idx="46">
                  <c:v>8334.3342421228062</c:v>
                </c:pt>
                <c:pt idx="47">
                  <c:v>8326.9904206227238</c:v>
                </c:pt>
                <c:pt idx="48">
                  <c:v>8314.3588758863916</c:v>
                </c:pt>
                <c:pt idx="49">
                  <c:v>8321.5746670299704</c:v>
                </c:pt>
                <c:pt idx="50">
                  <c:v>8313.7768997285602</c:v>
                </c:pt>
                <c:pt idx="51">
                  <c:v>8314.4033982944402</c:v>
                </c:pt>
                <c:pt idx="52">
                  <c:v>8307.3236768357892</c:v>
                </c:pt>
                <c:pt idx="53">
                  <c:v>8305.1747665060411</c:v>
                </c:pt>
                <c:pt idx="54">
                  <c:v>8298.2935709896556</c:v>
                </c:pt>
                <c:pt idx="55">
                  <c:v>8291.4770499336628</c:v>
                </c:pt>
                <c:pt idx="56">
                  <c:v>8287.1798531225322</c:v>
                </c:pt>
                <c:pt idx="57">
                  <c:v>8283.1993787548581</c:v>
                </c:pt>
                <c:pt idx="58">
                  <c:v>8276.1964142588567</c:v>
                </c:pt>
                <c:pt idx="59">
                  <c:v>8273.355115008917</c:v>
                </c:pt>
                <c:pt idx="60">
                  <c:v>8265.7590660183778</c:v>
                </c:pt>
                <c:pt idx="61">
                  <c:v>8267.713303297025</c:v>
                </c:pt>
                <c:pt idx="62">
                  <c:v>8257.5686130544855</c:v>
                </c:pt>
                <c:pt idx="63">
                  <c:v>8251.9450164206901</c:v>
                </c:pt>
                <c:pt idx="64">
                  <c:v>8247.1731690741399</c:v>
                </c:pt>
                <c:pt idx="65">
                  <c:v>8241.8149114360276</c:v>
                </c:pt>
                <c:pt idx="66">
                  <c:v>8237.5236961756618</c:v>
                </c:pt>
                <c:pt idx="67">
                  <c:v>8231.4138944459246</c:v>
                </c:pt>
                <c:pt idx="68">
                  <c:v>8225.6468292026475</c:v>
                </c:pt>
                <c:pt idx="69">
                  <c:v>8220.3072052203133</c:v>
                </c:pt>
                <c:pt idx="70">
                  <c:v>8217.0603923724757</c:v>
                </c:pt>
                <c:pt idx="71">
                  <c:v>8217.2120361528705</c:v>
                </c:pt>
                <c:pt idx="72">
                  <c:v>8214.9143231332491</c:v>
                </c:pt>
                <c:pt idx="73">
                  <c:v>8204.0130204496327</c:v>
                </c:pt>
                <c:pt idx="74">
                  <c:v>8197.401806623322</c:v>
                </c:pt>
                <c:pt idx="75">
                  <c:v>8189.5975273874119</c:v>
                </c:pt>
                <c:pt idx="76">
                  <c:v>8189.4538567384297</c:v>
                </c:pt>
                <c:pt idx="77">
                  <c:v>8184.224348507475</c:v>
                </c:pt>
                <c:pt idx="78">
                  <c:v>8180.4222755901919</c:v>
                </c:pt>
                <c:pt idx="79">
                  <c:v>8181.6958321239863</c:v>
                </c:pt>
                <c:pt idx="80">
                  <c:v>8168.6420307695807</c:v>
                </c:pt>
                <c:pt idx="81">
                  <c:v>8161.7140130811749</c:v>
                </c:pt>
                <c:pt idx="82">
                  <c:v>8164.0853570614709</c:v>
                </c:pt>
                <c:pt idx="83">
                  <c:v>8159.7612385034272</c:v>
                </c:pt>
                <c:pt idx="84">
                  <c:v>8151.1906751284714</c:v>
                </c:pt>
                <c:pt idx="85">
                  <c:v>8142.8433755173301</c:v>
                </c:pt>
                <c:pt idx="86">
                  <c:v>8139.146198424206</c:v>
                </c:pt>
                <c:pt idx="87">
                  <c:v>8139.8296225088125</c:v>
                </c:pt>
                <c:pt idx="88">
                  <c:v>8132.3820163001801</c:v>
                </c:pt>
                <c:pt idx="89">
                  <c:v>8116.7495254819823</c:v>
                </c:pt>
                <c:pt idx="90">
                  <c:v>8119.1574794678527</c:v>
                </c:pt>
                <c:pt idx="91">
                  <c:v>8114.6602803690166</c:v>
                </c:pt>
                <c:pt idx="92">
                  <c:v>8111.8490913504065</c:v>
                </c:pt>
                <c:pt idx="93">
                  <c:v>8107.939620722902</c:v>
                </c:pt>
                <c:pt idx="94">
                  <c:v>8099.7227535775182</c:v>
                </c:pt>
                <c:pt idx="95">
                  <c:v>8098.0172224235193</c:v>
                </c:pt>
                <c:pt idx="96">
                  <c:v>8094.5264755127191</c:v>
                </c:pt>
                <c:pt idx="97">
                  <c:v>8087.884400950692</c:v>
                </c:pt>
                <c:pt idx="98">
                  <c:v>8082.9735926192516</c:v>
                </c:pt>
                <c:pt idx="99">
                  <c:v>8081.4183887851486</c:v>
                </c:pt>
                <c:pt idx="100">
                  <c:v>8070.2127226675675</c:v>
                </c:pt>
                <c:pt idx="101">
                  <c:v>8070.4184678810689</c:v>
                </c:pt>
                <c:pt idx="102">
                  <c:v>8065.3743974209201</c:v>
                </c:pt>
                <c:pt idx="103">
                  <c:v>8054.8920824711759</c:v>
                </c:pt>
                <c:pt idx="104">
                  <c:v>8051.3467350324463</c:v>
                </c:pt>
                <c:pt idx="105">
                  <c:v>8044.3495579825503</c:v>
                </c:pt>
                <c:pt idx="106">
                  <c:v>8039.0572266088757</c:v>
                </c:pt>
                <c:pt idx="107">
                  <c:v>8031.4654400331674</c:v>
                </c:pt>
                <c:pt idx="108">
                  <c:v>8026.9950778447273</c:v>
                </c:pt>
                <c:pt idx="109">
                  <c:v>8020.9850508641211</c:v>
                </c:pt>
                <c:pt idx="110">
                  <c:v>8022.4751068040623</c:v>
                </c:pt>
                <c:pt idx="111">
                  <c:v>8015.8698830086832</c:v>
                </c:pt>
                <c:pt idx="112">
                  <c:v>8008.3610537863369</c:v>
                </c:pt>
                <c:pt idx="113">
                  <c:v>8006.5147892013811</c:v>
                </c:pt>
                <c:pt idx="114">
                  <c:v>8001.658035320288</c:v>
                </c:pt>
                <c:pt idx="115">
                  <c:v>7995.8732441089924</c:v>
                </c:pt>
                <c:pt idx="116">
                  <c:v>7988.8330208987363</c:v>
                </c:pt>
                <c:pt idx="117">
                  <c:v>7993.0992065312694</c:v>
                </c:pt>
                <c:pt idx="118">
                  <c:v>7985.6064087428122</c:v>
                </c:pt>
                <c:pt idx="119">
                  <c:v>7983.7952800732382</c:v>
                </c:pt>
                <c:pt idx="120">
                  <c:v>7980.3103861475738</c:v>
                </c:pt>
                <c:pt idx="121">
                  <c:v>7969.0519576168945</c:v>
                </c:pt>
                <c:pt idx="122">
                  <c:v>7969.1797150228722</c:v>
                </c:pt>
                <c:pt idx="123">
                  <c:v>7964.7670567958376</c:v>
                </c:pt>
                <c:pt idx="124">
                  <c:v>7951.5652640552698</c:v>
                </c:pt>
                <c:pt idx="125">
                  <c:v>7948.8157216776144</c:v>
                </c:pt>
                <c:pt idx="126">
                  <c:v>7943.8541402949577</c:v>
                </c:pt>
                <c:pt idx="127">
                  <c:v>7943.5649991189075</c:v>
                </c:pt>
                <c:pt idx="128">
                  <c:v>7934.3455187505979</c:v>
                </c:pt>
                <c:pt idx="129">
                  <c:v>7937.1910197648649</c:v>
                </c:pt>
                <c:pt idx="130">
                  <c:v>7925.8873188994312</c:v>
                </c:pt>
                <c:pt idx="131">
                  <c:v>7927.0023039596654</c:v>
                </c:pt>
                <c:pt idx="132">
                  <c:v>7917.7909562794048</c:v>
                </c:pt>
                <c:pt idx="133">
                  <c:v>7909.4638453542202</c:v>
                </c:pt>
                <c:pt idx="134">
                  <c:v>7907.4129207471397</c:v>
                </c:pt>
                <c:pt idx="135">
                  <c:v>7902.8966515077136</c:v>
                </c:pt>
                <c:pt idx="136">
                  <c:v>7894.602304928083</c:v>
                </c:pt>
                <c:pt idx="137">
                  <c:v>7890.8616633421661</c:v>
                </c:pt>
                <c:pt idx="138">
                  <c:v>7883.1655037254832</c:v>
                </c:pt>
                <c:pt idx="139">
                  <c:v>7877.7553678663735</c:v>
                </c:pt>
                <c:pt idx="140">
                  <c:v>7870.7103194727442</c:v>
                </c:pt>
                <c:pt idx="141">
                  <c:v>7866.2868722900866</c:v>
                </c:pt>
                <c:pt idx="142">
                  <c:v>7867.8625306494196</c:v>
                </c:pt>
                <c:pt idx="143">
                  <c:v>7860.9255851823709</c:v>
                </c:pt>
                <c:pt idx="144">
                  <c:v>7857.3474399354927</c:v>
                </c:pt>
                <c:pt idx="145">
                  <c:v>7849.7641007108286</c:v>
                </c:pt>
                <c:pt idx="146">
                  <c:v>7843.4822230602667</c:v>
                </c:pt>
                <c:pt idx="147">
                  <c:v>7836.3145596747872</c:v>
                </c:pt>
                <c:pt idx="148">
                  <c:v>7835.1212477371209</c:v>
                </c:pt>
                <c:pt idx="149">
                  <c:v>7834.8927488769259</c:v>
                </c:pt>
                <c:pt idx="150">
                  <c:v>7830.762821035456</c:v>
                </c:pt>
                <c:pt idx="151">
                  <c:v>7821.1069356458138</c:v>
                </c:pt>
                <c:pt idx="152">
                  <c:v>7820.0064336765518</c:v>
                </c:pt>
                <c:pt idx="153">
                  <c:v>7808.3343014048423</c:v>
                </c:pt>
                <c:pt idx="154">
                  <c:v>7814.0273636252559</c:v>
                </c:pt>
                <c:pt idx="155">
                  <c:v>7800.3532698854069</c:v>
                </c:pt>
                <c:pt idx="156">
                  <c:v>7796.2108124367896</c:v>
                </c:pt>
                <c:pt idx="157">
                  <c:v>7795.3012684824316</c:v>
                </c:pt>
                <c:pt idx="158">
                  <c:v>7792.3899161693316</c:v>
                </c:pt>
                <c:pt idx="159">
                  <c:v>7786.3390264098416</c:v>
                </c:pt>
                <c:pt idx="160">
                  <c:v>7782.7337730063427</c:v>
                </c:pt>
                <c:pt idx="161">
                  <c:v>7783.6833432596213</c:v>
                </c:pt>
                <c:pt idx="162">
                  <c:v>7774.1388070543626</c:v>
                </c:pt>
                <c:pt idx="163">
                  <c:v>7773.3755087483678</c:v>
                </c:pt>
                <c:pt idx="164">
                  <c:v>7766.963325410301</c:v>
                </c:pt>
                <c:pt idx="165">
                  <c:v>7759.9484952931834</c:v>
                </c:pt>
                <c:pt idx="166">
                  <c:v>7759.0960823131882</c:v>
                </c:pt>
                <c:pt idx="167">
                  <c:v>7758.8501708163967</c:v>
                </c:pt>
                <c:pt idx="168">
                  <c:v>7754.1458063818318</c:v>
                </c:pt>
                <c:pt idx="169">
                  <c:v>7747.3728147010643</c:v>
                </c:pt>
                <c:pt idx="170">
                  <c:v>7741.8164259271543</c:v>
                </c:pt>
                <c:pt idx="171">
                  <c:v>7732.9667163084796</c:v>
                </c:pt>
                <c:pt idx="172">
                  <c:v>7728.2835815910366</c:v>
                </c:pt>
                <c:pt idx="173">
                  <c:v>7722.524642349772</c:v>
                </c:pt>
                <c:pt idx="174">
                  <c:v>7718.3392546823179</c:v>
                </c:pt>
                <c:pt idx="175">
                  <c:v>7718.3018764388835</c:v>
                </c:pt>
                <c:pt idx="176">
                  <c:v>7711.0567355405383</c:v>
                </c:pt>
                <c:pt idx="177">
                  <c:v>7702.9386296774283</c:v>
                </c:pt>
                <c:pt idx="178">
                  <c:v>7698.6991197590251</c:v>
                </c:pt>
                <c:pt idx="179">
                  <c:v>7695.0324340984371</c:v>
                </c:pt>
                <c:pt idx="180">
                  <c:v>7686.7031256266127</c:v>
                </c:pt>
                <c:pt idx="181">
                  <c:v>7682.8439001605693</c:v>
                </c:pt>
                <c:pt idx="182">
                  <c:v>7676.4446136163588</c:v>
                </c:pt>
                <c:pt idx="183">
                  <c:v>7672.6354291370399</c:v>
                </c:pt>
                <c:pt idx="184">
                  <c:v>7670.9543939981158</c:v>
                </c:pt>
                <c:pt idx="185">
                  <c:v>7661.5100844805183</c:v>
                </c:pt>
                <c:pt idx="186">
                  <c:v>7654.181870889779</c:v>
                </c:pt>
                <c:pt idx="187">
                  <c:v>7654.8180392091163</c:v>
                </c:pt>
                <c:pt idx="188">
                  <c:v>7646.2274071808079</c:v>
                </c:pt>
                <c:pt idx="189">
                  <c:v>7649.1446542007234</c:v>
                </c:pt>
                <c:pt idx="190">
                  <c:v>7641.9319574361234</c:v>
                </c:pt>
                <c:pt idx="191">
                  <c:v>7641.6712004030469</c:v>
                </c:pt>
                <c:pt idx="192">
                  <c:v>7640.8777126405012</c:v>
                </c:pt>
                <c:pt idx="193">
                  <c:v>7636.6011388658289</c:v>
                </c:pt>
                <c:pt idx="194">
                  <c:v>7620.060310969001</c:v>
                </c:pt>
                <c:pt idx="195">
                  <c:v>7613.0602962718622</c:v>
                </c:pt>
                <c:pt idx="196">
                  <c:v>7616.3329441355745</c:v>
                </c:pt>
                <c:pt idx="197">
                  <c:v>7614.9312199840751</c:v>
                </c:pt>
                <c:pt idx="198">
                  <c:v>7607.5478166713328</c:v>
                </c:pt>
                <c:pt idx="199">
                  <c:v>7602.2719944743167</c:v>
                </c:pt>
                <c:pt idx="200">
                  <c:v>7595.5549130002146</c:v>
                </c:pt>
                <c:pt idx="201">
                  <c:v>7588.8106544584216</c:v>
                </c:pt>
                <c:pt idx="202">
                  <c:v>7585.6512386427166</c:v>
                </c:pt>
                <c:pt idx="203">
                  <c:v>7580.946499872307</c:v>
                </c:pt>
                <c:pt idx="204">
                  <c:v>7581.6542641946562</c:v>
                </c:pt>
                <c:pt idx="205">
                  <c:v>7570.695634447944</c:v>
                </c:pt>
                <c:pt idx="206">
                  <c:v>7567.3323286482355</c:v>
                </c:pt>
                <c:pt idx="207">
                  <c:v>7562.8236822009021</c:v>
                </c:pt>
                <c:pt idx="208">
                  <c:v>7558.5658241500059</c:v>
                </c:pt>
                <c:pt idx="209">
                  <c:v>7552.9473571677718</c:v>
                </c:pt>
                <c:pt idx="210">
                  <c:v>7552.1515479544887</c:v>
                </c:pt>
                <c:pt idx="211">
                  <c:v>7544.5022526760022</c:v>
                </c:pt>
                <c:pt idx="212">
                  <c:v>7539.7003226336383</c:v>
                </c:pt>
                <c:pt idx="213">
                  <c:v>7533.6493618196864</c:v>
                </c:pt>
                <c:pt idx="214">
                  <c:v>7529.4348600403</c:v>
                </c:pt>
                <c:pt idx="215">
                  <c:v>7532.0416441423895</c:v>
                </c:pt>
                <c:pt idx="216">
                  <c:v>7527.2697495693737</c:v>
                </c:pt>
                <c:pt idx="217">
                  <c:v>7517.207946539711</c:v>
                </c:pt>
                <c:pt idx="218">
                  <c:v>7514.1082903667539</c:v>
                </c:pt>
                <c:pt idx="219">
                  <c:v>7509.1406431309479</c:v>
                </c:pt>
                <c:pt idx="220">
                  <c:v>7507.5927736749964</c:v>
                </c:pt>
                <c:pt idx="221">
                  <c:v>7506.6735915520094</c:v>
                </c:pt>
                <c:pt idx="222">
                  <c:v>7499.7852114365287</c:v>
                </c:pt>
                <c:pt idx="223">
                  <c:v>7493.2617530311036</c:v>
                </c:pt>
                <c:pt idx="224">
                  <c:v>7492.0755630416952</c:v>
                </c:pt>
                <c:pt idx="225">
                  <c:v>7489.1859145531562</c:v>
                </c:pt>
                <c:pt idx="226">
                  <c:v>7485.8839110655153</c:v>
                </c:pt>
                <c:pt idx="227">
                  <c:v>7481.3225302779065</c:v>
                </c:pt>
                <c:pt idx="228">
                  <c:v>7473.47325075755</c:v>
                </c:pt>
                <c:pt idx="229">
                  <c:v>7470.4601511819601</c:v>
                </c:pt>
                <c:pt idx="230">
                  <c:v>7454.5614807056463</c:v>
                </c:pt>
                <c:pt idx="231">
                  <c:v>7458.9835726871734</c:v>
                </c:pt>
                <c:pt idx="232">
                  <c:v>7455.4627772974109</c:v>
                </c:pt>
                <c:pt idx="233">
                  <c:v>7450.0644416311561</c:v>
                </c:pt>
                <c:pt idx="234">
                  <c:v>7443.3523527658326</c:v>
                </c:pt>
                <c:pt idx="235">
                  <c:v>7438.6814665042675</c:v>
                </c:pt>
                <c:pt idx="236">
                  <c:v>7431.2272127448487</c:v>
                </c:pt>
                <c:pt idx="237">
                  <c:v>7428.3457400429988</c:v>
                </c:pt>
                <c:pt idx="238">
                  <c:v>7428.44189174652</c:v>
                </c:pt>
                <c:pt idx="239">
                  <c:v>7419.352047103248</c:v>
                </c:pt>
                <c:pt idx="240">
                  <c:v>7419.9942504245701</c:v>
                </c:pt>
                <c:pt idx="241">
                  <c:v>7414.3816571196039</c:v>
                </c:pt>
                <c:pt idx="242">
                  <c:v>7411.5870116335227</c:v>
                </c:pt>
                <c:pt idx="243">
                  <c:v>7402.4144505167887</c:v>
                </c:pt>
                <c:pt idx="244">
                  <c:v>7395.9984795459386</c:v>
                </c:pt>
                <c:pt idx="245">
                  <c:v>7391.4091104049667</c:v>
                </c:pt>
                <c:pt idx="246">
                  <c:v>7385.6937961021995</c:v>
                </c:pt>
                <c:pt idx="247">
                  <c:v>7377.8258720623217</c:v>
                </c:pt>
                <c:pt idx="248">
                  <c:v>7373.8730098537617</c:v>
                </c:pt>
                <c:pt idx="249">
                  <c:v>7370.7339606885098</c:v>
                </c:pt>
                <c:pt idx="250">
                  <c:v>7368.1532130519045</c:v>
                </c:pt>
                <c:pt idx="251">
                  <c:v>7367.6600519625335</c:v>
                </c:pt>
                <c:pt idx="252">
                  <c:v>7357.4648392331983</c:v>
                </c:pt>
                <c:pt idx="253">
                  <c:v>7355.4516562360968</c:v>
                </c:pt>
                <c:pt idx="254">
                  <c:v>7351.3627048350027</c:v>
                </c:pt>
                <c:pt idx="255">
                  <c:v>7348.9267581873482</c:v>
                </c:pt>
                <c:pt idx="256">
                  <c:v>7337.8134161506496</c:v>
                </c:pt>
                <c:pt idx="257">
                  <c:v>7333.8494714890039</c:v>
                </c:pt>
                <c:pt idx="258">
                  <c:v>7328.5768116382988</c:v>
                </c:pt>
                <c:pt idx="259">
                  <c:v>7327.6322591687558</c:v>
                </c:pt>
                <c:pt idx="260">
                  <c:v>7314.3196753288794</c:v>
                </c:pt>
                <c:pt idx="261">
                  <c:v>7306.4676513497843</c:v>
                </c:pt>
                <c:pt idx="262">
                  <c:v>7315.8326657008001</c:v>
                </c:pt>
                <c:pt idx="263">
                  <c:v>7311.4702976525168</c:v>
                </c:pt>
                <c:pt idx="264">
                  <c:v>7305.9552670079574</c:v>
                </c:pt>
                <c:pt idx="265">
                  <c:v>7303.2685695118744</c:v>
                </c:pt>
                <c:pt idx="266">
                  <c:v>7300.9076305190065</c:v>
                </c:pt>
                <c:pt idx="267">
                  <c:v>7297.6374399643755</c:v>
                </c:pt>
                <c:pt idx="268">
                  <c:v>7290.7692891027</c:v>
                </c:pt>
                <c:pt idx="269">
                  <c:v>7285.1502868888656</c:v>
                </c:pt>
                <c:pt idx="270">
                  <c:v>7282.7816556515463</c:v>
                </c:pt>
                <c:pt idx="271">
                  <c:v>7276.8095299888982</c:v>
                </c:pt>
                <c:pt idx="272">
                  <c:v>7273.7960629752597</c:v>
                </c:pt>
                <c:pt idx="273">
                  <c:v>7265.6957152183131</c:v>
                </c:pt>
                <c:pt idx="274">
                  <c:v>7262.0627266089159</c:v>
                </c:pt>
                <c:pt idx="275">
                  <c:v>7257.8155781567039</c:v>
                </c:pt>
                <c:pt idx="276">
                  <c:v>7255.0564818703588</c:v>
                </c:pt>
                <c:pt idx="277">
                  <c:v>7247.114461648589</c:v>
                </c:pt>
                <c:pt idx="278">
                  <c:v>7238.9751064816364</c:v>
                </c:pt>
                <c:pt idx="279">
                  <c:v>7235.8682338860945</c:v>
                </c:pt>
                <c:pt idx="280">
                  <c:v>7230.5442716166608</c:v>
                </c:pt>
                <c:pt idx="281">
                  <c:v>7223.4801227150219</c:v>
                </c:pt>
                <c:pt idx="282">
                  <c:v>7220.9040622794637</c:v>
                </c:pt>
                <c:pt idx="283">
                  <c:v>7213.7835611746159</c:v>
                </c:pt>
                <c:pt idx="284">
                  <c:v>7206.1073223335643</c:v>
                </c:pt>
                <c:pt idx="285">
                  <c:v>7201.2771960667369</c:v>
                </c:pt>
                <c:pt idx="286">
                  <c:v>7198.0605953828326</c:v>
                </c:pt>
                <c:pt idx="287">
                  <c:v>7198.6382998814843</c:v>
                </c:pt>
                <c:pt idx="288">
                  <c:v>7190.5713406055092</c:v>
                </c:pt>
                <c:pt idx="289">
                  <c:v>7182.8781568271143</c:v>
                </c:pt>
                <c:pt idx="290">
                  <c:v>7179.4496590623985</c:v>
                </c:pt>
                <c:pt idx="291">
                  <c:v>7171.1946981828305</c:v>
                </c:pt>
                <c:pt idx="292">
                  <c:v>7163.3120450872775</c:v>
                </c:pt>
                <c:pt idx="293">
                  <c:v>7166.1419566273216</c:v>
                </c:pt>
                <c:pt idx="294">
                  <c:v>7165.4836774638379</c:v>
                </c:pt>
                <c:pt idx="295">
                  <c:v>7160.3526204135451</c:v>
                </c:pt>
                <c:pt idx="296">
                  <c:v>7153.2772279239889</c:v>
                </c:pt>
                <c:pt idx="297">
                  <c:v>7149.1372200606947</c:v>
                </c:pt>
                <c:pt idx="298">
                  <c:v>7148.4843974758933</c:v>
                </c:pt>
                <c:pt idx="299">
                  <c:v>7144.2365221181326</c:v>
                </c:pt>
                <c:pt idx="300">
                  <c:v>7141.564775386053</c:v>
                </c:pt>
                <c:pt idx="301">
                  <c:v>7131.2792405763903</c:v>
                </c:pt>
                <c:pt idx="302">
                  <c:v>7127.7216512683717</c:v>
                </c:pt>
                <c:pt idx="303">
                  <c:v>7126.4453637230845</c:v>
                </c:pt>
                <c:pt idx="304">
                  <c:v>7118.2859624475677</c:v>
                </c:pt>
                <c:pt idx="305">
                  <c:v>7114.7033759409896</c:v>
                </c:pt>
                <c:pt idx="306">
                  <c:v>7111.8090074370393</c:v>
                </c:pt>
                <c:pt idx="307">
                  <c:v>7109.5372673115889</c:v>
                </c:pt>
                <c:pt idx="308">
                  <c:v>7098.4646441497307</c:v>
                </c:pt>
                <c:pt idx="309">
                  <c:v>7098.9457643028036</c:v>
                </c:pt>
                <c:pt idx="310">
                  <c:v>7089.5854010300336</c:v>
                </c:pt>
                <c:pt idx="311">
                  <c:v>7080.4832162383846</c:v>
                </c:pt>
                <c:pt idx="312">
                  <c:v>7076.0652014137813</c:v>
                </c:pt>
                <c:pt idx="313">
                  <c:v>7071.2813603488903</c:v>
                </c:pt>
                <c:pt idx="314">
                  <c:v>7064.3090158123687</c:v>
                </c:pt>
                <c:pt idx="315">
                  <c:v>7061.2564519029793</c:v>
                </c:pt>
                <c:pt idx="316">
                  <c:v>7056.999927799654</c:v>
                </c:pt>
                <c:pt idx="317">
                  <c:v>7054.7973854982893</c:v>
                </c:pt>
                <c:pt idx="318">
                  <c:v>7046.4412644359963</c:v>
                </c:pt>
                <c:pt idx="319">
                  <c:v>7044.0721668025435</c:v>
                </c:pt>
                <c:pt idx="320">
                  <c:v>7038.560723561839</c:v>
                </c:pt>
                <c:pt idx="321">
                  <c:v>7030.6603753628533</c:v>
                </c:pt>
                <c:pt idx="322">
                  <c:v>7026.1001798212583</c:v>
                </c:pt>
                <c:pt idx="323">
                  <c:v>7023.470587179886</c:v>
                </c:pt>
                <c:pt idx="324">
                  <c:v>7019.2564095051812</c:v>
                </c:pt>
                <c:pt idx="325">
                  <c:v>7010.0796449416239</c:v>
                </c:pt>
                <c:pt idx="326">
                  <c:v>7006.3782190162092</c:v>
                </c:pt>
                <c:pt idx="327">
                  <c:v>6998.8068407301234</c:v>
                </c:pt>
                <c:pt idx="328">
                  <c:v>6997.826751458977</c:v>
                </c:pt>
                <c:pt idx="329">
                  <c:v>6991.766467184234</c:v>
                </c:pt>
                <c:pt idx="330">
                  <c:v>6990.8025041999181</c:v>
                </c:pt>
                <c:pt idx="331">
                  <c:v>6989.8331209379012</c:v>
                </c:pt>
                <c:pt idx="332">
                  <c:v>6983.3513858529795</c:v>
                </c:pt>
                <c:pt idx="333">
                  <c:v>6976.2563932294797</c:v>
                </c:pt>
                <c:pt idx="334">
                  <c:v>6976.0309861089536</c:v>
                </c:pt>
                <c:pt idx="335">
                  <c:v>6967.9783973615376</c:v>
                </c:pt>
                <c:pt idx="336">
                  <c:v>6963.1279301749919</c:v>
                </c:pt>
                <c:pt idx="337">
                  <c:v>6959.5991993551943</c:v>
                </c:pt>
                <c:pt idx="338">
                  <c:v>6960.4845744388222</c:v>
                </c:pt>
                <c:pt idx="339">
                  <c:v>6955.9433991391688</c:v>
                </c:pt>
                <c:pt idx="340">
                  <c:v>6945.971990846072</c:v>
                </c:pt>
                <c:pt idx="341">
                  <c:v>6944.7560788250721</c:v>
                </c:pt>
                <c:pt idx="342">
                  <c:v>6935.7715840438523</c:v>
                </c:pt>
                <c:pt idx="343">
                  <c:v>6936.9931653347794</c:v>
                </c:pt>
                <c:pt idx="344">
                  <c:v>6932.8937128738526</c:v>
                </c:pt>
                <c:pt idx="345">
                  <c:v>6927.0643308286963</c:v>
                </c:pt>
                <c:pt idx="346">
                  <c:v>6920.6676650272912</c:v>
                </c:pt>
                <c:pt idx="347">
                  <c:v>6919.3498508417979</c:v>
                </c:pt>
                <c:pt idx="348">
                  <c:v>6911.4248358115383</c:v>
                </c:pt>
                <c:pt idx="349">
                  <c:v>6908.9390260224209</c:v>
                </c:pt>
                <c:pt idx="350">
                  <c:v>6900.0772310448929</c:v>
                </c:pt>
                <c:pt idx="351">
                  <c:v>6896.8833145873414</c:v>
                </c:pt>
                <c:pt idx="352">
                  <c:v>6891.9972805626276</c:v>
                </c:pt>
                <c:pt idx="353">
                  <c:v>6887.3784692099725</c:v>
                </c:pt>
                <c:pt idx="354">
                  <c:v>6886.4747008287859</c:v>
                </c:pt>
                <c:pt idx="355">
                  <c:v>6882.7096104550656</c:v>
                </c:pt>
                <c:pt idx="356">
                  <c:v>6876.5525558782228</c:v>
                </c:pt>
                <c:pt idx="357">
                  <c:v>6872.1034070966562</c:v>
                </c:pt>
                <c:pt idx="358">
                  <c:v>6864.8629944076447</c:v>
                </c:pt>
                <c:pt idx="359">
                  <c:v>6860.0092391866274</c:v>
                </c:pt>
                <c:pt idx="360">
                  <c:v>6854.5986999660172</c:v>
                </c:pt>
                <c:pt idx="361">
                  <c:v>6849.3786659058132</c:v>
                </c:pt>
                <c:pt idx="362">
                  <c:v>6843.3070453775763</c:v>
                </c:pt>
                <c:pt idx="363">
                  <c:v>6840.5767346795374</c:v>
                </c:pt>
                <c:pt idx="364">
                  <c:v>6837.1846186284074</c:v>
                </c:pt>
                <c:pt idx="365">
                  <c:v>6830.0940763757326</c:v>
                </c:pt>
                <c:pt idx="366">
                  <c:v>6822.3469937038153</c:v>
                </c:pt>
                <c:pt idx="367">
                  <c:v>6816.1793028707834</c:v>
                </c:pt>
                <c:pt idx="368">
                  <c:v>6821.6776365356973</c:v>
                </c:pt>
                <c:pt idx="369">
                  <c:v>6818.2268226811047</c:v>
                </c:pt>
                <c:pt idx="370">
                  <c:v>6811.2455526813483</c:v>
                </c:pt>
                <c:pt idx="371">
                  <c:v>6807.8148240807086</c:v>
                </c:pt>
                <c:pt idx="372">
                  <c:v>6799.0101223235069</c:v>
                </c:pt>
                <c:pt idx="373">
                  <c:v>6798.1809018138038</c:v>
                </c:pt>
                <c:pt idx="374">
                  <c:v>6800.8973479060787</c:v>
                </c:pt>
                <c:pt idx="375">
                  <c:v>6789.3648371014242</c:v>
                </c:pt>
                <c:pt idx="376">
                  <c:v>6790.5449527531046</c:v>
                </c:pt>
                <c:pt idx="377">
                  <c:v>6789.2500967651304</c:v>
                </c:pt>
                <c:pt idx="378">
                  <c:v>6781.293979257528</c:v>
                </c:pt>
                <c:pt idx="379">
                  <c:v>6774.1065128799073</c:v>
                </c:pt>
                <c:pt idx="380">
                  <c:v>6767.9536504492426</c:v>
                </c:pt>
                <c:pt idx="381">
                  <c:v>6768.2096180926183</c:v>
                </c:pt>
                <c:pt idx="382">
                  <c:v>6763.4111697159451</c:v>
                </c:pt>
                <c:pt idx="383">
                  <c:v>6754.0982469246883</c:v>
                </c:pt>
                <c:pt idx="384">
                  <c:v>6749.9814283624473</c:v>
                </c:pt>
                <c:pt idx="385">
                  <c:v>6745.7998938258843</c:v>
                </c:pt>
                <c:pt idx="386">
                  <c:v>6738.3300978503612</c:v>
                </c:pt>
                <c:pt idx="387">
                  <c:v>6737.4150339148928</c:v>
                </c:pt>
                <c:pt idx="388">
                  <c:v>6734.1474361284281</c:v>
                </c:pt>
                <c:pt idx="389">
                  <c:v>6726.0197734120302</c:v>
                </c:pt>
                <c:pt idx="390">
                  <c:v>6723.1592838131655</c:v>
                </c:pt>
                <c:pt idx="391">
                  <c:v>6720.0329905113658</c:v>
                </c:pt>
                <c:pt idx="392">
                  <c:v>6715.921268071861</c:v>
                </c:pt>
                <c:pt idx="393">
                  <c:v>6715.7505344619385</c:v>
                </c:pt>
                <c:pt idx="394">
                  <c:v>6707.0468138091874</c:v>
                </c:pt>
                <c:pt idx="395">
                  <c:v>6704.7422623773664</c:v>
                </c:pt>
                <c:pt idx="396">
                  <c:v>6699.7542947333077</c:v>
                </c:pt>
                <c:pt idx="397">
                  <c:v>6700.218524555472</c:v>
                </c:pt>
                <c:pt idx="398">
                  <c:v>6694.812555534264</c:v>
                </c:pt>
                <c:pt idx="399">
                  <c:v>6692.3398298036809</c:v>
                </c:pt>
                <c:pt idx="400">
                  <c:v>6686.6523860766993</c:v>
                </c:pt>
                <c:pt idx="401">
                  <c:v>6680.8315340693298</c:v>
                </c:pt>
                <c:pt idx="402">
                  <c:v>6676.6544031015528</c:v>
                </c:pt>
                <c:pt idx="403">
                  <c:v>6672.691141328778</c:v>
                </c:pt>
                <c:pt idx="404">
                  <c:v>6669.6314492479469</c:v>
                </c:pt>
                <c:pt idx="405">
                  <c:v>6663.2567336949651</c:v>
                </c:pt>
                <c:pt idx="406">
                  <c:v>6659.5393784459084</c:v>
                </c:pt>
                <c:pt idx="407">
                  <c:v>6652.9355632729694</c:v>
                </c:pt>
                <c:pt idx="408">
                  <c:v>6655.3664493346341</c:v>
                </c:pt>
                <c:pt idx="409">
                  <c:v>6650.6683930453391</c:v>
                </c:pt>
                <c:pt idx="410">
                  <c:v>6642.8496542347466</c:v>
                </c:pt>
                <c:pt idx="411">
                  <c:v>6636.6316587176188</c:v>
                </c:pt>
                <c:pt idx="412">
                  <c:v>6635.0650026755429</c:v>
                </c:pt>
                <c:pt idx="413">
                  <c:v>6638.0576170276854</c:v>
                </c:pt>
                <c:pt idx="414">
                  <c:v>6626.7622261510851</c:v>
                </c:pt>
                <c:pt idx="415">
                  <c:v>6621.70469807068</c:v>
                </c:pt>
                <c:pt idx="416">
                  <c:v>6617.4640755305281</c:v>
                </c:pt>
                <c:pt idx="417">
                  <c:v>6615.7771102370443</c:v>
                </c:pt>
                <c:pt idx="418">
                  <c:v>6605.1153765777435</c:v>
                </c:pt>
                <c:pt idx="419">
                  <c:v>6600.5848202207153</c:v>
                </c:pt>
                <c:pt idx="420">
                  <c:v>6600.6898177272597</c:v>
                </c:pt>
                <c:pt idx="421">
                  <c:v>6591.4484390842226</c:v>
                </c:pt>
                <c:pt idx="422">
                  <c:v>6587.5779602316179</c:v>
                </c:pt>
                <c:pt idx="423">
                  <c:v>6588.3114211318243</c:v>
                </c:pt>
                <c:pt idx="424">
                  <c:v>6584.4826185225074</c:v>
                </c:pt>
                <c:pt idx="425">
                  <c:v>6578.389456199051</c:v>
                </c:pt>
                <c:pt idx="426">
                  <c:v>6575.6695839785716</c:v>
                </c:pt>
                <c:pt idx="427">
                  <c:v>6567.8316406530612</c:v>
                </c:pt>
                <c:pt idx="428">
                  <c:v>6563.2363508572671</c:v>
                </c:pt>
                <c:pt idx="429">
                  <c:v>6553.8603137532409</c:v>
                </c:pt>
                <c:pt idx="430">
                  <c:v>6548.6140099133545</c:v>
                </c:pt>
                <c:pt idx="431">
                  <c:v>6545.7050303193964</c:v>
                </c:pt>
                <c:pt idx="432">
                  <c:v>6545.3511875202785</c:v>
                </c:pt>
                <c:pt idx="433">
                  <c:v>6546.4391805710256</c:v>
                </c:pt>
                <c:pt idx="434">
                  <c:v>6541.6669050180099</c:v>
                </c:pt>
                <c:pt idx="435">
                  <c:v>6535.6634629909258</c:v>
                </c:pt>
                <c:pt idx="436">
                  <c:v>6532.4671003386593</c:v>
                </c:pt>
                <c:pt idx="437">
                  <c:v>6531.5373791290112</c:v>
                </c:pt>
                <c:pt idx="438">
                  <c:v>6526.3726194481824</c:v>
                </c:pt>
                <c:pt idx="439">
                  <c:v>6518.4358960296722</c:v>
                </c:pt>
                <c:pt idx="440">
                  <c:v>6513.7346855112955</c:v>
                </c:pt>
                <c:pt idx="441">
                  <c:v>6510.9784843429879</c:v>
                </c:pt>
                <c:pt idx="442">
                  <c:v>6511.0175087600583</c:v>
                </c:pt>
                <c:pt idx="443">
                  <c:v>6508.0243741294307</c:v>
                </c:pt>
                <c:pt idx="444">
                  <c:v>6504.8245016057135</c:v>
                </c:pt>
                <c:pt idx="445">
                  <c:v>6494.9310712432525</c:v>
                </c:pt>
                <c:pt idx="446">
                  <c:v>6495.9457850967192</c:v>
                </c:pt>
                <c:pt idx="447">
                  <c:v>6489.7464277367999</c:v>
                </c:pt>
                <c:pt idx="448">
                  <c:v>6489.5492873827698</c:v>
                </c:pt>
                <c:pt idx="449">
                  <c:v>6482.8647560956069</c:v>
                </c:pt>
                <c:pt idx="450">
                  <c:v>6478.2006700522888</c:v>
                </c:pt>
                <c:pt idx="451">
                  <c:v>6474.3177310970295</c:v>
                </c:pt>
                <c:pt idx="452">
                  <c:v>6465.3098231242948</c:v>
                </c:pt>
                <c:pt idx="453">
                  <c:v>6463.778409161212</c:v>
                </c:pt>
                <c:pt idx="454">
                  <c:v>6456.0016624875243</c:v>
                </c:pt>
                <c:pt idx="455">
                  <c:v>6455.7637902609713</c:v>
                </c:pt>
                <c:pt idx="456">
                  <c:v>6449.6220923922338</c:v>
                </c:pt>
                <c:pt idx="457">
                  <c:v>6443.3916835094969</c:v>
                </c:pt>
                <c:pt idx="458">
                  <c:v>6437.8688817920865</c:v>
                </c:pt>
                <c:pt idx="459">
                  <c:v>6434.9717815993245</c:v>
                </c:pt>
                <c:pt idx="460">
                  <c:v>6432.9352278948827</c:v>
                </c:pt>
                <c:pt idx="461">
                  <c:v>6426.7681498861148</c:v>
                </c:pt>
                <c:pt idx="462">
                  <c:v>6422.0425742771185</c:v>
                </c:pt>
                <c:pt idx="463">
                  <c:v>6416.9632130843584</c:v>
                </c:pt>
                <c:pt idx="464">
                  <c:v>6413.2084854927962</c:v>
                </c:pt>
                <c:pt idx="465">
                  <c:v>6409.1736875302186</c:v>
                </c:pt>
                <c:pt idx="466">
                  <c:v>6410.6720412971827</c:v>
                </c:pt>
                <c:pt idx="467">
                  <c:v>6405.2108161330052</c:v>
                </c:pt>
                <c:pt idx="468">
                  <c:v>6399.9295055156781</c:v>
                </c:pt>
                <c:pt idx="469">
                  <c:v>6397.4034226693893</c:v>
                </c:pt>
                <c:pt idx="470">
                  <c:v>6394.6106861838107</c:v>
                </c:pt>
                <c:pt idx="471">
                  <c:v>6385.4250841001067</c:v>
                </c:pt>
                <c:pt idx="472">
                  <c:v>6377.749490040329</c:v>
                </c:pt>
                <c:pt idx="473">
                  <c:v>6376.365290642676</c:v>
                </c:pt>
                <c:pt idx="474">
                  <c:v>6374.5218373998223</c:v>
                </c:pt>
                <c:pt idx="475">
                  <c:v>6370.9151848236579</c:v>
                </c:pt>
                <c:pt idx="476">
                  <c:v>6362.8113328194522</c:v>
                </c:pt>
                <c:pt idx="477">
                  <c:v>6357.2263116271279</c:v>
                </c:pt>
                <c:pt idx="478">
                  <c:v>6357.0467443038578</c:v>
                </c:pt>
                <c:pt idx="479">
                  <c:v>6344.9487908535139</c:v>
                </c:pt>
                <c:pt idx="480">
                  <c:v>6343.5493759680139</c:v>
                </c:pt>
                <c:pt idx="481">
                  <c:v>6343.359248158522</c:v>
                </c:pt>
                <c:pt idx="482">
                  <c:v>6336.1638647307855</c:v>
                </c:pt>
                <c:pt idx="483">
                  <c:v>6337.3584813777998</c:v>
                </c:pt>
                <c:pt idx="484">
                  <c:v>6333.6020280130997</c:v>
                </c:pt>
                <c:pt idx="485">
                  <c:v>6329.3061276644203</c:v>
                </c:pt>
                <c:pt idx="486">
                  <c:v>6324.1534869187426</c:v>
                </c:pt>
                <c:pt idx="487">
                  <c:v>6321.0801638688445</c:v>
                </c:pt>
                <c:pt idx="488">
                  <c:v>6319.4430757313994</c:v>
                </c:pt>
                <c:pt idx="489">
                  <c:v>6312.7662267181895</c:v>
                </c:pt>
                <c:pt idx="490">
                  <c:v>6313.174734590546</c:v>
                </c:pt>
                <c:pt idx="491">
                  <c:v>6307.4482831901641</c:v>
                </c:pt>
                <c:pt idx="492">
                  <c:v>6303.9890796887885</c:v>
                </c:pt>
                <c:pt idx="493">
                  <c:v>6302.4579504996946</c:v>
                </c:pt>
                <c:pt idx="494">
                  <c:v>6295.9257884744602</c:v>
                </c:pt>
                <c:pt idx="495">
                  <c:v>6295.9576145131505</c:v>
                </c:pt>
                <c:pt idx="496">
                  <c:v>6289.7956029087072</c:v>
                </c:pt>
                <c:pt idx="497">
                  <c:v>6281.7954444253737</c:v>
                </c:pt>
                <c:pt idx="498">
                  <c:v>6276.5150676959656</c:v>
                </c:pt>
                <c:pt idx="499">
                  <c:v>6275.5337173635544</c:v>
                </c:pt>
                <c:pt idx="500">
                  <c:v>6268.7233849918739</c:v>
                </c:pt>
                <c:pt idx="501">
                  <c:v>6265.8257107688887</c:v>
                </c:pt>
                <c:pt idx="502">
                  <c:v>6265.1792207727913</c:v>
                </c:pt>
                <c:pt idx="503">
                  <c:v>6257.6562122258601</c:v>
                </c:pt>
                <c:pt idx="504">
                  <c:v>6252.1815019268997</c:v>
                </c:pt>
                <c:pt idx="505">
                  <c:v>6248.3666188712195</c:v>
                </c:pt>
                <c:pt idx="506">
                  <c:v>6244.4138185876027</c:v>
                </c:pt>
                <c:pt idx="507">
                  <c:v>6243.6720160531995</c:v>
                </c:pt>
                <c:pt idx="508">
                  <c:v>6239.0971714441139</c:v>
                </c:pt>
                <c:pt idx="509">
                  <c:v>6234.436002926981</c:v>
                </c:pt>
                <c:pt idx="510">
                  <c:v>6225.4615694329168</c:v>
                </c:pt>
                <c:pt idx="511">
                  <c:v>6222.5253064803592</c:v>
                </c:pt>
                <c:pt idx="512">
                  <c:v>6217.3714600718304</c:v>
                </c:pt>
                <c:pt idx="513">
                  <c:v>6213.1064354224654</c:v>
                </c:pt>
                <c:pt idx="514">
                  <c:v>6206.5588516231501</c:v>
                </c:pt>
                <c:pt idx="515">
                  <c:v>6204.1445304437411</c:v>
                </c:pt>
                <c:pt idx="516">
                  <c:v>6199.8189546412877</c:v>
                </c:pt>
                <c:pt idx="517">
                  <c:v>6194.5276429072819</c:v>
                </c:pt>
                <c:pt idx="518">
                  <c:v>6193.1681153099089</c:v>
                </c:pt>
                <c:pt idx="519">
                  <c:v>6188.1491887815364</c:v>
                </c:pt>
                <c:pt idx="520">
                  <c:v>6181.089033903203</c:v>
                </c:pt>
                <c:pt idx="521">
                  <c:v>6182.0466783501124</c:v>
                </c:pt>
                <c:pt idx="522">
                  <c:v>6172.7220227650378</c:v>
                </c:pt>
                <c:pt idx="523">
                  <c:v>6171.7257663424107</c:v>
                </c:pt>
                <c:pt idx="524">
                  <c:v>6173.370248070948</c:v>
                </c:pt>
                <c:pt idx="525">
                  <c:v>6167.547993405371</c:v>
                </c:pt>
                <c:pt idx="526">
                  <c:v>6164.61495089863</c:v>
                </c:pt>
                <c:pt idx="527">
                  <c:v>6163.0687925709954</c:v>
                </c:pt>
                <c:pt idx="528">
                  <c:v>6154.8267153296238</c:v>
                </c:pt>
                <c:pt idx="529">
                  <c:v>6154.5895711061939</c:v>
                </c:pt>
                <c:pt idx="530">
                  <c:v>6149.9938903612838</c:v>
                </c:pt>
                <c:pt idx="531">
                  <c:v>6148.147492461313</c:v>
                </c:pt>
                <c:pt idx="532">
                  <c:v>6145.3266853807399</c:v>
                </c:pt>
                <c:pt idx="533">
                  <c:v>6140.8507970435785</c:v>
                </c:pt>
                <c:pt idx="534">
                  <c:v>6133.9884799618776</c:v>
                </c:pt>
                <c:pt idx="535">
                  <c:v>6129.3164448651132</c:v>
                </c:pt>
                <c:pt idx="536">
                  <c:v>6125.8286027275171</c:v>
                </c:pt>
                <c:pt idx="537">
                  <c:v>6123.7353311370707</c:v>
                </c:pt>
                <c:pt idx="538">
                  <c:v>6119.1943744815617</c:v>
                </c:pt>
                <c:pt idx="539">
                  <c:v>6113.7694987197037</c:v>
                </c:pt>
                <c:pt idx="540">
                  <c:v>6107.4596367925751</c:v>
                </c:pt>
                <c:pt idx="541">
                  <c:v>6105.0246039038739</c:v>
                </c:pt>
                <c:pt idx="542">
                  <c:v>6098.4380229296821</c:v>
                </c:pt>
                <c:pt idx="543">
                  <c:v>6094.3994958378335</c:v>
                </c:pt>
                <c:pt idx="544">
                  <c:v>6086.0400681580977</c:v>
                </c:pt>
                <c:pt idx="545">
                  <c:v>6085.0150632628556</c:v>
                </c:pt>
                <c:pt idx="546">
                  <c:v>6083.5520258505467</c:v>
                </c:pt>
                <c:pt idx="547">
                  <c:v>6079.8910657194374</c:v>
                </c:pt>
                <c:pt idx="548">
                  <c:v>6073.4523693212468</c:v>
                </c:pt>
                <c:pt idx="549">
                  <c:v>6073.3113268752713</c:v>
                </c:pt>
                <c:pt idx="550">
                  <c:v>6068.2973981817968</c:v>
                </c:pt>
                <c:pt idx="551">
                  <c:v>6058.5181084326887</c:v>
                </c:pt>
                <c:pt idx="552">
                  <c:v>6054.9851759751582</c:v>
                </c:pt>
                <c:pt idx="553">
                  <c:v>6054.045816951043</c:v>
                </c:pt>
                <c:pt idx="554">
                  <c:v>6048.834710614974</c:v>
                </c:pt>
                <c:pt idx="555">
                  <c:v>6044.0388313829262</c:v>
                </c:pt>
                <c:pt idx="556">
                  <c:v>6040.5704018166507</c:v>
                </c:pt>
                <c:pt idx="557">
                  <c:v>6040.3119600109139</c:v>
                </c:pt>
                <c:pt idx="558">
                  <c:v>6036.2888462432766</c:v>
                </c:pt>
                <c:pt idx="559">
                  <c:v>6030.9815693437995</c:v>
                </c:pt>
                <c:pt idx="560">
                  <c:v>6027.041736113516</c:v>
                </c:pt>
                <c:pt idx="561">
                  <c:v>6025.2989503589306</c:v>
                </c:pt>
                <c:pt idx="562">
                  <c:v>6023.6153636491163</c:v>
                </c:pt>
                <c:pt idx="563">
                  <c:v>6017.7731862639284</c:v>
                </c:pt>
                <c:pt idx="564">
                  <c:v>6013.346282961269</c:v>
                </c:pt>
                <c:pt idx="565">
                  <c:v>6008.8432148402226</c:v>
                </c:pt>
                <c:pt idx="566">
                  <c:v>6002.8828808363269</c:v>
                </c:pt>
                <c:pt idx="567">
                  <c:v>5994.6821126905179</c:v>
                </c:pt>
                <c:pt idx="568">
                  <c:v>5987.8243967287253</c:v>
                </c:pt>
                <c:pt idx="569">
                  <c:v>5985.0472614199007</c:v>
                </c:pt>
                <c:pt idx="570">
                  <c:v>5983.8676071353239</c:v>
                </c:pt>
                <c:pt idx="571">
                  <c:v>5982.6362353091454</c:v>
                </c:pt>
                <c:pt idx="572">
                  <c:v>5974.5272315761249</c:v>
                </c:pt>
                <c:pt idx="573">
                  <c:v>5971.8386957471093</c:v>
                </c:pt>
                <c:pt idx="574">
                  <c:v>5970.6959907611999</c:v>
                </c:pt>
                <c:pt idx="575">
                  <c:v>5968.6866840301627</c:v>
                </c:pt>
                <c:pt idx="576">
                  <c:v>5965.7569433872886</c:v>
                </c:pt>
                <c:pt idx="577">
                  <c:v>5959.4948695174262</c:v>
                </c:pt>
                <c:pt idx="578">
                  <c:v>5955.0257243890082</c:v>
                </c:pt>
                <c:pt idx="579">
                  <c:v>5955.4399361742944</c:v>
                </c:pt>
                <c:pt idx="580">
                  <c:v>5949.6550702353588</c:v>
                </c:pt>
                <c:pt idx="581">
                  <c:v>5945.2627966017299</c:v>
                </c:pt>
                <c:pt idx="582">
                  <c:v>5941.0302322862135</c:v>
                </c:pt>
                <c:pt idx="583">
                  <c:v>5939.4179063088341</c:v>
                </c:pt>
                <c:pt idx="584">
                  <c:v>5933.7411988386866</c:v>
                </c:pt>
                <c:pt idx="585">
                  <c:v>5927.8007870069187</c:v>
                </c:pt>
                <c:pt idx="586">
                  <c:v>5921.5619227361676</c:v>
                </c:pt>
                <c:pt idx="587">
                  <c:v>5917.2413040990014</c:v>
                </c:pt>
                <c:pt idx="588">
                  <c:v>5912.5583947296291</c:v>
                </c:pt>
                <c:pt idx="589">
                  <c:v>5910.7953215301422</c:v>
                </c:pt>
                <c:pt idx="590">
                  <c:v>5906.2240543492917</c:v>
                </c:pt>
                <c:pt idx="591">
                  <c:v>5897.7260002526818</c:v>
                </c:pt>
                <c:pt idx="592">
                  <c:v>5893.0867951827568</c:v>
                </c:pt>
                <c:pt idx="593">
                  <c:v>5889.459331535747</c:v>
                </c:pt>
                <c:pt idx="594">
                  <c:v>5885.9056260329207</c:v>
                </c:pt>
                <c:pt idx="595">
                  <c:v>5885.4921621247886</c:v>
                </c:pt>
                <c:pt idx="596">
                  <c:v>5879.6029699078172</c:v>
                </c:pt>
                <c:pt idx="597">
                  <c:v>5876.9983116339081</c:v>
                </c:pt>
                <c:pt idx="598">
                  <c:v>5878.354622994364</c:v>
                </c:pt>
                <c:pt idx="599">
                  <c:v>5872.4007102644609</c:v>
                </c:pt>
                <c:pt idx="600">
                  <c:v>5868.211579306525</c:v>
                </c:pt>
                <c:pt idx="601">
                  <c:v>5865.1274169852577</c:v>
                </c:pt>
                <c:pt idx="602">
                  <c:v>5859.9101067784504</c:v>
                </c:pt>
                <c:pt idx="603">
                  <c:v>5861.1148352002156</c:v>
                </c:pt>
                <c:pt idx="604">
                  <c:v>5854.7566214152648</c:v>
                </c:pt>
                <c:pt idx="605">
                  <c:v>5848.7416375810326</c:v>
                </c:pt>
                <c:pt idx="606">
                  <c:v>5844.2170166761434</c:v>
                </c:pt>
                <c:pt idx="607">
                  <c:v>5837.4454248513966</c:v>
                </c:pt>
                <c:pt idx="608">
                  <c:v>5833.4129102784045</c:v>
                </c:pt>
                <c:pt idx="609">
                  <c:v>5833.4453445717863</c:v>
                </c:pt>
                <c:pt idx="610">
                  <c:v>5828.5166457767609</c:v>
                </c:pt>
                <c:pt idx="611">
                  <c:v>5825.0515247514777</c:v>
                </c:pt>
                <c:pt idx="612">
                  <c:v>5821.7350742252056</c:v>
                </c:pt>
                <c:pt idx="613">
                  <c:v>5811.6310231428733</c:v>
                </c:pt>
                <c:pt idx="614">
                  <c:v>5810.9308643537097</c:v>
                </c:pt>
                <c:pt idx="615">
                  <c:v>5806.6686146064349</c:v>
                </c:pt>
                <c:pt idx="616">
                  <c:v>5808.8173529765027</c:v>
                </c:pt>
                <c:pt idx="617">
                  <c:v>5804.0420275025845</c:v>
                </c:pt>
                <c:pt idx="618">
                  <c:v>5797.600658883418</c:v>
                </c:pt>
                <c:pt idx="619">
                  <c:v>5792.5878639226394</c:v>
                </c:pt>
                <c:pt idx="620">
                  <c:v>5790.0431037022818</c:v>
                </c:pt>
                <c:pt idx="621">
                  <c:v>5785.74935881897</c:v>
                </c:pt>
                <c:pt idx="622">
                  <c:v>5780.0627074343902</c:v>
                </c:pt>
                <c:pt idx="623">
                  <c:v>5773.5115592434813</c:v>
                </c:pt>
                <c:pt idx="624">
                  <c:v>5767.4984174263245</c:v>
                </c:pt>
                <c:pt idx="625">
                  <c:v>5762.5714511541491</c:v>
                </c:pt>
                <c:pt idx="626">
                  <c:v>5763.0819978804229</c:v>
                </c:pt>
                <c:pt idx="627">
                  <c:v>5757.3938220429427</c:v>
                </c:pt>
                <c:pt idx="628">
                  <c:v>5753.0708548396506</c:v>
                </c:pt>
                <c:pt idx="629">
                  <c:v>5755.1999680590943</c:v>
                </c:pt>
                <c:pt idx="630">
                  <c:v>5749.3787162797416</c:v>
                </c:pt>
                <c:pt idx="631">
                  <c:v>5745.7051458801925</c:v>
                </c:pt>
                <c:pt idx="632">
                  <c:v>5740.9094099216018</c:v>
                </c:pt>
                <c:pt idx="633">
                  <c:v>5741.1785961312198</c:v>
                </c:pt>
                <c:pt idx="634">
                  <c:v>5735.5369838587285</c:v>
                </c:pt>
                <c:pt idx="635">
                  <c:v>5732.0649769972879</c:v>
                </c:pt>
                <c:pt idx="636">
                  <c:v>5728.5869951084806</c:v>
                </c:pt>
                <c:pt idx="637">
                  <c:v>5724.7357393905477</c:v>
                </c:pt>
                <c:pt idx="638">
                  <c:v>5723.9656342780872</c:v>
                </c:pt>
                <c:pt idx="639">
                  <c:v>5714.0259656872604</c:v>
                </c:pt>
                <c:pt idx="640">
                  <c:v>5711.8795445711949</c:v>
                </c:pt>
                <c:pt idx="641">
                  <c:v>5706.906580968046</c:v>
                </c:pt>
                <c:pt idx="642">
                  <c:v>5704.6468984523663</c:v>
                </c:pt>
                <c:pt idx="643">
                  <c:v>5700.5498790598813</c:v>
                </c:pt>
                <c:pt idx="644">
                  <c:v>5693.5134934155003</c:v>
                </c:pt>
                <c:pt idx="645">
                  <c:v>5695.116225647932</c:v>
                </c:pt>
                <c:pt idx="646">
                  <c:v>5690.251906013822</c:v>
                </c:pt>
                <c:pt idx="647">
                  <c:v>5684.6995574937737</c:v>
                </c:pt>
                <c:pt idx="648">
                  <c:v>5683.730661281691</c:v>
                </c:pt>
                <c:pt idx="649">
                  <c:v>5674.520061276904</c:v>
                </c:pt>
                <c:pt idx="650">
                  <c:v>5674.6212136263812</c:v>
                </c:pt>
                <c:pt idx="651">
                  <c:v>5670.4096422037419</c:v>
                </c:pt>
                <c:pt idx="652">
                  <c:v>5667.1510777753374</c:v>
                </c:pt>
                <c:pt idx="653">
                  <c:v>5662.4947227434805</c:v>
                </c:pt>
                <c:pt idx="654">
                  <c:v>5655.7011637828418</c:v>
                </c:pt>
                <c:pt idx="655">
                  <c:v>5656.9974142284609</c:v>
                </c:pt>
                <c:pt idx="656">
                  <c:v>5651.2743710876093</c:v>
                </c:pt>
                <c:pt idx="657">
                  <c:v>5646.2827829665321</c:v>
                </c:pt>
                <c:pt idx="658">
                  <c:v>5642.2290910581996</c:v>
                </c:pt>
                <c:pt idx="659">
                  <c:v>5640.6401810663356</c:v>
                </c:pt>
                <c:pt idx="660">
                  <c:v>5632.9457081894634</c:v>
                </c:pt>
                <c:pt idx="661">
                  <c:v>5627.7336344142877</c:v>
                </c:pt>
                <c:pt idx="662">
                  <c:v>5623.2894887797847</c:v>
                </c:pt>
                <c:pt idx="663">
                  <c:v>5619.524222651281</c:v>
                </c:pt>
                <c:pt idx="664">
                  <c:v>5619.2857157052749</c:v>
                </c:pt>
                <c:pt idx="665">
                  <c:v>5612.4106073715611</c:v>
                </c:pt>
                <c:pt idx="666">
                  <c:v>5607.4313308512865</c:v>
                </c:pt>
                <c:pt idx="667">
                  <c:v>5604.1541931107877</c:v>
                </c:pt>
                <c:pt idx="668">
                  <c:v>5605.1141368318868</c:v>
                </c:pt>
                <c:pt idx="669">
                  <c:v>5597.4068935804262</c:v>
                </c:pt>
                <c:pt idx="670">
                  <c:v>5593.8072929638665</c:v>
                </c:pt>
                <c:pt idx="671">
                  <c:v>5592.1501844208069</c:v>
                </c:pt>
                <c:pt idx="672">
                  <c:v>5593.4914198980896</c:v>
                </c:pt>
                <c:pt idx="673">
                  <c:v>5584.9081571419174</c:v>
                </c:pt>
                <c:pt idx="674">
                  <c:v>5584.9157740496148</c:v>
                </c:pt>
                <c:pt idx="675">
                  <c:v>5578.7007710588932</c:v>
                </c:pt>
                <c:pt idx="676">
                  <c:v>5577.1851722118263</c:v>
                </c:pt>
                <c:pt idx="677">
                  <c:v>5575.3660597315375</c:v>
                </c:pt>
                <c:pt idx="678">
                  <c:v>5569.6510841930849</c:v>
                </c:pt>
                <c:pt idx="679">
                  <c:v>5563.6153873081294</c:v>
                </c:pt>
                <c:pt idx="680">
                  <c:v>5553.6341552698159</c:v>
                </c:pt>
                <c:pt idx="681">
                  <c:v>5548.7578451914414</c:v>
                </c:pt>
                <c:pt idx="682">
                  <c:v>5547.4705522151653</c:v>
                </c:pt>
                <c:pt idx="683">
                  <c:v>5545.0943841791968</c:v>
                </c:pt>
                <c:pt idx="684">
                  <c:v>5541.5595580967547</c:v>
                </c:pt>
                <c:pt idx="685">
                  <c:v>5538.6062169075394</c:v>
                </c:pt>
                <c:pt idx="686">
                  <c:v>5532.0879360253894</c:v>
                </c:pt>
                <c:pt idx="687">
                  <c:v>5527.8773767602961</c:v>
                </c:pt>
                <c:pt idx="688">
                  <c:v>5530.5990953966257</c:v>
                </c:pt>
                <c:pt idx="689">
                  <c:v>5523.3629224798888</c:v>
                </c:pt>
                <c:pt idx="690">
                  <c:v>5518.8112530024973</c:v>
                </c:pt>
                <c:pt idx="691">
                  <c:v>5515.7531180863334</c:v>
                </c:pt>
                <c:pt idx="692">
                  <c:v>5515.7669246033502</c:v>
                </c:pt>
                <c:pt idx="693">
                  <c:v>5505.6435659037816</c:v>
                </c:pt>
                <c:pt idx="694">
                  <c:v>5500.4750749745253</c:v>
                </c:pt>
                <c:pt idx="695">
                  <c:v>5497.0440941014431</c:v>
                </c:pt>
                <c:pt idx="696">
                  <c:v>5492.9381736498999</c:v>
                </c:pt>
                <c:pt idx="697">
                  <c:v>5488.9399809584138</c:v>
                </c:pt>
                <c:pt idx="698">
                  <c:v>5482.753200498244</c:v>
                </c:pt>
                <c:pt idx="699">
                  <c:v>5481.6118668977033</c:v>
                </c:pt>
                <c:pt idx="700">
                  <c:v>5479.8266008778646</c:v>
                </c:pt>
                <c:pt idx="701">
                  <c:v>5474.5067179505031</c:v>
                </c:pt>
                <c:pt idx="702">
                  <c:v>5469.1210087487616</c:v>
                </c:pt>
                <c:pt idx="703">
                  <c:v>5466.0440267419935</c:v>
                </c:pt>
                <c:pt idx="704">
                  <c:v>5466.0106567120301</c:v>
                </c:pt>
                <c:pt idx="705">
                  <c:v>5462.5784244550232</c:v>
                </c:pt>
                <c:pt idx="706">
                  <c:v>5459.5053308265869</c:v>
                </c:pt>
                <c:pt idx="707">
                  <c:v>5457.7271414292827</c:v>
                </c:pt>
                <c:pt idx="708">
                  <c:v>5453.6596457132828</c:v>
                </c:pt>
                <c:pt idx="709">
                  <c:v>5446.6347583734259</c:v>
                </c:pt>
                <c:pt idx="710">
                  <c:v>5447.2736349710231</c:v>
                </c:pt>
                <c:pt idx="711">
                  <c:v>5446.1893405555666</c:v>
                </c:pt>
                <c:pt idx="712">
                  <c:v>5437.7628989782825</c:v>
                </c:pt>
                <c:pt idx="713">
                  <c:v>5436.7152604318489</c:v>
                </c:pt>
                <c:pt idx="714">
                  <c:v>5428.5426214175959</c:v>
                </c:pt>
                <c:pt idx="715">
                  <c:v>5426.7353316274239</c:v>
                </c:pt>
                <c:pt idx="716">
                  <c:v>5419.9020355673583</c:v>
                </c:pt>
                <c:pt idx="717">
                  <c:v>5420.6154585483055</c:v>
                </c:pt>
                <c:pt idx="718">
                  <c:v>5415.0641296357335</c:v>
                </c:pt>
                <c:pt idx="719">
                  <c:v>5405.7358115342813</c:v>
                </c:pt>
                <c:pt idx="720">
                  <c:v>5401.7543377455731</c:v>
                </c:pt>
                <c:pt idx="721">
                  <c:v>5399.2069709305106</c:v>
                </c:pt>
                <c:pt idx="722">
                  <c:v>5393.8865100797884</c:v>
                </c:pt>
                <c:pt idx="723">
                  <c:v>5388.5934279614121</c:v>
                </c:pt>
                <c:pt idx="724">
                  <c:v>5385.0110497487494</c:v>
                </c:pt>
                <c:pt idx="725">
                  <c:v>5381.404837942071</c:v>
                </c:pt>
                <c:pt idx="726">
                  <c:v>5382.3403773688478</c:v>
                </c:pt>
                <c:pt idx="727">
                  <c:v>5375.0587535901077</c:v>
                </c:pt>
                <c:pt idx="728">
                  <c:v>5371.8214872117387</c:v>
                </c:pt>
                <c:pt idx="729">
                  <c:v>5369.8453047420408</c:v>
                </c:pt>
                <c:pt idx="730">
                  <c:v>5365.6126269907527</c:v>
                </c:pt>
                <c:pt idx="731">
                  <c:v>5363.4611546983751</c:v>
                </c:pt>
                <c:pt idx="732">
                  <c:v>5361.6134772381702</c:v>
                </c:pt>
                <c:pt idx="733">
                  <c:v>5356.7951174434256</c:v>
                </c:pt>
                <c:pt idx="734">
                  <c:v>5348.7682877502102</c:v>
                </c:pt>
                <c:pt idx="735">
                  <c:v>5345.0440307838226</c:v>
                </c:pt>
                <c:pt idx="736">
                  <c:v>5341.7878992569376</c:v>
                </c:pt>
                <c:pt idx="737">
                  <c:v>5340.6212578018931</c:v>
                </c:pt>
                <c:pt idx="738">
                  <c:v>5335.5401625736795</c:v>
                </c:pt>
                <c:pt idx="739">
                  <c:v>5332.8417658529497</c:v>
                </c:pt>
                <c:pt idx="740">
                  <c:v>5327.8329329328917</c:v>
                </c:pt>
                <c:pt idx="741">
                  <c:v>5323.8865955323799</c:v>
                </c:pt>
                <c:pt idx="742">
                  <c:v>5323.8636580570883</c:v>
                </c:pt>
                <c:pt idx="743">
                  <c:v>5325.3307337529186</c:v>
                </c:pt>
                <c:pt idx="744">
                  <c:v>5318.0987938072685</c:v>
                </c:pt>
                <c:pt idx="745">
                  <c:v>5319.4586928280041</c:v>
                </c:pt>
                <c:pt idx="746">
                  <c:v>5311.5561406034631</c:v>
                </c:pt>
                <c:pt idx="747">
                  <c:v>5309.0167727117641</c:v>
                </c:pt>
                <c:pt idx="748">
                  <c:v>5306.3391506108546</c:v>
                </c:pt>
                <c:pt idx="749">
                  <c:v>5296.9500759549546</c:v>
                </c:pt>
                <c:pt idx="750">
                  <c:v>5297.1370717478621</c:v>
                </c:pt>
                <c:pt idx="751">
                  <c:v>5293.1905117350552</c:v>
                </c:pt>
                <c:pt idx="752">
                  <c:v>5289.3949951743398</c:v>
                </c:pt>
                <c:pt idx="753">
                  <c:v>5282.9993258857648</c:v>
                </c:pt>
                <c:pt idx="754">
                  <c:v>5278.337349711961</c:v>
                </c:pt>
                <c:pt idx="755">
                  <c:v>5275.8036018109669</c:v>
                </c:pt>
                <c:pt idx="756">
                  <c:v>5270.8320265952352</c:v>
                </c:pt>
                <c:pt idx="757">
                  <c:v>5269.2428803083531</c:v>
                </c:pt>
                <c:pt idx="758">
                  <c:v>5262.5649834156147</c:v>
                </c:pt>
                <c:pt idx="759">
                  <c:v>5258.4132393034961</c:v>
                </c:pt>
                <c:pt idx="760">
                  <c:v>5252.6005901754716</c:v>
                </c:pt>
                <c:pt idx="761">
                  <c:v>5247.8741540425053</c:v>
                </c:pt>
                <c:pt idx="762">
                  <c:v>5244.1645084962875</c:v>
                </c:pt>
                <c:pt idx="763">
                  <c:v>5239.271237505809</c:v>
                </c:pt>
                <c:pt idx="764">
                  <c:v>5239.0245123732311</c:v>
                </c:pt>
                <c:pt idx="765">
                  <c:v>5233.2218822293999</c:v>
                </c:pt>
                <c:pt idx="766">
                  <c:v>5228.8167301859066</c:v>
                </c:pt>
                <c:pt idx="767">
                  <c:v>5226.7681511593019</c:v>
                </c:pt>
                <c:pt idx="768">
                  <c:v>5223.6104985381153</c:v>
                </c:pt>
                <c:pt idx="769">
                  <c:v>5221.7111569618328</c:v>
                </c:pt>
                <c:pt idx="770">
                  <c:v>5218.9037939786886</c:v>
                </c:pt>
                <c:pt idx="771">
                  <c:v>5215.511497960395</c:v>
                </c:pt>
                <c:pt idx="772">
                  <c:v>5211.2018925721259</c:v>
                </c:pt>
                <c:pt idx="773">
                  <c:v>5209.0257894645365</c:v>
                </c:pt>
                <c:pt idx="774">
                  <c:v>5202.7537562703183</c:v>
                </c:pt>
                <c:pt idx="775">
                  <c:v>5197.3783741338575</c:v>
                </c:pt>
                <c:pt idx="776">
                  <c:v>5199.0842554467963</c:v>
                </c:pt>
                <c:pt idx="777">
                  <c:v>5191.5391184378841</c:v>
                </c:pt>
                <c:pt idx="778">
                  <c:v>5188.2366316115331</c:v>
                </c:pt>
                <c:pt idx="779">
                  <c:v>5179.6717515223236</c:v>
                </c:pt>
                <c:pt idx="780">
                  <c:v>5179.0573545551542</c:v>
                </c:pt>
                <c:pt idx="781">
                  <c:v>5178.8003247047891</c:v>
                </c:pt>
                <c:pt idx="782">
                  <c:v>5172.8001705565039</c:v>
                </c:pt>
                <c:pt idx="783">
                  <c:v>5174.0757761660352</c:v>
                </c:pt>
                <c:pt idx="784">
                  <c:v>5172.7343711042085</c:v>
                </c:pt>
                <c:pt idx="785">
                  <c:v>5164.7660889873805</c:v>
                </c:pt>
                <c:pt idx="786">
                  <c:v>5158.3874009647661</c:v>
                </c:pt>
                <c:pt idx="787">
                  <c:v>5153.4224537134633</c:v>
                </c:pt>
                <c:pt idx="788">
                  <c:v>5150.4723759622793</c:v>
                </c:pt>
                <c:pt idx="789">
                  <c:v>5146.9046979798695</c:v>
                </c:pt>
                <c:pt idx="790">
                  <c:v>5142.3557177899911</c:v>
                </c:pt>
                <c:pt idx="791">
                  <c:v>5140.3364990843074</c:v>
                </c:pt>
                <c:pt idx="792">
                  <c:v>5139.4266732452716</c:v>
                </c:pt>
                <c:pt idx="793">
                  <c:v>5133.5025886167314</c:v>
                </c:pt>
                <c:pt idx="794">
                  <c:v>5127.8101719601182</c:v>
                </c:pt>
                <c:pt idx="795">
                  <c:v>5124.9920733930103</c:v>
                </c:pt>
                <c:pt idx="796">
                  <c:v>5123.2397796700361</c:v>
                </c:pt>
                <c:pt idx="797">
                  <c:v>5124.578008707871</c:v>
                </c:pt>
                <c:pt idx="798">
                  <c:v>5117.2151051706887</c:v>
                </c:pt>
                <c:pt idx="799">
                  <c:v>5113.0512026865154</c:v>
                </c:pt>
                <c:pt idx="800">
                  <c:v>5108.5696605931907</c:v>
                </c:pt>
                <c:pt idx="801">
                  <c:v>5104.3497996309488</c:v>
                </c:pt>
                <c:pt idx="802">
                  <c:v>5102.5621874448461</c:v>
                </c:pt>
                <c:pt idx="803">
                  <c:v>5101.4595467855697</c:v>
                </c:pt>
                <c:pt idx="804">
                  <c:v>5094.6923813640778</c:v>
                </c:pt>
                <c:pt idx="805">
                  <c:v>5090.8620461920582</c:v>
                </c:pt>
                <c:pt idx="806">
                  <c:v>5086.0143976061136</c:v>
                </c:pt>
                <c:pt idx="807">
                  <c:v>5082.479271553837</c:v>
                </c:pt>
                <c:pt idx="808">
                  <c:v>5081.2492089721782</c:v>
                </c:pt>
                <c:pt idx="809">
                  <c:v>5079.0068824454847</c:v>
                </c:pt>
                <c:pt idx="810">
                  <c:v>5076.7491174047072</c:v>
                </c:pt>
                <c:pt idx="811">
                  <c:v>5069.0709736056142</c:v>
                </c:pt>
                <c:pt idx="812">
                  <c:v>5068.6093340342959</c:v>
                </c:pt>
                <c:pt idx="813">
                  <c:v>5064.2031435451645</c:v>
                </c:pt>
                <c:pt idx="814">
                  <c:v>5060.300501060352</c:v>
                </c:pt>
                <c:pt idx="815">
                  <c:v>5053.2558228801663</c:v>
                </c:pt>
                <c:pt idx="816">
                  <c:v>5050.5981222106602</c:v>
                </c:pt>
                <c:pt idx="817">
                  <c:v>5049.0358410970603</c:v>
                </c:pt>
                <c:pt idx="818">
                  <c:v>5041.2102304638775</c:v>
                </c:pt>
                <c:pt idx="819">
                  <c:v>5039.7165764146466</c:v>
                </c:pt>
                <c:pt idx="820">
                  <c:v>5038.3511828248238</c:v>
                </c:pt>
                <c:pt idx="821">
                  <c:v>5030.5397463415356</c:v>
                </c:pt>
                <c:pt idx="822">
                  <c:v>5025.9937818020098</c:v>
                </c:pt>
                <c:pt idx="823">
                  <c:v>5024.28232142872</c:v>
                </c:pt>
                <c:pt idx="824">
                  <c:v>5022.6260034213756</c:v>
                </c:pt>
                <c:pt idx="825">
                  <c:v>5017.816517226036</c:v>
                </c:pt>
                <c:pt idx="826">
                  <c:v>5016.8781946981453</c:v>
                </c:pt>
                <c:pt idx="827">
                  <c:v>5014.4264678097406</c:v>
                </c:pt>
                <c:pt idx="828">
                  <c:v>5011.6504948746933</c:v>
                </c:pt>
                <c:pt idx="829">
                  <c:v>5006.4671421939993</c:v>
                </c:pt>
                <c:pt idx="830">
                  <c:v>5001.4523072291631</c:v>
                </c:pt>
                <c:pt idx="831">
                  <c:v>5000.8487354383014</c:v>
                </c:pt>
                <c:pt idx="832">
                  <c:v>4996.2169220088199</c:v>
                </c:pt>
                <c:pt idx="833">
                  <c:v>4990.7770623136694</c:v>
                </c:pt>
                <c:pt idx="834">
                  <c:v>4988.6800718585055</c:v>
                </c:pt>
                <c:pt idx="835">
                  <c:v>4985.0518976294097</c:v>
                </c:pt>
                <c:pt idx="836">
                  <c:v>4979.3320463969321</c:v>
                </c:pt>
                <c:pt idx="837">
                  <c:v>4975.9415649211969</c:v>
                </c:pt>
                <c:pt idx="838">
                  <c:v>4973.6198753613116</c:v>
                </c:pt>
                <c:pt idx="839">
                  <c:v>4968.0246454042881</c:v>
                </c:pt>
                <c:pt idx="840">
                  <c:v>4964.9317720045437</c:v>
                </c:pt>
                <c:pt idx="841">
                  <c:v>4957.856941042367</c:v>
                </c:pt>
                <c:pt idx="842">
                  <c:v>4959.276655194637</c:v>
                </c:pt>
                <c:pt idx="843">
                  <c:v>4955.0517643764097</c:v>
                </c:pt>
                <c:pt idx="844">
                  <c:v>4949.4915793538703</c:v>
                </c:pt>
                <c:pt idx="845">
                  <c:v>4950.3895079462691</c:v>
                </c:pt>
                <c:pt idx="846">
                  <c:v>4942.7634019693869</c:v>
                </c:pt>
                <c:pt idx="847">
                  <c:v>4938.4877432367903</c:v>
                </c:pt>
                <c:pt idx="848">
                  <c:v>4934.3290667913861</c:v>
                </c:pt>
                <c:pt idx="849">
                  <c:v>4933.6733300495544</c:v>
                </c:pt>
                <c:pt idx="850">
                  <c:v>4928.4798083156711</c:v>
                </c:pt>
                <c:pt idx="851">
                  <c:v>4924.0647598810747</c:v>
                </c:pt>
                <c:pt idx="852">
                  <c:v>4921.4570486819266</c:v>
                </c:pt>
                <c:pt idx="853">
                  <c:v>4916.029719567814</c:v>
                </c:pt>
                <c:pt idx="854">
                  <c:v>4910.3865388286995</c:v>
                </c:pt>
                <c:pt idx="855">
                  <c:v>4907.0274840676975</c:v>
                </c:pt>
                <c:pt idx="856">
                  <c:v>4906.2738697974364</c:v>
                </c:pt>
                <c:pt idx="857">
                  <c:v>4902.1470081461666</c:v>
                </c:pt>
                <c:pt idx="858">
                  <c:v>4901.0022791935808</c:v>
                </c:pt>
                <c:pt idx="859">
                  <c:v>4896.3845625772228</c:v>
                </c:pt>
                <c:pt idx="860">
                  <c:v>4888.9595593366848</c:v>
                </c:pt>
                <c:pt idx="861">
                  <c:v>4885.1421944888034</c:v>
                </c:pt>
                <c:pt idx="862">
                  <c:v>4882.1653311926693</c:v>
                </c:pt>
                <c:pt idx="863">
                  <c:v>4881.6660049554894</c:v>
                </c:pt>
                <c:pt idx="864">
                  <c:v>4876.5339140332744</c:v>
                </c:pt>
                <c:pt idx="865">
                  <c:v>4871.1432983586446</c:v>
                </c:pt>
                <c:pt idx="866">
                  <c:v>4866.694707859222</c:v>
                </c:pt>
                <c:pt idx="867">
                  <c:v>4863.9062660092823</c:v>
                </c:pt>
                <c:pt idx="868">
                  <c:v>4863.9023318618983</c:v>
                </c:pt>
                <c:pt idx="869">
                  <c:v>4855.5614790075215</c:v>
                </c:pt>
                <c:pt idx="870">
                  <c:v>4856.7852374275481</c:v>
                </c:pt>
                <c:pt idx="871">
                  <c:v>4852.7093016993167</c:v>
                </c:pt>
                <c:pt idx="872">
                  <c:v>4854.6987455333801</c:v>
                </c:pt>
                <c:pt idx="873">
                  <c:v>4851.0125788050173</c:v>
                </c:pt>
                <c:pt idx="874">
                  <c:v>4844.407645264846</c:v>
                </c:pt>
                <c:pt idx="875">
                  <c:v>4841.3222334339143</c:v>
                </c:pt>
                <c:pt idx="876">
                  <c:v>4834.3994698091174</c:v>
                </c:pt>
                <c:pt idx="877">
                  <c:v>4834.5938308420755</c:v>
                </c:pt>
                <c:pt idx="878">
                  <c:v>4832.2422819625099</c:v>
                </c:pt>
                <c:pt idx="879">
                  <c:v>4826.7596669294744</c:v>
                </c:pt>
                <c:pt idx="880">
                  <c:v>4817.8027253483051</c:v>
                </c:pt>
                <c:pt idx="881">
                  <c:v>4815.9488166567126</c:v>
                </c:pt>
                <c:pt idx="882">
                  <c:v>4809.821217634204</c:v>
                </c:pt>
                <c:pt idx="883">
                  <c:v>4807.6007126665681</c:v>
                </c:pt>
                <c:pt idx="884">
                  <c:v>4808.589867108989</c:v>
                </c:pt>
                <c:pt idx="885">
                  <c:v>4803.8614415604297</c:v>
                </c:pt>
                <c:pt idx="886">
                  <c:v>4802.1112488506515</c:v>
                </c:pt>
                <c:pt idx="887">
                  <c:v>4797.7472521021364</c:v>
                </c:pt>
                <c:pt idx="888">
                  <c:v>4793.3829015143801</c:v>
                </c:pt>
                <c:pt idx="889">
                  <c:v>4788.820596975731</c:v>
                </c:pt>
                <c:pt idx="890">
                  <c:v>4786.5329175116458</c:v>
                </c:pt>
                <c:pt idx="891">
                  <c:v>4783.6688600667803</c:v>
                </c:pt>
                <c:pt idx="892">
                  <c:v>4780.3016390953308</c:v>
                </c:pt>
                <c:pt idx="893">
                  <c:v>4780.5245365635419</c:v>
                </c:pt>
                <c:pt idx="894">
                  <c:v>4776.2212952067366</c:v>
                </c:pt>
                <c:pt idx="895">
                  <c:v>4772.8304033149943</c:v>
                </c:pt>
                <c:pt idx="896">
                  <c:v>4767.8590019226704</c:v>
                </c:pt>
                <c:pt idx="897">
                  <c:v>4762.6001637117361</c:v>
                </c:pt>
                <c:pt idx="898">
                  <c:v>4757.733885390262</c:v>
                </c:pt>
                <c:pt idx="899">
                  <c:v>4756.8699982816506</c:v>
                </c:pt>
                <c:pt idx="900">
                  <c:v>4750.1994964912055</c:v>
                </c:pt>
                <c:pt idx="901">
                  <c:v>4746.7608518409907</c:v>
                </c:pt>
                <c:pt idx="902">
                  <c:v>4742.0956670759297</c:v>
                </c:pt>
                <c:pt idx="903">
                  <c:v>4737.7380357269221</c:v>
                </c:pt>
                <c:pt idx="904">
                  <c:v>4735.7423792374611</c:v>
                </c:pt>
                <c:pt idx="905">
                  <c:v>4729.4948909480318</c:v>
                </c:pt>
                <c:pt idx="906">
                  <c:v>4726.051202128072</c:v>
                </c:pt>
                <c:pt idx="907">
                  <c:v>4726.1440590494585</c:v>
                </c:pt>
                <c:pt idx="908">
                  <c:v>4722.2901533229706</c:v>
                </c:pt>
                <c:pt idx="909">
                  <c:v>4719.5958663415204</c:v>
                </c:pt>
                <c:pt idx="910">
                  <c:v>4716.7052237623275</c:v>
                </c:pt>
                <c:pt idx="911">
                  <c:v>4711.7957894213232</c:v>
                </c:pt>
                <c:pt idx="912">
                  <c:v>4707.8585522230196</c:v>
                </c:pt>
                <c:pt idx="913">
                  <c:v>4705.7472048770323</c:v>
                </c:pt>
                <c:pt idx="914">
                  <c:v>4699.961846238677</c:v>
                </c:pt>
                <c:pt idx="915">
                  <c:v>4694.1197693564518</c:v>
                </c:pt>
                <c:pt idx="916">
                  <c:v>4694.9245205655952</c:v>
                </c:pt>
                <c:pt idx="917">
                  <c:v>4691.2410898716043</c:v>
                </c:pt>
                <c:pt idx="918">
                  <c:v>4685.2710687834915</c:v>
                </c:pt>
                <c:pt idx="919">
                  <c:v>4682.3155155707227</c:v>
                </c:pt>
                <c:pt idx="920">
                  <c:v>4681.9429587229388</c:v>
                </c:pt>
                <c:pt idx="921">
                  <c:v>4678.1014040456703</c:v>
                </c:pt>
                <c:pt idx="922">
                  <c:v>4674.1302520299087</c:v>
                </c:pt>
                <c:pt idx="923">
                  <c:v>4672.3113331389141</c:v>
                </c:pt>
                <c:pt idx="924">
                  <c:v>4671.7837636924633</c:v>
                </c:pt>
                <c:pt idx="925">
                  <c:v>4668.1280728566217</c:v>
                </c:pt>
                <c:pt idx="926">
                  <c:v>4663.4733184888155</c:v>
                </c:pt>
                <c:pt idx="927">
                  <c:v>4660.3406386096322</c:v>
                </c:pt>
                <c:pt idx="928">
                  <c:v>4655.9875658788696</c:v>
                </c:pt>
                <c:pt idx="929">
                  <c:v>4652.4569797899394</c:v>
                </c:pt>
                <c:pt idx="930">
                  <c:v>4646.1291987653494</c:v>
                </c:pt>
                <c:pt idx="931">
                  <c:v>4640.7350056178348</c:v>
                </c:pt>
                <c:pt idx="932">
                  <c:v>4636.0523457560012</c:v>
                </c:pt>
                <c:pt idx="933">
                  <c:v>4635.2656649130404</c:v>
                </c:pt>
                <c:pt idx="934">
                  <c:v>4632.6242531334346</c:v>
                </c:pt>
                <c:pt idx="935">
                  <c:v>4626.4957395838846</c:v>
                </c:pt>
                <c:pt idx="936">
                  <c:v>4626.9139792845763</c:v>
                </c:pt>
                <c:pt idx="937">
                  <c:v>4622.2886808663015</c:v>
                </c:pt>
                <c:pt idx="938">
                  <c:v>4617.2260479746365</c:v>
                </c:pt>
                <c:pt idx="939">
                  <c:v>4615.8202681501798</c:v>
                </c:pt>
                <c:pt idx="940">
                  <c:v>4614.988962851392</c:v>
                </c:pt>
                <c:pt idx="941">
                  <c:v>4611.3794411823374</c:v>
                </c:pt>
                <c:pt idx="942">
                  <c:v>4603.0790988707877</c:v>
                </c:pt>
                <c:pt idx="943">
                  <c:v>4602.080684628816</c:v>
                </c:pt>
                <c:pt idx="944">
                  <c:v>4599.0961780742873</c:v>
                </c:pt>
                <c:pt idx="945">
                  <c:v>4595.0260150558734</c:v>
                </c:pt>
                <c:pt idx="946">
                  <c:v>4592.9977121533939</c:v>
                </c:pt>
                <c:pt idx="947">
                  <c:v>4590.1387477479984</c:v>
                </c:pt>
                <c:pt idx="948">
                  <c:v>4583.4687268495718</c:v>
                </c:pt>
                <c:pt idx="949">
                  <c:v>4584.2529857556365</c:v>
                </c:pt>
                <c:pt idx="950">
                  <c:v>4579.3923306029792</c:v>
                </c:pt>
                <c:pt idx="951">
                  <c:v>4574.2263186972914</c:v>
                </c:pt>
                <c:pt idx="952">
                  <c:v>4571.2196233591194</c:v>
                </c:pt>
                <c:pt idx="953">
                  <c:v>4568.7131568743171</c:v>
                </c:pt>
                <c:pt idx="954">
                  <c:v>4564.4547795553854</c:v>
                </c:pt>
                <c:pt idx="955">
                  <c:v>4560.4242490293936</c:v>
                </c:pt>
                <c:pt idx="956">
                  <c:v>4559.5614537430665</c:v>
                </c:pt>
                <c:pt idx="957">
                  <c:v>4555.2502383903447</c:v>
                </c:pt>
                <c:pt idx="958">
                  <c:v>4550.9978178922902</c:v>
                </c:pt>
                <c:pt idx="959">
                  <c:v>4549.4139492685354</c:v>
                </c:pt>
                <c:pt idx="960">
                  <c:v>4541.3312949749552</c:v>
                </c:pt>
                <c:pt idx="961">
                  <c:v>4536.7735662032974</c:v>
                </c:pt>
                <c:pt idx="962">
                  <c:v>4533.1120697381048</c:v>
                </c:pt>
                <c:pt idx="963">
                  <c:v>4529.6986840545314</c:v>
                </c:pt>
                <c:pt idx="964">
                  <c:v>4529.0728696281994</c:v>
                </c:pt>
                <c:pt idx="965">
                  <c:v>4521.6706977532567</c:v>
                </c:pt>
                <c:pt idx="966">
                  <c:v>4518.3661827933292</c:v>
                </c:pt>
                <c:pt idx="967">
                  <c:v>4519.159938168501</c:v>
                </c:pt>
                <c:pt idx="968">
                  <c:v>4514.4729366864085</c:v>
                </c:pt>
                <c:pt idx="969">
                  <c:v>4514.026543517859</c:v>
                </c:pt>
                <c:pt idx="970">
                  <c:v>4508.2886704590564</c:v>
                </c:pt>
                <c:pt idx="971">
                  <c:v>4510.9849127154303</c:v>
                </c:pt>
                <c:pt idx="972">
                  <c:v>4506.7997541671621</c:v>
                </c:pt>
                <c:pt idx="973">
                  <c:v>4502.6304373435214</c:v>
                </c:pt>
                <c:pt idx="974">
                  <c:v>4501.128517140889</c:v>
                </c:pt>
                <c:pt idx="975">
                  <c:v>4492.2165066613316</c:v>
                </c:pt>
                <c:pt idx="976">
                  <c:v>4491.182022456469</c:v>
                </c:pt>
                <c:pt idx="977">
                  <c:v>4484.28588668869</c:v>
                </c:pt>
                <c:pt idx="978">
                  <c:v>4482.6297512342589</c:v>
                </c:pt>
                <c:pt idx="979">
                  <c:v>4478.2352323444911</c:v>
                </c:pt>
                <c:pt idx="980">
                  <c:v>4474.1142263463453</c:v>
                </c:pt>
                <c:pt idx="981">
                  <c:v>4473.9692646144786</c:v>
                </c:pt>
                <c:pt idx="982">
                  <c:v>4467.383680166492</c:v>
                </c:pt>
                <c:pt idx="983">
                  <c:v>4462.4040344940286</c:v>
                </c:pt>
                <c:pt idx="984">
                  <c:v>4460.1789193873074</c:v>
                </c:pt>
                <c:pt idx="985">
                  <c:v>4463.1597306283084</c:v>
                </c:pt>
                <c:pt idx="986">
                  <c:v>4457.0823662558523</c:v>
                </c:pt>
                <c:pt idx="987">
                  <c:v>4452.9231265285098</c:v>
                </c:pt>
                <c:pt idx="988">
                  <c:v>4450.3710361785752</c:v>
                </c:pt>
                <c:pt idx="989">
                  <c:v>4449.5707757730861</c:v>
                </c:pt>
                <c:pt idx="990">
                  <c:v>4441.8365322247173</c:v>
                </c:pt>
                <c:pt idx="991">
                  <c:v>4436.6176224963765</c:v>
                </c:pt>
                <c:pt idx="992">
                  <c:v>4434.1943058322222</c:v>
                </c:pt>
                <c:pt idx="993">
                  <c:v>4431.6004876903526</c:v>
                </c:pt>
                <c:pt idx="994">
                  <c:v>4429.1679462932652</c:v>
                </c:pt>
                <c:pt idx="995">
                  <c:v>4425.1907530912404</c:v>
                </c:pt>
                <c:pt idx="996">
                  <c:v>4424.4872957327789</c:v>
                </c:pt>
                <c:pt idx="997">
                  <c:v>4419.5742672692886</c:v>
                </c:pt>
                <c:pt idx="998">
                  <c:v>4414.2053091276593</c:v>
                </c:pt>
                <c:pt idx="999">
                  <c:v>4410.5281121269791</c:v>
                </c:pt>
                <c:pt idx="1000">
                  <c:v>4407.772392273504</c:v>
                </c:pt>
                <c:pt idx="1001">
                  <c:v>4407.0476430163926</c:v>
                </c:pt>
                <c:pt idx="1002">
                  <c:v>4400.3688169935376</c:v>
                </c:pt>
                <c:pt idx="1003">
                  <c:v>4398.6245907606872</c:v>
                </c:pt>
                <c:pt idx="1004">
                  <c:v>4397.7532622593681</c:v>
                </c:pt>
                <c:pt idx="1005">
                  <c:v>4393.8896856857891</c:v>
                </c:pt>
                <c:pt idx="1006">
                  <c:v>4390.3430798920417</c:v>
                </c:pt>
                <c:pt idx="1007">
                  <c:v>4386.6956402194046</c:v>
                </c:pt>
                <c:pt idx="1008">
                  <c:v>4383.8621233263748</c:v>
                </c:pt>
                <c:pt idx="1009">
                  <c:v>4380.1722322823989</c:v>
                </c:pt>
                <c:pt idx="1010">
                  <c:v>4377.7294879987676</c:v>
                </c:pt>
                <c:pt idx="1011">
                  <c:v>4375.2585690248634</c:v>
                </c:pt>
                <c:pt idx="1012">
                  <c:v>4372.5908188462736</c:v>
                </c:pt>
                <c:pt idx="1013">
                  <c:v>4369.960510760875</c:v>
                </c:pt>
                <c:pt idx="1014">
                  <c:v>4369.4062693117648</c:v>
                </c:pt>
                <c:pt idx="1015">
                  <c:v>4360.7619852904108</c:v>
                </c:pt>
                <c:pt idx="1016">
                  <c:v>4359.9553586769389</c:v>
                </c:pt>
                <c:pt idx="1017">
                  <c:v>4358.1758092181954</c:v>
                </c:pt>
                <c:pt idx="1018">
                  <c:v>4352.3722155655405</c:v>
                </c:pt>
                <c:pt idx="1019">
                  <c:v>4347.4741829486975</c:v>
                </c:pt>
                <c:pt idx="1020">
                  <c:v>4345.9520502872429</c:v>
                </c:pt>
                <c:pt idx="1021">
                  <c:v>4342.7919040595916</c:v>
                </c:pt>
                <c:pt idx="1022">
                  <c:v>4339.4441950205037</c:v>
                </c:pt>
                <c:pt idx="1023">
                  <c:v>4336.4289604914429</c:v>
                </c:pt>
                <c:pt idx="1024">
                  <c:v>4332.4419174001023</c:v>
                </c:pt>
                <c:pt idx="1025">
                  <c:v>4333.4107198730735</c:v>
                </c:pt>
                <c:pt idx="1026">
                  <c:v>4328.2211799490005</c:v>
                </c:pt>
                <c:pt idx="1027">
                  <c:v>4324.6461501761496</c:v>
                </c:pt>
                <c:pt idx="1028">
                  <c:v>4321.5691874397326</c:v>
                </c:pt>
                <c:pt idx="1029">
                  <c:v>4317.5259391533364</c:v>
                </c:pt>
                <c:pt idx="1030">
                  <c:v>4310.6037497563611</c:v>
                </c:pt>
                <c:pt idx="1031">
                  <c:v>4307.4635200863804</c:v>
                </c:pt>
                <c:pt idx="1032">
                  <c:v>4305.2805296828919</c:v>
                </c:pt>
                <c:pt idx="1033">
                  <c:v>4304.7566851176907</c:v>
                </c:pt>
                <c:pt idx="1034">
                  <c:v>4298.9180611382553</c:v>
                </c:pt>
                <c:pt idx="1035">
                  <c:v>4297.7238456450068</c:v>
                </c:pt>
                <c:pt idx="1036">
                  <c:v>4295.4902759638435</c:v>
                </c:pt>
                <c:pt idx="1037">
                  <c:v>4287.752050848103</c:v>
                </c:pt>
                <c:pt idx="1038">
                  <c:v>4288.1289445972452</c:v>
                </c:pt>
                <c:pt idx="1039">
                  <c:v>4284.1260768126831</c:v>
                </c:pt>
                <c:pt idx="1040">
                  <c:v>4282.6031534141766</c:v>
                </c:pt>
                <c:pt idx="1041">
                  <c:v>4275.0833376141254</c:v>
                </c:pt>
                <c:pt idx="1042">
                  <c:v>4269.994737605477</c:v>
                </c:pt>
                <c:pt idx="1043">
                  <c:v>4270.6925812215941</c:v>
                </c:pt>
                <c:pt idx="1044">
                  <c:v>4263.5197998875028</c:v>
                </c:pt>
                <c:pt idx="1045">
                  <c:v>4258.6811173255355</c:v>
                </c:pt>
                <c:pt idx="1046">
                  <c:v>4257.2169695434677</c:v>
                </c:pt>
                <c:pt idx="1047">
                  <c:v>4254.0674092818936</c:v>
                </c:pt>
                <c:pt idx="1048">
                  <c:v>4251.9281283711898</c:v>
                </c:pt>
                <c:pt idx="1049">
                  <c:v>4251.0702841575685</c:v>
                </c:pt>
                <c:pt idx="1050">
                  <c:v>4250.8131603187876</c:v>
                </c:pt>
                <c:pt idx="1051">
                  <c:v>4246.9516830682505</c:v>
                </c:pt>
                <c:pt idx="1052">
                  <c:v>4242.1028583198404</c:v>
                </c:pt>
                <c:pt idx="1053">
                  <c:v>4242.9522272181457</c:v>
                </c:pt>
                <c:pt idx="1054">
                  <c:v>4241.1484021944143</c:v>
                </c:pt>
                <c:pt idx="1055">
                  <c:v>4237.9600328741972</c:v>
                </c:pt>
                <c:pt idx="1056">
                  <c:v>4234.2160400960438</c:v>
                </c:pt>
                <c:pt idx="1057">
                  <c:v>4234.0197852662168</c:v>
                </c:pt>
                <c:pt idx="1058">
                  <c:v>4230.2714523636441</c:v>
                </c:pt>
                <c:pt idx="1059">
                  <c:v>4227.6172764712319</c:v>
                </c:pt>
                <c:pt idx="1060">
                  <c:v>4224.1059468069407</c:v>
                </c:pt>
                <c:pt idx="1061">
                  <c:v>4220.5856827445432</c:v>
                </c:pt>
                <c:pt idx="1062">
                  <c:v>4219.0799466813232</c:v>
                </c:pt>
                <c:pt idx="1063">
                  <c:v>4216.6812373972425</c:v>
                </c:pt>
                <c:pt idx="1064">
                  <c:v>4212.4820096995718</c:v>
                </c:pt>
                <c:pt idx="1065">
                  <c:v>4210.6745837547242</c:v>
                </c:pt>
                <c:pt idx="1066">
                  <c:v>4208.7937547188385</c:v>
                </c:pt>
                <c:pt idx="1067">
                  <c:v>4201.6749521235579</c:v>
                </c:pt>
                <c:pt idx="1068">
                  <c:v>4196.1232287156745</c:v>
                </c:pt>
                <c:pt idx="1069">
                  <c:v>4194.5862135004472</c:v>
                </c:pt>
                <c:pt idx="1070">
                  <c:v>4193.1462014071485</c:v>
                </c:pt>
                <c:pt idx="1071">
                  <c:v>4188.1930986482485</c:v>
                </c:pt>
                <c:pt idx="1072">
                  <c:v>4182.0549894119495</c:v>
                </c:pt>
                <c:pt idx="1073">
                  <c:v>4181.9892829580094</c:v>
                </c:pt>
                <c:pt idx="1074">
                  <c:v>4176.9540218080765</c:v>
                </c:pt>
                <c:pt idx="1075">
                  <c:v>4171.7589493757387</c:v>
                </c:pt>
                <c:pt idx="1076">
                  <c:v>4173.0008780344288</c:v>
                </c:pt>
                <c:pt idx="1077">
                  <c:v>4170.4557296537541</c:v>
                </c:pt>
                <c:pt idx="1078">
                  <c:v>4169.144171713122</c:v>
                </c:pt>
                <c:pt idx="1079">
                  <c:v>4164.5966755027275</c:v>
                </c:pt>
                <c:pt idx="1080">
                  <c:v>4162.8646388741136</c:v>
                </c:pt>
                <c:pt idx="1081">
                  <c:v>4156.8136715616702</c:v>
                </c:pt>
                <c:pt idx="1082">
                  <c:v>4153.3522163213993</c:v>
                </c:pt>
                <c:pt idx="1083">
                  <c:v>4149.3392021246445</c:v>
                </c:pt>
                <c:pt idx="1084">
                  <c:v>4145.6026533958484</c:v>
                </c:pt>
                <c:pt idx="1085">
                  <c:v>4141.809146716857</c:v>
                </c:pt>
                <c:pt idx="1086">
                  <c:v>4142.0883239026207</c:v>
                </c:pt>
                <c:pt idx="1087">
                  <c:v>4136.9301073613788</c:v>
                </c:pt>
                <c:pt idx="1088">
                  <c:v>4133.3896420333567</c:v>
                </c:pt>
                <c:pt idx="1089">
                  <c:v>4130.3908343810326</c:v>
                </c:pt>
                <c:pt idx="1090">
                  <c:v>4127.659533461383</c:v>
                </c:pt>
                <c:pt idx="1091">
                  <c:v>4126.2368666916263</c:v>
                </c:pt>
                <c:pt idx="1092">
                  <c:v>4121.8089283030249</c:v>
                </c:pt>
                <c:pt idx="1093">
                  <c:v>4117.383696365865</c:v>
                </c:pt>
                <c:pt idx="1094">
                  <c:v>4114.6896566554606</c:v>
                </c:pt>
                <c:pt idx="1095">
                  <c:v>4112.355049230111</c:v>
                </c:pt>
                <c:pt idx="1096">
                  <c:v>4108.0750040490757</c:v>
                </c:pt>
                <c:pt idx="1097">
                  <c:v>4105.253996731215</c:v>
                </c:pt>
                <c:pt idx="1098">
                  <c:v>4102.6830546984311</c:v>
                </c:pt>
                <c:pt idx="1099">
                  <c:v>4100.7600462720429</c:v>
                </c:pt>
                <c:pt idx="1100">
                  <c:v>4095.8425741082519</c:v>
                </c:pt>
                <c:pt idx="1101">
                  <c:v>4095.0370324851428</c:v>
                </c:pt>
                <c:pt idx="1102">
                  <c:v>4095.6468642317309</c:v>
                </c:pt>
                <c:pt idx="1103">
                  <c:v>4092.7278796065066</c:v>
                </c:pt>
                <c:pt idx="1104">
                  <c:v>4088.3910783350957</c:v>
                </c:pt>
                <c:pt idx="1105">
                  <c:v>4087.5546884148034</c:v>
                </c:pt>
                <c:pt idx="1106">
                  <c:v>4080.0994761329903</c:v>
                </c:pt>
                <c:pt idx="1107">
                  <c:v>4078.5577520866627</c:v>
                </c:pt>
                <c:pt idx="1108">
                  <c:v>4074.3026584401318</c:v>
                </c:pt>
                <c:pt idx="1109">
                  <c:v>4073.6856802703123</c:v>
                </c:pt>
                <c:pt idx="1110">
                  <c:v>4067.4429949073487</c:v>
                </c:pt>
                <c:pt idx="1111">
                  <c:v>4063.8588063721136</c:v>
                </c:pt>
                <c:pt idx="1112">
                  <c:v>4056.8245998758593</c:v>
                </c:pt>
                <c:pt idx="1113">
                  <c:v>4055.1559946296284</c:v>
                </c:pt>
                <c:pt idx="1114">
                  <c:v>4049.5015389730488</c:v>
                </c:pt>
                <c:pt idx="1115">
                  <c:v>4048.3960164002806</c:v>
                </c:pt>
                <c:pt idx="1116">
                  <c:v>4043.1691396715978</c:v>
                </c:pt>
                <c:pt idx="1117">
                  <c:v>4042.4421339723153</c:v>
                </c:pt>
                <c:pt idx="1118">
                  <c:v>4039.4894845910148</c:v>
                </c:pt>
                <c:pt idx="1119">
                  <c:v>4033.7278733228336</c:v>
                </c:pt>
                <c:pt idx="1120">
                  <c:v>4031.8508798044613</c:v>
                </c:pt>
                <c:pt idx="1121">
                  <c:v>4030.2206379332611</c:v>
                </c:pt>
                <c:pt idx="1122">
                  <c:v>4029.2300753963682</c:v>
                </c:pt>
                <c:pt idx="1123">
                  <c:v>4025.1501974777657</c:v>
                </c:pt>
                <c:pt idx="1124">
                  <c:v>4023.2469665509852</c:v>
                </c:pt>
                <c:pt idx="1125">
                  <c:v>4018.6399241723575</c:v>
                </c:pt>
                <c:pt idx="1126">
                  <c:v>4014.3052462429973</c:v>
                </c:pt>
                <c:pt idx="1127">
                  <c:v>4010.9368144843156</c:v>
                </c:pt>
                <c:pt idx="1128">
                  <c:v>4009.0089919771872</c:v>
                </c:pt>
                <c:pt idx="1129">
                  <c:v>4005.5047719505446</c:v>
                </c:pt>
                <c:pt idx="1130">
                  <c:v>4000.9900887959579</c:v>
                </c:pt>
                <c:pt idx="1131">
                  <c:v>3998.1631349557902</c:v>
                </c:pt>
                <c:pt idx="1132">
                  <c:v>3988.7972380849119</c:v>
                </c:pt>
                <c:pt idx="1133">
                  <c:v>3985.126893352035</c:v>
                </c:pt>
                <c:pt idx="1134">
                  <c:v>3979.895649701718</c:v>
                </c:pt>
                <c:pt idx="1135">
                  <c:v>3980.4111971522525</c:v>
                </c:pt>
                <c:pt idx="1136">
                  <c:v>3975.0505396282024</c:v>
                </c:pt>
                <c:pt idx="1137">
                  <c:v>3973.4462381503627</c:v>
                </c:pt>
                <c:pt idx="1138">
                  <c:v>3969.9339361414673</c:v>
                </c:pt>
                <c:pt idx="1139">
                  <c:v>3965.4353398040803</c:v>
                </c:pt>
                <c:pt idx="1140">
                  <c:v>3958.5834726338717</c:v>
                </c:pt>
                <c:pt idx="1141">
                  <c:v>3956.8884039723848</c:v>
                </c:pt>
                <c:pt idx="1142">
                  <c:v>3956.1404183082959</c:v>
                </c:pt>
                <c:pt idx="1143">
                  <c:v>3950.8175948458547</c:v>
                </c:pt>
                <c:pt idx="1144">
                  <c:v>3953.8845484645844</c:v>
                </c:pt>
                <c:pt idx="1145">
                  <c:v>3949.6978246415101</c:v>
                </c:pt>
                <c:pt idx="1146">
                  <c:v>3944.2689807816596</c:v>
                </c:pt>
                <c:pt idx="1147">
                  <c:v>3942.5462503464505</c:v>
                </c:pt>
                <c:pt idx="1148">
                  <c:v>3940.6585515211709</c:v>
                </c:pt>
                <c:pt idx="1149">
                  <c:v>3936.5459525361275</c:v>
                </c:pt>
                <c:pt idx="1150">
                  <c:v>3931.4995577142035</c:v>
                </c:pt>
                <c:pt idx="1151">
                  <c:v>3928.2954200452605</c:v>
                </c:pt>
                <c:pt idx="1152">
                  <c:v>3926.3789085605667</c:v>
                </c:pt>
                <c:pt idx="1153">
                  <c:v>3921.4909539994023</c:v>
                </c:pt>
                <c:pt idx="1154">
                  <c:v>3918.4742407803124</c:v>
                </c:pt>
                <c:pt idx="1155">
                  <c:v>3916.9238739569664</c:v>
                </c:pt>
                <c:pt idx="1156">
                  <c:v>3911.4302778695182</c:v>
                </c:pt>
                <c:pt idx="1157">
                  <c:v>3908.9473549232898</c:v>
                </c:pt>
                <c:pt idx="1158">
                  <c:v>3905.6053574933994</c:v>
                </c:pt>
                <c:pt idx="1159">
                  <c:v>3904.8792108269199</c:v>
                </c:pt>
                <c:pt idx="1160">
                  <c:v>3899.9268908251879</c:v>
                </c:pt>
                <c:pt idx="1161">
                  <c:v>3896.4237146971586</c:v>
                </c:pt>
                <c:pt idx="1162">
                  <c:v>3895.3196867997467</c:v>
                </c:pt>
                <c:pt idx="1163">
                  <c:v>3887.5066604286189</c:v>
                </c:pt>
                <c:pt idx="1164">
                  <c:v>3883.4153699609369</c:v>
                </c:pt>
                <c:pt idx="1165">
                  <c:v>3880.7965756833096</c:v>
                </c:pt>
                <c:pt idx="1166">
                  <c:v>3879.24077890635</c:v>
                </c:pt>
                <c:pt idx="1167">
                  <c:v>3872.8018580025382</c:v>
                </c:pt>
                <c:pt idx="1168">
                  <c:v>3867.6372094826511</c:v>
                </c:pt>
                <c:pt idx="1169">
                  <c:v>3869.5031724234727</c:v>
                </c:pt>
                <c:pt idx="1170">
                  <c:v>3866.4740086324055</c:v>
                </c:pt>
                <c:pt idx="1171">
                  <c:v>3862.4902266390245</c:v>
                </c:pt>
                <c:pt idx="1172">
                  <c:v>3854.7620337718431</c:v>
                </c:pt>
                <c:pt idx="1173">
                  <c:v>3849.5197892734523</c:v>
                </c:pt>
                <c:pt idx="1174">
                  <c:v>3851.0489852457067</c:v>
                </c:pt>
                <c:pt idx="1175">
                  <c:v>3846.490858276331</c:v>
                </c:pt>
                <c:pt idx="1176">
                  <c:v>3841.3435143646257</c:v>
                </c:pt>
                <c:pt idx="1177">
                  <c:v>3840.9089422104034</c:v>
                </c:pt>
                <c:pt idx="1178">
                  <c:v>3837.6677917379757</c:v>
                </c:pt>
                <c:pt idx="1179">
                  <c:v>3835.5084896097387</c:v>
                </c:pt>
                <c:pt idx="1180">
                  <c:v>3830.698406012616</c:v>
                </c:pt>
                <c:pt idx="1181">
                  <c:v>3830.0808259267451</c:v>
                </c:pt>
                <c:pt idx="1182">
                  <c:v>3829.7567925380135</c:v>
                </c:pt>
                <c:pt idx="1183">
                  <c:v>3825.7957074454889</c:v>
                </c:pt>
                <c:pt idx="1184">
                  <c:v>3821.9011727256102</c:v>
                </c:pt>
                <c:pt idx="1185">
                  <c:v>3820.1896924327566</c:v>
                </c:pt>
                <c:pt idx="1186">
                  <c:v>3815.2323506297062</c:v>
                </c:pt>
                <c:pt idx="1187">
                  <c:v>3812.0275168462958</c:v>
                </c:pt>
                <c:pt idx="1188">
                  <c:v>3809.2468144436771</c:v>
                </c:pt>
                <c:pt idx="1189">
                  <c:v>3804.6475589424854</c:v>
                </c:pt>
                <c:pt idx="1190">
                  <c:v>3800.4013248618239</c:v>
                </c:pt>
                <c:pt idx="1191">
                  <c:v>3797.4657368627645</c:v>
                </c:pt>
                <c:pt idx="1192">
                  <c:v>3793.1124193918668</c:v>
                </c:pt>
                <c:pt idx="1193">
                  <c:v>3791.6736240744485</c:v>
                </c:pt>
                <c:pt idx="1194">
                  <c:v>3790.8696795963533</c:v>
                </c:pt>
                <c:pt idx="1195">
                  <c:v>3789.1936406575251</c:v>
                </c:pt>
                <c:pt idx="1196">
                  <c:v>3786.6237432240841</c:v>
                </c:pt>
                <c:pt idx="1197">
                  <c:v>3785.284262735488</c:v>
                </c:pt>
                <c:pt idx="1198">
                  <c:v>3782.1104415979416</c:v>
                </c:pt>
                <c:pt idx="1199">
                  <c:v>3775.9710329934423</c:v>
                </c:pt>
                <c:pt idx="1200">
                  <c:v>3776.8853991084879</c:v>
                </c:pt>
                <c:pt idx="1201">
                  <c:v>3774.9435210116508</c:v>
                </c:pt>
                <c:pt idx="1202">
                  <c:v>3769.7602683174659</c:v>
                </c:pt>
                <c:pt idx="1203">
                  <c:v>3768.53033822005</c:v>
                </c:pt>
                <c:pt idx="1204">
                  <c:v>3760.4608243090534</c:v>
                </c:pt>
                <c:pt idx="1205">
                  <c:v>3754.4943760075039</c:v>
                </c:pt>
                <c:pt idx="1206">
                  <c:v>3749.4083487626312</c:v>
                </c:pt>
                <c:pt idx="1207">
                  <c:v>3745.0678681889622</c:v>
                </c:pt>
                <c:pt idx="1208">
                  <c:v>3743.9212183113186</c:v>
                </c:pt>
                <c:pt idx="1209">
                  <c:v>3742.7178130072343</c:v>
                </c:pt>
                <c:pt idx="1210">
                  <c:v>3738.6239688015121</c:v>
                </c:pt>
                <c:pt idx="1211">
                  <c:v>3736.4432339347259</c:v>
                </c:pt>
                <c:pt idx="1212">
                  <c:v>3730.6754211253751</c:v>
                </c:pt>
                <c:pt idx="1213">
                  <c:v>3727.3905401645734</c:v>
                </c:pt>
                <c:pt idx="1214">
                  <c:v>3726.1313700215587</c:v>
                </c:pt>
                <c:pt idx="1215">
                  <c:v>3726.4094570457464</c:v>
                </c:pt>
                <c:pt idx="1216">
                  <c:v>3723.4628409631846</c:v>
                </c:pt>
                <c:pt idx="1217">
                  <c:v>3723.0301602763188</c:v>
                </c:pt>
                <c:pt idx="1218">
                  <c:v>3717.7693046176655</c:v>
                </c:pt>
                <c:pt idx="1219">
                  <c:v>3715.3063092775983</c:v>
                </c:pt>
                <c:pt idx="1220">
                  <c:v>3711.8497827716496</c:v>
                </c:pt>
                <c:pt idx="1221">
                  <c:v>3707.5393312802644</c:v>
                </c:pt>
                <c:pt idx="1222">
                  <c:v>3704.6232847640968</c:v>
                </c:pt>
                <c:pt idx="1223">
                  <c:v>3704.9396214167919</c:v>
                </c:pt>
                <c:pt idx="1224">
                  <c:v>3703.4279899368657</c:v>
                </c:pt>
                <c:pt idx="1225">
                  <c:v>3696.3514278128769</c:v>
                </c:pt>
                <c:pt idx="1226">
                  <c:v>3696.1063319718096</c:v>
                </c:pt>
                <c:pt idx="1227">
                  <c:v>3693.247714800053</c:v>
                </c:pt>
                <c:pt idx="1228">
                  <c:v>3692.2610536080219</c:v>
                </c:pt>
                <c:pt idx="1229">
                  <c:v>3683.7342265507582</c:v>
                </c:pt>
                <c:pt idx="1230">
                  <c:v>3679.156626050999</c:v>
                </c:pt>
                <c:pt idx="1231">
                  <c:v>3681.0653611963771</c:v>
                </c:pt>
                <c:pt idx="1232">
                  <c:v>3674.85157945632</c:v>
                </c:pt>
                <c:pt idx="1233">
                  <c:v>3669.2655058637893</c:v>
                </c:pt>
                <c:pt idx="1234">
                  <c:v>3666.9011016756576</c:v>
                </c:pt>
                <c:pt idx="1235">
                  <c:v>3665.3039551011721</c:v>
                </c:pt>
                <c:pt idx="1236">
                  <c:v>3658.6528985924747</c:v>
                </c:pt>
                <c:pt idx="1237">
                  <c:v>3661.1330493837559</c:v>
                </c:pt>
                <c:pt idx="1238">
                  <c:v>3655.5858565208641</c:v>
                </c:pt>
                <c:pt idx="1239">
                  <c:v>3653.5129634193727</c:v>
                </c:pt>
                <c:pt idx="1240">
                  <c:v>3651.6703252683992</c:v>
                </c:pt>
                <c:pt idx="1241">
                  <c:v>3648.6131868556786</c:v>
                </c:pt>
                <c:pt idx="1242">
                  <c:v>3643.2474850890303</c:v>
                </c:pt>
                <c:pt idx="1243">
                  <c:v>3640.8100903596364</c:v>
                </c:pt>
                <c:pt idx="1244">
                  <c:v>3641.3787960876939</c:v>
                </c:pt>
                <c:pt idx="1245">
                  <c:v>3637.0412312764156</c:v>
                </c:pt>
                <c:pt idx="1246">
                  <c:v>3635.7798511732549</c:v>
                </c:pt>
                <c:pt idx="1247">
                  <c:v>3632.7327710452619</c:v>
                </c:pt>
                <c:pt idx="1248">
                  <c:v>3631.0996265980921</c:v>
                </c:pt>
                <c:pt idx="1249">
                  <c:v>3627.7427401006717</c:v>
                </c:pt>
                <c:pt idx="1250">
                  <c:v>3623.3321267741248</c:v>
                </c:pt>
                <c:pt idx="1251">
                  <c:v>3620.2724491007234</c:v>
                </c:pt>
                <c:pt idx="1252">
                  <c:v>3617.9712800884063</c:v>
                </c:pt>
                <c:pt idx="1253">
                  <c:v>3615.0026805902153</c:v>
                </c:pt>
                <c:pt idx="1254">
                  <c:v>3611.3845578830155</c:v>
                </c:pt>
                <c:pt idx="1255">
                  <c:v>3609.7175589617054</c:v>
                </c:pt>
                <c:pt idx="1256">
                  <c:v>3605.6438642155963</c:v>
                </c:pt>
                <c:pt idx="1257">
                  <c:v>3603.457527197836</c:v>
                </c:pt>
                <c:pt idx="1258">
                  <c:v>3597.9036249502724</c:v>
                </c:pt>
                <c:pt idx="1259">
                  <c:v>3595.5234840336616</c:v>
                </c:pt>
                <c:pt idx="1260">
                  <c:v>3596.8221874032788</c:v>
                </c:pt>
                <c:pt idx="1261">
                  <c:v>3597.3675063293658</c:v>
                </c:pt>
                <c:pt idx="1262">
                  <c:v>3590.0786848170032</c:v>
                </c:pt>
                <c:pt idx="1263">
                  <c:v>3583.7831344270508</c:v>
                </c:pt>
                <c:pt idx="1264">
                  <c:v>3580.0050740533779</c:v>
                </c:pt>
                <c:pt idx="1265">
                  <c:v>3583.8538549130494</c:v>
                </c:pt>
                <c:pt idx="1266">
                  <c:v>3575.0535941632952</c:v>
                </c:pt>
                <c:pt idx="1267">
                  <c:v>3574.2391828895625</c:v>
                </c:pt>
                <c:pt idx="1268">
                  <c:v>3572.1204288078889</c:v>
                </c:pt>
                <c:pt idx="1269">
                  <c:v>3569.5488745665243</c:v>
                </c:pt>
                <c:pt idx="1270">
                  <c:v>3565.5376461775013</c:v>
                </c:pt>
                <c:pt idx="1271">
                  <c:v>3561.4640886415191</c:v>
                </c:pt>
                <c:pt idx="1272">
                  <c:v>3563.6216076705236</c:v>
                </c:pt>
                <c:pt idx="1273">
                  <c:v>3561.1592171643238</c:v>
                </c:pt>
                <c:pt idx="1274">
                  <c:v>3559.6527874263838</c:v>
                </c:pt>
                <c:pt idx="1275">
                  <c:v>3556.9126743116694</c:v>
                </c:pt>
                <c:pt idx="1276">
                  <c:v>3554.5766716085627</c:v>
                </c:pt>
                <c:pt idx="1277">
                  <c:v>3550.7385963593269</c:v>
                </c:pt>
                <c:pt idx="1278">
                  <c:v>3549.0123505872493</c:v>
                </c:pt>
                <c:pt idx="1279">
                  <c:v>3544.1048177001121</c:v>
                </c:pt>
                <c:pt idx="1280">
                  <c:v>3540.5972524262766</c:v>
                </c:pt>
                <c:pt idx="1281">
                  <c:v>3537.5566136331763</c:v>
                </c:pt>
                <c:pt idx="1282">
                  <c:v>3532.111562198374</c:v>
                </c:pt>
                <c:pt idx="1283">
                  <c:v>3531.0980350668397</c:v>
                </c:pt>
                <c:pt idx="1284">
                  <c:v>3526.0244733646196</c:v>
                </c:pt>
                <c:pt idx="1285">
                  <c:v>3523.2900227614477</c:v>
                </c:pt>
                <c:pt idx="1286">
                  <c:v>3519.4158351207598</c:v>
                </c:pt>
                <c:pt idx="1287">
                  <c:v>3519.3370634143566</c:v>
                </c:pt>
                <c:pt idx="1288">
                  <c:v>3514.0679995691962</c:v>
                </c:pt>
                <c:pt idx="1289">
                  <c:v>3512.0623474552804</c:v>
                </c:pt>
                <c:pt idx="1290">
                  <c:v>3513.6280283403025</c:v>
                </c:pt>
                <c:pt idx="1291">
                  <c:v>3510.2705741294671</c:v>
                </c:pt>
                <c:pt idx="1292">
                  <c:v>3506.9941194240478</c:v>
                </c:pt>
                <c:pt idx="1293">
                  <c:v>3503.5617390860079</c:v>
                </c:pt>
                <c:pt idx="1294">
                  <c:v>3499.7186626723815</c:v>
                </c:pt>
                <c:pt idx="1295">
                  <c:v>3496.1380383918131</c:v>
                </c:pt>
                <c:pt idx="1296">
                  <c:v>3496.9675885338224</c:v>
                </c:pt>
                <c:pt idx="1297">
                  <c:v>3491.1802243101502</c:v>
                </c:pt>
                <c:pt idx="1298">
                  <c:v>3487.8241726838205</c:v>
                </c:pt>
                <c:pt idx="1299">
                  <c:v>3486.0558126544611</c:v>
                </c:pt>
                <c:pt idx="1300">
                  <c:v>3483.0180936744846</c:v>
                </c:pt>
                <c:pt idx="1301">
                  <c:v>3478.9610210380197</c:v>
                </c:pt>
                <c:pt idx="1302">
                  <c:v>3477.1613489294032</c:v>
                </c:pt>
                <c:pt idx="1303">
                  <c:v>3476.1866286517725</c:v>
                </c:pt>
                <c:pt idx="1304">
                  <c:v>3474.3572366275739</c:v>
                </c:pt>
                <c:pt idx="1305">
                  <c:v>3471.836998177615</c:v>
                </c:pt>
                <c:pt idx="1306">
                  <c:v>3469.8216756987422</c:v>
                </c:pt>
                <c:pt idx="1307">
                  <c:v>3469.3397249557534</c:v>
                </c:pt>
                <c:pt idx="1308">
                  <c:v>3465.5463825779566</c:v>
                </c:pt>
                <c:pt idx="1309">
                  <c:v>3462.8840505122935</c:v>
                </c:pt>
                <c:pt idx="1310">
                  <c:v>3459.6144768789591</c:v>
                </c:pt>
                <c:pt idx="1311">
                  <c:v>3456.0651390137518</c:v>
                </c:pt>
                <c:pt idx="1312">
                  <c:v>3451.4550530295783</c:v>
                </c:pt>
                <c:pt idx="1313">
                  <c:v>3447.7243083257463</c:v>
                </c:pt>
                <c:pt idx="1314">
                  <c:v>3445.349526067334</c:v>
                </c:pt>
                <c:pt idx="1315">
                  <c:v>3443.8659569430365</c:v>
                </c:pt>
                <c:pt idx="1316">
                  <c:v>3439.1778484045985</c:v>
                </c:pt>
                <c:pt idx="1317">
                  <c:v>3436.4204290039634</c:v>
                </c:pt>
                <c:pt idx="1318">
                  <c:v>3433.289970099856</c:v>
                </c:pt>
                <c:pt idx="1319">
                  <c:v>3433.6598328633245</c:v>
                </c:pt>
                <c:pt idx="1320">
                  <c:v>3430.3920916431871</c:v>
                </c:pt>
                <c:pt idx="1321">
                  <c:v>3427.7679315147552</c:v>
                </c:pt>
                <c:pt idx="1322">
                  <c:v>3425.3969932053151</c:v>
                </c:pt>
                <c:pt idx="1323">
                  <c:v>3422.9796727042667</c:v>
                </c:pt>
                <c:pt idx="1324">
                  <c:v>3420.2253963119501</c:v>
                </c:pt>
                <c:pt idx="1325">
                  <c:v>3419.8014751187752</c:v>
                </c:pt>
                <c:pt idx="1326">
                  <c:v>3419.2393353296516</c:v>
                </c:pt>
                <c:pt idx="1327">
                  <c:v>3416.1024664436163</c:v>
                </c:pt>
                <c:pt idx="1328">
                  <c:v>3413.5420691972067</c:v>
                </c:pt>
                <c:pt idx="1329">
                  <c:v>3408.9700158479041</c:v>
                </c:pt>
                <c:pt idx="1330">
                  <c:v>3407.4782940190753</c:v>
                </c:pt>
                <c:pt idx="1331">
                  <c:v>3405.4153637203685</c:v>
                </c:pt>
                <c:pt idx="1332">
                  <c:v>3402.3083567590547</c:v>
                </c:pt>
                <c:pt idx="1333">
                  <c:v>3399.8244195632278</c:v>
                </c:pt>
                <c:pt idx="1334">
                  <c:v>3396.1446399041179</c:v>
                </c:pt>
                <c:pt idx="1335">
                  <c:v>3394.0146827482831</c:v>
                </c:pt>
                <c:pt idx="1336">
                  <c:v>3389.2085328763696</c:v>
                </c:pt>
                <c:pt idx="1337">
                  <c:v>3386.7828056660514</c:v>
                </c:pt>
                <c:pt idx="1338">
                  <c:v>3383.9855075789374</c:v>
                </c:pt>
                <c:pt idx="1339">
                  <c:v>3380.5741719363546</c:v>
                </c:pt>
                <c:pt idx="1340">
                  <c:v>3379.0379219548686</c:v>
                </c:pt>
                <c:pt idx="1341">
                  <c:v>3375.9787158276072</c:v>
                </c:pt>
                <c:pt idx="1342">
                  <c:v>3372.9151860124975</c:v>
                </c:pt>
                <c:pt idx="1343">
                  <c:v>3370.8382048501589</c:v>
                </c:pt>
                <c:pt idx="1344">
                  <c:v>3368.9901942566621</c:v>
                </c:pt>
                <c:pt idx="1345">
                  <c:v>3366.3355588727177</c:v>
                </c:pt>
                <c:pt idx="1346">
                  <c:v>3364.0692786320005</c:v>
                </c:pt>
                <c:pt idx="1347">
                  <c:v>3360.845908122069</c:v>
                </c:pt>
                <c:pt idx="1348">
                  <c:v>3359.1743014354238</c:v>
                </c:pt>
                <c:pt idx="1349">
                  <c:v>3356.7456116485891</c:v>
                </c:pt>
                <c:pt idx="1350">
                  <c:v>3353.2324917648248</c:v>
                </c:pt>
                <c:pt idx="1351">
                  <c:v>3349.3976059559191</c:v>
                </c:pt>
                <c:pt idx="1352">
                  <c:v>3346.1282791401827</c:v>
                </c:pt>
                <c:pt idx="1353">
                  <c:v>3343.4337667285281</c:v>
                </c:pt>
                <c:pt idx="1354">
                  <c:v>3343.6263869203653</c:v>
                </c:pt>
                <c:pt idx="1355">
                  <c:v>3339.7928751398231</c:v>
                </c:pt>
                <c:pt idx="1356">
                  <c:v>3335.296482149939</c:v>
                </c:pt>
                <c:pt idx="1357">
                  <c:v>3334.8142778995079</c:v>
                </c:pt>
                <c:pt idx="1358">
                  <c:v>3328.0917060116744</c:v>
                </c:pt>
                <c:pt idx="1359">
                  <c:v>3329.179348135176</c:v>
                </c:pt>
                <c:pt idx="1360">
                  <c:v>3323.6845693536316</c:v>
                </c:pt>
                <c:pt idx="1361">
                  <c:v>3323.1712492751258</c:v>
                </c:pt>
                <c:pt idx="1362">
                  <c:v>3319.320973463362</c:v>
                </c:pt>
                <c:pt idx="1363">
                  <c:v>3318.204402343923</c:v>
                </c:pt>
                <c:pt idx="1364">
                  <c:v>3314.2124369347457</c:v>
                </c:pt>
                <c:pt idx="1365">
                  <c:v>3312.0209455532772</c:v>
                </c:pt>
                <c:pt idx="1366">
                  <c:v>3311.0258219717289</c:v>
                </c:pt>
                <c:pt idx="1367">
                  <c:v>3310.700823476076</c:v>
                </c:pt>
                <c:pt idx="1368">
                  <c:v>3308.8758601144127</c:v>
                </c:pt>
                <c:pt idx="1369">
                  <c:v>3306.3003543560153</c:v>
                </c:pt>
                <c:pt idx="1370">
                  <c:v>3303.7920776658607</c:v>
                </c:pt>
                <c:pt idx="1371">
                  <c:v>3300.0225539878684</c:v>
                </c:pt>
                <c:pt idx="1372">
                  <c:v>3296.3628293522652</c:v>
                </c:pt>
                <c:pt idx="1373">
                  <c:v>3293.5487919629359</c:v>
                </c:pt>
                <c:pt idx="1374">
                  <c:v>3291.2261234824941</c:v>
                </c:pt>
                <c:pt idx="1375">
                  <c:v>3289.1866682338296</c:v>
                </c:pt>
                <c:pt idx="1376">
                  <c:v>3285.8206442516293</c:v>
                </c:pt>
                <c:pt idx="1377">
                  <c:v>3282.3953118321119</c:v>
                </c:pt>
                <c:pt idx="1378">
                  <c:v>3281.865531649185</c:v>
                </c:pt>
                <c:pt idx="1379">
                  <c:v>3276.7101561078662</c:v>
                </c:pt>
                <c:pt idx="1380">
                  <c:v>3273.1534134347603</c:v>
                </c:pt>
                <c:pt idx="1381">
                  <c:v>3270.2270475806417</c:v>
                </c:pt>
                <c:pt idx="1382">
                  <c:v>3271.8309923644779</c:v>
                </c:pt>
                <c:pt idx="1383">
                  <c:v>3266.4212454799626</c:v>
                </c:pt>
                <c:pt idx="1384">
                  <c:v>3262.6995501075016</c:v>
                </c:pt>
                <c:pt idx="1385">
                  <c:v>3260.8044782469551</c:v>
                </c:pt>
                <c:pt idx="1386">
                  <c:v>3257.2276869935436</c:v>
                </c:pt>
                <c:pt idx="1387">
                  <c:v>3253.4232895339655</c:v>
                </c:pt>
                <c:pt idx="1388">
                  <c:v>3249.9156879554544</c:v>
                </c:pt>
                <c:pt idx="1389">
                  <c:v>3245.8453345324588</c:v>
                </c:pt>
                <c:pt idx="1390">
                  <c:v>3244.6441187071869</c:v>
                </c:pt>
                <c:pt idx="1391">
                  <c:v>3239.1420950641168</c:v>
                </c:pt>
                <c:pt idx="1392">
                  <c:v>3236.1109328147354</c:v>
                </c:pt>
                <c:pt idx="1393">
                  <c:v>3236.9132579881839</c:v>
                </c:pt>
                <c:pt idx="1394">
                  <c:v>3234.5682756573174</c:v>
                </c:pt>
                <c:pt idx="1395">
                  <c:v>3233.532011928372</c:v>
                </c:pt>
                <c:pt idx="1396">
                  <c:v>3230.9968335592066</c:v>
                </c:pt>
                <c:pt idx="1397">
                  <c:v>3224.6646974907853</c:v>
                </c:pt>
                <c:pt idx="1398">
                  <c:v>3224.5263135659075</c:v>
                </c:pt>
                <c:pt idx="1399">
                  <c:v>3223.8886070042336</c:v>
                </c:pt>
                <c:pt idx="1400">
                  <c:v>3225.4671899613695</c:v>
                </c:pt>
                <c:pt idx="1401">
                  <c:v>3219.496158772301</c:v>
                </c:pt>
                <c:pt idx="1402">
                  <c:v>3217.0111994435997</c:v>
                </c:pt>
                <c:pt idx="1403">
                  <c:v>3216.9878521738165</c:v>
                </c:pt>
                <c:pt idx="1404">
                  <c:v>3212.872875395301</c:v>
                </c:pt>
                <c:pt idx="1405">
                  <c:v>3208.1597935644663</c:v>
                </c:pt>
                <c:pt idx="1406">
                  <c:v>3204.177904100703</c:v>
                </c:pt>
                <c:pt idx="1407">
                  <c:v>3203.5961322954995</c:v>
                </c:pt>
                <c:pt idx="1408">
                  <c:v>3202.6248469956772</c:v>
                </c:pt>
                <c:pt idx="1409">
                  <c:v>3198.7958748600813</c:v>
                </c:pt>
                <c:pt idx="1410">
                  <c:v>3196.0192574299072</c:v>
                </c:pt>
                <c:pt idx="1411">
                  <c:v>3192.624895618856</c:v>
                </c:pt>
                <c:pt idx="1412">
                  <c:v>3187.4226953506964</c:v>
                </c:pt>
                <c:pt idx="1413">
                  <c:v>3188.8404576528001</c:v>
                </c:pt>
                <c:pt idx="1414">
                  <c:v>3185.683289419534</c:v>
                </c:pt>
                <c:pt idx="1415">
                  <c:v>3183.442602035565</c:v>
                </c:pt>
                <c:pt idx="1416">
                  <c:v>3183.8103592758689</c:v>
                </c:pt>
                <c:pt idx="1417">
                  <c:v>3178.525635657671</c:v>
                </c:pt>
                <c:pt idx="1418">
                  <c:v>3177.3935316223656</c:v>
                </c:pt>
                <c:pt idx="1419">
                  <c:v>3173.1964255459748</c:v>
                </c:pt>
                <c:pt idx="1420">
                  <c:v>3168.8688202362864</c:v>
                </c:pt>
                <c:pt idx="1421">
                  <c:v>3169.7684764829028</c:v>
                </c:pt>
                <c:pt idx="1422">
                  <c:v>3165.6231062791999</c:v>
                </c:pt>
                <c:pt idx="1423">
                  <c:v>3163.6875619788416</c:v>
                </c:pt>
                <c:pt idx="1424">
                  <c:v>3161.2578015202344</c:v>
                </c:pt>
                <c:pt idx="1425">
                  <c:v>3155.2630608669474</c:v>
                </c:pt>
                <c:pt idx="1426">
                  <c:v>3155.1501706906047</c:v>
                </c:pt>
                <c:pt idx="1427">
                  <c:v>3151.9326045916309</c:v>
                </c:pt>
                <c:pt idx="1428">
                  <c:v>3150.1522604416823</c:v>
                </c:pt>
                <c:pt idx="1429">
                  <c:v>3149.1642713439824</c:v>
                </c:pt>
                <c:pt idx="1430">
                  <c:v>3145.0850476320302</c:v>
                </c:pt>
                <c:pt idx="1431">
                  <c:v>3144.6010542862314</c:v>
                </c:pt>
                <c:pt idx="1432">
                  <c:v>3142.4190668454621</c:v>
                </c:pt>
                <c:pt idx="1433">
                  <c:v>3141.8598945973172</c:v>
                </c:pt>
                <c:pt idx="1434">
                  <c:v>3137.937373314533</c:v>
                </c:pt>
                <c:pt idx="1435">
                  <c:v>3134.5315887782158</c:v>
                </c:pt>
                <c:pt idx="1436">
                  <c:v>3131.1474536378983</c:v>
                </c:pt>
                <c:pt idx="1437">
                  <c:v>3127.806897400329</c:v>
                </c:pt>
                <c:pt idx="1438">
                  <c:v>3124.7556743933601</c:v>
                </c:pt>
                <c:pt idx="1439">
                  <c:v>3122.3384410294748</c:v>
                </c:pt>
                <c:pt idx="1440">
                  <c:v>3120.6858817269767</c:v>
                </c:pt>
                <c:pt idx="1441">
                  <c:v>3118.7885003752212</c:v>
                </c:pt>
                <c:pt idx="1442">
                  <c:v>3114.6632682107038</c:v>
                </c:pt>
                <c:pt idx="1443">
                  <c:v>3110.8110803751501</c:v>
                </c:pt>
                <c:pt idx="1444">
                  <c:v>3106.9913403987966</c:v>
                </c:pt>
                <c:pt idx="1445">
                  <c:v>3104.9406658666139</c:v>
                </c:pt>
                <c:pt idx="1446">
                  <c:v>3104.830741065467</c:v>
                </c:pt>
                <c:pt idx="1447">
                  <c:v>3101.7787528216031</c:v>
                </c:pt>
                <c:pt idx="1448">
                  <c:v>3102.2019181992409</c:v>
                </c:pt>
                <c:pt idx="1449">
                  <c:v>3098.5547369055789</c:v>
                </c:pt>
                <c:pt idx="1450">
                  <c:v>3096.1480597343343</c:v>
                </c:pt>
                <c:pt idx="1451">
                  <c:v>3093.981642617101</c:v>
                </c:pt>
                <c:pt idx="1452">
                  <c:v>3090.6508054323731</c:v>
                </c:pt>
                <c:pt idx="1453">
                  <c:v>3091.128480108242</c:v>
                </c:pt>
                <c:pt idx="1454">
                  <c:v>3085.1014942530128</c:v>
                </c:pt>
                <c:pt idx="1455">
                  <c:v>3081.7209248199006</c:v>
                </c:pt>
                <c:pt idx="1456">
                  <c:v>3082.5258468300349</c:v>
                </c:pt>
                <c:pt idx="1457">
                  <c:v>3077.6462328165912</c:v>
                </c:pt>
                <c:pt idx="1458">
                  <c:v>3075.2255831491525</c:v>
                </c:pt>
                <c:pt idx="1459">
                  <c:v>3075.8084303986689</c:v>
                </c:pt>
                <c:pt idx="1460">
                  <c:v>3073.554261535367</c:v>
                </c:pt>
                <c:pt idx="1461">
                  <c:v>3068.3169694164267</c:v>
                </c:pt>
                <c:pt idx="1462">
                  <c:v>3066.3717493263584</c:v>
                </c:pt>
                <c:pt idx="1463">
                  <c:v>3066.6427740741874</c:v>
                </c:pt>
                <c:pt idx="1464">
                  <c:v>3063.8270259250035</c:v>
                </c:pt>
                <c:pt idx="1465">
                  <c:v>3061.481447034389</c:v>
                </c:pt>
                <c:pt idx="1466">
                  <c:v>3059.7245998650051</c:v>
                </c:pt>
                <c:pt idx="1467">
                  <c:v>3057.6230240487857</c:v>
                </c:pt>
                <c:pt idx="1468">
                  <c:v>3053.7980432560512</c:v>
                </c:pt>
                <c:pt idx="1469">
                  <c:v>3050.0657495243809</c:v>
                </c:pt>
                <c:pt idx="1470">
                  <c:v>3047.4699520529266</c:v>
                </c:pt>
                <c:pt idx="1471">
                  <c:v>3045.02825082662</c:v>
                </c:pt>
                <c:pt idx="1472">
                  <c:v>3041.6159875860103</c:v>
                </c:pt>
                <c:pt idx="1473">
                  <c:v>3038.8563037193317</c:v>
                </c:pt>
                <c:pt idx="1474">
                  <c:v>3037.3531790394659</c:v>
                </c:pt>
                <c:pt idx="1475">
                  <c:v>3036.4815637411666</c:v>
                </c:pt>
                <c:pt idx="1476">
                  <c:v>3032.4391911464277</c:v>
                </c:pt>
                <c:pt idx="1477">
                  <c:v>3030.9456501821605</c:v>
                </c:pt>
                <c:pt idx="1478">
                  <c:v>3027.9702597872879</c:v>
                </c:pt>
                <c:pt idx="1479">
                  <c:v>3026.0748105522034</c:v>
                </c:pt>
                <c:pt idx="1480">
                  <c:v>3024.3362407729846</c:v>
                </c:pt>
                <c:pt idx="1481">
                  <c:v>3022.0974022214596</c:v>
                </c:pt>
                <c:pt idx="1482">
                  <c:v>3021.3645288026746</c:v>
                </c:pt>
                <c:pt idx="1483">
                  <c:v>3019.5513878616612</c:v>
                </c:pt>
                <c:pt idx="1484">
                  <c:v>3016.3012242596506</c:v>
                </c:pt>
                <c:pt idx="1485">
                  <c:v>3012.8137755181128</c:v>
                </c:pt>
                <c:pt idx="1486">
                  <c:v>3012.6068692829858</c:v>
                </c:pt>
                <c:pt idx="1487">
                  <c:v>3009.0314290478145</c:v>
                </c:pt>
                <c:pt idx="1488">
                  <c:v>3004.6764726676829</c:v>
                </c:pt>
                <c:pt idx="1489">
                  <c:v>3002.4973026249299</c:v>
                </c:pt>
                <c:pt idx="1490">
                  <c:v>2999.5139779819465</c:v>
                </c:pt>
                <c:pt idx="1491">
                  <c:v>2996.8246192059232</c:v>
                </c:pt>
                <c:pt idx="1492">
                  <c:v>2996.6562975060019</c:v>
                </c:pt>
                <c:pt idx="1493">
                  <c:v>2992.6267194874445</c:v>
                </c:pt>
                <c:pt idx="1494">
                  <c:v>2991.5030252199376</c:v>
                </c:pt>
                <c:pt idx="1495">
                  <c:v>2988.3868584080546</c:v>
                </c:pt>
                <c:pt idx="1496">
                  <c:v>2985.5931382085696</c:v>
                </c:pt>
                <c:pt idx="1497">
                  <c:v>2983.6485200552665</c:v>
                </c:pt>
                <c:pt idx="1498">
                  <c:v>2983.5511707194346</c:v>
                </c:pt>
                <c:pt idx="1499">
                  <c:v>2977.9922399463258</c:v>
                </c:pt>
                <c:pt idx="1500">
                  <c:v>2975.7155946565872</c:v>
                </c:pt>
                <c:pt idx="1501">
                  <c:v>2973.5802209159133</c:v>
                </c:pt>
                <c:pt idx="1502">
                  <c:v>2975.7125075361714</c:v>
                </c:pt>
                <c:pt idx="1503">
                  <c:v>2967.9426931998337</c:v>
                </c:pt>
                <c:pt idx="1504">
                  <c:v>2967.3622845930404</c:v>
                </c:pt>
                <c:pt idx="1505">
                  <c:v>2963.618042400898</c:v>
                </c:pt>
                <c:pt idx="1506">
                  <c:v>2961.1768874628633</c:v>
                </c:pt>
                <c:pt idx="1507">
                  <c:v>2956.9597321142005</c:v>
                </c:pt>
                <c:pt idx="1508">
                  <c:v>2954.5678613159635</c:v>
                </c:pt>
                <c:pt idx="1509">
                  <c:v>2955.0369977359187</c:v>
                </c:pt>
                <c:pt idx="1510">
                  <c:v>2951.4256343512216</c:v>
                </c:pt>
                <c:pt idx="1511">
                  <c:v>2948.8340723697092</c:v>
                </c:pt>
                <c:pt idx="1512">
                  <c:v>2946.4770772772808</c:v>
                </c:pt>
                <c:pt idx="1513">
                  <c:v>2946.6848661730369</c:v>
                </c:pt>
                <c:pt idx="1514">
                  <c:v>2942.7680514445528</c:v>
                </c:pt>
                <c:pt idx="1515">
                  <c:v>2940.8113104377508</c:v>
                </c:pt>
                <c:pt idx="1516">
                  <c:v>2938.8395383604939</c:v>
                </c:pt>
                <c:pt idx="1517">
                  <c:v>2938.1737714327301</c:v>
                </c:pt>
                <c:pt idx="1518">
                  <c:v>2934.7697139110942</c:v>
                </c:pt>
                <c:pt idx="1519">
                  <c:v>2933.8103473835381</c:v>
                </c:pt>
                <c:pt idx="1520">
                  <c:v>2931.0917749893624</c:v>
                </c:pt>
                <c:pt idx="1521">
                  <c:v>2926.9231982029128</c:v>
                </c:pt>
                <c:pt idx="1522">
                  <c:v>2923.6225272051574</c:v>
                </c:pt>
                <c:pt idx="1523">
                  <c:v>2921.4660645793001</c:v>
                </c:pt>
                <c:pt idx="1524">
                  <c:v>2917.6014679883297</c:v>
                </c:pt>
                <c:pt idx="1525">
                  <c:v>2918.6603248348038</c:v>
                </c:pt>
                <c:pt idx="1526">
                  <c:v>2914.2394359172308</c:v>
                </c:pt>
                <c:pt idx="1527">
                  <c:v>2911.8588828138891</c:v>
                </c:pt>
                <c:pt idx="1528">
                  <c:v>2909.803582994969</c:v>
                </c:pt>
                <c:pt idx="1529">
                  <c:v>2905.4924943619881</c:v>
                </c:pt>
                <c:pt idx="1530">
                  <c:v>2903.3974989827998</c:v>
                </c:pt>
                <c:pt idx="1531">
                  <c:v>2900.5903476743706</c:v>
                </c:pt>
                <c:pt idx="1532">
                  <c:v>2899.0492962956696</c:v>
                </c:pt>
                <c:pt idx="1533">
                  <c:v>2897.8599156943092</c:v>
                </c:pt>
                <c:pt idx="1534">
                  <c:v>2894.1016175212385</c:v>
                </c:pt>
                <c:pt idx="1535">
                  <c:v>2893.0276859643218</c:v>
                </c:pt>
                <c:pt idx="1536">
                  <c:v>2890.1486444788497</c:v>
                </c:pt>
                <c:pt idx="1537">
                  <c:v>2887.3893764616237</c:v>
                </c:pt>
                <c:pt idx="1538">
                  <c:v>2885.5469283965667</c:v>
                </c:pt>
                <c:pt idx="1539">
                  <c:v>2882.1839502771404</c:v>
                </c:pt>
                <c:pt idx="1540">
                  <c:v>2879.7279854189646</c:v>
                </c:pt>
                <c:pt idx="1541">
                  <c:v>2879.8773771456636</c:v>
                </c:pt>
                <c:pt idx="1542">
                  <c:v>2879.1742824787934</c:v>
                </c:pt>
                <c:pt idx="1543">
                  <c:v>2873.5950207879641</c:v>
                </c:pt>
                <c:pt idx="1544">
                  <c:v>2871.1067992362659</c:v>
                </c:pt>
                <c:pt idx="1545">
                  <c:v>2868.895623990381</c:v>
                </c:pt>
                <c:pt idx="1546">
                  <c:v>2871.5991439931713</c:v>
                </c:pt>
                <c:pt idx="1547">
                  <c:v>2865.4773805345253</c:v>
                </c:pt>
                <c:pt idx="1548">
                  <c:v>2863.7910979474873</c:v>
                </c:pt>
                <c:pt idx="1549">
                  <c:v>2860.202723197267</c:v>
                </c:pt>
                <c:pt idx="1550">
                  <c:v>2861.2043028695957</c:v>
                </c:pt>
                <c:pt idx="1551">
                  <c:v>2857.5309783017356</c:v>
                </c:pt>
                <c:pt idx="1552">
                  <c:v>2854.7744813252966</c:v>
                </c:pt>
                <c:pt idx="1553">
                  <c:v>2853.5482568602747</c:v>
                </c:pt>
                <c:pt idx="1554">
                  <c:v>2850.6374713886808</c:v>
                </c:pt>
                <c:pt idx="1555">
                  <c:v>2845.3772621963112</c:v>
                </c:pt>
                <c:pt idx="1556">
                  <c:v>2844.5280826103217</c:v>
                </c:pt>
                <c:pt idx="1557">
                  <c:v>2840.6398330024181</c:v>
                </c:pt>
                <c:pt idx="1558">
                  <c:v>2839.0855892650561</c:v>
                </c:pt>
                <c:pt idx="1559">
                  <c:v>2837.6031009328658</c:v>
                </c:pt>
                <c:pt idx="1560">
                  <c:v>2833.9220201777716</c:v>
                </c:pt>
                <c:pt idx="1561">
                  <c:v>2833.3646185262669</c:v>
                </c:pt>
                <c:pt idx="1562">
                  <c:v>2830.1103029469168</c:v>
                </c:pt>
                <c:pt idx="1563">
                  <c:v>2826.4688632568332</c:v>
                </c:pt>
                <c:pt idx="1564">
                  <c:v>2826.3914721322276</c:v>
                </c:pt>
                <c:pt idx="1565">
                  <c:v>2824.7054991759805</c:v>
                </c:pt>
                <c:pt idx="1566">
                  <c:v>2821.8083029209001</c:v>
                </c:pt>
                <c:pt idx="1567">
                  <c:v>2818.5836362500336</c:v>
                </c:pt>
                <c:pt idx="1568">
                  <c:v>2817.7343018838528</c:v>
                </c:pt>
                <c:pt idx="1569">
                  <c:v>2815.4039950362576</c:v>
                </c:pt>
                <c:pt idx="1570">
                  <c:v>2813.588303547599</c:v>
                </c:pt>
                <c:pt idx="1571">
                  <c:v>2806.9687111119902</c:v>
                </c:pt>
                <c:pt idx="1572">
                  <c:v>2804.6136527810022</c:v>
                </c:pt>
                <c:pt idx="1573">
                  <c:v>2807.8937776906378</c:v>
                </c:pt>
                <c:pt idx="1574">
                  <c:v>2801.619589208914</c:v>
                </c:pt>
                <c:pt idx="1575">
                  <c:v>2798.7731664614703</c:v>
                </c:pt>
                <c:pt idx="1576">
                  <c:v>2797.2199650780694</c:v>
                </c:pt>
                <c:pt idx="1577">
                  <c:v>2796.4519114074114</c:v>
                </c:pt>
                <c:pt idx="1578">
                  <c:v>2790.1957058339676</c:v>
                </c:pt>
                <c:pt idx="1579">
                  <c:v>2789.2150179796149</c:v>
                </c:pt>
                <c:pt idx="1580">
                  <c:v>2789.4260932230845</c:v>
                </c:pt>
                <c:pt idx="1581">
                  <c:v>2788.1898557605782</c:v>
                </c:pt>
                <c:pt idx="1582">
                  <c:v>2785.1008505584132</c:v>
                </c:pt>
                <c:pt idx="1583">
                  <c:v>2781.3603080910616</c:v>
                </c:pt>
                <c:pt idx="1584">
                  <c:v>2781.3619123244325</c:v>
                </c:pt>
                <c:pt idx="1585">
                  <c:v>2777.7310706401481</c:v>
                </c:pt>
                <c:pt idx="1586">
                  <c:v>2775.4975975392645</c:v>
                </c:pt>
                <c:pt idx="1587">
                  <c:v>2774.3613976276738</c:v>
                </c:pt>
                <c:pt idx="1588">
                  <c:v>2768.927970490568</c:v>
                </c:pt>
                <c:pt idx="1589">
                  <c:v>2768.218403066453</c:v>
                </c:pt>
                <c:pt idx="1590">
                  <c:v>2765.9338202255221</c:v>
                </c:pt>
                <c:pt idx="1591">
                  <c:v>2762.4855008193845</c:v>
                </c:pt>
                <c:pt idx="1592">
                  <c:v>2761.6920343162619</c:v>
                </c:pt>
                <c:pt idx="1593">
                  <c:v>2761.5558533657227</c:v>
                </c:pt>
                <c:pt idx="1594">
                  <c:v>2758.4572506239983</c:v>
                </c:pt>
                <c:pt idx="1595">
                  <c:v>2759.385485966051</c:v>
                </c:pt>
                <c:pt idx="1596">
                  <c:v>2755.3094343207285</c:v>
                </c:pt>
                <c:pt idx="1597">
                  <c:v>2753.6705189371369</c:v>
                </c:pt>
                <c:pt idx="1598">
                  <c:v>2754.539018366273</c:v>
                </c:pt>
                <c:pt idx="1599">
                  <c:v>2753.1641786887458</c:v>
                </c:pt>
                <c:pt idx="1600">
                  <c:v>2752.0904407974695</c:v>
                </c:pt>
                <c:pt idx="1601">
                  <c:v>2744.5131709513735</c:v>
                </c:pt>
                <c:pt idx="1602">
                  <c:v>2744.1795451716735</c:v>
                </c:pt>
                <c:pt idx="1603">
                  <c:v>2740.9623420324037</c:v>
                </c:pt>
                <c:pt idx="1604">
                  <c:v>2735.8681790813171</c:v>
                </c:pt>
                <c:pt idx="1605">
                  <c:v>2730.5756941875848</c:v>
                </c:pt>
                <c:pt idx="1606">
                  <c:v>2729.5039392298513</c:v>
                </c:pt>
                <c:pt idx="1607">
                  <c:v>2725.537087288475</c:v>
                </c:pt>
                <c:pt idx="1608">
                  <c:v>2720.4203790878591</c:v>
                </c:pt>
                <c:pt idx="1609">
                  <c:v>2720.7457579350616</c:v>
                </c:pt>
                <c:pt idx="1610">
                  <c:v>2720.9883084064231</c:v>
                </c:pt>
                <c:pt idx="1611">
                  <c:v>2716.6285399052636</c:v>
                </c:pt>
                <c:pt idx="1612">
                  <c:v>2717.3097460834088</c:v>
                </c:pt>
                <c:pt idx="1613">
                  <c:v>2715.0915754213611</c:v>
                </c:pt>
                <c:pt idx="1614">
                  <c:v>2710.1288542129041</c:v>
                </c:pt>
                <c:pt idx="1615">
                  <c:v>2706.8301231705955</c:v>
                </c:pt>
                <c:pt idx="1616">
                  <c:v>2707.2772022440649</c:v>
                </c:pt>
                <c:pt idx="1617">
                  <c:v>2706.08864633954</c:v>
                </c:pt>
                <c:pt idx="1618">
                  <c:v>2700.6579374440653</c:v>
                </c:pt>
                <c:pt idx="1619">
                  <c:v>2699.0604654785866</c:v>
                </c:pt>
                <c:pt idx="1620">
                  <c:v>2697.8807635054627</c:v>
                </c:pt>
                <c:pt idx="1621">
                  <c:v>2695.3179856860024</c:v>
                </c:pt>
                <c:pt idx="1622">
                  <c:v>2691.4388223091055</c:v>
                </c:pt>
                <c:pt idx="1623">
                  <c:v>2688.6018923424963</c:v>
                </c:pt>
                <c:pt idx="1624">
                  <c:v>2688.4025210239279</c:v>
                </c:pt>
                <c:pt idx="1625">
                  <c:v>2685.942748096415</c:v>
                </c:pt>
                <c:pt idx="1626">
                  <c:v>2685.1706194340895</c:v>
                </c:pt>
                <c:pt idx="1627">
                  <c:v>2682.6359691772409</c:v>
                </c:pt>
                <c:pt idx="1628">
                  <c:v>2680.1072633682206</c:v>
                </c:pt>
                <c:pt idx="1629">
                  <c:v>2679.1805581308818</c:v>
                </c:pt>
                <c:pt idx="1630">
                  <c:v>2675.7039358552379</c:v>
                </c:pt>
                <c:pt idx="1631">
                  <c:v>2672.7745531883852</c:v>
                </c:pt>
                <c:pt idx="1632">
                  <c:v>2670.6831138526804</c:v>
                </c:pt>
                <c:pt idx="1633">
                  <c:v>2668.6399976544453</c:v>
                </c:pt>
                <c:pt idx="1634">
                  <c:v>2665.8424593664104</c:v>
                </c:pt>
                <c:pt idx="1635">
                  <c:v>2665.0857316296169</c:v>
                </c:pt>
                <c:pt idx="1636">
                  <c:v>2662.554760364611</c:v>
                </c:pt>
                <c:pt idx="1637">
                  <c:v>2660.6417059392838</c:v>
                </c:pt>
                <c:pt idx="1638">
                  <c:v>2659.9175095201681</c:v>
                </c:pt>
                <c:pt idx="1639">
                  <c:v>2656.049879895103</c:v>
                </c:pt>
                <c:pt idx="1640">
                  <c:v>2653.913731251575</c:v>
                </c:pt>
                <c:pt idx="1641">
                  <c:v>2651.7930094830699</c:v>
                </c:pt>
                <c:pt idx="1642">
                  <c:v>2651.2190705027001</c:v>
                </c:pt>
                <c:pt idx="1643">
                  <c:v>2647.5874314321727</c:v>
                </c:pt>
                <c:pt idx="1644">
                  <c:v>2643.3499472608009</c:v>
                </c:pt>
                <c:pt idx="1645">
                  <c:v>2642.909937319308</c:v>
                </c:pt>
                <c:pt idx="1646">
                  <c:v>2639.7395171029016</c:v>
                </c:pt>
                <c:pt idx="1647">
                  <c:v>2637.9280949515114</c:v>
                </c:pt>
                <c:pt idx="1648">
                  <c:v>2635.7861302902375</c:v>
                </c:pt>
                <c:pt idx="1649">
                  <c:v>2633.3580618431661</c:v>
                </c:pt>
                <c:pt idx="1650">
                  <c:v>2631.679926623121</c:v>
                </c:pt>
                <c:pt idx="1651">
                  <c:v>2629.3276542596677</c:v>
                </c:pt>
                <c:pt idx="1652">
                  <c:v>2625.1555323438688</c:v>
                </c:pt>
                <c:pt idx="1653">
                  <c:v>2625.3837925827956</c:v>
                </c:pt>
                <c:pt idx="1654">
                  <c:v>2623.4315170478476</c:v>
                </c:pt>
                <c:pt idx="1655">
                  <c:v>2621.7973045118224</c:v>
                </c:pt>
                <c:pt idx="1656">
                  <c:v>2617.3559842713184</c:v>
                </c:pt>
                <c:pt idx="1657">
                  <c:v>2615.5620165970686</c:v>
                </c:pt>
                <c:pt idx="1658">
                  <c:v>2611.9250764777535</c:v>
                </c:pt>
                <c:pt idx="1659">
                  <c:v>2608.395453460892</c:v>
                </c:pt>
                <c:pt idx="1660">
                  <c:v>2606.4364043615496</c:v>
                </c:pt>
                <c:pt idx="1661">
                  <c:v>2607.7880130842318</c:v>
                </c:pt>
                <c:pt idx="1662">
                  <c:v>2604.5790162335052</c:v>
                </c:pt>
                <c:pt idx="1663">
                  <c:v>2602.4827384433056</c:v>
                </c:pt>
                <c:pt idx="1664">
                  <c:v>2599.590141186145</c:v>
                </c:pt>
                <c:pt idx="1665">
                  <c:v>2596.9384306796346</c:v>
                </c:pt>
                <c:pt idx="1666">
                  <c:v>2595.2622496746108</c:v>
                </c:pt>
                <c:pt idx="1667">
                  <c:v>2593.6623075130824</c:v>
                </c:pt>
                <c:pt idx="1668">
                  <c:v>2591.8977446679182</c:v>
                </c:pt>
                <c:pt idx="1669">
                  <c:v>2590.7840163467204</c:v>
                </c:pt>
                <c:pt idx="1670">
                  <c:v>2587.3462307516702</c:v>
                </c:pt>
                <c:pt idx="1671">
                  <c:v>2584.3748080275245</c:v>
                </c:pt>
                <c:pt idx="1672">
                  <c:v>2583.4663646067233</c:v>
                </c:pt>
                <c:pt idx="1673">
                  <c:v>2579.4805132349693</c:v>
                </c:pt>
                <c:pt idx="1674">
                  <c:v>2578.1561861369037</c:v>
                </c:pt>
                <c:pt idx="1675">
                  <c:v>2577.2086174301821</c:v>
                </c:pt>
                <c:pt idx="1676">
                  <c:v>2575.0406297229897</c:v>
                </c:pt>
                <c:pt idx="1677">
                  <c:v>2572.8886582484884</c:v>
                </c:pt>
                <c:pt idx="1678">
                  <c:v>2569.9782444148877</c:v>
                </c:pt>
                <c:pt idx="1679">
                  <c:v>2568.0038738988005</c:v>
                </c:pt>
                <c:pt idx="1680">
                  <c:v>2566.2995365497773</c:v>
                </c:pt>
                <c:pt idx="1681">
                  <c:v>2566.668430861122</c:v>
                </c:pt>
                <c:pt idx="1682">
                  <c:v>2562.5480107754547</c:v>
                </c:pt>
                <c:pt idx="1683">
                  <c:v>2560.5447048761844</c:v>
                </c:pt>
                <c:pt idx="1684">
                  <c:v>2555.3148634412505</c:v>
                </c:pt>
                <c:pt idx="1685">
                  <c:v>2557.304252604376</c:v>
                </c:pt>
                <c:pt idx="1686">
                  <c:v>2549.8776052221056</c:v>
                </c:pt>
                <c:pt idx="1687">
                  <c:v>2548.5173294364699</c:v>
                </c:pt>
                <c:pt idx="1688">
                  <c:v>2546.1693801656666</c:v>
                </c:pt>
                <c:pt idx="1689">
                  <c:v>2545.0610609297646</c:v>
                </c:pt>
                <c:pt idx="1690">
                  <c:v>2540.6400743458698</c:v>
                </c:pt>
                <c:pt idx="1691">
                  <c:v>2537.9154176831444</c:v>
                </c:pt>
                <c:pt idx="1692">
                  <c:v>2537.4553145829441</c:v>
                </c:pt>
                <c:pt idx="1693">
                  <c:v>2535.6995495307101</c:v>
                </c:pt>
                <c:pt idx="1694">
                  <c:v>2533.7717316850994</c:v>
                </c:pt>
                <c:pt idx="1695">
                  <c:v>2533.6626699999779</c:v>
                </c:pt>
                <c:pt idx="1696">
                  <c:v>2530.4043810532585</c:v>
                </c:pt>
                <c:pt idx="1697">
                  <c:v>2529.7624593367109</c:v>
                </c:pt>
                <c:pt idx="1698">
                  <c:v>2527.3032911069849</c:v>
                </c:pt>
                <c:pt idx="1699">
                  <c:v>2525.268151047932</c:v>
                </c:pt>
                <c:pt idx="1700">
                  <c:v>2522.7429063543914</c:v>
                </c:pt>
                <c:pt idx="1701">
                  <c:v>2520.6128705619494</c:v>
                </c:pt>
                <c:pt idx="1702">
                  <c:v>2518.9198231979753</c:v>
                </c:pt>
                <c:pt idx="1703">
                  <c:v>2517.2329400598401</c:v>
                </c:pt>
                <c:pt idx="1704">
                  <c:v>2516.539849709533</c:v>
                </c:pt>
                <c:pt idx="1705">
                  <c:v>2513.0706183147895</c:v>
                </c:pt>
                <c:pt idx="1706">
                  <c:v>2511.2384568165444</c:v>
                </c:pt>
                <c:pt idx="1707">
                  <c:v>2507.68177820342</c:v>
                </c:pt>
                <c:pt idx="1708">
                  <c:v>2505.7856563405535</c:v>
                </c:pt>
                <c:pt idx="1709">
                  <c:v>2503.8762736941926</c:v>
                </c:pt>
                <c:pt idx="1710">
                  <c:v>2501.7354815590325</c:v>
                </c:pt>
                <c:pt idx="1711">
                  <c:v>2498.5299113392834</c:v>
                </c:pt>
                <c:pt idx="1712">
                  <c:v>2497.5321814446197</c:v>
                </c:pt>
                <c:pt idx="1713">
                  <c:v>2494.3203774747994</c:v>
                </c:pt>
                <c:pt idx="1714">
                  <c:v>2490.5961793206188</c:v>
                </c:pt>
                <c:pt idx="1715">
                  <c:v>2487.9125605645713</c:v>
                </c:pt>
                <c:pt idx="1716">
                  <c:v>2486.4106956287978</c:v>
                </c:pt>
                <c:pt idx="1717">
                  <c:v>2483.050504496236</c:v>
                </c:pt>
              </c:numCache>
            </c:numRef>
          </c:xVal>
          <c:yVal>
            <c:numRef>
              <c:f>Presentation!$BE$81:$BE$1798</c:f>
              <c:numCache>
                <c:formatCode>General</c:formatCode>
                <c:ptCount val="1718"/>
                <c:pt idx="0">
                  <c:v>4203.7907803525404</c:v>
                </c:pt>
                <c:pt idx="1">
                  <c:v>4189.9107669988998</c:v>
                </c:pt>
                <c:pt idx="2">
                  <c:v>4206.0013933710798</c:v>
                </c:pt>
                <c:pt idx="3">
                  <c:v>4244.8106836125498</c:v>
                </c:pt>
                <c:pt idx="4">
                  <c:v>4252.0026020537698</c:v>
                </c:pt>
                <c:pt idx="5">
                  <c:v>4241.5445429723004</c:v>
                </c:pt>
                <c:pt idx="6">
                  <c:v>4252.8872201435997</c:v>
                </c:pt>
                <c:pt idx="7">
                  <c:v>4251.0902134309399</c:v>
                </c:pt>
                <c:pt idx="8">
                  <c:v>4229.4029675874299</c:v>
                </c:pt>
                <c:pt idx="9">
                  <c:v>4210.2059682316303</c:v>
                </c:pt>
                <c:pt idx="10">
                  <c:v>4200.8007637555902</c:v>
                </c:pt>
                <c:pt idx="11">
                  <c:v>4164.1260527245004</c:v>
                </c:pt>
                <c:pt idx="12">
                  <c:v>4152.2657964098198</c:v>
                </c:pt>
                <c:pt idx="13">
                  <c:v>4162.7340466961696</c:v>
                </c:pt>
                <c:pt idx="14">
                  <c:v>4154.5166341794602</c:v>
                </c:pt>
                <c:pt idx="15">
                  <c:v>4167.9521831538896</c:v>
                </c:pt>
                <c:pt idx="16">
                  <c:v>4157.5649473089998</c:v>
                </c:pt>
                <c:pt idx="17">
                  <c:v>4156.12614872842</c:v>
                </c:pt>
                <c:pt idx="18">
                  <c:v>4164.8023181481103</c:v>
                </c:pt>
                <c:pt idx="19">
                  <c:v>4185.7709962050903</c:v>
                </c:pt>
                <c:pt idx="20">
                  <c:v>4196.7167709038404</c:v>
                </c:pt>
                <c:pt idx="21">
                  <c:v>4196.24144989876</c:v>
                </c:pt>
                <c:pt idx="22">
                  <c:v>4210.1827617373901</c:v>
                </c:pt>
                <c:pt idx="23">
                  <c:v>4203.2272733648897</c:v>
                </c:pt>
                <c:pt idx="24">
                  <c:v>4183.6349298335799</c:v>
                </c:pt>
                <c:pt idx="25">
                  <c:v>4167.0411980664403</c:v>
                </c:pt>
                <c:pt idx="26">
                  <c:v>4171.94458010775</c:v>
                </c:pt>
                <c:pt idx="27">
                  <c:v>4186.4437641008199</c:v>
                </c:pt>
                <c:pt idx="28">
                  <c:v>4174.9249218060404</c:v>
                </c:pt>
                <c:pt idx="29">
                  <c:v>4172.2202813990698</c:v>
                </c:pt>
                <c:pt idx="30">
                  <c:v>4171.3915186558597</c:v>
                </c:pt>
                <c:pt idx="31">
                  <c:v>4166.5919038030597</c:v>
                </c:pt>
                <c:pt idx="32">
                  <c:v>4167.4916946556796</c:v>
                </c:pt>
                <c:pt idx="33">
                  <c:v>4175.0567333579802</c:v>
                </c:pt>
                <c:pt idx="34">
                  <c:v>4178.0423571518804</c:v>
                </c:pt>
                <c:pt idx="35">
                  <c:v>4178.0210094713802</c:v>
                </c:pt>
                <c:pt idx="36">
                  <c:v>4168.5194875071902</c:v>
                </c:pt>
                <c:pt idx="37">
                  <c:v>4159.3178629207596</c:v>
                </c:pt>
                <c:pt idx="38">
                  <c:v>4141.4436643669997</c:v>
                </c:pt>
                <c:pt idx="39">
                  <c:v>4149.5764523790303</c:v>
                </c:pt>
                <c:pt idx="40">
                  <c:v>4149.2451770683101</c:v>
                </c:pt>
                <c:pt idx="41">
                  <c:v>4149.1195355973196</c:v>
                </c:pt>
                <c:pt idx="42">
                  <c:v>4149.51649432047</c:v>
                </c:pt>
                <c:pt idx="43">
                  <c:v>4137.4976583559501</c:v>
                </c:pt>
                <c:pt idx="44">
                  <c:v>4153.2891375256204</c:v>
                </c:pt>
                <c:pt idx="45">
                  <c:v>4148.9165139753004</c:v>
                </c:pt>
                <c:pt idx="46">
                  <c:v>4155.5424975270398</c:v>
                </c:pt>
                <c:pt idx="47">
                  <c:v>4162.8893206714802</c:v>
                </c:pt>
                <c:pt idx="48">
                  <c:v>4155.3364148468499</c:v>
                </c:pt>
                <c:pt idx="49">
                  <c:v>4137.5945874476502</c:v>
                </c:pt>
                <c:pt idx="50">
                  <c:v>4129.29133140863</c:v>
                </c:pt>
                <c:pt idx="51">
                  <c:v>4133.4314204909897</c:v>
                </c:pt>
                <c:pt idx="52">
                  <c:v>4120.04905392002</c:v>
                </c:pt>
                <c:pt idx="53">
                  <c:v>4121.7076604639997</c:v>
                </c:pt>
                <c:pt idx="54">
                  <c:v>4117.5171301068103</c:v>
                </c:pt>
                <c:pt idx="55">
                  <c:v>4119.8204457015099</c:v>
                </c:pt>
                <c:pt idx="56">
                  <c:v>4110.2945104694199</c:v>
                </c:pt>
                <c:pt idx="57">
                  <c:v>4099.8016317095498</c:v>
                </c:pt>
                <c:pt idx="58">
                  <c:v>4104.7027325845802</c:v>
                </c:pt>
                <c:pt idx="59">
                  <c:v>4120.37610750765</c:v>
                </c:pt>
                <c:pt idx="60">
                  <c:v>4115.8785748379896</c:v>
                </c:pt>
                <c:pt idx="61">
                  <c:v>4100.2837479870004</c:v>
                </c:pt>
                <c:pt idx="62">
                  <c:v>4098.7433564438697</c:v>
                </c:pt>
                <c:pt idx="63">
                  <c:v>4099.7212179934004</c:v>
                </c:pt>
                <c:pt idx="64">
                  <c:v>4094.9203691009802</c:v>
                </c:pt>
                <c:pt idx="65">
                  <c:v>4096.0573291311002</c:v>
                </c:pt>
                <c:pt idx="66">
                  <c:v>4106.9566549303499</c:v>
                </c:pt>
                <c:pt idx="67">
                  <c:v>4098.0242064889599</c:v>
                </c:pt>
                <c:pt idx="68">
                  <c:v>4089.3049566096902</c:v>
                </c:pt>
                <c:pt idx="69">
                  <c:v>4092.8618034511601</c:v>
                </c:pt>
                <c:pt idx="70">
                  <c:v>4079.6238808088301</c:v>
                </c:pt>
                <c:pt idx="71">
                  <c:v>4076.0738741811601</c:v>
                </c:pt>
                <c:pt idx="72">
                  <c:v>4059.9995901792299</c:v>
                </c:pt>
                <c:pt idx="73">
                  <c:v>4078.0136155676901</c:v>
                </c:pt>
                <c:pt idx="74">
                  <c:v>4076.3319169607998</c:v>
                </c:pt>
                <c:pt idx="75">
                  <c:v>4065.1034617187602</c:v>
                </c:pt>
                <c:pt idx="76">
                  <c:v>4047.0721683976399</c:v>
                </c:pt>
                <c:pt idx="77">
                  <c:v>4058.4373993252002</c:v>
                </c:pt>
                <c:pt idx="78">
                  <c:v>4058.0962058196701</c:v>
                </c:pt>
                <c:pt idx="79">
                  <c:v>4024.3886477906399</c:v>
                </c:pt>
                <c:pt idx="80">
                  <c:v>4024.4898422982001</c:v>
                </c:pt>
                <c:pt idx="81">
                  <c:v>4022.9426485000799</c:v>
                </c:pt>
                <c:pt idx="82">
                  <c:v>4029.2046225654699</c:v>
                </c:pt>
                <c:pt idx="83">
                  <c:v>4019.5840251712798</c:v>
                </c:pt>
                <c:pt idx="84">
                  <c:v>4006.4851404395599</c:v>
                </c:pt>
                <c:pt idx="85">
                  <c:v>4008.7815333629601</c:v>
                </c:pt>
                <c:pt idx="86">
                  <c:v>4023.5860344934699</c:v>
                </c:pt>
                <c:pt idx="87">
                  <c:v>4026.1632734730101</c:v>
                </c:pt>
                <c:pt idx="88">
                  <c:v>4029.53288154853</c:v>
                </c:pt>
                <c:pt idx="89">
                  <c:v>4036.2903037502701</c:v>
                </c:pt>
                <c:pt idx="90">
                  <c:v>4044.9343750438002</c:v>
                </c:pt>
                <c:pt idx="91">
                  <c:v>4038.5096896946802</c:v>
                </c:pt>
                <c:pt idx="92">
                  <c:v>4021.9631297941201</c:v>
                </c:pt>
                <c:pt idx="93">
                  <c:v>4005.4771103641401</c:v>
                </c:pt>
                <c:pt idx="94">
                  <c:v>4001.1677024639198</c:v>
                </c:pt>
                <c:pt idx="95">
                  <c:v>3992.26118936997</c:v>
                </c:pt>
                <c:pt idx="96">
                  <c:v>3989.7106085281198</c:v>
                </c:pt>
                <c:pt idx="97">
                  <c:v>3990.04870871915</c:v>
                </c:pt>
                <c:pt idx="98">
                  <c:v>3987.60943935455</c:v>
                </c:pt>
                <c:pt idx="99">
                  <c:v>3992.5002924602099</c:v>
                </c:pt>
                <c:pt idx="100">
                  <c:v>3993.0515428969002</c:v>
                </c:pt>
                <c:pt idx="101">
                  <c:v>3992.0131457589</c:v>
                </c:pt>
                <c:pt idx="102">
                  <c:v>3986.6809683822898</c:v>
                </c:pt>
                <c:pt idx="103">
                  <c:v>3987.4797845899998</c:v>
                </c:pt>
                <c:pt idx="104">
                  <c:v>3985.1608194197102</c:v>
                </c:pt>
                <c:pt idx="105">
                  <c:v>3982.4855302943602</c:v>
                </c:pt>
                <c:pt idx="106">
                  <c:v>3984.4426340847399</c:v>
                </c:pt>
                <c:pt idx="107">
                  <c:v>3990.9668828017402</c:v>
                </c:pt>
                <c:pt idx="108">
                  <c:v>3995.4805800756799</c:v>
                </c:pt>
                <c:pt idx="109">
                  <c:v>3992.6882821496001</c:v>
                </c:pt>
                <c:pt idx="110">
                  <c:v>3985.0326966416101</c:v>
                </c:pt>
                <c:pt idx="111">
                  <c:v>3977.21328317903</c:v>
                </c:pt>
                <c:pt idx="112">
                  <c:v>3972.7600032212199</c:v>
                </c:pt>
                <c:pt idx="113">
                  <c:v>3976.06859376994</c:v>
                </c:pt>
                <c:pt idx="114">
                  <c:v>3975.50322796719</c:v>
                </c:pt>
                <c:pt idx="115">
                  <c:v>3972.2923245645802</c:v>
                </c:pt>
                <c:pt idx="116">
                  <c:v>3953.4027857006699</c:v>
                </c:pt>
                <c:pt idx="117">
                  <c:v>3943.1078510808202</c:v>
                </c:pt>
                <c:pt idx="118">
                  <c:v>3941.1943985528001</c:v>
                </c:pt>
                <c:pt idx="119">
                  <c:v>3928.8586922428999</c:v>
                </c:pt>
                <c:pt idx="120">
                  <c:v>3921.60866229251</c:v>
                </c:pt>
                <c:pt idx="121">
                  <c:v>3911.1203365965798</c:v>
                </c:pt>
                <c:pt idx="122">
                  <c:v>3915.1915036625201</c:v>
                </c:pt>
                <c:pt idx="123">
                  <c:v>3907.5640276880599</c:v>
                </c:pt>
                <c:pt idx="124">
                  <c:v>3908.4990010213701</c:v>
                </c:pt>
                <c:pt idx="125">
                  <c:v>3893.7991295392198</c:v>
                </c:pt>
                <c:pt idx="126">
                  <c:v>3897.8245526261198</c:v>
                </c:pt>
                <c:pt idx="127">
                  <c:v>3905.6309268218001</c:v>
                </c:pt>
                <c:pt idx="128">
                  <c:v>3892.7561412528698</c:v>
                </c:pt>
                <c:pt idx="129">
                  <c:v>3892.14527162685</c:v>
                </c:pt>
                <c:pt idx="130">
                  <c:v>3885.5076000978802</c:v>
                </c:pt>
                <c:pt idx="131">
                  <c:v>3888.1210486955401</c:v>
                </c:pt>
                <c:pt idx="132">
                  <c:v>3884.30726676718</c:v>
                </c:pt>
                <c:pt idx="133">
                  <c:v>3888.53080159605</c:v>
                </c:pt>
                <c:pt idx="134">
                  <c:v>3894.8804272478701</c:v>
                </c:pt>
                <c:pt idx="135">
                  <c:v>3889.0573200434301</c:v>
                </c:pt>
                <c:pt idx="136">
                  <c:v>3886.6758888020199</c:v>
                </c:pt>
                <c:pt idx="137">
                  <c:v>3875.8295064399599</c:v>
                </c:pt>
                <c:pt idx="138">
                  <c:v>3882.2031712701501</c:v>
                </c:pt>
                <c:pt idx="139">
                  <c:v>3885.26897836751</c:v>
                </c:pt>
                <c:pt idx="140">
                  <c:v>3887.40954814425</c:v>
                </c:pt>
                <c:pt idx="141">
                  <c:v>3886.4002665391199</c:v>
                </c:pt>
                <c:pt idx="142">
                  <c:v>3874.8743694423501</c:v>
                </c:pt>
                <c:pt idx="143">
                  <c:v>3876.8157433788701</c:v>
                </c:pt>
                <c:pt idx="144">
                  <c:v>3875.2500366870599</c:v>
                </c:pt>
                <c:pt idx="145">
                  <c:v>3871.8223358083601</c:v>
                </c:pt>
                <c:pt idx="146">
                  <c:v>3866.9637764397598</c:v>
                </c:pt>
                <c:pt idx="147">
                  <c:v>3866.9062537288901</c:v>
                </c:pt>
                <c:pt idx="148">
                  <c:v>3859.0193046331901</c:v>
                </c:pt>
                <c:pt idx="149">
                  <c:v>3836.0927409115402</c:v>
                </c:pt>
                <c:pt idx="150">
                  <c:v>3829.2917724960298</c:v>
                </c:pt>
                <c:pt idx="151">
                  <c:v>3837.0605887986599</c:v>
                </c:pt>
                <c:pt idx="152">
                  <c:v>3832.5243387441301</c:v>
                </c:pt>
                <c:pt idx="153">
                  <c:v>3822.1916678777702</c:v>
                </c:pt>
                <c:pt idx="154">
                  <c:v>3816.6182331595001</c:v>
                </c:pt>
                <c:pt idx="155">
                  <c:v>3816.6956962674799</c:v>
                </c:pt>
                <c:pt idx="156">
                  <c:v>3807.12543085162</c:v>
                </c:pt>
                <c:pt idx="157">
                  <c:v>3807.3614739367899</c:v>
                </c:pt>
                <c:pt idx="158">
                  <c:v>3821.8563574519399</c:v>
                </c:pt>
                <c:pt idx="159">
                  <c:v>3831.9266045408099</c:v>
                </c:pt>
                <c:pt idx="160">
                  <c:v>3820.4179253984998</c:v>
                </c:pt>
                <c:pt idx="161">
                  <c:v>3796.0999899621002</c:v>
                </c:pt>
                <c:pt idx="162">
                  <c:v>3800.8934312332199</c:v>
                </c:pt>
                <c:pt idx="163">
                  <c:v>3792.9199605286599</c:v>
                </c:pt>
                <c:pt idx="164">
                  <c:v>3779.97627576682</c:v>
                </c:pt>
                <c:pt idx="165">
                  <c:v>3767.58078087794</c:v>
                </c:pt>
                <c:pt idx="166">
                  <c:v>3764.5578424631999</c:v>
                </c:pt>
                <c:pt idx="167">
                  <c:v>3756.4590198359901</c:v>
                </c:pt>
                <c:pt idx="168">
                  <c:v>3740.0001067805201</c:v>
                </c:pt>
                <c:pt idx="169">
                  <c:v>3731.0960179752101</c:v>
                </c:pt>
                <c:pt idx="170">
                  <c:v>3735.1618494621998</c:v>
                </c:pt>
                <c:pt idx="171">
                  <c:v>3746.3872093790801</c:v>
                </c:pt>
                <c:pt idx="172">
                  <c:v>3742.7071009722999</c:v>
                </c:pt>
                <c:pt idx="173">
                  <c:v>3744.5193393438499</c:v>
                </c:pt>
                <c:pt idx="174">
                  <c:v>3741.73529353698</c:v>
                </c:pt>
                <c:pt idx="175">
                  <c:v>3734.5123647937498</c:v>
                </c:pt>
                <c:pt idx="176">
                  <c:v>3731.9041807876001</c:v>
                </c:pt>
                <c:pt idx="177">
                  <c:v>3739.6645136684401</c:v>
                </c:pt>
                <c:pt idx="178">
                  <c:v>3747.0374289062402</c:v>
                </c:pt>
                <c:pt idx="179">
                  <c:v>3747.1783131757902</c:v>
                </c:pt>
                <c:pt idx="180">
                  <c:v>3745.2363130141898</c:v>
                </c:pt>
                <c:pt idx="181">
                  <c:v>3739.1704679603499</c:v>
                </c:pt>
                <c:pt idx="182">
                  <c:v>3739.52791231727</c:v>
                </c:pt>
                <c:pt idx="183">
                  <c:v>3734.6836514685401</c:v>
                </c:pt>
                <c:pt idx="184">
                  <c:v>3734.8109988838501</c:v>
                </c:pt>
                <c:pt idx="185">
                  <c:v>3733.92104263485</c:v>
                </c:pt>
                <c:pt idx="186">
                  <c:v>3730.69114246761</c:v>
                </c:pt>
                <c:pt idx="187">
                  <c:v>3734.3411544888299</c:v>
                </c:pt>
                <c:pt idx="188">
                  <c:v>3720.9509917320001</c:v>
                </c:pt>
                <c:pt idx="189">
                  <c:v>3713.16034716178</c:v>
                </c:pt>
                <c:pt idx="190">
                  <c:v>3695.4795129029899</c:v>
                </c:pt>
                <c:pt idx="191">
                  <c:v>3699.13535356797</c:v>
                </c:pt>
                <c:pt idx="192">
                  <c:v>3679.70615791921</c:v>
                </c:pt>
                <c:pt idx="193">
                  <c:v>3674.1090653506199</c:v>
                </c:pt>
                <c:pt idx="194">
                  <c:v>3694.9901463156202</c:v>
                </c:pt>
                <c:pt idx="195">
                  <c:v>3699.6177957731802</c:v>
                </c:pt>
                <c:pt idx="196">
                  <c:v>3702.8361452689701</c:v>
                </c:pt>
                <c:pt idx="197">
                  <c:v>3679.37304198835</c:v>
                </c:pt>
                <c:pt idx="198">
                  <c:v>3692.4989922379</c:v>
                </c:pt>
                <c:pt idx="199">
                  <c:v>3690.49828767191</c:v>
                </c:pt>
                <c:pt idx="200">
                  <c:v>3691.8916588069201</c:v>
                </c:pt>
                <c:pt idx="201">
                  <c:v>3691.9451504737799</c:v>
                </c:pt>
                <c:pt idx="202">
                  <c:v>3700.4865395985298</c:v>
                </c:pt>
                <c:pt idx="203">
                  <c:v>3698.4434661343698</c:v>
                </c:pt>
                <c:pt idx="204">
                  <c:v>3669.1572883754202</c:v>
                </c:pt>
                <c:pt idx="205">
                  <c:v>3670.7339872685902</c:v>
                </c:pt>
                <c:pt idx="206">
                  <c:v>3666.7825804659801</c:v>
                </c:pt>
                <c:pt idx="207">
                  <c:v>3656.99372927372</c:v>
                </c:pt>
                <c:pt idx="208">
                  <c:v>3653.0365082592498</c:v>
                </c:pt>
                <c:pt idx="209">
                  <c:v>3657.0337768326999</c:v>
                </c:pt>
                <c:pt idx="210">
                  <c:v>3658.9411842593399</c:v>
                </c:pt>
                <c:pt idx="211">
                  <c:v>3647.3179078252301</c:v>
                </c:pt>
                <c:pt idx="212">
                  <c:v>3643.5248971593101</c:v>
                </c:pt>
                <c:pt idx="213">
                  <c:v>3644.3937623957499</c:v>
                </c:pt>
                <c:pt idx="214">
                  <c:v>3642.98145796576</c:v>
                </c:pt>
                <c:pt idx="215">
                  <c:v>3630.0474122012201</c:v>
                </c:pt>
                <c:pt idx="216">
                  <c:v>3624.2401471836001</c:v>
                </c:pt>
                <c:pt idx="217">
                  <c:v>3625.49256515452</c:v>
                </c:pt>
                <c:pt idx="218">
                  <c:v>3616.2198090045899</c:v>
                </c:pt>
                <c:pt idx="219">
                  <c:v>3605.75649483602</c:v>
                </c:pt>
                <c:pt idx="220">
                  <c:v>3598.0838682272602</c:v>
                </c:pt>
                <c:pt idx="221">
                  <c:v>3600.57340198776</c:v>
                </c:pt>
                <c:pt idx="222">
                  <c:v>3601.7418185787401</c:v>
                </c:pt>
                <c:pt idx="223">
                  <c:v>3589.4080289323701</c:v>
                </c:pt>
                <c:pt idx="224">
                  <c:v>3584.24199052207</c:v>
                </c:pt>
                <c:pt idx="225">
                  <c:v>3572.2230144004802</c:v>
                </c:pt>
                <c:pt idx="226">
                  <c:v>3570.1522994123602</c:v>
                </c:pt>
                <c:pt idx="227">
                  <c:v>3572.21246250891</c:v>
                </c:pt>
                <c:pt idx="228">
                  <c:v>3568.6422882730799</c:v>
                </c:pt>
                <c:pt idx="229">
                  <c:v>3575.8345949006198</c:v>
                </c:pt>
                <c:pt idx="230">
                  <c:v>3582.49626393478</c:v>
                </c:pt>
                <c:pt idx="231">
                  <c:v>3589.1487101204302</c:v>
                </c:pt>
                <c:pt idx="232">
                  <c:v>3575.7564985772501</c:v>
                </c:pt>
                <c:pt idx="233">
                  <c:v>3575.671072527</c:v>
                </c:pt>
                <c:pt idx="234">
                  <c:v>3582.51402203317</c:v>
                </c:pt>
                <c:pt idx="235">
                  <c:v>3587.7915130687802</c:v>
                </c:pt>
                <c:pt idx="236">
                  <c:v>3577.8817493234201</c:v>
                </c:pt>
                <c:pt idx="237">
                  <c:v>3554.1469695569399</c:v>
                </c:pt>
                <c:pt idx="238">
                  <c:v>3554.6132678946101</c:v>
                </c:pt>
                <c:pt idx="239">
                  <c:v>3562.8597352746201</c:v>
                </c:pt>
                <c:pt idx="240">
                  <c:v>3549.55640873829</c:v>
                </c:pt>
                <c:pt idx="241">
                  <c:v>3547.7801897080899</c:v>
                </c:pt>
                <c:pt idx="242">
                  <c:v>3543.6291178011402</c:v>
                </c:pt>
                <c:pt idx="243">
                  <c:v>3554.3825117926199</c:v>
                </c:pt>
                <c:pt idx="244">
                  <c:v>3545.7557842591</c:v>
                </c:pt>
                <c:pt idx="245">
                  <c:v>3542.5897414893402</c:v>
                </c:pt>
                <c:pt idx="246">
                  <c:v>3542.4437151012198</c:v>
                </c:pt>
                <c:pt idx="247">
                  <c:v>3552.4993927799901</c:v>
                </c:pt>
                <c:pt idx="248">
                  <c:v>3549.0730315014598</c:v>
                </c:pt>
                <c:pt idx="249">
                  <c:v>3536.6185231453901</c:v>
                </c:pt>
                <c:pt idx="250">
                  <c:v>3526.21339865358</c:v>
                </c:pt>
                <c:pt idx="251">
                  <c:v>3521.77315830627</c:v>
                </c:pt>
                <c:pt idx="252">
                  <c:v>3530.5142270812798</c:v>
                </c:pt>
                <c:pt idx="253">
                  <c:v>3533.87779547228</c:v>
                </c:pt>
                <c:pt idx="254">
                  <c:v>3532.1848595435899</c:v>
                </c:pt>
                <c:pt idx="255">
                  <c:v>3517.1341751074001</c:v>
                </c:pt>
                <c:pt idx="256">
                  <c:v>3521.0602163779699</c:v>
                </c:pt>
                <c:pt idx="257">
                  <c:v>3526.9008419973602</c:v>
                </c:pt>
                <c:pt idx="258">
                  <c:v>3526.6936036500501</c:v>
                </c:pt>
                <c:pt idx="259">
                  <c:v>3522.9245725819201</c:v>
                </c:pt>
                <c:pt idx="260">
                  <c:v>3527.4320501769098</c:v>
                </c:pt>
                <c:pt idx="261">
                  <c:v>3531.6765682211199</c:v>
                </c:pt>
                <c:pt idx="262">
                  <c:v>3509.20873180131</c:v>
                </c:pt>
                <c:pt idx="263">
                  <c:v>3501.0003578695801</c:v>
                </c:pt>
                <c:pt idx="264">
                  <c:v>3489.3824738041999</c:v>
                </c:pt>
                <c:pt idx="265">
                  <c:v>3482.8414709700501</c:v>
                </c:pt>
                <c:pt idx="266">
                  <c:v>3477.1085759760599</c:v>
                </c:pt>
                <c:pt idx="267">
                  <c:v>3467.3549526655502</c:v>
                </c:pt>
                <c:pt idx="268">
                  <c:v>3464.7182740386102</c:v>
                </c:pt>
                <c:pt idx="269">
                  <c:v>3459.8319325163998</c:v>
                </c:pt>
                <c:pt idx="270">
                  <c:v>3463.5784850673199</c:v>
                </c:pt>
                <c:pt idx="271">
                  <c:v>3457.1050450263601</c:v>
                </c:pt>
                <c:pt idx="272">
                  <c:v>3450.3371836812698</c:v>
                </c:pt>
                <c:pt idx="273">
                  <c:v>3442.0368697855502</c:v>
                </c:pt>
                <c:pt idx="274">
                  <c:v>3440.8556264406402</c:v>
                </c:pt>
                <c:pt idx="275">
                  <c:v>3442.2926990821602</c:v>
                </c:pt>
                <c:pt idx="276">
                  <c:v>3440.54822175246</c:v>
                </c:pt>
                <c:pt idx="277">
                  <c:v>3443.1450442431501</c:v>
                </c:pt>
                <c:pt idx="278">
                  <c:v>3445.83499196709</c:v>
                </c:pt>
                <c:pt idx="279">
                  <c:v>3452.3098148467898</c:v>
                </c:pt>
                <c:pt idx="280">
                  <c:v>3450.77292635103</c:v>
                </c:pt>
                <c:pt idx="281">
                  <c:v>3446.9841463276898</c:v>
                </c:pt>
                <c:pt idx="282">
                  <c:v>3431.2632753171602</c:v>
                </c:pt>
                <c:pt idx="283">
                  <c:v>3434.4694588389202</c:v>
                </c:pt>
                <c:pt idx="284">
                  <c:v>3449.7218459017499</c:v>
                </c:pt>
                <c:pt idx="285">
                  <c:v>3446.5208724865201</c:v>
                </c:pt>
                <c:pt idx="286">
                  <c:v>3446.2489662832099</c:v>
                </c:pt>
                <c:pt idx="287">
                  <c:v>3428.4403708258101</c:v>
                </c:pt>
                <c:pt idx="288">
                  <c:v>3437.3269897045898</c:v>
                </c:pt>
                <c:pt idx="289">
                  <c:v>3431.8903476216901</c:v>
                </c:pt>
                <c:pt idx="290">
                  <c:v>3425.0822079596601</c:v>
                </c:pt>
                <c:pt idx="291">
                  <c:v>3424.58988194523</c:v>
                </c:pt>
                <c:pt idx="292">
                  <c:v>3434.8542668315899</c:v>
                </c:pt>
                <c:pt idx="293">
                  <c:v>3420.1823471919001</c:v>
                </c:pt>
                <c:pt idx="294">
                  <c:v>3400.3637771973799</c:v>
                </c:pt>
                <c:pt idx="295">
                  <c:v>3404.4932674126699</c:v>
                </c:pt>
                <c:pt idx="296">
                  <c:v>3404.5722065385698</c:v>
                </c:pt>
                <c:pt idx="297">
                  <c:v>3403.78328287763</c:v>
                </c:pt>
                <c:pt idx="298">
                  <c:v>3386.0200779503898</c:v>
                </c:pt>
                <c:pt idx="299">
                  <c:v>3376.5775298942699</c:v>
                </c:pt>
                <c:pt idx="300">
                  <c:v>3365.2342996358002</c:v>
                </c:pt>
                <c:pt idx="301">
                  <c:v>3361.95614536825</c:v>
                </c:pt>
                <c:pt idx="302">
                  <c:v>3359.09742652967</c:v>
                </c:pt>
                <c:pt idx="303">
                  <c:v>3355.0561445860699</c:v>
                </c:pt>
                <c:pt idx="304">
                  <c:v>3346.2723279267898</c:v>
                </c:pt>
                <c:pt idx="305">
                  <c:v>3342.3226757461298</c:v>
                </c:pt>
                <c:pt idx="306">
                  <c:v>3353.1153502717102</c:v>
                </c:pt>
                <c:pt idx="307">
                  <c:v>3339.5308941017502</c:v>
                </c:pt>
                <c:pt idx="308">
                  <c:v>3338.38085915485</c:v>
                </c:pt>
                <c:pt idx="309">
                  <c:v>3337.3602085923999</c:v>
                </c:pt>
                <c:pt idx="310">
                  <c:v>3356.1450643928501</c:v>
                </c:pt>
                <c:pt idx="311">
                  <c:v>3351.1892970652002</c:v>
                </c:pt>
                <c:pt idx="312">
                  <c:v>3350.9691418584598</c:v>
                </c:pt>
                <c:pt idx="313">
                  <c:v>3351.1158412364098</c:v>
                </c:pt>
                <c:pt idx="314">
                  <c:v>3354.60634657636</c:v>
                </c:pt>
                <c:pt idx="315">
                  <c:v>3345.3343757524899</c:v>
                </c:pt>
                <c:pt idx="316">
                  <c:v>3342.1205019942299</c:v>
                </c:pt>
                <c:pt idx="317">
                  <c:v>3345.0154235908699</c:v>
                </c:pt>
                <c:pt idx="318">
                  <c:v>3341.2733183140999</c:v>
                </c:pt>
                <c:pt idx="319">
                  <c:v>3327.9425157290402</c:v>
                </c:pt>
                <c:pt idx="320">
                  <c:v>3325.8108643181099</c:v>
                </c:pt>
                <c:pt idx="321">
                  <c:v>3337.3126988649401</c:v>
                </c:pt>
                <c:pt idx="322">
                  <c:v>3333.8295086292701</c:v>
                </c:pt>
                <c:pt idx="323">
                  <c:v>3340.30594874394</c:v>
                </c:pt>
                <c:pt idx="324">
                  <c:v>3332.4263879034302</c:v>
                </c:pt>
                <c:pt idx="325">
                  <c:v>3341.7538088726501</c:v>
                </c:pt>
                <c:pt idx="326">
                  <c:v>3339.5667319335398</c:v>
                </c:pt>
                <c:pt idx="327">
                  <c:v>3331.3749682415601</c:v>
                </c:pt>
                <c:pt idx="328">
                  <c:v>3322.0053835682202</c:v>
                </c:pt>
                <c:pt idx="329">
                  <c:v>3326.8390120806698</c:v>
                </c:pt>
                <c:pt idx="330">
                  <c:v>3324.7691666169098</c:v>
                </c:pt>
                <c:pt idx="331">
                  <c:v>3304.6868562192899</c:v>
                </c:pt>
                <c:pt idx="332">
                  <c:v>3298.4879308918198</c:v>
                </c:pt>
                <c:pt idx="333">
                  <c:v>3290.2922935095498</c:v>
                </c:pt>
                <c:pt idx="334">
                  <c:v>3284.0648403780901</c:v>
                </c:pt>
                <c:pt idx="335">
                  <c:v>3273.1898007544301</c:v>
                </c:pt>
                <c:pt idx="336">
                  <c:v>3260.64745204574</c:v>
                </c:pt>
                <c:pt idx="337">
                  <c:v>3251.7423151574199</c:v>
                </c:pt>
                <c:pt idx="338">
                  <c:v>3260.6861392064802</c:v>
                </c:pt>
                <c:pt idx="339">
                  <c:v>3266.28344906546</c:v>
                </c:pt>
                <c:pt idx="340">
                  <c:v>3263.0803823505298</c:v>
                </c:pt>
                <c:pt idx="341">
                  <c:v>3275.52260541846</c:v>
                </c:pt>
                <c:pt idx="342">
                  <c:v>3269.8772911586502</c:v>
                </c:pt>
                <c:pt idx="343">
                  <c:v>3259.9469674898601</c:v>
                </c:pt>
                <c:pt idx="344">
                  <c:v>3244.9065352369998</c:v>
                </c:pt>
                <c:pt idx="345">
                  <c:v>3248.9123199718902</c:v>
                </c:pt>
                <c:pt idx="346">
                  <c:v>3252.3979884937598</c:v>
                </c:pt>
                <c:pt idx="347">
                  <c:v>3245.3746761375901</c:v>
                </c:pt>
                <c:pt idx="348">
                  <c:v>3243.9578671685499</c:v>
                </c:pt>
                <c:pt idx="349">
                  <c:v>3244.7081804249301</c:v>
                </c:pt>
                <c:pt idx="350">
                  <c:v>3244.4323410594102</c:v>
                </c:pt>
                <c:pt idx="351">
                  <c:v>3234.5641212094301</c:v>
                </c:pt>
                <c:pt idx="352">
                  <c:v>3229.5753108056401</c:v>
                </c:pt>
                <c:pt idx="353">
                  <c:v>3228.3995769102698</c:v>
                </c:pt>
                <c:pt idx="354">
                  <c:v>3231.17175567308</c:v>
                </c:pt>
                <c:pt idx="355">
                  <c:v>3224.0876442106801</c:v>
                </c:pt>
                <c:pt idx="356">
                  <c:v>3215.3888837750701</c:v>
                </c:pt>
                <c:pt idx="357">
                  <c:v>3209.2068113133</c:v>
                </c:pt>
                <c:pt idx="358">
                  <c:v>3213.97545878043</c:v>
                </c:pt>
                <c:pt idx="359">
                  <c:v>3216.3466201430801</c:v>
                </c:pt>
                <c:pt idx="360">
                  <c:v>3217.9728682272498</c:v>
                </c:pt>
                <c:pt idx="361">
                  <c:v>3218.1968347055899</c:v>
                </c:pt>
                <c:pt idx="362">
                  <c:v>3221.87217534397</c:v>
                </c:pt>
                <c:pt idx="363">
                  <c:v>3227.0931586872898</c:v>
                </c:pt>
                <c:pt idx="364">
                  <c:v>3226.3215616500502</c:v>
                </c:pt>
                <c:pt idx="365">
                  <c:v>3221.5479043661298</c:v>
                </c:pt>
                <c:pt idx="366">
                  <c:v>3227.2258390065799</c:v>
                </c:pt>
                <c:pt idx="367">
                  <c:v>3225.4421455224301</c:v>
                </c:pt>
                <c:pt idx="368">
                  <c:v>3212.9856467141199</c:v>
                </c:pt>
                <c:pt idx="369">
                  <c:v>3194.54012754206</c:v>
                </c:pt>
                <c:pt idx="370">
                  <c:v>3192.2032566695598</c:v>
                </c:pt>
                <c:pt idx="371">
                  <c:v>3209.8616273228399</c:v>
                </c:pt>
                <c:pt idx="372">
                  <c:v>3193.5462882789002</c:v>
                </c:pt>
                <c:pt idx="373">
                  <c:v>3180.6010035692202</c:v>
                </c:pt>
                <c:pt idx="374">
                  <c:v>3171.7994591972702</c:v>
                </c:pt>
                <c:pt idx="375">
                  <c:v>3172.0885418873399</c:v>
                </c:pt>
                <c:pt idx="376">
                  <c:v>3164.4465218247001</c:v>
                </c:pt>
                <c:pt idx="377">
                  <c:v>3158.01690480979</c:v>
                </c:pt>
                <c:pt idx="378">
                  <c:v>3171.7541991315302</c:v>
                </c:pt>
                <c:pt idx="379">
                  <c:v>3171.4839008259701</c:v>
                </c:pt>
                <c:pt idx="380">
                  <c:v>3163.0607451389401</c:v>
                </c:pt>
                <c:pt idx="381">
                  <c:v>3150.3712412684699</c:v>
                </c:pt>
                <c:pt idx="382">
                  <c:v>3167.0787545051298</c:v>
                </c:pt>
                <c:pt idx="383">
                  <c:v>3169.3415618971298</c:v>
                </c:pt>
                <c:pt idx="384">
                  <c:v>3160.2726795358399</c:v>
                </c:pt>
                <c:pt idx="385">
                  <c:v>3163.88885054205</c:v>
                </c:pt>
                <c:pt idx="386">
                  <c:v>3166.72248711149</c:v>
                </c:pt>
                <c:pt idx="387">
                  <c:v>3166.2244081265599</c:v>
                </c:pt>
                <c:pt idx="388">
                  <c:v>3159.51006845027</c:v>
                </c:pt>
                <c:pt idx="389">
                  <c:v>3157.0467704474199</c:v>
                </c:pt>
                <c:pt idx="390">
                  <c:v>3147.6119644759701</c:v>
                </c:pt>
                <c:pt idx="391">
                  <c:v>3138.8413238544999</c:v>
                </c:pt>
                <c:pt idx="392">
                  <c:v>3134.42880558055</c:v>
                </c:pt>
                <c:pt idx="393">
                  <c:v>3134.4971592987299</c:v>
                </c:pt>
                <c:pt idx="394">
                  <c:v>3132.94415632644</c:v>
                </c:pt>
                <c:pt idx="395">
                  <c:v>3124.8082514798598</c:v>
                </c:pt>
                <c:pt idx="396">
                  <c:v>3115.9837055000398</c:v>
                </c:pt>
                <c:pt idx="397">
                  <c:v>3109.6736191786499</c:v>
                </c:pt>
                <c:pt idx="398">
                  <c:v>3091.1281454820601</c:v>
                </c:pt>
                <c:pt idx="399">
                  <c:v>3083.78706127129</c:v>
                </c:pt>
                <c:pt idx="400">
                  <c:v>3086.3498383373699</c:v>
                </c:pt>
                <c:pt idx="401">
                  <c:v>3091.6380735724001</c:v>
                </c:pt>
                <c:pt idx="402">
                  <c:v>3093.7508841901599</c:v>
                </c:pt>
                <c:pt idx="403">
                  <c:v>3091.3360728600401</c:v>
                </c:pt>
                <c:pt idx="404">
                  <c:v>3093.9220325246501</c:v>
                </c:pt>
                <c:pt idx="405">
                  <c:v>3092.0185121719201</c:v>
                </c:pt>
                <c:pt idx="406">
                  <c:v>3095.5905802822599</c:v>
                </c:pt>
                <c:pt idx="407">
                  <c:v>3097.1323879778402</c:v>
                </c:pt>
                <c:pt idx="408">
                  <c:v>3069.5340935709801</c:v>
                </c:pt>
                <c:pt idx="409">
                  <c:v>3065.2355374676899</c:v>
                </c:pt>
                <c:pt idx="410">
                  <c:v>3084.2166928924798</c:v>
                </c:pt>
                <c:pt idx="411">
                  <c:v>3074.9128170775598</c:v>
                </c:pt>
                <c:pt idx="412">
                  <c:v>3072.4283412053101</c:v>
                </c:pt>
                <c:pt idx="413">
                  <c:v>3043.7329693474098</c:v>
                </c:pt>
                <c:pt idx="414">
                  <c:v>3071.9276019337399</c:v>
                </c:pt>
                <c:pt idx="415">
                  <c:v>3070.1989064701602</c:v>
                </c:pt>
                <c:pt idx="416">
                  <c:v>3067.7184166808702</c:v>
                </c:pt>
                <c:pt idx="417">
                  <c:v>3059.7636259432002</c:v>
                </c:pt>
                <c:pt idx="418">
                  <c:v>3093.9082703865702</c:v>
                </c:pt>
                <c:pt idx="419">
                  <c:v>3092.3780220199301</c:v>
                </c:pt>
                <c:pt idx="420">
                  <c:v>3066.12897798124</c:v>
                </c:pt>
                <c:pt idx="421">
                  <c:v>3068.7320040418699</c:v>
                </c:pt>
                <c:pt idx="422">
                  <c:v>3066.3797237600602</c:v>
                </c:pt>
                <c:pt idx="423">
                  <c:v>3065.4038346514799</c:v>
                </c:pt>
                <c:pt idx="424">
                  <c:v>3057.4019658607499</c:v>
                </c:pt>
                <c:pt idx="425">
                  <c:v>3051.1220134416799</c:v>
                </c:pt>
                <c:pt idx="426">
                  <c:v>3053.6564859692899</c:v>
                </c:pt>
                <c:pt idx="427">
                  <c:v>3057.7063354463098</c:v>
                </c:pt>
                <c:pt idx="428">
                  <c:v>3049.8346497329799</c:v>
                </c:pt>
                <c:pt idx="429">
                  <c:v>3047.6249613954501</c:v>
                </c:pt>
                <c:pt idx="430">
                  <c:v>3050.7802677841901</c:v>
                </c:pt>
                <c:pt idx="431">
                  <c:v>3046.8443515693898</c:v>
                </c:pt>
                <c:pt idx="432">
                  <c:v>3045.0054297143001</c:v>
                </c:pt>
                <c:pt idx="433">
                  <c:v>3034.6274691201702</c:v>
                </c:pt>
                <c:pt idx="434">
                  <c:v>3032.9619349896102</c:v>
                </c:pt>
                <c:pt idx="435">
                  <c:v>3024.1903818993201</c:v>
                </c:pt>
                <c:pt idx="436">
                  <c:v>3019.1069807035701</c:v>
                </c:pt>
                <c:pt idx="437">
                  <c:v>3012.2124967566701</c:v>
                </c:pt>
                <c:pt idx="438">
                  <c:v>3014.2846071272802</c:v>
                </c:pt>
                <c:pt idx="439">
                  <c:v>3015.6949032634302</c:v>
                </c:pt>
                <c:pt idx="440">
                  <c:v>3006.3022739698099</c:v>
                </c:pt>
                <c:pt idx="441">
                  <c:v>3004.12026383997</c:v>
                </c:pt>
                <c:pt idx="442">
                  <c:v>3001.0364164963598</c:v>
                </c:pt>
                <c:pt idx="443">
                  <c:v>2986.9050735750602</c:v>
                </c:pt>
                <c:pt idx="444">
                  <c:v>2980.0978005903498</c:v>
                </c:pt>
                <c:pt idx="445">
                  <c:v>2987.34117050962</c:v>
                </c:pt>
                <c:pt idx="446">
                  <c:v>2986.4999855625802</c:v>
                </c:pt>
                <c:pt idx="447">
                  <c:v>2985.7040492245001</c:v>
                </c:pt>
                <c:pt idx="448">
                  <c:v>2974.1713407290099</c:v>
                </c:pt>
                <c:pt idx="449">
                  <c:v>2976.98984994898</c:v>
                </c:pt>
                <c:pt idx="450">
                  <c:v>2980.9501926675998</c:v>
                </c:pt>
                <c:pt idx="451">
                  <c:v>2979.07185903359</c:v>
                </c:pt>
                <c:pt idx="452">
                  <c:v>2968.1611720988999</c:v>
                </c:pt>
                <c:pt idx="453">
                  <c:v>2972.4026825173601</c:v>
                </c:pt>
                <c:pt idx="454">
                  <c:v>2976.2011842410002</c:v>
                </c:pt>
                <c:pt idx="455">
                  <c:v>2968.14428138317</c:v>
                </c:pt>
                <c:pt idx="456">
                  <c:v>2967.46576058341</c:v>
                </c:pt>
                <c:pt idx="457">
                  <c:v>2971.49422466231</c:v>
                </c:pt>
                <c:pt idx="458">
                  <c:v>2975.42990795677</c:v>
                </c:pt>
                <c:pt idx="459">
                  <c:v>2976.9417763901101</c:v>
                </c:pt>
                <c:pt idx="460">
                  <c:v>2970.53497605645</c:v>
                </c:pt>
                <c:pt idx="461">
                  <c:v>2965.4382073904699</c:v>
                </c:pt>
                <c:pt idx="462">
                  <c:v>2961.9098750571702</c:v>
                </c:pt>
                <c:pt idx="463">
                  <c:v>2962.7846265363801</c:v>
                </c:pt>
                <c:pt idx="464">
                  <c:v>2956.5762516831401</c:v>
                </c:pt>
                <c:pt idx="465">
                  <c:v>2955.7803660971599</c:v>
                </c:pt>
                <c:pt idx="466">
                  <c:v>2945.3151327948599</c:v>
                </c:pt>
                <c:pt idx="467">
                  <c:v>2943.78282045796</c:v>
                </c:pt>
                <c:pt idx="468">
                  <c:v>2937.3680003668501</c:v>
                </c:pt>
                <c:pt idx="469">
                  <c:v>2937.5158991420199</c:v>
                </c:pt>
                <c:pt idx="470">
                  <c:v>2938.0421130364498</c:v>
                </c:pt>
                <c:pt idx="471">
                  <c:v>2941.8784612570198</c:v>
                </c:pt>
                <c:pt idx="472">
                  <c:v>2943.9040909986802</c:v>
                </c:pt>
                <c:pt idx="473">
                  <c:v>2945.6481444124302</c:v>
                </c:pt>
                <c:pt idx="474">
                  <c:v>2943.0241841960401</c:v>
                </c:pt>
                <c:pt idx="475">
                  <c:v>2934.5070172780202</c:v>
                </c:pt>
                <c:pt idx="476">
                  <c:v>2932.8475709435702</c:v>
                </c:pt>
                <c:pt idx="477">
                  <c:v>2932.1760594047601</c:v>
                </c:pt>
                <c:pt idx="478">
                  <c:v>2932.38651161491</c:v>
                </c:pt>
                <c:pt idx="479">
                  <c:v>2922.95664900051</c:v>
                </c:pt>
                <c:pt idx="480">
                  <c:v>2926.5141026531401</c:v>
                </c:pt>
                <c:pt idx="481">
                  <c:v>2929.06781108633</c:v>
                </c:pt>
                <c:pt idx="482">
                  <c:v>2933.3258689361301</c:v>
                </c:pt>
                <c:pt idx="483">
                  <c:v>2920.8778547657898</c:v>
                </c:pt>
                <c:pt idx="484">
                  <c:v>2916.34029309261</c:v>
                </c:pt>
                <c:pt idx="485">
                  <c:v>2914.4904636085798</c:v>
                </c:pt>
                <c:pt idx="486">
                  <c:v>2907.9986004504699</c:v>
                </c:pt>
                <c:pt idx="487">
                  <c:v>2895.79478416849</c:v>
                </c:pt>
                <c:pt idx="488">
                  <c:v>2890.7876308560499</c:v>
                </c:pt>
                <c:pt idx="489">
                  <c:v>2889.2178552965102</c:v>
                </c:pt>
                <c:pt idx="490">
                  <c:v>2881.7787878826398</c:v>
                </c:pt>
                <c:pt idx="491">
                  <c:v>2877.9091783819199</c:v>
                </c:pt>
                <c:pt idx="492">
                  <c:v>2869.8340815874299</c:v>
                </c:pt>
                <c:pt idx="493">
                  <c:v>2867.7912936215398</c:v>
                </c:pt>
                <c:pt idx="494">
                  <c:v>2861.0851034904599</c:v>
                </c:pt>
                <c:pt idx="495">
                  <c:v>2859.7245000038502</c:v>
                </c:pt>
                <c:pt idx="496">
                  <c:v>2861.6439163005998</c:v>
                </c:pt>
                <c:pt idx="497">
                  <c:v>2864.9340749101698</c:v>
                </c:pt>
                <c:pt idx="498">
                  <c:v>2867.5131963111899</c:v>
                </c:pt>
                <c:pt idx="499">
                  <c:v>2868.5796262235199</c:v>
                </c:pt>
                <c:pt idx="500">
                  <c:v>2864.8248665421702</c:v>
                </c:pt>
                <c:pt idx="501">
                  <c:v>2853.14866958944</c:v>
                </c:pt>
                <c:pt idx="502">
                  <c:v>2852.6953617692702</c:v>
                </c:pt>
                <c:pt idx="503">
                  <c:v>2850.9558598529502</c:v>
                </c:pt>
                <c:pt idx="504">
                  <c:v>2846.6389088267601</c:v>
                </c:pt>
                <c:pt idx="505">
                  <c:v>2850.3507490932702</c:v>
                </c:pt>
                <c:pt idx="506">
                  <c:v>2848.4689221090298</c:v>
                </c:pt>
                <c:pt idx="507">
                  <c:v>2843.3972766799602</c:v>
                </c:pt>
                <c:pt idx="508">
                  <c:v>2831.8325437873</c:v>
                </c:pt>
                <c:pt idx="509">
                  <c:v>2838.6353495404601</c:v>
                </c:pt>
                <c:pt idx="510">
                  <c:v>2851.37941426016</c:v>
                </c:pt>
                <c:pt idx="511">
                  <c:v>2851.2993039724602</c:v>
                </c:pt>
                <c:pt idx="512">
                  <c:v>2854.6797607570502</c:v>
                </c:pt>
                <c:pt idx="513">
                  <c:v>2852.1773662231699</c:v>
                </c:pt>
                <c:pt idx="514">
                  <c:v>2865.1605683800999</c:v>
                </c:pt>
                <c:pt idx="515">
                  <c:v>2856.8200442782099</c:v>
                </c:pt>
                <c:pt idx="516">
                  <c:v>2855.7423270931999</c:v>
                </c:pt>
                <c:pt idx="517">
                  <c:v>2852.8352983047898</c:v>
                </c:pt>
                <c:pt idx="518">
                  <c:v>2842.7888411670001</c:v>
                </c:pt>
                <c:pt idx="519">
                  <c:v>2839.72038606047</c:v>
                </c:pt>
                <c:pt idx="520">
                  <c:v>2830.40373032656</c:v>
                </c:pt>
                <c:pt idx="521">
                  <c:v>2829.8196126937501</c:v>
                </c:pt>
                <c:pt idx="522">
                  <c:v>2825.0153715055699</c:v>
                </c:pt>
                <c:pt idx="523">
                  <c:v>2816.8384720650301</c:v>
                </c:pt>
                <c:pt idx="524">
                  <c:v>2808.3858404252201</c:v>
                </c:pt>
                <c:pt idx="525">
                  <c:v>2799.5266982804901</c:v>
                </c:pt>
                <c:pt idx="526">
                  <c:v>2795.4854811011301</c:v>
                </c:pt>
                <c:pt idx="527">
                  <c:v>2795.6319875433101</c:v>
                </c:pt>
                <c:pt idx="528">
                  <c:v>2799.3127831230199</c:v>
                </c:pt>
                <c:pt idx="529">
                  <c:v>2794.5512878342702</c:v>
                </c:pt>
                <c:pt idx="530">
                  <c:v>2784.0569166461</c:v>
                </c:pt>
                <c:pt idx="531">
                  <c:v>2777.6427714630499</c:v>
                </c:pt>
                <c:pt idx="532">
                  <c:v>2773.03961262948</c:v>
                </c:pt>
                <c:pt idx="533">
                  <c:v>2770.45990334302</c:v>
                </c:pt>
                <c:pt idx="534">
                  <c:v>2769.0900437954901</c:v>
                </c:pt>
                <c:pt idx="535">
                  <c:v>2767.4932819287001</c:v>
                </c:pt>
                <c:pt idx="536">
                  <c:v>2767.7437283955401</c:v>
                </c:pt>
                <c:pt idx="537">
                  <c:v>2772.42258067291</c:v>
                </c:pt>
                <c:pt idx="538">
                  <c:v>2764.25619705292</c:v>
                </c:pt>
                <c:pt idx="539">
                  <c:v>2764.13283868591</c:v>
                </c:pt>
                <c:pt idx="540">
                  <c:v>2768.1452294907599</c:v>
                </c:pt>
                <c:pt idx="541">
                  <c:v>2770.7771558057798</c:v>
                </c:pt>
                <c:pt idx="542">
                  <c:v>2774.6613408610101</c:v>
                </c:pt>
                <c:pt idx="543">
                  <c:v>2777.0321347387498</c:v>
                </c:pt>
                <c:pt idx="544">
                  <c:v>2785.58218044062</c:v>
                </c:pt>
                <c:pt idx="545">
                  <c:v>2782.85687509124</c:v>
                </c:pt>
                <c:pt idx="546">
                  <c:v>2777.3357303766402</c:v>
                </c:pt>
                <c:pt idx="547">
                  <c:v>2770.1291044531999</c:v>
                </c:pt>
                <c:pt idx="548">
                  <c:v>2769.04119181132</c:v>
                </c:pt>
                <c:pt idx="549">
                  <c:v>2766.62570872469</c:v>
                </c:pt>
                <c:pt idx="550">
                  <c:v>2763.9474746639999</c:v>
                </c:pt>
                <c:pt idx="551">
                  <c:v>2766.8420786722199</c:v>
                </c:pt>
                <c:pt idx="552">
                  <c:v>2766.85050196168</c:v>
                </c:pt>
                <c:pt idx="553">
                  <c:v>2772.9979007281199</c:v>
                </c:pt>
                <c:pt idx="554">
                  <c:v>2768.6026358314298</c:v>
                </c:pt>
                <c:pt idx="555">
                  <c:v>2755.8861216403998</c:v>
                </c:pt>
                <c:pt idx="556">
                  <c:v>2747.4661955760698</c:v>
                </c:pt>
                <c:pt idx="557">
                  <c:v>2748.40822428204</c:v>
                </c:pt>
                <c:pt idx="558">
                  <c:v>2740.1224372144502</c:v>
                </c:pt>
                <c:pt idx="559">
                  <c:v>2735.2317400319998</c:v>
                </c:pt>
                <c:pt idx="560">
                  <c:v>2735.0249659603701</c:v>
                </c:pt>
                <c:pt idx="561">
                  <c:v>2732.5147132505499</c:v>
                </c:pt>
                <c:pt idx="562">
                  <c:v>2724.595983834</c:v>
                </c:pt>
                <c:pt idx="563">
                  <c:v>2718.4486232900099</c:v>
                </c:pt>
                <c:pt idx="564">
                  <c:v>2718.5469170809401</c:v>
                </c:pt>
                <c:pt idx="565">
                  <c:v>2729.1833682582301</c:v>
                </c:pt>
                <c:pt idx="566">
                  <c:v>2738.8458471630802</c:v>
                </c:pt>
                <c:pt idx="567">
                  <c:v>2743.3063029196901</c:v>
                </c:pt>
                <c:pt idx="568">
                  <c:v>2745.3167619364199</c:v>
                </c:pt>
                <c:pt idx="569">
                  <c:v>2740.9492094859402</c:v>
                </c:pt>
                <c:pt idx="570">
                  <c:v>2727.2891201080001</c:v>
                </c:pt>
                <c:pt idx="571">
                  <c:v>2720.5799057423001</c:v>
                </c:pt>
                <c:pt idx="572">
                  <c:v>2721.06557633188</c:v>
                </c:pt>
                <c:pt idx="573">
                  <c:v>2719.35653155419</c:v>
                </c:pt>
                <c:pt idx="574">
                  <c:v>2711.0797079843601</c:v>
                </c:pt>
                <c:pt idx="575">
                  <c:v>2701.6826344955798</c:v>
                </c:pt>
                <c:pt idx="576">
                  <c:v>2698.2197167408499</c:v>
                </c:pt>
                <c:pt idx="577">
                  <c:v>2688.12899655297</c:v>
                </c:pt>
                <c:pt idx="578">
                  <c:v>2676.0900589139101</c:v>
                </c:pt>
                <c:pt idx="579">
                  <c:v>2679.2773232030299</c:v>
                </c:pt>
                <c:pt idx="580">
                  <c:v>2690.0662325319099</c:v>
                </c:pt>
                <c:pt idx="581">
                  <c:v>2683.0666728016199</c:v>
                </c:pt>
                <c:pt idx="582">
                  <c:v>2674.3145258736099</c:v>
                </c:pt>
                <c:pt idx="583">
                  <c:v>2675.6620750662701</c:v>
                </c:pt>
                <c:pt idx="584">
                  <c:v>2678.2910080163201</c:v>
                </c:pt>
                <c:pt idx="585">
                  <c:v>2675.37757518934</c:v>
                </c:pt>
                <c:pt idx="586">
                  <c:v>2674.0284978535401</c:v>
                </c:pt>
                <c:pt idx="587">
                  <c:v>2679.0024456710098</c:v>
                </c:pt>
                <c:pt idx="588">
                  <c:v>2683.1996741988801</c:v>
                </c:pt>
                <c:pt idx="589">
                  <c:v>2681.3853865143101</c:v>
                </c:pt>
                <c:pt idx="590">
                  <c:v>2686.4997038179699</c:v>
                </c:pt>
                <c:pt idx="591">
                  <c:v>2692.1716370661102</c:v>
                </c:pt>
                <c:pt idx="592">
                  <c:v>2693.9656878311798</c:v>
                </c:pt>
                <c:pt idx="593">
                  <c:v>2685.0006911380201</c:v>
                </c:pt>
                <c:pt idx="594">
                  <c:v>2683.6550704217402</c:v>
                </c:pt>
                <c:pt idx="595">
                  <c:v>2680.6036728673298</c:v>
                </c:pt>
                <c:pt idx="596">
                  <c:v>2668.84715009101</c:v>
                </c:pt>
                <c:pt idx="597">
                  <c:v>2663.3544789218599</c:v>
                </c:pt>
                <c:pt idx="598">
                  <c:v>2654.4471014826299</c:v>
                </c:pt>
                <c:pt idx="599">
                  <c:v>2653.5412946429701</c:v>
                </c:pt>
                <c:pt idx="600">
                  <c:v>2644.3705497189499</c:v>
                </c:pt>
                <c:pt idx="601">
                  <c:v>2635.9743473065701</c:v>
                </c:pt>
                <c:pt idx="602">
                  <c:v>2632.8043278881501</c:v>
                </c:pt>
                <c:pt idx="603">
                  <c:v>2629.13710233547</c:v>
                </c:pt>
                <c:pt idx="604">
                  <c:v>2630.6305496845898</c:v>
                </c:pt>
                <c:pt idx="605">
                  <c:v>2630.69089693861</c:v>
                </c:pt>
                <c:pt idx="606">
                  <c:v>2634.9697511672998</c:v>
                </c:pt>
                <c:pt idx="607">
                  <c:v>2641.62806030005</c:v>
                </c:pt>
                <c:pt idx="608">
                  <c:v>2638.3101272346998</c:v>
                </c:pt>
                <c:pt idx="609">
                  <c:v>2637.5976386871898</c:v>
                </c:pt>
                <c:pt idx="610">
                  <c:v>2637.5940973048</c:v>
                </c:pt>
                <c:pt idx="611">
                  <c:v>2636.7877931816201</c:v>
                </c:pt>
                <c:pt idx="612">
                  <c:v>2634.5961777328198</c:v>
                </c:pt>
                <c:pt idx="613">
                  <c:v>2626.95788910478</c:v>
                </c:pt>
                <c:pt idx="614">
                  <c:v>2619.5770635915201</c:v>
                </c:pt>
                <c:pt idx="615">
                  <c:v>2609.28482466491</c:v>
                </c:pt>
                <c:pt idx="616">
                  <c:v>2613.2248828104698</c:v>
                </c:pt>
                <c:pt idx="617">
                  <c:v>2609.9614510644101</c:v>
                </c:pt>
                <c:pt idx="618">
                  <c:v>2610.4818945321899</c:v>
                </c:pt>
                <c:pt idx="619">
                  <c:v>2610.5435304452299</c:v>
                </c:pt>
                <c:pt idx="620">
                  <c:v>2613.6066976475499</c:v>
                </c:pt>
                <c:pt idx="621">
                  <c:v>2619.89326590564</c:v>
                </c:pt>
                <c:pt idx="622">
                  <c:v>2619.2293538825302</c:v>
                </c:pt>
                <c:pt idx="623">
                  <c:v>2623.31375205211</c:v>
                </c:pt>
                <c:pt idx="624">
                  <c:v>2626.3314877773701</c:v>
                </c:pt>
                <c:pt idx="625">
                  <c:v>2633.8582051042299</c:v>
                </c:pt>
                <c:pt idx="626">
                  <c:v>2629.0085130006401</c:v>
                </c:pt>
                <c:pt idx="627">
                  <c:v>2619.62529158914</c:v>
                </c:pt>
                <c:pt idx="628">
                  <c:v>2618.7476309661101</c:v>
                </c:pt>
                <c:pt idx="629">
                  <c:v>2606.1685056545598</c:v>
                </c:pt>
                <c:pt idx="630">
                  <c:v>2599.4607228197501</c:v>
                </c:pt>
                <c:pt idx="631">
                  <c:v>2593.1892048192699</c:v>
                </c:pt>
                <c:pt idx="632">
                  <c:v>2592.9369017684198</c:v>
                </c:pt>
                <c:pt idx="633">
                  <c:v>2589.9761397750399</c:v>
                </c:pt>
                <c:pt idx="634">
                  <c:v>2586.7397618710402</c:v>
                </c:pt>
                <c:pt idx="635">
                  <c:v>2580.2204933295802</c:v>
                </c:pt>
                <c:pt idx="636">
                  <c:v>2570.8599184876698</c:v>
                </c:pt>
                <c:pt idx="637">
                  <c:v>2571.8843416391601</c:v>
                </c:pt>
                <c:pt idx="638">
                  <c:v>2568.6461291800201</c:v>
                </c:pt>
                <c:pt idx="639">
                  <c:v>2572.6773339700799</c:v>
                </c:pt>
                <c:pt idx="640">
                  <c:v>2580.9676097197398</c:v>
                </c:pt>
                <c:pt idx="641">
                  <c:v>2578.5542923183202</c:v>
                </c:pt>
                <c:pt idx="642">
                  <c:v>2576.5859597353501</c:v>
                </c:pt>
                <c:pt idx="643">
                  <c:v>2557.5925769904602</c:v>
                </c:pt>
                <c:pt idx="644">
                  <c:v>2558.62049779575</c:v>
                </c:pt>
                <c:pt idx="645">
                  <c:v>2566.8612745813102</c:v>
                </c:pt>
                <c:pt idx="646">
                  <c:v>2569.14808982458</c:v>
                </c:pt>
                <c:pt idx="647">
                  <c:v>2569.3982727121402</c:v>
                </c:pt>
                <c:pt idx="648">
                  <c:v>2554.41476982827</c:v>
                </c:pt>
                <c:pt idx="649">
                  <c:v>2560.0375183906499</c:v>
                </c:pt>
                <c:pt idx="650">
                  <c:v>2551.9269690934502</c:v>
                </c:pt>
                <c:pt idx="651">
                  <c:v>2545.1273965549699</c:v>
                </c:pt>
                <c:pt idx="652">
                  <c:v>2544.59703185544</c:v>
                </c:pt>
                <c:pt idx="653">
                  <c:v>2555.16553375373</c:v>
                </c:pt>
                <c:pt idx="654">
                  <c:v>2559.5901896905102</c:v>
                </c:pt>
                <c:pt idx="655">
                  <c:v>2546.8140039201198</c:v>
                </c:pt>
                <c:pt idx="656">
                  <c:v>2542.84260961784</c:v>
                </c:pt>
                <c:pt idx="657">
                  <c:v>2537.0654405721102</c:v>
                </c:pt>
                <c:pt idx="658">
                  <c:v>2538.6586028644501</c:v>
                </c:pt>
                <c:pt idx="659">
                  <c:v>2538.1225618831299</c:v>
                </c:pt>
                <c:pt idx="660">
                  <c:v>2539.2804811964202</c:v>
                </c:pt>
                <c:pt idx="661">
                  <c:v>2542.87380207661</c:v>
                </c:pt>
                <c:pt idx="662">
                  <c:v>2542.0176694974898</c:v>
                </c:pt>
                <c:pt idx="663">
                  <c:v>2539.5412971095502</c:v>
                </c:pt>
                <c:pt idx="664">
                  <c:v>2539.1224945265799</c:v>
                </c:pt>
                <c:pt idx="665">
                  <c:v>2538.5748745288502</c:v>
                </c:pt>
                <c:pt idx="666">
                  <c:v>2535.13924849982</c:v>
                </c:pt>
                <c:pt idx="667">
                  <c:v>2532.4949329275601</c:v>
                </c:pt>
                <c:pt idx="668">
                  <c:v>2523.6450976473002</c:v>
                </c:pt>
                <c:pt idx="669">
                  <c:v>2524.0916799301599</c:v>
                </c:pt>
                <c:pt idx="670">
                  <c:v>2514.8207373504201</c:v>
                </c:pt>
                <c:pt idx="671">
                  <c:v>2504.7460381658998</c:v>
                </c:pt>
                <c:pt idx="672">
                  <c:v>2497.15986731166</c:v>
                </c:pt>
                <c:pt idx="673">
                  <c:v>2494.1666354745998</c:v>
                </c:pt>
                <c:pt idx="674">
                  <c:v>2491.1660474660098</c:v>
                </c:pt>
                <c:pt idx="675">
                  <c:v>2479.16924614249</c:v>
                </c:pt>
                <c:pt idx="676">
                  <c:v>2477.4778238624699</c:v>
                </c:pt>
                <c:pt idx="677">
                  <c:v>2481.5606549752902</c:v>
                </c:pt>
                <c:pt idx="678">
                  <c:v>2487.9565311808201</c:v>
                </c:pt>
                <c:pt idx="679">
                  <c:v>2491.0591477140101</c:v>
                </c:pt>
                <c:pt idx="680">
                  <c:v>2494.6213971922398</c:v>
                </c:pt>
                <c:pt idx="681">
                  <c:v>2498.6201461124001</c:v>
                </c:pt>
                <c:pt idx="682">
                  <c:v>2499.22676080765</c:v>
                </c:pt>
                <c:pt idx="683">
                  <c:v>2482.7299017735099</c:v>
                </c:pt>
                <c:pt idx="684">
                  <c:v>2480.6672266463402</c:v>
                </c:pt>
                <c:pt idx="685">
                  <c:v>2493.8335229146701</c:v>
                </c:pt>
                <c:pt idx="686">
                  <c:v>2492.2703464462702</c:v>
                </c:pt>
                <c:pt idx="687">
                  <c:v>2486.72201262813</c:v>
                </c:pt>
                <c:pt idx="688">
                  <c:v>2471.55726011864</c:v>
                </c:pt>
                <c:pt idx="689">
                  <c:v>2481.0713171135599</c:v>
                </c:pt>
                <c:pt idx="690">
                  <c:v>2474.23131825677</c:v>
                </c:pt>
                <c:pt idx="691">
                  <c:v>2469.3741739695201</c:v>
                </c:pt>
                <c:pt idx="692">
                  <c:v>2464.9267773093402</c:v>
                </c:pt>
                <c:pt idx="693">
                  <c:v>2479.60262975052</c:v>
                </c:pt>
                <c:pt idx="694">
                  <c:v>2480.1041426419902</c:v>
                </c:pt>
                <c:pt idx="695">
                  <c:v>2474.52655864793</c:v>
                </c:pt>
                <c:pt idx="696">
                  <c:v>2474.7394118410798</c:v>
                </c:pt>
                <c:pt idx="697">
                  <c:v>2472.88056252553</c:v>
                </c:pt>
                <c:pt idx="698">
                  <c:v>2468.15852719446</c:v>
                </c:pt>
                <c:pt idx="699">
                  <c:v>2465.2120446847198</c:v>
                </c:pt>
                <c:pt idx="700">
                  <c:v>2466.1704162726001</c:v>
                </c:pt>
                <c:pt idx="701">
                  <c:v>2464.2246986457899</c:v>
                </c:pt>
                <c:pt idx="702">
                  <c:v>2460.6973468111</c:v>
                </c:pt>
                <c:pt idx="703">
                  <c:v>2463.3995469974898</c:v>
                </c:pt>
                <c:pt idx="704">
                  <c:v>2453.54191875674</c:v>
                </c:pt>
                <c:pt idx="705">
                  <c:v>2443.9480028189</c:v>
                </c:pt>
                <c:pt idx="706">
                  <c:v>2438.0247201519601</c:v>
                </c:pt>
                <c:pt idx="707">
                  <c:v>2433.87906177696</c:v>
                </c:pt>
                <c:pt idx="708">
                  <c:v>2430.7108969085102</c:v>
                </c:pt>
                <c:pt idx="709">
                  <c:v>2418.7332072399299</c:v>
                </c:pt>
                <c:pt idx="710">
                  <c:v>2412.63405111467</c:v>
                </c:pt>
                <c:pt idx="711">
                  <c:v>2414.3687087910098</c:v>
                </c:pt>
                <c:pt idx="712">
                  <c:v>2410.8573408244101</c:v>
                </c:pt>
                <c:pt idx="713">
                  <c:v>2408.2388651333299</c:v>
                </c:pt>
                <c:pt idx="714">
                  <c:v>2408.56777765681</c:v>
                </c:pt>
                <c:pt idx="715">
                  <c:v>2413.8762454640801</c:v>
                </c:pt>
                <c:pt idx="716">
                  <c:v>2415.4309758928498</c:v>
                </c:pt>
                <c:pt idx="717">
                  <c:v>2412.6381969557001</c:v>
                </c:pt>
                <c:pt idx="718">
                  <c:v>2415.9592330914702</c:v>
                </c:pt>
                <c:pt idx="719">
                  <c:v>2419.5677894149298</c:v>
                </c:pt>
                <c:pt idx="720">
                  <c:v>2423.1158224559199</c:v>
                </c:pt>
                <c:pt idx="721">
                  <c:v>2422.91991592147</c:v>
                </c:pt>
                <c:pt idx="722">
                  <c:v>2425.44088552727</c:v>
                </c:pt>
                <c:pt idx="723">
                  <c:v>2429.8017166101999</c:v>
                </c:pt>
                <c:pt idx="724">
                  <c:v>2426.2613862466101</c:v>
                </c:pt>
                <c:pt idx="725">
                  <c:v>2419.8464212885101</c:v>
                </c:pt>
                <c:pt idx="726">
                  <c:v>2413.6532020612799</c:v>
                </c:pt>
                <c:pt idx="727">
                  <c:v>2411.8606658211502</c:v>
                </c:pt>
                <c:pt idx="728">
                  <c:v>2405.5838172694098</c:v>
                </c:pt>
                <c:pt idx="729">
                  <c:v>2397.4797942892401</c:v>
                </c:pt>
                <c:pt idx="730">
                  <c:v>2393.1942781398202</c:v>
                </c:pt>
                <c:pt idx="731">
                  <c:v>2392.6006081528799</c:v>
                </c:pt>
                <c:pt idx="732">
                  <c:v>2394.6090606242701</c:v>
                </c:pt>
                <c:pt idx="733">
                  <c:v>2394.0133138889801</c:v>
                </c:pt>
                <c:pt idx="734">
                  <c:v>2395.9140351964202</c:v>
                </c:pt>
                <c:pt idx="735">
                  <c:v>2393.39867162363</c:v>
                </c:pt>
                <c:pt idx="736">
                  <c:v>2387.31245320776</c:v>
                </c:pt>
                <c:pt idx="737">
                  <c:v>2384.3850311579299</c:v>
                </c:pt>
                <c:pt idx="738">
                  <c:v>2383.00853155507</c:v>
                </c:pt>
                <c:pt idx="739">
                  <c:v>2375.42280825527</c:v>
                </c:pt>
                <c:pt idx="740">
                  <c:v>2368.9437345688698</c:v>
                </c:pt>
                <c:pt idx="741">
                  <c:v>2365.72874701913</c:v>
                </c:pt>
                <c:pt idx="742">
                  <c:v>2358.0990636514598</c:v>
                </c:pt>
                <c:pt idx="743">
                  <c:v>2348.95969970225</c:v>
                </c:pt>
                <c:pt idx="744">
                  <c:v>2334.7910149039099</c:v>
                </c:pt>
                <c:pt idx="745">
                  <c:v>2338.1039487897801</c:v>
                </c:pt>
                <c:pt idx="746">
                  <c:v>2345.3008084055</c:v>
                </c:pt>
                <c:pt idx="747">
                  <c:v>2348.46856743954</c:v>
                </c:pt>
                <c:pt idx="748">
                  <c:v>2344.2190031364398</c:v>
                </c:pt>
                <c:pt idx="749">
                  <c:v>2345.0343954518798</c:v>
                </c:pt>
                <c:pt idx="750">
                  <c:v>2342.9182516779001</c:v>
                </c:pt>
                <c:pt idx="751">
                  <c:v>2339.86234989493</c:v>
                </c:pt>
                <c:pt idx="752">
                  <c:v>2341.0093240607698</c:v>
                </c:pt>
                <c:pt idx="753">
                  <c:v>2342.53945767705</c:v>
                </c:pt>
                <c:pt idx="754">
                  <c:v>2341.98135653388</c:v>
                </c:pt>
                <c:pt idx="755">
                  <c:v>2340.9699030965799</c:v>
                </c:pt>
                <c:pt idx="756">
                  <c:v>2338.9634769527402</c:v>
                </c:pt>
                <c:pt idx="757">
                  <c:v>2339.91170680808</c:v>
                </c:pt>
                <c:pt idx="758">
                  <c:v>2340.39607050122</c:v>
                </c:pt>
                <c:pt idx="759">
                  <c:v>2341.4409776382599</c:v>
                </c:pt>
                <c:pt idx="760">
                  <c:v>2345.3680056749899</c:v>
                </c:pt>
                <c:pt idx="761">
                  <c:v>2346.85753930909</c:v>
                </c:pt>
                <c:pt idx="762">
                  <c:v>2347.80568345354</c:v>
                </c:pt>
                <c:pt idx="763">
                  <c:v>2349.8153128030599</c:v>
                </c:pt>
                <c:pt idx="764">
                  <c:v>2348.20939064408</c:v>
                </c:pt>
                <c:pt idx="765">
                  <c:v>2348.1052342869102</c:v>
                </c:pt>
                <c:pt idx="766">
                  <c:v>2345.8810946139902</c:v>
                </c:pt>
                <c:pt idx="767">
                  <c:v>2342.1715251230198</c:v>
                </c:pt>
                <c:pt idx="768">
                  <c:v>2335.1527485134602</c:v>
                </c:pt>
                <c:pt idx="769">
                  <c:v>2330.9301484489602</c:v>
                </c:pt>
                <c:pt idx="770">
                  <c:v>2327.35317319675</c:v>
                </c:pt>
                <c:pt idx="771">
                  <c:v>2325.9652035119302</c:v>
                </c:pt>
                <c:pt idx="772">
                  <c:v>2319.2835646683602</c:v>
                </c:pt>
                <c:pt idx="773">
                  <c:v>2314.2380884655799</c:v>
                </c:pt>
                <c:pt idx="774">
                  <c:v>2312.0482238858299</c:v>
                </c:pt>
                <c:pt idx="775">
                  <c:v>2311.5020520572698</c:v>
                </c:pt>
                <c:pt idx="776">
                  <c:v>2308.4858890427799</c:v>
                </c:pt>
                <c:pt idx="777">
                  <c:v>2306.7926748181399</c:v>
                </c:pt>
                <c:pt idx="778">
                  <c:v>2318.4895014491799</c:v>
                </c:pt>
                <c:pt idx="779">
                  <c:v>2309.6380986804902</c:v>
                </c:pt>
                <c:pt idx="780">
                  <c:v>2302.5411694211298</c:v>
                </c:pt>
                <c:pt idx="781">
                  <c:v>2294.2419220419702</c:v>
                </c:pt>
                <c:pt idx="782">
                  <c:v>2293.3089335836498</c:v>
                </c:pt>
                <c:pt idx="783">
                  <c:v>2291.4090353285201</c:v>
                </c:pt>
                <c:pt idx="784">
                  <c:v>2282.8745881426098</c:v>
                </c:pt>
                <c:pt idx="785">
                  <c:v>2294.21069788656</c:v>
                </c:pt>
                <c:pt idx="786">
                  <c:v>2300.83268447209</c:v>
                </c:pt>
                <c:pt idx="787">
                  <c:v>2304.9849958342802</c:v>
                </c:pt>
                <c:pt idx="788">
                  <c:v>2297.4180902273802</c:v>
                </c:pt>
                <c:pt idx="789">
                  <c:v>2297.5597093248098</c:v>
                </c:pt>
                <c:pt idx="790">
                  <c:v>2293.7788001253298</c:v>
                </c:pt>
                <c:pt idx="791">
                  <c:v>2284.46897016191</c:v>
                </c:pt>
                <c:pt idx="792">
                  <c:v>2285.4965387677898</c:v>
                </c:pt>
                <c:pt idx="793">
                  <c:v>2285.5614371046499</c:v>
                </c:pt>
                <c:pt idx="794">
                  <c:v>2284.7236065807701</c:v>
                </c:pt>
                <c:pt idx="795">
                  <c:v>2279.9548970625101</c:v>
                </c:pt>
                <c:pt idx="796">
                  <c:v>2271.4870636159098</c:v>
                </c:pt>
                <c:pt idx="797">
                  <c:v>2263.4269058085201</c:v>
                </c:pt>
                <c:pt idx="798">
                  <c:v>2261.0226636494299</c:v>
                </c:pt>
                <c:pt idx="799">
                  <c:v>2264.1405216801199</c:v>
                </c:pt>
                <c:pt idx="800">
                  <c:v>2266.4768769821198</c:v>
                </c:pt>
                <c:pt idx="801">
                  <c:v>2268.1545195865001</c:v>
                </c:pt>
                <c:pt idx="802">
                  <c:v>2264.1151265959802</c:v>
                </c:pt>
                <c:pt idx="803">
                  <c:v>2259.1631065408801</c:v>
                </c:pt>
                <c:pt idx="804">
                  <c:v>2256.9301765591299</c:v>
                </c:pt>
                <c:pt idx="805">
                  <c:v>2257.2157370034301</c:v>
                </c:pt>
                <c:pt idx="806">
                  <c:v>2260.2980164903302</c:v>
                </c:pt>
                <c:pt idx="807">
                  <c:v>2259.6148435128398</c:v>
                </c:pt>
                <c:pt idx="808">
                  <c:v>2253.5937898818102</c:v>
                </c:pt>
                <c:pt idx="809">
                  <c:v>2246.3946158497401</c:v>
                </c:pt>
                <c:pt idx="810">
                  <c:v>2244.4347583246099</c:v>
                </c:pt>
                <c:pt idx="811">
                  <c:v>2240.67777938172</c:v>
                </c:pt>
                <c:pt idx="812">
                  <c:v>2240.4616396536499</c:v>
                </c:pt>
                <c:pt idx="813">
                  <c:v>2238.14956552579</c:v>
                </c:pt>
                <c:pt idx="814">
                  <c:v>2236.90301065835</c:v>
                </c:pt>
                <c:pt idx="815">
                  <c:v>2233.85702820401</c:v>
                </c:pt>
                <c:pt idx="816">
                  <c:v>2230.4193457402998</c:v>
                </c:pt>
                <c:pt idx="817">
                  <c:v>2234.16565545816</c:v>
                </c:pt>
                <c:pt idx="818">
                  <c:v>2234.8752073857599</c:v>
                </c:pt>
                <c:pt idx="819">
                  <c:v>2232.28062262195</c:v>
                </c:pt>
                <c:pt idx="820">
                  <c:v>2229.5480394685001</c:v>
                </c:pt>
                <c:pt idx="821">
                  <c:v>2232.9601587228899</c:v>
                </c:pt>
                <c:pt idx="822">
                  <c:v>2234.8489901745102</c:v>
                </c:pt>
                <c:pt idx="823">
                  <c:v>2232.9235529582402</c:v>
                </c:pt>
                <c:pt idx="824">
                  <c:v>2227.2441410505999</c:v>
                </c:pt>
                <c:pt idx="825">
                  <c:v>2219.5460552908798</c:v>
                </c:pt>
                <c:pt idx="826">
                  <c:v>2214.8749915387298</c:v>
                </c:pt>
                <c:pt idx="827">
                  <c:v>2207.7306797003898</c:v>
                </c:pt>
                <c:pt idx="828">
                  <c:v>2203.16429911971</c:v>
                </c:pt>
                <c:pt idx="829">
                  <c:v>2202.3426881546002</c:v>
                </c:pt>
                <c:pt idx="830">
                  <c:v>2203.0497403414702</c:v>
                </c:pt>
                <c:pt idx="831">
                  <c:v>2201.12726283746</c:v>
                </c:pt>
                <c:pt idx="832">
                  <c:v>2196.6319663722302</c:v>
                </c:pt>
                <c:pt idx="833">
                  <c:v>2195.0429161380098</c:v>
                </c:pt>
                <c:pt idx="834">
                  <c:v>2195.3528395221902</c:v>
                </c:pt>
                <c:pt idx="835">
                  <c:v>2197.58586494979</c:v>
                </c:pt>
                <c:pt idx="836">
                  <c:v>2194.98537020298</c:v>
                </c:pt>
                <c:pt idx="837">
                  <c:v>2197.1409504144099</c:v>
                </c:pt>
                <c:pt idx="838">
                  <c:v>2200.8826374689802</c:v>
                </c:pt>
                <c:pt idx="839">
                  <c:v>2198.4172290107599</c:v>
                </c:pt>
                <c:pt idx="840">
                  <c:v>2199.3613271695899</c:v>
                </c:pt>
                <c:pt idx="841">
                  <c:v>2192.7561590441401</c:v>
                </c:pt>
                <c:pt idx="842">
                  <c:v>2189.0005816723601</c:v>
                </c:pt>
                <c:pt idx="843">
                  <c:v>2185.7739475696799</c:v>
                </c:pt>
                <c:pt idx="844">
                  <c:v>2183.3120173602201</c:v>
                </c:pt>
                <c:pt idx="845">
                  <c:v>2179.4674101583801</c:v>
                </c:pt>
                <c:pt idx="846">
                  <c:v>2173.8743493861698</c:v>
                </c:pt>
                <c:pt idx="847">
                  <c:v>2175.8503066622302</c:v>
                </c:pt>
                <c:pt idx="848">
                  <c:v>2179.1988752010402</c:v>
                </c:pt>
                <c:pt idx="849">
                  <c:v>2174.8858491470301</c:v>
                </c:pt>
                <c:pt idx="850">
                  <c:v>2173.9636831314501</c:v>
                </c:pt>
                <c:pt idx="851">
                  <c:v>2174.0861261694399</c:v>
                </c:pt>
                <c:pt idx="852">
                  <c:v>2176.5882882276701</c:v>
                </c:pt>
                <c:pt idx="853">
                  <c:v>2176.1922173960202</c:v>
                </c:pt>
                <c:pt idx="854">
                  <c:v>2177.2246047848398</c:v>
                </c:pt>
                <c:pt idx="855">
                  <c:v>2174.8796144328799</c:v>
                </c:pt>
                <c:pt idx="856">
                  <c:v>2171.44883320297</c:v>
                </c:pt>
                <c:pt idx="857">
                  <c:v>2169.0303526699199</c:v>
                </c:pt>
                <c:pt idx="858">
                  <c:v>2164.7780875303201</c:v>
                </c:pt>
                <c:pt idx="859">
                  <c:v>2167.68816308336</c:v>
                </c:pt>
                <c:pt idx="860">
                  <c:v>2167.5657698210498</c:v>
                </c:pt>
                <c:pt idx="861">
                  <c:v>2167.2801547848399</c:v>
                </c:pt>
                <c:pt idx="862">
                  <c:v>2164.5018638717002</c:v>
                </c:pt>
                <c:pt idx="863">
                  <c:v>2158.5481485310402</c:v>
                </c:pt>
                <c:pt idx="864">
                  <c:v>2157.5033181375702</c:v>
                </c:pt>
                <c:pt idx="865">
                  <c:v>2158.5331810151301</c:v>
                </c:pt>
                <c:pt idx="866">
                  <c:v>2156.2474234300298</c:v>
                </c:pt>
                <c:pt idx="867">
                  <c:v>2152.1754478721</c:v>
                </c:pt>
                <c:pt idx="868">
                  <c:v>2151.8830158343299</c:v>
                </c:pt>
                <c:pt idx="869">
                  <c:v>2148.7937732166602</c:v>
                </c:pt>
                <c:pt idx="870">
                  <c:v>2135.5489952078501</c:v>
                </c:pt>
                <c:pt idx="871">
                  <c:v>2128.5611714597999</c:v>
                </c:pt>
                <c:pt idx="872">
                  <c:v>2123.6137474195798</c:v>
                </c:pt>
                <c:pt idx="873">
                  <c:v>2123.3447516711499</c:v>
                </c:pt>
                <c:pt idx="874">
                  <c:v>2122.5415255159701</c:v>
                </c:pt>
                <c:pt idx="875">
                  <c:v>2122.9287235850002</c:v>
                </c:pt>
                <c:pt idx="876">
                  <c:v>2121.6631134764798</c:v>
                </c:pt>
                <c:pt idx="877">
                  <c:v>2122.69838568248</c:v>
                </c:pt>
                <c:pt idx="878">
                  <c:v>2118.8574947973498</c:v>
                </c:pt>
                <c:pt idx="879">
                  <c:v>2119.4485629108199</c:v>
                </c:pt>
                <c:pt idx="880">
                  <c:v>2123.3129859443102</c:v>
                </c:pt>
                <c:pt idx="881">
                  <c:v>2131.83725298939</c:v>
                </c:pt>
                <c:pt idx="882">
                  <c:v>2131.3725054793499</c:v>
                </c:pt>
                <c:pt idx="883">
                  <c:v>2124.2368310871302</c:v>
                </c:pt>
                <c:pt idx="884">
                  <c:v>2117.1831740784901</c:v>
                </c:pt>
                <c:pt idx="885">
                  <c:v>2116.96128110973</c:v>
                </c:pt>
                <c:pt idx="886">
                  <c:v>2112.73958606304</c:v>
                </c:pt>
                <c:pt idx="887">
                  <c:v>2106.9332949762502</c:v>
                </c:pt>
                <c:pt idx="888">
                  <c:v>2105.3203075539</c:v>
                </c:pt>
                <c:pt idx="889">
                  <c:v>2104.8576189468099</c:v>
                </c:pt>
                <c:pt idx="890">
                  <c:v>2098.9873617920498</c:v>
                </c:pt>
                <c:pt idx="891">
                  <c:v>2094.6401937599499</c:v>
                </c:pt>
                <c:pt idx="892">
                  <c:v>2092.2590090153299</c:v>
                </c:pt>
                <c:pt idx="893">
                  <c:v>2088.91486251787</c:v>
                </c:pt>
                <c:pt idx="894">
                  <c:v>2086.8995850542701</c:v>
                </c:pt>
                <c:pt idx="895">
                  <c:v>2085.2437348387298</c:v>
                </c:pt>
                <c:pt idx="896">
                  <c:v>2082.7158905411502</c:v>
                </c:pt>
                <c:pt idx="897">
                  <c:v>2083.0762996243602</c:v>
                </c:pt>
                <c:pt idx="898">
                  <c:v>2084.32000011219</c:v>
                </c:pt>
                <c:pt idx="899">
                  <c:v>2085.7009890844502</c:v>
                </c:pt>
                <c:pt idx="900">
                  <c:v>2091.3614561327699</c:v>
                </c:pt>
                <c:pt idx="901">
                  <c:v>2090.4280094114802</c:v>
                </c:pt>
                <c:pt idx="902">
                  <c:v>2087.8105565610199</c:v>
                </c:pt>
                <c:pt idx="903">
                  <c:v>2084.8536039475298</c:v>
                </c:pt>
                <c:pt idx="904">
                  <c:v>2087.2533582248002</c:v>
                </c:pt>
                <c:pt idx="905">
                  <c:v>2090.95567539483</c:v>
                </c:pt>
                <c:pt idx="906">
                  <c:v>2087.1257644647199</c:v>
                </c:pt>
                <c:pt idx="907">
                  <c:v>2081.5112610445299</c:v>
                </c:pt>
                <c:pt idx="908">
                  <c:v>2074.6738098215701</c:v>
                </c:pt>
                <c:pt idx="909">
                  <c:v>2074.1646241601202</c:v>
                </c:pt>
                <c:pt idx="910">
                  <c:v>2067.7584925710298</c:v>
                </c:pt>
                <c:pt idx="911">
                  <c:v>2063.0118304533999</c:v>
                </c:pt>
                <c:pt idx="912">
                  <c:v>2066.09705281366</c:v>
                </c:pt>
                <c:pt idx="913">
                  <c:v>2070.7326198821902</c:v>
                </c:pt>
                <c:pt idx="914">
                  <c:v>2071.4769410734698</c:v>
                </c:pt>
                <c:pt idx="915">
                  <c:v>2070.7676118934301</c:v>
                </c:pt>
                <c:pt idx="916">
                  <c:v>2067.8368761560801</c:v>
                </c:pt>
                <c:pt idx="917">
                  <c:v>2068.52767715659</c:v>
                </c:pt>
                <c:pt idx="918">
                  <c:v>2066.3149467528301</c:v>
                </c:pt>
                <c:pt idx="919">
                  <c:v>2063.4869663609402</c:v>
                </c:pt>
                <c:pt idx="920">
                  <c:v>2057.98666585199</c:v>
                </c:pt>
                <c:pt idx="921">
                  <c:v>2055.0812807320599</c:v>
                </c:pt>
                <c:pt idx="922">
                  <c:v>2047.89152389591</c:v>
                </c:pt>
                <c:pt idx="923">
                  <c:v>2040.7642112057299</c:v>
                </c:pt>
                <c:pt idx="924">
                  <c:v>2039.2385514072801</c:v>
                </c:pt>
                <c:pt idx="925">
                  <c:v>2036.75190069059</c:v>
                </c:pt>
                <c:pt idx="926">
                  <c:v>2029.12888597439</c:v>
                </c:pt>
                <c:pt idx="927">
                  <c:v>2024.8852106839099</c:v>
                </c:pt>
                <c:pt idx="928">
                  <c:v>2029.41149853561</c:v>
                </c:pt>
                <c:pt idx="929">
                  <c:v>2036.19939944163</c:v>
                </c:pt>
                <c:pt idx="930">
                  <c:v>2040.2214282995801</c:v>
                </c:pt>
                <c:pt idx="931">
                  <c:v>2041.2499961041499</c:v>
                </c:pt>
                <c:pt idx="932">
                  <c:v>2039.2295264542099</c:v>
                </c:pt>
                <c:pt idx="933">
                  <c:v>2038.04880670173</c:v>
                </c:pt>
                <c:pt idx="934">
                  <c:v>2033.97832654422</c:v>
                </c:pt>
                <c:pt idx="935">
                  <c:v>2033.73917195941</c:v>
                </c:pt>
                <c:pt idx="936">
                  <c:v>2030.6846980181899</c:v>
                </c:pt>
                <c:pt idx="937">
                  <c:v>2028.52036301008</c:v>
                </c:pt>
                <c:pt idx="938">
                  <c:v>2022.3264093360499</c:v>
                </c:pt>
                <c:pt idx="939">
                  <c:v>2019.97812300697</c:v>
                </c:pt>
                <c:pt idx="940">
                  <c:v>2016.9027559690201</c:v>
                </c:pt>
                <c:pt idx="941">
                  <c:v>2016.10004237931</c:v>
                </c:pt>
                <c:pt idx="942">
                  <c:v>2017.1458271332999</c:v>
                </c:pt>
                <c:pt idx="943">
                  <c:v>2018.7990115530199</c:v>
                </c:pt>
                <c:pt idx="944">
                  <c:v>2015.48852579031</c:v>
                </c:pt>
                <c:pt idx="945">
                  <c:v>2005.6730843165401</c:v>
                </c:pt>
                <c:pt idx="946">
                  <c:v>2008.32879347577</c:v>
                </c:pt>
                <c:pt idx="947">
                  <c:v>2008.7805706402501</c:v>
                </c:pt>
                <c:pt idx="948">
                  <c:v>2011.3298002163399</c:v>
                </c:pt>
                <c:pt idx="949">
                  <c:v>2001.9310302599799</c:v>
                </c:pt>
                <c:pt idx="950">
                  <c:v>2000.3239103144001</c:v>
                </c:pt>
                <c:pt idx="951">
                  <c:v>2000.0863247490699</c:v>
                </c:pt>
                <c:pt idx="952">
                  <c:v>1998.0275763873699</c:v>
                </c:pt>
                <c:pt idx="953">
                  <c:v>1998.63939340453</c:v>
                </c:pt>
                <c:pt idx="954">
                  <c:v>1992.9711199215999</c:v>
                </c:pt>
                <c:pt idx="955">
                  <c:v>1993.82229027681</c:v>
                </c:pt>
                <c:pt idx="956">
                  <c:v>1993.2288349011501</c:v>
                </c:pt>
                <c:pt idx="957">
                  <c:v>1993.4430277859999</c:v>
                </c:pt>
                <c:pt idx="958">
                  <c:v>1994.12662728186</c:v>
                </c:pt>
                <c:pt idx="959">
                  <c:v>1990.15327645973</c:v>
                </c:pt>
                <c:pt idx="960">
                  <c:v>1994.3429298679</c:v>
                </c:pt>
                <c:pt idx="961">
                  <c:v>1997.4550016241999</c:v>
                </c:pt>
                <c:pt idx="962">
                  <c:v>1995.35110374799</c:v>
                </c:pt>
                <c:pt idx="963">
                  <c:v>1995.2296853472701</c:v>
                </c:pt>
                <c:pt idx="964">
                  <c:v>1994.53561984882</c:v>
                </c:pt>
                <c:pt idx="965">
                  <c:v>1996.2580792844101</c:v>
                </c:pt>
                <c:pt idx="966">
                  <c:v>1988.7803295436699</c:v>
                </c:pt>
                <c:pt idx="967">
                  <c:v>1982.50659712324</c:v>
                </c:pt>
                <c:pt idx="968">
                  <c:v>1976.89972577852</c:v>
                </c:pt>
                <c:pt idx="969">
                  <c:v>1979.5670527746699</c:v>
                </c:pt>
                <c:pt idx="970">
                  <c:v>1971.78486629914</c:v>
                </c:pt>
                <c:pt idx="971">
                  <c:v>1958.1805650301901</c:v>
                </c:pt>
                <c:pt idx="972">
                  <c:v>1956.53649428833</c:v>
                </c:pt>
                <c:pt idx="973">
                  <c:v>1956.3938100871401</c:v>
                </c:pt>
                <c:pt idx="974">
                  <c:v>1958.8924632793</c:v>
                </c:pt>
                <c:pt idx="975">
                  <c:v>1956.51081376819</c:v>
                </c:pt>
                <c:pt idx="976">
                  <c:v>1964.94699804931</c:v>
                </c:pt>
                <c:pt idx="977">
                  <c:v>1970.03899617452</c:v>
                </c:pt>
                <c:pt idx="978">
                  <c:v>1970.7699014131799</c:v>
                </c:pt>
                <c:pt idx="979">
                  <c:v>1971.2475633879801</c:v>
                </c:pt>
                <c:pt idx="980">
                  <c:v>1963.4675729538701</c:v>
                </c:pt>
                <c:pt idx="981">
                  <c:v>1964.04486227095</c:v>
                </c:pt>
                <c:pt idx="982">
                  <c:v>1970.21413103797</c:v>
                </c:pt>
                <c:pt idx="983">
                  <c:v>1970.5062098982301</c:v>
                </c:pt>
                <c:pt idx="984">
                  <c:v>1963.1042093117601</c:v>
                </c:pt>
                <c:pt idx="985">
                  <c:v>1948.0010324263101</c:v>
                </c:pt>
                <c:pt idx="986">
                  <c:v>1955.63253278807</c:v>
                </c:pt>
                <c:pt idx="987">
                  <c:v>1952.1690712362199</c:v>
                </c:pt>
                <c:pt idx="988">
                  <c:v>1948.14111628829</c:v>
                </c:pt>
                <c:pt idx="989">
                  <c:v>1942.4526919638599</c:v>
                </c:pt>
                <c:pt idx="990">
                  <c:v>1955.0476886678</c:v>
                </c:pt>
                <c:pt idx="991">
                  <c:v>1958.9413962557301</c:v>
                </c:pt>
                <c:pt idx="992">
                  <c:v>1952.6959458062199</c:v>
                </c:pt>
                <c:pt idx="993">
                  <c:v>1950.8644022557201</c:v>
                </c:pt>
                <c:pt idx="994">
                  <c:v>1953.74084585786</c:v>
                </c:pt>
                <c:pt idx="995">
                  <c:v>1952.0007867315101</c:v>
                </c:pt>
                <c:pt idx="996">
                  <c:v>1943.2340538702899</c:v>
                </c:pt>
                <c:pt idx="997">
                  <c:v>1943.5055313509599</c:v>
                </c:pt>
                <c:pt idx="998">
                  <c:v>1945.82037688899</c:v>
                </c:pt>
                <c:pt idx="999">
                  <c:v>1949.1784991356101</c:v>
                </c:pt>
                <c:pt idx="1000">
                  <c:v>1946.6438169268099</c:v>
                </c:pt>
                <c:pt idx="1001">
                  <c:v>1938.82598352483</c:v>
                </c:pt>
                <c:pt idx="1002">
                  <c:v>1939.22687988128</c:v>
                </c:pt>
                <c:pt idx="1003">
                  <c:v>1940.20285780279</c:v>
                </c:pt>
                <c:pt idx="1004">
                  <c:v>1932.32200336913</c:v>
                </c:pt>
                <c:pt idx="1005">
                  <c:v>1929.23762164394</c:v>
                </c:pt>
                <c:pt idx="1006">
                  <c:v>1931.3997689242599</c:v>
                </c:pt>
                <c:pt idx="1007">
                  <c:v>1936.4487422806701</c:v>
                </c:pt>
                <c:pt idx="1008">
                  <c:v>1931.6586044728799</c:v>
                </c:pt>
                <c:pt idx="1009">
                  <c:v>1923.6781567962801</c:v>
                </c:pt>
                <c:pt idx="1010">
                  <c:v>1916.9310027747599</c:v>
                </c:pt>
                <c:pt idx="1011">
                  <c:v>1913.6034075323901</c:v>
                </c:pt>
                <c:pt idx="1012">
                  <c:v>1909.2881298391001</c:v>
                </c:pt>
                <c:pt idx="1013">
                  <c:v>1900.41820314083</c:v>
                </c:pt>
                <c:pt idx="1014">
                  <c:v>1900.7563879899801</c:v>
                </c:pt>
                <c:pt idx="1015">
                  <c:v>1903.89499356698</c:v>
                </c:pt>
                <c:pt idx="1016">
                  <c:v>1907.2594029899101</c:v>
                </c:pt>
                <c:pt idx="1017">
                  <c:v>1900.9354164143799</c:v>
                </c:pt>
                <c:pt idx="1018">
                  <c:v>1899.4642600729801</c:v>
                </c:pt>
                <c:pt idx="1019">
                  <c:v>1903.25527490885</c:v>
                </c:pt>
                <c:pt idx="1020">
                  <c:v>1899.6011735054601</c:v>
                </c:pt>
                <c:pt idx="1021">
                  <c:v>1897.44932906297</c:v>
                </c:pt>
                <c:pt idx="1022">
                  <c:v>1899.7093069432501</c:v>
                </c:pt>
                <c:pt idx="1023">
                  <c:v>1902.49634180558</c:v>
                </c:pt>
                <c:pt idx="1024">
                  <c:v>1897.33194767393</c:v>
                </c:pt>
                <c:pt idx="1025">
                  <c:v>1890.03751254706</c:v>
                </c:pt>
                <c:pt idx="1026">
                  <c:v>1889.17976907208</c:v>
                </c:pt>
                <c:pt idx="1027">
                  <c:v>1886.9125528839099</c:v>
                </c:pt>
                <c:pt idx="1028">
                  <c:v>1881.70948722091</c:v>
                </c:pt>
                <c:pt idx="1029">
                  <c:v>1885.7361201179899</c:v>
                </c:pt>
                <c:pt idx="1030">
                  <c:v>1896.22102011792</c:v>
                </c:pt>
                <c:pt idx="1031">
                  <c:v>1893.5611630579799</c:v>
                </c:pt>
                <c:pt idx="1032">
                  <c:v>1890.0878828871801</c:v>
                </c:pt>
                <c:pt idx="1033">
                  <c:v>1884.0111536300301</c:v>
                </c:pt>
                <c:pt idx="1034">
                  <c:v>1887.0631585167</c:v>
                </c:pt>
                <c:pt idx="1035">
                  <c:v>1884.4741620913401</c:v>
                </c:pt>
                <c:pt idx="1036">
                  <c:v>1882.79637870479</c:v>
                </c:pt>
                <c:pt idx="1037">
                  <c:v>1882.2595520643699</c:v>
                </c:pt>
                <c:pt idx="1038">
                  <c:v>1881.57032195426</c:v>
                </c:pt>
                <c:pt idx="1039">
                  <c:v>1878.4335053100799</c:v>
                </c:pt>
                <c:pt idx="1040">
                  <c:v>1876.5800673983899</c:v>
                </c:pt>
                <c:pt idx="1041">
                  <c:v>1879.4654933628999</c:v>
                </c:pt>
                <c:pt idx="1042">
                  <c:v>1880.0211299556699</c:v>
                </c:pt>
                <c:pt idx="1043">
                  <c:v>1877.98682882701</c:v>
                </c:pt>
                <c:pt idx="1044">
                  <c:v>1881.96208610593</c:v>
                </c:pt>
                <c:pt idx="1045">
                  <c:v>1879.9187326955</c:v>
                </c:pt>
                <c:pt idx="1046">
                  <c:v>1875.8145806192199</c:v>
                </c:pt>
                <c:pt idx="1047">
                  <c:v>1873.6029999394</c:v>
                </c:pt>
                <c:pt idx="1048">
                  <c:v>1872.87444689889</c:v>
                </c:pt>
                <c:pt idx="1049">
                  <c:v>1867.09789052776</c:v>
                </c:pt>
                <c:pt idx="1050">
                  <c:v>1855.8246199302801</c:v>
                </c:pt>
                <c:pt idx="1051">
                  <c:v>1851.3172561445001</c:v>
                </c:pt>
                <c:pt idx="1052">
                  <c:v>1851.60306864943</c:v>
                </c:pt>
                <c:pt idx="1053">
                  <c:v>1851.65366647212</c:v>
                </c:pt>
                <c:pt idx="1054">
                  <c:v>1846.6939944337801</c:v>
                </c:pt>
                <c:pt idx="1055">
                  <c:v>1845.5349253787899</c:v>
                </c:pt>
                <c:pt idx="1056">
                  <c:v>1848.33441422141</c:v>
                </c:pt>
                <c:pt idx="1057">
                  <c:v>1845.6189221498</c:v>
                </c:pt>
                <c:pt idx="1058">
                  <c:v>1840.2182604591201</c:v>
                </c:pt>
                <c:pt idx="1059">
                  <c:v>1833.60076290804</c:v>
                </c:pt>
                <c:pt idx="1060">
                  <c:v>1834.5298800579301</c:v>
                </c:pt>
                <c:pt idx="1061">
                  <c:v>1831.5688744439401</c:v>
                </c:pt>
                <c:pt idx="1062">
                  <c:v>1827.9077327249399</c:v>
                </c:pt>
                <c:pt idx="1063">
                  <c:v>1828.0412558589901</c:v>
                </c:pt>
                <c:pt idx="1064">
                  <c:v>1828.7842839387099</c:v>
                </c:pt>
                <c:pt idx="1065">
                  <c:v>1822.0941956863701</c:v>
                </c:pt>
                <c:pt idx="1066">
                  <c:v>1821.93168585277</c:v>
                </c:pt>
                <c:pt idx="1067">
                  <c:v>1828.37695434175</c:v>
                </c:pt>
                <c:pt idx="1068">
                  <c:v>1833.58580119921</c:v>
                </c:pt>
                <c:pt idx="1069">
                  <c:v>1833.4034847655801</c:v>
                </c:pt>
                <c:pt idx="1070">
                  <c:v>1828.43291731964</c:v>
                </c:pt>
                <c:pt idx="1071">
                  <c:v>1836.2826756376001</c:v>
                </c:pt>
                <c:pt idx="1072">
                  <c:v>1835.5874463048001</c:v>
                </c:pt>
                <c:pt idx="1073">
                  <c:v>1837.92007579494</c:v>
                </c:pt>
                <c:pt idx="1074">
                  <c:v>1834.1591384972</c:v>
                </c:pt>
                <c:pt idx="1075">
                  <c:v>1833.29481119661</c:v>
                </c:pt>
                <c:pt idx="1076">
                  <c:v>1829.28383199783</c:v>
                </c:pt>
                <c:pt idx="1077">
                  <c:v>1821.5770016895001</c:v>
                </c:pt>
                <c:pt idx="1078">
                  <c:v>1812.9978579757701</c:v>
                </c:pt>
                <c:pt idx="1079">
                  <c:v>1811.9991438631801</c:v>
                </c:pt>
                <c:pt idx="1080">
                  <c:v>1813.72673741368</c:v>
                </c:pt>
                <c:pt idx="1081">
                  <c:v>1815.2849984117599</c:v>
                </c:pt>
                <c:pt idx="1082">
                  <c:v>1812.3249867207501</c:v>
                </c:pt>
                <c:pt idx="1083">
                  <c:v>1815.93229400631</c:v>
                </c:pt>
                <c:pt idx="1084">
                  <c:v>1816.22056677194</c:v>
                </c:pt>
                <c:pt idx="1085">
                  <c:v>1817.86689382789</c:v>
                </c:pt>
                <c:pt idx="1086">
                  <c:v>1809.56393506933</c:v>
                </c:pt>
                <c:pt idx="1087">
                  <c:v>1809.3282187141101</c:v>
                </c:pt>
                <c:pt idx="1088">
                  <c:v>1809.58071821658</c:v>
                </c:pt>
                <c:pt idx="1089">
                  <c:v>1805.8353325165899</c:v>
                </c:pt>
                <c:pt idx="1090">
                  <c:v>1803.1974451475601</c:v>
                </c:pt>
                <c:pt idx="1091">
                  <c:v>1803.3566861188101</c:v>
                </c:pt>
                <c:pt idx="1092">
                  <c:v>1804.72470785874</c:v>
                </c:pt>
                <c:pt idx="1093">
                  <c:v>1800.06569542482</c:v>
                </c:pt>
                <c:pt idx="1094">
                  <c:v>1799.3065480831799</c:v>
                </c:pt>
                <c:pt idx="1095">
                  <c:v>1798.5555802051499</c:v>
                </c:pt>
                <c:pt idx="1096">
                  <c:v>1799.52694280627</c:v>
                </c:pt>
                <c:pt idx="1097">
                  <c:v>1796.0140561176299</c:v>
                </c:pt>
                <c:pt idx="1098">
                  <c:v>1794.4438111808699</c:v>
                </c:pt>
                <c:pt idx="1099">
                  <c:v>1793.21942831709</c:v>
                </c:pt>
                <c:pt idx="1100">
                  <c:v>1788.35281532453</c:v>
                </c:pt>
                <c:pt idx="1101">
                  <c:v>1779.67186909201</c:v>
                </c:pt>
                <c:pt idx="1102">
                  <c:v>1770.7562199577301</c:v>
                </c:pt>
                <c:pt idx="1103">
                  <c:v>1768.66867487185</c:v>
                </c:pt>
                <c:pt idx="1104">
                  <c:v>1764.0168842724599</c:v>
                </c:pt>
                <c:pt idx="1105">
                  <c:v>1763.56954834055</c:v>
                </c:pt>
                <c:pt idx="1106">
                  <c:v>1757.2668064705599</c:v>
                </c:pt>
                <c:pt idx="1107">
                  <c:v>1764.6130356686999</c:v>
                </c:pt>
                <c:pt idx="1108">
                  <c:v>1757.36515951501</c:v>
                </c:pt>
                <c:pt idx="1109">
                  <c:v>1759.0326166888401</c:v>
                </c:pt>
                <c:pt idx="1110">
                  <c:v>1765.16068750367</c:v>
                </c:pt>
                <c:pt idx="1111">
                  <c:v>1770.3058126034</c:v>
                </c:pt>
                <c:pt idx="1112">
                  <c:v>1775.3736025081801</c:v>
                </c:pt>
                <c:pt idx="1113">
                  <c:v>1770.3570916119299</c:v>
                </c:pt>
                <c:pt idx="1114">
                  <c:v>1774.14565228884</c:v>
                </c:pt>
                <c:pt idx="1115">
                  <c:v>1776.7860535203799</c:v>
                </c:pt>
                <c:pt idx="1116">
                  <c:v>1775.0985139844199</c:v>
                </c:pt>
                <c:pt idx="1117">
                  <c:v>1769.5843163791801</c:v>
                </c:pt>
                <c:pt idx="1118">
                  <c:v>1764.2014397939099</c:v>
                </c:pt>
                <c:pt idx="1119">
                  <c:v>1765.2241339519001</c:v>
                </c:pt>
                <c:pt idx="1120">
                  <c:v>1757.5184634704499</c:v>
                </c:pt>
                <c:pt idx="1121">
                  <c:v>1749.92913813324</c:v>
                </c:pt>
                <c:pt idx="1122">
                  <c:v>1745.0843844892499</c:v>
                </c:pt>
                <c:pt idx="1123">
                  <c:v>1742.5328770777601</c:v>
                </c:pt>
                <c:pt idx="1124">
                  <c:v>1739.75404572297</c:v>
                </c:pt>
                <c:pt idx="1125">
                  <c:v>1736.07944052682</c:v>
                </c:pt>
                <c:pt idx="1126">
                  <c:v>1738.3337232993599</c:v>
                </c:pt>
                <c:pt idx="1127">
                  <c:v>1741.96192506442</c:v>
                </c:pt>
                <c:pt idx="1128">
                  <c:v>1737.6798922225701</c:v>
                </c:pt>
                <c:pt idx="1129">
                  <c:v>1731.19759769231</c:v>
                </c:pt>
                <c:pt idx="1130">
                  <c:v>1730.38764912334</c:v>
                </c:pt>
                <c:pt idx="1131">
                  <c:v>1735.87790255196</c:v>
                </c:pt>
                <c:pt idx="1132">
                  <c:v>1739.85270287209</c:v>
                </c:pt>
                <c:pt idx="1133">
                  <c:v>1740.1471604363701</c:v>
                </c:pt>
                <c:pt idx="1134">
                  <c:v>1743.28888314458</c:v>
                </c:pt>
                <c:pt idx="1135">
                  <c:v>1743.8545892106499</c:v>
                </c:pt>
                <c:pt idx="1136">
                  <c:v>1738.4127425247</c:v>
                </c:pt>
                <c:pt idx="1137">
                  <c:v>1740.63539942286</c:v>
                </c:pt>
                <c:pt idx="1138">
                  <c:v>1739.28214227133</c:v>
                </c:pt>
                <c:pt idx="1139">
                  <c:v>1744.3502072444301</c:v>
                </c:pt>
                <c:pt idx="1140">
                  <c:v>1740.32445596411</c:v>
                </c:pt>
                <c:pt idx="1141">
                  <c:v>1737.9030232837299</c:v>
                </c:pt>
                <c:pt idx="1142">
                  <c:v>1731.9987228873599</c:v>
                </c:pt>
                <c:pt idx="1143">
                  <c:v>1724.3399428073301</c:v>
                </c:pt>
                <c:pt idx="1144">
                  <c:v>1718.8361219461201</c:v>
                </c:pt>
                <c:pt idx="1145">
                  <c:v>1713.8417191591</c:v>
                </c:pt>
                <c:pt idx="1146">
                  <c:v>1712.3639588368101</c:v>
                </c:pt>
                <c:pt idx="1147">
                  <c:v>1706.72360749522</c:v>
                </c:pt>
                <c:pt idx="1148">
                  <c:v>1704.77053793396</c:v>
                </c:pt>
                <c:pt idx="1149">
                  <c:v>1705.6395931060599</c:v>
                </c:pt>
                <c:pt idx="1150">
                  <c:v>1705.11611098463</c:v>
                </c:pt>
                <c:pt idx="1151">
                  <c:v>1702.53800462339</c:v>
                </c:pt>
                <c:pt idx="1152">
                  <c:v>1699.68327659436</c:v>
                </c:pt>
                <c:pt idx="1153">
                  <c:v>1697.23234463224</c:v>
                </c:pt>
                <c:pt idx="1154">
                  <c:v>1694.6204691113601</c:v>
                </c:pt>
                <c:pt idx="1155">
                  <c:v>1693.6387265616399</c:v>
                </c:pt>
                <c:pt idx="1156">
                  <c:v>1692.23592913832</c:v>
                </c:pt>
                <c:pt idx="1157">
                  <c:v>1686.81448321926</c:v>
                </c:pt>
                <c:pt idx="1158">
                  <c:v>1684.2810922178201</c:v>
                </c:pt>
                <c:pt idx="1159">
                  <c:v>1682.26980119113</c:v>
                </c:pt>
                <c:pt idx="1160">
                  <c:v>1678.88639636939</c:v>
                </c:pt>
                <c:pt idx="1161">
                  <c:v>1678.26823147199</c:v>
                </c:pt>
                <c:pt idx="1162">
                  <c:v>1675.7591881621099</c:v>
                </c:pt>
                <c:pt idx="1163">
                  <c:v>1679.4999955661201</c:v>
                </c:pt>
                <c:pt idx="1164">
                  <c:v>1682.57360709617</c:v>
                </c:pt>
                <c:pt idx="1165">
                  <c:v>1686.3354919667499</c:v>
                </c:pt>
                <c:pt idx="1166">
                  <c:v>1683.10007316985</c:v>
                </c:pt>
                <c:pt idx="1167">
                  <c:v>1685.3872246373201</c:v>
                </c:pt>
                <c:pt idx="1168">
                  <c:v>1682.5081353852399</c:v>
                </c:pt>
                <c:pt idx="1169">
                  <c:v>1673.4933782599101</c:v>
                </c:pt>
                <c:pt idx="1170">
                  <c:v>1675.6315305784501</c:v>
                </c:pt>
                <c:pt idx="1171">
                  <c:v>1681.2795646883901</c:v>
                </c:pt>
                <c:pt idx="1172">
                  <c:v>1690.2991755712401</c:v>
                </c:pt>
                <c:pt idx="1173">
                  <c:v>1687.34317319553</c:v>
                </c:pt>
                <c:pt idx="1174">
                  <c:v>1677.58259174511</c:v>
                </c:pt>
                <c:pt idx="1175">
                  <c:v>1681.3418151188901</c:v>
                </c:pt>
                <c:pt idx="1176">
                  <c:v>1678.2775704875401</c:v>
                </c:pt>
                <c:pt idx="1177">
                  <c:v>1673.53029807795</c:v>
                </c:pt>
                <c:pt idx="1178">
                  <c:v>1668.40363134021</c:v>
                </c:pt>
                <c:pt idx="1179">
                  <c:v>1672.8720769398501</c:v>
                </c:pt>
                <c:pt idx="1180">
                  <c:v>1670.47517585524</c:v>
                </c:pt>
                <c:pt idx="1181">
                  <c:v>1658.90782366246</c:v>
                </c:pt>
                <c:pt idx="1182">
                  <c:v>1654.1280292300901</c:v>
                </c:pt>
                <c:pt idx="1183">
                  <c:v>1649.99419562255</c:v>
                </c:pt>
                <c:pt idx="1184">
                  <c:v>1650.79110583438</c:v>
                </c:pt>
                <c:pt idx="1185">
                  <c:v>1651.1463832458101</c:v>
                </c:pt>
                <c:pt idx="1186">
                  <c:v>1650.1819747880099</c:v>
                </c:pt>
                <c:pt idx="1187">
                  <c:v>1653.76099491117</c:v>
                </c:pt>
                <c:pt idx="1188">
                  <c:v>1651.4452186281201</c:v>
                </c:pt>
                <c:pt idx="1189">
                  <c:v>1650.5523205735699</c:v>
                </c:pt>
                <c:pt idx="1190">
                  <c:v>1649.13901225834</c:v>
                </c:pt>
                <c:pt idx="1191">
                  <c:v>1648.4037530775499</c:v>
                </c:pt>
                <c:pt idx="1192">
                  <c:v>1648.24403526846</c:v>
                </c:pt>
                <c:pt idx="1193">
                  <c:v>1645.6292784551399</c:v>
                </c:pt>
                <c:pt idx="1194">
                  <c:v>1638.0521102625401</c:v>
                </c:pt>
                <c:pt idx="1195">
                  <c:v>1631.48232829167</c:v>
                </c:pt>
                <c:pt idx="1196">
                  <c:v>1622.8462558543199</c:v>
                </c:pt>
                <c:pt idx="1197">
                  <c:v>1621.87575798748</c:v>
                </c:pt>
                <c:pt idx="1198">
                  <c:v>1623.4212194541999</c:v>
                </c:pt>
                <c:pt idx="1199">
                  <c:v>1619.3056297790099</c:v>
                </c:pt>
                <c:pt idx="1200">
                  <c:v>1618.3858565513001</c:v>
                </c:pt>
                <c:pt idx="1201">
                  <c:v>1612.19552664253</c:v>
                </c:pt>
                <c:pt idx="1202">
                  <c:v>1611.9146946979399</c:v>
                </c:pt>
                <c:pt idx="1203">
                  <c:v>1610.1950361274501</c:v>
                </c:pt>
                <c:pt idx="1204">
                  <c:v>1622.3418769142399</c:v>
                </c:pt>
                <c:pt idx="1205">
                  <c:v>1632.5384753785399</c:v>
                </c:pt>
                <c:pt idx="1206">
                  <c:v>1636.33501626985</c:v>
                </c:pt>
                <c:pt idx="1207">
                  <c:v>1632.07125809288</c:v>
                </c:pt>
                <c:pt idx="1208">
                  <c:v>1629.1214290481901</c:v>
                </c:pt>
                <c:pt idx="1209">
                  <c:v>1628.0582317691701</c:v>
                </c:pt>
                <c:pt idx="1210">
                  <c:v>1623.1487395207701</c:v>
                </c:pt>
                <c:pt idx="1211">
                  <c:v>1623.2737477737301</c:v>
                </c:pt>
                <c:pt idx="1212">
                  <c:v>1627.6174390845799</c:v>
                </c:pt>
                <c:pt idx="1213">
                  <c:v>1625.2782912604901</c:v>
                </c:pt>
                <c:pt idx="1214">
                  <c:v>1618.2598837534999</c:v>
                </c:pt>
                <c:pt idx="1215">
                  <c:v>1610.8871338761301</c:v>
                </c:pt>
                <c:pt idx="1216">
                  <c:v>1605.4747835363601</c:v>
                </c:pt>
                <c:pt idx="1217">
                  <c:v>1600.5292738067601</c:v>
                </c:pt>
                <c:pt idx="1218">
                  <c:v>1602.30749650438</c:v>
                </c:pt>
                <c:pt idx="1219">
                  <c:v>1604.1781672571001</c:v>
                </c:pt>
                <c:pt idx="1220">
                  <c:v>1601.34504723279</c:v>
                </c:pt>
                <c:pt idx="1221">
                  <c:v>1599.5594221793499</c:v>
                </c:pt>
                <c:pt idx="1222">
                  <c:v>1598.94191416576</c:v>
                </c:pt>
                <c:pt idx="1223">
                  <c:v>1587.5444458276399</c:v>
                </c:pt>
                <c:pt idx="1224">
                  <c:v>1584.6015865439899</c:v>
                </c:pt>
                <c:pt idx="1225">
                  <c:v>1588.7127841951699</c:v>
                </c:pt>
                <c:pt idx="1226">
                  <c:v>1585.0305865309299</c:v>
                </c:pt>
                <c:pt idx="1227">
                  <c:v>1585.2914514229601</c:v>
                </c:pt>
                <c:pt idx="1228">
                  <c:v>1580.4154776908099</c:v>
                </c:pt>
                <c:pt idx="1229">
                  <c:v>1592.1472779532301</c:v>
                </c:pt>
                <c:pt idx="1230">
                  <c:v>1591.02790225747</c:v>
                </c:pt>
                <c:pt idx="1231">
                  <c:v>1581.46293391427</c:v>
                </c:pt>
                <c:pt idx="1232">
                  <c:v>1578.11873356302</c:v>
                </c:pt>
                <c:pt idx="1233">
                  <c:v>1589.72206201565</c:v>
                </c:pt>
                <c:pt idx="1234">
                  <c:v>1598.25629631677</c:v>
                </c:pt>
                <c:pt idx="1235">
                  <c:v>1589.9427413114599</c:v>
                </c:pt>
                <c:pt idx="1236">
                  <c:v>1592.6209399013801</c:v>
                </c:pt>
                <c:pt idx="1237">
                  <c:v>1583.2188384123799</c:v>
                </c:pt>
                <c:pt idx="1238">
                  <c:v>1580.4617036305699</c:v>
                </c:pt>
                <c:pt idx="1239">
                  <c:v>1574.8859433411201</c:v>
                </c:pt>
                <c:pt idx="1240">
                  <c:v>1572.89859144756</c:v>
                </c:pt>
                <c:pt idx="1241">
                  <c:v>1574.34822827741</c:v>
                </c:pt>
                <c:pt idx="1242">
                  <c:v>1580.4840839388401</c:v>
                </c:pt>
                <c:pt idx="1243">
                  <c:v>1578.9398749004899</c:v>
                </c:pt>
                <c:pt idx="1244">
                  <c:v>1572.35683016442</c:v>
                </c:pt>
                <c:pt idx="1245">
                  <c:v>1566.9490266524399</c:v>
                </c:pt>
                <c:pt idx="1246">
                  <c:v>1561.5925456296</c:v>
                </c:pt>
                <c:pt idx="1247">
                  <c:v>1561.08475972874</c:v>
                </c:pt>
                <c:pt idx="1248">
                  <c:v>1560.8429465435599</c:v>
                </c:pt>
                <c:pt idx="1249">
                  <c:v>1560.48850895394</c:v>
                </c:pt>
                <c:pt idx="1250">
                  <c:v>1559.41204548715</c:v>
                </c:pt>
                <c:pt idx="1251">
                  <c:v>1560.1860101038701</c:v>
                </c:pt>
                <c:pt idx="1252">
                  <c:v>1556.9682183838099</c:v>
                </c:pt>
                <c:pt idx="1253">
                  <c:v>1553.62239156542</c:v>
                </c:pt>
                <c:pt idx="1254">
                  <c:v>1552.58259628522</c:v>
                </c:pt>
                <c:pt idx="1255">
                  <c:v>1554.4728031807499</c:v>
                </c:pt>
                <c:pt idx="1256">
                  <c:v>1556.8735059475</c:v>
                </c:pt>
                <c:pt idx="1257">
                  <c:v>1557.0717574144401</c:v>
                </c:pt>
                <c:pt idx="1258">
                  <c:v>1553.3122596011899</c:v>
                </c:pt>
                <c:pt idx="1259">
                  <c:v>1549.5593252768199</c:v>
                </c:pt>
                <c:pt idx="1260">
                  <c:v>1536.54540296405</c:v>
                </c:pt>
                <c:pt idx="1261">
                  <c:v>1535.1259980632101</c:v>
                </c:pt>
                <c:pt idx="1262">
                  <c:v>1546.8748799320599</c:v>
                </c:pt>
                <c:pt idx="1263">
                  <c:v>1549.93551844993</c:v>
                </c:pt>
                <c:pt idx="1264">
                  <c:v>1551.42898762359</c:v>
                </c:pt>
                <c:pt idx="1265">
                  <c:v>1537.87682531261</c:v>
                </c:pt>
                <c:pt idx="1266">
                  <c:v>1545.0177864377699</c:v>
                </c:pt>
                <c:pt idx="1267">
                  <c:v>1540.1918094315099</c:v>
                </c:pt>
                <c:pt idx="1268">
                  <c:v>1538.6880336894601</c:v>
                </c:pt>
                <c:pt idx="1269">
                  <c:v>1537.48071940971</c:v>
                </c:pt>
                <c:pt idx="1270">
                  <c:v>1546.88307165888</c:v>
                </c:pt>
                <c:pt idx="1271">
                  <c:v>1541.9861758827201</c:v>
                </c:pt>
                <c:pt idx="1272">
                  <c:v>1528.5044389060999</c:v>
                </c:pt>
                <c:pt idx="1273">
                  <c:v>1521.00224846475</c:v>
                </c:pt>
                <c:pt idx="1274">
                  <c:v>1518.0942155084299</c:v>
                </c:pt>
                <c:pt idx="1275">
                  <c:v>1513.9151398664401</c:v>
                </c:pt>
                <c:pt idx="1276">
                  <c:v>1517.5931979770201</c:v>
                </c:pt>
                <c:pt idx="1277">
                  <c:v>1519.7289701284201</c:v>
                </c:pt>
                <c:pt idx="1278">
                  <c:v>1516.5056980707</c:v>
                </c:pt>
                <c:pt idx="1279">
                  <c:v>1516.6092424974199</c:v>
                </c:pt>
                <c:pt idx="1280">
                  <c:v>1518.24660394791</c:v>
                </c:pt>
                <c:pt idx="1281">
                  <c:v>1524.90289235911</c:v>
                </c:pt>
                <c:pt idx="1282">
                  <c:v>1525.9794329840799</c:v>
                </c:pt>
                <c:pt idx="1283">
                  <c:v>1526.6459734811399</c:v>
                </c:pt>
                <c:pt idx="1284">
                  <c:v>1527.5205067673301</c:v>
                </c:pt>
                <c:pt idx="1285">
                  <c:v>1527.35447390129</c:v>
                </c:pt>
                <c:pt idx="1286">
                  <c:v>1524.5102607143201</c:v>
                </c:pt>
                <c:pt idx="1287">
                  <c:v>1522.31336702097</c:v>
                </c:pt>
                <c:pt idx="1288">
                  <c:v>1522.4586176907701</c:v>
                </c:pt>
                <c:pt idx="1289">
                  <c:v>1517.2501275821201</c:v>
                </c:pt>
                <c:pt idx="1290">
                  <c:v>1511.8727766311099</c:v>
                </c:pt>
                <c:pt idx="1291">
                  <c:v>1507.5882686739701</c:v>
                </c:pt>
                <c:pt idx="1292">
                  <c:v>1505.9199228374</c:v>
                </c:pt>
                <c:pt idx="1293">
                  <c:v>1505.8320275614101</c:v>
                </c:pt>
                <c:pt idx="1294">
                  <c:v>1505.6588915662301</c:v>
                </c:pt>
                <c:pt idx="1295">
                  <c:v>1505.8259923272401</c:v>
                </c:pt>
                <c:pt idx="1296">
                  <c:v>1506.38977974779</c:v>
                </c:pt>
                <c:pt idx="1297">
                  <c:v>1511.2472721204599</c:v>
                </c:pt>
                <c:pt idx="1298">
                  <c:v>1514.2370491301899</c:v>
                </c:pt>
                <c:pt idx="1299">
                  <c:v>1514.6780394544401</c:v>
                </c:pt>
                <c:pt idx="1300">
                  <c:v>1512.6023470380201</c:v>
                </c:pt>
                <c:pt idx="1301">
                  <c:v>1507.7509487218399</c:v>
                </c:pt>
                <c:pt idx="1302">
                  <c:v>1503.56161734905</c:v>
                </c:pt>
                <c:pt idx="1303">
                  <c:v>1499.7589100621001</c:v>
                </c:pt>
                <c:pt idx="1304">
                  <c:v>1497.92564966451</c:v>
                </c:pt>
                <c:pt idx="1305">
                  <c:v>1493.0172371656499</c:v>
                </c:pt>
                <c:pt idx="1306">
                  <c:v>1490.1507484716401</c:v>
                </c:pt>
                <c:pt idx="1307">
                  <c:v>1488.1642516936199</c:v>
                </c:pt>
                <c:pt idx="1308">
                  <c:v>1485.8565445116301</c:v>
                </c:pt>
                <c:pt idx="1309">
                  <c:v>1482.2517897990399</c:v>
                </c:pt>
                <c:pt idx="1310">
                  <c:v>1482.70761936245</c:v>
                </c:pt>
                <c:pt idx="1311">
                  <c:v>1486.08822235295</c:v>
                </c:pt>
                <c:pt idx="1312">
                  <c:v>1490.2965946510601</c:v>
                </c:pt>
                <c:pt idx="1313">
                  <c:v>1492.29635767484</c:v>
                </c:pt>
                <c:pt idx="1314">
                  <c:v>1493.6646834283199</c:v>
                </c:pt>
                <c:pt idx="1315">
                  <c:v>1493.0589702591101</c:v>
                </c:pt>
                <c:pt idx="1316">
                  <c:v>1493.31913021891</c:v>
                </c:pt>
                <c:pt idx="1317">
                  <c:v>1490.5800570015399</c:v>
                </c:pt>
                <c:pt idx="1318">
                  <c:v>1488.0071075689</c:v>
                </c:pt>
                <c:pt idx="1319">
                  <c:v>1486.03589703271</c:v>
                </c:pt>
                <c:pt idx="1320">
                  <c:v>1486.78367400559</c:v>
                </c:pt>
                <c:pt idx="1321">
                  <c:v>1484.90699239079</c:v>
                </c:pt>
                <c:pt idx="1322">
                  <c:v>1478.6963155374201</c:v>
                </c:pt>
                <c:pt idx="1323">
                  <c:v>1471.4698884182999</c:v>
                </c:pt>
                <c:pt idx="1324">
                  <c:v>1466.2210863909299</c:v>
                </c:pt>
                <c:pt idx="1325">
                  <c:v>1465.18833405332</c:v>
                </c:pt>
                <c:pt idx="1326">
                  <c:v>1463.8056389232199</c:v>
                </c:pt>
                <c:pt idx="1327">
                  <c:v>1463.64169666825</c:v>
                </c:pt>
                <c:pt idx="1328">
                  <c:v>1462.58603520625</c:v>
                </c:pt>
                <c:pt idx="1329">
                  <c:v>1464.5635121579101</c:v>
                </c:pt>
                <c:pt idx="1330">
                  <c:v>1462.44530425067</c:v>
                </c:pt>
                <c:pt idx="1331">
                  <c:v>1459.30893373086</c:v>
                </c:pt>
                <c:pt idx="1332">
                  <c:v>1458.20800344485</c:v>
                </c:pt>
                <c:pt idx="1333">
                  <c:v>1456.6433006955599</c:v>
                </c:pt>
                <c:pt idx="1334">
                  <c:v>1456.80121742652</c:v>
                </c:pt>
                <c:pt idx="1335">
                  <c:v>1455.6644902036801</c:v>
                </c:pt>
                <c:pt idx="1336">
                  <c:v>1455.2970933755901</c:v>
                </c:pt>
                <c:pt idx="1337">
                  <c:v>1456.08695798862</c:v>
                </c:pt>
                <c:pt idx="1338">
                  <c:v>1455.9952752276799</c:v>
                </c:pt>
                <c:pt idx="1339">
                  <c:v>1456.7769266738201</c:v>
                </c:pt>
                <c:pt idx="1340">
                  <c:v>1457.39217094226</c:v>
                </c:pt>
                <c:pt idx="1341">
                  <c:v>1455.3318871479401</c:v>
                </c:pt>
                <c:pt idx="1342">
                  <c:v>1452.3207350897701</c:v>
                </c:pt>
                <c:pt idx="1343">
                  <c:v>1449.85827444849</c:v>
                </c:pt>
                <c:pt idx="1344">
                  <c:v>1449.5781152186801</c:v>
                </c:pt>
                <c:pt idx="1345">
                  <c:v>1445.6195177910099</c:v>
                </c:pt>
                <c:pt idx="1346">
                  <c:v>1442.28403752176</c:v>
                </c:pt>
                <c:pt idx="1347">
                  <c:v>1440.9342801689299</c:v>
                </c:pt>
                <c:pt idx="1348">
                  <c:v>1441.58394241169</c:v>
                </c:pt>
                <c:pt idx="1349">
                  <c:v>1443.54532256008</c:v>
                </c:pt>
                <c:pt idx="1350">
                  <c:v>1440.7703704078599</c:v>
                </c:pt>
                <c:pt idx="1351">
                  <c:v>1438.99221386715</c:v>
                </c:pt>
                <c:pt idx="1352">
                  <c:v>1439.61638472602</c:v>
                </c:pt>
                <c:pt idx="1353">
                  <c:v>1440.06300181812</c:v>
                </c:pt>
                <c:pt idx="1354">
                  <c:v>1436.9877323558501</c:v>
                </c:pt>
                <c:pt idx="1355">
                  <c:v>1435.2492410948801</c:v>
                </c:pt>
                <c:pt idx="1356">
                  <c:v>1432.9489404723299</c:v>
                </c:pt>
                <c:pt idx="1357">
                  <c:v>1435.17770827405</c:v>
                </c:pt>
                <c:pt idx="1358">
                  <c:v>1432.62016308221</c:v>
                </c:pt>
                <c:pt idx="1359">
                  <c:v>1434.6126742818899</c:v>
                </c:pt>
                <c:pt idx="1360">
                  <c:v>1431.66326291933</c:v>
                </c:pt>
                <c:pt idx="1361">
                  <c:v>1430.4821266660001</c:v>
                </c:pt>
                <c:pt idx="1362">
                  <c:v>1427.9847302081901</c:v>
                </c:pt>
                <c:pt idx="1363">
                  <c:v>1429.1514865127999</c:v>
                </c:pt>
                <c:pt idx="1364">
                  <c:v>1431.8777306756199</c:v>
                </c:pt>
                <c:pt idx="1365">
                  <c:v>1426.62550221486</c:v>
                </c:pt>
                <c:pt idx="1366">
                  <c:v>1422.12422810864</c:v>
                </c:pt>
                <c:pt idx="1367">
                  <c:v>1414.2477134292601</c:v>
                </c:pt>
                <c:pt idx="1368">
                  <c:v>1411.09050759204</c:v>
                </c:pt>
                <c:pt idx="1369">
                  <c:v>1406.2845431733001</c:v>
                </c:pt>
                <c:pt idx="1370">
                  <c:v>1402.3814002521401</c:v>
                </c:pt>
                <c:pt idx="1371">
                  <c:v>1402.38768984329</c:v>
                </c:pt>
                <c:pt idx="1372">
                  <c:v>1404.58178270691</c:v>
                </c:pt>
                <c:pt idx="1373">
                  <c:v>1405.7315984100201</c:v>
                </c:pt>
                <c:pt idx="1374">
                  <c:v>1402.4757481756999</c:v>
                </c:pt>
                <c:pt idx="1375">
                  <c:v>1405.0518695148301</c:v>
                </c:pt>
                <c:pt idx="1376">
                  <c:v>1408.0867402648901</c:v>
                </c:pt>
                <c:pt idx="1377">
                  <c:v>1403.73598787739</c:v>
                </c:pt>
                <c:pt idx="1378">
                  <c:v>1402.1264962292901</c:v>
                </c:pt>
                <c:pt idx="1379">
                  <c:v>1404.66033916482</c:v>
                </c:pt>
                <c:pt idx="1380">
                  <c:v>1406.01985324474</c:v>
                </c:pt>
                <c:pt idx="1381">
                  <c:v>1404.2751229729099</c:v>
                </c:pt>
                <c:pt idx="1382">
                  <c:v>1394.46841448897</c:v>
                </c:pt>
                <c:pt idx="1383">
                  <c:v>1398.5069143652499</c:v>
                </c:pt>
                <c:pt idx="1384">
                  <c:v>1399.61833089781</c:v>
                </c:pt>
                <c:pt idx="1385">
                  <c:v>1397.9243741549301</c:v>
                </c:pt>
                <c:pt idx="1386">
                  <c:v>1393.5648334232001</c:v>
                </c:pt>
                <c:pt idx="1387">
                  <c:v>1398.2736971397501</c:v>
                </c:pt>
                <c:pt idx="1388">
                  <c:v>1402.4384076865999</c:v>
                </c:pt>
                <c:pt idx="1389">
                  <c:v>1401.93045709589</c:v>
                </c:pt>
                <c:pt idx="1390">
                  <c:v>1401.83919277922</c:v>
                </c:pt>
                <c:pt idx="1391">
                  <c:v>1401.87619495221</c:v>
                </c:pt>
                <c:pt idx="1392">
                  <c:v>1404.28634240056</c:v>
                </c:pt>
                <c:pt idx="1393">
                  <c:v>1405.11109677948</c:v>
                </c:pt>
                <c:pt idx="1394">
                  <c:v>1401.8266860343499</c:v>
                </c:pt>
                <c:pt idx="1395">
                  <c:v>1390.2787928186001</c:v>
                </c:pt>
                <c:pt idx="1396">
                  <c:v>1390.56088144706</c:v>
                </c:pt>
                <c:pt idx="1397">
                  <c:v>1394.6643412818501</c:v>
                </c:pt>
                <c:pt idx="1398">
                  <c:v>1392.80654137033</c:v>
                </c:pt>
                <c:pt idx="1399">
                  <c:v>1388.21483874409</c:v>
                </c:pt>
                <c:pt idx="1400">
                  <c:v>1376.7658336331299</c:v>
                </c:pt>
                <c:pt idx="1401">
                  <c:v>1382.41425680781</c:v>
                </c:pt>
                <c:pt idx="1402">
                  <c:v>1377.83841803991</c:v>
                </c:pt>
                <c:pt idx="1403">
                  <c:v>1375.59127400796</c:v>
                </c:pt>
                <c:pt idx="1404">
                  <c:v>1373.89430365884</c:v>
                </c:pt>
                <c:pt idx="1405">
                  <c:v>1382.0308866574401</c:v>
                </c:pt>
                <c:pt idx="1406">
                  <c:v>1383.82555744213</c:v>
                </c:pt>
                <c:pt idx="1407">
                  <c:v>1375.05658454183</c:v>
                </c:pt>
                <c:pt idx="1408">
                  <c:v>1375.1727916418999</c:v>
                </c:pt>
                <c:pt idx="1409">
                  <c:v>1373.2315579037599</c:v>
                </c:pt>
                <c:pt idx="1410">
                  <c:v>1374.9872277551101</c:v>
                </c:pt>
                <c:pt idx="1411">
                  <c:v>1376.3376823519</c:v>
                </c:pt>
                <c:pt idx="1412">
                  <c:v>1372.99557481292</c:v>
                </c:pt>
                <c:pt idx="1413">
                  <c:v>1373.46530408785</c:v>
                </c:pt>
                <c:pt idx="1414">
                  <c:v>1367.4010623240499</c:v>
                </c:pt>
                <c:pt idx="1415">
                  <c:v>1363.85302369792</c:v>
                </c:pt>
                <c:pt idx="1416">
                  <c:v>1360.50527792394</c:v>
                </c:pt>
                <c:pt idx="1417">
                  <c:v>1359.4827393636201</c:v>
                </c:pt>
                <c:pt idx="1418">
                  <c:v>1361.0057701564001</c:v>
                </c:pt>
                <c:pt idx="1419">
                  <c:v>1361.6637537182</c:v>
                </c:pt>
                <c:pt idx="1420">
                  <c:v>1362.0525714909199</c:v>
                </c:pt>
                <c:pt idx="1421">
                  <c:v>1360.3571862715</c:v>
                </c:pt>
                <c:pt idx="1422">
                  <c:v>1358.6183578667201</c:v>
                </c:pt>
                <c:pt idx="1423">
                  <c:v>1359.7623694556701</c:v>
                </c:pt>
                <c:pt idx="1424">
                  <c:v>1356.73897327432</c:v>
                </c:pt>
                <c:pt idx="1425">
                  <c:v>1356.53103395224</c:v>
                </c:pt>
                <c:pt idx="1426">
                  <c:v>1359.24940172787</c:v>
                </c:pt>
                <c:pt idx="1427">
                  <c:v>1361.2497049045901</c:v>
                </c:pt>
                <c:pt idx="1428">
                  <c:v>1354.72326463083</c:v>
                </c:pt>
                <c:pt idx="1429">
                  <c:v>1349.15993123624</c:v>
                </c:pt>
                <c:pt idx="1430">
                  <c:v>1348.6680708385099</c:v>
                </c:pt>
                <c:pt idx="1431">
                  <c:v>1347.30537120385</c:v>
                </c:pt>
                <c:pt idx="1432">
                  <c:v>1344.01543296662</c:v>
                </c:pt>
                <c:pt idx="1433">
                  <c:v>1337.88501612709</c:v>
                </c:pt>
                <c:pt idx="1434">
                  <c:v>1336.9141610597201</c:v>
                </c:pt>
                <c:pt idx="1435">
                  <c:v>1335.8517161050099</c:v>
                </c:pt>
                <c:pt idx="1436">
                  <c:v>1338.6705602487</c:v>
                </c:pt>
                <c:pt idx="1437">
                  <c:v>1339.9438804369099</c:v>
                </c:pt>
                <c:pt idx="1438">
                  <c:v>1339.9426123896201</c:v>
                </c:pt>
                <c:pt idx="1439">
                  <c:v>1339.2179438995199</c:v>
                </c:pt>
                <c:pt idx="1440">
                  <c:v>1339.5290598925201</c:v>
                </c:pt>
                <c:pt idx="1441">
                  <c:v>1338.4834525584099</c:v>
                </c:pt>
                <c:pt idx="1442">
                  <c:v>1339.1047620987199</c:v>
                </c:pt>
                <c:pt idx="1443">
                  <c:v>1341.3383173826001</c:v>
                </c:pt>
                <c:pt idx="1444">
                  <c:v>1345.5526793312699</c:v>
                </c:pt>
                <c:pt idx="1445">
                  <c:v>1343.4614942010501</c:v>
                </c:pt>
                <c:pt idx="1446">
                  <c:v>1339.6603446527399</c:v>
                </c:pt>
                <c:pt idx="1447">
                  <c:v>1335.62088009849</c:v>
                </c:pt>
                <c:pt idx="1448">
                  <c:v>1331.13509391154</c:v>
                </c:pt>
                <c:pt idx="1449">
                  <c:v>1328.1573567907701</c:v>
                </c:pt>
                <c:pt idx="1450">
                  <c:v>1325.0578427220701</c:v>
                </c:pt>
                <c:pt idx="1451">
                  <c:v>1322.76440999951</c:v>
                </c:pt>
                <c:pt idx="1452">
                  <c:v>1322.7893052848201</c:v>
                </c:pt>
                <c:pt idx="1453">
                  <c:v>1320.79749887455</c:v>
                </c:pt>
                <c:pt idx="1454">
                  <c:v>1323.09984737375</c:v>
                </c:pt>
                <c:pt idx="1455">
                  <c:v>1323.98097870838</c:v>
                </c:pt>
                <c:pt idx="1456">
                  <c:v>1322.77299366906</c:v>
                </c:pt>
                <c:pt idx="1457">
                  <c:v>1319.1343347745801</c:v>
                </c:pt>
                <c:pt idx="1458">
                  <c:v>1316.08004197272</c:v>
                </c:pt>
                <c:pt idx="1459">
                  <c:v>1318.0666427675601</c:v>
                </c:pt>
                <c:pt idx="1460">
                  <c:v>1316.2055509530901</c:v>
                </c:pt>
                <c:pt idx="1461">
                  <c:v>1313.3350281323001</c:v>
                </c:pt>
                <c:pt idx="1462">
                  <c:v>1311.08196453862</c:v>
                </c:pt>
                <c:pt idx="1463">
                  <c:v>1311.67267989577</c:v>
                </c:pt>
                <c:pt idx="1464">
                  <c:v>1307.8964492995001</c:v>
                </c:pt>
                <c:pt idx="1465">
                  <c:v>1302.7994926657</c:v>
                </c:pt>
                <c:pt idx="1466">
                  <c:v>1302.97204263391</c:v>
                </c:pt>
                <c:pt idx="1467">
                  <c:v>1303.3364137573101</c:v>
                </c:pt>
                <c:pt idx="1468">
                  <c:v>1304.6083546765001</c:v>
                </c:pt>
                <c:pt idx="1469">
                  <c:v>1306.1671706131499</c:v>
                </c:pt>
                <c:pt idx="1470">
                  <c:v>1309.14790391734</c:v>
                </c:pt>
                <c:pt idx="1471">
                  <c:v>1308.2892248575799</c:v>
                </c:pt>
                <c:pt idx="1472">
                  <c:v>1307.2520054910501</c:v>
                </c:pt>
                <c:pt idx="1473">
                  <c:v>1305.8979580108901</c:v>
                </c:pt>
                <c:pt idx="1474">
                  <c:v>1302.7686102852299</c:v>
                </c:pt>
                <c:pt idx="1475">
                  <c:v>1301.96612037092</c:v>
                </c:pt>
                <c:pt idx="1476">
                  <c:v>1301.4646852375299</c:v>
                </c:pt>
                <c:pt idx="1477">
                  <c:v>1301.13942057384</c:v>
                </c:pt>
                <c:pt idx="1478">
                  <c:v>1296.97336032163</c:v>
                </c:pt>
                <c:pt idx="1479">
                  <c:v>1294.43384510387</c:v>
                </c:pt>
                <c:pt idx="1480">
                  <c:v>1291.8268498848099</c:v>
                </c:pt>
                <c:pt idx="1481">
                  <c:v>1290.1298242701901</c:v>
                </c:pt>
                <c:pt idx="1482">
                  <c:v>1287.5974437708701</c:v>
                </c:pt>
                <c:pt idx="1483">
                  <c:v>1285.03501666139</c:v>
                </c:pt>
                <c:pt idx="1484">
                  <c:v>1283.9289702684</c:v>
                </c:pt>
                <c:pt idx="1485">
                  <c:v>1281.4379173519901</c:v>
                </c:pt>
                <c:pt idx="1486">
                  <c:v>1281.3284553241001</c:v>
                </c:pt>
                <c:pt idx="1487">
                  <c:v>1283.76575273865</c:v>
                </c:pt>
                <c:pt idx="1488">
                  <c:v>1284.93864948754</c:v>
                </c:pt>
                <c:pt idx="1489">
                  <c:v>1288.2592092545599</c:v>
                </c:pt>
                <c:pt idx="1490">
                  <c:v>1286.1645517505699</c:v>
                </c:pt>
                <c:pt idx="1491">
                  <c:v>1285.12592732553</c:v>
                </c:pt>
                <c:pt idx="1492">
                  <c:v>1282.2438216988201</c:v>
                </c:pt>
                <c:pt idx="1493">
                  <c:v>1280.72751179174</c:v>
                </c:pt>
                <c:pt idx="1494">
                  <c:v>1278.4270961228401</c:v>
                </c:pt>
                <c:pt idx="1495">
                  <c:v>1276.81338874938</c:v>
                </c:pt>
                <c:pt idx="1496">
                  <c:v>1277.67671306327</c:v>
                </c:pt>
                <c:pt idx="1497">
                  <c:v>1269.3731671395401</c:v>
                </c:pt>
                <c:pt idx="1498">
                  <c:v>1269.06949946752</c:v>
                </c:pt>
                <c:pt idx="1499">
                  <c:v>1273.2563971003699</c:v>
                </c:pt>
                <c:pt idx="1500">
                  <c:v>1271.7966191053399</c:v>
                </c:pt>
                <c:pt idx="1501">
                  <c:v>1269.7368902450601</c:v>
                </c:pt>
                <c:pt idx="1502">
                  <c:v>1260.97173295057</c:v>
                </c:pt>
                <c:pt idx="1503">
                  <c:v>1270.7824853458901</c:v>
                </c:pt>
                <c:pt idx="1504">
                  <c:v>1269.1371124305699</c:v>
                </c:pt>
                <c:pt idx="1505">
                  <c:v>1266.9257494118699</c:v>
                </c:pt>
                <c:pt idx="1506">
                  <c:v>1266.23311909161</c:v>
                </c:pt>
                <c:pt idx="1507">
                  <c:v>1271.5118337502299</c:v>
                </c:pt>
                <c:pt idx="1508">
                  <c:v>1270.2266635897399</c:v>
                </c:pt>
                <c:pt idx="1509">
                  <c:v>1261.3800189318199</c:v>
                </c:pt>
                <c:pt idx="1510">
                  <c:v>1263.0210370940099</c:v>
                </c:pt>
                <c:pt idx="1511">
                  <c:v>1262.98009454916</c:v>
                </c:pt>
                <c:pt idx="1512">
                  <c:v>1262.28019887234</c:v>
                </c:pt>
                <c:pt idx="1513">
                  <c:v>1257.8315924052799</c:v>
                </c:pt>
                <c:pt idx="1514">
                  <c:v>1257.50884395298</c:v>
                </c:pt>
                <c:pt idx="1515">
                  <c:v>1259.3940993641099</c:v>
                </c:pt>
                <c:pt idx="1516">
                  <c:v>1253.6636842969399</c:v>
                </c:pt>
                <c:pt idx="1517">
                  <c:v>1247.8379557749599</c:v>
                </c:pt>
                <c:pt idx="1518">
                  <c:v>1245.70171863001</c:v>
                </c:pt>
                <c:pt idx="1519">
                  <c:v>1248.73367958362</c:v>
                </c:pt>
                <c:pt idx="1520">
                  <c:v>1248.19554976736</c:v>
                </c:pt>
                <c:pt idx="1521">
                  <c:v>1247.54596021007</c:v>
                </c:pt>
                <c:pt idx="1522">
                  <c:v>1248.78369755177</c:v>
                </c:pt>
                <c:pt idx="1523">
                  <c:v>1251.5860349515101</c:v>
                </c:pt>
                <c:pt idx="1524">
                  <c:v>1247.7409468343101</c:v>
                </c:pt>
                <c:pt idx="1525">
                  <c:v>1246.5431455617199</c:v>
                </c:pt>
                <c:pt idx="1526">
                  <c:v>1248.0256821009</c:v>
                </c:pt>
                <c:pt idx="1527">
                  <c:v>1249.0630168682201</c:v>
                </c:pt>
                <c:pt idx="1528">
                  <c:v>1247.6351459100599</c:v>
                </c:pt>
                <c:pt idx="1529">
                  <c:v>1245.1613801037499</c:v>
                </c:pt>
                <c:pt idx="1530">
                  <c:v>1245.7375184886901</c:v>
                </c:pt>
                <c:pt idx="1531">
                  <c:v>1245.9892367542</c:v>
                </c:pt>
                <c:pt idx="1532">
                  <c:v>1245.0074476152099</c:v>
                </c:pt>
                <c:pt idx="1533">
                  <c:v>1244.0742682995799</c:v>
                </c:pt>
                <c:pt idx="1534">
                  <c:v>1243.3827863889701</c:v>
                </c:pt>
                <c:pt idx="1535">
                  <c:v>1242.4892636250299</c:v>
                </c:pt>
                <c:pt idx="1536">
                  <c:v>1240.0384974040701</c:v>
                </c:pt>
                <c:pt idx="1537">
                  <c:v>1237.31483259527</c:v>
                </c:pt>
                <c:pt idx="1538">
                  <c:v>1237.4835554854401</c:v>
                </c:pt>
                <c:pt idx="1539">
                  <c:v>1237.3281247597899</c:v>
                </c:pt>
                <c:pt idx="1540">
                  <c:v>1236.2125044767999</c:v>
                </c:pt>
                <c:pt idx="1541">
                  <c:v>1227.0971474815201</c:v>
                </c:pt>
                <c:pt idx="1542">
                  <c:v>1227.4719827389799</c:v>
                </c:pt>
                <c:pt idx="1543">
                  <c:v>1230.72405714763</c:v>
                </c:pt>
                <c:pt idx="1544">
                  <c:v>1229.88411454929</c:v>
                </c:pt>
                <c:pt idx="1545">
                  <c:v>1228.1023790659001</c:v>
                </c:pt>
                <c:pt idx="1546">
                  <c:v>1216.7857546678699</c:v>
                </c:pt>
                <c:pt idx="1547">
                  <c:v>1222.4704938080699</c:v>
                </c:pt>
                <c:pt idx="1548">
                  <c:v>1221.3189749143401</c:v>
                </c:pt>
                <c:pt idx="1549">
                  <c:v>1220.2306732011</c:v>
                </c:pt>
                <c:pt idx="1550">
                  <c:v>1214.2648636516701</c:v>
                </c:pt>
                <c:pt idx="1551">
                  <c:v>1218.9369592759699</c:v>
                </c:pt>
                <c:pt idx="1552">
                  <c:v>1219.0783175984</c:v>
                </c:pt>
                <c:pt idx="1553">
                  <c:v>1214.7231369117701</c:v>
                </c:pt>
                <c:pt idx="1554">
                  <c:v>1214.0582334456601</c:v>
                </c:pt>
                <c:pt idx="1555">
                  <c:v>1214.08088504342</c:v>
                </c:pt>
                <c:pt idx="1556">
                  <c:v>1217.88285950811</c:v>
                </c:pt>
                <c:pt idx="1557">
                  <c:v>1217.3991842544999</c:v>
                </c:pt>
                <c:pt idx="1558">
                  <c:v>1213.99839802262</c:v>
                </c:pt>
                <c:pt idx="1559">
                  <c:v>1211.97457806645</c:v>
                </c:pt>
                <c:pt idx="1560">
                  <c:v>1211.16716079563</c:v>
                </c:pt>
                <c:pt idx="1561">
                  <c:v>1209.54519265149</c:v>
                </c:pt>
                <c:pt idx="1562">
                  <c:v>1208.96719023574</c:v>
                </c:pt>
                <c:pt idx="1563">
                  <c:v>1210.51833508871</c:v>
                </c:pt>
                <c:pt idx="1564">
                  <c:v>1209.7518225239701</c:v>
                </c:pt>
                <c:pt idx="1565">
                  <c:v>1203.6514376724399</c:v>
                </c:pt>
                <c:pt idx="1566">
                  <c:v>1202.76351163972</c:v>
                </c:pt>
                <c:pt idx="1567">
                  <c:v>1206.62088207075</c:v>
                </c:pt>
                <c:pt idx="1568">
                  <c:v>1199.18293398074</c:v>
                </c:pt>
                <c:pt idx="1569">
                  <c:v>1200.13164009005</c:v>
                </c:pt>
                <c:pt idx="1570">
                  <c:v>1202.41041918569</c:v>
                </c:pt>
                <c:pt idx="1571">
                  <c:v>1210.6792545949399</c:v>
                </c:pt>
                <c:pt idx="1572">
                  <c:v>1208.67387590455</c:v>
                </c:pt>
                <c:pt idx="1573">
                  <c:v>1193.5609067026201</c:v>
                </c:pt>
                <c:pt idx="1574">
                  <c:v>1200.92360119416</c:v>
                </c:pt>
                <c:pt idx="1575">
                  <c:v>1203.26346876355</c:v>
                </c:pt>
                <c:pt idx="1576">
                  <c:v>1199.9403181350201</c:v>
                </c:pt>
                <c:pt idx="1577">
                  <c:v>1194.95810930108</c:v>
                </c:pt>
                <c:pt idx="1578">
                  <c:v>1200.5973578518001</c:v>
                </c:pt>
                <c:pt idx="1579">
                  <c:v>1201.99839348466</c:v>
                </c:pt>
                <c:pt idx="1580">
                  <c:v>1193.3796390760399</c:v>
                </c:pt>
                <c:pt idx="1581">
                  <c:v>1191.0235207186699</c:v>
                </c:pt>
                <c:pt idx="1582">
                  <c:v>1188.5482351145399</c:v>
                </c:pt>
                <c:pt idx="1583">
                  <c:v>1186.4778000794699</c:v>
                </c:pt>
                <c:pt idx="1584">
                  <c:v>1188.6414595956101</c:v>
                </c:pt>
                <c:pt idx="1585">
                  <c:v>1186.39046145577</c:v>
                </c:pt>
                <c:pt idx="1586">
                  <c:v>1186.8388115774601</c:v>
                </c:pt>
                <c:pt idx="1587">
                  <c:v>1185.8947996706299</c:v>
                </c:pt>
                <c:pt idx="1588">
                  <c:v>1185.6922551191501</c:v>
                </c:pt>
                <c:pt idx="1589">
                  <c:v>1184.89630691972</c:v>
                </c:pt>
                <c:pt idx="1590">
                  <c:v>1183.3131874057599</c:v>
                </c:pt>
                <c:pt idx="1591">
                  <c:v>1182.6102596727601</c:v>
                </c:pt>
                <c:pt idx="1592">
                  <c:v>1181.2217865200901</c:v>
                </c:pt>
                <c:pt idx="1593">
                  <c:v>1176.78992297784</c:v>
                </c:pt>
                <c:pt idx="1594">
                  <c:v>1174.8025469568499</c:v>
                </c:pt>
                <c:pt idx="1595">
                  <c:v>1167.5867701242</c:v>
                </c:pt>
                <c:pt idx="1596">
                  <c:v>1167.36257242844</c:v>
                </c:pt>
                <c:pt idx="1597">
                  <c:v>1163.59098255403</c:v>
                </c:pt>
                <c:pt idx="1598">
                  <c:v>1153.8148424589101</c:v>
                </c:pt>
                <c:pt idx="1599">
                  <c:v>1154.6703586860599</c:v>
                </c:pt>
                <c:pt idx="1600">
                  <c:v>1150.4756366167001</c:v>
                </c:pt>
                <c:pt idx="1601">
                  <c:v>1159.88093313325</c:v>
                </c:pt>
                <c:pt idx="1602">
                  <c:v>1153.8439908120899</c:v>
                </c:pt>
                <c:pt idx="1603">
                  <c:v>1155.2761228238601</c:v>
                </c:pt>
                <c:pt idx="1604">
                  <c:v>1164.04742274975</c:v>
                </c:pt>
                <c:pt idx="1605">
                  <c:v>1171.1513769154899</c:v>
                </c:pt>
                <c:pt idx="1606">
                  <c:v>1171.4872863204</c:v>
                </c:pt>
                <c:pt idx="1607">
                  <c:v>1171.5203919102601</c:v>
                </c:pt>
                <c:pt idx="1608">
                  <c:v>1177.3402577484401</c:v>
                </c:pt>
                <c:pt idx="1609">
                  <c:v>1171.5188926072699</c:v>
                </c:pt>
                <c:pt idx="1610">
                  <c:v>1165.69580023603</c:v>
                </c:pt>
                <c:pt idx="1611">
                  <c:v>1166.2610763006801</c:v>
                </c:pt>
                <c:pt idx="1612">
                  <c:v>1163.3047632118601</c:v>
                </c:pt>
                <c:pt idx="1613">
                  <c:v>1159.27580596903</c:v>
                </c:pt>
                <c:pt idx="1614">
                  <c:v>1160.4456968730001</c:v>
                </c:pt>
                <c:pt idx="1615">
                  <c:v>1159.4495549718499</c:v>
                </c:pt>
                <c:pt idx="1616">
                  <c:v>1160.8773534304</c:v>
                </c:pt>
                <c:pt idx="1617">
                  <c:v>1152.5865234662399</c:v>
                </c:pt>
                <c:pt idx="1618">
                  <c:v>1156.6613442655901</c:v>
                </c:pt>
                <c:pt idx="1619">
                  <c:v>1159.22487363089</c:v>
                </c:pt>
                <c:pt idx="1620">
                  <c:v>1158.80250164569</c:v>
                </c:pt>
                <c:pt idx="1621">
                  <c:v>1151.76464607865</c:v>
                </c:pt>
                <c:pt idx="1622">
                  <c:v>1155.1857258300299</c:v>
                </c:pt>
                <c:pt idx="1623">
                  <c:v>1157.15352138342</c:v>
                </c:pt>
                <c:pt idx="1624">
                  <c:v>1152.7133601661501</c:v>
                </c:pt>
                <c:pt idx="1625">
                  <c:v>1149.24354718262</c:v>
                </c:pt>
                <c:pt idx="1626">
                  <c:v>1149.1536401619201</c:v>
                </c:pt>
                <c:pt idx="1627">
                  <c:v>1149.1354247326001</c:v>
                </c:pt>
                <c:pt idx="1628">
                  <c:v>1145.74926743132</c:v>
                </c:pt>
                <c:pt idx="1629">
                  <c:v>1143.0431384298299</c:v>
                </c:pt>
                <c:pt idx="1630">
                  <c:v>1143.5808514497701</c:v>
                </c:pt>
                <c:pt idx="1631">
                  <c:v>1144.53694462097</c:v>
                </c:pt>
                <c:pt idx="1632">
                  <c:v>1142.4298905317501</c:v>
                </c:pt>
                <c:pt idx="1633">
                  <c:v>1140.83313538578</c:v>
                </c:pt>
                <c:pt idx="1634">
                  <c:v>1139.64363006539</c:v>
                </c:pt>
                <c:pt idx="1635">
                  <c:v>1138.8577437291599</c:v>
                </c:pt>
                <c:pt idx="1636">
                  <c:v>1136.8333859663801</c:v>
                </c:pt>
                <c:pt idx="1637">
                  <c:v>1134.83465529462</c:v>
                </c:pt>
                <c:pt idx="1638">
                  <c:v>1134.1832639930999</c:v>
                </c:pt>
                <c:pt idx="1639">
                  <c:v>1133.20476321607</c:v>
                </c:pt>
                <c:pt idx="1640">
                  <c:v>1133.25078712394</c:v>
                </c:pt>
                <c:pt idx="1641">
                  <c:v>1132.50537492441</c:v>
                </c:pt>
                <c:pt idx="1642">
                  <c:v>1129.0086092597801</c:v>
                </c:pt>
                <c:pt idx="1643">
                  <c:v>1129.8836941842101</c:v>
                </c:pt>
                <c:pt idx="1644">
                  <c:v>1129.0547840556401</c:v>
                </c:pt>
                <c:pt idx="1645">
                  <c:v>1129.5815073895601</c:v>
                </c:pt>
                <c:pt idx="1646">
                  <c:v>1127.5231990980899</c:v>
                </c:pt>
                <c:pt idx="1647">
                  <c:v>1127.5051416190299</c:v>
                </c:pt>
                <c:pt idx="1648">
                  <c:v>1126.3629229931801</c:v>
                </c:pt>
                <c:pt idx="1649">
                  <c:v>1125.54354499905</c:v>
                </c:pt>
                <c:pt idx="1650">
                  <c:v>1124.5266508597399</c:v>
                </c:pt>
                <c:pt idx="1651">
                  <c:v>1124.7053075736301</c:v>
                </c:pt>
                <c:pt idx="1652">
                  <c:v>1120.95929042275</c:v>
                </c:pt>
                <c:pt idx="1653">
                  <c:v>1120.89597145472</c:v>
                </c:pt>
                <c:pt idx="1654">
                  <c:v>1119.0871426912299</c:v>
                </c:pt>
                <c:pt idx="1655">
                  <c:v>1117.68662133629</c:v>
                </c:pt>
                <c:pt idx="1656">
                  <c:v>1119.0423155014601</c:v>
                </c:pt>
                <c:pt idx="1657">
                  <c:v>1120.1673640746701</c:v>
                </c:pt>
                <c:pt idx="1658">
                  <c:v>1120.1801990372301</c:v>
                </c:pt>
                <c:pt idx="1659">
                  <c:v>1115.7547223177401</c:v>
                </c:pt>
                <c:pt idx="1660">
                  <c:v>1114.1777866633199</c:v>
                </c:pt>
                <c:pt idx="1661">
                  <c:v>1114.18396293304</c:v>
                </c:pt>
                <c:pt idx="1662">
                  <c:v>1112.5358387465401</c:v>
                </c:pt>
                <c:pt idx="1663">
                  <c:v>1110.0280243965401</c:v>
                </c:pt>
                <c:pt idx="1664">
                  <c:v>1110.42611398248</c:v>
                </c:pt>
                <c:pt idx="1665">
                  <c:v>1110.93188136752</c:v>
                </c:pt>
                <c:pt idx="1666">
                  <c:v>1108.0312810216201</c:v>
                </c:pt>
                <c:pt idx="1667">
                  <c:v>1105.46106592755</c:v>
                </c:pt>
                <c:pt idx="1668">
                  <c:v>1104.57821882182</c:v>
                </c:pt>
                <c:pt idx="1669">
                  <c:v>1104.0433602343701</c:v>
                </c:pt>
                <c:pt idx="1670">
                  <c:v>1102.92143907942</c:v>
                </c:pt>
                <c:pt idx="1671">
                  <c:v>1105.0009022315</c:v>
                </c:pt>
                <c:pt idx="1672">
                  <c:v>1105.7136622257699</c:v>
                </c:pt>
                <c:pt idx="1673">
                  <c:v>1106.9695742044501</c:v>
                </c:pt>
                <c:pt idx="1674">
                  <c:v>1103.91523725715</c:v>
                </c:pt>
                <c:pt idx="1675">
                  <c:v>1101.8761710256499</c:v>
                </c:pt>
                <c:pt idx="1676">
                  <c:v>1099.37793167123</c:v>
                </c:pt>
                <c:pt idx="1677">
                  <c:v>1099.16119457373</c:v>
                </c:pt>
                <c:pt idx="1678">
                  <c:v>1098.53053117576</c:v>
                </c:pt>
                <c:pt idx="1679">
                  <c:v>1096.78173378153</c:v>
                </c:pt>
                <c:pt idx="1680">
                  <c:v>1088.5746181899599</c:v>
                </c:pt>
                <c:pt idx="1681">
                  <c:v>1087.8204129262001</c:v>
                </c:pt>
                <c:pt idx="1682">
                  <c:v>1090.1630708274799</c:v>
                </c:pt>
                <c:pt idx="1683">
                  <c:v>1090.3265493920201</c:v>
                </c:pt>
                <c:pt idx="1684">
                  <c:v>1091.14047973008</c:v>
                </c:pt>
                <c:pt idx="1685">
                  <c:v>1086.69468094595</c:v>
                </c:pt>
                <c:pt idx="1686">
                  <c:v>1094.5251129953101</c:v>
                </c:pt>
                <c:pt idx="1687">
                  <c:v>1093.61792863705</c:v>
                </c:pt>
                <c:pt idx="1688">
                  <c:v>1092.6434439222901</c:v>
                </c:pt>
                <c:pt idx="1689">
                  <c:v>1091.5807655046301</c:v>
                </c:pt>
                <c:pt idx="1690">
                  <c:v>1095.6493630826001</c:v>
                </c:pt>
                <c:pt idx="1691">
                  <c:v>1095.0506126908399</c:v>
                </c:pt>
                <c:pt idx="1692">
                  <c:v>1089.52325638557</c:v>
                </c:pt>
                <c:pt idx="1693">
                  <c:v>1087.5580345989699</c:v>
                </c:pt>
                <c:pt idx="1694">
                  <c:v>1084.9674050603001</c:v>
                </c:pt>
                <c:pt idx="1695">
                  <c:v>1083.05173670934</c:v>
                </c:pt>
                <c:pt idx="1696">
                  <c:v>1081.9637813182801</c:v>
                </c:pt>
                <c:pt idx="1697">
                  <c:v>1078.9474254162101</c:v>
                </c:pt>
                <c:pt idx="1698">
                  <c:v>1074.39525575845</c:v>
                </c:pt>
                <c:pt idx="1699">
                  <c:v>1073.9091932660999</c:v>
                </c:pt>
                <c:pt idx="1700">
                  <c:v>1073.9164446452</c:v>
                </c:pt>
                <c:pt idx="1701">
                  <c:v>1073.07681997038</c:v>
                </c:pt>
                <c:pt idx="1702">
                  <c:v>1068.2931157472999</c:v>
                </c:pt>
                <c:pt idx="1703">
                  <c:v>1067.81349772829</c:v>
                </c:pt>
                <c:pt idx="1704">
                  <c:v>1068.2501129769801</c:v>
                </c:pt>
                <c:pt idx="1705">
                  <c:v>1067.12456697831</c:v>
                </c:pt>
                <c:pt idx="1706">
                  <c:v>1064.8602201245899</c:v>
                </c:pt>
                <c:pt idx="1707">
                  <c:v>1066.7957822860001</c:v>
                </c:pt>
                <c:pt idx="1708">
                  <c:v>1069.5583606929599</c:v>
                </c:pt>
                <c:pt idx="1709">
                  <c:v>1068.03326271118</c:v>
                </c:pt>
                <c:pt idx="1710">
                  <c:v>1064.41971532107</c:v>
                </c:pt>
                <c:pt idx="1711">
                  <c:v>1062.6381805297001</c:v>
                </c:pt>
                <c:pt idx="1712">
                  <c:v>1064.52189034088</c:v>
                </c:pt>
                <c:pt idx="1713">
                  <c:v>1067.41975998058</c:v>
                </c:pt>
                <c:pt idx="1714">
                  <c:v>1069.48955265873</c:v>
                </c:pt>
                <c:pt idx="1715">
                  <c:v>1069.4612923683701</c:v>
                </c:pt>
                <c:pt idx="1716">
                  <c:v>1068.8896092922801</c:v>
                </c:pt>
                <c:pt idx="1717">
                  <c:v>1069.1727491901099</c:v>
                </c:pt>
              </c:numCache>
            </c:numRef>
          </c:yVal>
          <c:smooth val="0"/>
          <c:extLst>
            <c:ext xmlns:c16="http://schemas.microsoft.com/office/drawing/2014/chart" uri="{C3380CC4-5D6E-409C-BE32-E72D297353CC}">
              <c16:uniqueId val="{00000002-4B7D-4AB1-B5E8-89D2DE63C583}"/>
            </c:ext>
          </c:extLst>
        </c:ser>
        <c:ser>
          <c:idx val="3"/>
          <c:order val="3"/>
          <c:tx>
            <c:strRef>
              <c:f>Presentation!$BK$1</c:f>
              <c:strCache>
                <c:ptCount val="1"/>
                <c:pt idx="0">
                  <c:v>NF270_MC2_061114_S3CaCl3</c:v>
                </c:pt>
              </c:strCache>
            </c:strRef>
          </c:tx>
          <c:spPr>
            <a:ln w="25400" cap="rnd">
              <a:noFill/>
              <a:round/>
            </a:ln>
            <a:effectLst/>
          </c:spPr>
          <c:marker>
            <c:symbol val="circle"/>
            <c:size val="2"/>
            <c:spPr>
              <a:solidFill>
                <a:schemeClr val="accent4"/>
              </a:solidFill>
              <a:ln w="9525">
                <a:solidFill>
                  <a:schemeClr val="accent4"/>
                </a:solidFill>
              </a:ln>
              <a:effectLst/>
            </c:spPr>
          </c:marker>
          <c:xVal>
            <c:numRef>
              <c:f>Presentation!$BN$164:$BN$2419</c:f>
              <c:numCache>
                <c:formatCode>0.00E+00</c:formatCode>
                <c:ptCount val="2256"/>
                <c:pt idx="0">
                  <c:v>406.54956131837719</c:v>
                </c:pt>
                <c:pt idx="1">
                  <c:v>412.04763170053184</c:v>
                </c:pt>
                <c:pt idx="2">
                  <c:v>417.53347064181952</c:v>
                </c:pt>
                <c:pt idx="3">
                  <c:v>422.81957787728265</c:v>
                </c:pt>
                <c:pt idx="4">
                  <c:v>428.28512464060316</c:v>
                </c:pt>
                <c:pt idx="5">
                  <c:v>434.02040670849715</c:v>
                </c:pt>
                <c:pt idx="6">
                  <c:v>439.15040726466293</c:v>
                </c:pt>
                <c:pt idx="7">
                  <c:v>445.06544483920152</c:v>
                </c:pt>
                <c:pt idx="8">
                  <c:v>450.81888185394331</c:v>
                </c:pt>
                <c:pt idx="9">
                  <c:v>457.9041700402467</c:v>
                </c:pt>
                <c:pt idx="10">
                  <c:v>463.9064322442926</c:v>
                </c:pt>
                <c:pt idx="11">
                  <c:v>468.96806056338357</c:v>
                </c:pt>
                <c:pt idx="12">
                  <c:v>475.84288589341713</c:v>
                </c:pt>
                <c:pt idx="13">
                  <c:v>482.59707417922743</c:v>
                </c:pt>
                <c:pt idx="14">
                  <c:v>488.88027824110384</c:v>
                </c:pt>
                <c:pt idx="15">
                  <c:v>496.86571396470509</c:v>
                </c:pt>
                <c:pt idx="16">
                  <c:v>502.9140309593318</c:v>
                </c:pt>
                <c:pt idx="17">
                  <c:v>510.01649542243194</c:v>
                </c:pt>
                <c:pt idx="18">
                  <c:v>516.88283417795003</c:v>
                </c:pt>
                <c:pt idx="19">
                  <c:v>524.3733312874142</c:v>
                </c:pt>
                <c:pt idx="20">
                  <c:v>530.68732124284202</c:v>
                </c:pt>
                <c:pt idx="21">
                  <c:v>537.04005776510076</c:v>
                </c:pt>
                <c:pt idx="22">
                  <c:v>543.5289547066285</c:v>
                </c:pt>
                <c:pt idx="23">
                  <c:v>550.22606862018927</c:v>
                </c:pt>
                <c:pt idx="24">
                  <c:v>556.1013597655874</c:v>
                </c:pt>
                <c:pt idx="25">
                  <c:v>563.00536408754647</c:v>
                </c:pt>
                <c:pt idx="26">
                  <c:v>568.78804957552268</c:v>
                </c:pt>
                <c:pt idx="27">
                  <c:v>576.11531143629611</c:v>
                </c:pt>
                <c:pt idx="28">
                  <c:v>582.29112441059897</c:v>
                </c:pt>
                <c:pt idx="29">
                  <c:v>589.18822669661972</c:v>
                </c:pt>
                <c:pt idx="30">
                  <c:v>595.56796058566738</c:v>
                </c:pt>
                <c:pt idx="31">
                  <c:v>602.5096972815254</c:v>
                </c:pt>
                <c:pt idx="32">
                  <c:v>609.91451420260307</c:v>
                </c:pt>
                <c:pt idx="33">
                  <c:v>617.07420022699728</c:v>
                </c:pt>
                <c:pt idx="34">
                  <c:v>622.47269137748776</c:v>
                </c:pt>
                <c:pt idx="35">
                  <c:v>627.40903194257851</c:v>
                </c:pt>
                <c:pt idx="36">
                  <c:v>637.04371788093135</c:v>
                </c:pt>
                <c:pt idx="37">
                  <c:v>641.29178738491737</c:v>
                </c:pt>
                <c:pt idx="38">
                  <c:v>647.64033256514813</c:v>
                </c:pt>
                <c:pt idx="39">
                  <c:v>655.31192864346508</c:v>
                </c:pt>
                <c:pt idx="40">
                  <c:v>662.70198175122096</c:v>
                </c:pt>
                <c:pt idx="41">
                  <c:v>669.61725307592724</c:v>
                </c:pt>
                <c:pt idx="42">
                  <c:v>677.56570312127212</c:v>
                </c:pt>
                <c:pt idx="43">
                  <c:v>683.15502582107354</c:v>
                </c:pt>
                <c:pt idx="44">
                  <c:v>688.93990797976073</c:v>
                </c:pt>
                <c:pt idx="45">
                  <c:v>695.86253227732527</c:v>
                </c:pt>
                <c:pt idx="46">
                  <c:v>702.83185869629301</c:v>
                </c:pt>
                <c:pt idx="47">
                  <c:v>708.57435432191096</c:v>
                </c:pt>
                <c:pt idx="48">
                  <c:v>715.38502769332069</c:v>
                </c:pt>
                <c:pt idx="49">
                  <c:v>720.18993637919334</c:v>
                </c:pt>
                <c:pt idx="50">
                  <c:v>727.80295840293797</c:v>
                </c:pt>
                <c:pt idx="51">
                  <c:v>734.31377833979036</c:v>
                </c:pt>
                <c:pt idx="52">
                  <c:v>741.81420279096142</c:v>
                </c:pt>
                <c:pt idx="53">
                  <c:v>748.18306083223467</c:v>
                </c:pt>
                <c:pt idx="54">
                  <c:v>757.13354441977071</c:v>
                </c:pt>
                <c:pt idx="55">
                  <c:v>764.63572525103837</c:v>
                </c:pt>
                <c:pt idx="56">
                  <c:v>770.3656919626585</c:v>
                </c:pt>
                <c:pt idx="57">
                  <c:v>776.94475567577956</c:v>
                </c:pt>
                <c:pt idx="58">
                  <c:v>783.52323042821467</c:v>
                </c:pt>
                <c:pt idx="59">
                  <c:v>790.35998438157276</c:v>
                </c:pt>
                <c:pt idx="60">
                  <c:v>796.53980346596575</c:v>
                </c:pt>
                <c:pt idx="61">
                  <c:v>802.6476691883754</c:v>
                </c:pt>
                <c:pt idx="62">
                  <c:v>808.24046666720096</c:v>
                </c:pt>
                <c:pt idx="63">
                  <c:v>815.36503695873319</c:v>
                </c:pt>
                <c:pt idx="64">
                  <c:v>820.24250135409534</c:v>
                </c:pt>
                <c:pt idx="65">
                  <c:v>827.09995591654933</c:v>
                </c:pt>
                <c:pt idx="66">
                  <c:v>833.76720851886819</c:v>
                </c:pt>
                <c:pt idx="67">
                  <c:v>839.54719735942467</c:v>
                </c:pt>
                <c:pt idx="68">
                  <c:v>845.58305899395032</c:v>
                </c:pt>
                <c:pt idx="69">
                  <c:v>852.1905069846473</c:v>
                </c:pt>
                <c:pt idx="70">
                  <c:v>856.40653109110258</c:v>
                </c:pt>
                <c:pt idx="71">
                  <c:v>863.37051991212809</c:v>
                </c:pt>
                <c:pt idx="72">
                  <c:v>870.84050927736712</c:v>
                </c:pt>
                <c:pt idx="73">
                  <c:v>874.96358996102117</c:v>
                </c:pt>
                <c:pt idx="74">
                  <c:v>881.66718682463807</c:v>
                </c:pt>
                <c:pt idx="75">
                  <c:v>886.27898094350587</c:v>
                </c:pt>
                <c:pt idx="76">
                  <c:v>893.65430346688254</c:v>
                </c:pt>
                <c:pt idx="77">
                  <c:v>900.88465777669728</c:v>
                </c:pt>
                <c:pt idx="78">
                  <c:v>906.2492733403376</c:v>
                </c:pt>
                <c:pt idx="79">
                  <c:v>913.51252444222132</c:v>
                </c:pt>
                <c:pt idx="80">
                  <c:v>922.93091094389411</c:v>
                </c:pt>
                <c:pt idx="81">
                  <c:v>929.11243336687846</c:v>
                </c:pt>
                <c:pt idx="82">
                  <c:v>935.87139074281072</c:v>
                </c:pt>
                <c:pt idx="83">
                  <c:v>941.85016329618679</c:v>
                </c:pt>
                <c:pt idx="84">
                  <c:v>948.14184084450085</c:v>
                </c:pt>
                <c:pt idx="85">
                  <c:v>954.11597118209522</c:v>
                </c:pt>
                <c:pt idx="86">
                  <c:v>961.64044437193661</c:v>
                </c:pt>
                <c:pt idx="87">
                  <c:v>967.46995440397893</c:v>
                </c:pt>
                <c:pt idx="88">
                  <c:v>974.93532133797817</c:v>
                </c:pt>
                <c:pt idx="89">
                  <c:v>980.23054295013981</c:v>
                </c:pt>
                <c:pt idx="90">
                  <c:v>985.82388895855206</c:v>
                </c:pt>
                <c:pt idx="91">
                  <c:v>992.45770143997197</c:v>
                </c:pt>
                <c:pt idx="92">
                  <c:v>997.8734546163231</c:v>
                </c:pt>
                <c:pt idx="93">
                  <c:v>1004.159411508994</c:v>
                </c:pt>
                <c:pt idx="94">
                  <c:v>1010.7923408369129</c:v>
                </c:pt>
                <c:pt idx="95">
                  <c:v>1016.7799711581757</c:v>
                </c:pt>
                <c:pt idx="96">
                  <c:v>1020.663302230543</c:v>
                </c:pt>
                <c:pt idx="97">
                  <c:v>1027.1761846580723</c:v>
                </c:pt>
                <c:pt idx="98">
                  <c:v>1032.792704204363</c:v>
                </c:pt>
                <c:pt idx="99">
                  <c:v>1039.6214023544412</c:v>
                </c:pt>
                <c:pt idx="100">
                  <c:v>1045.4974428996193</c:v>
                </c:pt>
                <c:pt idx="101">
                  <c:v>1049.9128857810615</c:v>
                </c:pt>
                <c:pt idx="102">
                  <c:v>1057.1096944140459</c:v>
                </c:pt>
                <c:pt idx="103">
                  <c:v>1063.7231975209702</c:v>
                </c:pt>
                <c:pt idx="104">
                  <c:v>1069.7923780772005</c:v>
                </c:pt>
                <c:pt idx="105">
                  <c:v>1075.9147887043546</c:v>
                </c:pt>
                <c:pt idx="106">
                  <c:v>1083.2489168653296</c:v>
                </c:pt>
                <c:pt idx="107">
                  <c:v>1088.8628741540294</c:v>
                </c:pt>
                <c:pt idx="108">
                  <c:v>1094.7830058609272</c:v>
                </c:pt>
                <c:pt idx="109">
                  <c:v>1100.3890080516376</c:v>
                </c:pt>
                <c:pt idx="110">
                  <c:v>1107.2746179152789</c:v>
                </c:pt>
                <c:pt idx="111">
                  <c:v>1113.4044823327351</c:v>
                </c:pt>
                <c:pt idx="112">
                  <c:v>1118.0756883948861</c:v>
                </c:pt>
                <c:pt idx="113">
                  <c:v>1123.3990378900467</c:v>
                </c:pt>
                <c:pt idx="114">
                  <c:v>1130.6581711866488</c:v>
                </c:pt>
                <c:pt idx="115">
                  <c:v>1137.1155531418701</c:v>
                </c:pt>
                <c:pt idx="116">
                  <c:v>1145.1322488706257</c:v>
                </c:pt>
                <c:pt idx="117">
                  <c:v>1153.0006572914351</c:v>
                </c:pt>
                <c:pt idx="118">
                  <c:v>1158.8853616096776</c:v>
                </c:pt>
                <c:pt idx="119">
                  <c:v>1164.973253348154</c:v>
                </c:pt>
                <c:pt idx="120">
                  <c:v>1170.1993544623999</c:v>
                </c:pt>
                <c:pt idx="121">
                  <c:v>1175.4666325538458</c:v>
                </c:pt>
                <c:pt idx="122">
                  <c:v>1181.6113055040405</c:v>
                </c:pt>
                <c:pt idx="123">
                  <c:v>1187.4612945672036</c:v>
                </c:pt>
                <c:pt idx="124">
                  <c:v>1191.8193097950048</c:v>
                </c:pt>
                <c:pt idx="125">
                  <c:v>1198.0598314041408</c:v>
                </c:pt>
                <c:pt idx="126">
                  <c:v>1202.6895618811359</c:v>
                </c:pt>
                <c:pt idx="127">
                  <c:v>1208.420804959884</c:v>
                </c:pt>
                <c:pt idx="128">
                  <c:v>1214.7995651772928</c:v>
                </c:pt>
                <c:pt idx="129">
                  <c:v>1221.9881291685597</c:v>
                </c:pt>
                <c:pt idx="130">
                  <c:v>1227.8339223992041</c:v>
                </c:pt>
                <c:pt idx="131">
                  <c:v>1234.714508993824</c:v>
                </c:pt>
                <c:pt idx="132">
                  <c:v>1240.8265981081245</c:v>
                </c:pt>
                <c:pt idx="133">
                  <c:v>1246.2004692124428</c:v>
                </c:pt>
                <c:pt idx="134">
                  <c:v>1249.4452948080616</c:v>
                </c:pt>
                <c:pt idx="135">
                  <c:v>1254.684928173856</c:v>
                </c:pt>
                <c:pt idx="136">
                  <c:v>1260.129080181918</c:v>
                </c:pt>
                <c:pt idx="137">
                  <c:v>1265.4557205209101</c:v>
                </c:pt>
                <c:pt idx="138">
                  <c:v>1270.5171301072814</c:v>
                </c:pt>
                <c:pt idx="139">
                  <c:v>1274.8946857116118</c:v>
                </c:pt>
                <c:pt idx="140">
                  <c:v>1280.6387017051341</c:v>
                </c:pt>
                <c:pt idx="141">
                  <c:v>1286.9950191387372</c:v>
                </c:pt>
                <c:pt idx="142">
                  <c:v>1292.888463380199</c:v>
                </c:pt>
                <c:pt idx="143">
                  <c:v>1299.4435080636315</c:v>
                </c:pt>
                <c:pt idx="144">
                  <c:v>1304.6728056277482</c:v>
                </c:pt>
                <c:pt idx="145">
                  <c:v>1311.9299139201294</c:v>
                </c:pt>
                <c:pt idx="146">
                  <c:v>1318.4291368692361</c:v>
                </c:pt>
                <c:pt idx="147">
                  <c:v>1324.7592942103233</c:v>
                </c:pt>
                <c:pt idx="148">
                  <c:v>1329.4167090209501</c:v>
                </c:pt>
                <c:pt idx="149">
                  <c:v>1335.9510692492299</c:v>
                </c:pt>
                <c:pt idx="150">
                  <c:v>1341.4743776193031</c:v>
                </c:pt>
                <c:pt idx="151">
                  <c:v>1346.0517747326662</c:v>
                </c:pt>
                <c:pt idx="152">
                  <c:v>1351.5597143634659</c:v>
                </c:pt>
                <c:pt idx="153">
                  <c:v>1356.6637241541025</c:v>
                </c:pt>
                <c:pt idx="154">
                  <c:v>1362.3099177146432</c:v>
                </c:pt>
                <c:pt idx="155">
                  <c:v>1367.4069387989425</c:v>
                </c:pt>
                <c:pt idx="156">
                  <c:v>1373.7889293227349</c:v>
                </c:pt>
                <c:pt idx="157">
                  <c:v>1377.9932660021061</c:v>
                </c:pt>
                <c:pt idx="158">
                  <c:v>1384.121717825172</c:v>
                </c:pt>
                <c:pt idx="159">
                  <c:v>1389.9758832067532</c:v>
                </c:pt>
                <c:pt idx="160">
                  <c:v>1394.8187737889875</c:v>
                </c:pt>
                <c:pt idx="161">
                  <c:v>1401.0763324926734</c:v>
                </c:pt>
                <c:pt idx="162">
                  <c:v>1406.6126625829609</c:v>
                </c:pt>
                <c:pt idx="163">
                  <c:v>1412.7387710385174</c:v>
                </c:pt>
                <c:pt idx="164">
                  <c:v>1417.6033271945796</c:v>
                </c:pt>
                <c:pt idx="165">
                  <c:v>1423.6323843723601</c:v>
                </c:pt>
                <c:pt idx="166">
                  <c:v>1428.6720286259128</c:v>
                </c:pt>
                <c:pt idx="167">
                  <c:v>1433.7907348778076</c:v>
                </c:pt>
                <c:pt idx="168">
                  <c:v>1439.3059171756236</c:v>
                </c:pt>
                <c:pt idx="169">
                  <c:v>1443.9694188504618</c:v>
                </c:pt>
                <c:pt idx="170">
                  <c:v>1450.537711448776</c:v>
                </c:pt>
                <c:pt idx="171">
                  <c:v>1457.4299995079236</c:v>
                </c:pt>
                <c:pt idx="172">
                  <c:v>1462.4906602536148</c:v>
                </c:pt>
                <c:pt idx="173">
                  <c:v>1467.5260688984081</c:v>
                </c:pt>
                <c:pt idx="174">
                  <c:v>1473.868114034465</c:v>
                </c:pt>
                <c:pt idx="175">
                  <c:v>1480.17923250577</c:v>
                </c:pt>
                <c:pt idx="176">
                  <c:v>1485.5932563779261</c:v>
                </c:pt>
                <c:pt idx="177">
                  <c:v>1490.9224198011693</c:v>
                </c:pt>
                <c:pt idx="178">
                  <c:v>1496.844304740674</c:v>
                </c:pt>
                <c:pt idx="179">
                  <c:v>1500.7789567487616</c:v>
                </c:pt>
                <c:pt idx="180">
                  <c:v>1505.1188214721324</c:v>
                </c:pt>
                <c:pt idx="181">
                  <c:v>1507.3564464950518</c:v>
                </c:pt>
                <c:pt idx="182">
                  <c:v>1513.8819566265856</c:v>
                </c:pt>
                <c:pt idx="183">
                  <c:v>1518.9433966121092</c:v>
                </c:pt>
                <c:pt idx="184">
                  <c:v>1526.0345730396907</c:v>
                </c:pt>
                <c:pt idx="185">
                  <c:v>1532.1812890828724</c:v>
                </c:pt>
                <c:pt idx="186">
                  <c:v>1538.3970094196256</c:v>
                </c:pt>
                <c:pt idx="187">
                  <c:v>1543.6681501555065</c:v>
                </c:pt>
                <c:pt idx="188">
                  <c:v>1549.794884304486</c:v>
                </c:pt>
                <c:pt idx="189">
                  <c:v>1553.7100553671289</c:v>
                </c:pt>
                <c:pt idx="190">
                  <c:v>1561.0213209013955</c:v>
                </c:pt>
                <c:pt idx="191">
                  <c:v>1563.4680476382985</c:v>
                </c:pt>
                <c:pt idx="192">
                  <c:v>1568.2752287952508</c:v>
                </c:pt>
                <c:pt idx="193">
                  <c:v>1573.5902053815269</c:v>
                </c:pt>
                <c:pt idx="194">
                  <c:v>1579.4560022735918</c:v>
                </c:pt>
                <c:pt idx="195">
                  <c:v>1584.6705767554247</c:v>
                </c:pt>
                <c:pt idx="196">
                  <c:v>1590.3151970882604</c:v>
                </c:pt>
                <c:pt idx="197">
                  <c:v>1595.3679169333923</c:v>
                </c:pt>
                <c:pt idx="198">
                  <c:v>1597.8834777099896</c:v>
                </c:pt>
                <c:pt idx="199">
                  <c:v>1602.614506849992</c:v>
                </c:pt>
                <c:pt idx="200">
                  <c:v>1607.7705261577003</c:v>
                </c:pt>
                <c:pt idx="201">
                  <c:v>1612.7809894438687</c:v>
                </c:pt>
                <c:pt idx="202">
                  <c:v>1618.2383961851237</c:v>
                </c:pt>
                <c:pt idx="203">
                  <c:v>1623.4373690047526</c:v>
                </c:pt>
                <c:pt idx="204">
                  <c:v>1628.5496795124345</c:v>
                </c:pt>
                <c:pt idx="205">
                  <c:v>1632.3640953008585</c:v>
                </c:pt>
                <c:pt idx="206">
                  <c:v>1637.5738868140857</c:v>
                </c:pt>
                <c:pt idx="207">
                  <c:v>1642.8393319043541</c:v>
                </c:pt>
                <c:pt idx="208">
                  <c:v>1648.329349462465</c:v>
                </c:pt>
                <c:pt idx="209">
                  <c:v>1652.9937599636787</c:v>
                </c:pt>
                <c:pt idx="210">
                  <c:v>1658.6578790892318</c:v>
                </c:pt>
                <c:pt idx="211">
                  <c:v>1664.4512077673908</c:v>
                </c:pt>
                <c:pt idx="212">
                  <c:v>1670.8033326896959</c:v>
                </c:pt>
                <c:pt idx="213">
                  <c:v>1677.1439477047052</c:v>
                </c:pt>
                <c:pt idx="214">
                  <c:v>1683.7936677081545</c:v>
                </c:pt>
                <c:pt idx="215">
                  <c:v>1688.5755283947105</c:v>
                </c:pt>
                <c:pt idx="216">
                  <c:v>1693.8199650563517</c:v>
                </c:pt>
                <c:pt idx="217">
                  <c:v>1699.1872352539078</c:v>
                </c:pt>
                <c:pt idx="218">
                  <c:v>1704.0404719904154</c:v>
                </c:pt>
                <c:pt idx="219">
                  <c:v>1710.0369781908807</c:v>
                </c:pt>
                <c:pt idx="220">
                  <c:v>1715.4552969768833</c:v>
                </c:pt>
                <c:pt idx="221">
                  <c:v>1721.0999844110079</c:v>
                </c:pt>
                <c:pt idx="222">
                  <c:v>1725.2442480350871</c:v>
                </c:pt>
                <c:pt idx="223">
                  <c:v>1731.9185887634646</c:v>
                </c:pt>
                <c:pt idx="224">
                  <c:v>1738.4808231079851</c:v>
                </c:pt>
                <c:pt idx="225">
                  <c:v>1743.982722495829</c:v>
                </c:pt>
                <c:pt idx="226">
                  <c:v>1748.3234851833192</c:v>
                </c:pt>
                <c:pt idx="227">
                  <c:v>1753.8599766763916</c:v>
                </c:pt>
                <c:pt idx="228">
                  <c:v>1758.6198579741852</c:v>
                </c:pt>
                <c:pt idx="229">
                  <c:v>1762.4623645715424</c:v>
                </c:pt>
                <c:pt idx="230">
                  <c:v>1765.7286458639971</c:v>
                </c:pt>
                <c:pt idx="231">
                  <c:v>1768.575774742372</c:v>
                </c:pt>
                <c:pt idx="232">
                  <c:v>1772.4972722187747</c:v>
                </c:pt>
                <c:pt idx="233">
                  <c:v>1777.2197229964004</c:v>
                </c:pt>
                <c:pt idx="234">
                  <c:v>1781.632387562287</c:v>
                </c:pt>
                <c:pt idx="235">
                  <c:v>1785.7003109139862</c:v>
                </c:pt>
                <c:pt idx="236">
                  <c:v>1791.8325296776502</c:v>
                </c:pt>
                <c:pt idx="237">
                  <c:v>1797.7563219001963</c:v>
                </c:pt>
                <c:pt idx="238">
                  <c:v>1799.8237188257513</c:v>
                </c:pt>
                <c:pt idx="239">
                  <c:v>1804.5365360321766</c:v>
                </c:pt>
                <c:pt idx="240">
                  <c:v>1811.1563807325911</c:v>
                </c:pt>
                <c:pt idx="241">
                  <c:v>1816.661517600272</c:v>
                </c:pt>
                <c:pt idx="242">
                  <c:v>1821.799100755856</c:v>
                </c:pt>
                <c:pt idx="243">
                  <c:v>1827.4785180692227</c:v>
                </c:pt>
                <c:pt idx="244">
                  <c:v>1832.8430351656784</c:v>
                </c:pt>
                <c:pt idx="245">
                  <c:v>1837.8553295627362</c:v>
                </c:pt>
                <c:pt idx="246">
                  <c:v>1841.2686563816746</c:v>
                </c:pt>
                <c:pt idx="247">
                  <c:v>1847.0205754205494</c:v>
                </c:pt>
                <c:pt idx="248">
                  <c:v>1852.9535168743764</c:v>
                </c:pt>
                <c:pt idx="249">
                  <c:v>1855.4169859684373</c:v>
                </c:pt>
                <c:pt idx="250">
                  <c:v>1859.8957083749206</c:v>
                </c:pt>
                <c:pt idx="251">
                  <c:v>1863.7032651042309</c:v>
                </c:pt>
                <c:pt idx="252">
                  <c:v>1869.8871646339071</c:v>
                </c:pt>
                <c:pt idx="253">
                  <c:v>1875.2076700439181</c:v>
                </c:pt>
                <c:pt idx="254">
                  <c:v>1880.1296437824979</c:v>
                </c:pt>
                <c:pt idx="255">
                  <c:v>1882.9138130114379</c:v>
                </c:pt>
                <c:pt idx="256">
                  <c:v>1887.6192469160137</c:v>
                </c:pt>
                <c:pt idx="257">
                  <c:v>1892.3333205593563</c:v>
                </c:pt>
                <c:pt idx="258">
                  <c:v>1898.0494925805788</c:v>
                </c:pt>
                <c:pt idx="259">
                  <c:v>1903.3602756127809</c:v>
                </c:pt>
                <c:pt idx="260">
                  <c:v>1906.4581961307831</c:v>
                </c:pt>
                <c:pt idx="261">
                  <c:v>1910.8539154381842</c:v>
                </c:pt>
                <c:pt idx="262">
                  <c:v>1914.3720319587728</c:v>
                </c:pt>
                <c:pt idx="263">
                  <c:v>1921.2604157385636</c:v>
                </c:pt>
                <c:pt idx="264">
                  <c:v>1922.935958385295</c:v>
                </c:pt>
                <c:pt idx="265">
                  <c:v>1927.1271428786661</c:v>
                </c:pt>
                <c:pt idx="266">
                  <c:v>1934.2834109258692</c:v>
                </c:pt>
                <c:pt idx="267">
                  <c:v>1936.6012266212574</c:v>
                </c:pt>
                <c:pt idx="268">
                  <c:v>1943.0028365825797</c:v>
                </c:pt>
                <c:pt idx="269">
                  <c:v>1946.6060505468708</c:v>
                </c:pt>
                <c:pt idx="270">
                  <c:v>1950.351624948529</c:v>
                </c:pt>
                <c:pt idx="271">
                  <c:v>1957.7199356557212</c:v>
                </c:pt>
                <c:pt idx="272">
                  <c:v>1962.6552175335501</c:v>
                </c:pt>
                <c:pt idx="273">
                  <c:v>1966.3636322350721</c:v>
                </c:pt>
                <c:pt idx="274">
                  <c:v>1972.7977373551303</c:v>
                </c:pt>
                <c:pt idx="275">
                  <c:v>1977.0099274039612</c:v>
                </c:pt>
                <c:pt idx="276">
                  <c:v>1983.3246145123451</c:v>
                </c:pt>
                <c:pt idx="277">
                  <c:v>1988.3113536636461</c:v>
                </c:pt>
                <c:pt idx="278">
                  <c:v>1993.9017003732968</c:v>
                </c:pt>
                <c:pt idx="279">
                  <c:v>1998.9327444661249</c:v>
                </c:pt>
                <c:pt idx="280">
                  <c:v>2004.8488861388346</c:v>
                </c:pt>
                <c:pt idx="281">
                  <c:v>2008.8395751994306</c:v>
                </c:pt>
                <c:pt idx="282">
                  <c:v>2012.6790199107841</c:v>
                </c:pt>
                <c:pt idx="283">
                  <c:v>2018.4948961716991</c:v>
                </c:pt>
                <c:pt idx="284">
                  <c:v>2024.8077320355528</c:v>
                </c:pt>
                <c:pt idx="285">
                  <c:v>2028.1562787101288</c:v>
                </c:pt>
                <c:pt idx="286">
                  <c:v>2035.0561346096474</c:v>
                </c:pt>
                <c:pt idx="287">
                  <c:v>2037.1249601320446</c:v>
                </c:pt>
                <c:pt idx="288">
                  <c:v>2041.1459239288481</c:v>
                </c:pt>
                <c:pt idx="289">
                  <c:v>2045.6475187554952</c:v>
                </c:pt>
                <c:pt idx="290">
                  <c:v>2048.5432879768687</c:v>
                </c:pt>
                <c:pt idx="291">
                  <c:v>2053.5088549842017</c:v>
                </c:pt>
                <c:pt idx="292">
                  <c:v>2060.9425009462843</c:v>
                </c:pt>
                <c:pt idx="293">
                  <c:v>2065.2485626481703</c:v>
                </c:pt>
                <c:pt idx="294">
                  <c:v>2068.3640558184798</c:v>
                </c:pt>
                <c:pt idx="295">
                  <c:v>2074.0160213687509</c:v>
                </c:pt>
                <c:pt idx="296">
                  <c:v>2078.5087692888083</c:v>
                </c:pt>
                <c:pt idx="297">
                  <c:v>2085.1907227091051</c:v>
                </c:pt>
                <c:pt idx="298">
                  <c:v>2088.4816365778229</c:v>
                </c:pt>
                <c:pt idx="299">
                  <c:v>2093.0665782625524</c:v>
                </c:pt>
                <c:pt idx="300">
                  <c:v>2097.752315502823</c:v>
                </c:pt>
                <c:pt idx="301">
                  <c:v>2101.6071070582639</c:v>
                </c:pt>
                <c:pt idx="302">
                  <c:v>2100.451129947754</c:v>
                </c:pt>
                <c:pt idx="303">
                  <c:v>2105.7604411900811</c:v>
                </c:pt>
                <c:pt idx="304">
                  <c:v>2109.4564562449737</c:v>
                </c:pt>
                <c:pt idx="305">
                  <c:v>2114.7602085174226</c:v>
                </c:pt>
                <c:pt idx="306">
                  <c:v>2118.8525079778551</c:v>
                </c:pt>
                <c:pt idx="307">
                  <c:v>2124.4272837975318</c:v>
                </c:pt>
                <c:pt idx="308">
                  <c:v>2127.3825218478587</c:v>
                </c:pt>
                <c:pt idx="309">
                  <c:v>2131.7897948208597</c:v>
                </c:pt>
                <c:pt idx="310">
                  <c:v>2134.5714372177863</c:v>
                </c:pt>
                <c:pt idx="311">
                  <c:v>2140.3780675552734</c:v>
                </c:pt>
                <c:pt idx="312">
                  <c:v>2144.620478199869</c:v>
                </c:pt>
                <c:pt idx="313">
                  <c:v>2148.3808981644952</c:v>
                </c:pt>
                <c:pt idx="314">
                  <c:v>2153.267909598093</c:v>
                </c:pt>
                <c:pt idx="315">
                  <c:v>2157.4567792156831</c:v>
                </c:pt>
                <c:pt idx="316">
                  <c:v>2162.4074937631194</c:v>
                </c:pt>
                <c:pt idx="317">
                  <c:v>2167.1351352584379</c:v>
                </c:pt>
                <c:pt idx="318">
                  <c:v>2171.3340905981927</c:v>
                </c:pt>
                <c:pt idx="319">
                  <c:v>2175.6508872392046</c:v>
                </c:pt>
                <c:pt idx="320">
                  <c:v>2179.8485909813935</c:v>
                </c:pt>
                <c:pt idx="321">
                  <c:v>2184.962748490897</c:v>
                </c:pt>
                <c:pt idx="322">
                  <c:v>2189.6235671108179</c:v>
                </c:pt>
                <c:pt idx="323">
                  <c:v>2193.0128731986001</c:v>
                </c:pt>
                <c:pt idx="324">
                  <c:v>2198.8331409963557</c:v>
                </c:pt>
                <c:pt idx="325">
                  <c:v>2202.6276418984662</c:v>
                </c:pt>
                <c:pt idx="326">
                  <c:v>2205.8850788033142</c:v>
                </c:pt>
                <c:pt idx="327">
                  <c:v>2208.3117393902612</c:v>
                </c:pt>
                <c:pt idx="328">
                  <c:v>2214.7380019364823</c:v>
                </c:pt>
                <c:pt idx="329">
                  <c:v>2216.737397268746</c:v>
                </c:pt>
                <c:pt idx="330">
                  <c:v>2221.9063758200982</c:v>
                </c:pt>
                <c:pt idx="331">
                  <c:v>2229.1205589462224</c:v>
                </c:pt>
                <c:pt idx="332">
                  <c:v>2229.9950681289006</c:v>
                </c:pt>
                <c:pt idx="333">
                  <c:v>2235.4680026969277</c:v>
                </c:pt>
                <c:pt idx="334">
                  <c:v>2237.1460794026816</c:v>
                </c:pt>
                <c:pt idx="335">
                  <c:v>2241.1280050574264</c:v>
                </c:pt>
                <c:pt idx="336">
                  <c:v>2247.8367126218377</c:v>
                </c:pt>
                <c:pt idx="337">
                  <c:v>2255.7599077349623</c:v>
                </c:pt>
                <c:pt idx="338">
                  <c:v>2258.6122783914002</c:v>
                </c:pt>
                <c:pt idx="339">
                  <c:v>2261.9998323237519</c:v>
                </c:pt>
                <c:pt idx="340">
                  <c:v>2266.2723658543091</c:v>
                </c:pt>
                <c:pt idx="341">
                  <c:v>2271.9368228415246</c:v>
                </c:pt>
                <c:pt idx="342">
                  <c:v>2272.0297107499168</c:v>
                </c:pt>
                <c:pt idx="343">
                  <c:v>2277.6187439747932</c:v>
                </c:pt>
                <c:pt idx="344">
                  <c:v>2281.0721270353934</c:v>
                </c:pt>
                <c:pt idx="345">
                  <c:v>2286.499489768612</c:v>
                </c:pt>
                <c:pt idx="346">
                  <c:v>2295.1080920574577</c:v>
                </c:pt>
                <c:pt idx="347">
                  <c:v>2299.8386094926022</c:v>
                </c:pt>
                <c:pt idx="348">
                  <c:v>2302.9196839113183</c:v>
                </c:pt>
                <c:pt idx="349">
                  <c:v>2307.522274560919</c:v>
                </c:pt>
                <c:pt idx="350">
                  <c:v>2312.1464159497245</c:v>
                </c:pt>
                <c:pt idx="351">
                  <c:v>2316.1946364600276</c:v>
                </c:pt>
                <c:pt idx="352">
                  <c:v>2319.7659478715946</c:v>
                </c:pt>
                <c:pt idx="353">
                  <c:v>2323.2345429457887</c:v>
                </c:pt>
                <c:pt idx="354">
                  <c:v>2329.1008932786613</c:v>
                </c:pt>
                <c:pt idx="355">
                  <c:v>2331.5860167554388</c:v>
                </c:pt>
                <c:pt idx="356">
                  <c:v>2335.2388855776167</c:v>
                </c:pt>
                <c:pt idx="357">
                  <c:v>2340.2430989962609</c:v>
                </c:pt>
                <c:pt idx="358">
                  <c:v>2342.174315559716</c:v>
                </c:pt>
                <c:pt idx="359">
                  <c:v>2347.8020370870186</c:v>
                </c:pt>
                <c:pt idx="360">
                  <c:v>2354.603516978329</c:v>
                </c:pt>
                <c:pt idx="361">
                  <c:v>2359.7511292918016</c:v>
                </c:pt>
                <c:pt idx="362">
                  <c:v>2363.1687802178767</c:v>
                </c:pt>
                <c:pt idx="363">
                  <c:v>2367.4439310843127</c:v>
                </c:pt>
                <c:pt idx="364">
                  <c:v>2371.994254178659</c:v>
                </c:pt>
                <c:pt idx="365">
                  <c:v>2376.5891287824688</c:v>
                </c:pt>
                <c:pt idx="366">
                  <c:v>2379.6551805507011</c:v>
                </c:pt>
                <c:pt idx="367">
                  <c:v>2383.9447765026234</c:v>
                </c:pt>
                <c:pt idx="368">
                  <c:v>2388.402947995321</c:v>
                </c:pt>
                <c:pt idx="369">
                  <c:v>2388.9208444849746</c:v>
                </c:pt>
                <c:pt idx="370">
                  <c:v>2391.849421180541</c:v>
                </c:pt>
                <c:pt idx="371">
                  <c:v>2393.3585257748518</c:v>
                </c:pt>
                <c:pt idx="372">
                  <c:v>2399.6829840605888</c:v>
                </c:pt>
                <c:pt idx="373">
                  <c:v>2400.4613390748491</c:v>
                </c:pt>
                <c:pt idx="374">
                  <c:v>2405.9760706334278</c:v>
                </c:pt>
                <c:pt idx="375">
                  <c:v>2408.1827514390434</c:v>
                </c:pt>
                <c:pt idx="376">
                  <c:v>2413.3044134711977</c:v>
                </c:pt>
                <c:pt idx="377">
                  <c:v>2417.3945888529665</c:v>
                </c:pt>
                <c:pt idx="378">
                  <c:v>2420.159451618134</c:v>
                </c:pt>
                <c:pt idx="379">
                  <c:v>2423.7475295933345</c:v>
                </c:pt>
                <c:pt idx="380">
                  <c:v>2428.8722720780261</c:v>
                </c:pt>
                <c:pt idx="381">
                  <c:v>2432.9475172387624</c:v>
                </c:pt>
                <c:pt idx="382">
                  <c:v>2437.4147326818884</c:v>
                </c:pt>
                <c:pt idx="383">
                  <c:v>2440.9506995964421</c:v>
                </c:pt>
                <c:pt idx="384">
                  <c:v>2445.3910930999714</c:v>
                </c:pt>
                <c:pt idx="385">
                  <c:v>2448.5763184228763</c:v>
                </c:pt>
                <c:pt idx="386">
                  <c:v>2452.7471653824432</c:v>
                </c:pt>
                <c:pt idx="387">
                  <c:v>2456.585600160357</c:v>
                </c:pt>
                <c:pt idx="388">
                  <c:v>2460.8608575998669</c:v>
                </c:pt>
                <c:pt idx="389">
                  <c:v>2464.3895958115136</c:v>
                </c:pt>
                <c:pt idx="390">
                  <c:v>2469.4524116775096</c:v>
                </c:pt>
                <c:pt idx="391">
                  <c:v>2471.2162951134587</c:v>
                </c:pt>
                <c:pt idx="392">
                  <c:v>2478.6288540086689</c:v>
                </c:pt>
                <c:pt idx="393">
                  <c:v>2481.758876315635</c:v>
                </c:pt>
                <c:pt idx="394">
                  <c:v>2484.220747331492</c:v>
                </c:pt>
                <c:pt idx="395">
                  <c:v>2490.9320267693811</c:v>
                </c:pt>
                <c:pt idx="396">
                  <c:v>2495.7944826090688</c:v>
                </c:pt>
                <c:pt idx="397">
                  <c:v>2496.4733839510118</c:v>
                </c:pt>
                <c:pt idx="398">
                  <c:v>2502.3818015394854</c:v>
                </c:pt>
                <c:pt idx="399">
                  <c:v>2507.935390077726</c:v>
                </c:pt>
                <c:pt idx="400">
                  <c:v>2512.1449044719293</c:v>
                </c:pt>
                <c:pt idx="401">
                  <c:v>2516.2812949385989</c:v>
                </c:pt>
                <c:pt idx="402">
                  <c:v>2519.724908533402</c:v>
                </c:pt>
                <c:pt idx="403">
                  <c:v>2523.2312798323869</c:v>
                </c:pt>
                <c:pt idx="404">
                  <c:v>2523.082798039351</c:v>
                </c:pt>
                <c:pt idx="405">
                  <c:v>2529.116925350012</c:v>
                </c:pt>
                <c:pt idx="406">
                  <c:v>2529.4308094535504</c:v>
                </c:pt>
                <c:pt idx="407">
                  <c:v>2535.6966917812897</c:v>
                </c:pt>
                <c:pt idx="408">
                  <c:v>2540.9420413837474</c:v>
                </c:pt>
                <c:pt idx="409">
                  <c:v>2546.3480536036741</c:v>
                </c:pt>
                <c:pt idx="410">
                  <c:v>2551.7769748457463</c:v>
                </c:pt>
                <c:pt idx="411">
                  <c:v>2559.1616854925287</c:v>
                </c:pt>
                <c:pt idx="412">
                  <c:v>2563.5382222177159</c:v>
                </c:pt>
                <c:pt idx="413">
                  <c:v>2566.9957416967368</c:v>
                </c:pt>
                <c:pt idx="414">
                  <c:v>2571.097893689267</c:v>
                </c:pt>
                <c:pt idx="415">
                  <c:v>2576.0163345803176</c:v>
                </c:pt>
                <c:pt idx="416">
                  <c:v>2579.681771315928</c:v>
                </c:pt>
                <c:pt idx="417">
                  <c:v>2582.1630812608241</c:v>
                </c:pt>
                <c:pt idx="418">
                  <c:v>2584.7359668224562</c:v>
                </c:pt>
                <c:pt idx="419">
                  <c:v>2586.8454212529919</c:v>
                </c:pt>
                <c:pt idx="420">
                  <c:v>2590.5361756000902</c:v>
                </c:pt>
                <c:pt idx="421">
                  <c:v>2593.0418965269951</c:v>
                </c:pt>
                <c:pt idx="422">
                  <c:v>2597.0977090490514</c:v>
                </c:pt>
                <c:pt idx="423">
                  <c:v>2601.7002780706425</c:v>
                </c:pt>
                <c:pt idx="424">
                  <c:v>2605.7242262742898</c:v>
                </c:pt>
                <c:pt idx="425">
                  <c:v>2611.2296020930075</c:v>
                </c:pt>
                <c:pt idx="426">
                  <c:v>2617.4466966962787</c:v>
                </c:pt>
                <c:pt idx="427">
                  <c:v>2621.6501851766479</c:v>
                </c:pt>
                <c:pt idx="428">
                  <c:v>2625.3629543527645</c:v>
                </c:pt>
                <c:pt idx="429">
                  <c:v>2629.2380658534994</c:v>
                </c:pt>
                <c:pt idx="430">
                  <c:v>2633.3600693988401</c:v>
                </c:pt>
                <c:pt idx="431">
                  <c:v>2638.6808526114837</c:v>
                </c:pt>
                <c:pt idx="432">
                  <c:v>2639.7454312045611</c:v>
                </c:pt>
                <c:pt idx="433">
                  <c:v>2641.30766694769</c:v>
                </c:pt>
                <c:pt idx="434">
                  <c:v>2645.232958619521</c:v>
                </c:pt>
                <c:pt idx="435">
                  <c:v>2650.191615969844</c:v>
                </c:pt>
                <c:pt idx="436">
                  <c:v>2652.0721607750038</c:v>
                </c:pt>
                <c:pt idx="437">
                  <c:v>2655.7806381419227</c:v>
                </c:pt>
                <c:pt idx="438">
                  <c:v>2658.4687931594735</c:v>
                </c:pt>
                <c:pt idx="439">
                  <c:v>2659.6993552992485</c:v>
                </c:pt>
                <c:pt idx="440">
                  <c:v>2664.7790833044482</c:v>
                </c:pt>
                <c:pt idx="441">
                  <c:v>2669.455051553462</c:v>
                </c:pt>
                <c:pt idx="442">
                  <c:v>2672.7610889310408</c:v>
                </c:pt>
                <c:pt idx="443">
                  <c:v>2676.5604699135588</c:v>
                </c:pt>
                <c:pt idx="444">
                  <c:v>2680.0640038877382</c:v>
                </c:pt>
                <c:pt idx="445">
                  <c:v>2683.8878834438369</c:v>
                </c:pt>
                <c:pt idx="446">
                  <c:v>2688.3576311738998</c:v>
                </c:pt>
                <c:pt idx="447">
                  <c:v>2691.8057458214389</c:v>
                </c:pt>
                <c:pt idx="448">
                  <c:v>2696.8953959136384</c:v>
                </c:pt>
                <c:pt idx="449">
                  <c:v>2699.2426059869445</c:v>
                </c:pt>
                <c:pt idx="450">
                  <c:v>2701.9013959295544</c:v>
                </c:pt>
                <c:pt idx="451">
                  <c:v>2704.7180718012796</c:v>
                </c:pt>
                <c:pt idx="452">
                  <c:v>2708.8201236151613</c:v>
                </c:pt>
                <c:pt idx="453">
                  <c:v>2712.2004239095004</c:v>
                </c:pt>
                <c:pt idx="454">
                  <c:v>2716.1951897658469</c:v>
                </c:pt>
                <c:pt idx="455">
                  <c:v>2720.0980290111197</c:v>
                </c:pt>
                <c:pt idx="456">
                  <c:v>2723.4887538586468</c:v>
                </c:pt>
                <c:pt idx="457">
                  <c:v>2727.6312570169962</c:v>
                </c:pt>
                <c:pt idx="458">
                  <c:v>2729.9014188596757</c:v>
                </c:pt>
                <c:pt idx="459">
                  <c:v>2735.9256112961593</c:v>
                </c:pt>
                <c:pt idx="460">
                  <c:v>2738.964363987744</c:v>
                </c:pt>
                <c:pt idx="461">
                  <c:v>2739.9554628904712</c:v>
                </c:pt>
                <c:pt idx="462">
                  <c:v>2742.7875696672581</c:v>
                </c:pt>
                <c:pt idx="463">
                  <c:v>2747.2706183103292</c:v>
                </c:pt>
                <c:pt idx="464">
                  <c:v>2757.2717456189484</c:v>
                </c:pt>
                <c:pt idx="465">
                  <c:v>2754.7709967083388</c:v>
                </c:pt>
                <c:pt idx="466">
                  <c:v>2761.1693292929417</c:v>
                </c:pt>
                <c:pt idx="467">
                  <c:v>2765.53895918229</c:v>
                </c:pt>
                <c:pt idx="468">
                  <c:v>2764.7095441550937</c:v>
                </c:pt>
                <c:pt idx="469">
                  <c:v>2770.052377271435</c:v>
                </c:pt>
                <c:pt idx="470">
                  <c:v>2773.5061685134287</c:v>
                </c:pt>
                <c:pt idx="471">
                  <c:v>2780.3859655456527</c:v>
                </c:pt>
                <c:pt idx="472">
                  <c:v>2779.7735404057767</c:v>
                </c:pt>
                <c:pt idx="473">
                  <c:v>2783.9328496676699</c:v>
                </c:pt>
                <c:pt idx="474">
                  <c:v>2786.1255694275078</c:v>
                </c:pt>
                <c:pt idx="475">
                  <c:v>2790.2217184252477</c:v>
                </c:pt>
                <c:pt idx="476">
                  <c:v>2794.3017839679715</c:v>
                </c:pt>
                <c:pt idx="477">
                  <c:v>2798.8587621606766</c:v>
                </c:pt>
                <c:pt idx="478">
                  <c:v>2802.960895653513</c:v>
                </c:pt>
                <c:pt idx="479">
                  <c:v>2807.0331763729473</c:v>
                </c:pt>
                <c:pt idx="480">
                  <c:v>2809.4356167533451</c:v>
                </c:pt>
                <c:pt idx="481">
                  <c:v>2812.7320052778255</c:v>
                </c:pt>
                <c:pt idx="482">
                  <c:v>2816.3435353848217</c:v>
                </c:pt>
                <c:pt idx="483">
                  <c:v>2820.2974488871378</c:v>
                </c:pt>
                <c:pt idx="484">
                  <c:v>2825.6365880836702</c:v>
                </c:pt>
                <c:pt idx="485">
                  <c:v>2831.8825909761545</c:v>
                </c:pt>
                <c:pt idx="486">
                  <c:v>2836.9373631784861</c:v>
                </c:pt>
                <c:pt idx="487">
                  <c:v>2842.470194252769</c:v>
                </c:pt>
                <c:pt idx="488">
                  <c:v>2846.8658519868491</c:v>
                </c:pt>
                <c:pt idx="489">
                  <c:v>2851.7899494338271</c:v>
                </c:pt>
                <c:pt idx="490">
                  <c:v>2855.369316233784</c:v>
                </c:pt>
                <c:pt idx="491">
                  <c:v>2859.2096696265648</c:v>
                </c:pt>
                <c:pt idx="492">
                  <c:v>2862.8586371956708</c:v>
                </c:pt>
                <c:pt idx="493">
                  <c:v>2865.8352397842136</c:v>
                </c:pt>
                <c:pt idx="494">
                  <c:v>2866.9800321922094</c:v>
                </c:pt>
                <c:pt idx="495">
                  <c:v>2867.9766742408942</c:v>
                </c:pt>
                <c:pt idx="496">
                  <c:v>2869.6500802164205</c:v>
                </c:pt>
                <c:pt idx="497">
                  <c:v>2875.8982382914264</c:v>
                </c:pt>
                <c:pt idx="498">
                  <c:v>2879.8481790994938</c:v>
                </c:pt>
                <c:pt idx="499">
                  <c:v>2881.8306851093548</c:v>
                </c:pt>
                <c:pt idx="500">
                  <c:v>2885.22747500994</c:v>
                </c:pt>
                <c:pt idx="501">
                  <c:v>2884.6424879518754</c:v>
                </c:pt>
                <c:pt idx="502">
                  <c:v>2889.4190156362533</c:v>
                </c:pt>
                <c:pt idx="503">
                  <c:v>2893.972862654763</c:v>
                </c:pt>
                <c:pt idx="504">
                  <c:v>2898.5122664374926</c:v>
                </c:pt>
                <c:pt idx="505">
                  <c:v>2902.2784403905307</c:v>
                </c:pt>
                <c:pt idx="506">
                  <c:v>2902.4027302483846</c:v>
                </c:pt>
                <c:pt idx="507">
                  <c:v>2905.813358821486</c:v>
                </c:pt>
                <c:pt idx="508">
                  <c:v>2911.1296424551565</c:v>
                </c:pt>
                <c:pt idx="509">
                  <c:v>2913.8536172364065</c:v>
                </c:pt>
                <c:pt idx="510">
                  <c:v>2916.530607211208</c:v>
                </c:pt>
                <c:pt idx="511">
                  <c:v>2919.4839631747282</c:v>
                </c:pt>
                <c:pt idx="512">
                  <c:v>2922.9605787098581</c:v>
                </c:pt>
                <c:pt idx="513">
                  <c:v>2926.4946995466407</c:v>
                </c:pt>
                <c:pt idx="514">
                  <c:v>2930.6937045674003</c:v>
                </c:pt>
                <c:pt idx="515">
                  <c:v>2933.2030786390378</c:v>
                </c:pt>
                <c:pt idx="516">
                  <c:v>2937.5199612192746</c:v>
                </c:pt>
                <c:pt idx="517">
                  <c:v>2940.6498591402533</c:v>
                </c:pt>
                <c:pt idx="518">
                  <c:v>2942.5818157788435</c:v>
                </c:pt>
                <c:pt idx="519">
                  <c:v>2946.5537900099243</c:v>
                </c:pt>
                <c:pt idx="520">
                  <c:v>2949.9588961507984</c:v>
                </c:pt>
                <c:pt idx="521">
                  <c:v>2953.5047960498077</c:v>
                </c:pt>
                <c:pt idx="522">
                  <c:v>2957.465845462611</c:v>
                </c:pt>
                <c:pt idx="523">
                  <c:v>2959.9136739741512</c:v>
                </c:pt>
                <c:pt idx="524">
                  <c:v>2964.5167044921445</c:v>
                </c:pt>
                <c:pt idx="525">
                  <c:v>2974.5789305879607</c:v>
                </c:pt>
                <c:pt idx="526">
                  <c:v>2978.5260081531596</c:v>
                </c:pt>
                <c:pt idx="527">
                  <c:v>2979.1397706758335</c:v>
                </c:pt>
                <c:pt idx="528">
                  <c:v>2980.5243648656697</c:v>
                </c:pt>
                <c:pt idx="529">
                  <c:v>2986.9501068745117</c:v>
                </c:pt>
                <c:pt idx="530">
                  <c:v>2994.0496515288614</c:v>
                </c:pt>
                <c:pt idx="531">
                  <c:v>2996.330427510426</c:v>
                </c:pt>
                <c:pt idx="532">
                  <c:v>2999.5512222388525</c:v>
                </c:pt>
                <c:pt idx="533">
                  <c:v>3003.06424927838</c:v>
                </c:pt>
                <c:pt idx="534">
                  <c:v>3005.574845218086</c:v>
                </c:pt>
                <c:pt idx="535">
                  <c:v>3002.4595640695006</c:v>
                </c:pt>
                <c:pt idx="536">
                  <c:v>3004.719469337073</c:v>
                </c:pt>
                <c:pt idx="537">
                  <c:v>3013.2938597333405</c:v>
                </c:pt>
                <c:pt idx="538">
                  <c:v>3014.7801686903031</c:v>
                </c:pt>
                <c:pt idx="539">
                  <c:v>3017.7058230820976</c:v>
                </c:pt>
                <c:pt idx="540">
                  <c:v>3020.4376129743741</c:v>
                </c:pt>
                <c:pt idx="541">
                  <c:v>3023.4456219968197</c:v>
                </c:pt>
                <c:pt idx="542">
                  <c:v>3026.9669818818779</c:v>
                </c:pt>
                <c:pt idx="543">
                  <c:v>3032.1641604976353</c:v>
                </c:pt>
                <c:pt idx="544">
                  <c:v>3034.2492196125554</c:v>
                </c:pt>
                <c:pt idx="545">
                  <c:v>3036.9255242224162</c:v>
                </c:pt>
                <c:pt idx="546">
                  <c:v>3040.7088867270518</c:v>
                </c:pt>
                <c:pt idx="547">
                  <c:v>3043.9845494206861</c:v>
                </c:pt>
                <c:pt idx="548">
                  <c:v>3048.3578417155468</c:v>
                </c:pt>
                <c:pt idx="549">
                  <c:v>3051.4044410790984</c:v>
                </c:pt>
                <c:pt idx="550">
                  <c:v>3055.1156593802548</c:v>
                </c:pt>
                <c:pt idx="551">
                  <c:v>3058.0025388318199</c:v>
                </c:pt>
                <c:pt idx="552">
                  <c:v>3062.1087668208775</c:v>
                </c:pt>
                <c:pt idx="553">
                  <c:v>3064.3089630239529</c:v>
                </c:pt>
                <c:pt idx="554">
                  <c:v>3066.4637524125937</c:v>
                </c:pt>
                <c:pt idx="555">
                  <c:v>3068.9849695724779</c:v>
                </c:pt>
                <c:pt idx="556">
                  <c:v>3076.4918929142532</c:v>
                </c:pt>
                <c:pt idx="557">
                  <c:v>3080.1293331129636</c:v>
                </c:pt>
                <c:pt idx="558">
                  <c:v>3083.2740364496303</c:v>
                </c:pt>
                <c:pt idx="559">
                  <c:v>3084.9432082438998</c:v>
                </c:pt>
                <c:pt idx="560">
                  <c:v>3085.1381279517418</c:v>
                </c:pt>
                <c:pt idx="561">
                  <c:v>3088.9199623490103</c:v>
                </c:pt>
                <c:pt idx="562">
                  <c:v>3097.1290440805742</c:v>
                </c:pt>
                <c:pt idx="563">
                  <c:v>3096.3908314819746</c:v>
                </c:pt>
                <c:pt idx="564">
                  <c:v>3098.9893519648267</c:v>
                </c:pt>
                <c:pt idx="565">
                  <c:v>3093.9938000932525</c:v>
                </c:pt>
                <c:pt idx="566">
                  <c:v>3099.3757258650248</c:v>
                </c:pt>
                <c:pt idx="567">
                  <c:v>3108.5816226149846</c:v>
                </c:pt>
                <c:pt idx="568">
                  <c:v>3113.5875041339777</c:v>
                </c:pt>
                <c:pt idx="569">
                  <c:v>3114.4973194396662</c:v>
                </c:pt>
                <c:pt idx="570">
                  <c:v>3113.5745373315312</c:v>
                </c:pt>
                <c:pt idx="571">
                  <c:v>3115.2549538621661</c:v>
                </c:pt>
                <c:pt idx="572">
                  <c:v>3119.851371398534</c:v>
                </c:pt>
                <c:pt idx="573">
                  <c:v>3124.3552184960072</c:v>
                </c:pt>
                <c:pt idx="574">
                  <c:v>3126.130526150992</c:v>
                </c:pt>
                <c:pt idx="575">
                  <c:v>3130.2254388006231</c:v>
                </c:pt>
                <c:pt idx="576">
                  <c:v>3136.3675085779651</c:v>
                </c:pt>
                <c:pt idx="577">
                  <c:v>3138.7390170744184</c:v>
                </c:pt>
                <c:pt idx="578">
                  <c:v>3140.7517852153114</c:v>
                </c:pt>
                <c:pt idx="579">
                  <c:v>3149.9784851063891</c:v>
                </c:pt>
                <c:pt idx="580">
                  <c:v>3154.7432443583302</c:v>
                </c:pt>
                <c:pt idx="581">
                  <c:v>3158.6674716911698</c:v>
                </c:pt>
                <c:pt idx="582">
                  <c:v>3159.8513372978477</c:v>
                </c:pt>
                <c:pt idx="583">
                  <c:v>3164.4246273774665</c:v>
                </c:pt>
                <c:pt idx="584">
                  <c:v>3168.6722080345303</c:v>
                </c:pt>
                <c:pt idx="585">
                  <c:v>3169.4724097080989</c:v>
                </c:pt>
                <c:pt idx="586">
                  <c:v>3169.3293693161195</c:v>
                </c:pt>
                <c:pt idx="587">
                  <c:v>3173.4747267044008</c:v>
                </c:pt>
                <c:pt idx="588">
                  <c:v>3178.5866660470151</c:v>
                </c:pt>
                <c:pt idx="589">
                  <c:v>3181.4899761307906</c:v>
                </c:pt>
                <c:pt idx="590">
                  <c:v>3181.0971062905046</c:v>
                </c:pt>
                <c:pt idx="591">
                  <c:v>3184.8699676489459</c:v>
                </c:pt>
                <c:pt idx="592">
                  <c:v>3183.7809193215171</c:v>
                </c:pt>
                <c:pt idx="593">
                  <c:v>3188.150941436621</c:v>
                </c:pt>
                <c:pt idx="594">
                  <c:v>3200.0858938056463</c:v>
                </c:pt>
                <c:pt idx="595">
                  <c:v>3199.0232586510774</c:v>
                </c:pt>
                <c:pt idx="596">
                  <c:v>3200.5524736347706</c:v>
                </c:pt>
                <c:pt idx="597">
                  <c:v>3204.4384740413816</c:v>
                </c:pt>
                <c:pt idx="598">
                  <c:v>3208.4682118733026</c:v>
                </c:pt>
                <c:pt idx="599">
                  <c:v>3212.2879815630695</c:v>
                </c:pt>
                <c:pt idx="600">
                  <c:v>3214.6171600158091</c:v>
                </c:pt>
                <c:pt idx="601">
                  <c:v>3217.286129653633</c:v>
                </c:pt>
                <c:pt idx="602">
                  <c:v>3221.2977575131808</c:v>
                </c:pt>
                <c:pt idx="603">
                  <c:v>3220.1164862372375</c:v>
                </c:pt>
                <c:pt idx="604">
                  <c:v>3218.8417223307697</c:v>
                </c:pt>
                <c:pt idx="605">
                  <c:v>3223.7682917443917</c:v>
                </c:pt>
                <c:pt idx="606">
                  <c:v>3228.0731110250649</c:v>
                </c:pt>
                <c:pt idx="607">
                  <c:v>3232.4918925757311</c:v>
                </c:pt>
                <c:pt idx="608">
                  <c:v>3233.2761464440209</c:v>
                </c:pt>
                <c:pt idx="609">
                  <c:v>3235.7554026260959</c:v>
                </c:pt>
                <c:pt idx="610">
                  <c:v>3239.1447130809829</c:v>
                </c:pt>
                <c:pt idx="611">
                  <c:v>3241.7851140461153</c:v>
                </c:pt>
                <c:pt idx="612">
                  <c:v>3244.7805810531299</c:v>
                </c:pt>
                <c:pt idx="613">
                  <c:v>3246.583236061233</c:v>
                </c:pt>
                <c:pt idx="614">
                  <c:v>3248.733323592151</c:v>
                </c:pt>
                <c:pt idx="615">
                  <c:v>3252.6596863310124</c:v>
                </c:pt>
                <c:pt idx="616">
                  <c:v>3254.6197484533996</c:v>
                </c:pt>
                <c:pt idx="617">
                  <c:v>3258.4494040347763</c:v>
                </c:pt>
                <c:pt idx="618">
                  <c:v>3262.2754455442696</c:v>
                </c:pt>
                <c:pt idx="619">
                  <c:v>3264.2362277084603</c:v>
                </c:pt>
                <c:pt idx="620">
                  <c:v>3265.4440099732128</c:v>
                </c:pt>
                <c:pt idx="621">
                  <c:v>3267.6100331752223</c:v>
                </c:pt>
                <c:pt idx="622">
                  <c:v>3270.8869079600317</c:v>
                </c:pt>
                <c:pt idx="623">
                  <c:v>3275.0527677357413</c:v>
                </c:pt>
                <c:pt idx="624">
                  <c:v>3279.2190847287584</c:v>
                </c:pt>
                <c:pt idx="625">
                  <c:v>3279.2567781773596</c:v>
                </c:pt>
                <c:pt idx="626">
                  <c:v>3282.7183985828206</c:v>
                </c:pt>
                <c:pt idx="627">
                  <c:v>3285.3754117722347</c:v>
                </c:pt>
                <c:pt idx="628">
                  <c:v>3286.423255647228</c:v>
                </c:pt>
                <c:pt idx="629">
                  <c:v>3293.951185413307</c:v>
                </c:pt>
                <c:pt idx="630">
                  <c:v>3293.6959742299377</c:v>
                </c:pt>
                <c:pt idx="631">
                  <c:v>3302.7102858082562</c:v>
                </c:pt>
                <c:pt idx="632">
                  <c:v>3304.9413114661393</c:v>
                </c:pt>
                <c:pt idx="633">
                  <c:v>3308.2060463753423</c:v>
                </c:pt>
                <c:pt idx="634">
                  <c:v>3312.5293208071885</c:v>
                </c:pt>
                <c:pt idx="635">
                  <c:v>3313.6808992378628</c:v>
                </c:pt>
                <c:pt idx="636">
                  <c:v>3315.7954115899838</c:v>
                </c:pt>
                <c:pt idx="637">
                  <c:v>3320.949447555804</c:v>
                </c:pt>
                <c:pt idx="638">
                  <c:v>3324.5992348484488</c:v>
                </c:pt>
                <c:pt idx="639">
                  <c:v>3328.2714120043156</c:v>
                </c:pt>
                <c:pt idx="640">
                  <c:v>3331.7419390425366</c:v>
                </c:pt>
                <c:pt idx="641">
                  <c:v>3334.8281234763981</c:v>
                </c:pt>
                <c:pt idx="642">
                  <c:v>3339.3258116050119</c:v>
                </c:pt>
                <c:pt idx="643">
                  <c:v>3343.1730628980076</c:v>
                </c:pt>
                <c:pt idx="644">
                  <c:v>3347.0672858417074</c:v>
                </c:pt>
                <c:pt idx="645">
                  <c:v>3351.3769840050477</c:v>
                </c:pt>
                <c:pt idx="646">
                  <c:v>3354.4938309868994</c:v>
                </c:pt>
                <c:pt idx="647">
                  <c:v>3358.4278508972629</c:v>
                </c:pt>
                <c:pt idx="648">
                  <c:v>3361.843402079593</c:v>
                </c:pt>
                <c:pt idx="649">
                  <c:v>3366.2642125573393</c:v>
                </c:pt>
                <c:pt idx="650">
                  <c:v>3371.1256209524618</c:v>
                </c:pt>
                <c:pt idx="651">
                  <c:v>3374.9029419876388</c:v>
                </c:pt>
                <c:pt idx="652">
                  <c:v>3378.2137177671029</c:v>
                </c:pt>
                <c:pt idx="653">
                  <c:v>3383.8083156763651</c:v>
                </c:pt>
                <c:pt idx="654">
                  <c:v>3386.3005466920013</c:v>
                </c:pt>
                <c:pt idx="655">
                  <c:v>3390.9043041526197</c:v>
                </c:pt>
                <c:pt idx="656">
                  <c:v>3393.0436267424575</c:v>
                </c:pt>
                <c:pt idx="657">
                  <c:v>3392.6346340802002</c:v>
                </c:pt>
                <c:pt idx="658">
                  <c:v>3401.5485572112057</c:v>
                </c:pt>
                <c:pt idx="659">
                  <c:v>3400.8411321605527</c:v>
                </c:pt>
                <c:pt idx="660">
                  <c:v>3405.1772484341354</c:v>
                </c:pt>
                <c:pt idx="661">
                  <c:v>3412.6778934053118</c:v>
                </c:pt>
                <c:pt idx="662">
                  <c:v>3418.3279102704223</c:v>
                </c:pt>
                <c:pt idx="663">
                  <c:v>3421.5129191308715</c:v>
                </c:pt>
                <c:pt idx="664">
                  <c:v>3421.5044858735432</c:v>
                </c:pt>
                <c:pt idx="665">
                  <c:v>3420.1807196297677</c:v>
                </c:pt>
                <c:pt idx="666">
                  <c:v>3430.8735243624651</c:v>
                </c:pt>
                <c:pt idx="667">
                  <c:v>3437.1100720343629</c:v>
                </c:pt>
                <c:pt idx="668">
                  <c:v>3443.9760540614216</c:v>
                </c:pt>
                <c:pt idx="669">
                  <c:v>3444.3997216051812</c:v>
                </c:pt>
                <c:pt idx="670">
                  <c:v>3450.7514580089937</c:v>
                </c:pt>
                <c:pt idx="671">
                  <c:v>3457.8806579641059</c:v>
                </c:pt>
                <c:pt idx="672">
                  <c:v>3463.7785922787621</c:v>
                </c:pt>
                <c:pt idx="673">
                  <c:v>3466.4822007110793</c:v>
                </c:pt>
                <c:pt idx="674">
                  <c:v>3470.6003004962322</c:v>
                </c:pt>
                <c:pt idx="675">
                  <c:v>3474.8001992466998</c:v>
                </c:pt>
                <c:pt idx="676">
                  <c:v>3476.8292877191816</c:v>
                </c:pt>
                <c:pt idx="677">
                  <c:v>3474.5820405992167</c:v>
                </c:pt>
                <c:pt idx="678">
                  <c:v>3479.725841967308</c:v>
                </c:pt>
                <c:pt idx="679">
                  <c:v>3485.5857408054808</c:v>
                </c:pt>
                <c:pt idx="680">
                  <c:v>3490.1559785776926</c:v>
                </c:pt>
                <c:pt idx="681">
                  <c:v>3490.1512390361149</c:v>
                </c:pt>
                <c:pt idx="682">
                  <c:v>3491.902522699711</c:v>
                </c:pt>
                <c:pt idx="683">
                  <c:v>3495.7045947271063</c:v>
                </c:pt>
                <c:pt idx="684">
                  <c:v>3496.8912292965433</c:v>
                </c:pt>
                <c:pt idx="685">
                  <c:v>3502.4676146768197</c:v>
                </c:pt>
                <c:pt idx="686">
                  <c:v>3503.0579888021075</c:v>
                </c:pt>
                <c:pt idx="687">
                  <c:v>3510.8018446016454</c:v>
                </c:pt>
                <c:pt idx="688">
                  <c:v>3510.2342751073866</c:v>
                </c:pt>
                <c:pt idx="689">
                  <c:v>3514.3723770920233</c:v>
                </c:pt>
                <c:pt idx="690">
                  <c:v>3518.1263624913636</c:v>
                </c:pt>
                <c:pt idx="691">
                  <c:v>3521.4015902703427</c:v>
                </c:pt>
                <c:pt idx="692">
                  <c:v>3518.7735543241456</c:v>
                </c:pt>
                <c:pt idx="693">
                  <c:v>3521.6975696660193</c:v>
                </c:pt>
                <c:pt idx="694">
                  <c:v>3532.8823717723558</c:v>
                </c:pt>
                <c:pt idx="695">
                  <c:v>3543.2180523890429</c:v>
                </c:pt>
                <c:pt idx="696">
                  <c:v>3545.8296034279101</c:v>
                </c:pt>
                <c:pt idx="697">
                  <c:v>3552.9884341337879</c:v>
                </c:pt>
                <c:pt idx="698">
                  <c:v>3556.2752688186702</c:v>
                </c:pt>
                <c:pt idx="699">
                  <c:v>3557.9674267492592</c:v>
                </c:pt>
                <c:pt idx="700">
                  <c:v>3562.7246998824785</c:v>
                </c:pt>
                <c:pt idx="701">
                  <c:v>3565.9224227551222</c:v>
                </c:pt>
                <c:pt idx="702">
                  <c:v>3569.4185077126795</c:v>
                </c:pt>
                <c:pt idx="703">
                  <c:v>3566.1824331054759</c:v>
                </c:pt>
                <c:pt idx="704">
                  <c:v>3565.9262082746518</c:v>
                </c:pt>
                <c:pt idx="705">
                  <c:v>3565.9774742180989</c:v>
                </c:pt>
                <c:pt idx="706">
                  <c:v>3568.7659426209048</c:v>
                </c:pt>
                <c:pt idx="707">
                  <c:v>3568.6909603346567</c:v>
                </c:pt>
                <c:pt idx="708">
                  <c:v>3573.4196953685905</c:v>
                </c:pt>
                <c:pt idx="709">
                  <c:v>3580.7027982377749</c:v>
                </c:pt>
                <c:pt idx="710">
                  <c:v>3584.3489780905493</c:v>
                </c:pt>
                <c:pt idx="711">
                  <c:v>3588.063082584832</c:v>
                </c:pt>
                <c:pt idx="712">
                  <c:v>3592.3511090334678</c:v>
                </c:pt>
                <c:pt idx="713">
                  <c:v>3597.0295694837719</c:v>
                </c:pt>
                <c:pt idx="714">
                  <c:v>3601.0424358858108</c:v>
                </c:pt>
                <c:pt idx="715">
                  <c:v>3605.8974410862834</c:v>
                </c:pt>
                <c:pt idx="716">
                  <c:v>3610.4908862105849</c:v>
                </c:pt>
                <c:pt idx="717">
                  <c:v>3613.3386185974787</c:v>
                </c:pt>
                <c:pt idx="718">
                  <c:v>3616.1017198379996</c:v>
                </c:pt>
                <c:pt idx="719">
                  <c:v>3620.8625955222869</c:v>
                </c:pt>
                <c:pt idx="720">
                  <c:v>3619.9676972334969</c:v>
                </c:pt>
                <c:pt idx="721">
                  <c:v>3624.7465080497286</c:v>
                </c:pt>
                <c:pt idx="722">
                  <c:v>3625.5257096442656</c:v>
                </c:pt>
                <c:pt idx="723">
                  <c:v>3630.5611664509861</c:v>
                </c:pt>
                <c:pt idx="724">
                  <c:v>3631.0572834437044</c:v>
                </c:pt>
                <c:pt idx="725">
                  <c:v>3632.4358116734265</c:v>
                </c:pt>
                <c:pt idx="726">
                  <c:v>3638.4350826567052</c:v>
                </c:pt>
                <c:pt idx="727">
                  <c:v>3639.7044819391767</c:v>
                </c:pt>
                <c:pt idx="728">
                  <c:v>3645.9717750506093</c:v>
                </c:pt>
                <c:pt idx="729">
                  <c:v>3647.984076073089</c:v>
                </c:pt>
                <c:pt idx="730">
                  <c:v>3647.8546504804654</c:v>
                </c:pt>
                <c:pt idx="731">
                  <c:v>3654.9685059563531</c:v>
                </c:pt>
                <c:pt idx="732">
                  <c:v>3655.4000008842272</c:v>
                </c:pt>
                <c:pt idx="733">
                  <c:v>3658.8961568145737</c:v>
                </c:pt>
                <c:pt idx="734">
                  <c:v>3663.395227232239</c:v>
                </c:pt>
                <c:pt idx="735">
                  <c:v>3666.5411140430833</c:v>
                </c:pt>
                <c:pt idx="736">
                  <c:v>3669.1343685070515</c:v>
                </c:pt>
                <c:pt idx="737">
                  <c:v>3674.4207269411345</c:v>
                </c:pt>
                <c:pt idx="738">
                  <c:v>3678.9051408899986</c:v>
                </c:pt>
                <c:pt idx="739">
                  <c:v>3681.7563587472087</c:v>
                </c:pt>
                <c:pt idx="740">
                  <c:v>3686.746949810401</c:v>
                </c:pt>
                <c:pt idx="741">
                  <c:v>3689.6560574593577</c:v>
                </c:pt>
                <c:pt idx="742">
                  <c:v>3684.6440635757899</c:v>
                </c:pt>
                <c:pt idx="743">
                  <c:v>3687.3375587500095</c:v>
                </c:pt>
                <c:pt idx="744">
                  <c:v>3690.5671212530037</c:v>
                </c:pt>
                <c:pt idx="745">
                  <c:v>3693.4958502533095</c:v>
                </c:pt>
                <c:pt idx="746">
                  <c:v>3694.0094532698695</c:v>
                </c:pt>
                <c:pt idx="747">
                  <c:v>3699.0737957255478</c:v>
                </c:pt>
                <c:pt idx="748">
                  <c:v>3700.7411383105114</c:v>
                </c:pt>
                <c:pt idx="749">
                  <c:v>3699.0799769204068</c:v>
                </c:pt>
                <c:pt idx="750">
                  <c:v>3706.1616064608634</c:v>
                </c:pt>
                <c:pt idx="751">
                  <c:v>3709.5709282613539</c:v>
                </c:pt>
                <c:pt idx="752">
                  <c:v>3708.3814427062071</c:v>
                </c:pt>
                <c:pt idx="753">
                  <c:v>3710.2555562184984</c:v>
                </c:pt>
                <c:pt idx="754">
                  <c:v>3719.6987813572459</c:v>
                </c:pt>
                <c:pt idx="755">
                  <c:v>3725.1436127074135</c:v>
                </c:pt>
                <c:pt idx="756">
                  <c:v>3733.607149346014</c:v>
                </c:pt>
                <c:pt idx="757">
                  <c:v>3736.0847277359253</c:v>
                </c:pt>
                <c:pt idx="758">
                  <c:v>3739.735976786068</c:v>
                </c:pt>
                <c:pt idx="759">
                  <c:v>3743.1300010268706</c:v>
                </c:pt>
                <c:pt idx="760">
                  <c:v>3746.8707813234978</c:v>
                </c:pt>
                <c:pt idx="761">
                  <c:v>3750.1156442085148</c:v>
                </c:pt>
                <c:pt idx="762">
                  <c:v>3752.3170415258032</c:v>
                </c:pt>
                <c:pt idx="763">
                  <c:v>3754.1575242486369</c:v>
                </c:pt>
                <c:pt idx="764">
                  <c:v>3757.3690241898357</c:v>
                </c:pt>
                <c:pt idx="765">
                  <c:v>3758.458773460221</c:v>
                </c:pt>
                <c:pt idx="766">
                  <c:v>3760.2013757544637</c:v>
                </c:pt>
                <c:pt idx="767">
                  <c:v>3763.2451229424078</c:v>
                </c:pt>
                <c:pt idx="768">
                  <c:v>3765.7268071471844</c:v>
                </c:pt>
                <c:pt idx="769">
                  <c:v>3768.9986566279558</c:v>
                </c:pt>
                <c:pt idx="770">
                  <c:v>3771.2738342239163</c:v>
                </c:pt>
                <c:pt idx="771">
                  <c:v>3774.0849625624433</c:v>
                </c:pt>
                <c:pt idx="772">
                  <c:v>3776.7858940887663</c:v>
                </c:pt>
                <c:pt idx="773">
                  <c:v>3780.0082925569241</c:v>
                </c:pt>
                <c:pt idx="774">
                  <c:v>3783.0879524116608</c:v>
                </c:pt>
                <c:pt idx="775">
                  <c:v>3785.5300399099215</c:v>
                </c:pt>
                <c:pt idx="776">
                  <c:v>3787.9949358335534</c:v>
                </c:pt>
                <c:pt idx="777">
                  <c:v>3790.8819257778905</c:v>
                </c:pt>
                <c:pt idx="778">
                  <c:v>3792.7998267435928</c:v>
                </c:pt>
                <c:pt idx="779">
                  <c:v>3797.4246251448913</c:v>
                </c:pt>
                <c:pt idx="780">
                  <c:v>3799.6555182381544</c:v>
                </c:pt>
                <c:pt idx="781">
                  <c:v>3804.6979854697338</c:v>
                </c:pt>
                <c:pt idx="782">
                  <c:v>3806.4077276440948</c:v>
                </c:pt>
                <c:pt idx="783">
                  <c:v>3810.4505079452324</c:v>
                </c:pt>
                <c:pt idx="784">
                  <c:v>3811.1496626595799</c:v>
                </c:pt>
                <c:pt idx="785">
                  <c:v>3816.1006444137292</c:v>
                </c:pt>
                <c:pt idx="786">
                  <c:v>3824.9848530136433</c:v>
                </c:pt>
                <c:pt idx="787">
                  <c:v>3826.2530713393085</c:v>
                </c:pt>
                <c:pt idx="788">
                  <c:v>3825.9674705126508</c:v>
                </c:pt>
                <c:pt idx="789">
                  <c:v>3827.8497883771124</c:v>
                </c:pt>
                <c:pt idx="790">
                  <c:v>3833.0264090761284</c:v>
                </c:pt>
                <c:pt idx="791">
                  <c:v>3823.059563416914</c:v>
                </c:pt>
                <c:pt idx="792">
                  <c:v>3837.0112799204876</c:v>
                </c:pt>
                <c:pt idx="793">
                  <c:v>3832.4273093237784</c:v>
                </c:pt>
                <c:pt idx="794">
                  <c:v>3835.3230317471634</c:v>
                </c:pt>
                <c:pt idx="795">
                  <c:v>3834.1537733907662</c:v>
                </c:pt>
                <c:pt idx="796">
                  <c:v>3838.3942560177279</c:v>
                </c:pt>
                <c:pt idx="797">
                  <c:v>3844.3933975357977</c:v>
                </c:pt>
                <c:pt idx="798">
                  <c:v>3846.3531307178396</c:v>
                </c:pt>
                <c:pt idx="799">
                  <c:v>3846.7182332999714</c:v>
                </c:pt>
                <c:pt idx="800">
                  <c:v>3850.0193274552994</c:v>
                </c:pt>
                <c:pt idx="801">
                  <c:v>3856.1695860404479</c:v>
                </c:pt>
                <c:pt idx="802">
                  <c:v>3858.3561657982</c:v>
                </c:pt>
                <c:pt idx="803">
                  <c:v>3864.5022261594704</c:v>
                </c:pt>
                <c:pt idx="804">
                  <c:v>3870.8327718893943</c:v>
                </c:pt>
                <c:pt idx="805">
                  <c:v>3874.4718705313871</c:v>
                </c:pt>
                <c:pt idx="806">
                  <c:v>3876.7768972691633</c:v>
                </c:pt>
                <c:pt idx="807">
                  <c:v>3879.1500373776548</c:v>
                </c:pt>
                <c:pt idx="808">
                  <c:v>3882.8426007860871</c:v>
                </c:pt>
                <c:pt idx="809">
                  <c:v>3887.1533195240554</c:v>
                </c:pt>
                <c:pt idx="810">
                  <c:v>3888.5234916736381</c:v>
                </c:pt>
                <c:pt idx="811">
                  <c:v>3890.0539892880711</c:v>
                </c:pt>
                <c:pt idx="812">
                  <c:v>3894.0734518320851</c:v>
                </c:pt>
                <c:pt idx="813">
                  <c:v>3896.1246763685167</c:v>
                </c:pt>
                <c:pt idx="814">
                  <c:v>3900.1851633087663</c:v>
                </c:pt>
                <c:pt idx="815">
                  <c:v>3901.0401943302795</c:v>
                </c:pt>
                <c:pt idx="816">
                  <c:v>3903.2502615980275</c:v>
                </c:pt>
                <c:pt idx="817">
                  <c:v>3906.794151068063</c:v>
                </c:pt>
                <c:pt idx="818">
                  <c:v>3911.8491915375616</c:v>
                </c:pt>
                <c:pt idx="819">
                  <c:v>3910.810904286071</c:v>
                </c:pt>
                <c:pt idx="820">
                  <c:v>3916.8138938600878</c:v>
                </c:pt>
                <c:pt idx="821">
                  <c:v>3917.5146750083013</c:v>
                </c:pt>
                <c:pt idx="822">
                  <c:v>3920.4262576420915</c:v>
                </c:pt>
                <c:pt idx="823">
                  <c:v>3920.9665991168922</c:v>
                </c:pt>
                <c:pt idx="824">
                  <c:v>3923.7820102946171</c:v>
                </c:pt>
                <c:pt idx="825">
                  <c:v>3928.7489612103691</c:v>
                </c:pt>
                <c:pt idx="826">
                  <c:v>3934.2905620551655</c:v>
                </c:pt>
                <c:pt idx="827">
                  <c:v>3936.1887823786105</c:v>
                </c:pt>
                <c:pt idx="828">
                  <c:v>3940.4027948700505</c:v>
                </c:pt>
                <c:pt idx="829">
                  <c:v>3942.311672208546</c:v>
                </c:pt>
                <c:pt idx="830">
                  <c:v>3938.557286445237</c:v>
                </c:pt>
                <c:pt idx="831">
                  <c:v>3941.7691442276337</c:v>
                </c:pt>
                <c:pt idx="832">
                  <c:v>3944.5671466959375</c:v>
                </c:pt>
                <c:pt idx="833">
                  <c:v>3947.5598517970452</c:v>
                </c:pt>
                <c:pt idx="834">
                  <c:v>3949.8360884423032</c:v>
                </c:pt>
                <c:pt idx="835">
                  <c:v>3951.0851255799812</c:v>
                </c:pt>
                <c:pt idx="836">
                  <c:v>3952.4650194773994</c:v>
                </c:pt>
                <c:pt idx="837">
                  <c:v>3955.4391118438862</c:v>
                </c:pt>
                <c:pt idx="838">
                  <c:v>3958.5632453618828</c:v>
                </c:pt>
                <c:pt idx="839">
                  <c:v>3960.376982176831</c:v>
                </c:pt>
                <c:pt idx="840">
                  <c:v>3961.4681865019684</c:v>
                </c:pt>
                <c:pt idx="841">
                  <c:v>3964.9222251217334</c:v>
                </c:pt>
                <c:pt idx="842">
                  <c:v>3963.8738614636814</c:v>
                </c:pt>
                <c:pt idx="843">
                  <c:v>3968.4131530152617</c:v>
                </c:pt>
                <c:pt idx="844">
                  <c:v>3970.6056459106335</c:v>
                </c:pt>
                <c:pt idx="845">
                  <c:v>3983.1982678812051</c:v>
                </c:pt>
                <c:pt idx="846">
                  <c:v>3973.6469022599031</c:v>
                </c:pt>
                <c:pt idx="847">
                  <c:v>3988.5487972652445</c:v>
                </c:pt>
                <c:pt idx="848">
                  <c:v>3993.3155662058402</c:v>
                </c:pt>
                <c:pt idx="849">
                  <c:v>3986.8154210882894</c:v>
                </c:pt>
                <c:pt idx="850">
                  <c:v>3986.3686548141777</c:v>
                </c:pt>
                <c:pt idx="851">
                  <c:v>3992.4874248704755</c:v>
                </c:pt>
                <c:pt idx="852">
                  <c:v>3989.9541163354543</c:v>
                </c:pt>
                <c:pt idx="853">
                  <c:v>3997.3873566765637</c:v>
                </c:pt>
                <c:pt idx="854">
                  <c:v>4007.6316893595576</c:v>
                </c:pt>
                <c:pt idx="855">
                  <c:v>4002.5934484527197</c:v>
                </c:pt>
                <c:pt idx="856">
                  <c:v>4007.7548017253494</c:v>
                </c:pt>
                <c:pt idx="857">
                  <c:v>4012.1135634236498</c:v>
                </c:pt>
                <c:pt idx="858">
                  <c:v>4006.0213210121742</c:v>
                </c:pt>
                <c:pt idx="859">
                  <c:v>4015.2824446297709</c:v>
                </c:pt>
                <c:pt idx="860">
                  <c:v>4019.8452867181477</c:v>
                </c:pt>
                <c:pt idx="861">
                  <c:v>4021.4084128867098</c:v>
                </c:pt>
                <c:pt idx="862">
                  <c:v>4023.0693545936933</c:v>
                </c:pt>
                <c:pt idx="863">
                  <c:v>4024.8889818720518</c:v>
                </c:pt>
                <c:pt idx="864">
                  <c:v>4028.8176493524993</c:v>
                </c:pt>
                <c:pt idx="865">
                  <c:v>4031.8946556744645</c:v>
                </c:pt>
                <c:pt idx="866">
                  <c:v>4033.7168545349059</c:v>
                </c:pt>
                <c:pt idx="867">
                  <c:v>4035.6491415318073</c:v>
                </c:pt>
                <c:pt idx="868">
                  <c:v>4037.0963064121188</c:v>
                </c:pt>
                <c:pt idx="869">
                  <c:v>4039.981434363136</c:v>
                </c:pt>
                <c:pt idx="870">
                  <c:v>4043.6076959388156</c:v>
                </c:pt>
                <c:pt idx="871">
                  <c:v>4046.610597209215</c:v>
                </c:pt>
                <c:pt idx="872">
                  <c:v>4050.839796582351</c:v>
                </c:pt>
                <c:pt idx="873">
                  <c:v>4060.9617061132749</c:v>
                </c:pt>
                <c:pt idx="874">
                  <c:v>4064.5615236948092</c:v>
                </c:pt>
                <c:pt idx="875">
                  <c:v>4066.4337794965377</c:v>
                </c:pt>
                <c:pt idx="876">
                  <c:v>4069.9644120866014</c:v>
                </c:pt>
                <c:pt idx="877">
                  <c:v>4073.7211480136548</c:v>
                </c:pt>
                <c:pt idx="878">
                  <c:v>4075.9213778334824</c:v>
                </c:pt>
                <c:pt idx="879">
                  <c:v>4079.3671131754331</c:v>
                </c:pt>
                <c:pt idx="880">
                  <c:v>4081.8780624430465</c:v>
                </c:pt>
                <c:pt idx="881">
                  <c:v>4082.9774929999294</c:v>
                </c:pt>
                <c:pt idx="882">
                  <c:v>4087.5775987454854</c:v>
                </c:pt>
                <c:pt idx="883">
                  <c:v>4090.0250075539461</c:v>
                </c:pt>
                <c:pt idx="884">
                  <c:v>4091.7895350618364</c:v>
                </c:pt>
                <c:pt idx="885">
                  <c:v>4095.3790138977383</c:v>
                </c:pt>
                <c:pt idx="886">
                  <c:v>4097.6928448481012</c:v>
                </c:pt>
                <c:pt idx="887">
                  <c:v>4101.9820255160193</c:v>
                </c:pt>
                <c:pt idx="888">
                  <c:v>4104.0016607484868</c:v>
                </c:pt>
                <c:pt idx="889">
                  <c:v>4106.7344510139665</c:v>
                </c:pt>
                <c:pt idx="890">
                  <c:v>4108.2480533705784</c:v>
                </c:pt>
                <c:pt idx="891">
                  <c:v>4110.0348863511417</c:v>
                </c:pt>
                <c:pt idx="892">
                  <c:v>4111.5122202107386</c:v>
                </c:pt>
                <c:pt idx="893">
                  <c:v>4116.9696983619697</c:v>
                </c:pt>
                <c:pt idx="894">
                  <c:v>4120.7833789193992</c:v>
                </c:pt>
                <c:pt idx="895">
                  <c:v>4122.4714442283184</c:v>
                </c:pt>
                <c:pt idx="896">
                  <c:v>4124.1819401819148</c:v>
                </c:pt>
                <c:pt idx="897">
                  <c:v>4129.5600327803968</c:v>
                </c:pt>
                <c:pt idx="898">
                  <c:v>4133.4117800059839</c:v>
                </c:pt>
                <c:pt idx="899">
                  <c:v>4129.3796296190885</c:v>
                </c:pt>
                <c:pt idx="900">
                  <c:v>4139.8976508939732</c:v>
                </c:pt>
                <c:pt idx="901">
                  <c:v>4143.0997955959256</c:v>
                </c:pt>
                <c:pt idx="902">
                  <c:v>4146.6558346815063</c:v>
                </c:pt>
                <c:pt idx="903">
                  <c:v>4147.7850095884978</c:v>
                </c:pt>
                <c:pt idx="904">
                  <c:v>4148.8202791100875</c:v>
                </c:pt>
                <c:pt idx="905">
                  <c:v>4153.3541750804943</c:v>
                </c:pt>
                <c:pt idx="906">
                  <c:v>4155.9025703509651</c:v>
                </c:pt>
                <c:pt idx="907">
                  <c:v>4156.802640241458</c:v>
                </c:pt>
                <c:pt idx="908">
                  <c:v>4157.7522431028001</c:v>
                </c:pt>
                <c:pt idx="909">
                  <c:v>4160.6428180492485</c:v>
                </c:pt>
                <c:pt idx="910">
                  <c:v>4163.570510874054</c:v>
                </c:pt>
                <c:pt idx="911">
                  <c:v>4164.193992372253</c:v>
                </c:pt>
                <c:pt idx="912">
                  <c:v>4167.8416819622416</c:v>
                </c:pt>
                <c:pt idx="913">
                  <c:v>4170.0613912003028</c:v>
                </c:pt>
                <c:pt idx="914">
                  <c:v>4173.1297020236889</c:v>
                </c:pt>
                <c:pt idx="915">
                  <c:v>4176.3053838167116</c:v>
                </c:pt>
                <c:pt idx="916">
                  <c:v>4174.3430431927991</c:v>
                </c:pt>
                <c:pt idx="917">
                  <c:v>4182.1589814207318</c:v>
                </c:pt>
                <c:pt idx="918">
                  <c:v>4180.7666750699991</c:v>
                </c:pt>
                <c:pt idx="919">
                  <c:v>4184.2639486935932</c:v>
                </c:pt>
                <c:pt idx="920">
                  <c:v>4185.9812872379234</c:v>
                </c:pt>
                <c:pt idx="921">
                  <c:v>4190.0956559270116</c:v>
                </c:pt>
                <c:pt idx="922">
                  <c:v>4191.4667581339518</c:v>
                </c:pt>
                <c:pt idx="923">
                  <c:v>4194.8590717448897</c:v>
                </c:pt>
                <c:pt idx="924">
                  <c:v>4197.3117761692756</c:v>
                </c:pt>
                <c:pt idx="925">
                  <c:v>4201.0802405262984</c:v>
                </c:pt>
                <c:pt idx="926">
                  <c:v>4204.2196975883744</c:v>
                </c:pt>
                <c:pt idx="927">
                  <c:v>4206.6673160417777</c:v>
                </c:pt>
                <c:pt idx="928">
                  <c:v>4208.7459907986322</c:v>
                </c:pt>
                <c:pt idx="929">
                  <c:v>4211.5378424834871</c:v>
                </c:pt>
                <c:pt idx="930">
                  <c:v>4217.3546836346322</c:v>
                </c:pt>
                <c:pt idx="931">
                  <c:v>4221.9273954941345</c:v>
                </c:pt>
                <c:pt idx="932">
                  <c:v>4223.0399406681972</c:v>
                </c:pt>
                <c:pt idx="933">
                  <c:v>4226.5473661684009</c:v>
                </c:pt>
                <c:pt idx="934">
                  <c:v>4229.7736513166446</c:v>
                </c:pt>
                <c:pt idx="935">
                  <c:v>4232.2606778847867</c:v>
                </c:pt>
                <c:pt idx="936">
                  <c:v>4226.4175630021055</c:v>
                </c:pt>
                <c:pt idx="937">
                  <c:v>4229.2760150566573</c:v>
                </c:pt>
                <c:pt idx="938">
                  <c:v>4230.8173745017521</c:v>
                </c:pt>
                <c:pt idx="939">
                  <c:v>4237.506480605306</c:v>
                </c:pt>
                <c:pt idx="940">
                  <c:v>4236.9880389875489</c:v>
                </c:pt>
                <c:pt idx="941">
                  <c:v>4229.3149131662176</c:v>
                </c:pt>
                <c:pt idx="942">
                  <c:v>4232.5319599127724</c:v>
                </c:pt>
                <c:pt idx="943">
                  <c:v>4234.9904494607927</c:v>
                </c:pt>
                <c:pt idx="944">
                  <c:v>4241.6642495182241</c:v>
                </c:pt>
                <c:pt idx="945">
                  <c:v>4244.0016253958129</c:v>
                </c:pt>
                <c:pt idx="946">
                  <c:v>4249.7018400692987</c:v>
                </c:pt>
                <c:pt idx="947">
                  <c:v>4258.0120118885388</c:v>
                </c:pt>
                <c:pt idx="948">
                  <c:v>4261.4261098304196</c:v>
                </c:pt>
                <c:pt idx="949">
                  <c:v>4264.8423283787006</c:v>
                </c:pt>
                <c:pt idx="950">
                  <c:v>4269.304652917589</c:v>
                </c:pt>
                <c:pt idx="951">
                  <c:v>4271.8347320930861</c:v>
                </c:pt>
                <c:pt idx="952">
                  <c:v>4275.5290693641491</c:v>
                </c:pt>
                <c:pt idx="953">
                  <c:v>4278.9497489460045</c:v>
                </c:pt>
                <c:pt idx="954">
                  <c:v>4280.2919052971583</c:v>
                </c:pt>
                <c:pt idx="955">
                  <c:v>4282.0196967563079</c:v>
                </c:pt>
                <c:pt idx="956">
                  <c:v>4284.7980077269822</c:v>
                </c:pt>
                <c:pt idx="957">
                  <c:v>4285.0385078183672</c:v>
                </c:pt>
                <c:pt idx="958">
                  <c:v>4287.2220105411452</c:v>
                </c:pt>
                <c:pt idx="959">
                  <c:v>4290.1850372500885</c:v>
                </c:pt>
                <c:pt idx="960">
                  <c:v>4292.5610838001339</c:v>
                </c:pt>
                <c:pt idx="961">
                  <c:v>4294.8233408347942</c:v>
                </c:pt>
                <c:pt idx="962">
                  <c:v>4297.209395682492</c:v>
                </c:pt>
                <c:pt idx="963">
                  <c:v>4300.1938659573007</c:v>
                </c:pt>
                <c:pt idx="964">
                  <c:v>4303.8872058901161</c:v>
                </c:pt>
                <c:pt idx="965">
                  <c:v>4306.1518754732806</c:v>
                </c:pt>
                <c:pt idx="966">
                  <c:v>4311.1928780685148</c:v>
                </c:pt>
                <c:pt idx="967">
                  <c:v>4310.66006328394</c:v>
                </c:pt>
                <c:pt idx="968">
                  <c:v>4312.5670804328302</c:v>
                </c:pt>
                <c:pt idx="969">
                  <c:v>4314.9913626458965</c:v>
                </c:pt>
                <c:pt idx="970">
                  <c:v>4317.3227468198229</c:v>
                </c:pt>
                <c:pt idx="971">
                  <c:v>4320.1555112169062</c:v>
                </c:pt>
                <c:pt idx="972">
                  <c:v>4322.7230652545968</c:v>
                </c:pt>
                <c:pt idx="973">
                  <c:v>4326.5912622510223</c:v>
                </c:pt>
                <c:pt idx="974">
                  <c:v>4330.0217299266833</c:v>
                </c:pt>
                <c:pt idx="975">
                  <c:v>4333.9197828630067</c:v>
                </c:pt>
                <c:pt idx="976">
                  <c:v>4329.4875975979385</c:v>
                </c:pt>
                <c:pt idx="977">
                  <c:v>4340.0682546286871</c:v>
                </c:pt>
                <c:pt idx="978">
                  <c:v>4332.6171814131294</c:v>
                </c:pt>
                <c:pt idx="979">
                  <c:v>4342.3721985438024</c:v>
                </c:pt>
                <c:pt idx="980">
                  <c:v>4347.6227599824706</c:v>
                </c:pt>
                <c:pt idx="981">
                  <c:v>4349.6275623251931</c:v>
                </c:pt>
                <c:pt idx="982">
                  <c:v>4349.8782961840589</c:v>
                </c:pt>
                <c:pt idx="983">
                  <c:v>4351.8611491581833</c:v>
                </c:pt>
                <c:pt idx="984">
                  <c:v>4350.6112627612201</c:v>
                </c:pt>
                <c:pt idx="985">
                  <c:v>4355.4919508510839</c:v>
                </c:pt>
                <c:pt idx="986">
                  <c:v>4359.7648975666898</c:v>
                </c:pt>
                <c:pt idx="987">
                  <c:v>4362.5067026161805</c:v>
                </c:pt>
                <c:pt idx="988">
                  <c:v>4364.1583444513944</c:v>
                </c:pt>
                <c:pt idx="989">
                  <c:v>4366.3493668208457</c:v>
                </c:pt>
                <c:pt idx="990">
                  <c:v>4368.5048791192776</c:v>
                </c:pt>
                <c:pt idx="991">
                  <c:v>4371.6484723422345</c:v>
                </c:pt>
                <c:pt idx="992">
                  <c:v>4373.9342650460121</c:v>
                </c:pt>
                <c:pt idx="993">
                  <c:v>4375.623618428428</c:v>
                </c:pt>
                <c:pt idx="994">
                  <c:v>4378.7322576516472</c:v>
                </c:pt>
                <c:pt idx="995">
                  <c:v>4382.7921478577055</c:v>
                </c:pt>
                <c:pt idx="996">
                  <c:v>4386.7657697244658</c:v>
                </c:pt>
                <c:pt idx="997">
                  <c:v>4396.1252371077317</c:v>
                </c:pt>
                <c:pt idx="998">
                  <c:v>4399.4366214996453</c:v>
                </c:pt>
                <c:pt idx="999">
                  <c:v>4402.0220321642937</c:v>
                </c:pt>
                <c:pt idx="1000">
                  <c:v>4403.7453052438432</c:v>
                </c:pt>
                <c:pt idx="1001">
                  <c:v>4409.5343970290169</c:v>
                </c:pt>
                <c:pt idx="1002">
                  <c:v>4412.9839233832863</c:v>
                </c:pt>
                <c:pt idx="1003">
                  <c:v>4416.7294528340908</c:v>
                </c:pt>
                <c:pt idx="1004">
                  <c:v>4418.2963021325068</c:v>
                </c:pt>
                <c:pt idx="1005">
                  <c:v>4417.84784248711</c:v>
                </c:pt>
                <c:pt idx="1006">
                  <c:v>4417.5091755418389</c:v>
                </c:pt>
                <c:pt idx="1007">
                  <c:v>4419.2710160079223</c:v>
                </c:pt>
                <c:pt idx="1008">
                  <c:v>4421.6588205287426</c:v>
                </c:pt>
                <c:pt idx="1009">
                  <c:v>4430.2251013285386</c:v>
                </c:pt>
                <c:pt idx="1010">
                  <c:v>4432.0727820673483</c:v>
                </c:pt>
                <c:pt idx="1011">
                  <c:v>4435.0372730008276</c:v>
                </c:pt>
                <c:pt idx="1012">
                  <c:v>4437.4239962688571</c:v>
                </c:pt>
                <c:pt idx="1013">
                  <c:v>4440.5714929804662</c:v>
                </c:pt>
                <c:pt idx="1014">
                  <c:v>4444.6228076758898</c:v>
                </c:pt>
                <c:pt idx="1015">
                  <c:v>4446.6521774440444</c:v>
                </c:pt>
                <c:pt idx="1016">
                  <c:v>4447.2810014315119</c:v>
                </c:pt>
                <c:pt idx="1017">
                  <c:v>4447.1265232870192</c:v>
                </c:pt>
                <c:pt idx="1018">
                  <c:v>4450.1598943747294</c:v>
                </c:pt>
                <c:pt idx="1019">
                  <c:v>4452.2452705572523</c:v>
                </c:pt>
                <c:pt idx="1020">
                  <c:v>4454.7843971054863</c:v>
                </c:pt>
                <c:pt idx="1021">
                  <c:v>4457.3223883888259</c:v>
                </c:pt>
                <c:pt idx="1022">
                  <c:v>4458.6063057644851</c:v>
                </c:pt>
                <c:pt idx="1023">
                  <c:v>4461.1879633339322</c:v>
                </c:pt>
                <c:pt idx="1024">
                  <c:v>4464.6215971280189</c:v>
                </c:pt>
                <c:pt idx="1025">
                  <c:v>4460.4036527173257</c:v>
                </c:pt>
                <c:pt idx="1026">
                  <c:v>4463.2784258937263</c:v>
                </c:pt>
                <c:pt idx="1027">
                  <c:v>4466.8388045139855</c:v>
                </c:pt>
                <c:pt idx="1028">
                  <c:v>4468.7710229107906</c:v>
                </c:pt>
                <c:pt idx="1029">
                  <c:v>4472.4079598533508</c:v>
                </c:pt>
                <c:pt idx="1030">
                  <c:v>4475.1101280164257</c:v>
                </c:pt>
                <c:pt idx="1031">
                  <c:v>4476.7251342851878</c:v>
                </c:pt>
                <c:pt idx="1032">
                  <c:v>4477.2887528334122</c:v>
                </c:pt>
                <c:pt idx="1033">
                  <c:v>4483.711670017904</c:v>
                </c:pt>
                <c:pt idx="1034">
                  <c:v>4483.4381405550721</c:v>
                </c:pt>
                <c:pt idx="1035">
                  <c:v>4483.8332793460031</c:v>
                </c:pt>
                <c:pt idx="1036">
                  <c:v>4488.5268914893686</c:v>
                </c:pt>
                <c:pt idx="1037">
                  <c:v>4488.6700127560407</c:v>
                </c:pt>
                <c:pt idx="1038">
                  <c:v>4492.7116501892924</c:v>
                </c:pt>
                <c:pt idx="1039">
                  <c:v>4500.6691913824643</c:v>
                </c:pt>
                <c:pt idx="1040">
                  <c:v>4501.51099516867</c:v>
                </c:pt>
                <c:pt idx="1041">
                  <c:v>4506.3881250461054</c:v>
                </c:pt>
                <c:pt idx="1042">
                  <c:v>4505.4207591973754</c:v>
                </c:pt>
                <c:pt idx="1043">
                  <c:v>4511.9470725102738</c:v>
                </c:pt>
                <c:pt idx="1044">
                  <c:v>4515.0018354922013</c:v>
                </c:pt>
                <c:pt idx="1045">
                  <c:v>4517.9291787372431</c:v>
                </c:pt>
                <c:pt idx="1046">
                  <c:v>4520.5002747828439</c:v>
                </c:pt>
                <c:pt idx="1047">
                  <c:v>4520.748456085139</c:v>
                </c:pt>
                <c:pt idx="1048">
                  <c:v>4524.3450568922926</c:v>
                </c:pt>
                <c:pt idx="1049">
                  <c:v>4527.4594516107409</c:v>
                </c:pt>
                <c:pt idx="1050">
                  <c:v>4530.2080361832341</c:v>
                </c:pt>
                <c:pt idx="1051">
                  <c:v>4532.2318798141987</c:v>
                </c:pt>
                <c:pt idx="1052">
                  <c:v>4533.4614933239773</c:v>
                </c:pt>
                <c:pt idx="1053">
                  <c:v>4536.0547309617587</c:v>
                </c:pt>
                <c:pt idx="1054">
                  <c:v>4538.9204566855024</c:v>
                </c:pt>
                <c:pt idx="1055">
                  <c:v>4541.8726099101123</c:v>
                </c:pt>
                <c:pt idx="1056">
                  <c:v>4544.6699966241795</c:v>
                </c:pt>
                <c:pt idx="1057">
                  <c:v>4547.6894533236818</c:v>
                </c:pt>
                <c:pt idx="1058">
                  <c:v>4551.3283621435758</c:v>
                </c:pt>
                <c:pt idx="1059">
                  <c:v>4552.3357338844025</c:v>
                </c:pt>
                <c:pt idx="1060">
                  <c:v>4556.3490255401503</c:v>
                </c:pt>
                <c:pt idx="1061">
                  <c:v>4558.5706381907321</c:v>
                </c:pt>
                <c:pt idx="1062">
                  <c:v>4561.5722724014577</c:v>
                </c:pt>
                <c:pt idx="1063">
                  <c:v>4566.6627862237528</c:v>
                </c:pt>
                <c:pt idx="1064">
                  <c:v>4569.6703529153801</c:v>
                </c:pt>
                <c:pt idx="1065">
                  <c:v>4569.8640522734031</c:v>
                </c:pt>
                <c:pt idx="1066">
                  <c:v>4569.7642922772566</c:v>
                </c:pt>
                <c:pt idx="1067">
                  <c:v>4575.5156372025813</c:v>
                </c:pt>
                <c:pt idx="1068">
                  <c:v>4575.2215566293489</c:v>
                </c:pt>
                <c:pt idx="1069">
                  <c:v>4583.2098004857253</c:v>
                </c:pt>
                <c:pt idx="1070">
                  <c:v>4585.5462523230653</c:v>
                </c:pt>
                <c:pt idx="1071">
                  <c:v>4586.5473944290616</c:v>
                </c:pt>
                <c:pt idx="1072">
                  <c:v>4590.896191777425</c:v>
                </c:pt>
                <c:pt idx="1073">
                  <c:v>4588.824599734452</c:v>
                </c:pt>
                <c:pt idx="1074">
                  <c:v>4596.1304803762241</c:v>
                </c:pt>
                <c:pt idx="1075">
                  <c:v>4596.4406751486558</c:v>
                </c:pt>
                <c:pt idx="1076">
                  <c:v>4598.599791825487</c:v>
                </c:pt>
                <c:pt idx="1077">
                  <c:v>4604.6098496116865</c:v>
                </c:pt>
                <c:pt idx="1078">
                  <c:v>4605.6072741481266</c:v>
                </c:pt>
                <c:pt idx="1079">
                  <c:v>4607.3927878489285</c:v>
                </c:pt>
                <c:pt idx="1080">
                  <c:v>4611.1299359500481</c:v>
                </c:pt>
                <c:pt idx="1081">
                  <c:v>4613.1502339102663</c:v>
                </c:pt>
                <c:pt idx="1082">
                  <c:v>4616.4901673515433</c:v>
                </c:pt>
                <c:pt idx="1083">
                  <c:v>4619.513737166294</c:v>
                </c:pt>
                <c:pt idx="1084">
                  <c:v>4621.6385308644403</c:v>
                </c:pt>
                <c:pt idx="1085">
                  <c:v>4624.3199934998538</c:v>
                </c:pt>
                <c:pt idx="1086">
                  <c:v>4626.9089532407606</c:v>
                </c:pt>
                <c:pt idx="1087">
                  <c:v>4629.5060416048236</c:v>
                </c:pt>
                <c:pt idx="1088">
                  <c:v>4632.2829330822469</c:v>
                </c:pt>
                <c:pt idx="1089">
                  <c:v>4635.3618937426527</c:v>
                </c:pt>
                <c:pt idx="1090">
                  <c:v>4637.8213926216013</c:v>
                </c:pt>
                <c:pt idx="1091">
                  <c:v>4640.4590831701935</c:v>
                </c:pt>
                <c:pt idx="1092">
                  <c:v>4642.1523712657827</c:v>
                </c:pt>
                <c:pt idx="1093">
                  <c:v>4645.6185491339929</c:v>
                </c:pt>
                <c:pt idx="1094">
                  <c:v>4647.6595343892332</c:v>
                </c:pt>
                <c:pt idx="1095">
                  <c:v>4652.139407778257</c:v>
                </c:pt>
                <c:pt idx="1096">
                  <c:v>4654.7073781354193</c:v>
                </c:pt>
                <c:pt idx="1097">
                  <c:v>4657.1310336211009</c:v>
                </c:pt>
                <c:pt idx="1098">
                  <c:v>4657.3631231762447</c:v>
                </c:pt>
                <c:pt idx="1099">
                  <c:v>4664.1830892407024</c:v>
                </c:pt>
                <c:pt idx="1100">
                  <c:v>4665.048571258003</c:v>
                </c:pt>
                <c:pt idx="1101">
                  <c:v>4670.4518209488124</c:v>
                </c:pt>
                <c:pt idx="1102">
                  <c:v>4673.5551144659394</c:v>
                </c:pt>
                <c:pt idx="1103">
                  <c:v>4678.7520778696398</c:v>
                </c:pt>
                <c:pt idx="1104">
                  <c:v>4681.7643410773808</c:v>
                </c:pt>
                <c:pt idx="1105">
                  <c:v>4684.5841734458645</c:v>
                </c:pt>
                <c:pt idx="1106">
                  <c:v>4687.543447483924</c:v>
                </c:pt>
                <c:pt idx="1107">
                  <c:v>4689.9018686244244</c:v>
                </c:pt>
                <c:pt idx="1108">
                  <c:v>4693.3148096079913</c:v>
                </c:pt>
                <c:pt idx="1109">
                  <c:v>4695.97891939291</c:v>
                </c:pt>
                <c:pt idx="1110">
                  <c:v>4697.2634852750434</c:v>
                </c:pt>
                <c:pt idx="1111">
                  <c:v>4699.2356587735476</c:v>
                </c:pt>
                <c:pt idx="1112">
                  <c:v>4699.2880007931026</c:v>
                </c:pt>
                <c:pt idx="1113">
                  <c:v>4701.4242498577833</c:v>
                </c:pt>
                <c:pt idx="1114">
                  <c:v>4703.8450797791156</c:v>
                </c:pt>
                <c:pt idx="1115">
                  <c:v>4704.3021482207605</c:v>
                </c:pt>
                <c:pt idx="1116">
                  <c:v>4706.6374960708399</c:v>
                </c:pt>
                <c:pt idx="1117">
                  <c:v>4709.571587819968</c:v>
                </c:pt>
                <c:pt idx="1118">
                  <c:v>4712.1820225051397</c:v>
                </c:pt>
                <c:pt idx="1119">
                  <c:v>4715.2358574377095</c:v>
                </c:pt>
                <c:pt idx="1120">
                  <c:v>4720.5870336164699</c:v>
                </c:pt>
                <c:pt idx="1121">
                  <c:v>4723.8618747042792</c:v>
                </c:pt>
                <c:pt idx="1122">
                  <c:v>4726.3793021601632</c:v>
                </c:pt>
                <c:pt idx="1123">
                  <c:v>4727.9008837151068</c:v>
                </c:pt>
                <c:pt idx="1124">
                  <c:v>4731.263788376451</c:v>
                </c:pt>
                <c:pt idx="1125">
                  <c:v>4734.0096323361377</c:v>
                </c:pt>
                <c:pt idx="1126">
                  <c:v>4733.700651697709</c:v>
                </c:pt>
                <c:pt idx="1127">
                  <c:v>4733.9375161439784</c:v>
                </c:pt>
                <c:pt idx="1128">
                  <c:v>4737.800408268412</c:v>
                </c:pt>
                <c:pt idx="1129">
                  <c:v>4736.5703103151454</c:v>
                </c:pt>
                <c:pt idx="1130">
                  <c:v>4740.9185386038698</c:v>
                </c:pt>
                <c:pt idx="1131">
                  <c:v>4743.9894859727701</c:v>
                </c:pt>
                <c:pt idx="1132">
                  <c:v>4745.7397510580013</c:v>
                </c:pt>
                <c:pt idx="1133">
                  <c:v>4748.3739658365239</c:v>
                </c:pt>
                <c:pt idx="1134">
                  <c:v>4745.4031666694937</c:v>
                </c:pt>
                <c:pt idx="1135">
                  <c:v>4749.2577994446365</c:v>
                </c:pt>
                <c:pt idx="1136">
                  <c:v>4754.267084235712</c:v>
                </c:pt>
                <c:pt idx="1137">
                  <c:v>4756.9042193673995</c:v>
                </c:pt>
                <c:pt idx="1138">
                  <c:v>4756.7108461149419</c:v>
                </c:pt>
                <c:pt idx="1139">
                  <c:v>4758.6578611294062</c:v>
                </c:pt>
                <c:pt idx="1140">
                  <c:v>4758.7420912783455</c:v>
                </c:pt>
                <c:pt idx="1141">
                  <c:v>4762.705251887317</c:v>
                </c:pt>
                <c:pt idx="1142">
                  <c:v>4764.8897505830246</c:v>
                </c:pt>
                <c:pt idx="1143">
                  <c:v>4766.6500589996922</c:v>
                </c:pt>
                <c:pt idx="1144">
                  <c:v>4768.4914340879341</c:v>
                </c:pt>
                <c:pt idx="1145">
                  <c:v>4771.6675710797135</c:v>
                </c:pt>
                <c:pt idx="1146">
                  <c:v>4774.5970994578884</c:v>
                </c:pt>
                <c:pt idx="1147">
                  <c:v>4778.1367793658901</c:v>
                </c:pt>
                <c:pt idx="1148">
                  <c:v>4778.8116077644609</c:v>
                </c:pt>
                <c:pt idx="1149">
                  <c:v>4781.7373466471327</c:v>
                </c:pt>
                <c:pt idx="1150">
                  <c:v>4782.4433879855033</c:v>
                </c:pt>
                <c:pt idx="1151">
                  <c:v>4784.8596439418743</c:v>
                </c:pt>
                <c:pt idx="1152">
                  <c:v>4787.0885758593977</c:v>
                </c:pt>
                <c:pt idx="1153">
                  <c:v>4789.1315392360975</c:v>
                </c:pt>
                <c:pt idx="1154">
                  <c:v>4791.4343225271459</c:v>
                </c:pt>
                <c:pt idx="1155">
                  <c:v>4793.9708616627577</c:v>
                </c:pt>
                <c:pt idx="1156">
                  <c:v>4797.4746539163625</c:v>
                </c:pt>
                <c:pt idx="1157">
                  <c:v>4800.9971185787435</c:v>
                </c:pt>
                <c:pt idx="1158">
                  <c:v>4802.2171577173312</c:v>
                </c:pt>
                <c:pt idx="1159">
                  <c:v>4808.5010342859223</c:v>
                </c:pt>
                <c:pt idx="1160">
                  <c:v>4808.5092496604602</c:v>
                </c:pt>
                <c:pt idx="1161">
                  <c:v>4809.5977630530451</c:v>
                </c:pt>
                <c:pt idx="1162">
                  <c:v>4816.4836987334147</c:v>
                </c:pt>
                <c:pt idx="1163">
                  <c:v>4818.6705241301188</c:v>
                </c:pt>
                <c:pt idx="1164">
                  <c:v>4822.5234574352353</c:v>
                </c:pt>
                <c:pt idx="1165">
                  <c:v>4811.5873741789765</c:v>
                </c:pt>
                <c:pt idx="1166">
                  <c:v>4819.911491073075</c:v>
                </c:pt>
                <c:pt idx="1167">
                  <c:v>4816.2514334966099</c:v>
                </c:pt>
                <c:pt idx="1168">
                  <c:v>4825.0744659608017</c:v>
                </c:pt>
                <c:pt idx="1169">
                  <c:v>4814.6888209767167</c:v>
                </c:pt>
                <c:pt idx="1170">
                  <c:v>4815.4462364012834</c:v>
                </c:pt>
                <c:pt idx="1171">
                  <c:v>4827.4791977720042</c:v>
                </c:pt>
                <c:pt idx="1172">
                  <c:v>4828.0667289207122</c:v>
                </c:pt>
                <c:pt idx="1173">
                  <c:v>4825.9158487449358</c:v>
                </c:pt>
                <c:pt idx="1174">
                  <c:v>4829.8608425970624</c:v>
                </c:pt>
                <c:pt idx="1175">
                  <c:v>4830.7277377167702</c:v>
                </c:pt>
                <c:pt idx="1176">
                  <c:v>4833.3307745296588</c:v>
                </c:pt>
                <c:pt idx="1177">
                  <c:v>4836.1681494827026</c:v>
                </c:pt>
                <c:pt idx="1178">
                  <c:v>4837.5896090361402</c:v>
                </c:pt>
                <c:pt idx="1179">
                  <c:v>4839.6895782797947</c:v>
                </c:pt>
                <c:pt idx="1180">
                  <c:v>4841.714630521853</c:v>
                </c:pt>
                <c:pt idx="1181">
                  <c:v>4843.8245309059248</c:v>
                </c:pt>
                <c:pt idx="1182">
                  <c:v>4845.7302311322665</c:v>
                </c:pt>
                <c:pt idx="1183">
                  <c:v>4848.1647521493951</c:v>
                </c:pt>
                <c:pt idx="1184">
                  <c:v>4850.5154697421603</c:v>
                </c:pt>
                <c:pt idx="1185">
                  <c:v>4851.0911789890406</c:v>
                </c:pt>
                <c:pt idx="1186">
                  <c:v>4853.118906597274</c:v>
                </c:pt>
                <c:pt idx="1187">
                  <c:v>4854.4406308030311</c:v>
                </c:pt>
                <c:pt idx="1188">
                  <c:v>4862.6841104990062</c:v>
                </c:pt>
                <c:pt idx="1189">
                  <c:v>4860.9794951552076</c:v>
                </c:pt>
                <c:pt idx="1190">
                  <c:v>4865.7412154939611</c:v>
                </c:pt>
                <c:pt idx="1191">
                  <c:v>4864.1102273633505</c:v>
                </c:pt>
                <c:pt idx="1192">
                  <c:v>4863.9482631449246</c:v>
                </c:pt>
                <c:pt idx="1193">
                  <c:v>4859.1023125778656</c:v>
                </c:pt>
                <c:pt idx="1194">
                  <c:v>4863.8787605766183</c:v>
                </c:pt>
                <c:pt idx="1195">
                  <c:v>4881.3515498500592</c:v>
                </c:pt>
                <c:pt idx="1196">
                  <c:v>4864.2932507340465</c:v>
                </c:pt>
                <c:pt idx="1197">
                  <c:v>4877.6960224432723</c:v>
                </c:pt>
                <c:pt idx="1198">
                  <c:v>4873.962080769249</c:v>
                </c:pt>
                <c:pt idx="1199">
                  <c:v>4884.6445415442431</c:v>
                </c:pt>
                <c:pt idx="1200">
                  <c:v>4890.3145082688889</c:v>
                </c:pt>
                <c:pt idx="1201">
                  <c:v>4892.3781871744332</c:v>
                </c:pt>
                <c:pt idx="1202">
                  <c:v>4892.4155422152489</c:v>
                </c:pt>
                <c:pt idx="1203">
                  <c:v>4886.3710475297694</c:v>
                </c:pt>
                <c:pt idx="1204">
                  <c:v>4896.8537695656451</c:v>
                </c:pt>
                <c:pt idx="1205">
                  <c:v>4891.887502548162</c:v>
                </c:pt>
                <c:pt idx="1206">
                  <c:v>4894.941704841538</c:v>
                </c:pt>
                <c:pt idx="1207">
                  <c:v>4895.8012799944636</c:v>
                </c:pt>
                <c:pt idx="1208">
                  <c:v>4897.0486313705896</c:v>
                </c:pt>
                <c:pt idx="1209">
                  <c:v>4900.3185606961706</c:v>
                </c:pt>
                <c:pt idx="1210">
                  <c:v>4901.9183214130844</c:v>
                </c:pt>
                <c:pt idx="1211">
                  <c:v>4903.3418770331427</c:v>
                </c:pt>
                <c:pt idx="1212">
                  <c:v>4906.246175491513</c:v>
                </c:pt>
                <c:pt idx="1213">
                  <c:v>4912.0161154677708</c:v>
                </c:pt>
                <c:pt idx="1214">
                  <c:v>4923.4917009331994</c:v>
                </c:pt>
                <c:pt idx="1215">
                  <c:v>4927.1042741452529</c:v>
                </c:pt>
                <c:pt idx="1216">
                  <c:v>4929.373912196912</c:v>
                </c:pt>
                <c:pt idx="1217">
                  <c:v>4931.1155599647263</c:v>
                </c:pt>
                <c:pt idx="1218">
                  <c:v>4933.8705942373517</c:v>
                </c:pt>
                <c:pt idx="1219">
                  <c:v>4937.484664845887</c:v>
                </c:pt>
                <c:pt idx="1220">
                  <c:v>4937.1911641402676</c:v>
                </c:pt>
                <c:pt idx="1221">
                  <c:v>4940.2151010155849</c:v>
                </c:pt>
                <c:pt idx="1222">
                  <c:v>4943.868055782511</c:v>
                </c:pt>
                <c:pt idx="1223">
                  <c:v>4944.9377798923124</c:v>
                </c:pt>
                <c:pt idx="1224">
                  <c:v>4950.3707235817974</c:v>
                </c:pt>
                <c:pt idx="1225">
                  <c:v>4949.8836782448179</c:v>
                </c:pt>
                <c:pt idx="1226">
                  <c:v>4955.1722701462522</c:v>
                </c:pt>
                <c:pt idx="1227">
                  <c:v>4956.6082373459367</c:v>
                </c:pt>
                <c:pt idx="1228">
                  <c:v>4958.4589481839002</c:v>
                </c:pt>
                <c:pt idx="1229">
                  <c:v>4961.6968647705498</c:v>
                </c:pt>
                <c:pt idx="1230">
                  <c:v>4963.6561023361883</c:v>
                </c:pt>
                <c:pt idx="1231">
                  <c:v>4967.0637093993446</c:v>
                </c:pt>
                <c:pt idx="1232">
                  <c:v>4965.3248472558171</c:v>
                </c:pt>
                <c:pt idx="1233">
                  <c:v>4969.0752234313231</c:v>
                </c:pt>
                <c:pt idx="1234">
                  <c:v>4965.6523711991504</c:v>
                </c:pt>
                <c:pt idx="1235">
                  <c:v>4963.2134465707604</c:v>
                </c:pt>
                <c:pt idx="1236">
                  <c:v>4968.879567897211</c:v>
                </c:pt>
                <c:pt idx="1237">
                  <c:v>4970.7173119585195</c:v>
                </c:pt>
                <c:pt idx="1238">
                  <c:v>4974.8775964914585</c:v>
                </c:pt>
                <c:pt idx="1239">
                  <c:v>4978.1133310221776</c:v>
                </c:pt>
                <c:pt idx="1240">
                  <c:v>4978.5664350133939</c:v>
                </c:pt>
                <c:pt idx="1241">
                  <c:v>4982.0477496752537</c:v>
                </c:pt>
                <c:pt idx="1242">
                  <c:v>4984.2392418452564</c:v>
                </c:pt>
                <c:pt idx="1243">
                  <c:v>4985.0766380511704</c:v>
                </c:pt>
                <c:pt idx="1244">
                  <c:v>4987.7613203530382</c:v>
                </c:pt>
                <c:pt idx="1245">
                  <c:v>4989.9132399942937</c:v>
                </c:pt>
                <c:pt idx="1246">
                  <c:v>4991.4319803368953</c:v>
                </c:pt>
                <c:pt idx="1247">
                  <c:v>4994.161449614523</c:v>
                </c:pt>
                <c:pt idx="1248">
                  <c:v>4996.0985180034895</c:v>
                </c:pt>
                <c:pt idx="1249">
                  <c:v>4997.7415698811601</c:v>
                </c:pt>
                <c:pt idx="1250">
                  <c:v>4999.2987964280946</c:v>
                </c:pt>
                <c:pt idx="1251">
                  <c:v>5003.8069483168765</c:v>
                </c:pt>
                <c:pt idx="1252">
                  <c:v>5001.1063616011597</c:v>
                </c:pt>
                <c:pt idx="1253">
                  <c:v>5004.1473992916908</c:v>
                </c:pt>
                <c:pt idx="1254">
                  <c:v>5004.0745524875019</c:v>
                </c:pt>
                <c:pt idx="1255">
                  <c:v>5012.7205966710826</c:v>
                </c:pt>
                <c:pt idx="1256">
                  <c:v>5014.2217751498356</c:v>
                </c:pt>
                <c:pt idx="1257">
                  <c:v>5017.7263747269089</c:v>
                </c:pt>
                <c:pt idx="1258">
                  <c:v>5015.1531506367874</c:v>
                </c:pt>
                <c:pt idx="1259">
                  <c:v>5021.3400143389827</c:v>
                </c:pt>
                <c:pt idx="1260">
                  <c:v>5022.4292254027432</c:v>
                </c:pt>
                <c:pt idx="1261">
                  <c:v>5004.2026867205113</c:v>
                </c:pt>
                <c:pt idx="1262">
                  <c:v>5025.1185686638564</c:v>
                </c:pt>
                <c:pt idx="1263">
                  <c:v>5018.8455312193691</c:v>
                </c:pt>
                <c:pt idx="1264">
                  <c:v>5024.867859341668</c:v>
                </c:pt>
                <c:pt idx="1265">
                  <c:v>5025.1222048052532</c:v>
                </c:pt>
                <c:pt idx="1266">
                  <c:v>5011.0893326389887</c:v>
                </c:pt>
                <c:pt idx="1267">
                  <c:v>5028.4059579097229</c:v>
                </c:pt>
                <c:pt idx="1268">
                  <c:v>5023.260774129586</c:v>
                </c:pt>
                <c:pt idx="1269">
                  <c:v>5028.8785046926587</c:v>
                </c:pt>
                <c:pt idx="1270">
                  <c:v>5028.1509497818934</c:v>
                </c:pt>
                <c:pt idx="1271">
                  <c:v>5032.4205178613984</c:v>
                </c:pt>
                <c:pt idx="1272">
                  <c:v>5035.2428245103529</c:v>
                </c:pt>
                <c:pt idx="1273">
                  <c:v>5038.2211533754662</c:v>
                </c:pt>
                <c:pt idx="1274">
                  <c:v>5038.9530256697644</c:v>
                </c:pt>
                <c:pt idx="1275">
                  <c:v>5039.880574672733</c:v>
                </c:pt>
                <c:pt idx="1276">
                  <c:v>5042.2463891916268</c:v>
                </c:pt>
                <c:pt idx="1277">
                  <c:v>5044.4730734950163</c:v>
                </c:pt>
                <c:pt idx="1278">
                  <c:v>5045.9515396188062</c:v>
                </c:pt>
                <c:pt idx="1279">
                  <c:v>5048.3687402322175</c:v>
                </c:pt>
                <c:pt idx="1280">
                  <c:v>5050.0121474220095</c:v>
                </c:pt>
                <c:pt idx="1281">
                  <c:v>5051.4351575614837</c:v>
                </c:pt>
                <c:pt idx="1282">
                  <c:v>5053.8207174054096</c:v>
                </c:pt>
                <c:pt idx="1283">
                  <c:v>5059.3299819800504</c:v>
                </c:pt>
                <c:pt idx="1284">
                  <c:v>5053.6837263297775</c:v>
                </c:pt>
                <c:pt idx="1285">
                  <c:v>5061.4832695908472</c:v>
                </c:pt>
                <c:pt idx="1286">
                  <c:v>5058.0943238026539</c:v>
                </c:pt>
                <c:pt idx="1287">
                  <c:v>5061.1557069730616</c:v>
                </c:pt>
                <c:pt idx="1288">
                  <c:v>5063.6333230199025</c:v>
                </c:pt>
                <c:pt idx="1289">
                  <c:v>5077.3752172904342</c:v>
                </c:pt>
                <c:pt idx="1290">
                  <c:v>5080.0769310231008</c:v>
                </c:pt>
                <c:pt idx="1291">
                  <c:v>5080.8790193939631</c:v>
                </c:pt>
                <c:pt idx="1292">
                  <c:v>5070.1610374609409</c:v>
                </c:pt>
                <c:pt idx="1293">
                  <c:v>5068.1387632528285</c:v>
                </c:pt>
                <c:pt idx="1294">
                  <c:v>5089.4028433695412</c:v>
                </c:pt>
                <c:pt idx="1295">
                  <c:v>5073.5191821065673</c:v>
                </c:pt>
                <c:pt idx="1296">
                  <c:v>5080.8598025528618</c:v>
                </c:pt>
                <c:pt idx="1297">
                  <c:v>5093.409098142748</c:v>
                </c:pt>
                <c:pt idx="1298">
                  <c:v>5084.0105543906593</c:v>
                </c:pt>
                <c:pt idx="1299">
                  <c:v>5092.756348423809</c:v>
                </c:pt>
                <c:pt idx="1300">
                  <c:v>5095.0319509264809</c:v>
                </c:pt>
                <c:pt idx="1301">
                  <c:v>5096.2318594785656</c:v>
                </c:pt>
                <c:pt idx="1302">
                  <c:v>5099.7554308597719</c:v>
                </c:pt>
                <c:pt idx="1303">
                  <c:v>5097.1996589520313</c:v>
                </c:pt>
                <c:pt idx="1304">
                  <c:v>5099.7258634314776</c:v>
                </c:pt>
                <c:pt idx="1305">
                  <c:v>5102.7656466881381</c:v>
                </c:pt>
                <c:pt idx="1306">
                  <c:v>5102.4750102708367</c:v>
                </c:pt>
                <c:pt idx="1307">
                  <c:v>5114.1447038495062</c:v>
                </c:pt>
                <c:pt idx="1308">
                  <c:v>5119.8544105110104</c:v>
                </c:pt>
                <c:pt idx="1309">
                  <c:v>5123.402147333868</c:v>
                </c:pt>
                <c:pt idx="1310">
                  <c:v>5125.1239723593344</c:v>
                </c:pt>
                <c:pt idx="1311">
                  <c:v>5127.2041632471883</c:v>
                </c:pt>
                <c:pt idx="1312">
                  <c:v>5130.8983186621863</c:v>
                </c:pt>
                <c:pt idx="1313">
                  <c:v>5134.8180404718896</c:v>
                </c:pt>
                <c:pt idx="1314">
                  <c:v>5132.4231031244917</c:v>
                </c:pt>
                <c:pt idx="1315">
                  <c:v>5134.1922844033488</c:v>
                </c:pt>
                <c:pt idx="1316">
                  <c:v>5140.6401330009621</c:v>
                </c:pt>
                <c:pt idx="1317">
                  <c:v>5140.3093042371511</c:v>
                </c:pt>
                <c:pt idx="1318">
                  <c:v>5144.8498034838576</c:v>
                </c:pt>
                <c:pt idx="1319">
                  <c:v>5144.8712098541309</c:v>
                </c:pt>
                <c:pt idx="1320">
                  <c:v>5146.9419040421781</c:v>
                </c:pt>
                <c:pt idx="1321">
                  <c:v>5147.7127276173842</c:v>
                </c:pt>
                <c:pt idx="1322">
                  <c:v>5146.2769792393638</c:v>
                </c:pt>
                <c:pt idx="1323">
                  <c:v>5150.0949166763176</c:v>
                </c:pt>
                <c:pt idx="1324">
                  <c:v>5156.5355810579831</c:v>
                </c:pt>
                <c:pt idx="1325">
                  <c:v>5159.2193871045038</c:v>
                </c:pt>
                <c:pt idx="1326">
                  <c:v>5161.8109806309812</c:v>
                </c:pt>
                <c:pt idx="1327">
                  <c:v>5161.643724056471</c:v>
                </c:pt>
                <c:pt idx="1328">
                  <c:v>5164.1852865672145</c:v>
                </c:pt>
                <c:pt idx="1329">
                  <c:v>5164.8111548556135</c:v>
                </c:pt>
                <c:pt idx="1330">
                  <c:v>5168.8540964925069</c:v>
                </c:pt>
                <c:pt idx="1331">
                  <c:v>5166.6770763336453</c:v>
                </c:pt>
                <c:pt idx="1332">
                  <c:v>5167.305469260893</c:v>
                </c:pt>
                <c:pt idx="1333">
                  <c:v>5170.29166061459</c:v>
                </c:pt>
                <c:pt idx="1334">
                  <c:v>5171.0261740435208</c:v>
                </c:pt>
                <c:pt idx="1335">
                  <c:v>5173.2797716145033</c:v>
                </c:pt>
                <c:pt idx="1336">
                  <c:v>5176.5800475523838</c:v>
                </c:pt>
                <c:pt idx="1337">
                  <c:v>5176.2732803534873</c:v>
                </c:pt>
                <c:pt idx="1338">
                  <c:v>5177.840330955175</c:v>
                </c:pt>
                <c:pt idx="1339">
                  <c:v>5179.627275544357</c:v>
                </c:pt>
                <c:pt idx="1340">
                  <c:v>5181.423287839456</c:v>
                </c:pt>
                <c:pt idx="1341">
                  <c:v>5183.6522771654145</c:v>
                </c:pt>
                <c:pt idx="1342">
                  <c:v>5185.7536894806271</c:v>
                </c:pt>
                <c:pt idx="1343">
                  <c:v>5187.5086299517452</c:v>
                </c:pt>
                <c:pt idx="1344">
                  <c:v>5189.4092494285933</c:v>
                </c:pt>
                <c:pt idx="1345">
                  <c:v>5191.8224687019356</c:v>
                </c:pt>
                <c:pt idx="1346">
                  <c:v>5193.605199641157</c:v>
                </c:pt>
                <c:pt idx="1347">
                  <c:v>5195.6656834951482</c:v>
                </c:pt>
                <c:pt idx="1348">
                  <c:v>5199.2561224622405</c:v>
                </c:pt>
                <c:pt idx="1349">
                  <c:v>5202.1878800407167</c:v>
                </c:pt>
                <c:pt idx="1350">
                  <c:v>5204.2054955338635</c:v>
                </c:pt>
                <c:pt idx="1351">
                  <c:v>5205.9763077780453</c:v>
                </c:pt>
                <c:pt idx="1352">
                  <c:v>5207.8073424792801</c:v>
                </c:pt>
                <c:pt idx="1353">
                  <c:v>5206.1466593281721</c:v>
                </c:pt>
                <c:pt idx="1354">
                  <c:v>5207.4138939244476</c:v>
                </c:pt>
                <c:pt idx="1355">
                  <c:v>5208.512571609629</c:v>
                </c:pt>
                <c:pt idx="1356">
                  <c:v>5211.0908865486181</c:v>
                </c:pt>
                <c:pt idx="1357">
                  <c:v>5218.134313048442</c:v>
                </c:pt>
                <c:pt idx="1358">
                  <c:v>5214.6688530498577</c:v>
                </c:pt>
                <c:pt idx="1359">
                  <c:v>5219.5254077160535</c:v>
                </c:pt>
                <c:pt idx="1360">
                  <c:v>5219.860258807259</c:v>
                </c:pt>
                <c:pt idx="1361">
                  <c:v>5221.2959858205268</c:v>
                </c:pt>
                <c:pt idx="1362">
                  <c:v>5223.6613553115076</c:v>
                </c:pt>
                <c:pt idx="1363">
                  <c:v>5226.8116035253124</c:v>
                </c:pt>
                <c:pt idx="1364">
                  <c:v>5230.9308802182532</c:v>
                </c:pt>
                <c:pt idx="1365">
                  <c:v>5232.2358905647252</c:v>
                </c:pt>
                <c:pt idx="1366">
                  <c:v>5233.1572322425309</c:v>
                </c:pt>
                <c:pt idx="1367">
                  <c:v>5234.8806850280916</c:v>
                </c:pt>
                <c:pt idx="1368">
                  <c:v>5236.7301759538486</c:v>
                </c:pt>
                <c:pt idx="1369">
                  <c:v>5238.8592473730105</c:v>
                </c:pt>
                <c:pt idx="1370">
                  <c:v>5240.6773064243844</c:v>
                </c:pt>
                <c:pt idx="1371">
                  <c:v>5242.3035248701181</c:v>
                </c:pt>
                <c:pt idx="1372">
                  <c:v>5244.8719948040643</c:v>
                </c:pt>
                <c:pt idx="1373">
                  <c:v>5246.9799846203359</c:v>
                </c:pt>
                <c:pt idx="1374">
                  <c:v>5248.5867971283751</c:v>
                </c:pt>
                <c:pt idx="1375">
                  <c:v>5250.3866975759356</c:v>
                </c:pt>
                <c:pt idx="1376">
                  <c:v>5252.5039298536276</c:v>
                </c:pt>
                <c:pt idx="1377">
                  <c:v>5254.8490764263533</c:v>
                </c:pt>
                <c:pt idx="1378">
                  <c:v>5258.9361558544551</c:v>
                </c:pt>
                <c:pt idx="1379">
                  <c:v>5262.9338996699544</c:v>
                </c:pt>
                <c:pt idx="1380">
                  <c:v>5265.3239984212505</c:v>
                </c:pt>
                <c:pt idx="1381">
                  <c:v>5266.4902997309919</c:v>
                </c:pt>
                <c:pt idx="1382">
                  <c:v>5268.6223255327532</c:v>
                </c:pt>
                <c:pt idx="1383">
                  <c:v>5271.0603840809172</c:v>
                </c:pt>
                <c:pt idx="1384">
                  <c:v>5273.000282176873</c:v>
                </c:pt>
                <c:pt idx="1385">
                  <c:v>5274.9297903860979</c:v>
                </c:pt>
                <c:pt idx="1386">
                  <c:v>5275.2880421961636</c:v>
                </c:pt>
                <c:pt idx="1387">
                  <c:v>5276.0690098460373</c:v>
                </c:pt>
                <c:pt idx="1388">
                  <c:v>5275.967156733891</c:v>
                </c:pt>
                <c:pt idx="1389">
                  <c:v>5273.7347637217736</c:v>
                </c:pt>
                <c:pt idx="1390">
                  <c:v>5281.2640375603332</c:v>
                </c:pt>
                <c:pt idx="1391">
                  <c:v>5281.2880861036456</c:v>
                </c:pt>
                <c:pt idx="1392">
                  <c:v>5284.6787773025553</c:v>
                </c:pt>
                <c:pt idx="1393">
                  <c:v>5282.127430610929</c:v>
                </c:pt>
                <c:pt idx="1394">
                  <c:v>5284.3740367839864</c:v>
                </c:pt>
                <c:pt idx="1395">
                  <c:v>5289.2436510745729</c:v>
                </c:pt>
                <c:pt idx="1396">
                  <c:v>5290.5840065655248</c:v>
                </c:pt>
                <c:pt idx="1397">
                  <c:v>5292.8411244471663</c:v>
                </c:pt>
                <c:pt idx="1398">
                  <c:v>5293.236737136699</c:v>
                </c:pt>
                <c:pt idx="1399">
                  <c:v>5294.615593710495</c:v>
                </c:pt>
                <c:pt idx="1400">
                  <c:v>5296.7074411583553</c:v>
                </c:pt>
                <c:pt idx="1401">
                  <c:v>5298.3542429944437</c:v>
                </c:pt>
                <c:pt idx="1402">
                  <c:v>5300.7504115908951</c:v>
                </c:pt>
                <c:pt idx="1403">
                  <c:v>5302.1741804371977</c:v>
                </c:pt>
                <c:pt idx="1404">
                  <c:v>5304.661753317082</c:v>
                </c:pt>
                <c:pt idx="1405">
                  <c:v>5306.8520546443651</c:v>
                </c:pt>
                <c:pt idx="1406">
                  <c:v>5308.5386038645283</c:v>
                </c:pt>
                <c:pt idx="1407">
                  <c:v>5310.6922552605156</c:v>
                </c:pt>
                <c:pt idx="1408">
                  <c:v>5313.2135980290641</c:v>
                </c:pt>
                <c:pt idx="1409">
                  <c:v>5315.2698180238895</c:v>
                </c:pt>
                <c:pt idx="1410">
                  <c:v>5316.4580936339007</c:v>
                </c:pt>
                <c:pt idx="1411">
                  <c:v>5318.2314766900245</c:v>
                </c:pt>
                <c:pt idx="1412">
                  <c:v>5319.0632508637718</c:v>
                </c:pt>
                <c:pt idx="1413">
                  <c:v>5322.0337118767538</c:v>
                </c:pt>
                <c:pt idx="1414">
                  <c:v>5324.0415732821511</c:v>
                </c:pt>
                <c:pt idx="1415">
                  <c:v>5328.5706108463801</c:v>
                </c:pt>
                <c:pt idx="1416">
                  <c:v>5327.2298412867594</c:v>
                </c:pt>
                <c:pt idx="1417">
                  <c:v>5326.7796009164549</c:v>
                </c:pt>
                <c:pt idx="1418">
                  <c:v>5327.1451721377916</c:v>
                </c:pt>
                <c:pt idx="1419">
                  <c:v>5330.0851715320614</c:v>
                </c:pt>
                <c:pt idx="1420">
                  <c:v>5332.5286605532037</c:v>
                </c:pt>
                <c:pt idx="1421">
                  <c:v>5337.9520041373908</c:v>
                </c:pt>
                <c:pt idx="1422">
                  <c:v>5341.1400924648851</c:v>
                </c:pt>
                <c:pt idx="1423">
                  <c:v>5338.979541556273</c:v>
                </c:pt>
                <c:pt idx="1424">
                  <c:v>5339.895365465919</c:v>
                </c:pt>
                <c:pt idx="1425">
                  <c:v>5345.1070774349128</c:v>
                </c:pt>
                <c:pt idx="1426">
                  <c:v>5346.9352710521416</c:v>
                </c:pt>
                <c:pt idx="1427">
                  <c:v>5347.1673298567921</c:v>
                </c:pt>
                <c:pt idx="1428">
                  <c:v>5350.9394965407773</c:v>
                </c:pt>
                <c:pt idx="1429">
                  <c:v>5351.790610271858</c:v>
                </c:pt>
                <c:pt idx="1430">
                  <c:v>5355.8541444891471</c:v>
                </c:pt>
                <c:pt idx="1431">
                  <c:v>5354.2225777695567</c:v>
                </c:pt>
                <c:pt idx="1432">
                  <c:v>5354.7556683046614</c:v>
                </c:pt>
                <c:pt idx="1433">
                  <c:v>5356.38270190408</c:v>
                </c:pt>
                <c:pt idx="1434">
                  <c:v>5359.5778054793918</c:v>
                </c:pt>
                <c:pt idx="1435">
                  <c:v>5362.5019325669746</c:v>
                </c:pt>
                <c:pt idx="1436">
                  <c:v>5367.152445446618</c:v>
                </c:pt>
                <c:pt idx="1437">
                  <c:v>5371.9774655413594</c:v>
                </c:pt>
                <c:pt idx="1438">
                  <c:v>5374.1820591506767</c:v>
                </c:pt>
                <c:pt idx="1439">
                  <c:v>5376.6863056242028</c:v>
                </c:pt>
                <c:pt idx="1440">
                  <c:v>5378.3236413244931</c:v>
                </c:pt>
                <c:pt idx="1441">
                  <c:v>5379.065303773099</c:v>
                </c:pt>
                <c:pt idx="1442">
                  <c:v>5383.6501867163934</c:v>
                </c:pt>
                <c:pt idx="1443">
                  <c:v>5386.4713771106899</c:v>
                </c:pt>
                <c:pt idx="1444">
                  <c:v>5386.9876839212675</c:v>
                </c:pt>
                <c:pt idx="1445">
                  <c:v>5382.4947523640203</c:v>
                </c:pt>
                <c:pt idx="1446">
                  <c:v>5387.6304977472118</c:v>
                </c:pt>
                <c:pt idx="1447">
                  <c:v>5387.6612151741956</c:v>
                </c:pt>
                <c:pt idx="1448">
                  <c:v>5382.4519669806105</c:v>
                </c:pt>
                <c:pt idx="1449">
                  <c:v>5390.4819656694308</c:v>
                </c:pt>
                <c:pt idx="1450">
                  <c:v>5390.211654867092</c:v>
                </c:pt>
                <c:pt idx="1451">
                  <c:v>5386.6373370773526</c:v>
                </c:pt>
                <c:pt idx="1452">
                  <c:v>5386.2758273383497</c:v>
                </c:pt>
                <c:pt idx="1453">
                  <c:v>5397.9758114114784</c:v>
                </c:pt>
                <c:pt idx="1454">
                  <c:v>5403.3203588343204</c:v>
                </c:pt>
                <c:pt idx="1455">
                  <c:v>5403.2859531959166</c:v>
                </c:pt>
                <c:pt idx="1456">
                  <c:v>5402.8967808798352</c:v>
                </c:pt>
                <c:pt idx="1457">
                  <c:v>5404.9305513015333</c:v>
                </c:pt>
                <c:pt idx="1458">
                  <c:v>5408.9705184626564</c:v>
                </c:pt>
                <c:pt idx="1459">
                  <c:v>5412.0144154280042</c:v>
                </c:pt>
                <c:pt idx="1460">
                  <c:v>5411.566855837963</c:v>
                </c:pt>
                <c:pt idx="1461">
                  <c:v>5413.9726330392314</c:v>
                </c:pt>
                <c:pt idx="1462">
                  <c:v>5415.3944860236907</c:v>
                </c:pt>
                <c:pt idx="1463">
                  <c:v>5413.0014635807347</c:v>
                </c:pt>
                <c:pt idx="1464">
                  <c:v>5410.6749381251348</c:v>
                </c:pt>
                <c:pt idx="1465">
                  <c:v>5414.6951795072018</c:v>
                </c:pt>
                <c:pt idx="1466">
                  <c:v>5419.4932194799558</c:v>
                </c:pt>
                <c:pt idx="1467">
                  <c:v>5418.4386104910218</c:v>
                </c:pt>
                <c:pt idx="1468">
                  <c:v>5420.1747928831792</c:v>
                </c:pt>
                <c:pt idx="1469">
                  <c:v>5421.3435872873151</c:v>
                </c:pt>
                <c:pt idx="1470">
                  <c:v>5424.1203306921161</c:v>
                </c:pt>
                <c:pt idx="1471">
                  <c:v>5424.7170843582981</c:v>
                </c:pt>
                <c:pt idx="1472">
                  <c:v>5427.1401319778397</c:v>
                </c:pt>
                <c:pt idx="1473">
                  <c:v>5431.0943533514874</c:v>
                </c:pt>
                <c:pt idx="1474">
                  <c:v>5430.125577238332</c:v>
                </c:pt>
                <c:pt idx="1475">
                  <c:v>5432.8398938216096</c:v>
                </c:pt>
                <c:pt idx="1476">
                  <c:v>5437.7778923898813</c:v>
                </c:pt>
                <c:pt idx="1477">
                  <c:v>5439.8373242537036</c:v>
                </c:pt>
                <c:pt idx="1478">
                  <c:v>5436.7868460179234</c:v>
                </c:pt>
                <c:pt idx="1479">
                  <c:v>5438.9524908015082</c:v>
                </c:pt>
                <c:pt idx="1480">
                  <c:v>5442.7494839764104</c:v>
                </c:pt>
                <c:pt idx="1481">
                  <c:v>5445.948311590535</c:v>
                </c:pt>
                <c:pt idx="1482">
                  <c:v>5442.7807012210505</c:v>
                </c:pt>
                <c:pt idx="1483">
                  <c:v>5444.5670498222325</c:v>
                </c:pt>
                <c:pt idx="1484">
                  <c:v>5448.4682288368094</c:v>
                </c:pt>
                <c:pt idx="1485">
                  <c:v>5448.9218156509523</c:v>
                </c:pt>
                <c:pt idx="1486">
                  <c:v>5452.7270104893269</c:v>
                </c:pt>
                <c:pt idx="1487">
                  <c:v>5454.193109359634</c:v>
                </c:pt>
                <c:pt idx="1488">
                  <c:v>5455.9308533240091</c:v>
                </c:pt>
                <c:pt idx="1489">
                  <c:v>5458.5855267283641</c:v>
                </c:pt>
                <c:pt idx="1490">
                  <c:v>5460.2071052631163</c:v>
                </c:pt>
                <c:pt idx="1491">
                  <c:v>5462.0218445000301</c:v>
                </c:pt>
                <c:pt idx="1492">
                  <c:v>5464.0977352404898</c:v>
                </c:pt>
                <c:pt idx="1493">
                  <c:v>5465.239325116986</c:v>
                </c:pt>
                <c:pt idx="1494">
                  <c:v>5466.7773594428991</c:v>
                </c:pt>
                <c:pt idx="1495">
                  <c:v>5468.1648606581402</c:v>
                </c:pt>
                <c:pt idx="1496">
                  <c:v>5469.205422775487</c:v>
                </c:pt>
                <c:pt idx="1497">
                  <c:v>5470.8140030679078</c:v>
                </c:pt>
                <c:pt idx="1498">
                  <c:v>5472.581502508523</c:v>
                </c:pt>
                <c:pt idx="1499">
                  <c:v>5475.0991443151088</c:v>
                </c:pt>
                <c:pt idx="1500">
                  <c:v>5477.2330361090644</c:v>
                </c:pt>
                <c:pt idx="1501">
                  <c:v>5476.6486846372372</c:v>
                </c:pt>
                <c:pt idx="1502">
                  <c:v>5480.7421142346484</c:v>
                </c:pt>
                <c:pt idx="1503">
                  <c:v>5482.5825964624264</c:v>
                </c:pt>
                <c:pt idx="1504">
                  <c:v>5481.3316515585338</c:v>
                </c:pt>
                <c:pt idx="1505">
                  <c:v>5483.6890842807379</c:v>
                </c:pt>
                <c:pt idx="1506">
                  <c:v>5488.2953488527655</c:v>
                </c:pt>
                <c:pt idx="1507">
                  <c:v>5486.9593239511814</c:v>
                </c:pt>
                <c:pt idx="1508">
                  <c:v>5488.6297257206425</c:v>
                </c:pt>
                <c:pt idx="1509">
                  <c:v>5495.067236507577</c:v>
                </c:pt>
                <c:pt idx="1510">
                  <c:v>5495.6901444198475</c:v>
                </c:pt>
                <c:pt idx="1511">
                  <c:v>5495.1041153472997</c:v>
                </c:pt>
                <c:pt idx="1512">
                  <c:v>5498.1365945425268</c:v>
                </c:pt>
                <c:pt idx="1513">
                  <c:v>5496.790764693259</c:v>
                </c:pt>
                <c:pt idx="1514">
                  <c:v>5499.3170362503579</c:v>
                </c:pt>
                <c:pt idx="1515">
                  <c:v>5501.6829442066874</c:v>
                </c:pt>
                <c:pt idx="1516">
                  <c:v>5502.0831782561927</c:v>
                </c:pt>
                <c:pt idx="1517">
                  <c:v>5508.0089162291442</c:v>
                </c:pt>
                <c:pt idx="1518">
                  <c:v>5516.1732262088481</c:v>
                </c:pt>
                <c:pt idx="1519">
                  <c:v>5512.2141190941866</c:v>
                </c:pt>
                <c:pt idx="1520">
                  <c:v>5513.8992107188324</c:v>
                </c:pt>
                <c:pt idx="1521">
                  <c:v>5517.408866483408</c:v>
                </c:pt>
                <c:pt idx="1522">
                  <c:v>5520.4393654441292</c:v>
                </c:pt>
                <c:pt idx="1523">
                  <c:v>5522.0594821674067</c:v>
                </c:pt>
                <c:pt idx="1524">
                  <c:v>5522.6529736970406</c:v>
                </c:pt>
                <c:pt idx="1525">
                  <c:v>5524.0845124608595</c:v>
                </c:pt>
                <c:pt idx="1526">
                  <c:v>5526.3835256234725</c:v>
                </c:pt>
                <c:pt idx="1527">
                  <c:v>5524.6052126902759</c:v>
                </c:pt>
                <c:pt idx="1528">
                  <c:v>5519.7998223509494</c:v>
                </c:pt>
                <c:pt idx="1529">
                  <c:v>5526.8347734332365</c:v>
                </c:pt>
                <c:pt idx="1530">
                  <c:v>5530.0534152752889</c:v>
                </c:pt>
                <c:pt idx="1531">
                  <c:v>5530.7493908559463</c:v>
                </c:pt>
                <c:pt idx="1532">
                  <c:v>5532.3504743435205</c:v>
                </c:pt>
                <c:pt idx="1533">
                  <c:v>5536.9953730892803</c:v>
                </c:pt>
                <c:pt idx="1534">
                  <c:v>5535.4870577249121</c:v>
                </c:pt>
                <c:pt idx="1535">
                  <c:v>5541.6279955310165</c:v>
                </c:pt>
                <c:pt idx="1536">
                  <c:v>5544.5604353684657</c:v>
                </c:pt>
                <c:pt idx="1537">
                  <c:v>5546.6107359375474</c:v>
                </c:pt>
                <c:pt idx="1538">
                  <c:v>5547.9805657155703</c:v>
                </c:pt>
                <c:pt idx="1539">
                  <c:v>5548.0439221262004</c:v>
                </c:pt>
                <c:pt idx="1540">
                  <c:v>5550.1212930239308</c:v>
                </c:pt>
                <c:pt idx="1541">
                  <c:v>5548.9012729252008</c:v>
                </c:pt>
                <c:pt idx="1542">
                  <c:v>5549.3669027904625</c:v>
                </c:pt>
                <c:pt idx="1543">
                  <c:v>5553.0427285381284</c:v>
                </c:pt>
                <c:pt idx="1544">
                  <c:v>5554.8173178156248</c:v>
                </c:pt>
                <c:pt idx="1545">
                  <c:v>5555.4198705590052</c:v>
                </c:pt>
                <c:pt idx="1546">
                  <c:v>5555.4437508912597</c:v>
                </c:pt>
                <c:pt idx="1547">
                  <c:v>5554.4247831267712</c:v>
                </c:pt>
                <c:pt idx="1548">
                  <c:v>5558.6991335790908</c:v>
                </c:pt>
                <c:pt idx="1549">
                  <c:v>5560.5983722678429</c:v>
                </c:pt>
                <c:pt idx="1550">
                  <c:v>5561.3699088514895</c:v>
                </c:pt>
                <c:pt idx="1551">
                  <c:v>5563.5191137154543</c:v>
                </c:pt>
                <c:pt idx="1552">
                  <c:v>5564.9963444868554</c:v>
                </c:pt>
                <c:pt idx="1553">
                  <c:v>5566.8814038783767</c:v>
                </c:pt>
                <c:pt idx="1554">
                  <c:v>5570.3821430409998</c:v>
                </c:pt>
                <c:pt idx="1555">
                  <c:v>5569.1479546854562</c:v>
                </c:pt>
                <c:pt idx="1556">
                  <c:v>5570.886645305698</c:v>
                </c:pt>
                <c:pt idx="1557">
                  <c:v>5572.653530197691</c:v>
                </c:pt>
                <c:pt idx="1558">
                  <c:v>5574.9218546535858</c:v>
                </c:pt>
                <c:pt idx="1559">
                  <c:v>5576.6531980840227</c:v>
                </c:pt>
                <c:pt idx="1560">
                  <c:v>5578.4074126166415</c:v>
                </c:pt>
                <c:pt idx="1561">
                  <c:v>5579.2506488251929</c:v>
                </c:pt>
                <c:pt idx="1562">
                  <c:v>5581.2217160700402</c:v>
                </c:pt>
                <c:pt idx="1563">
                  <c:v>5583.4650659027529</c:v>
                </c:pt>
                <c:pt idx="1564">
                  <c:v>5580.853733821039</c:v>
                </c:pt>
                <c:pt idx="1565">
                  <c:v>5583.6265422185015</c:v>
                </c:pt>
                <c:pt idx="1566">
                  <c:v>5587.3590265560888</c:v>
                </c:pt>
                <c:pt idx="1567">
                  <c:v>5588.0800857171198</c:v>
                </c:pt>
                <c:pt idx="1568">
                  <c:v>5589.8318234249418</c:v>
                </c:pt>
                <c:pt idx="1569">
                  <c:v>5590.5898757165378</c:v>
                </c:pt>
                <c:pt idx="1570">
                  <c:v>5588.3684211001728</c:v>
                </c:pt>
                <c:pt idx="1571">
                  <c:v>5594.1837090557156</c:v>
                </c:pt>
                <c:pt idx="1572">
                  <c:v>5593.6683464744729</c:v>
                </c:pt>
                <c:pt idx="1573">
                  <c:v>5600.7436640564847</c:v>
                </c:pt>
                <c:pt idx="1574">
                  <c:v>5599.4020802346877</c:v>
                </c:pt>
                <c:pt idx="1575">
                  <c:v>5600.9135573585545</c:v>
                </c:pt>
                <c:pt idx="1576">
                  <c:v>5601.1889303025346</c:v>
                </c:pt>
                <c:pt idx="1577">
                  <c:v>5603.8238812759746</c:v>
                </c:pt>
                <c:pt idx="1578">
                  <c:v>5606.7655593857617</c:v>
                </c:pt>
                <c:pt idx="1579">
                  <c:v>5608.5767404239332</c:v>
                </c:pt>
                <c:pt idx="1580">
                  <c:v>5610.1708192127535</c:v>
                </c:pt>
                <c:pt idx="1581">
                  <c:v>5611.6543612458527</c:v>
                </c:pt>
                <c:pt idx="1582">
                  <c:v>5613.3370308888689</c:v>
                </c:pt>
                <c:pt idx="1583">
                  <c:v>5614.9906951524526</c:v>
                </c:pt>
                <c:pt idx="1584">
                  <c:v>5617.1680740912634</c:v>
                </c:pt>
                <c:pt idx="1585">
                  <c:v>5619.2160876693852</c:v>
                </c:pt>
                <c:pt idx="1586">
                  <c:v>5620.473654141696</c:v>
                </c:pt>
                <c:pt idx="1587">
                  <c:v>5621.6420208298423</c:v>
                </c:pt>
                <c:pt idx="1588">
                  <c:v>5623.1411459157744</c:v>
                </c:pt>
                <c:pt idx="1589">
                  <c:v>5625.1336028712058</c:v>
                </c:pt>
                <c:pt idx="1590">
                  <c:v>5626.077172330658</c:v>
                </c:pt>
                <c:pt idx="1591">
                  <c:v>5626.7383207117637</c:v>
                </c:pt>
                <c:pt idx="1592">
                  <c:v>5631.6412708587723</c:v>
                </c:pt>
                <c:pt idx="1593">
                  <c:v>5631.3965546993095</c:v>
                </c:pt>
                <c:pt idx="1594">
                  <c:v>5630.6393192371988</c:v>
                </c:pt>
                <c:pt idx="1595">
                  <c:v>5637.744188162329</c:v>
                </c:pt>
                <c:pt idx="1596">
                  <c:v>5633.2387692042448</c:v>
                </c:pt>
                <c:pt idx="1597">
                  <c:v>5641.9330122143438</c:v>
                </c:pt>
                <c:pt idx="1598">
                  <c:v>5640.1506198491907</c:v>
                </c:pt>
                <c:pt idx="1599">
                  <c:v>5645.1002187249878</c:v>
                </c:pt>
                <c:pt idx="1600">
                  <c:v>5645.1328981772149</c:v>
                </c:pt>
                <c:pt idx="1601">
                  <c:v>5646.9232022134247</c:v>
                </c:pt>
                <c:pt idx="1602">
                  <c:v>5646.2232868939391</c:v>
                </c:pt>
                <c:pt idx="1603">
                  <c:v>5649.7011766164978</c:v>
                </c:pt>
                <c:pt idx="1604">
                  <c:v>5649.1833539986901</c:v>
                </c:pt>
                <c:pt idx="1605">
                  <c:v>5653.1774646870472</c:v>
                </c:pt>
                <c:pt idx="1606">
                  <c:v>5654.5564359094442</c:v>
                </c:pt>
                <c:pt idx="1607">
                  <c:v>5655.2869467218088</c:v>
                </c:pt>
                <c:pt idx="1608">
                  <c:v>5656.7626918979895</c:v>
                </c:pt>
                <c:pt idx="1609">
                  <c:v>5659.7613577387165</c:v>
                </c:pt>
                <c:pt idx="1610">
                  <c:v>5661.5125825703981</c:v>
                </c:pt>
                <c:pt idx="1611">
                  <c:v>5663.3246643853799</c:v>
                </c:pt>
                <c:pt idx="1612">
                  <c:v>5666.5574705865602</c:v>
                </c:pt>
                <c:pt idx="1613">
                  <c:v>5670.4764911418015</c:v>
                </c:pt>
                <c:pt idx="1614">
                  <c:v>5673.3518113961491</c:v>
                </c:pt>
                <c:pt idx="1615">
                  <c:v>5675.2608421362966</c:v>
                </c:pt>
                <c:pt idx="1616">
                  <c:v>5676.8421369433017</c:v>
                </c:pt>
                <c:pt idx="1617">
                  <c:v>5678.993625858584</c:v>
                </c:pt>
                <c:pt idx="1618">
                  <c:v>5680.3967363439442</c:v>
                </c:pt>
                <c:pt idx="1619">
                  <c:v>5679.3811393162596</c:v>
                </c:pt>
                <c:pt idx="1620">
                  <c:v>5681.4275966897294</c:v>
                </c:pt>
                <c:pt idx="1621">
                  <c:v>5684.5393057808233</c:v>
                </c:pt>
                <c:pt idx="1622">
                  <c:v>5682.741373676673</c:v>
                </c:pt>
                <c:pt idx="1623">
                  <c:v>5684.2331691993304</c:v>
                </c:pt>
                <c:pt idx="1624">
                  <c:v>5687.5116444261048</c:v>
                </c:pt>
                <c:pt idx="1625">
                  <c:v>5690.0844566188216</c:v>
                </c:pt>
                <c:pt idx="1626">
                  <c:v>5688.9580636764122</c:v>
                </c:pt>
                <c:pt idx="1627">
                  <c:v>5693.3256699289641</c:v>
                </c:pt>
                <c:pt idx="1628">
                  <c:v>5689.4227317463346</c:v>
                </c:pt>
                <c:pt idx="1629">
                  <c:v>5696.270505182827</c:v>
                </c:pt>
                <c:pt idx="1630">
                  <c:v>5696.879186994277</c:v>
                </c:pt>
                <c:pt idx="1631">
                  <c:v>5696.0594461306709</c:v>
                </c:pt>
                <c:pt idx="1632">
                  <c:v>5702.5396237021196</c:v>
                </c:pt>
                <c:pt idx="1633">
                  <c:v>5703.7766696248291</c:v>
                </c:pt>
                <c:pt idx="1634">
                  <c:v>5700.9382699147509</c:v>
                </c:pt>
                <c:pt idx="1635">
                  <c:v>5703.2828403654012</c:v>
                </c:pt>
                <c:pt idx="1636">
                  <c:v>5704.9465550046989</c:v>
                </c:pt>
                <c:pt idx="1637">
                  <c:v>5707.4085634840239</c:v>
                </c:pt>
                <c:pt idx="1638">
                  <c:v>5708.9147565957064</c:v>
                </c:pt>
                <c:pt idx="1639">
                  <c:v>5709.8381842769886</c:v>
                </c:pt>
                <c:pt idx="1640">
                  <c:v>5712.8367825574005</c:v>
                </c:pt>
                <c:pt idx="1641">
                  <c:v>5711.5673847180169</c:v>
                </c:pt>
                <c:pt idx="1642">
                  <c:v>5713.1184550087291</c:v>
                </c:pt>
                <c:pt idx="1643">
                  <c:v>5715.478336630822</c:v>
                </c:pt>
                <c:pt idx="1644">
                  <c:v>5716.8049989348228</c:v>
                </c:pt>
                <c:pt idx="1645">
                  <c:v>5719.7142709571226</c:v>
                </c:pt>
                <c:pt idx="1646">
                  <c:v>5722.5424042000013</c:v>
                </c:pt>
                <c:pt idx="1647">
                  <c:v>5723.5271805853572</c:v>
                </c:pt>
                <c:pt idx="1648">
                  <c:v>5722.5619574555931</c:v>
                </c:pt>
                <c:pt idx="1649">
                  <c:v>5727.9989891493879</c:v>
                </c:pt>
                <c:pt idx="1650">
                  <c:v>5728.9888197746923</c:v>
                </c:pt>
                <c:pt idx="1651">
                  <c:v>5731.4514326546132</c:v>
                </c:pt>
                <c:pt idx="1652">
                  <c:v>5731.0909680257046</c:v>
                </c:pt>
                <c:pt idx="1653">
                  <c:v>5731.9771387923038</c:v>
                </c:pt>
                <c:pt idx="1654">
                  <c:v>5731.7240491589782</c:v>
                </c:pt>
                <c:pt idx="1655">
                  <c:v>5737.34110141167</c:v>
                </c:pt>
                <c:pt idx="1656">
                  <c:v>5734.6846339950607</c:v>
                </c:pt>
                <c:pt idx="1657">
                  <c:v>5740.1406732961323</c:v>
                </c:pt>
                <c:pt idx="1658">
                  <c:v>5743.0120681501903</c:v>
                </c:pt>
                <c:pt idx="1659">
                  <c:v>5739.3195131198418</c:v>
                </c:pt>
                <c:pt idx="1660">
                  <c:v>5745.3748263792959</c:v>
                </c:pt>
                <c:pt idx="1661">
                  <c:v>5743.1330292304801</c:v>
                </c:pt>
                <c:pt idx="1662">
                  <c:v>5747.1421448670098</c:v>
                </c:pt>
                <c:pt idx="1663">
                  <c:v>5749.0220039330352</c:v>
                </c:pt>
                <c:pt idx="1664">
                  <c:v>5749.9656756744862</c:v>
                </c:pt>
                <c:pt idx="1665">
                  <c:v>5750.9624390129256</c:v>
                </c:pt>
                <c:pt idx="1666">
                  <c:v>5752.6586153929256</c:v>
                </c:pt>
                <c:pt idx="1667">
                  <c:v>5753.4368947525145</c:v>
                </c:pt>
                <c:pt idx="1668">
                  <c:v>5755.4156423507247</c:v>
                </c:pt>
                <c:pt idx="1669">
                  <c:v>5756.5439651997604</c:v>
                </c:pt>
                <c:pt idx="1670">
                  <c:v>5758.4276637741132</c:v>
                </c:pt>
                <c:pt idx="1671">
                  <c:v>5759.7616660072699</c:v>
                </c:pt>
                <c:pt idx="1672">
                  <c:v>5761.8140063644223</c:v>
                </c:pt>
                <c:pt idx="1673">
                  <c:v>5765.838402371669</c:v>
                </c:pt>
                <c:pt idx="1674">
                  <c:v>5770.2194193253399</c:v>
                </c:pt>
                <c:pt idx="1675">
                  <c:v>5773.4926633615696</c:v>
                </c:pt>
                <c:pt idx="1676">
                  <c:v>5774.2236824712454</c:v>
                </c:pt>
                <c:pt idx="1677">
                  <c:v>5777.6597980613442</c:v>
                </c:pt>
                <c:pt idx="1678">
                  <c:v>5780.6046948495659</c:v>
                </c:pt>
                <c:pt idx="1679">
                  <c:v>5782.4204589384281</c:v>
                </c:pt>
                <c:pt idx="1680">
                  <c:v>5781.2799333247513</c:v>
                </c:pt>
                <c:pt idx="1681">
                  <c:v>5784.5828536283807</c:v>
                </c:pt>
                <c:pt idx="1682">
                  <c:v>5781.7591684055751</c:v>
                </c:pt>
                <c:pt idx="1683">
                  <c:v>5784.5423029114572</c:v>
                </c:pt>
                <c:pt idx="1684">
                  <c:v>5784.7259052790896</c:v>
                </c:pt>
                <c:pt idx="1685">
                  <c:v>5788.5556325543093</c:v>
                </c:pt>
                <c:pt idx="1686">
                  <c:v>5786.2403783934033</c:v>
                </c:pt>
                <c:pt idx="1687">
                  <c:v>5789.4067218676955</c:v>
                </c:pt>
                <c:pt idx="1688">
                  <c:v>5790.1159372940137</c:v>
                </c:pt>
                <c:pt idx="1689">
                  <c:v>5788.7573661426004</c:v>
                </c:pt>
                <c:pt idx="1690">
                  <c:v>5791.3260632768379</c:v>
                </c:pt>
                <c:pt idx="1691">
                  <c:v>5792.916185808439</c:v>
                </c:pt>
                <c:pt idx="1692">
                  <c:v>5794.8394100618107</c:v>
                </c:pt>
                <c:pt idx="1693">
                  <c:v>5795.7761687216844</c:v>
                </c:pt>
                <c:pt idx="1694">
                  <c:v>5797.3545996974653</c:v>
                </c:pt>
                <c:pt idx="1695">
                  <c:v>5799.4535980293012</c:v>
                </c:pt>
                <c:pt idx="1696">
                  <c:v>5802.3670093117753</c:v>
                </c:pt>
                <c:pt idx="1697">
                  <c:v>5802.37185220641</c:v>
                </c:pt>
                <c:pt idx="1698">
                  <c:v>5804.2811262752866</c:v>
                </c:pt>
                <c:pt idx="1699">
                  <c:v>5805.9374930942049</c:v>
                </c:pt>
                <c:pt idx="1700">
                  <c:v>5808.2318441729431</c:v>
                </c:pt>
                <c:pt idx="1701">
                  <c:v>5809.8544493772606</c:v>
                </c:pt>
                <c:pt idx="1702">
                  <c:v>5811.7110946943012</c:v>
                </c:pt>
                <c:pt idx="1703">
                  <c:v>5813.17899411894</c:v>
                </c:pt>
                <c:pt idx="1704">
                  <c:v>5814.2364211729882</c:v>
                </c:pt>
                <c:pt idx="1705">
                  <c:v>5816.5822405365934</c:v>
                </c:pt>
                <c:pt idx="1706">
                  <c:v>5818.0586675155891</c:v>
                </c:pt>
                <c:pt idx="1707">
                  <c:v>5821.568446966894</c:v>
                </c:pt>
                <c:pt idx="1708">
                  <c:v>5820.684687488998</c:v>
                </c:pt>
                <c:pt idx="1709">
                  <c:v>5819.6234961672981</c:v>
                </c:pt>
                <c:pt idx="1710">
                  <c:v>5824.604977723151</c:v>
                </c:pt>
                <c:pt idx="1711">
                  <c:v>5820.0925565846128</c:v>
                </c:pt>
                <c:pt idx="1712">
                  <c:v>5821.3164791460867</c:v>
                </c:pt>
                <c:pt idx="1713">
                  <c:v>5830.1749841257933</c:v>
                </c:pt>
                <c:pt idx="1714">
                  <c:v>5829.4428200325701</c:v>
                </c:pt>
                <c:pt idx="1715">
                  <c:v>5830.054090431031</c:v>
                </c:pt>
                <c:pt idx="1716">
                  <c:v>5831.4029908359425</c:v>
                </c:pt>
                <c:pt idx="1717">
                  <c:v>5831.4002069367743</c:v>
                </c:pt>
                <c:pt idx="1718">
                  <c:v>5833.9280390114909</c:v>
                </c:pt>
                <c:pt idx="1719">
                  <c:v>5834.3903619601033</c:v>
                </c:pt>
                <c:pt idx="1720">
                  <c:v>5836.0183579690056</c:v>
                </c:pt>
                <c:pt idx="1721">
                  <c:v>5838.1461902373212</c:v>
                </c:pt>
                <c:pt idx="1722">
                  <c:v>5839.9336435378491</c:v>
                </c:pt>
                <c:pt idx="1723">
                  <c:v>5842.0839914923345</c:v>
                </c:pt>
                <c:pt idx="1724">
                  <c:v>5842.8772250415514</c:v>
                </c:pt>
                <c:pt idx="1725">
                  <c:v>5844.0884727557914</c:v>
                </c:pt>
                <c:pt idx="1726">
                  <c:v>5845.0129420617313</c:v>
                </c:pt>
                <c:pt idx="1727">
                  <c:v>5846.3379601675351</c:v>
                </c:pt>
                <c:pt idx="1728">
                  <c:v>5848.5722205960556</c:v>
                </c:pt>
                <c:pt idx="1729">
                  <c:v>5850.7485145600358</c:v>
                </c:pt>
                <c:pt idx="1730">
                  <c:v>5853.3958457744657</c:v>
                </c:pt>
                <c:pt idx="1731">
                  <c:v>5857.780079209112</c:v>
                </c:pt>
                <c:pt idx="1732">
                  <c:v>5858.3890624339292</c:v>
                </c:pt>
                <c:pt idx="1733">
                  <c:v>5860.3906951816271</c:v>
                </c:pt>
                <c:pt idx="1734">
                  <c:v>5861.7962489908605</c:v>
                </c:pt>
                <c:pt idx="1735">
                  <c:v>5862.8946238943627</c:v>
                </c:pt>
                <c:pt idx="1736">
                  <c:v>5864.8793329383034</c:v>
                </c:pt>
                <c:pt idx="1737">
                  <c:v>5865.5556291207713</c:v>
                </c:pt>
                <c:pt idx="1738">
                  <c:v>5864.5755799530689</c:v>
                </c:pt>
                <c:pt idx="1739">
                  <c:v>5870.9002319456413</c:v>
                </c:pt>
                <c:pt idx="1740">
                  <c:v>5872.9615549280552</c:v>
                </c:pt>
                <c:pt idx="1741">
                  <c:v>5875.5441175176829</c:v>
                </c:pt>
                <c:pt idx="1742">
                  <c:v>5877.3050858785009</c:v>
                </c:pt>
                <c:pt idx="1743">
                  <c:v>5877.7076519363136</c:v>
                </c:pt>
                <c:pt idx="1744">
                  <c:v>5874.2645469819527</c:v>
                </c:pt>
                <c:pt idx="1745">
                  <c:v>5875.0549660300767</c:v>
                </c:pt>
                <c:pt idx="1746">
                  <c:v>5875.7181718982993</c:v>
                </c:pt>
                <c:pt idx="1747">
                  <c:v>5878.9496754117117</c:v>
                </c:pt>
                <c:pt idx="1748">
                  <c:v>5886.5908675961391</c:v>
                </c:pt>
                <c:pt idx="1749">
                  <c:v>5885.5338399004004</c:v>
                </c:pt>
                <c:pt idx="1750">
                  <c:v>5886.8104086645635</c:v>
                </c:pt>
                <c:pt idx="1751">
                  <c:v>5885.8458165611501</c:v>
                </c:pt>
                <c:pt idx="1752">
                  <c:v>5887.679782465214</c:v>
                </c:pt>
                <c:pt idx="1753">
                  <c:v>5889.9345648090903</c:v>
                </c:pt>
                <c:pt idx="1754">
                  <c:v>5891.3181585095263</c:v>
                </c:pt>
                <c:pt idx="1755">
                  <c:v>5892.9353482471815</c:v>
                </c:pt>
                <c:pt idx="1756">
                  <c:v>5893.9216001463174</c:v>
                </c:pt>
                <c:pt idx="1757">
                  <c:v>5895.3117284740438</c:v>
                </c:pt>
                <c:pt idx="1758">
                  <c:v>5897.1300332534029</c:v>
                </c:pt>
                <c:pt idx="1759">
                  <c:v>5897.5858380047648</c:v>
                </c:pt>
                <c:pt idx="1760">
                  <c:v>5898.5872091070314</c:v>
                </c:pt>
                <c:pt idx="1761">
                  <c:v>5901.6127842366423</c:v>
                </c:pt>
                <c:pt idx="1762">
                  <c:v>5902.980034440835</c:v>
                </c:pt>
                <c:pt idx="1763">
                  <c:v>5904.5867646385932</c:v>
                </c:pt>
                <c:pt idx="1764">
                  <c:v>5906.3731224019293</c:v>
                </c:pt>
                <c:pt idx="1765">
                  <c:v>5908.8741864039603</c:v>
                </c:pt>
                <c:pt idx="1766">
                  <c:v>5909.8034254334298</c:v>
                </c:pt>
                <c:pt idx="1767">
                  <c:v>5909.9092525722926</c:v>
                </c:pt>
                <c:pt idx="1768">
                  <c:v>5911.8556998436216</c:v>
                </c:pt>
                <c:pt idx="1769">
                  <c:v>5913.0024363592338</c:v>
                </c:pt>
                <c:pt idx="1770">
                  <c:v>5913.8288638471477</c:v>
                </c:pt>
                <c:pt idx="1771">
                  <c:v>5915.251315772457</c:v>
                </c:pt>
                <c:pt idx="1772">
                  <c:v>5920.0188944602542</c:v>
                </c:pt>
                <c:pt idx="1773">
                  <c:v>5918.457840077117</c:v>
                </c:pt>
                <c:pt idx="1774">
                  <c:v>5922.4323855618977</c:v>
                </c:pt>
                <c:pt idx="1775">
                  <c:v>5921.890167895981</c:v>
                </c:pt>
                <c:pt idx="1776">
                  <c:v>5924.5659997270332</c:v>
                </c:pt>
                <c:pt idx="1777">
                  <c:v>5923.9860934922863</c:v>
                </c:pt>
                <c:pt idx="1778">
                  <c:v>5931.5196552075104</c:v>
                </c:pt>
                <c:pt idx="1779">
                  <c:v>5927.1217712672396</c:v>
                </c:pt>
                <c:pt idx="1780">
                  <c:v>5928.9268213589012</c:v>
                </c:pt>
                <c:pt idx="1781">
                  <c:v>5935.021544582215</c:v>
                </c:pt>
                <c:pt idx="1782">
                  <c:v>5936.2023751902552</c:v>
                </c:pt>
                <c:pt idx="1783">
                  <c:v>5936.2404861496798</c:v>
                </c:pt>
                <c:pt idx="1784">
                  <c:v>5937.5584281861293</c:v>
                </c:pt>
                <c:pt idx="1785">
                  <c:v>5938.1142652486924</c:v>
                </c:pt>
                <c:pt idx="1786">
                  <c:v>5940.3480346438082</c:v>
                </c:pt>
                <c:pt idx="1787">
                  <c:v>5941.8141863964947</c:v>
                </c:pt>
                <c:pt idx="1788">
                  <c:v>5942.42502723707</c:v>
                </c:pt>
                <c:pt idx="1789">
                  <c:v>5943.9347234727302</c:v>
                </c:pt>
                <c:pt idx="1790">
                  <c:v>5945.4671045360856</c:v>
                </c:pt>
                <c:pt idx="1791">
                  <c:v>5947.3317834384334</c:v>
                </c:pt>
                <c:pt idx="1792">
                  <c:v>5950.1841816585875</c:v>
                </c:pt>
                <c:pt idx="1793">
                  <c:v>5954.2268119161217</c:v>
                </c:pt>
                <c:pt idx="1794">
                  <c:v>5956.8434409524662</c:v>
                </c:pt>
                <c:pt idx="1795">
                  <c:v>5956.5460110051599</c:v>
                </c:pt>
                <c:pt idx="1796">
                  <c:v>5957.4413988402193</c:v>
                </c:pt>
                <c:pt idx="1797">
                  <c:v>5958.9773504936138</c:v>
                </c:pt>
                <c:pt idx="1798">
                  <c:v>5959.5703946601734</c:v>
                </c:pt>
                <c:pt idx="1799">
                  <c:v>5959.6936250547078</c:v>
                </c:pt>
                <c:pt idx="1800">
                  <c:v>5962.5211176637767</c:v>
                </c:pt>
                <c:pt idx="1801">
                  <c:v>5958.6744533624096</c:v>
                </c:pt>
                <c:pt idx="1802">
                  <c:v>5960.8712221157612</c:v>
                </c:pt>
                <c:pt idx="1803">
                  <c:v>5964.9438743086994</c:v>
                </c:pt>
                <c:pt idx="1804">
                  <c:v>5960.9833492991784</c:v>
                </c:pt>
                <c:pt idx="1805">
                  <c:v>5969.6170267001326</c:v>
                </c:pt>
                <c:pt idx="1806">
                  <c:v>5970.7936587541562</c:v>
                </c:pt>
                <c:pt idx="1807">
                  <c:v>5970.7814782733003</c:v>
                </c:pt>
                <c:pt idx="1808">
                  <c:v>5967.3165435351793</c:v>
                </c:pt>
                <c:pt idx="1809">
                  <c:v>5966.8649002773545</c:v>
                </c:pt>
                <c:pt idx="1810">
                  <c:v>5973.8929722304701</c:v>
                </c:pt>
                <c:pt idx="1811">
                  <c:v>5976.3985116587764</c:v>
                </c:pt>
                <c:pt idx="1812">
                  <c:v>5973.5869897008197</c:v>
                </c:pt>
                <c:pt idx="1813">
                  <c:v>5978.3510229003914</c:v>
                </c:pt>
                <c:pt idx="1814">
                  <c:v>5978.9777684462779</c:v>
                </c:pt>
                <c:pt idx="1815">
                  <c:v>5980.7296241514196</c:v>
                </c:pt>
                <c:pt idx="1816">
                  <c:v>5980.8892165505604</c:v>
                </c:pt>
                <c:pt idx="1817">
                  <c:v>5981.6259732606868</c:v>
                </c:pt>
                <c:pt idx="1818">
                  <c:v>5982.5192653243212</c:v>
                </c:pt>
                <c:pt idx="1819">
                  <c:v>5990.9767821374853</c:v>
                </c:pt>
                <c:pt idx="1820">
                  <c:v>5995.6576856371894</c:v>
                </c:pt>
                <c:pt idx="1821">
                  <c:v>5993.6960279064342</c:v>
                </c:pt>
                <c:pt idx="1822">
                  <c:v>5996.5201518073936</c:v>
                </c:pt>
                <c:pt idx="1823">
                  <c:v>5997.7742556307385</c:v>
                </c:pt>
                <c:pt idx="1824">
                  <c:v>5999.9117998110587</c:v>
                </c:pt>
                <c:pt idx="1825">
                  <c:v>6000.2436109003502</c:v>
                </c:pt>
                <c:pt idx="1826">
                  <c:v>5999.6338796132022</c:v>
                </c:pt>
                <c:pt idx="1827">
                  <c:v>6003.3467293055492</c:v>
                </c:pt>
                <c:pt idx="1828">
                  <c:v>6002.7947328413065</c:v>
                </c:pt>
                <c:pt idx="1829">
                  <c:v>6001.2635779717202</c:v>
                </c:pt>
                <c:pt idx="1830">
                  <c:v>6001.7473277230438</c:v>
                </c:pt>
                <c:pt idx="1831">
                  <c:v>6007.1455715583998</c:v>
                </c:pt>
                <c:pt idx="1832">
                  <c:v>6008.1161076415556</c:v>
                </c:pt>
                <c:pt idx="1833">
                  <c:v>6006.7553202851459</c:v>
                </c:pt>
                <c:pt idx="1834">
                  <c:v>6008.5724349932971</c:v>
                </c:pt>
                <c:pt idx="1835">
                  <c:v>6010.1516704858041</c:v>
                </c:pt>
                <c:pt idx="1836">
                  <c:v>6011.182040277019</c:v>
                </c:pt>
                <c:pt idx="1837">
                  <c:v>6014.4364872560527</c:v>
                </c:pt>
                <c:pt idx="1838">
                  <c:v>6012.5089767942918</c:v>
                </c:pt>
                <c:pt idx="1839">
                  <c:v>6010.5494262939064</c:v>
                </c:pt>
                <c:pt idx="1840">
                  <c:v>6018.780911461713</c:v>
                </c:pt>
                <c:pt idx="1841">
                  <c:v>6013.669771654012</c:v>
                </c:pt>
                <c:pt idx="1842">
                  <c:v>6019.3484628119204</c:v>
                </c:pt>
                <c:pt idx="1843">
                  <c:v>6020.3042234199966</c:v>
                </c:pt>
                <c:pt idx="1844">
                  <c:v>6023.4843017244466</c:v>
                </c:pt>
                <c:pt idx="1845">
                  <c:v>6029.4152165660835</c:v>
                </c:pt>
                <c:pt idx="1846">
                  <c:v>6029.5586937764047</c:v>
                </c:pt>
                <c:pt idx="1847">
                  <c:v>6032.9205960876907</c:v>
                </c:pt>
                <c:pt idx="1848">
                  <c:v>6030.7284095644964</c:v>
                </c:pt>
                <c:pt idx="1849">
                  <c:v>6037.5478329490215</c:v>
                </c:pt>
                <c:pt idx="1850">
                  <c:v>6044.2068956963158</c:v>
                </c:pt>
                <c:pt idx="1851">
                  <c:v>6045.6864036276838</c:v>
                </c:pt>
                <c:pt idx="1852">
                  <c:v>6048.8640739012098</c:v>
                </c:pt>
                <c:pt idx="1853">
                  <c:v>6049.3174644701867</c:v>
                </c:pt>
                <c:pt idx="1854">
                  <c:v>6051.9828602571815</c:v>
                </c:pt>
                <c:pt idx="1855">
                  <c:v>6059.4947629024464</c:v>
                </c:pt>
                <c:pt idx="1856">
                  <c:v>6064.0479864687204</c:v>
                </c:pt>
                <c:pt idx="1857">
                  <c:v>6059.1571596850645</c:v>
                </c:pt>
                <c:pt idx="1858">
                  <c:v>6053.9305759213339</c:v>
                </c:pt>
                <c:pt idx="1859">
                  <c:v>6051.4073556415406</c:v>
                </c:pt>
                <c:pt idx="1860">
                  <c:v>6050.4648013886072</c:v>
                </c:pt>
                <c:pt idx="1861">
                  <c:v>6048.1295989070932</c:v>
                </c:pt>
                <c:pt idx="1862">
                  <c:v>6047.8061544338161</c:v>
                </c:pt>
                <c:pt idx="1863">
                  <c:v>6049.6527292512674</c:v>
                </c:pt>
                <c:pt idx="1864">
                  <c:v>6053.5747201697377</c:v>
                </c:pt>
                <c:pt idx="1865">
                  <c:v>6043.1109467887582</c:v>
                </c:pt>
                <c:pt idx="1866">
                  <c:v>6043.1516805123556</c:v>
                </c:pt>
                <c:pt idx="1867">
                  <c:v>6049.2513176317298</c:v>
                </c:pt>
                <c:pt idx="1868">
                  <c:v>6057.6700292606674</c:v>
                </c:pt>
                <c:pt idx="1869">
                  <c:v>6062.4462302721431</c:v>
                </c:pt>
                <c:pt idx="1870">
                  <c:v>6062.1189982495953</c:v>
                </c:pt>
                <c:pt idx="1871">
                  <c:v>6059.6812461893278</c:v>
                </c:pt>
                <c:pt idx="1872">
                  <c:v>6063.7378314538764</c:v>
                </c:pt>
                <c:pt idx="1873">
                  <c:v>6069.9722444089648</c:v>
                </c:pt>
                <c:pt idx="1874">
                  <c:v>6072.4646577531448</c:v>
                </c:pt>
                <c:pt idx="1875">
                  <c:v>6072.3718945697055</c:v>
                </c:pt>
                <c:pt idx="1876">
                  <c:v>6072.2808405194683</c:v>
                </c:pt>
                <c:pt idx="1877">
                  <c:v>6076.1653780013721</c:v>
                </c:pt>
                <c:pt idx="1878">
                  <c:v>6075.8701389263979</c:v>
                </c:pt>
                <c:pt idx="1879">
                  <c:v>6078.7621976607779</c:v>
                </c:pt>
                <c:pt idx="1880">
                  <c:v>6078.5415183868281</c:v>
                </c:pt>
                <c:pt idx="1881">
                  <c:v>6077.7004499253208</c:v>
                </c:pt>
                <c:pt idx="1882">
                  <c:v>6079.1675612853332</c:v>
                </c:pt>
                <c:pt idx="1883">
                  <c:v>6080.9884343604363</c:v>
                </c:pt>
                <c:pt idx="1884">
                  <c:v>6082.2030415293239</c:v>
                </c:pt>
                <c:pt idx="1885">
                  <c:v>6086.7274067800554</c:v>
                </c:pt>
                <c:pt idx="1886">
                  <c:v>6087.3677911028553</c:v>
                </c:pt>
                <c:pt idx="1887">
                  <c:v>6086.3651055255332</c:v>
                </c:pt>
                <c:pt idx="1888">
                  <c:v>6087.5077316370816</c:v>
                </c:pt>
                <c:pt idx="1889">
                  <c:v>6091.4743808224612</c:v>
                </c:pt>
                <c:pt idx="1890">
                  <c:v>6092.5154721611152</c:v>
                </c:pt>
                <c:pt idx="1891">
                  <c:v>6089.5508525610257</c:v>
                </c:pt>
                <c:pt idx="1892">
                  <c:v>6090.8486579089022</c:v>
                </c:pt>
                <c:pt idx="1893">
                  <c:v>6092.7916486670256</c:v>
                </c:pt>
                <c:pt idx="1894">
                  <c:v>6094.5537926232391</c:v>
                </c:pt>
                <c:pt idx="1895">
                  <c:v>6095.4182474470981</c:v>
                </c:pt>
                <c:pt idx="1896">
                  <c:v>6097.6470191127291</c:v>
                </c:pt>
                <c:pt idx="1897">
                  <c:v>6099.3659803602977</c:v>
                </c:pt>
                <c:pt idx="1898">
                  <c:v>6093.1434360123721</c:v>
                </c:pt>
                <c:pt idx="1899">
                  <c:v>6095.7733507409284</c:v>
                </c:pt>
                <c:pt idx="1900">
                  <c:v>6091.885382258828</c:v>
                </c:pt>
                <c:pt idx="1901">
                  <c:v>6102.4514871401716</c:v>
                </c:pt>
                <c:pt idx="1902">
                  <c:v>6094.3128868518725</c:v>
                </c:pt>
                <c:pt idx="1903">
                  <c:v>6111.0028954075242</c:v>
                </c:pt>
                <c:pt idx="1904">
                  <c:v>6114.5289718207177</c:v>
                </c:pt>
                <c:pt idx="1905">
                  <c:v>6114.9204544492859</c:v>
                </c:pt>
                <c:pt idx="1906">
                  <c:v>6109.7578782733899</c:v>
                </c:pt>
                <c:pt idx="1907">
                  <c:v>6114.5893650110866</c:v>
                </c:pt>
                <c:pt idx="1908">
                  <c:v>6112.1659055089858</c:v>
                </c:pt>
                <c:pt idx="1909">
                  <c:v>6119.0104299195218</c:v>
                </c:pt>
                <c:pt idx="1910">
                  <c:v>6120.1273483195628</c:v>
                </c:pt>
                <c:pt idx="1911">
                  <c:v>6115.7302991019515</c:v>
                </c:pt>
                <c:pt idx="1912">
                  <c:v>6118.4259814590769</c:v>
                </c:pt>
                <c:pt idx="1913">
                  <c:v>6120.1064195595518</c:v>
                </c:pt>
                <c:pt idx="1914">
                  <c:v>6120.9921746348928</c:v>
                </c:pt>
                <c:pt idx="1915">
                  <c:v>6122.2514950791428</c:v>
                </c:pt>
                <c:pt idx="1916">
                  <c:v>6124.3880575761959</c:v>
                </c:pt>
                <c:pt idx="1917">
                  <c:v>6124.8473410813267</c:v>
                </c:pt>
                <c:pt idx="1918">
                  <c:v>6126.7781400932272</c:v>
                </c:pt>
                <c:pt idx="1919">
                  <c:v>6127.8175397975319</c:v>
                </c:pt>
                <c:pt idx="1920">
                  <c:v>6129.1911392699421</c:v>
                </c:pt>
                <c:pt idx="1921">
                  <c:v>6130.4703049290783</c:v>
                </c:pt>
                <c:pt idx="1922">
                  <c:v>6131.3666656257465</c:v>
                </c:pt>
                <c:pt idx="1923">
                  <c:v>6132.5950758675681</c:v>
                </c:pt>
                <c:pt idx="1924">
                  <c:v>6134.1194328241945</c:v>
                </c:pt>
                <c:pt idx="1925">
                  <c:v>6133.9496306769815</c:v>
                </c:pt>
                <c:pt idx="1926">
                  <c:v>6136.0166098187738</c:v>
                </c:pt>
                <c:pt idx="1927">
                  <c:v>6141.9912258087234</c:v>
                </c:pt>
                <c:pt idx="1928">
                  <c:v>6141.858650240627</c:v>
                </c:pt>
                <c:pt idx="1929">
                  <c:v>6146.4181324299807</c:v>
                </c:pt>
                <c:pt idx="1930">
                  <c:v>6149.4159025231365</c:v>
                </c:pt>
                <c:pt idx="1931">
                  <c:v>6150.0910832491354</c:v>
                </c:pt>
                <c:pt idx="1932">
                  <c:v>6161.9699703485358</c:v>
                </c:pt>
                <c:pt idx="1933">
                  <c:v>6165.0365096375644</c:v>
                </c:pt>
                <c:pt idx="1934">
                  <c:v>6161.7039438867932</c:v>
                </c:pt>
                <c:pt idx="1935">
                  <c:v>6164.5405672328779</c:v>
                </c:pt>
                <c:pt idx="1936">
                  <c:v>6167.0123821443067</c:v>
                </c:pt>
                <c:pt idx="1937">
                  <c:v>6163.7308904108522</c:v>
                </c:pt>
                <c:pt idx="1938">
                  <c:v>6167.2911681253117</c:v>
                </c:pt>
                <c:pt idx="1939">
                  <c:v>6167.3762459830141</c:v>
                </c:pt>
                <c:pt idx="1940">
                  <c:v>6168.8839068505513</c:v>
                </c:pt>
                <c:pt idx="1941">
                  <c:v>6164.0521623943987</c:v>
                </c:pt>
                <c:pt idx="1942">
                  <c:v>6156.8344987901401</c:v>
                </c:pt>
                <c:pt idx="1943">
                  <c:v>6169.0205038309077</c:v>
                </c:pt>
                <c:pt idx="1944">
                  <c:v>6174.6329487258254</c:v>
                </c:pt>
                <c:pt idx="1945">
                  <c:v>6178.7215912991505</c:v>
                </c:pt>
                <c:pt idx="1946">
                  <c:v>6180.0211656468182</c:v>
                </c:pt>
                <c:pt idx="1947">
                  <c:v>6178.2499290985861</c:v>
                </c:pt>
                <c:pt idx="1948">
                  <c:v>6182.1985110562418</c:v>
                </c:pt>
                <c:pt idx="1949">
                  <c:v>6182.7315087782272</c:v>
                </c:pt>
                <c:pt idx="1950">
                  <c:v>6186.0182342616281</c:v>
                </c:pt>
                <c:pt idx="1951">
                  <c:v>6186.4491272232299</c:v>
                </c:pt>
                <c:pt idx="1952">
                  <c:v>6184.7341628553122</c:v>
                </c:pt>
                <c:pt idx="1953">
                  <c:v>6181.3327378254244</c:v>
                </c:pt>
                <c:pt idx="1954">
                  <c:v>6181.5276512023684</c:v>
                </c:pt>
                <c:pt idx="1955">
                  <c:v>6182.4420068674372</c:v>
                </c:pt>
                <c:pt idx="1956">
                  <c:v>6183.3123066751323</c:v>
                </c:pt>
                <c:pt idx="1957">
                  <c:v>6187.4017789821064</c:v>
                </c:pt>
                <c:pt idx="1958">
                  <c:v>6189.594779123403</c:v>
                </c:pt>
                <c:pt idx="1959">
                  <c:v>6193.4043294777048</c:v>
                </c:pt>
                <c:pt idx="1960">
                  <c:v>6189.8488894944458</c:v>
                </c:pt>
                <c:pt idx="1961">
                  <c:v>6194.4844054694622</c:v>
                </c:pt>
                <c:pt idx="1962">
                  <c:v>6192.4001108495386</c:v>
                </c:pt>
                <c:pt idx="1963">
                  <c:v>6193.1201772688673</c:v>
                </c:pt>
                <c:pt idx="1964">
                  <c:v>6196.4637700564863</c:v>
                </c:pt>
                <c:pt idx="1965">
                  <c:v>6200.2434321944365</c:v>
                </c:pt>
                <c:pt idx="1966">
                  <c:v>6203.030519992165</c:v>
                </c:pt>
                <c:pt idx="1967">
                  <c:v>6199.6684427002474</c:v>
                </c:pt>
                <c:pt idx="1968">
                  <c:v>6204.2528953313422</c:v>
                </c:pt>
                <c:pt idx="1969">
                  <c:v>6206.7788526726545</c:v>
                </c:pt>
                <c:pt idx="1970">
                  <c:v>6209.0409785845868</c:v>
                </c:pt>
                <c:pt idx="1971">
                  <c:v>6210.6777028962651</c:v>
                </c:pt>
                <c:pt idx="1972">
                  <c:v>6208.144730834174</c:v>
                </c:pt>
                <c:pt idx="1973">
                  <c:v>6211.7335677858864</c:v>
                </c:pt>
                <c:pt idx="1974">
                  <c:v>6214.8672975568634</c:v>
                </c:pt>
                <c:pt idx="1975">
                  <c:v>6214.4943977557068</c:v>
                </c:pt>
                <c:pt idx="1976">
                  <c:v>6214.7343290196768</c:v>
                </c:pt>
                <c:pt idx="1977">
                  <c:v>6215.3313445209888</c:v>
                </c:pt>
                <c:pt idx="1978">
                  <c:v>6216.4542813259886</c:v>
                </c:pt>
                <c:pt idx="1979">
                  <c:v>6219.1870275638066</c:v>
                </c:pt>
                <c:pt idx="1980">
                  <c:v>6220.7175991149452</c:v>
                </c:pt>
                <c:pt idx="1981">
                  <c:v>6222.7342900115946</c:v>
                </c:pt>
                <c:pt idx="1982">
                  <c:v>6224.7900532330941</c:v>
                </c:pt>
                <c:pt idx="1983">
                  <c:v>6226.165679292938</c:v>
                </c:pt>
                <c:pt idx="1984">
                  <c:v>6226.4369535405312</c:v>
                </c:pt>
                <c:pt idx="1985">
                  <c:v>6229.4196341940997</c:v>
                </c:pt>
                <c:pt idx="1986">
                  <c:v>6229.3638741207669</c:v>
                </c:pt>
                <c:pt idx="1987">
                  <c:v>6233.4404943940044</c:v>
                </c:pt>
                <c:pt idx="1988">
                  <c:v>6232.9433887998193</c:v>
                </c:pt>
                <c:pt idx="1989">
                  <c:v>6232.7021613130546</c:v>
                </c:pt>
                <c:pt idx="1990">
                  <c:v>6238.8425198013347</c:v>
                </c:pt>
                <c:pt idx="1991">
                  <c:v>6239.0519743005198</c:v>
                </c:pt>
                <c:pt idx="1992">
                  <c:v>6241.3997120343538</c:v>
                </c:pt>
                <c:pt idx="1993">
                  <c:v>6242.9823349395447</c:v>
                </c:pt>
                <c:pt idx="1994">
                  <c:v>6237.7232968172902</c:v>
                </c:pt>
                <c:pt idx="1995">
                  <c:v>6243.5186284198844</c:v>
                </c:pt>
                <c:pt idx="1996">
                  <c:v>6245.5335634529929</c:v>
                </c:pt>
                <c:pt idx="1997">
                  <c:v>6248.615524542317</c:v>
                </c:pt>
                <c:pt idx="1998">
                  <c:v>6250.5998086047202</c:v>
                </c:pt>
                <c:pt idx="1999">
                  <c:v>6246.2367672947275</c:v>
                </c:pt>
                <c:pt idx="2000">
                  <c:v>6249.4323187473083</c:v>
                </c:pt>
                <c:pt idx="2001">
                  <c:v>6250.650589690038</c:v>
                </c:pt>
                <c:pt idx="2002">
                  <c:v>6252.8948926339535</c:v>
                </c:pt>
                <c:pt idx="2003">
                  <c:v>6255.6732009797997</c:v>
                </c:pt>
                <c:pt idx="2004">
                  <c:v>6257.1855704805275</c:v>
                </c:pt>
                <c:pt idx="2005">
                  <c:v>6256.4147509081913</c:v>
                </c:pt>
                <c:pt idx="2006">
                  <c:v>6260.0612618463119</c:v>
                </c:pt>
                <c:pt idx="2007">
                  <c:v>6261.4072767420012</c:v>
                </c:pt>
                <c:pt idx="2008">
                  <c:v>6261.9021808223715</c:v>
                </c:pt>
                <c:pt idx="2009">
                  <c:v>6263.3976843663631</c:v>
                </c:pt>
                <c:pt idx="2010">
                  <c:v>6267.6651149027102</c:v>
                </c:pt>
                <c:pt idx="2011">
                  <c:v>6267.2662116065458</c:v>
                </c:pt>
                <c:pt idx="2012">
                  <c:v>6268.6448714937414</c:v>
                </c:pt>
                <c:pt idx="2013">
                  <c:v>6271.9702323313513</c:v>
                </c:pt>
                <c:pt idx="2014">
                  <c:v>6270.7173098174899</c:v>
                </c:pt>
                <c:pt idx="2015">
                  <c:v>6272.6500627685746</c:v>
                </c:pt>
                <c:pt idx="2016">
                  <c:v>6271.6249232244336</c:v>
                </c:pt>
                <c:pt idx="2017">
                  <c:v>6274.6041835561937</c:v>
                </c:pt>
                <c:pt idx="2018">
                  <c:v>6279.655331802941</c:v>
                </c:pt>
                <c:pt idx="2019">
                  <c:v>6278.3592004827369</c:v>
                </c:pt>
                <c:pt idx="2020">
                  <c:v>6281.8554265263665</c:v>
                </c:pt>
                <c:pt idx="2021">
                  <c:v>6283.6374482429273</c:v>
                </c:pt>
                <c:pt idx="2022">
                  <c:v>6280.7189989240896</c:v>
                </c:pt>
                <c:pt idx="2023">
                  <c:v>6281.3813260480547</c:v>
                </c:pt>
                <c:pt idx="2024">
                  <c:v>6289.2539847435346</c:v>
                </c:pt>
                <c:pt idx="2025">
                  <c:v>6284.8660576492121</c:v>
                </c:pt>
                <c:pt idx="2026">
                  <c:v>6286.2953003019638</c:v>
                </c:pt>
                <c:pt idx="2027">
                  <c:v>6290.1313831411489</c:v>
                </c:pt>
                <c:pt idx="2028">
                  <c:v>6292.8965270377739</c:v>
                </c:pt>
                <c:pt idx="2029">
                  <c:v>6292.2039030749884</c:v>
                </c:pt>
                <c:pt idx="2030">
                  <c:v>6290.5122743314259</c:v>
                </c:pt>
                <c:pt idx="2031">
                  <c:v>6293.2345328483361</c:v>
                </c:pt>
                <c:pt idx="2032">
                  <c:v>6296.2251954574131</c:v>
                </c:pt>
                <c:pt idx="2033">
                  <c:v>6296.6355742828928</c:v>
                </c:pt>
                <c:pt idx="2034">
                  <c:v>6297.6076906601156</c:v>
                </c:pt>
                <c:pt idx="2035">
                  <c:v>6300.9118649429138</c:v>
                </c:pt>
                <c:pt idx="2036">
                  <c:v>6304.7217286342229</c:v>
                </c:pt>
                <c:pt idx="2037">
                  <c:v>6305.7377151747005</c:v>
                </c:pt>
                <c:pt idx="2038">
                  <c:v>6307.1520212207915</c:v>
                </c:pt>
                <c:pt idx="2039">
                  <c:v>6304.7444849675348</c:v>
                </c:pt>
                <c:pt idx="2040">
                  <c:v>6307.1174372894193</c:v>
                </c:pt>
                <c:pt idx="2041">
                  <c:v>6310.0873218086645</c:v>
                </c:pt>
                <c:pt idx="2042">
                  <c:v>6311.1661378604658</c:v>
                </c:pt>
                <c:pt idx="2043">
                  <c:v>6309.6089698365768</c:v>
                </c:pt>
                <c:pt idx="2044">
                  <c:v>6312.2546536932614</c:v>
                </c:pt>
                <c:pt idx="2045">
                  <c:v>6309.7228907846766</c:v>
                </c:pt>
                <c:pt idx="2046">
                  <c:v>6310.6425090388866</c:v>
                </c:pt>
                <c:pt idx="2047">
                  <c:v>6313.2343012660294</c:v>
                </c:pt>
                <c:pt idx="2048">
                  <c:v>6315.8102475879496</c:v>
                </c:pt>
                <c:pt idx="2049">
                  <c:v>6318.8009233620032</c:v>
                </c:pt>
                <c:pt idx="2050">
                  <c:v>6317.7886852677739</c:v>
                </c:pt>
                <c:pt idx="2051">
                  <c:v>6320.2242718722064</c:v>
                </c:pt>
                <c:pt idx="2052">
                  <c:v>6318.6755795417748</c:v>
                </c:pt>
                <c:pt idx="2053">
                  <c:v>6319.3796984828714</c:v>
                </c:pt>
                <c:pt idx="2054">
                  <c:v>6322.7404885806027</c:v>
                </c:pt>
                <c:pt idx="2055">
                  <c:v>6328.0924158022208</c:v>
                </c:pt>
                <c:pt idx="2056">
                  <c:v>6327.0729316975649</c:v>
                </c:pt>
                <c:pt idx="2057">
                  <c:v>6330.8271971394743</c:v>
                </c:pt>
                <c:pt idx="2058">
                  <c:v>6326.5504797588519</c:v>
                </c:pt>
                <c:pt idx="2059">
                  <c:v>6326.8039485552408</c:v>
                </c:pt>
                <c:pt idx="2060">
                  <c:v>6327.6954128676325</c:v>
                </c:pt>
                <c:pt idx="2061">
                  <c:v>6328.5635208525018</c:v>
                </c:pt>
                <c:pt idx="2062">
                  <c:v>6337.9434841992916</c:v>
                </c:pt>
                <c:pt idx="2063">
                  <c:v>6334.9262278899887</c:v>
                </c:pt>
                <c:pt idx="2064">
                  <c:v>6332.3171149480404</c:v>
                </c:pt>
                <c:pt idx="2065">
                  <c:v>6337.1694999039964</c:v>
                </c:pt>
                <c:pt idx="2066">
                  <c:v>6340.6265226075757</c:v>
                </c:pt>
                <c:pt idx="2067">
                  <c:v>6341.4638484161824</c:v>
                </c:pt>
                <c:pt idx="2068">
                  <c:v>6349.1101244023066</c:v>
                </c:pt>
                <c:pt idx="2069">
                  <c:v>6351.9905490377332</c:v>
                </c:pt>
                <c:pt idx="2070">
                  <c:v>6350.2266761842038</c:v>
                </c:pt>
                <c:pt idx="2071">
                  <c:v>6354.1116498837273</c:v>
                </c:pt>
                <c:pt idx="2072">
                  <c:v>6354.0833920667483</c:v>
                </c:pt>
                <c:pt idx="2073">
                  <c:v>6355.5531827409268</c:v>
                </c:pt>
                <c:pt idx="2074">
                  <c:v>6356.8431861896361</c:v>
                </c:pt>
                <c:pt idx="2075">
                  <c:v>6355.9912823825334</c:v>
                </c:pt>
                <c:pt idx="2076">
                  <c:v>6356.4360236504117</c:v>
                </c:pt>
                <c:pt idx="2077">
                  <c:v>6358.7408561418115</c:v>
                </c:pt>
                <c:pt idx="2078">
                  <c:v>6356.1286070201604</c:v>
                </c:pt>
                <c:pt idx="2079">
                  <c:v>6355.0700073217904</c:v>
                </c:pt>
                <c:pt idx="2080">
                  <c:v>6364.300857003288</c:v>
                </c:pt>
                <c:pt idx="2081">
                  <c:v>6363.5976602155606</c:v>
                </c:pt>
                <c:pt idx="2082">
                  <c:v>6364.6996926760958</c:v>
                </c:pt>
                <c:pt idx="2083">
                  <c:v>6366.7075299676062</c:v>
                </c:pt>
                <c:pt idx="2084">
                  <c:v>6368.8899519656861</c:v>
                </c:pt>
                <c:pt idx="2085">
                  <c:v>6371.011394130941</c:v>
                </c:pt>
                <c:pt idx="2086">
                  <c:v>6369.5374460003413</c:v>
                </c:pt>
                <c:pt idx="2087">
                  <c:v>6375.4547778831666</c:v>
                </c:pt>
                <c:pt idx="2088">
                  <c:v>6376.5274740688637</c:v>
                </c:pt>
                <c:pt idx="2089">
                  <c:v>6370.4704855022137</c:v>
                </c:pt>
                <c:pt idx="2090">
                  <c:v>6370.8379379567268</c:v>
                </c:pt>
                <c:pt idx="2091">
                  <c:v>6378.2449956914352</c:v>
                </c:pt>
                <c:pt idx="2092">
                  <c:v>6375.4945457647864</c:v>
                </c:pt>
                <c:pt idx="2093">
                  <c:v>6387.0946538673015</c:v>
                </c:pt>
                <c:pt idx="2094">
                  <c:v>6394.096743529296</c:v>
                </c:pt>
                <c:pt idx="2095">
                  <c:v>6388.8520552689051</c:v>
                </c:pt>
                <c:pt idx="2096">
                  <c:v>6388.2860770627849</c:v>
                </c:pt>
                <c:pt idx="2097">
                  <c:v>6389.7322972915263</c:v>
                </c:pt>
                <c:pt idx="2098">
                  <c:v>6392.6863212336575</c:v>
                </c:pt>
                <c:pt idx="2099">
                  <c:v>6394.3644760583074</c:v>
                </c:pt>
                <c:pt idx="2100">
                  <c:v>6391.2378266784726</c:v>
                </c:pt>
                <c:pt idx="2101">
                  <c:v>6390.876752691458</c:v>
                </c:pt>
                <c:pt idx="2102">
                  <c:v>6389.4908552393181</c:v>
                </c:pt>
                <c:pt idx="2103">
                  <c:v>6386.7401576964476</c:v>
                </c:pt>
                <c:pt idx="2104">
                  <c:v>6384.5799178550933</c:v>
                </c:pt>
                <c:pt idx="2105">
                  <c:v>6390.3645287138379</c:v>
                </c:pt>
                <c:pt idx="2106">
                  <c:v>6393.9650963206386</c:v>
                </c:pt>
                <c:pt idx="2107">
                  <c:v>6395.0276134529795</c:v>
                </c:pt>
                <c:pt idx="2108">
                  <c:v>6395.4564217261313</c:v>
                </c:pt>
                <c:pt idx="2109">
                  <c:v>6397.2242225930731</c:v>
                </c:pt>
                <c:pt idx="2110">
                  <c:v>6399.6257928869709</c:v>
                </c:pt>
                <c:pt idx="2111">
                  <c:v>6401.7931323557023</c:v>
                </c:pt>
                <c:pt idx="2112">
                  <c:v>6402.8657555251375</c:v>
                </c:pt>
                <c:pt idx="2113">
                  <c:v>6405.8643289039082</c:v>
                </c:pt>
                <c:pt idx="2114">
                  <c:v>6407.9511254968565</c:v>
                </c:pt>
                <c:pt idx="2115">
                  <c:v>6400.2223298918871</c:v>
                </c:pt>
                <c:pt idx="2116">
                  <c:v>6398.6345614254224</c:v>
                </c:pt>
                <c:pt idx="2117">
                  <c:v>6398.3711140654086</c:v>
                </c:pt>
                <c:pt idx="2118">
                  <c:v>6404.2125431932636</c:v>
                </c:pt>
                <c:pt idx="2119">
                  <c:v>6409.6946230680396</c:v>
                </c:pt>
                <c:pt idx="2120">
                  <c:v>6403.6088700894161</c:v>
                </c:pt>
                <c:pt idx="2121">
                  <c:v>6415.1956138133482</c:v>
                </c:pt>
                <c:pt idx="2122">
                  <c:v>6414.882155951942</c:v>
                </c:pt>
                <c:pt idx="2123">
                  <c:v>6419.4731611712969</c:v>
                </c:pt>
                <c:pt idx="2124">
                  <c:v>6419.3209449290016</c:v>
                </c:pt>
                <c:pt idx="2125">
                  <c:v>6424.4767980050428</c:v>
                </c:pt>
                <c:pt idx="2126">
                  <c:v>6427.3779112447128</c:v>
                </c:pt>
                <c:pt idx="2127">
                  <c:v>6422.2144901582906</c:v>
                </c:pt>
                <c:pt idx="2128">
                  <c:v>6429.9537151246832</c:v>
                </c:pt>
                <c:pt idx="2129">
                  <c:v>6430.9216836991445</c:v>
                </c:pt>
                <c:pt idx="2130">
                  <c:v>6426.1794943006507</c:v>
                </c:pt>
                <c:pt idx="2131">
                  <c:v>6426.3560060237633</c:v>
                </c:pt>
                <c:pt idx="2132">
                  <c:v>6432.6819744966306</c:v>
                </c:pt>
                <c:pt idx="2133">
                  <c:v>6434.406926693151</c:v>
                </c:pt>
                <c:pt idx="2134">
                  <c:v>6431.1219680949744</c:v>
                </c:pt>
                <c:pt idx="2135">
                  <c:v>6432.2147732870017</c:v>
                </c:pt>
                <c:pt idx="2136">
                  <c:v>6433.5779901461883</c:v>
                </c:pt>
                <c:pt idx="2137">
                  <c:v>6436.6326916295566</c:v>
                </c:pt>
                <c:pt idx="2138">
                  <c:v>6440.142749338007</c:v>
                </c:pt>
                <c:pt idx="2139">
                  <c:v>6438.1002630025778</c:v>
                </c:pt>
                <c:pt idx="2140">
                  <c:v>6438.9979785534797</c:v>
                </c:pt>
                <c:pt idx="2141">
                  <c:v>6440.5564237950603</c:v>
                </c:pt>
                <c:pt idx="2142">
                  <c:v>6441.653293420979</c:v>
                </c:pt>
                <c:pt idx="2143">
                  <c:v>6443.1477375264394</c:v>
                </c:pt>
                <c:pt idx="2144">
                  <c:v>6443.9879690368189</c:v>
                </c:pt>
                <c:pt idx="2145">
                  <c:v>6444.6758687594211</c:v>
                </c:pt>
                <c:pt idx="2146">
                  <c:v>6446.7066578145323</c:v>
                </c:pt>
                <c:pt idx="2147">
                  <c:v>6447.3344330394966</c:v>
                </c:pt>
                <c:pt idx="2148">
                  <c:v>6450.2981106753468</c:v>
                </c:pt>
                <c:pt idx="2149">
                  <c:v>6453.2335364069395</c:v>
                </c:pt>
                <c:pt idx="2150">
                  <c:v>6453.8945329096969</c:v>
                </c:pt>
                <c:pt idx="2151">
                  <c:v>6451.1046150065176</c:v>
                </c:pt>
                <c:pt idx="2152">
                  <c:v>6458.9775270338032</c:v>
                </c:pt>
                <c:pt idx="2153">
                  <c:v>6457.9231812728549</c:v>
                </c:pt>
                <c:pt idx="2154">
                  <c:v>6456.6444048580324</c:v>
                </c:pt>
                <c:pt idx="2155">
                  <c:v>6465.2851105876216</c:v>
                </c:pt>
                <c:pt idx="2156">
                  <c:v>6465.2621709542536</c:v>
                </c:pt>
                <c:pt idx="2157">
                  <c:v>6455.3891400649463</c:v>
                </c:pt>
                <c:pt idx="2158">
                  <c:v>6465.1797066546142</c:v>
                </c:pt>
                <c:pt idx="2159">
                  <c:v>6459.6628507737605</c:v>
                </c:pt>
                <c:pt idx="2160">
                  <c:v>6464.326083330976</c:v>
                </c:pt>
                <c:pt idx="2161">
                  <c:v>6471.6337571299891</c:v>
                </c:pt>
                <c:pt idx="2162">
                  <c:v>6469.0029499891407</c:v>
                </c:pt>
                <c:pt idx="2163">
                  <c:v>6470.9640220026959</c:v>
                </c:pt>
                <c:pt idx="2164">
                  <c:v>6473.1655749854945</c:v>
                </c:pt>
                <c:pt idx="2165">
                  <c:v>6479.7743918375318</c:v>
                </c:pt>
                <c:pt idx="2166">
                  <c:v>6483.30778274985</c:v>
                </c:pt>
                <c:pt idx="2167">
                  <c:v>6490.2344009912176</c:v>
                </c:pt>
                <c:pt idx="2168">
                  <c:v>6494.863792817715</c:v>
                </c:pt>
                <c:pt idx="2169">
                  <c:v>6489.2716767257825</c:v>
                </c:pt>
                <c:pt idx="2170">
                  <c:v>6491.1415139217033</c:v>
                </c:pt>
                <c:pt idx="2171">
                  <c:v>6491.9615073284003</c:v>
                </c:pt>
                <c:pt idx="2172">
                  <c:v>6493.7007831054052</c:v>
                </c:pt>
                <c:pt idx="2173">
                  <c:v>6493.9546739827811</c:v>
                </c:pt>
                <c:pt idx="2174">
                  <c:v>6492.8356238530341</c:v>
                </c:pt>
                <c:pt idx="2175">
                  <c:v>6490.2676116626299</c:v>
                </c:pt>
                <c:pt idx="2176">
                  <c:v>6493.4778212378451</c:v>
                </c:pt>
                <c:pt idx="2177">
                  <c:v>6491.0122673933038</c:v>
                </c:pt>
                <c:pt idx="2178">
                  <c:v>6490.5318181709308</c:v>
                </c:pt>
                <c:pt idx="2179">
                  <c:v>6499.0568981658544</c:v>
                </c:pt>
                <c:pt idx="2180">
                  <c:v>6501.5837495340174</c:v>
                </c:pt>
                <c:pt idx="2181">
                  <c:v>6503.5766465938923</c:v>
                </c:pt>
                <c:pt idx="2182">
                  <c:v>6501.1494591330493</c:v>
                </c:pt>
                <c:pt idx="2183">
                  <c:v>6503.7048241199409</c:v>
                </c:pt>
                <c:pt idx="2184">
                  <c:v>6489.8207246954898</c:v>
                </c:pt>
                <c:pt idx="2185">
                  <c:v>6492.6148790667994</c:v>
                </c:pt>
                <c:pt idx="2186">
                  <c:v>6492.0214322124739</c:v>
                </c:pt>
                <c:pt idx="2187">
                  <c:v>6494.8653423742253</c:v>
                </c:pt>
                <c:pt idx="2188">
                  <c:v>6511.8507617527157</c:v>
                </c:pt>
                <c:pt idx="2189">
                  <c:v>6504.1904732201156</c:v>
                </c:pt>
                <c:pt idx="2190">
                  <c:v>6507.8621123114217</c:v>
                </c:pt>
                <c:pt idx="2191">
                  <c:v>6512.3358869682825</c:v>
                </c:pt>
                <c:pt idx="2192">
                  <c:v>6512.9974507716006</c:v>
                </c:pt>
                <c:pt idx="2193">
                  <c:v>6503.3128206308675</c:v>
                </c:pt>
                <c:pt idx="2194">
                  <c:v>6516.7679080071202</c:v>
                </c:pt>
                <c:pt idx="2195">
                  <c:v>6508.0182209920276</c:v>
                </c:pt>
                <c:pt idx="2196">
                  <c:v>6514.645007304206</c:v>
                </c:pt>
                <c:pt idx="2197">
                  <c:v>6513.6204144912736</c:v>
                </c:pt>
                <c:pt idx="2198">
                  <c:v>6515.1096118909518</c:v>
                </c:pt>
                <c:pt idx="2199">
                  <c:v>6514.5988842317656</c:v>
                </c:pt>
                <c:pt idx="2200">
                  <c:v>6517.8278988578541</c:v>
                </c:pt>
                <c:pt idx="2201">
                  <c:v>6518.4641588889672</c:v>
                </c:pt>
                <c:pt idx="2202">
                  <c:v>6519.8892825221901</c:v>
                </c:pt>
                <c:pt idx="2203">
                  <c:v>6521.2092265629099</c:v>
                </c:pt>
                <c:pt idx="2204">
                  <c:v>6522.8954570998994</c:v>
                </c:pt>
                <c:pt idx="2205">
                  <c:v>6524.3706098508701</c:v>
                </c:pt>
                <c:pt idx="2206">
                  <c:v>6525.5549384547558</c:v>
                </c:pt>
                <c:pt idx="2207">
                  <c:v>6526.2994568140348</c:v>
                </c:pt>
                <c:pt idx="2208">
                  <c:v>6526.9208629208497</c:v>
                </c:pt>
                <c:pt idx="2209">
                  <c:v>6527.8329330090937</c:v>
                </c:pt>
                <c:pt idx="2210">
                  <c:v>6528.4699909316914</c:v>
                </c:pt>
                <c:pt idx="2211">
                  <c:v>6537.8665271763057</c:v>
                </c:pt>
                <c:pt idx="2212">
                  <c:v>6542.7503443086744</c:v>
                </c:pt>
                <c:pt idx="2213">
                  <c:v>6539.5718015350849</c:v>
                </c:pt>
                <c:pt idx="2214">
                  <c:v>6549.5074974165964</c:v>
                </c:pt>
                <c:pt idx="2215">
                  <c:v>6554.2331484326069</c:v>
                </c:pt>
                <c:pt idx="2216">
                  <c:v>6551.9913339187333</c:v>
                </c:pt>
                <c:pt idx="2217">
                  <c:v>6551.1841668838206</c:v>
                </c:pt>
                <c:pt idx="2218">
                  <c:v>6554.5609604212987</c:v>
                </c:pt>
                <c:pt idx="2219">
                  <c:v>6556.9986138374516</c:v>
                </c:pt>
                <c:pt idx="2220">
                  <c:v>6557.6388276199286</c:v>
                </c:pt>
                <c:pt idx="2221">
                  <c:v>6550.1243152647012</c:v>
                </c:pt>
                <c:pt idx="2222">
                  <c:v>6549.1027379689367</c:v>
                </c:pt>
                <c:pt idx="2223">
                  <c:v>6558.4034978362351</c:v>
                </c:pt>
                <c:pt idx="2224">
                  <c:v>6554.5875376714393</c:v>
                </c:pt>
                <c:pt idx="2225">
                  <c:v>6550.5651507142948</c:v>
                </c:pt>
                <c:pt idx="2226">
                  <c:v>6556.9877910728619</c:v>
                </c:pt>
                <c:pt idx="2227">
                  <c:v>6559.9930384413874</c:v>
                </c:pt>
                <c:pt idx="2228">
                  <c:v>6559.0233585834576</c:v>
                </c:pt>
                <c:pt idx="2229">
                  <c:v>6562.6499533176266</c:v>
                </c:pt>
                <c:pt idx="2230">
                  <c:v>6564.9238984804606</c:v>
                </c:pt>
                <c:pt idx="2231">
                  <c:v>6565.7825822101213</c:v>
                </c:pt>
                <c:pt idx="2232">
                  <c:v>6566.4688624290484</c:v>
                </c:pt>
                <c:pt idx="2233">
                  <c:v>6567.0165693198214</c:v>
                </c:pt>
                <c:pt idx="2234">
                  <c:v>6568.6292012837275</c:v>
                </c:pt>
                <c:pt idx="2235">
                  <c:v>6569.9726286784953</c:v>
                </c:pt>
                <c:pt idx="2236">
                  <c:v>6571.1452332394456</c:v>
                </c:pt>
                <c:pt idx="2237">
                  <c:v>6572.2223714997426</c:v>
                </c:pt>
                <c:pt idx="2238">
                  <c:v>6572.9602143976645</c:v>
                </c:pt>
                <c:pt idx="2239">
                  <c:v>6574.6164867677935</c:v>
                </c:pt>
                <c:pt idx="2240">
                  <c:v>6576.9849683120656</c:v>
                </c:pt>
                <c:pt idx="2241">
                  <c:v>6575.5161855920633</c:v>
                </c:pt>
                <c:pt idx="2242">
                  <c:v>6579.0288002621883</c:v>
                </c:pt>
                <c:pt idx="2243">
                  <c:v>6577.2223383127966</c:v>
                </c:pt>
                <c:pt idx="2244">
                  <c:v>6578.8907419543666</c:v>
                </c:pt>
                <c:pt idx="2245">
                  <c:v>6583.248626046804</c:v>
                </c:pt>
                <c:pt idx="2246">
                  <c:v>6586.7144878681229</c:v>
                </c:pt>
                <c:pt idx="2247">
                  <c:v>6587.3718655272642</c:v>
                </c:pt>
                <c:pt idx="2248">
                  <c:v>6591.4230460415056</c:v>
                </c:pt>
                <c:pt idx="2249">
                  <c:v>6592.1520901341937</c:v>
                </c:pt>
                <c:pt idx="2250">
                  <c:v>6592.8661256588812</c:v>
                </c:pt>
                <c:pt idx="2251">
                  <c:v>6592.696348786234</c:v>
                </c:pt>
                <c:pt idx="2252">
                  <c:v>6595.0831088132691</c:v>
                </c:pt>
                <c:pt idx="2253">
                  <c:v>6598.3291276332457</c:v>
                </c:pt>
                <c:pt idx="2254">
                  <c:v>6599.8037684775309</c:v>
                </c:pt>
                <c:pt idx="2255">
                  <c:v>6598.9159068575482</c:v>
                </c:pt>
              </c:numCache>
            </c:numRef>
          </c:xVal>
          <c:yVal>
            <c:numRef>
              <c:f>Presentation!$BO$164:$BO$2419</c:f>
              <c:numCache>
                <c:formatCode>General</c:formatCode>
                <c:ptCount val="2256"/>
                <c:pt idx="0">
                  <c:v>239.3154782881</c:v>
                </c:pt>
                <c:pt idx="1">
                  <c:v>244.04779654122299</c:v>
                </c:pt>
                <c:pt idx="2">
                  <c:v>245.54838778553199</c:v>
                </c:pt>
                <c:pt idx="3">
                  <c:v>250.67249657845201</c:v>
                </c:pt>
                <c:pt idx="4">
                  <c:v>254.008848080918</c:v>
                </c:pt>
                <c:pt idx="5">
                  <c:v>256.91773659056003</c:v>
                </c:pt>
                <c:pt idx="6">
                  <c:v>257.65248390605802</c:v>
                </c:pt>
                <c:pt idx="7">
                  <c:v>267.13579455295201</c:v>
                </c:pt>
                <c:pt idx="8">
                  <c:v>275.78122598675702</c:v>
                </c:pt>
                <c:pt idx="9">
                  <c:v>275.48807764689201</c:v>
                </c:pt>
                <c:pt idx="10">
                  <c:v>281.01782545464999</c:v>
                </c:pt>
                <c:pt idx="11">
                  <c:v>289.68851756586901</c:v>
                </c:pt>
                <c:pt idx="12">
                  <c:v>291.15963472157199</c:v>
                </c:pt>
                <c:pt idx="13">
                  <c:v>296.13120344588901</c:v>
                </c:pt>
                <c:pt idx="14">
                  <c:v>296.66393218791399</c:v>
                </c:pt>
                <c:pt idx="15">
                  <c:v>293.03211714316598</c:v>
                </c:pt>
                <c:pt idx="16">
                  <c:v>293.60314993412999</c:v>
                </c:pt>
                <c:pt idx="17">
                  <c:v>296.70336148813101</c:v>
                </c:pt>
                <c:pt idx="18">
                  <c:v>302.437318424458</c:v>
                </c:pt>
                <c:pt idx="19">
                  <c:v>304.885891197793</c:v>
                </c:pt>
                <c:pt idx="20">
                  <c:v>307.86689172557902</c:v>
                </c:pt>
                <c:pt idx="21">
                  <c:v>310.54438104062598</c:v>
                </c:pt>
                <c:pt idx="22">
                  <c:v>314.92607470850498</c:v>
                </c:pt>
                <c:pt idx="23">
                  <c:v>319.76707861290998</c:v>
                </c:pt>
                <c:pt idx="24">
                  <c:v>326.15664072769698</c:v>
                </c:pt>
                <c:pt idx="25">
                  <c:v>337.46828694249899</c:v>
                </c:pt>
                <c:pt idx="26">
                  <c:v>346.50341931198602</c:v>
                </c:pt>
                <c:pt idx="27">
                  <c:v>349.14932304882501</c:v>
                </c:pt>
                <c:pt idx="28">
                  <c:v>356.07303834168403</c:v>
                </c:pt>
                <c:pt idx="29">
                  <c:v>358.63413210506798</c:v>
                </c:pt>
                <c:pt idx="30">
                  <c:v>359.82403888082098</c:v>
                </c:pt>
                <c:pt idx="31">
                  <c:v>366.13792016788398</c:v>
                </c:pt>
                <c:pt idx="32">
                  <c:v>372.64968107143699</c:v>
                </c:pt>
                <c:pt idx="33">
                  <c:v>372.00412933970102</c:v>
                </c:pt>
                <c:pt idx="34">
                  <c:v>376.93541241078498</c:v>
                </c:pt>
                <c:pt idx="35">
                  <c:v>390.75682036947001</c:v>
                </c:pt>
                <c:pt idx="36">
                  <c:v>391.92951307169602</c:v>
                </c:pt>
                <c:pt idx="37">
                  <c:v>393.82072120147097</c:v>
                </c:pt>
                <c:pt idx="38">
                  <c:v>396.49945937239301</c:v>
                </c:pt>
                <c:pt idx="39">
                  <c:v>395.49193822945801</c:v>
                </c:pt>
                <c:pt idx="40">
                  <c:v>403.92852103404601</c:v>
                </c:pt>
                <c:pt idx="41">
                  <c:v>399.61268244325299</c:v>
                </c:pt>
                <c:pt idx="42">
                  <c:v>404.58856444708402</c:v>
                </c:pt>
                <c:pt idx="43">
                  <c:v>411.09516697370299</c:v>
                </c:pt>
                <c:pt idx="44">
                  <c:v>416.67584009038001</c:v>
                </c:pt>
                <c:pt idx="45">
                  <c:v>417.34929550493399</c:v>
                </c:pt>
                <c:pt idx="46">
                  <c:v>420.96653433225902</c:v>
                </c:pt>
                <c:pt idx="47">
                  <c:v>427.22963959163798</c:v>
                </c:pt>
                <c:pt idx="48">
                  <c:v>439.47300708749202</c:v>
                </c:pt>
                <c:pt idx="49">
                  <c:v>454.06261642911801</c:v>
                </c:pt>
                <c:pt idx="50">
                  <c:v>453.98781214470102</c:v>
                </c:pt>
                <c:pt idx="51">
                  <c:v>456.39902341675401</c:v>
                </c:pt>
                <c:pt idx="52">
                  <c:v>457.65763415609001</c:v>
                </c:pt>
                <c:pt idx="53">
                  <c:v>456.836841422031</c:v>
                </c:pt>
                <c:pt idx="54">
                  <c:v>454.27266370071402</c:v>
                </c:pt>
                <c:pt idx="55">
                  <c:v>454.28720510642</c:v>
                </c:pt>
                <c:pt idx="56">
                  <c:v>460.79599840177599</c:v>
                </c:pt>
                <c:pt idx="57">
                  <c:v>465.89716860445702</c:v>
                </c:pt>
                <c:pt idx="58">
                  <c:v>473.39646018488099</c:v>
                </c:pt>
                <c:pt idx="59">
                  <c:v>468.12234756654198</c:v>
                </c:pt>
                <c:pt idx="60">
                  <c:v>476.40251956420002</c:v>
                </c:pt>
                <c:pt idx="61">
                  <c:v>487.74766448659398</c:v>
                </c:pt>
                <c:pt idx="62">
                  <c:v>496.85181381563899</c:v>
                </c:pt>
                <c:pt idx="63">
                  <c:v>500.74321717699002</c:v>
                </c:pt>
                <c:pt idx="64">
                  <c:v>508.24086390804598</c:v>
                </c:pt>
                <c:pt idx="65">
                  <c:v>520.96501292418395</c:v>
                </c:pt>
                <c:pt idx="66">
                  <c:v>523.533865719902</c:v>
                </c:pt>
                <c:pt idx="67">
                  <c:v>527.82692746976102</c:v>
                </c:pt>
                <c:pt idx="68">
                  <c:v>529.05472049863897</c:v>
                </c:pt>
                <c:pt idx="69">
                  <c:v>531.18926569426696</c:v>
                </c:pt>
                <c:pt idx="70">
                  <c:v>532.03132823539397</c:v>
                </c:pt>
                <c:pt idx="71">
                  <c:v>537.08852880424195</c:v>
                </c:pt>
                <c:pt idx="72">
                  <c:v>543.78201595760095</c:v>
                </c:pt>
                <c:pt idx="73">
                  <c:v>544.80024674367496</c:v>
                </c:pt>
                <c:pt idx="74">
                  <c:v>552.61448575610495</c:v>
                </c:pt>
                <c:pt idx="75">
                  <c:v>563.31034140276404</c:v>
                </c:pt>
                <c:pt idx="76">
                  <c:v>567.79282165632901</c:v>
                </c:pt>
                <c:pt idx="77">
                  <c:v>563.600943399735</c:v>
                </c:pt>
                <c:pt idx="78">
                  <c:v>563.52668939239595</c:v>
                </c:pt>
                <c:pt idx="79">
                  <c:v>549.01607952693905</c:v>
                </c:pt>
                <c:pt idx="80">
                  <c:v>541.541991960426</c:v>
                </c:pt>
                <c:pt idx="81">
                  <c:v>547.12321882516301</c:v>
                </c:pt>
                <c:pt idx="82">
                  <c:v>547.13737904968798</c:v>
                </c:pt>
                <c:pt idx="83">
                  <c:v>553.75779676772504</c:v>
                </c:pt>
                <c:pt idx="84">
                  <c:v>551.80424613876596</c:v>
                </c:pt>
                <c:pt idx="85">
                  <c:v>545.59967777982797</c:v>
                </c:pt>
                <c:pt idx="86">
                  <c:v>540.20221795515602</c:v>
                </c:pt>
                <c:pt idx="87">
                  <c:v>546.52988697473904</c:v>
                </c:pt>
                <c:pt idx="88">
                  <c:v>553.20567617525001</c:v>
                </c:pt>
                <c:pt idx="89">
                  <c:v>574.02489808218797</c:v>
                </c:pt>
                <c:pt idx="90">
                  <c:v>588.48492624675202</c:v>
                </c:pt>
                <c:pt idx="91">
                  <c:v>591.31554199839104</c:v>
                </c:pt>
                <c:pt idx="92">
                  <c:v>591.31068738675299</c:v>
                </c:pt>
                <c:pt idx="93">
                  <c:v>594.61311282265694</c:v>
                </c:pt>
                <c:pt idx="94">
                  <c:v>598.40726970793003</c:v>
                </c:pt>
                <c:pt idx="95">
                  <c:v>609.68550147632095</c:v>
                </c:pt>
                <c:pt idx="96">
                  <c:v>629.55254005508903</c:v>
                </c:pt>
                <c:pt idx="97">
                  <c:v>642.52943294376905</c:v>
                </c:pt>
                <c:pt idx="98">
                  <c:v>651.77227152818</c:v>
                </c:pt>
                <c:pt idx="99">
                  <c:v>650.92716786353606</c:v>
                </c:pt>
                <c:pt idx="100">
                  <c:v>655.04931575131695</c:v>
                </c:pt>
                <c:pt idx="101">
                  <c:v>672.78235522029399</c:v>
                </c:pt>
                <c:pt idx="102">
                  <c:v>671.48034571184996</c:v>
                </c:pt>
                <c:pt idx="103">
                  <c:v>664.84211825870204</c:v>
                </c:pt>
                <c:pt idx="104">
                  <c:v>668.99446623395397</c:v>
                </c:pt>
                <c:pt idx="105">
                  <c:v>667.01128284254105</c:v>
                </c:pt>
                <c:pt idx="106">
                  <c:v>660.42694047915802</c:v>
                </c:pt>
                <c:pt idx="107">
                  <c:v>653.08841775543794</c:v>
                </c:pt>
                <c:pt idx="108">
                  <c:v>662.81947832491801</c:v>
                </c:pt>
                <c:pt idx="109">
                  <c:v>672.66131491775002</c:v>
                </c:pt>
                <c:pt idx="110">
                  <c:v>669.50741553955504</c:v>
                </c:pt>
                <c:pt idx="111">
                  <c:v>667.99729530016498</c:v>
                </c:pt>
                <c:pt idx="112">
                  <c:v>689.911253117716</c:v>
                </c:pt>
                <c:pt idx="113">
                  <c:v>699.13887021082803</c:v>
                </c:pt>
                <c:pt idx="114">
                  <c:v>691.488626029069</c:v>
                </c:pt>
                <c:pt idx="115">
                  <c:v>689.81634362281204</c:v>
                </c:pt>
                <c:pt idx="116">
                  <c:v>681.06114711182204</c:v>
                </c:pt>
                <c:pt idx="117">
                  <c:v>687.07610317968704</c:v>
                </c:pt>
                <c:pt idx="118">
                  <c:v>690.65397846210601</c:v>
                </c:pt>
                <c:pt idx="119">
                  <c:v>693.536607580328</c:v>
                </c:pt>
                <c:pt idx="120">
                  <c:v>702.01078864262399</c:v>
                </c:pt>
                <c:pt idx="121">
                  <c:v>704.323670298602</c:v>
                </c:pt>
                <c:pt idx="122">
                  <c:v>706.67367125465705</c:v>
                </c:pt>
                <c:pt idx="123">
                  <c:v>716.10015279741197</c:v>
                </c:pt>
                <c:pt idx="124">
                  <c:v>734.37298045797297</c:v>
                </c:pt>
                <c:pt idx="125">
                  <c:v>744.31619357467503</c:v>
                </c:pt>
                <c:pt idx="126">
                  <c:v>759.14105039779395</c:v>
                </c:pt>
                <c:pt idx="127">
                  <c:v>769.07466796257597</c:v>
                </c:pt>
                <c:pt idx="128">
                  <c:v>762.53802372779398</c:v>
                </c:pt>
                <c:pt idx="129">
                  <c:v>757.159720097991</c:v>
                </c:pt>
                <c:pt idx="130">
                  <c:v>756.82283181777302</c:v>
                </c:pt>
                <c:pt idx="131">
                  <c:v>754.44949407244997</c:v>
                </c:pt>
                <c:pt idx="132">
                  <c:v>760.39974876167696</c:v>
                </c:pt>
                <c:pt idx="133">
                  <c:v>767.20164583538701</c:v>
                </c:pt>
                <c:pt idx="134">
                  <c:v>768.25858424097703</c:v>
                </c:pt>
                <c:pt idx="135">
                  <c:v>772.87298752025799</c:v>
                </c:pt>
                <c:pt idx="136">
                  <c:v>776.38405371525005</c:v>
                </c:pt>
                <c:pt idx="137">
                  <c:v>779.87256191175697</c:v>
                </c:pt>
                <c:pt idx="138">
                  <c:v>794.16619198685703</c:v>
                </c:pt>
                <c:pt idx="139">
                  <c:v>807.45688132134705</c:v>
                </c:pt>
                <c:pt idx="140">
                  <c:v>805.37468852760298</c:v>
                </c:pt>
                <c:pt idx="141">
                  <c:v>806.75866136709897</c:v>
                </c:pt>
                <c:pt idx="142">
                  <c:v>804.93000255284596</c:v>
                </c:pt>
                <c:pt idx="143">
                  <c:v>805.63756458570197</c:v>
                </c:pt>
                <c:pt idx="144">
                  <c:v>816.86608531850902</c:v>
                </c:pt>
                <c:pt idx="145">
                  <c:v>823.38846087515503</c:v>
                </c:pt>
                <c:pt idx="146">
                  <c:v>820.19165535124296</c:v>
                </c:pt>
                <c:pt idx="147">
                  <c:v>816.81560081431303</c:v>
                </c:pt>
                <c:pt idx="148">
                  <c:v>820.58224840424805</c:v>
                </c:pt>
                <c:pt idx="149">
                  <c:v>822.87838730937995</c:v>
                </c:pt>
                <c:pt idx="150">
                  <c:v>828.31827251202401</c:v>
                </c:pt>
                <c:pt idx="151">
                  <c:v>832.51110130443999</c:v>
                </c:pt>
                <c:pt idx="152">
                  <c:v>841.53202393601396</c:v>
                </c:pt>
                <c:pt idx="153">
                  <c:v>851.339944743253</c:v>
                </c:pt>
                <c:pt idx="154">
                  <c:v>855.60775789238699</c:v>
                </c:pt>
                <c:pt idx="155">
                  <c:v>859.44579479037202</c:v>
                </c:pt>
                <c:pt idx="156">
                  <c:v>866.27379107491299</c:v>
                </c:pt>
                <c:pt idx="157">
                  <c:v>875.701559058312</c:v>
                </c:pt>
                <c:pt idx="158">
                  <c:v>878.52158069521295</c:v>
                </c:pt>
                <c:pt idx="159">
                  <c:v>880.86954239241902</c:v>
                </c:pt>
                <c:pt idx="160">
                  <c:v>890.07381407532603</c:v>
                </c:pt>
                <c:pt idx="161">
                  <c:v>891.126999833024</c:v>
                </c:pt>
                <c:pt idx="162">
                  <c:v>892.36995918760101</c:v>
                </c:pt>
                <c:pt idx="163">
                  <c:v>893.04378032394004</c:v>
                </c:pt>
                <c:pt idx="164">
                  <c:v>898.83488860427303</c:v>
                </c:pt>
                <c:pt idx="165">
                  <c:v>898.21939908918205</c:v>
                </c:pt>
                <c:pt idx="166">
                  <c:v>902.09497768159497</c:v>
                </c:pt>
                <c:pt idx="167">
                  <c:v>912.40018344579698</c:v>
                </c:pt>
                <c:pt idx="168">
                  <c:v>910.829780234174</c:v>
                </c:pt>
                <c:pt idx="169">
                  <c:v>919.36972933071797</c:v>
                </c:pt>
                <c:pt idx="170">
                  <c:v>905.17267536862801</c:v>
                </c:pt>
                <c:pt idx="171">
                  <c:v>890.08383352494695</c:v>
                </c:pt>
                <c:pt idx="172">
                  <c:v>892.66607628950305</c:v>
                </c:pt>
                <c:pt idx="173">
                  <c:v>901.41097115526998</c:v>
                </c:pt>
                <c:pt idx="174">
                  <c:v>910.74277152741001</c:v>
                </c:pt>
                <c:pt idx="175">
                  <c:v>898.20661026005405</c:v>
                </c:pt>
                <c:pt idx="176">
                  <c:v>902.10479378434297</c:v>
                </c:pt>
                <c:pt idx="177">
                  <c:v>902.49948718451105</c:v>
                </c:pt>
                <c:pt idx="178">
                  <c:v>911.91565108883799</c:v>
                </c:pt>
                <c:pt idx="179">
                  <c:v>914.42471490117703</c:v>
                </c:pt>
                <c:pt idx="180">
                  <c:v>944.95591664870403</c:v>
                </c:pt>
                <c:pt idx="181">
                  <c:v>959.97008631419999</c:v>
                </c:pt>
                <c:pt idx="182">
                  <c:v>955.60719184635104</c:v>
                </c:pt>
                <c:pt idx="183">
                  <c:v>958.91977846542602</c:v>
                </c:pt>
                <c:pt idx="184">
                  <c:v>951.68942483131502</c:v>
                </c:pt>
                <c:pt idx="185">
                  <c:v>958.71090834097402</c:v>
                </c:pt>
                <c:pt idx="186">
                  <c:v>954.88795341704395</c:v>
                </c:pt>
                <c:pt idx="187">
                  <c:v>955.06071816957899</c:v>
                </c:pt>
                <c:pt idx="188">
                  <c:v>956.26084148368102</c:v>
                </c:pt>
                <c:pt idx="189">
                  <c:v>957.20266278306599</c:v>
                </c:pt>
                <c:pt idx="190">
                  <c:v>955.39838594372998</c:v>
                </c:pt>
                <c:pt idx="191">
                  <c:v>962.31970538085204</c:v>
                </c:pt>
                <c:pt idx="192">
                  <c:v>975.84190692128197</c:v>
                </c:pt>
                <c:pt idx="193">
                  <c:v>974.31579348128298</c:v>
                </c:pt>
                <c:pt idx="194">
                  <c:v>978.85825102256297</c:v>
                </c:pt>
                <c:pt idx="195">
                  <c:v>983.55077222407101</c:v>
                </c:pt>
                <c:pt idx="196">
                  <c:v>989.43444790210901</c:v>
                </c:pt>
                <c:pt idx="197">
                  <c:v>1004.8546068327</c:v>
                </c:pt>
                <c:pt idx="198">
                  <c:v>1013.82474555549</c:v>
                </c:pt>
                <c:pt idx="199">
                  <c:v>1020.30154785614</c:v>
                </c:pt>
                <c:pt idx="200">
                  <c:v>1020.7941780846</c:v>
                </c:pt>
                <c:pt idx="201">
                  <c:v>1023.41537878437</c:v>
                </c:pt>
                <c:pt idx="202">
                  <c:v>1021.58828107913</c:v>
                </c:pt>
                <c:pt idx="203">
                  <c:v>1019.59218566265</c:v>
                </c:pt>
                <c:pt idx="204">
                  <c:v>1030.8391055337599</c:v>
                </c:pt>
                <c:pt idx="205">
                  <c:v>1042.57338407725</c:v>
                </c:pt>
                <c:pt idx="206">
                  <c:v>1044.0905041200399</c:v>
                </c:pt>
                <c:pt idx="207">
                  <c:v>1039.5936050836499</c:v>
                </c:pt>
                <c:pt idx="208">
                  <c:v>1045.01526391568</c:v>
                </c:pt>
                <c:pt idx="209">
                  <c:v>1051.3519526853599</c:v>
                </c:pt>
                <c:pt idx="210">
                  <c:v>1050.90245960774</c:v>
                </c:pt>
                <c:pt idx="211">
                  <c:v>1042.4876146025999</c:v>
                </c:pt>
                <c:pt idx="212">
                  <c:v>1034.3911668293599</c:v>
                </c:pt>
                <c:pt idx="213">
                  <c:v>1034.87621195673</c:v>
                </c:pt>
                <c:pt idx="214">
                  <c:v>1034.51656058808</c:v>
                </c:pt>
                <c:pt idx="215">
                  <c:v>1040.07797983305</c:v>
                </c:pt>
                <c:pt idx="216">
                  <c:v>1042.2883271797</c:v>
                </c:pt>
                <c:pt idx="217">
                  <c:v>1040.9121452253401</c:v>
                </c:pt>
                <c:pt idx="218">
                  <c:v>1038.5467657251099</c:v>
                </c:pt>
                <c:pt idx="219">
                  <c:v>1032.29106932224</c:v>
                </c:pt>
                <c:pt idx="220">
                  <c:v>1027.3913483604099</c:v>
                </c:pt>
                <c:pt idx="221">
                  <c:v>1030.7395875443001</c:v>
                </c:pt>
                <c:pt idx="222">
                  <c:v>1036.8006963508899</c:v>
                </c:pt>
                <c:pt idx="223">
                  <c:v>1041.4370193169</c:v>
                </c:pt>
                <c:pt idx="224">
                  <c:v>1034.9680477811501</c:v>
                </c:pt>
                <c:pt idx="225">
                  <c:v>1033.86115250992</c:v>
                </c:pt>
                <c:pt idx="226">
                  <c:v>1039.0963517477301</c:v>
                </c:pt>
                <c:pt idx="227">
                  <c:v>1040.9834621862401</c:v>
                </c:pt>
                <c:pt idx="228">
                  <c:v>1042.0625798803601</c:v>
                </c:pt>
                <c:pt idx="229">
                  <c:v>1046.6375442710701</c:v>
                </c:pt>
                <c:pt idx="230">
                  <c:v>1066.8235881226301</c:v>
                </c:pt>
                <c:pt idx="231">
                  <c:v>1092.37818005299</c:v>
                </c:pt>
                <c:pt idx="232">
                  <c:v>1107.1316770231001</c:v>
                </c:pt>
                <c:pt idx="233">
                  <c:v>1109.22013354764</c:v>
                </c:pt>
                <c:pt idx="234">
                  <c:v>1112.71487677652</c:v>
                </c:pt>
                <c:pt idx="235">
                  <c:v>1121.8664736713399</c:v>
                </c:pt>
                <c:pt idx="236">
                  <c:v>1115.8343262901701</c:v>
                </c:pt>
                <c:pt idx="237">
                  <c:v>1120.0265694777499</c:v>
                </c:pt>
                <c:pt idx="238">
                  <c:v>1137.7501228932799</c:v>
                </c:pt>
                <c:pt idx="239">
                  <c:v>1139.8124016203999</c:v>
                </c:pt>
                <c:pt idx="240">
                  <c:v>1126.72661622594</c:v>
                </c:pt>
                <c:pt idx="241">
                  <c:v>1114.2762370217699</c:v>
                </c:pt>
                <c:pt idx="242">
                  <c:v>1121.57863790897</c:v>
                </c:pt>
                <c:pt idx="243">
                  <c:v>1132.16025804622</c:v>
                </c:pt>
                <c:pt idx="244">
                  <c:v>1128.4580668598901</c:v>
                </c:pt>
                <c:pt idx="245">
                  <c:v>1130.50880805827</c:v>
                </c:pt>
                <c:pt idx="246">
                  <c:v>1129.8935495968001</c:v>
                </c:pt>
                <c:pt idx="247">
                  <c:v>1133.2230858991099</c:v>
                </c:pt>
                <c:pt idx="248">
                  <c:v>1130.3295907019401</c:v>
                </c:pt>
                <c:pt idx="249">
                  <c:v>1135.5305230117201</c:v>
                </c:pt>
                <c:pt idx="250">
                  <c:v>1150.01024706217</c:v>
                </c:pt>
                <c:pt idx="251">
                  <c:v>1160.1120759073599</c:v>
                </c:pt>
                <c:pt idx="252">
                  <c:v>1157.5754412393801</c:v>
                </c:pt>
                <c:pt idx="253">
                  <c:v>1163.1599048794801</c:v>
                </c:pt>
                <c:pt idx="254">
                  <c:v>1176.98900357506</c:v>
                </c:pt>
                <c:pt idx="255">
                  <c:v>1175.5863196171099</c:v>
                </c:pt>
                <c:pt idx="256">
                  <c:v>1178.0741070397301</c:v>
                </c:pt>
                <c:pt idx="257">
                  <c:v>1183.4111821249801</c:v>
                </c:pt>
                <c:pt idx="258">
                  <c:v>1184.4849697201</c:v>
                </c:pt>
                <c:pt idx="259">
                  <c:v>1185.3788080986401</c:v>
                </c:pt>
                <c:pt idx="260">
                  <c:v>1185.8053319691201</c:v>
                </c:pt>
                <c:pt idx="261">
                  <c:v>1208.6294044582601</c:v>
                </c:pt>
                <c:pt idx="262">
                  <c:v>1212.8330465182901</c:v>
                </c:pt>
                <c:pt idx="263">
                  <c:v>1207.69078617528</c:v>
                </c:pt>
                <c:pt idx="264">
                  <c:v>1216.00792240945</c:v>
                </c:pt>
                <c:pt idx="265">
                  <c:v>1223.42907746535</c:v>
                </c:pt>
                <c:pt idx="266">
                  <c:v>1227.55324718772</c:v>
                </c:pt>
                <c:pt idx="267">
                  <c:v>1231.8035414042499</c:v>
                </c:pt>
                <c:pt idx="268">
                  <c:v>1231.3096704315201</c:v>
                </c:pt>
                <c:pt idx="269">
                  <c:v>1234.75212768286</c:v>
                </c:pt>
                <c:pt idx="270">
                  <c:v>1245.2738832514899</c:v>
                </c:pt>
                <c:pt idx="271">
                  <c:v>1235.9590052450401</c:v>
                </c:pt>
                <c:pt idx="272">
                  <c:v>1240.81271383946</c:v>
                </c:pt>
                <c:pt idx="273">
                  <c:v>1252.8945847930599</c:v>
                </c:pt>
                <c:pt idx="274">
                  <c:v>1255.9070864297801</c:v>
                </c:pt>
                <c:pt idx="275">
                  <c:v>1256.97164403183</c:v>
                </c:pt>
                <c:pt idx="276">
                  <c:v>1251.3115968306099</c:v>
                </c:pt>
                <c:pt idx="277">
                  <c:v>1228.1945269866401</c:v>
                </c:pt>
                <c:pt idx="278">
                  <c:v>1230.8962904187699</c:v>
                </c:pt>
                <c:pt idx="279">
                  <c:v>1230.8724801134699</c:v>
                </c:pt>
                <c:pt idx="280">
                  <c:v>1223.40633864238</c:v>
                </c:pt>
                <c:pt idx="281">
                  <c:v>1239.81808543071</c:v>
                </c:pt>
                <c:pt idx="282">
                  <c:v>1234.6930492717099</c:v>
                </c:pt>
                <c:pt idx="283">
                  <c:v>1242.1512073205699</c:v>
                </c:pt>
                <c:pt idx="284">
                  <c:v>1226.6576650679999</c:v>
                </c:pt>
                <c:pt idx="285">
                  <c:v>1226.16395219837</c:v>
                </c:pt>
                <c:pt idx="286">
                  <c:v>1226.3409227043901</c:v>
                </c:pt>
                <c:pt idx="287">
                  <c:v>1258.9811456509201</c:v>
                </c:pt>
                <c:pt idx="288">
                  <c:v>1267.71175876384</c:v>
                </c:pt>
                <c:pt idx="289">
                  <c:v>1269.8538297623099</c:v>
                </c:pt>
                <c:pt idx="290">
                  <c:v>1284.21514854262</c:v>
                </c:pt>
                <c:pt idx="291">
                  <c:v>1278.0487839838599</c:v>
                </c:pt>
                <c:pt idx="292">
                  <c:v>1255.3804479862599</c:v>
                </c:pt>
                <c:pt idx="293">
                  <c:v>1249.2002546815499</c:v>
                </c:pt>
                <c:pt idx="294">
                  <c:v>1264.4597848554299</c:v>
                </c:pt>
                <c:pt idx="295">
                  <c:v>1267.3265056264499</c:v>
                </c:pt>
                <c:pt idx="296">
                  <c:v>1278.5702828552301</c:v>
                </c:pt>
                <c:pt idx="297">
                  <c:v>1256.18578482609</c:v>
                </c:pt>
                <c:pt idx="298">
                  <c:v>1262.57698027419</c:v>
                </c:pt>
                <c:pt idx="299">
                  <c:v>1271.2864993563901</c:v>
                </c:pt>
                <c:pt idx="300">
                  <c:v>1270.5235501685299</c:v>
                </c:pt>
                <c:pt idx="301">
                  <c:v>1276.61351149444</c:v>
                </c:pt>
                <c:pt idx="302">
                  <c:v>1299.9259576838999</c:v>
                </c:pt>
                <c:pt idx="303">
                  <c:v>1311.11057467713</c:v>
                </c:pt>
                <c:pt idx="304">
                  <c:v>1305.3701369595601</c:v>
                </c:pt>
                <c:pt idx="305">
                  <c:v>1327.75287368864</c:v>
                </c:pt>
                <c:pt idx="306">
                  <c:v>1322.7048369506499</c:v>
                </c:pt>
                <c:pt idx="307">
                  <c:v>1330.7895573271101</c:v>
                </c:pt>
                <c:pt idx="308">
                  <c:v>1340.63350479928</c:v>
                </c:pt>
                <c:pt idx="309">
                  <c:v>1349.7254414439999</c:v>
                </c:pt>
                <c:pt idx="310">
                  <c:v>1356.9875192224499</c:v>
                </c:pt>
                <c:pt idx="311">
                  <c:v>1354.9501966170001</c:v>
                </c:pt>
                <c:pt idx="312">
                  <c:v>1362.5762740033699</c:v>
                </c:pt>
                <c:pt idx="313">
                  <c:v>1367.11632071453</c:v>
                </c:pt>
                <c:pt idx="314">
                  <c:v>1368.84786792464</c:v>
                </c:pt>
                <c:pt idx="315">
                  <c:v>1369.8349750262901</c:v>
                </c:pt>
                <c:pt idx="316">
                  <c:v>1369.2101569648901</c:v>
                </c:pt>
                <c:pt idx="317">
                  <c:v>1371.4374607644299</c:v>
                </c:pt>
                <c:pt idx="318">
                  <c:v>1374.5051360715499</c:v>
                </c:pt>
                <c:pt idx="319">
                  <c:v>1380.35389422856</c:v>
                </c:pt>
                <c:pt idx="320">
                  <c:v>1383.3074873063299</c:v>
                </c:pt>
                <c:pt idx="321">
                  <c:v>1378.0596060538601</c:v>
                </c:pt>
                <c:pt idx="322">
                  <c:v>1373.23002956717</c:v>
                </c:pt>
                <c:pt idx="323">
                  <c:v>1382.68248994291</c:v>
                </c:pt>
                <c:pt idx="324">
                  <c:v>1387.0531403064699</c:v>
                </c:pt>
                <c:pt idx="325">
                  <c:v>1389.9165625185301</c:v>
                </c:pt>
                <c:pt idx="326">
                  <c:v>1401.912330034</c:v>
                </c:pt>
                <c:pt idx="327">
                  <c:v>1410.9031400507699</c:v>
                </c:pt>
                <c:pt idx="328">
                  <c:v>1415.3816139896301</c:v>
                </c:pt>
                <c:pt idx="329">
                  <c:v>1411.53095436904</c:v>
                </c:pt>
                <c:pt idx="330">
                  <c:v>1414.30567791514</c:v>
                </c:pt>
                <c:pt idx="331">
                  <c:v>1417.8053713054601</c:v>
                </c:pt>
                <c:pt idx="332">
                  <c:v>1430.59609755219</c:v>
                </c:pt>
                <c:pt idx="333">
                  <c:v>1437.8153820462801</c:v>
                </c:pt>
                <c:pt idx="334">
                  <c:v>1434.48504986795</c:v>
                </c:pt>
                <c:pt idx="335">
                  <c:v>1440.24640239466</c:v>
                </c:pt>
                <c:pt idx="336">
                  <c:v>1420.79801552769</c:v>
                </c:pt>
                <c:pt idx="337">
                  <c:v>1408.36182074966</c:v>
                </c:pt>
                <c:pt idx="338">
                  <c:v>1405.5049440786499</c:v>
                </c:pt>
                <c:pt idx="339">
                  <c:v>1416.86409224047</c:v>
                </c:pt>
                <c:pt idx="340">
                  <c:v>1428.3133762380801</c:v>
                </c:pt>
                <c:pt idx="341">
                  <c:v>1429.94973810431</c:v>
                </c:pt>
                <c:pt idx="342">
                  <c:v>1414.64133326724</c:v>
                </c:pt>
                <c:pt idx="343">
                  <c:v>1410.3647303335999</c:v>
                </c:pt>
                <c:pt idx="344">
                  <c:v>1422.6800577986401</c:v>
                </c:pt>
                <c:pt idx="345">
                  <c:v>1414.0199470295099</c:v>
                </c:pt>
                <c:pt idx="346">
                  <c:v>1419.4750732733801</c:v>
                </c:pt>
                <c:pt idx="347">
                  <c:v>1422.6980833546399</c:v>
                </c:pt>
                <c:pt idx="348">
                  <c:v>1430.6081905604999</c:v>
                </c:pt>
                <c:pt idx="349">
                  <c:v>1430.8597185629201</c:v>
                </c:pt>
                <c:pt idx="350">
                  <c:v>1431.5406547715199</c:v>
                </c:pt>
                <c:pt idx="351">
                  <c:v>1427.0702475390301</c:v>
                </c:pt>
                <c:pt idx="352">
                  <c:v>1438.0220842455899</c:v>
                </c:pt>
                <c:pt idx="353">
                  <c:v>1443.9801740041601</c:v>
                </c:pt>
                <c:pt idx="354">
                  <c:v>1437.5288528915901</c:v>
                </c:pt>
                <c:pt idx="355">
                  <c:v>1447.4979497244501</c:v>
                </c:pt>
                <c:pt idx="356">
                  <c:v>1463.04276383959</c:v>
                </c:pt>
                <c:pt idx="357">
                  <c:v>1464.3758516231001</c:v>
                </c:pt>
                <c:pt idx="358">
                  <c:v>1468.90568731235</c:v>
                </c:pt>
                <c:pt idx="359">
                  <c:v>1463.14393728101</c:v>
                </c:pt>
                <c:pt idx="360">
                  <c:v>1447.59085577003</c:v>
                </c:pt>
                <c:pt idx="361">
                  <c:v>1448.8504557271301</c:v>
                </c:pt>
                <c:pt idx="362">
                  <c:v>1449.0707186260299</c:v>
                </c:pt>
                <c:pt idx="363">
                  <c:v>1464.27855339704</c:v>
                </c:pt>
                <c:pt idx="364">
                  <c:v>1460.9039949939799</c:v>
                </c:pt>
                <c:pt idx="365">
                  <c:v>1454.7074408339799</c:v>
                </c:pt>
                <c:pt idx="366">
                  <c:v>1453.46864048624</c:v>
                </c:pt>
                <c:pt idx="367">
                  <c:v>1460.6614945218901</c:v>
                </c:pt>
                <c:pt idx="368">
                  <c:v>1467.0715104467299</c:v>
                </c:pt>
                <c:pt idx="369">
                  <c:v>1478.0747464067499</c:v>
                </c:pt>
                <c:pt idx="370">
                  <c:v>1504.06032347324</c:v>
                </c:pt>
                <c:pt idx="371">
                  <c:v>1516.94491173707</c:v>
                </c:pt>
                <c:pt idx="372">
                  <c:v>1521.00569089486</c:v>
                </c:pt>
                <c:pt idx="373">
                  <c:v>1518.9033680054199</c:v>
                </c:pt>
                <c:pt idx="374">
                  <c:v>1531.4056312717</c:v>
                </c:pt>
                <c:pt idx="375">
                  <c:v>1542.1844004192999</c:v>
                </c:pt>
                <c:pt idx="376">
                  <c:v>1547.3451189387599</c:v>
                </c:pt>
                <c:pt idx="377">
                  <c:v>1541.49873765341</c:v>
                </c:pt>
                <c:pt idx="378">
                  <c:v>1553.14267812149</c:v>
                </c:pt>
                <c:pt idx="379">
                  <c:v>1559.98145915494</c:v>
                </c:pt>
                <c:pt idx="380">
                  <c:v>1555.08176127508</c:v>
                </c:pt>
                <c:pt idx="381">
                  <c:v>1559.5840056351001</c:v>
                </c:pt>
                <c:pt idx="382">
                  <c:v>1560.8498080255399</c:v>
                </c:pt>
                <c:pt idx="383">
                  <c:v>1564.0894210485201</c:v>
                </c:pt>
                <c:pt idx="384">
                  <c:v>1568.7356040934101</c:v>
                </c:pt>
                <c:pt idx="385">
                  <c:v>1574.0869526439899</c:v>
                </c:pt>
                <c:pt idx="386">
                  <c:v>1577.3165823926699</c:v>
                </c:pt>
                <c:pt idx="387">
                  <c:v>1578.8201335720801</c:v>
                </c:pt>
                <c:pt idx="388">
                  <c:v>1583.66538891502</c:v>
                </c:pt>
                <c:pt idx="389">
                  <c:v>1585.2675990252601</c:v>
                </c:pt>
                <c:pt idx="390">
                  <c:v>1594.54690906931</c:v>
                </c:pt>
                <c:pt idx="391">
                  <c:v>1599.34883292165</c:v>
                </c:pt>
                <c:pt idx="392">
                  <c:v>1595.68840629325</c:v>
                </c:pt>
                <c:pt idx="393">
                  <c:v>1606.9844691117401</c:v>
                </c:pt>
                <c:pt idx="394">
                  <c:v>1611.2152648369799</c:v>
                </c:pt>
                <c:pt idx="395">
                  <c:v>1592.54101263046</c:v>
                </c:pt>
                <c:pt idx="396">
                  <c:v>1604.5293465662101</c:v>
                </c:pt>
                <c:pt idx="397">
                  <c:v>1632.95517498033</c:v>
                </c:pt>
                <c:pt idx="398">
                  <c:v>1624.37278911045</c:v>
                </c:pt>
                <c:pt idx="399">
                  <c:v>1600.3998807031101</c:v>
                </c:pt>
                <c:pt idx="400">
                  <c:v>1590.7638189213701</c:v>
                </c:pt>
                <c:pt idx="401">
                  <c:v>1611.1147687692301</c:v>
                </c:pt>
                <c:pt idx="402">
                  <c:v>1609.7646119378401</c:v>
                </c:pt>
                <c:pt idx="403">
                  <c:v>1604.8466567897201</c:v>
                </c:pt>
                <c:pt idx="404">
                  <c:v>1611.42404034884</c:v>
                </c:pt>
                <c:pt idx="405">
                  <c:v>1629.6801192282801</c:v>
                </c:pt>
                <c:pt idx="406">
                  <c:v>1634.5223963868</c:v>
                </c:pt>
                <c:pt idx="407">
                  <c:v>1616.7596846276001</c:v>
                </c:pt>
                <c:pt idx="408">
                  <c:v>1597.6492144076101</c:v>
                </c:pt>
                <c:pt idx="409">
                  <c:v>1597.9348186965101</c:v>
                </c:pt>
                <c:pt idx="410">
                  <c:v>1604.8758702651201</c:v>
                </c:pt>
                <c:pt idx="411">
                  <c:v>1586.57233685391</c:v>
                </c:pt>
                <c:pt idx="412">
                  <c:v>1581.1022463665199</c:v>
                </c:pt>
                <c:pt idx="413">
                  <c:v>1583.0258518163</c:v>
                </c:pt>
                <c:pt idx="414">
                  <c:v>1584.19544869724</c:v>
                </c:pt>
                <c:pt idx="415">
                  <c:v>1577.18199984483</c:v>
                </c:pt>
                <c:pt idx="416">
                  <c:v>1568.49756672786</c:v>
                </c:pt>
                <c:pt idx="417">
                  <c:v>1579.02101069729</c:v>
                </c:pt>
                <c:pt idx="418">
                  <c:v>1604.9998226083401</c:v>
                </c:pt>
                <c:pt idx="419">
                  <c:v>1624.14846222196</c:v>
                </c:pt>
                <c:pt idx="420">
                  <c:v>1631.5263397185799</c:v>
                </c:pt>
                <c:pt idx="421">
                  <c:v>1651.75728132325</c:v>
                </c:pt>
                <c:pt idx="422">
                  <c:v>1652.8411746777699</c:v>
                </c:pt>
                <c:pt idx="423">
                  <c:v>1639.1059799902901</c:v>
                </c:pt>
                <c:pt idx="424">
                  <c:v>1631.94130444289</c:v>
                </c:pt>
                <c:pt idx="425">
                  <c:v>1627.8571842654601</c:v>
                </c:pt>
                <c:pt idx="426">
                  <c:v>1623.69044508918</c:v>
                </c:pt>
                <c:pt idx="427">
                  <c:v>1617.14674008832</c:v>
                </c:pt>
                <c:pt idx="428">
                  <c:v>1617.4523526417699</c:v>
                </c:pt>
                <c:pt idx="429">
                  <c:v>1612.2841169580699</c:v>
                </c:pt>
                <c:pt idx="430">
                  <c:v>1609.3107475609399</c:v>
                </c:pt>
                <c:pt idx="431">
                  <c:v>1608.1151709825201</c:v>
                </c:pt>
                <c:pt idx="432">
                  <c:v>1624.47485576442</c:v>
                </c:pt>
                <c:pt idx="433">
                  <c:v>1647.5873814076299</c:v>
                </c:pt>
                <c:pt idx="434">
                  <c:v>1653.2465850067199</c:v>
                </c:pt>
                <c:pt idx="435">
                  <c:v>1661.9477859522301</c:v>
                </c:pt>
                <c:pt idx="436">
                  <c:v>1681.17640981665</c:v>
                </c:pt>
                <c:pt idx="437">
                  <c:v>1691.44604769174</c:v>
                </c:pt>
                <c:pt idx="438">
                  <c:v>1699.8608818181899</c:v>
                </c:pt>
                <c:pt idx="439">
                  <c:v>1701.11634919878</c:v>
                </c:pt>
                <c:pt idx="440">
                  <c:v>1699.42817700265</c:v>
                </c:pt>
                <c:pt idx="441">
                  <c:v>1707.3284913408199</c:v>
                </c:pt>
                <c:pt idx="442">
                  <c:v>1709.0943379179901</c:v>
                </c:pt>
                <c:pt idx="443">
                  <c:v>1714.3057153304001</c:v>
                </c:pt>
                <c:pt idx="444">
                  <c:v>1720.02313356787</c:v>
                </c:pt>
                <c:pt idx="445">
                  <c:v>1710.7485529673299</c:v>
                </c:pt>
                <c:pt idx="446">
                  <c:v>1708.11780148966</c:v>
                </c:pt>
                <c:pt idx="447">
                  <c:v>1715.9381085057601</c:v>
                </c:pt>
                <c:pt idx="448">
                  <c:v>1717.94287583204</c:v>
                </c:pt>
                <c:pt idx="449">
                  <c:v>1718.7192795260501</c:v>
                </c:pt>
                <c:pt idx="450">
                  <c:v>1724.2695453148599</c:v>
                </c:pt>
                <c:pt idx="451">
                  <c:v>1733.14095102183</c:v>
                </c:pt>
                <c:pt idx="452">
                  <c:v>1735.3206768339901</c:v>
                </c:pt>
                <c:pt idx="453">
                  <c:v>1737.5529735801699</c:v>
                </c:pt>
                <c:pt idx="454">
                  <c:v>1739.1224508323901</c:v>
                </c:pt>
                <c:pt idx="455">
                  <c:v>1745.2650326728101</c:v>
                </c:pt>
                <c:pt idx="456">
                  <c:v>1745.0812201180499</c:v>
                </c:pt>
                <c:pt idx="457">
                  <c:v>1755.0733152662001</c:v>
                </c:pt>
                <c:pt idx="458">
                  <c:v>1757.22790711062</c:v>
                </c:pt>
                <c:pt idx="459">
                  <c:v>1741.6668105332201</c:v>
                </c:pt>
                <c:pt idx="460">
                  <c:v>1742.95572607858</c:v>
                </c:pt>
                <c:pt idx="461">
                  <c:v>1755.2416510447099</c:v>
                </c:pt>
                <c:pt idx="462">
                  <c:v>1768.4383406234399</c:v>
                </c:pt>
                <c:pt idx="463">
                  <c:v>1753.11129210889</c:v>
                </c:pt>
                <c:pt idx="464">
                  <c:v>1757.55520565552</c:v>
                </c:pt>
                <c:pt idx="465">
                  <c:v>1762.65042278085</c:v>
                </c:pt>
                <c:pt idx="466">
                  <c:v>1781.0129655017799</c:v>
                </c:pt>
                <c:pt idx="467">
                  <c:v>1777.1461271891999</c:v>
                </c:pt>
                <c:pt idx="468">
                  <c:v>1777.5737339034099</c:v>
                </c:pt>
                <c:pt idx="469">
                  <c:v>1808.08903441447</c:v>
                </c:pt>
                <c:pt idx="470">
                  <c:v>1803.3862266656299</c:v>
                </c:pt>
                <c:pt idx="471">
                  <c:v>1787.5332275472999</c:v>
                </c:pt>
                <c:pt idx="472">
                  <c:v>1784.41061683461</c:v>
                </c:pt>
                <c:pt idx="473">
                  <c:v>1806.75459525377</c:v>
                </c:pt>
                <c:pt idx="474">
                  <c:v>1810.9069437227699</c:v>
                </c:pt>
                <c:pt idx="475">
                  <c:v>1814.5389937331199</c:v>
                </c:pt>
                <c:pt idx="476">
                  <c:v>1820.3225654790599</c:v>
                </c:pt>
                <c:pt idx="477">
                  <c:v>1812.27949560304</c:v>
                </c:pt>
                <c:pt idx="478">
                  <c:v>1811.2204632600301</c:v>
                </c:pt>
                <c:pt idx="479">
                  <c:v>1812.1149435659099</c:v>
                </c:pt>
                <c:pt idx="480">
                  <c:v>1827.2545370422999</c:v>
                </c:pt>
                <c:pt idx="481">
                  <c:v>1835.9610048649399</c:v>
                </c:pt>
                <c:pt idx="482">
                  <c:v>1840.35930831112</c:v>
                </c:pt>
                <c:pt idx="483">
                  <c:v>1836.24813211119</c:v>
                </c:pt>
                <c:pt idx="484">
                  <c:v>1815.3342659268801</c:v>
                </c:pt>
                <c:pt idx="485">
                  <c:v>1785.91280101609</c:v>
                </c:pt>
                <c:pt idx="486">
                  <c:v>1776.7515782160699</c:v>
                </c:pt>
                <c:pt idx="487">
                  <c:v>1787.4148969104599</c:v>
                </c:pt>
                <c:pt idx="488">
                  <c:v>1779.22679260474</c:v>
                </c:pt>
                <c:pt idx="489">
                  <c:v>1770.04014831002</c:v>
                </c:pt>
                <c:pt idx="490">
                  <c:v>1764.45192021088</c:v>
                </c:pt>
                <c:pt idx="491">
                  <c:v>1763.09199704046</c:v>
                </c:pt>
                <c:pt idx="492">
                  <c:v>1755.2766642469001</c:v>
                </c:pt>
                <c:pt idx="493">
                  <c:v>1766.8759281453299</c:v>
                </c:pt>
                <c:pt idx="494">
                  <c:v>1797.2870188920699</c:v>
                </c:pt>
                <c:pt idx="495">
                  <c:v>1828.4916272580101</c:v>
                </c:pt>
                <c:pt idx="496">
                  <c:v>1837.4941589847101</c:v>
                </c:pt>
                <c:pt idx="497">
                  <c:v>1831.2487078628201</c:v>
                </c:pt>
                <c:pt idx="498">
                  <c:v>1839.9808739222599</c:v>
                </c:pt>
                <c:pt idx="499">
                  <c:v>1849.35082874351</c:v>
                </c:pt>
                <c:pt idx="500">
                  <c:v>1859.8988991852</c:v>
                </c:pt>
                <c:pt idx="501">
                  <c:v>1857.00624042557</c:v>
                </c:pt>
                <c:pt idx="502">
                  <c:v>1865.5981995715099</c:v>
                </c:pt>
                <c:pt idx="503">
                  <c:v>1865.09265797439</c:v>
                </c:pt>
                <c:pt idx="504">
                  <c:v>1854.3113681960399</c:v>
                </c:pt>
                <c:pt idx="505">
                  <c:v>1854.80585108986</c:v>
                </c:pt>
                <c:pt idx="506">
                  <c:v>1866.4195763924299</c:v>
                </c:pt>
                <c:pt idx="507">
                  <c:v>1872.62787687642</c:v>
                </c:pt>
                <c:pt idx="508">
                  <c:v>1874.49059529683</c:v>
                </c:pt>
                <c:pt idx="509">
                  <c:v>1879.4847766819901</c:v>
                </c:pt>
                <c:pt idx="510">
                  <c:v>1883.3430220534899</c:v>
                </c:pt>
                <c:pt idx="511">
                  <c:v>1892.44606969697</c:v>
                </c:pt>
                <c:pt idx="512">
                  <c:v>1898.51028787676</c:v>
                </c:pt>
                <c:pt idx="513">
                  <c:v>1896.2924138191099</c:v>
                </c:pt>
                <c:pt idx="514">
                  <c:v>1893.75731182909</c:v>
                </c:pt>
                <c:pt idx="515">
                  <c:v>1904.1995371611999</c:v>
                </c:pt>
                <c:pt idx="516">
                  <c:v>1905.3592740315801</c:v>
                </c:pt>
                <c:pt idx="517">
                  <c:v>1910.7052562644001</c:v>
                </c:pt>
                <c:pt idx="518">
                  <c:v>1908.1567832681999</c:v>
                </c:pt>
                <c:pt idx="519">
                  <c:v>1903.14565657973</c:v>
                </c:pt>
                <c:pt idx="520">
                  <c:v>1908.6720759345801</c:v>
                </c:pt>
                <c:pt idx="521">
                  <c:v>1902.0675482346001</c:v>
                </c:pt>
                <c:pt idx="522">
                  <c:v>1903.8672386846099</c:v>
                </c:pt>
                <c:pt idx="523">
                  <c:v>1908.07648205751</c:v>
                </c:pt>
                <c:pt idx="524">
                  <c:v>1909.2360926209799</c:v>
                </c:pt>
                <c:pt idx="525">
                  <c:v>1841.49825758981</c:v>
                </c:pt>
                <c:pt idx="526">
                  <c:v>1824.90189859321</c:v>
                </c:pt>
                <c:pt idx="527">
                  <c:v>1888.09330197998</c:v>
                </c:pt>
                <c:pt idx="528">
                  <c:v>1882.0961691340899</c:v>
                </c:pt>
                <c:pt idx="529">
                  <c:v>1881.42828045235</c:v>
                </c:pt>
                <c:pt idx="530">
                  <c:v>1835.01793553629</c:v>
                </c:pt>
                <c:pt idx="531">
                  <c:v>1859.56202502007</c:v>
                </c:pt>
                <c:pt idx="532">
                  <c:v>1861.3472105298699</c:v>
                </c:pt>
                <c:pt idx="533">
                  <c:v>1863.0476360334301</c:v>
                </c:pt>
                <c:pt idx="534">
                  <c:v>1864.12470899855</c:v>
                </c:pt>
                <c:pt idx="535">
                  <c:v>1935.53125970426</c:v>
                </c:pt>
                <c:pt idx="536">
                  <c:v>1951.1086583108199</c:v>
                </c:pt>
                <c:pt idx="537">
                  <c:v>1901.5031063266199</c:v>
                </c:pt>
                <c:pt idx="538">
                  <c:v>1926.2532838360701</c:v>
                </c:pt>
                <c:pt idx="539">
                  <c:v>1929.39677933079</c:v>
                </c:pt>
                <c:pt idx="540">
                  <c:v>1931.1810761854899</c:v>
                </c:pt>
                <c:pt idx="541">
                  <c:v>1943.3367468996</c:v>
                </c:pt>
                <c:pt idx="542">
                  <c:v>1944.0166548965899</c:v>
                </c:pt>
                <c:pt idx="543">
                  <c:v>1939.6909787469699</c:v>
                </c:pt>
                <c:pt idx="544">
                  <c:v>1939.66271641244</c:v>
                </c:pt>
                <c:pt idx="545">
                  <c:v>1945.87830186319</c:v>
                </c:pt>
                <c:pt idx="546">
                  <c:v>1945.8531433297501</c:v>
                </c:pt>
                <c:pt idx="547">
                  <c:v>1941.3457430634201</c:v>
                </c:pt>
                <c:pt idx="548">
                  <c:v>1934.4858969793099</c:v>
                </c:pt>
                <c:pt idx="549">
                  <c:v>1934.9217665470501</c:v>
                </c:pt>
                <c:pt idx="550">
                  <c:v>1934.1802274291599</c:v>
                </c:pt>
                <c:pt idx="551">
                  <c:v>1933.4885993334699</c:v>
                </c:pt>
                <c:pt idx="552">
                  <c:v>1938.4195490900299</c:v>
                </c:pt>
                <c:pt idx="553">
                  <c:v>1957.8588910128501</c:v>
                </c:pt>
                <c:pt idx="554">
                  <c:v>1965.6350677731</c:v>
                </c:pt>
                <c:pt idx="555">
                  <c:v>1954.5652469157501</c:v>
                </c:pt>
                <c:pt idx="556">
                  <c:v>1947.8635838674199</c:v>
                </c:pt>
                <c:pt idx="557">
                  <c:v>1958.3460358218699</c:v>
                </c:pt>
                <c:pt idx="558">
                  <c:v>1964.40400305097</c:v>
                </c:pt>
                <c:pt idx="559">
                  <c:v>1954.8056989905599</c:v>
                </c:pt>
                <c:pt idx="560">
                  <c:v>1967.94122685158</c:v>
                </c:pt>
                <c:pt idx="561">
                  <c:v>1961.7192501340501</c:v>
                </c:pt>
                <c:pt idx="562">
                  <c:v>1958.7041468536299</c:v>
                </c:pt>
                <c:pt idx="563">
                  <c:v>1966.88668804756</c:v>
                </c:pt>
                <c:pt idx="564">
                  <c:v>1966.84682814492</c:v>
                </c:pt>
                <c:pt idx="565">
                  <c:v>1968.16754182768</c:v>
                </c:pt>
                <c:pt idx="566">
                  <c:v>1954.58925123111</c:v>
                </c:pt>
                <c:pt idx="567">
                  <c:v>1952.69710964769</c:v>
                </c:pt>
                <c:pt idx="568">
                  <c:v>1965.87904858859</c:v>
                </c:pt>
                <c:pt idx="569">
                  <c:v>1988.94869145041</c:v>
                </c:pt>
                <c:pt idx="570">
                  <c:v>1989.0419749571199</c:v>
                </c:pt>
                <c:pt idx="571">
                  <c:v>2004.12147180334</c:v>
                </c:pt>
                <c:pt idx="572">
                  <c:v>2014.06250616488</c:v>
                </c:pt>
                <c:pt idx="573">
                  <c:v>2010.6920106212301</c:v>
                </c:pt>
                <c:pt idx="574">
                  <c:v>2026.4576976481801</c:v>
                </c:pt>
                <c:pt idx="575">
                  <c:v>2008.89248748657</c:v>
                </c:pt>
                <c:pt idx="576">
                  <c:v>1966.7973189642501</c:v>
                </c:pt>
                <c:pt idx="577">
                  <c:v>1984.0270293382</c:v>
                </c:pt>
                <c:pt idx="578">
                  <c:v>2017.40373144002</c:v>
                </c:pt>
                <c:pt idx="579">
                  <c:v>2012.10835332999</c:v>
                </c:pt>
                <c:pt idx="580">
                  <c:v>1989.3666936418499</c:v>
                </c:pt>
                <c:pt idx="581">
                  <c:v>1979.38973247787</c:v>
                </c:pt>
                <c:pt idx="582">
                  <c:v>1993.50438981046</c:v>
                </c:pt>
                <c:pt idx="583">
                  <c:v>1985.78362225315</c:v>
                </c:pt>
                <c:pt idx="584">
                  <c:v>1966.40496081434</c:v>
                </c:pt>
                <c:pt idx="585">
                  <c:v>1990.6680674916799</c:v>
                </c:pt>
                <c:pt idx="586">
                  <c:v>2053.8366576378999</c:v>
                </c:pt>
                <c:pt idx="587">
                  <c:v>2035.18677888552</c:v>
                </c:pt>
                <c:pt idx="588">
                  <c:v>1993.19401241381</c:v>
                </c:pt>
                <c:pt idx="589">
                  <c:v>2006.3350960999601</c:v>
                </c:pt>
                <c:pt idx="590">
                  <c:v>2031.18668922391</c:v>
                </c:pt>
                <c:pt idx="591">
                  <c:v>2049.2660211491402</c:v>
                </c:pt>
                <c:pt idx="592">
                  <c:v>2045.11664844493</c:v>
                </c:pt>
                <c:pt idx="593">
                  <c:v>2017.00196386474</c:v>
                </c:pt>
                <c:pt idx="594">
                  <c:v>1967.0387594859101</c:v>
                </c:pt>
                <c:pt idx="595">
                  <c:v>1976.69744927234</c:v>
                </c:pt>
                <c:pt idx="596">
                  <c:v>2013.00535398395</c:v>
                </c:pt>
                <c:pt idx="597">
                  <c:v>2033.3436013462001</c:v>
                </c:pt>
                <c:pt idx="598">
                  <c:v>2029.92961140131</c:v>
                </c:pt>
                <c:pt idx="599">
                  <c:v>2009.25971100163</c:v>
                </c:pt>
                <c:pt idx="600">
                  <c:v>2020.8667227385099</c:v>
                </c:pt>
                <c:pt idx="601">
                  <c:v>2017.3455818149</c:v>
                </c:pt>
                <c:pt idx="602">
                  <c:v>2008.80161950822</c:v>
                </c:pt>
                <c:pt idx="603">
                  <c:v>2045.14753667492</c:v>
                </c:pt>
                <c:pt idx="604">
                  <c:v>2111.1288330214802</c:v>
                </c:pt>
                <c:pt idx="605">
                  <c:v>2109.9405779755698</c:v>
                </c:pt>
                <c:pt idx="606">
                  <c:v>2073.1953631916699</c:v>
                </c:pt>
                <c:pt idx="607">
                  <c:v>2068.8289597394701</c:v>
                </c:pt>
                <c:pt idx="608">
                  <c:v>2077.8626673754202</c:v>
                </c:pt>
                <c:pt idx="609">
                  <c:v>2088.3560954873901</c:v>
                </c:pt>
                <c:pt idx="610">
                  <c:v>2087.1795686379501</c:v>
                </c:pt>
                <c:pt idx="611">
                  <c:v>2090.1617570900999</c:v>
                </c:pt>
                <c:pt idx="612">
                  <c:v>2090.7838781530299</c:v>
                </c:pt>
                <c:pt idx="613">
                  <c:v>2102.2105546697298</c:v>
                </c:pt>
                <c:pt idx="614">
                  <c:v>2112.5556875820498</c:v>
                </c:pt>
                <c:pt idx="615">
                  <c:v>2115.2700573581201</c:v>
                </c:pt>
                <c:pt idx="616">
                  <c:v>2113.6454352739202</c:v>
                </c:pt>
                <c:pt idx="617">
                  <c:v>2106.1975933695699</c:v>
                </c:pt>
                <c:pt idx="618">
                  <c:v>2111.7416081976098</c:v>
                </c:pt>
                <c:pt idx="619">
                  <c:v>2116.8060903819601</c:v>
                </c:pt>
                <c:pt idx="620">
                  <c:v>2120.85538069836</c:v>
                </c:pt>
                <c:pt idx="621">
                  <c:v>2127.0602407279298</c:v>
                </c:pt>
                <c:pt idx="622">
                  <c:v>2125.8014536567898</c:v>
                </c:pt>
                <c:pt idx="623">
                  <c:v>2122.5243043420601</c:v>
                </c:pt>
                <c:pt idx="624">
                  <c:v>2130.3722851155899</c:v>
                </c:pt>
                <c:pt idx="625">
                  <c:v>2135.07636045237</c:v>
                </c:pt>
                <c:pt idx="626">
                  <c:v>2134.4234796912401</c:v>
                </c:pt>
                <c:pt idx="627">
                  <c:v>2154.9268136864098</c:v>
                </c:pt>
                <c:pt idx="628">
                  <c:v>2163.1676864861402</c:v>
                </c:pt>
                <c:pt idx="629">
                  <c:v>2172.2586751953199</c:v>
                </c:pt>
                <c:pt idx="630">
                  <c:v>2140.9498933076402</c:v>
                </c:pt>
                <c:pt idx="631">
                  <c:v>2133.7447517569599</c:v>
                </c:pt>
                <c:pt idx="632">
                  <c:v>2157.44647438231</c:v>
                </c:pt>
                <c:pt idx="633">
                  <c:v>2157.1621411729402</c:v>
                </c:pt>
                <c:pt idx="634">
                  <c:v>2145.4146811226001</c:v>
                </c:pt>
                <c:pt idx="635">
                  <c:v>2152.1617408010202</c:v>
                </c:pt>
                <c:pt idx="636">
                  <c:v>2167.3037325645901</c:v>
                </c:pt>
                <c:pt idx="637">
                  <c:v>2154.02186908868</c:v>
                </c:pt>
                <c:pt idx="638">
                  <c:v>2148.1066609833802</c:v>
                </c:pt>
                <c:pt idx="639">
                  <c:v>2152.5701257661999</c:v>
                </c:pt>
                <c:pt idx="640">
                  <c:v>2165.8628288509199</c:v>
                </c:pt>
                <c:pt idx="641">
                  <c:v>2177.4952153761701</c:v>
                </c:pt>
                <c:pt idx="642">
                  <c:v>2171.6068285318802</c:v>
                </c:pt>
                <c:pt idx="643">
                  <c:v>2170.6983772104099</c:v>
                </c:pt>
                <c:pt idx="644">
                  <c:v>2170.54323615658</c:v>
                </c:pt>
                <c:pt idx="645">
                  <c:v>2174.8768460224501</c:v>
                </c:pt>
                <c:pt idx="646">
                  <c:v>2186.2134493891499</c:v>
                </c:pt>
                <c:pt idx="647">
                  <c:v>2190.6067744962902</c:v>
                </c:pt>
                <c:pt idx="648">
                  <c:v>2194.9606804833002</c:v>
                </c:pt>
                <c:pt idx="649">
                  <c:v>2197.0411548229899</c:v>
                </c:pt>
                <c:pt idx="650">
                  <c:v>2182.0385159396901</c:v>
                </c:pt>
                <c:pt idx="651">
                  <c:v>2188.3447437118398</c:v>
                </c:pt>
                <c:pt idx="652">
                  <c:v>2193.4729115887699</c:v>
                </c:pt>
                <c:pt idx="653">
                  <c:v>2186.2831149054</c:v>
                </c:pt>
                <c:pt idx="654">
                  <c:v>2196.6118800465701</c:v>
                </c:pt>
                <c:pt idx="655">
                  <c:v>2200.99028384947</c:v>
                </c:pt>
                <c:pt idx="656">
                  <c:v>2213.3959179706899</c:v>
                </c:pt>
                <c:pt idx="657">
                  <c:v>2225.53508177509</c:v>
                </c:pt>
                <c:pt idx="658">
                  <c:v>2231.8990506381001</c:v>
                </c:pt>
                <c:pt idx="659">
                  <c:v>2219.94461317786</c:v>
                </c:pt>
                <c:pt idx="660">
                  <c:v>2214.1077850194902</c:v>
                </c:pt>
                <c:pt idx="661">
                  <c:v>2228.1965610186098</c:v>
                </c:pt>
                <c:pt idx="662">
                  <c:v>2248.2925485955702</c:v>
                </c:pt>
                <c:pt idx="663">
                  <c:v>2263.72628056862</c:v>
                </c:pt>
                <c:pt idx="664">
                  <c:v>2257.4950922101102</c:v>
                </c:pt>
                <c:pt idx="665">
                  <c:v>2266.3885260473899</c:v>
                </c:pt>
                <c:pt idx="666">
                  <c:v>2216.4559919121998</c:v>
                </c:pt>
                <c:pt idx="667">
                  <c:v>2136.01621779681</c:v>
                </c:pt>
                <c:pt idx="668">
                  <c:v>2150.4663855260901</c:v>
                </c:pt>
                <c:pt idx="669">
                  <c:v>2212.8435244827901</c:v>
                </c:pt>
                <c:pt idx="670">
                  <c:v>2233.4858856400001</c:v>
                </c:pt>
                <c:pt idx="671">
                  <c:v>2185.7734885866298</c:v>
                </c:pt>
                <c:pt idx="672">
                  <c:v>2157.3738234340499</c:v>
                </c:pt>
                <c:pt idx="673">
                  <c:v>2171.9476549752198</c:v>
                </c:pt>
                <c:pt idx="674">
                  <c:v>2170.1405440260601</c:v>
                </c:pt>
                <c:pt idx="675">
                  <c:v>2157.8786331087099</c:v>
                </c:pt>
                <c:pt idx="676">
                  <c:v>2194.4053864254402</c:v>
                </c:pt>
                <c:pt idx="677">
                  <c:v>2250.3307770302099</c:v>
                </c:pt>
                <c:pt idx="678">
                  <c:v>2227.7736890882602</c:v>
                </c:pt>
                <c:pt idx="679">
                  <c:v>2194.4401476877501</c:v>
                </c:pt>
                <c:pt idx="680">
                  <c:v>2199.4892914070001</c:v>
                </c:pt>
                <c:pt idx="681">
                  <c:v>2210.9086751405198</c:v>
                </c:pt>
                <c:pt idx="682">
                  <c:v>2231.99525604376</c:v>
                </c:pt>
                <c:pt idx="683">
                  <c:v>2241.5281721004699</c:v>
                </c:pt>
                <c:pt idx="684">
                  <c:v>2249.9331216728001</c:v>
                </c:pt>
                <c:pt idx="685">
                  <c:v>2257.5973599624299</c:v>
                </c:pt>
                <c:pt idx="686">
                  <c:v>2252.9374201479</c:v>
                </c:pt>
                <c:pt idx="687">
                  <c:v>2257.7015354401101</c:v>
                </c:pt>
                <c:pt idx="688">
                  <c:v>2260.18192588579</c:v>
                </c:pt>
                <c:pt idx="689">
                  <c:v>2284.9612666529201</c:v>
                </c:pt>
                <c:pt idx="690">
                  <c:v>2313.7313394356902</c:v>
                </c:pt>
                <c:pt idx="691">
                  <c:v>2318.2871059008398</c:v>
                </c:pt>
                <c:pt idx="692">
                  <c:v>2323.8509823242798</c:v>
                </c:pt>
                <c:pt idx="693">
                  <c:v>2323.2989784915299</c:v>
                </c:pt>
                <c:pt idx="694">
                  <c:v>2274.2577354517698</c:v>
                </c:pt>
                <c:pt idx="695">
                  <c:v>2212.3099240966299</c:v>
                </c:pt>
                <c:pt idx="696">
                  <c:v>2206.61404017316</c:v>
                </c:pt>
                <c:pt idx="697">
                  <c:v>2171.1023083791101</c:v>
                </c:pt>
                <c:pt idx="698">
                  <c:v>2193.0331305711502</c:v>
                </c:pt>
                <c:pt idx="699">
                  <c:v>2219.80413293826</c:v>
                </c:pt>
                <c:pt idx="700">
                  <c:v>2204.6679272197998</c:v>
                </c:pt>
                <c:pt idx="701">
                  <c:v>2209.5461089701498</c:v>
                </c:pt>
                <c:pt idx="702">
                  <c:v>2204.8140456184301</c:v>
                </c:pt>
                <c:pt idx="703">
                  <c:v>2222.3952151592898</c:v>
                </c:pt>
                <c:pt idx="704">
                  <c:v>2278.2362596746002</c:v>
                </c:pt>
                <c:pt idx="705">
                  <c:v>2345.1377514835499</c:v>
                </c:pt>
                <c:pt idx="706">
                  <c:v>2365.8646134620499</c:v>
                </c:pt>
                <c:pt idx="707">
                  <c:v>2420.4791764844299</c:v>
                </c:pt>
                <c:pt idx="708">
                  <c:v>2402.8702432568598</c:v>
                </c:pt>
                <c:pt idx="709">
                  <c:v>2350.8497908603199</c:v>
                </c:pt>
                <c:pt idx="710">
                  <c:v>2352.4999935941501</c:v>
                </c:pt>
                <c:pt idx="711">
                  <c:v>2345.4580535905102</c:v>
                </c:pt>
                <c:pt idx="712">
                  <c:v>2334.9395912775899</c:v>
                </c:pt>
                <c:pt idx="713">
                  <c:v>2330.1465167268002</c:v>
                </c:pt>
                <c:pt idx="714">
                  <c:v>2329.6142462204298</c:v>
                </c:pt>
                <c:pt idx="715">
                  <c:v>2313.4421263101799</c:v>
                </c:pt>
                <c:pt idx="716">
                  <c:v>2312.94482800177</c:v>
                </c:pt>
                <c:pt idx="717">
                  <c:v>2322.8966781112799</c:v>
                </c:pt>
                <c:pt idx="718">
                  <c:v>2315.5611209714202</c:v>
                </c:pt>
                <c:pt idx="719">
                  <c:v>2307.6246718163202</c:v>
                </c:pt>
                <c:pt idx="720">
                  <c:v>2312.0323002595901</c:v>
                </c:pt>
                <c:pt idx="721">
                  <c:v>2323.38900946887</c:v>
                </c:pt>
                <c:pt idx="722">
                  <c:v>2323.8215651722699</c:v>
                </c:pt>
                <c:pt idx="723">
                  <c:v>2328.8985807274098</c:v>
                </c:pt>
                <c:pt idx="724">
                  <c:v>2356.3976085332301</c:v>
                </c:pt>
                <c:pt idx="725">
                  <c:v>2365.4321167883299</c:v>
                </c:pt>
                <c:pt idx="726">
                  <c:v>2358.7639605480099</c:v>
                </c:pt>
                <c:pt idx="727">
                  <c:v>2351.6922131340398</c:v>
                </c:pt>
                <c:pt idx="728">
                  <c:v>2367.5636052137602</c:v>
                </c:pt>
                <c:pt idx="729">
                  <c:v>2367.7989148576698</c:v>
                </c:pt>
                <c:pt idx="730">
                  <c:v>2368.3351943208099</c:v>
                </c:pt>
                <c:pt idx="731">
                  <c:v>2362.79762148603</c:v>
                </c:pt>
                <c:pt idx="732">
                  <c:v>2368.5903770245</c:v>
                </c:pt>
                <c:pt idx="733">
                  <c:v>2375.9987913120899</c:v>
                </c:pt>
                <c:pt idx="734">
                  <c:v>2374.0412915280899</c:v>
                </c:pt>
                <c:pt idx="735">
                  <c:v>2384.1079044664598</c:v>
                </c:pt>
                <c:pt idx="736">
                  <c:v>2391.7196443001799</c:v>
                </c:pt>
                <c:pt idx="737">
                  <c:v>2359.7876467852702</c:v>
                </c:pt>
                <c:pt idx="738">
                  <c:v>2338.0802557054699</c:v>
                </c:pt>
                <c:pt idx="739">
                  <c:v>2345.7740891465</c:v>
                </c:pt>
                <c:pt idx="740">
                  <c:v>2345.28346410518</c:v>
                </c:pt>
                <c:pt idx="741">
                  <c:v>2349.2400177487102</c:v>
                </c:pt>
                <c:pt idx="742">
                  <c:v>2354.3989598282901</c:v>
                </c:pt>
                <c:pt idx="743">
                  <c:v>2361.9216478125099</c:v>
                </c:pt>
                <c:pt idx="744">
                  <c:v>2360.5627919794701</c:v>
                </c:pt>
                <c:pt idx="745">
                  <c:v>2371.2106280459302</c:v>
                </c:pt>
                <c:pt idx="746">
                  <c:v>2387.8399337539099</c:v>
                </c:pt>
                <c:pt idx="747">
                  <c:v>2409.5298029711998</c:v>
                </c:pt>
                <c:pt idx="748">
                  <c:v>2444.00901266863</c:v>
                </c:pt>
                <c:pt idx="749">
                  <c:v>2460.7285469921098</c:v>
                </c:pt>
                <c:pt idx="750">
                  <c:v>2457.39848867309</c:v>
                </c:pt>
                <c:pt idx="751">
                  <c:v>2466.84083551098</c:v>
                </c:pt>
                <c:pt idx="752">
                  <c:v>2429.1329348960198</c:v>
                </c:pt>
                <c:pt idx="753">
                  <c:v>2404.0749285412198</c:v>
                </c:pt>
                <c:pt idx="754">
                  <c:v>2424.6146055532099</c:v>
                </c:pt>
                <c:pt idx="755">
                  <c:v>2420.0672279335299</c:v>
                </c:pt>
                <c:pt idx="756">
                  <c:v>2410.6494436606199</c:v>
                </c:pt>
                <c:pt idx="757">
                  <c:v>2416.9044268652901</c:v>
                </c:pt>
                <c:pt idx="758">
                  <c:v>2402.5191407490802</c:v>
                </c:pt>
                <c:pt idx="759">
                  <c:v>2396.6373099437101</c:v>
                </c:pt>
                <c:pt idx="760">
                  <c:v>2391.53245386561</c:v>
                </c:pt>
                <c:pt idx="761">
                  <c:v>2362.02302858352</c:v>
                </c:pt>
                <c:pt idx="762">
                  <c:v>2380.3189261060802</c:v>
                </c:pt>
                <c:pt idx="763">
                  <c:v>2422.7823279537201</c:v>
                </c:pt>
                <c:pt idx="764">
                  <c:v>2409.95106973153</c:v>
                </c:pt>
                <c:pt idx="765">
                  <c:v>2404.2843222450601</c:v>
                </c:pt>
                <c:pt idx="766">
                  <c:v>2409.3241427836001</c:v>
                </c:pt>
                <c:pt idx="767">
                  <c:v>2423.6742834810698</c:v>
                </c:pt>
                <c:pt idx="768">
                  <c:v>2434.1333453985199</c:v>
                </c:pt>
                <c:pt idx="769">
                  <c:v>2429.7319193159601</c:v>
                </c:pt>
                <c:pt idx="770">
                  <c:v>2439.75122907379</c:v>
                </c:pt>
                <c:pt idx="771">
                  <c:v>2450.5639473055498</c:v>
                </c:pt>
                <c:pt idx="772">
                  <c:v>2454.30226492064</c:v>
                </c:pt>
                <c:pt idx="773">
                  <c:v>2453.1781204703402</c:v>
                </c:pt>
                <c:pt idx="774">
                  <c:v>2457.3214700533699</c:v>
                </c:pt>
                <c:pt idx="775">
                  <c:v>2461.3185270510498</c:v>
                </c:pt>
                <c:pt idx="776">
                  <c:v>2463.8925779977299</c:v>
                </c:pt>
                <c:pt idx="777">
                  <c:v>2468.0876099635798</c:v>
                </c:pt>
                <c:pt idx="778">
                  <c:v>2479.5623106192202</c:v>
                </c:pt>
                <c:pt idx="779">
                  <c:v>2474.62335401786</c:v>
                </c:pt>
                <c:pt idx="780">
                  <c:v>2471.3269349700799</c:v>
                </c:pt>
                <c:pt idx="781">
                  <c:v>2475.9593400703102</c:v>
                </c:pt>
                <c:pt idx="782">
                  <c:v>2478.9726797194498</c:v>
                </c:pt>
                <c:pt idx="783">
                  <c:v>2483.31253121387</c:v>
                </c:pt>
                <c:pt idx="784">
                  <c:v>2466.8058003927699</c:v>
                </c:pt>
                <c:pt idx="785">
                  <c:v>2440.68169207244</c:v>
                </c:pt>
                <c:pt idx="786">
                  <c:v>2414.2217134781199</c:v>
                </c:pt>
                <c:pt idx="787">
                  <c:v>2438.16201874529</c:v>
                </c:pt>
                <c:pt idx="788">
                  <c:v>2468.7334462833901</c:v>
                </c:pt>
                <c:pt idx="789">
                  <c:v>2457.8039106569499</c:v>
                </c:pt>
                <c:pt idx="790">
                  <c:v>2435.8604832558899</c:v>
                </c:pt>
                <c:pt idx="791">
                  <c:v>2431.98075738222</c:v>
                </c:pt>
                <c:pt idx="792">
                  <c:v>2449.47040527832</c:v>
                </c:pt>
                <c:pt idx="793">
                  <c:v>2454.32980836872</c:v>
                </c:pt>
                <c:pt idx="794">
                  <c:v>2458.38274300791</c:v>
                </c:pt>
                <c:pt idx="795">
                  <c:v>2498.3451791446</c:v>
                </c:pt>
                <c:pt idx="796">
                  <c:v>2525.3617838126502</c:v>
                </c:pt>
                <c:pt idx="797">
                  <c:v>2501.5521469371802</c:v>
                </c:pt>
                <c:pt idx="798">
                  <c:v>2487.4092887917</c:v>
                </c:pt>
                <c:pt idx="799">
                  <c:v>2541.4284869223702</c:v>
                </c:pt>
                <c:pt idx="800">
                  <c:v>2535.6800673253201</c:v>
                </c:pt>
                <c:pt idx="801">
                  <c:v>2483.5130533489</c:v>
                </c:pt>
                <c:pt idx="802">
                  <c:v>2497.7070737556101</c:v>
                </c:pt>
                <c:pt idx="803">
                  <c:v>2525.2974043151098</c:v>
                </c:pt>
                <c:pt idx="804">
                  <c:v>2536.3343423891301</c:v>
                </c:pt>
                <c:pt idx="805">
                  <c:v>2523.2887890779998</c:v>
                </c:pt>
                <c:pt idx="806">
                  <c:v>2523.1600206099902</c:v>
                </c:pt>
                <c:pt idx="807">
                  <c:v>2536.75744247184</c:v>
                </c:pt>
                <c:pt idx="808">
                  <c:v>2511.7059077838098</c:v>
                </c:pt>
                <c:pt idx="809">
                  <c:v>2485.2505744222799</c:v>
                </c:pt>
                <c:pt idx="810">
                  <c:v>2510.43837221288</c:v>
                </c:pt>
                <c:pt idx="811">
                  <c:v>2550.1855821364502</c:v>
                </c:pt>
                <c:pt idx="812">
                  <c:v>2527.2321188946598</c:v>
                </c:pt>
                <c:pt idx="813">
                  <c:v>2512.6536194078599</c:v>
                </c:pt>
                <c:pt idx="814">
                  <c:v>2522.1494446603801</c:v>
                </c:pt>
                <c:pt idx="815">
                  <c:v>2525.4463540728302</c:v>
                </c:pt>
                <c:pt idx="816">
                  <c:v>2525.2565797509001</c:v>
                </c:pt>
                <c:pt idx="817">
                  <c:v>2520.8581615898702</c:v>
                </c:pt>
                <c:pt idx="818">
                  <c:v>2540.2736428533799</c:v>
                </c:pt>
                <c:pt idx="819">
                  <c:v>2546.1817021516399</c:v>
                </c:pt>
                <c:pt idx="820">
                  <c:v>2552.1510755600002</c:v>
                </c:pt>
                <c:pt idx="821">
                  <c:v>2564.03157844822</c:v>
                </c:pt>
                <c:pt idx="822">
                  <c:v>2568.0118724109702</c:v>
                </c:pt>
                <c:pt idx="823">
                  <c:v>2564.9017256952302</c:v>
                </c:pt>
                <c:pt idx="824">
                  <c:v>2562.67426051453</c:v>
                </c:pt>
                <c:pt idx="825">
                  <c:v>2536.1608395846902</c:v>
                </c:pt>
                <c:pt idx="826">
                  <c:v>2522.58346159547</c:v>
                </c:pt>
                <c:pt idx="827">
                  <c:v>2532.93948575593</c:v>
                </c:pt>
                <c:pt idx="828">
                  <c:v>2537.9939458262002</c:v>
                </c:pt>
                <c:pt idx="829">
                  <c:v>2538.9859585700701</c:v>
                </c:pt>
                <c:pt idx="830">
                  <c:v>2528.11803189994</c:v>
                </c:pt>
                <c:pt idx="831">
                  <c:v>2520.97872557243</c:v>
                </c:pt>
                <c:pt idx="832">
                  <c:v>2521.3857206186099</c:v>
                </c:pt>
                <c:pt idx="833">
                  <c:v>2519.8843380421299</c:v>
                </c:pt>
                <c:pt idx="834">
                  <c:v>2530.8481166110701</c:v>
                </c:pt>
                <c:pt idx="835">
                  <c:v>2558.47514291587</c:v>
                </c:pt>
                <c:pt idx="836">
                  <c:v>2580.3492262917598</c:v>
                </c:pt>
                <c:pt idx="837">
                  <c:v>2579.1996927580099</c:v>
                </c:pt>
                <c:pt idx="838">
                  <c:v>2575.61026203759</c:v>
                </c:pt>
                <c:pt idx="839">
                  <c:v>2586.0500968203501</c:v>
                </c:pt>
                <c:pt idx="840">
                  <c:v>2601.5614958772799</c:v>
                </c:pt>
                <c:pt idx="841">
                  <c:v>2616.9787300879898</c:v>
                </c:pt>
                <c:pt idx="842">
                  <c:v>2631.8573310618799</c:v>
                </c:pt>
                <c:pt idx="843">
                  <c:v>2649.3954001781499</c:v>
                </c:pt>
                <c:pt idx="844">
                  <c:v>2622.47149100864</c:v>
                </c:pt>
                <c:pt idx="845">
                  <c:v>2601.2685847463999</c:v>
                </c:pt>
                <c:pt idx="846">
                  <c:v>2621.9945374211002</c:v>
                </c:pt>
                <c:pt idx="847">
                  <c:v>2631.33935844598</c:v>
                </c:pt>
                <c:pt idx="848">
                  <c:v>2615.55228776892</c:v>
                </c:pt>
                <c:pt idx="849">
                  <c:v>2636.9792498636202</c:v>
                </c:pt>
                <c:pt idx="850">
                  <c:v>2649.1557866077401</c:v>
                </c:pt>
                <c:pt idx="851">
                  <c:v>2630.2157333412501</c:v>
                </c:pt>
                <c:pt idx="852">
                  <c:v>2592.97522854712</c:v>
                </c:pt>
                <c:pt idx="853">
                  <c:v>2581.7200621392199</c:v>
                </c:pt>
                <c:pt idx="854">
                  <c:v>2646.3122060697301</c:v>
                </c:pt>
                <c:pt idx="855">
                  <c:v>2678.7351789716099</c:v>
                </c:pt>
                <c:pt idx="856">
                  <c:v>2655.5775352666301</c:v>
                </c:pt>
                <c:pt idx="857">
                  <c:v>2667.07896447948</c:v>
                </c:pt>
                <c:pt idx="858">
                  <c:v>2690.9339796783502</c:v>
                </c:pt>
                <c:pt idx="859">
                  <c:v>2657.6116560513501</c:v>
                </c:pt>
                <c:pt idx="860">
                  <c:v>2647.00489513616</c:v>
                </c:pt>
                <c:pt idx="861">
                  <c:v>2666.8413134382399</c:v>
                </c:pt>
                <c:pt idx="862">
                  <c:v>2679.7403702605502</c:v>
                </c:pt>
                <c:pt idx="863">
                  <c:v>2688.89379655625</c:v>
                </c:pt>
                <c:pt idx="864">
                  <c:v>2668.8816793168398</c:v>
                </c:pt>
                <c:pt idx="865">
                  <c:v>2675.2237093078102</c:v>
                </c:pt>
                <c:pt idx="866">
                  <c:v>2693.3279571560001</c:v>
                </c:pt>
                <c:pt idx="867">
                  <c:v>2704.0854142778498</c:v>
                </c:pt>
                <c:pt idx="868">
                  <c:v>2731.1580581159001</c:v>
                </c:pt>
                <c:pt idx="869">
                  <c:v>2732.1435713443602</c:v>
                </c:pt>
                <c:pt idx="870">
                  <c:v>2717.8509417043201</c:v>
                </c:pt>
                <c:pt idx="871">
                  <c:v>2719.16841558852</c:v>
                </c:pt>
                <c:pt idx="872">
                  <c:v>2728.56119317306</c:v>
                </c:pt>
                <c:pt idx="873">
                  <c:v>2720.8249559728201</c:v>
                </c:pt>
                <c:pt idx="874">
                  <c:v>2712.06058868625</c:v>
                </c:pt>
                <c:pt idx="875">
                  <c:v>2720.1441177964298</c:v>
                </c:pt>
                <c:pt idx="876">
                  <c:v>2708.0519892928601</c:v>
                </c:pt>
                <c:pt idx="877">
                  <c:v>2697.7462066355602</c:v>
                </c:pt>
                <c:pt idx="878">
                  <c:v>2676.37474654567</c:v>
                </c:pt>
                <c:pt idx="879">
                  <c:v>2683.3439976930999</c:v>
                </c:pt>
                <c:pt idx="880">
                  <c:v>2701.7241129601898</c:v>
                </c:pt>
                <c:pt idx="881">
                  <c:v>2701.7875725818399</c:v>
                </c:pt>
                <c:pt idx="882">
                  <c:v>2691.2790463103202</c:v>
                </c:pt>
                <c:pt idx="883">
                  <c:v>2700.8208336077601</c:v>
                </c:pt>
                <c:pt idx="884">
                  <c:v>2711.6151891334798</c:v>
                </c:pt>
                <c:pt idx="885">
                  <c:v>2705.80161854478</c:v>
                </c:pt>
                <c:pt idx="886">
                  <c:v>2710.9151101835801</c:v>
                </c:pt>
                <c:pt idx="887">
                  <c:v>2697.2636457681201</c:v>
                </c:pt>
                <c:pt idx="888">
                  <c:v>2697.4058137359798</c:v>
                </c:pt>
                <c:pt idx="889">
                  <c:v>2712.2553494276599</c:v>
                </c:pt>
                <c:pt idx="890">
                  <c:v>2725.7106346486698</c:v>
                </c:pt>
                <c:pt idx="891">
                  <c:v>2724.3655979247101</c:v>
                </c:pt>
                <c:pt idx="892">
                  <c:v>2740.5906666680798</c:v>
                </c:pt>
                <c:pt idx="893">
                  <c:v>2711.1301071555599</c:v>
                </c:pt>
                <c:pt idx="894">
                  <c:v>2676.4560361983899</c:v>
                </c:pt>
                <c:pt idx="895">
                  <c:v>2706.1659765817999</c:v>
                </c:pt>
                <c:pt idx="896">
                  <c:v>2717.4107215847998</c:v>
                </c:pt>
                <c:pt idx="897">
                  <c:v>2710.46117749734</c:v>
                </c:pt>
                <c:pt idx="898">
                  <c:v>2697.3388617119999</c:v>
                </c:pt>
                <c:pt idx="899">
                  <c:v>2688.0208990415099</c:v>
                </c:pt>
                <c:pt idx="900">
                  <c:v>2685.63055213197</c:v>
                </c:pt>
                <c:pt idx="901">
                  <c:v>2680.7722446037901</c:v>
                </c:pt>
                <c:pt idx="902">
                  <c:v>2665.86924553069</c:v>
                </c:pt>
                <c:pt idx="903">
                  <c:v>2689.9488792151201</c:v>
                </c:pt>
                <c:pt idx="904">
                  <c:v>2713.26294110548</c:v>
                </c:pt>
                <c:pt idx="905">
                  <c:v>2689.99383296932</c:v>
                </c:pt>
                <c:pt idx="906">
                  <c:v>2690.6609305480602</c:v>
                </c:pt>
                <c:pt idx="907">
                  <c:v>2720.9072045859002</c:v>
                </c:pt>
                <c:pt idx="908">
                  <c:v>2726.2806059723598</c:v>
                </c:pt>
                <c:pt idx="909">
                  <c:v>2727.4836134186198</c:v>
                </c:pt>
                <c:pt idx="910">
                  <c:v>2740.6380124821299</c:v>
                </c:pt>
                <c:pt idx="911">
                  <c:v>2741.4080503360801</c:v>
                </c:pt>
                <c:pt idx="912">
                  <c:v>2748.5857885343398</c:v>
                </c:pt>
                <c:pt idx="913">
                  <c:v>2767.9391743862402</c:v>
                </c:pt>
                <c:pt idx="914">
                  <c:v>2771.07998244174</c:v>
                </c:pt>
                <c:pt idx="915">
                  <c:v>2790.7616712228401</c:v>
                </c:pt>
                <c:pt idx="916">
                  <c:v>2793.5153415325799</c:v>
                </c:pt>
                <c:pt idx="917">
                  <c:v>2784.7228928479099</c:v>
                </c:pt>
                <c:pt idx="918">
                  <c:v>2779.37086828562</c:v>
                </c:pt>
                <c:pt idx="919">
                  <c:v>2796.4598565051601</c:v>
                </c:pt>
                <c:pt idx="920">
                  <c:v>2810.85043583574</c:v>
                </c:pt>
                <c:pt idx="921">
                  <c:v>2815.7250671613301</c:v>
                </c:pt>
                <c:pt idx="922">
                  <c:v>2809.4711231545002</c:v>
                </c:pt>
                <c:pt idx="923">
                  <c:v>2805.7292813956601</c:v>
                </c:pt>
                <c:pt idx="924">
                  <c:v>2807.8251516137998</c:v>
                </c:pt>
                <c:pt idx="925">
                  <c:v>2805.2933407514802</c:v>
                </c:pt>
                <c:pt idx="926">
                  <c:v>2800.5670633692498</c:v>
                </c:pt>
                <c:pt idx="927">
                  <c:v>2807.3905935104699</c:v>
                </c:pt>
                <c:pt idx="928">
                  <c:v>2820.02047787028</c:v>
                </c:pt>
                <c:pt idx="929">
                  <c:v>2820.35503323181</c:v>
                </c:pt>
                <c:pt idx="930">
                  <c:v>2767.3677847465101</c:v>
                </c:pt>
                <c:pt idx="931">
                  <c:v>2734.30213625024</c:v>
                </c:pt>
                <c:pt idx="932">
                  <c:v>2753.81980419004</c:v>
                </c:pt>
                <c:pt idx="933">
                  <c:v>2750.6003944322201</c:v>
                </c:pt>
                <c:pt idx="934">
                  <c:v>2766.9391362858</c:v>
                </c:pt>
                <c:pt idx="935">
                  <c:v>2778.051994721</c:v>
                </c:pt>
                <c:pt idx="936">
                  <c:v>2767.2462635279599</c:v>
                </c:pt>
                <c:pt idx="937">
                  <c:v>2744.6644607548201</c:v>
                </c:pt>
                <c:pt idx="938">
                  <c:v>2746.78259223943</c:v>
                </c:pt>
                <c:pt idx="939">
                  <c:v>2769.0854393280401</c:v>
                </c:pt>
                <c:pt idx="940">
                  <c:v>2835.7757792339198</c:v>
                </c:pt>
                <c:pt idx="941">
                  <c:v>2873.4602784657</c:v>
                </c:pt>
                <c:pt idx="942">
                  <c:v>2889.6833041496998</c:v>
                </c:pt>
                <c:pt idx="943">
                  <c:v>2906.51647143126</c:v>
                </c:pt>
                <c:pt idx="944">
                  <c:v>2901.3423056347701</c:v>
                </c:pt>
                <c:pt idx="945">
                  <c:v>2876.31208596636</c:v>
                </c:pt>
                <c:pt idx="946">
                  <c:v>2892.09291108567</c:v>
                </c:pt>
                <c:pt idx="947">
                  <c:v>2916.7476614847401</c:v>
                </c:pt>
                <c:pt idx="948">
                  <c:v>2911.56022351512</c:v>
                </c:pt>
                <c:pt idx="949">
                  <c:v>2886.5631181978301</c:v>
                </c:pt>
                <c:pt idx="950">
                  <c:v>2873.03094917815</c:v>
                </c:pt>
                <c:pt idx="951">
                  <c:v>2867.3948619385601</c:v>
                </c:pt>
                <c:pt idx="952">
                  <c:v>2840.0896127593001</c:v>
                </c:pt>
                <c:pt idx="953">
                  <c:v>2830.3936286909998</c:v>
                </c:pt>
                <c:pt idx="954">
                  <c:v>2851.1683253177198</c:v>
                </c:pt>
                <c:pt idx="955">
                  <c:v>2868.2990283788599</c:v>
                </c:pt>
                <c:pt idx="956">
                  <c:v>2870.98229603352</c:v>
                </c:pt>
                <c:pt idx="957">
                  <c:v>2876.9802757633402</c:v>
                </c:pt>
                <c:pt idx="958">
                  <c:v>2884.0808656698</c:v>
                </c:pt>
                <c:pt idx="959">
                  <c:v>2888.6361834642098</c:v>
                </c:pt>
                <c:pt idx="960">
                  <c:v>2890.37434307996</c:v>
                </c:pt>
                <c:pt idx="961">
                  <c:v>2901.7332767837902</c:v>
                </c:pt>
                <c:pt idx="962">
                  <c:v>2914.1382996769698</c:v>
                </c:pt>
                <c:pt idx="963">
                  <c:v>2910.2249698017399</c:v>
                </c:pt>
                <c:pt idx="964">
                  <c:v>2902.69747368874</c:v>
                </c:pt>
                <c:pt idx="965">
                  <c:v>2899.2139380578101</c:v>
                </c:pt>
                <c:pt idx="966">
                  <c:v>2901.9279655615501</c:v>
                </c:pt>
                <c:pt idx="967">
                  <c:v>2908.4328674909302</c:v>
                </c:pt>
                <c:pt idx="968">
                  <c:v>2914.2115104049299</c:v>
                </c:pt>
                <c:pt idx="969">
                  <c:v>2917.4365144642602</c:v>
                </c:pt>
                <c:pt idx="970">
                  <c:v>2937.2242152199701</c:v>
                </c:pt>
                <c:pt idx="971">
                  <c:v>2921.2906008708001</c:v>
                </c:pt>
                <c:pt idx="972">
                  <c:v>2934.4975615615099</c:v>
                </c:pt>
                <c:pt idx="973">
                  <c:v>2939.8683475994299</c:v>
                </c:pt>
                <c:pt idx="974">
                  <c:v>2935.4558098124198</c:v>
                </c:pt>
                <c:pt idx="975">
                  <c:v>2961.29573916854</c:v>
                </c:pt>
                <c:pt idx="976">
                  <c:v>2960.5860423939598</c:v>
                </c:pt>
                <c:pt idx="977">
                  <c:v>2960.5198695622498</c:v>
                </c:pt>
                <c:pt idx="978">
                  <c:v>2944.65520426486</c:v>
                </c:pt>
                <c:pt idx="979">
                  <c:v>2943.2639127923399</c:v>
                </c:pt>
                <c:pt idx="980">
                  <c:v>2927.3177593924902</c:v>
                </c:pt>
                <c:pt idx="981">
                  <c:v>2943.0345798466001</c:v>
                </c:pt>
                <c:pt idx="982">
                  <c:v>2940.7737137892</c:v>
                </c:pt>
                <c:pt idx="983">
                  <c:v>2942.7749021719101</c:v>
                </c:pt>
                <c:pt idx="984">
                  <c:v>2948.9892642397699</c:v>
                </c:pt>
                <c:pt idx="985">
                  <c:v>2936.3926248074399</c:v>
                </c:pt>
                <c:pt idx="986">
                  <c:v>2938.50075558658</c:v>
                </c:pt>
                <c:pt idx="987">
                  <c:v>2940.0845313693399</c:v>
                </c:pt>
                <c:pt idx="988">
                  <c:v>2944.7839247648999</c:v>
                </c:pt>
                <c:pt idx="989">
                  <c:v>2962.8157262434802</c:v>
                </c:pt>
                <c:pt idx="990">
                  <c:v>2970.1551449199101</c:v>
                </c:pt>
                <c:pt idx="991">
                  <c:v>2964.3233421996101</c:v>
                </c:pt>
                <c:pt idx="992">
                  <c:v>2976.3910518989501</c:v>
                </c:pt>
                <c:pt idx="993">
                  <c:v>2995.20746704152</c:v>
                </c:pt>
                <c:pt idx="994">
                  <c:v>2989.24163800619</c:v>
                </c:pt>
                <c:pt idx="995">
                  <c:v>2964.1606887084599</c:v>
                </c:pt>
                <c:pt idx="996">
                  <c:v>2946.89935718163</c:v>
                </c:pt>
                <c:pt idx="997">
                  <c:v>2937.0929289329201</c:v>
                </c:pt>
                <c:pt idx="998">
                  <c:v>2931.4089216032298</c:v>
                </c:pt>
                <c:pt idx="999">
                  <c:v>2931.33726228859</c:v>
                </c:pt>
                <c:pt idx="1000">
                  <c:v>2914.9905816733099</c:v>
                </c:pt>
                <c:pt idx="1001">
                  <c:v>2889.09961468543</c:v>
                </c:pt>
                <c:pt idx="1002">
                  <c:v>2856.0231419899901</c:v>
                </c:pt>
                <c:pt idx="1003">
                  <c:v>2849.0218269164998</c:v>
                </c:pt>
                <c:pt idx="1004">
                  <c:v>2878.45326400565</c:v>
                </c:pt>
                <c:pt idx="1005">
                  <c:v>2899.7654393039102</c:v>
                </c:pt>
                <c:pt idx="1006">
                  <c:v>2873.65592902759</c:v>
                </c:pt>
                <c:pt idx="1007">
                  <c:v>2864.1395771737398</c:v>
                </c:pt>
                <c:pt idx="1008">
                  <c:v>2895.0357115890101</c:v>
                </c:pt>
                <c:pt idx="1009">
                  <c:v>2901.5090353648202</c:v>
                </c:pt>
                <c:pt idx="1010">
                  <c:v>2903.4515956126102</c:v>
                </c:pt>
                <c:pt idx="1011">
                  <c:v>2913.8475959888701</c:v>
                </c:pt>
                <c:pt idx="1012">
                  <c:v>2923.0304299719</c:v>
                </c:pt>
                <c:pt idx="1013">
                  <c:v>2917.75598801466</c:v>
                </c:pt>
                <c:pt idx="1014">
                  <c:v>2890.0815649125602</c:v>
                </c:pt>
                <c:pt idx="1015">
                  <c:v>2896.1748649086098</c:v>
                </c:pt>
                <c:pt idx="1016">
                  <c:v>2937.5581394524002</c:v>
                </c:pt>
                <c:pt idx="1017">
                  <c:v>2964.51539159703</c:v>
                </c:pt>
                <c:pt idx="1018">
                  <c:v>2945.2625935085698</c:v>
                </c:pt>
                <c:pt idx="1019">
                  <c:v>2951.3818211633602</c:v>
                </c:pt>
                <c:pt idx="1020">
                  <c:v>2952.1791636384801</c:v>
                </c:pt>
                <c:pt idx="1021">
                  <c:v>2948.3442814549799</c:v>
                </c:pt>
                <c:pt idx="1022">
                  <c:v>2966.2638947732198</c:v>
                </c:pt>
                <c:pt idx="1023">
                  <c:v>2971.5406209821799</c:v>
                </c:pt>
                <c:pt idx="1024">
                  <c:v>2981.6846313965798</c:v>
                </c:pt>
                <c:pt idx="1025">
                  <c:v>2985.8681054516801</c:v>
                </c:pt>
                <c:pt idx="1026">
                  <c:v>2986.4892932653302</c:v>
                </c:pt>
                <c:pt idx="1027">
                  <c:v>2973.8537233992902</c:v>
                </c:pt>
                <c:pt idx="1028">
                  <c:v>2985.1949781721501</c:v>
                </c:pt>
                <c:pt idx="1029">
                  <c:v>2989.5974698905802</c:v>
                </c:pt>
                <c:pt idx="1030">
                  <c:v>2992.3493516864501</c:v>
                </c:pt>
                <c:pt idx="1031">
                  <c:v>3005.1746028074299</c:v>
                </c:pt>
                <c:pt idx="1032">
                  <c:v>3001.8854397637201</c:v>
                </c:pt>
                <c:pt idx="1033">
                  <c:v>3015.4896627145799</c:v>
                </c:pt>
                <c:pt idx="1034">
                  <c:v>3031.53174158621</c:v>
                </c:pt>
                <c:pt idx="1035">
                  <c:v>3035.8130081346699</c:v>
                </c:pt>
                <c:pt idx="1036">
                  <c:v>3039.1208603540399</c:v>
                </c:pt>
                <c:pt idx="1037">
                  <c:v>3046.06010350305</c:v>
                </c:pt>
                <c:pt idx="1038">
                  <c:v>3040.5681480169201</c:v>
                </c:pt>
                <c:pt idx="1039">
                  <c:v>3051.3596988826898</c:v>
                </c:pt>
                <c:pt idx="1040">
                  <c:v>3043.2598680593401</c:v>
                </c:pt>
                <c:pt idx="1041">
                  <c:v>3031.9234673357601</c:v>
                </c:pt>
                <c:pt idx="1042">
                  <c:v>3031.4106910563401</c:v>
                </c:pt>
                <c:pt idx="1043">
                  <c:v>3031.7599379009698</c:v>
                </c:pt>
                <c:pt idx="1044">
                  <c:v>3014.2925882206</c:v>
                </c:pt>
                <c:pt idx="1045">
                  <c:v>3005.0499142103699</c:v>
                </c:pt>
                <c:pt idx="1046">
                  <c:v>3010.9734985509899</c:v>
                </c:pt>
                <c:pt idx="1047">
                  <c:v>3016.2891478318902</c:v>
                </c:pt>
                <c:pt idx="1048">
                  <c:v>3013.0528410226002</c:v>
                </c:pt>
                <c:pt idx="1049">
                  <c:v>3007.7372509629799</c:v>
                </c:pt>
                <c:pt idx="1050">
                  <c:v>3029.3307288434798</c:v>
                </c:pt>
                <c:pt idx="1051">
                  <c:v>3042.29275051182</c:v>
                </c:pt>
                <c:pt idx="1052">
                  <c:v>3046.93372994422</c:v>
                </c:pt>
                <c:pt idx="1053">
                  <c:v>3050.3725139867402</c:v>
                </c:pt>
                <c:pt idx="1054">
                  <c:v>3046.0135822287798</c:v>
                </c:pt>
                <c:pt idx="1055">
                  <c:v>3043.6488640409102</c:v>
                </c:pt>
                <c:pt idx="1056">
                  <c:v>3046.4014400613</c:v>
                </c:pt>
                <c:pt idx="1057">
                  <c:v>3047.6819806992198</c:v>
                </c:pt>
                <c:pt idx="1058">
                  <c:v>3061.1758430148402</c:v>
                </c:pt>
                <c:pt idx="1059">
                  <c:v>3052.21747353515</c:v>
                </c:pt>
                <c:pt idx="1060">
                  <c:v>3047.8011191372998</c:v>
                </c:pt>
                <c:pt idx="1061">
                  <c:v>3051.1365905695102</c:v>
                </c:pt>
                <c:pt idx="1062">
                  <c:v>3049.2370673182099</c:v>
                </c:pt>
                <c:pt idx="1063">
                  <c:v>3044.6976798564601</c:v>
                </c:pt>
                <c:pt idx="1064">
                  <c:v>3056.9705764280102</c:v>
                </c:pt>
                <c:pt idx="1065">
                  <c:v>3086.8542904883002</c:v>
                </c:pt>
                <c:pt idx="1066">
                  <c:v>3076.9098154489302</c:v>
                </c:pt>
                <c:pt idx="1067">
                  <c:v>3085.2520873670201</c:v>
                </c:pt>
                <c:pt idx="1068">
                  <c:v>3074.1612527963498</c:v>
                </c:pt>
                <c:pt idx="1069">
                  <c:v>3090.4088506587</c:v>
                </c:pt>
                <c:pt idx="1070">
                  <c:v>3103.5459038041099</c:v>
                </c:pt>
                <c:pt idx="1071">
                  <c:v>3098.62040307084</c:v>
                </c:pt>
                <c:pt idx="1072">
                  <c:v>3110.40085552552</c:v>
                </c:pt>
                <c:pt idx="1073">
                  <c:v>3115.7886594865899</c:v>
                </c:pt>
                <c:pt idx="1074">
                  <c:v>3107.9006082664</c:v>
                </c:pt>
                <c:pt idx="1075">
                  <c:v>3092.3089461189102</c:v>
                </c:pt>
                <c:pt idx="1076">
                  <c:v>3105.2302172404302</c:v>
                </c:pt>
                <c:pt idx="1077">
                  <c:v>3108.8722779180098</c:v>
                </c:pt>
                <c:pt idx="1078">
                  <c:v>3121.1016644862402</c:v>
                </c:pt>
                <c:pt idx="1079">
                  <c:v>3126.4622033171199</c:v>
                </c:pt>
                <c:pt idx="1080">
                  <c:v>3121.82499259214</c:v>
                </c:pt>
                <c:pt idx="1081">
                  <c:v>3133.17563661443</c:v>
                </c:pt>
                <c:pt idx="1082">
                  <c:v>3127.8671338300901</c:v>
                </c:pt>
                <c:pt idx="1083">
                  <c:v>3129.4988681456198</c:v>
                </c:pt>
                <c:pt idx="1084">
                  <c:v>3142.9548599898098</c:v>
                </c:pt>
                <c:pt idx="1085">
                  <c:v>3143.4499890336501</c:v>
                </c:pt>
                <c:pt idx="1086">
                  <c:v>3143.47755576587</c:v>
                </c:pt>
                <c:pt idx="1087">
                  <c:v>3150.8910219977001</c:v>
                </c:pt>
                <c:pt idx="1088">
                  <c:v>3151.14906925891</c:v>
                </c:pt>
                <c:pt idx="1089">
                  <c:v>3147.0587128083298</c:v>
                </c:pt>
                <c:pt idx="1090">
                  <c:v>3155.9696922062799</c:v>
                </c:pt>
                <c:pt idx="1091">
                  <c:v>3160.0579843069199</c:v>
                </c:pt>
                <c:pt idx="1092">
                  <c:v>3157.2122035730399</c:v>
                </c:pt>
                <c:pt idx="1093">
                  <c:v>3150.18772593527</c:v>
                </c:pt>
                <c:pt idx="1094">
                  <c:v>3151.5134139829001</c:v>
                </c:pt>
                <c:pt idx="1095">
                  <c:v>3148.7815507422902</c:v>
                </c:pt>
                <c:pt idx="1096">
                  <c:v>3136.8098548814301</c:v>
                </c:pt>
                <c:pt idx="1097">
                  <c:v>3144.9794428883301</c:v>
                </c:pt>
                <c:pt idx="1098">
                  <c:v>3154.5817267042598</c:v>
                </c:pt>
                <c:pt idx="1099">
                  <c:v>3159.2289014031599</c:v>
                </c:pt>
                <c:pt idx="1100">
                  <c:v>3136.5299840760699</c:v>
                </c:pt>
                <c:pt idx="1101">
                  <c:v>3119.0065343395299</c:v>
                </c:pt>
                <c:pt idx="1102">
                  <c:v>3099.8102554822999</c:v>
                </c:pt>
                <c:pt idx="1103">
                  <c:v>3091.8818091508001</c:v>
                </c:pt>
                <c:pt idx="1104">
                  <c:v>3086.9420331773799</c:v>
                </c:pt>
                <c:pt idx="1105">
                  <c:v>3076.9840479797499</c:v>
                </c:pt>
                <c:pt idx="1106">
                  <c:v>3076.8977774301102</c:v>
                </c:pt>
                <c:pt idx="1107">
                  <c:v>3056.55508645188</c:v>
                </c:pt>
                <c:pt idx="1108">
                  <c:v>3047.72981328474</c:v>
                </c:pt>
                <c:pt idx="1109">
                  <c:v>3048.4942455321998</c:v>
                </c:pt>
                <c:pt idx="1110">
                  <c:v>3061.2050767887499</c:v>
                </c:pt>
                <c:pt idx="1111">
                  <c:v>3079.3405124094102</c:v>
                </c:pt>
                <c:pt idx="1112">
                  <c:v>3103.3910690788898</c:v>
                </c:pt>
                <c:pt idx="1113">
                  <c:v>3120.3693769474799</c:v>
                </c:pt>
                <c:pt idx="1114">
                  <c:v>3126.7056165600502</c:v>
                </c:pt>
                <c:pt idx="1115">
                  <c:v>3143.6945270372098</c:v>
                </c:pt>
                <c:pt idx="1116">
                  <c:v>3149.8745302927</c:v>
                </c:pt>
                <c:pt idx="1117">
                  <c:v>3150.5245040834802</c:v>
                </c:pt>
                <c:pt idx="1118">
                  <c:v>3143.2704247505899</c:v>
                </c:pt>
                <c:pt idx="1119">
                  <c:v>3125.3453111418798</c:v>
                </c:pt>
                <c:pt idx="1120">
                  <c:v>3106.5364646318899</c:v>
                </c:pt>
                <c:pt idx="1121">
                  <c:v>3110.68869190741</c:v>
                </c:pt>
                <c:pt idx="1122">
                  <c:v>3116.57121901235</c:v>
                </c:pt>
                <c:pt idx="1123">
                  <c:v>3115.4122851709299</c:v>
                </c:pt>
                <c:pt idx="1124">
                  <c:v>3109.4528504373802</c:v>
                </c:pt>
                <c:pt idx="1125">
                  <c:v>3102.38016017058</c:v>
                </c:pt>
                <c:pt idx="1126">
                  <c:v>3117.3080465943099</c:v>
                </c:pt>
                <c:pt idx="1127">
                  <c:v>3120.9256303688398</c:v>
                </c:pt>
                <c:pt idx="1128">
                  <c:v>3143.8623494663698</c:v>
                </c:pt>
                <c:pt idx="1129">
                  <c:v>3156.0118920465202</c:v>
                </c:pt>
                <c:pt idx="1130">
                  <c:v>3168.4581981712599</c:v>
                </c:pt>
                <c:pt idx="1131">
                  <c:v>3176.7842340157999</c:v>
                </c:pt>
                <c:pt idx="1132">
                  <c:v>3190.67744284127</c:v>
                </c:pt>
                <c:pt idx="1133">
                  <c:v>3206.8864097803198</c:v>
                </c:pt>
                <c:pt idx="1134">
                  <c:v>3197.4750269940901</c:v>
                </c:pt>
                <c:pt idx="1135">
                  <c:v>3190.9332043163599</c:v>
                </c:pt>
                <c:pt idx="1136">
                  <c:v>3198.6914367622499</c:v>
                </c:pt>
                <c:pt idx="1137">
                  <c:v>3211.6268071264099</c:v>
                </c:pt>
                <c:pt idx="1138">
                  <c:v>3204.3918502340498</c:v>
                </c:pt>
                <c:pt idx="1139">
                  <c:v>3228.2612802274898</c:v>
                </c:pt>
                <c:pt idx="1140">
                  <c:v>3254.1911678491001</c:v>
                </c:pt>
                <c:pt idx="1141">
                  <c:v>3241.97819993647</c:v>
                </c:pt>
                <c:pt idx="1142">
                  <c:v>3233.50712214331</c:v>
                </c:pt>
                <c:pt idx="1143">
                  <c:v>3240.3824552012502</c:v>
                </c:pt>
                <c:pt idx="1144">
                  <c:v>3257.86018168787</c:v>
                </c:pt>
                <c:pt idx="1145">
                  <c:v>3258.2931063619899</c:v>
                </c:pt>
                <c:pt idx="1146">
                  <c:v>3247.0108533920902</c:v>
                </c:pt>
                <c:pt idx="1147">
                  <c:v>3251.3710748938101</c:v>
                </c:pt>
                <c:pt idx="1148">
                  <c:v>3261.8376776663099</c:v>
                </c:pt>
                <c:pt idx="1149">
                  <c:v>3268.2840001855302</c:v>
                </c:pt>
                <c:pt idx="1150">
                  <c:v>3259.5917176647599</c:v>
                </c:pt>
                <c:pt idx="1151">
                  <c:v>3260.79746318764</c:v>
                </c:pt>
                <c:pt idx="1152">
                  <c:v>3267.3521200484702</c:v>
                </c:pt>
                <c:pt idx="1153">
                  <c:v>3268.4763722941402</c:v>
                </c:pt>
                <c:pt idx="1154">
                  <c:v>3265.95180247186</c:v>
                </c:pt>
                <c:pt idx="1155">
                  <c:v>3259.7021375629502</c:v>
                </c:pt>
                <c:pt idx="1156">
                  <c:v>3260.72838210087</c:v>
                </c:pt>
                <c:pt idx="1157">
                  <c:v>3264.1655533247999</c:v>
                </c:pt>
                <c:pt idx="1158">
                  <c:v>3265.80594961921</c:v>
                </c:pt>
                <c:pt idx="1159">
                  <c:v>3208.5681274623198</c:v>
                </c:pt>
                <c:pt idx="1160">
                  <c:v>3169.16575967789</c:v>
                </c:pt>
                <c:pt idx="1161">
                  <c:v>3200.7635425332701</c:v>
                </c:pt>
                <c:pt idx="1162">
                  <c:v>3185.14845625509</c:v>
                </c:pt>
                <c:pt idx="1163">
                  <c:v>3191.2548936666399</c:v>
                </c:pt>
                <c:pt idx="1164">
                  <c:v>3174.5904612750301</c:v>
                </c:pt>
                <c:pt idx="1165">
                  <c:v>3166.9839279126099</c:v>
                </c:pt>
                <c:pt idx="1166">
                  <c:v>3205.9687802835201</c:v>
                </c:pt>
                <c:pt idx="1167">
                  <c:v>3214.8612548056499</c:v>
                </c:pt>
                <c:pt idx="1168">
                  <c:v>3204.89256951571</c:v>
                </c:pt>
                <c:pt idx="1169">
                  <c:v>3257.1746544203302</c:v>
                </c:pt>
                <c:pt idx="1170">
                  <c:v>3300.5927433295701</c:v>
                </c:pt>
                <c:pt idx="1171">
                  <c:v>3273.3983330381702</c:v>
                </c:pt>
                <c:pt idx="1172">
                  <c:v>3285.5588816200102</c:v>
                </c:pt>
                <c:pt idx="1173">
                  <c:v>3281.6738640261001</c:v>
                </c:pt>
                <c:pt idx="1174">
                  <c:v>3284.18616430477</c:v>
                </c:pt>
                <c:pt idx="1175">
                  <c:v>3308.6458163857301</c:v>
                </c:pt>
                <c:pt idx="1176">
                  <c:v>3290.2525666183601</c:v>
                </c:pt>
                <c:pt idx="1177">
                  <c:v>3272.2058970406902</c:v>
                </c:pt>
                <c:pt idx="1178">
                  <c:v>3288.64317662647</c:v>
                </c:pt>
                <c:pt idx="1179">
                  <c:v>3291.60352937478</c:v>
                </c:pt>
                <c:pt idx="1180">
                  <c:v>3295.7157350267098</c:v>
                </c:pt>
                <c:pt idx="1181">
                  <c:v>3300.2160113221198</c:v>
                </c:pt>
                <c:pt idx="1182">
                  <c:v>3304.8460349126399</c:v>
                </c:pt>
                <c:pt idx="1183">
                  <c:v>3300.8443724099002</c:v>
                </c:pt>
                <c:pt idx="1184">
                  <c:v>3288.74055848846</c:v>
                </c:pt>
                <c:pt idx="1185">
                  <c:v>3313.26973177421</c:v>
                </c:pt>
                <c:pt idx="1186">
                  <c:v>3304.4101232497701</c:v>
                </c:pt>
                <c:pt idx="1187">
                  <c:v>3288.6154468438999</c:v>
                </c:pt>
                <c:pt idx="1188">
                  <c:v>3279.6847136469501</c:v>
                </c:pt>
                <c:pt idx="1189">
                  <c:v>3293.4109501570501</c:v>
                </c:pt>
                <c:pt idx="1190">
                  <c:v>3360.8468967222102</c:v>
                </c:pt>
                <c:pt idx="1191">
                  <c:v>3344.5581405961598</c:v>
                </c:pt>
                <c:pt idx="1192">
                  <c:v>3322.50121187484</c:v>
                </c:pt>
                <c:pt idx="1193">
                  <c:v>3354.0293856430199</c:v>
                </c:pt>
                <c:pt idx="1194">
                  <c:v>3367.91019570652</c:v>
                </c:pt>
                <c:pt idx="1195">
                  <c:v>3373.9252736846602</c:v>
                </c:pt>
                <c:pt idx="1196">
                  <c:v>3373.3456735139298</c:v>
                </c:pt>
                <c:pt idx="1197">
                  <c:v>3387.81502847095</c:v>
                </c:pt>
                <c:pt idx="1198">
                  <c:v>3358.2429334839499</c:v>
                </c:pt>
                <c:pt idx="1199">
                  <c:v>3375.27180797749</c:v>
                </c:pt>
                <c:pt idx="1200">
                  <c:v>3328.7835270893802</c:v>
                </c:pt>
                <c:pt idx="1201">
                  <c:v>3327.4695565577299</c:v>
                </c:pt>
                <c:pt idx="1202">
                  <c:v>3346.7587579617398</c:v>
                </c:pt>
                <c:pt idx="1203">
                  <c:v>3333.14235667097</c:v>
                </c:pt>
                <c:pt idx="1204">
                  <c:v>3354.8405733511599</c:v>
                </c:pt>
                <c:pt idx="1205">
                  <c:v>3333.7292183213499</c:v>
                </c:pt>
                <c:pt idx="1206">
                  <c:v>3328.7610648833002</c:v>
                </c:pt>
                <c:pt idx="1207">
                  <c:v>3353.0557807151199</c:v>
                </c:pt>
                <c:pt idx="1208">
                  <c:v>3396.3704378462699</c:v>
                </c:pt>
                <c:pt idx="1209">
                  <c:v>3404.9880112932001</c:v>
                </c:pt>
                <c:pt idx="1210">
                  <c:v>3414.3830341315702</c:v>
                </c:pt>
                <c:pt idx="1211">
                  <c:v>3430.8278049937298</c:v>
                </c:pt>
                <c:pt idx="1212">
                  <c:v>3417.1024440670199</c:v>
                </c:pt>
                <c:pt idx="1213">
                  <c:v>3391.4883868012798</c:v>
                </c:pt>
                <c:pt idx="1214">
                  <c:v>3376.5302902561498</c:v>
                </c:pt>
                <c:pt idx="1215">
                  <c:v>3350.2042405298298</c:v>
                </c:pt>
                <c:pt idx="1216">
                  <c:v>3344.7579455478699</c:v>
                </c:pt>
                <c:pt idx="1217">
                  <c:v>3351.3618763569102</c:v>
                </c:pt>
                <c:pt idx="1218">
                  <c:v>3342.94682608116</c:v>
                </c:pt>
                <c:pt idx="1219">
                  <c:v>3306.7600500867002</c:v>
                </c:pt>
                <c:pt idx="1220">
                  <c:v>3272.1275477743702</c:v>
                </c:pt>
                <c:pt idx="1221">
                  <c:v>3284.8342855143601</c:v>
                </c:pt>
                <c:pt idx="1222">
                  <c:v>3302.6345587707201</c:v>
                </c:pt>
                <c:pt idx="1223">
                  <c:v>3321.7243070889499</c:v>
                </c:pt>
                <c:pt idx="1224">
                  <c:v>3268.8297208519298</c:v>
                </c:pt>
                <c:pt idx="1225">
                  <c:v>3231.99911104394</c:v>
                </c:pt>
                <c:pt idx="1226">
                  <c:v>3270.2249509028302</c:v>
                </c:pt>
                <c:pt idx="1227">
                  <c:v>3287.54425942442</c:v>
                </c:pt>
                <c:pt idx="1228">
                  <c:v>3280.45774089715</c:v>
                </c:pt>
                <c:pt idx="1229">
                  <c:v>3263.4527058802</c:v>
                </c:pt>
                <c:pt idx="1230">
                  <c:v>3249.8063341674701</c:v>
                </c:pt>
                <c:pt idx="1231">
                  <c:v>3251.9005649988699</c:v>
                </c:pt>
                <c:pt idx="1232">
                  <c:v>3247.4340232945301</c:v>
                </c:pt>
                <c:pt idx="1233">
                  <c:v>3254.5038293144898</c:v>
                </c:pt>
                <c:pt idx="1234">
                  <c:v>3331.7341105471901</c:v>
                </c:pt>
                <c:pt idx="1235">
                  <c:v>3389.3785093198098</c:v>
                </c:pt>
                <c:pt idx="1236">
                  <c:v>3363.44133628086</c:v>
                </c:pt>
                <c:pt idx="1237">
                  <c:v>3340.7567789574</c:v>
                </c:pt>
                <c:pt idx="1238">
                  <c:v>3332.84792939621</c:v>
                </c:pt>
                <c:pt idx="1239">
                  <c:v>3336.8658483115601</c:v>
                </c:pt>
                <c:pt idx="1240">
                  <c:v>3360.9914772352399</c:v>
                </c:pt>
                <c:pt idx="1241">
                  <c:v>3370.0794871868902</c:v>
                </c:pt>
                <c:pt idx="1242">
                  <c:v>3368.4638104384599</c:v>
                </c:pt>
                <c:pt idx="1243">
                  <c:v>3360.6627239678301</c:v>
                </c:pt>
                <c:pt idx="1244">
                  <c:v>3349.7905120136902</c:v>
                </c:pt>
                <c:pt idx="1245">
                  <c:v>3354.85452471297</c:v>
                </c:pt>
                <c:pt idx="1246">
                  <c:v>3365.8381603974599</c:v>
                </c:pt>
                <c:pt idx="1247">
                  <c:v>3352.9110923518301</c:v>
                </c:pt>
                <c:pt idx="1248">
                  <c:v>3356.5216129082401</c:v>
                </c:pt>
                <c:pt idx="1249">
                  <c:v>3374.5241445618699</c:v>
                </c:pt>
                <c:pt idx="1250">
                  <c:v>3386.2946240774099</c:v>
                </c:pt>
                <c:pt idx="1251">
                  <c:v>3373.5630840649801</c:v>
                </c:pt>
                <c:pt idx="1252">
                  <c:v>3382.8462687210899</c:v>
                </c:pt>
                <c:pt idx="1253">
                  <c:v>3417.3867997372799</c:v>
                </c:pt>
                <c:pt idx="1254">
                  <c:v>3428.2454758025601</c:v>
                </c:pt>
                <c:pt idx="1255">
                  <c:v>3327.6126834668198</c:v>
                </c:pt>
                <c:pt idx="1256">
                  <c:v>3237.65032445306</c:v>
                </c:pt>
                <c:pt idx="1257">
                  <c:v>3367.9020029712001</c:v>
                </c:pt>
                <c:pt idx="1258">
                  <c:v>3416.3798138745601</c:v>
                </c:pt>
                <c:pt idx="1259">
                  <c:v>3389.5428323767401</c:v>
                </c:pt>
                <c:pt idx="1260">
                  <c:v>3353.4719746894002</c:v>
                </c:pt>
                <c:pt idx="1261">
                  <c:v>3383.7213738843402</c:v>
                </c:pt>
                <c:pt idx="1262">
                  <c:v>3427.1266552959501</c:v>
                </c:pt>
                <c:pt idx="1263">
                  <c:v>3406.2982023268401</c:v>
                </c:pt>
                <c:pt idx="1264">
                  <c:v>3378.4306967122502</c:v>
                </c:pt>
                <c:pt idx="1265">
                  <c:v>3468.5937297873802</c:v>
                </c:pt>
                <c:pt idx="1266">
                  <c:v>3556.4574612941901</c:v>
                </c:pt>
                <c:pt idx="1267">
                  <c:v>3459.05937015881</c:v>
                </c:pt>
                <c:pt idx="1268">
                  <c:v>3429.2093357574699</c:v>
                </c:pt>
                <c:pt idx="1269">
                  <c:v>3455.5509806683799</c:v>
                </c:pt>
                <c:pt idx="1270">
                  <c:v>3461.1812896804499</c:v>
                </c:pt>
                <c:pt idx="1271">
                  <c:v>3464.18756823889</c:v>
                </c:pt>
                <c:pt idx="1272">
                  <c:v>3438.2516432646898</c:v>
                </c:pt>
                <c:pt idx="1273">
                  <c:v>3428.8658369094101</c:v>
                </c:pt>
                <c:pt idx="1274">
                  <c:v>3460.0239000527799</c:v>
                </c:pt>
                <c:pt idx="1275">
                  <c:v>3483.5427140912998</c:v>
                </c:pt>
                <c:pt idx="1276">
                  <c:v>3480.4200036438601</c:v>
                </c:pt>
                <c:pt idx="1277">
                  <c:v>3476.4548813728402</c:v>
                </c:pt>
                <c:pt idx="1278">
                  <c:v>3488.2705592517</c:v>
                </c:pt>
                <c:pt idx="1279">
                  <c:v>3486.0820259140501</c:v>
                </c:pt>
                <c:pt idx="1280">
                  <c:v>3495.70318218087</c:v>
                </c:pt>
                <c:pt idx="1281">
                  <c:v>3504.8788608305799</c:v>
                </c:pt>
                <c:pt idx="1282">
                  <c:v>3480.1677562415198</c:v>
                </c:pt>
                <c:pt idx="1283">
                  <c:v>3486.68816173404</c:v>
                </c:pt>
                <c:pt idx="1284">
                  <c:v>3520.1942342645698</c:v>
                </c:pt>
                <c:pt idx="1285">
                  <c:v>3563.8849241909902</c:v>
                </c:pt>
                <c:pt idx="1286">
                  <c:v>3575.1642406348701</c:v>
                </c:pt>
                <c:pt idx="1287">
                  <c:v>3556.22042284386</c:v>
                </c:pt>
                <c:pt idx="1288">
                  <c:v>3485.2257088178098</c:v>
                </c:pt>
                <c:pt idx="1289">
                  <c:v>3501.06444901956</c:v>
                </c:pt>
                <c:pt idx="1290">
                  <c:v>3494.70764633614</c:v>
                </c:pt>
                <c:pt idx="1291">
                  <c:v>3510.8398333302998</c:v>
                </c:pt>
                <c:pt idx="1292">
                  <c:v>3590.1575347849798</c:v>
                </c:pt>
                <c:pt idx="1293">
                  <c:v>3546.7478921514498</c:v>
                </c:pt>
                <c:pt idx="1294">
                  <c:v>3506.5660759227399</c:v>
                </c:pt>
                <c:pt idx="1295">
                  <c:v>3462.06868342286</c:v>
                </c:pt>
                <c:pt idx="1296">
                  <c:v>3440.4287920250899</c:v>
                </c:pt>
                <c:pt idx="1297">
                  <c:v>3467.2577301789001</c:v>
                </c:pt>
                <c:pt idx="1298">
                  <c:v>3536.63421372321</c:v>
                </c:pt>
                <c:pt idx="1299">
                  <c:v>3547.1990444656699</c:v>
                </c:pt>
                <c:pt idx="1300">
                  <c:v>3544.6599590747301</c:v>
                </c:pt>
                <c:pt idx="1301">
                  <c:v>3518.2579620649899</c:v>
                </c:pt>
                <c:pt idx="1302">
                  <c:v>3483.3114223951002</c:v>
                </c:pt>
                <c:pt idx="1303">
                  <c:v>3561.6864579623598</c:v>
                </c:pt>
                <c:pt idx="1304">
                  <c:v>3517.8675799547</c:v>
                </c:pt>
                <c:pt idx="1305">
                  <c:v>3507.02848858585</c:v>
                </c:pt>
                <c:pt idx="1306">
                  <c:v>3568.3752988364299</c:v>
                </c:pt>
                <c:pt idx="1307">
                  <c:v>3548.9586654684799</c:v>
                </c:pt>
                <c:pt idx="1308">
                  <c:v>3528.38251009634</c:v>
                </c:pt>
                <c:pt idx="1309">
                  <c:v>3496.9340508710502</c:v>
                </c:pt>
                <c:pt idx="1310">
                  <c:v>3493.8920568923199</c:v>
                </c:pt>
                <c:pt idx="1311">
                  <c:v>3492.6190788713898</c:v>
                </c:pt>
                <c:pt idx="1312">
                  <c:v>3453.9971917513999</c:v>
                </c:pt>
                <c:pt idx="1313">
                  <c:v>3413.6029486918201</c:v>
                </c:pt>
                <c:pt idx="1314">
                  <c:v>3459.73493759435</c:v>
                </c:pt>
                <c:pt idx="1315">
                  <c:v>3474.0542758591801</c:v>
                </c:pt>
                <c:pt idx="1316">
                  <c:v>3442.1708208701298</c:v>
                </c:pt>
                <c:pt idx="1317">
                  <c:v>3431.1161515815302</c:v>
                </c:pt>
                <c:pt idx="1318">
                  <c:v>3421.8843504981101</c:v>
                </c:pt>
                <c:pt idx="1319">
                  <c:v>3449.38787033668</c:v>
                </c:pt>
                <c:pt idx="1320">
                  <c:v>3482.2112890376502</c:v>
                </c:pt>
                <c:pt idx="1321">
                  <c:v>3477.74800379099</c:v>
                </c:pt>
                <c:pt idx="1322">
                  <c:v>3456.68973296174</c:v>
                </c:pt>
                <c:pt idx="1323">
                  <c:v>3434.0961969970999</c:v>
                </c:pt>
                <c:pt idx="1324">
                  <c:v>3435.5158003039201</c:v>
                </c:pt>
                <c:pt idx="1325">
                  <c:v>3446.0625262796302</c:v>
                </c:pt>
                <c:pt idx="1326">
                  <c:v>3444.0783165941498</c:v>
                </c:pt>
                <c:pt idx="1327">
                  <c:v>3451.33273322082</c:v>
                </c:pt>
                <c:pt idx="1328">
                  <c:v>3463.8818559769202</c:v>
                </c:pt>
                <c:pt idx="1329">
                  <c:v>3455.43647813795</c:v>
                </c:pt>
                <c:pt idx="1330">
                  <c:v>3430.57730897699</c:v>
                </c:pt>
                <c:pt idx="1331">
                  <c:v>3444.85663197962</c:v>
                </c:pt>
                <c:pt idx="1332">
                  <c:v>3477.5882803777299</c:v>
                </c:pt>
                <c:pt idx="1333">
                  <c:v>3510.6683431813999</c:v>
                </c:pt>
                <c:pt idx="1334">
                  <c:v>3521.38383289587</c:v>
                </c:pt>
                <c:pt idx="1335">
                  <c:v>3511.6362178495101</c:v>
                </c:pt>
                <c:pt idx="1336">
                  <c:v>3513.8911717165201</c:v>
                </c:pt>
                <c:pt idx="1337">
                  <c:v>3524.78247336201</c:v>
                </c:pt>
                <c:pt idx="1338">
                  <c:v>3537.9140272176001</c:v>
                </c:pt>
                <c:pt idx="1339">
                  <c:v>3544.0825786311502</c:v>
                </c:pt>
                <c:pt idx="1340">
                  <c:v>3552.3671655629901</c:v>
                </c:pt>
                <c:pt idx="1341">
                  <c:v>3545.2334107486499</c:v>
                </c:pt>
                <c:pt idx="1342">
                  <c:v>3546.95896009442</c:v>
                </c:pt>
                <c:pt idx="1343">
                  <c:v>3563.1592332855598</c:v>
                </c:pt>
                <c:pt idx="1344">
                  <c:v>3559.1261063268198</c:v>
                </c:pt>
                <c:pt idx="1345">
                  <c:v>3557.6520077291598</c:v>
                </c:pt>
                <c:pt idx="1346">
                  <c:v>3568.5911154924902</c:v>
                </c:pt>
                <c:pt idx="1347">
                  <c:v>3575.2235590513101</c:v>
                </c:pt>
                <c:pt idx="1348">
                  <c:v>3551.23716380118</c:v>
                </c:pt>
                <c:pt idx="1349">
                  <c:v>3534.0108324396101</c:v>
                </c:pt>
                <c:pt idx="1350">
                  <c:v>3541.8048794233</c:v>
                </c:pt>
                <c:pt idx="1351">
                  <c:v>3550.69442738515</c:v>
                </c:pt>
                <c:pt idx="1352">
                  <c:v>3569.42913858973</c:v>
                </c:pt>
                <c:pt idx="1353">
                  <c:v>3563.0369177539701</c:v>
                </c:pt>
                <c:pt idx="1354">
                  <c:v>3566.1443323636599</c:v>
                </c:pt>
                <c:pt idx="1355">
                  <c:v>3571.6350129850298</c:v>
                </c:pt>
                <c:pt idx="1356">
                  <c:v>3575.5865551110801</c:v>
                </c:pt>
                <c:pt idx="1357">
                  <c:v>3577.3373936011999</c:v>
                </c:pt>
                <c:pt idx="1358">
                  <c:v>3583.9887868013602</c:v>
                </c:pt>
                <c:pt idx="1359">
                  <c:v>3605.67410275361</c:v>
                </c:pt>
                <c:pt idx="1360">
                  <c:v>3602.7962232590598</c:v>
                </c:pt>
                <c:pt idx="1361">
                  <c:v>3603.0846361706199</c:v>
                </c:pt>
                <c:pt idx="1362">
                  <c:v>3576.2388545011399</c:v>
                </c:pt>
                <c:pt idx="1363">
                  <c:v>3567.8249560028598</c:v>
                </c:pt>
                <c:pt idx="1364">
                  <c:v>3573.0491779788099</c:v>
                </c:pt>
                <c:pt idx="1365">
                  <c:v>3579.76859934292</c:v>
                </c:pt>
                <c:pt idx="1366">
                  <c:v>3583.6300755563002</c:v>
                </c:pt>
                <c:pt idx="1367">
                  <c:v>3582.8534466374799</c:v>
                </c:pt>
                <c:pt idx="1368">
                  <c:v>3589.5612691074298</c:v>
                </c:pt>
                <c:pt idx="1369">
                  <c:v>3587.891907965</c:v>
                </c:pt>
                <c:pt idx="1370">
                  <c:v>3592.9719538292202</c:v>
                </c:pt>
                <c:pt idx="1371">
                  <c:v>3596.5009367781799</c:v>
                </c:pt>
                <c:pt idx="1372">
                  <c:v>3593.4070650198901</c:v>
                </c:pt>
                <c:pt idx="1373">
                  <c:v>3597.1391851469398</c:v>
                </c:pt>
                <c:pt idx="1374">
                  <c:v>3605.8044888251102</c:v>
                </c:pt>
                <c:pt idx="1375">
                  <c:v>3616.0024220370601</c:v>
                </c:pt>
                <c:pt idx="1376">
                  <c:v>3614.3660205344499</c:v>
                </c:pt>
                <c:pt idx="1377">
                  <c:v>3604.0598053920398</c:v>
                </c:pt>
                <c:pt idx="1378">
                  <c:v>3558.74627210782</c:v>
                </c:pt>
                <c:pt idx="1379">
                  <c:v>3512.1241734683999</c:v>
                </c:pt>
                <c:pt idx="1380">
                  <c:v>3550.90123485195</c:v>
                </c:pt>
                <c:pt idx="1381">
                  <c:v>3582.6986955365001</c:v>
                </c:pt>
                <c:pt idx="1382">
                  <c:v>3584.23751330299</c:v>
                </c:pt>
                <c:pt idx="1383">
                  <c:v>3575.8151182094498</c:v>
                </c:pt>
                <c:pt idx="1384">
                  <c:v>3560.9509788784999</c:v>
                </c:pt>
                <c:pt idx="1385">
                  <c:v>3568.4746435260399</c:v>
                </c:pt>
                <c:pt idx="1386">
                  <c:v>3585.5461444090602</c:v>
                </c:pt>
                <c:pt idx="1387">
                  <c:v>3601.10404982604</c:v>
                </c:pt>
                <c:pt idx="1388">
                  <c:v>3642.75583866638</c:v>
                </c:pt>
                <c:pt idx="1389">
                  <c:v>3677.8452521731401</c:v>
                </c:pt>
                <c:pt idx="1390">
                  <c:v>3662.20676526535</c:v>
                </c:pt>
                <c:pt idx="1391">
                  <c:v>3635.6442711314398</c:v>
                </c:pt>
                <c:pt idx="1392">
                  <c:v>3638.2556167279899</c:v>
                </c:pt>
                <c:pt idx="1393">
                  <c:v>3637.5866644027501</c:v>
                </c:pt>
                <c:pt idx="1394">
                  <c:v>3655.7026692593599</c:v>
                </c:pt>
                <c:pt idx="1395">
                  <c:v>3656.5325671585601</c:v>
                </c:pt>
                <c:pt idx="1396">
                  <c:v>3649.0662411725798</c:v>
                </c:pt>
                <c:pt idx="1397">
                  <c:v>3652.54889875763</c:v>
                </c:pt>
                <c:pt idx="1398">
                  <c:v>3667.45299435078</c:v>
                </c:pt>
                <c:pt idx="1399">
                  <c:v>3683.9912666545201</c:v>
                </c:pt>
                <c:pt idx="1400">
                  <c:v>3676.0594665787698</c:v>
                </c:pt>
                <c:pt idx="1401">
                  <c:v>3674.2006496443601</c:v>
                </c:pt>
                <c:pt idx="1402">
                  <c:v>3681.4001081132401</c:v>
                </c:pt>
                <c:pt idx="1403">
                  <c:v>3681.28682921267</c:v>
                </c:pt>
                <c:pt idx="1404">
                  <c:v>3677.16291986328</c:v>
                </c:pt>
                <c:pt idx="1405">
                  <c:v>3672.67433811912</c:v>
                </c:pt>
                <c:pt idx="1406">
                  <c:v>3671.32769109027</c:v>
                </c:pt>
                <c:pt idx="1407">
                  <c:v>3670.7572386770798</c:v>
                </c:pt>
                <c:pt idx="1408">
                  <c:v>3668.4674508183998</c:v>
                </c:pt>
                <c:pt idx="1409">
                  <c:v>3671.0713326948398</c:v>
                </c:pt>
                <c:pt idx="1410">
                  <c:v>3675.3578767929998</c:v>
                </c:pt>
                <c:pt idx="1411">
                  <c:v>3677.9869742014598</c:v>
                </c:pt>
                <c:pt idx="1412">
                  <c:v>3670.1866497678702</c:v>
                </c:pt>
                <c:pt idx="1413">
                  <c:v>3662.9051145501899</c:v>
                </c:pt>
                <c:pt idx="1414">
                  <c:v>3662.5508561329002</c:v>
                </c:pt>
                <c:pt idx="1415">
                  <c:v>3679.4664234761599</c:v>
                </c:pt>
                <c:pt idx="1416">
                  <c:v>3695.9712734683199</c:v>
                </c:pt>
                <c:pt idx="1417">
                  <c:v>3715.0547552653702</c:v>
                </c:pt>
                <c:pt idx="1418">
                  <c:v>3721.4923946906501</c:v>
                </c:pt>
                <c:pt idx="1419">
                  <c:v>3706.3235717050502</c:v>
                </c:pt>
                <c:pt idx="1420">
                  <c:v>3701.7878544476298</c:v>
                </c:pt>
                <c:pt idx="1421">
                  <c:v>3703.2997507239202</c:v>
                </c:pt>
                <c:pt idx="1422">
                  <c:v>3701.7596728711401</c:v>
                </c:pt>
                <c:pt idx="1423">
                  <c:v>3716.7742835538602</c:v>
                </c:pt>
                <c:pt idx="1424">
                  <c:v>3728.0541926625801</c:v>
                </c:pt>
                <c:pt idx="1425">
                  <c:v>3727.7303343009098</c:v>
                </c:pt>
                <c:pt idx="1426">
                  <c:v>3713.1292335324802</c:v>
                </c:pt>
                <c:pt idx="1427">
                  <c:v>3679.6169524729999</c:v>
                </c:pt>
                <c:pt idx="1428">
                  <c:v>3689.3110579942199</c:v>
                </c:pt>
                <c:pt idx="1429">
                  <c:v>3703.5006345545899</c:v>
                </c:pt>
                <c:pt idx="1430">
                  <c:v>3693.6236232508099</c:v>
                </c:pt>
                <c:pt idx="1431">
                  <c:v>3690.1122311896002</c:v>
                </c:pt>
                <c:pt idx="1432">
                  <c:v>3727.6423210001499</c:v>
                </c:pt>
                <c:pt idx="1433">
                  <c:v>3731.5025538827399</c:v>
                </c:pt>
                <c:pt idx="1434">
                  <c:v>3705.3837173777301</c:v>
                </c:pt>
                <c:pt idx="1435">
                  <c:v>3681.6426770982598</c:v>
                </c:pt>
                <c:pt idx="1436">
                  <c:v>3665.9202053979998</c:v>
                </c:pt>
                <c:pt idx="1437">
                  <c:v>3661.7482180544798</c:v>
                </c:pt>
                <c:pt idx="1438">
                  <c:v>3637.0025335288801</c:v>
                </c:pt>
                <c:pt idx="1439">
                  <c:v>3636.73908220044</c:v>
                </c:pt>
                <c:pt idx="1440">
                  <c:v>3633.3874552473899</c:v>
                </c:pt>
                <c:pt idx="1441">
                  <c:v>3611.5322308845698</c:v>
                </c:pt>
                <c:pt idx="1442">
                  <c:v>3584.7844881349301</c:v>
                </c:pt>
                <c:pt idx="1443">
                  <c:v>3554.6839591061198</c:v>
                </c:pt>
                <c:pt idx="1444">
                  <c:v>3587.8880511419502</c:v>
                </c:pt>
                <c:pt idx="1445">
                  <c:v>3620.8907179327198</c:v>
                </c:pt>
                <c:pt idx="1446">
                  <c:v>3616.02779707634</c:v>
                </c:pt>
                <c:pt idx="1447">
                  <c:v>3616.7386659997101</c:v>
                </c:pt>
                <c:pt idx="1448">
                  <c:v>3662.6795891604302</c:v>
                </c:pt>
                <c:pt idx="1449">
                  <c:v>3695.9406676711001</c:v>
                </c:pt>
                <c:pt idx="1450">
                  <c:v>3699.53521187455</c:v>
                </c:pt>
                <c:pt idx="1451">
                  <c:v>3720.6077705524599</c:v>
                </c:pt>
                <c:pt idx="1452">
                  <c:v>3724.15021250273</c:v>
                </c:pt>
                <c:pt idx="1453">
                  <c:v>3670.9101728298501</c:v>
                </c:pt>
                <c:pt idx="1454">
                  <c:v>3582.99622761517</c:v>
                </c:pt>
                <c:pt idx="1455">
                  <c:v>3618.20024548737</c:v>
                </c:pt>
                <c:pt idx="1456">
                  <c:v>3689.05274929397</c:v>
                </c:pt>
                <c:pt idx="1457">
                  <c:v>3705.4639903176699</c:v>
                </c:pt>
                <c:pt idx="1458">
                  <c:v>3652.6477983807399</c:v>
                </c:pt>
                <c:pt idx="1459">
                  <c:v>3626.2005997926799</c:v>
                </c:pt>
                <c:pt idx="1460">
                  <c:v>3645.4479596204601</c:v>
                </c:pt>
                <c:pt idx="1461">
                  <c:v>3646.0343937728499</c:v>
                </c:pt>
                <c:pt idx="1462">
                  <c:v>3644.02820689392</c:v>
                </c:pt>
                <c:pt idx="1463">
                  <c:v>3721.09419875393</c:v>
                </c:pt>
                <c:pt idx="1464">
                  <c:v>3801.7280025065202</c:v>
                </c:pt>
                <c:pt idx="1465">
                  <c:v>3754.61220596773</c:v>
                </c:pt>
                <c:pt idx="1466">
                  <c:v>3720.85111040941</c:v>
                </c:pt>
                <c:pt idx="1467">
                  <c:v>3732.50148349031</c:v>
                </c:pt>
                <c:pt idx="1468">
                  <c:v>3745.9581731844801</c:v>
                </c:pt>
                <c:pt idx="1469">
                  <c:v>3756.39179485145</c:v>
                </c:pt>
                <c:pt idx="1470">
                  <c:v>3746.96301938635</c:v>
                </c:pt>
                <c:pt idx="1471">
                  <c:v>3748.4166342554299</c:v>
                </c:pt>
                <c:pt idx="1472">
                  <c:v>3763.13815202569</c:v>
                </c:pt>
                <c:pt idx="1473">
                  <c:v>3743.0886677835601</c:v>
                </c:pt>
                <c:pt idx="1474">
                  <c:v>3721.7940145337502</c:v>
                </c:pt>
                <c:pt idx="1475">
                  <c:v>3714.2713343067599</c:v>
                </c:pt>
                <c:pt idx="1476">
                  <c:v>3735.7472546850299</c:v>
                </c:pt>
                <c:pt idx="1477">
                  <c:v>3737.6197491871699</c:v>
                </c:pt>
                <c:pt idx="1478">
                  <c:v>3714.5056120238</c:v>
                </c:pt>
                <c:pt idx="1479">
                  <c:v>3730.3942740894799</c:v>
                </c:pt>
                <c:pt idx="1480">
                  <c:v>3746.4144685055899</c:v>
                </c:pt>
                <c:pt idx="1481">
                  <c:v>3743.6324728690101</c:v>
                </c:pt>
                <c:pt idx="1482">
                  <c:v>3724.1932997239401</c:v>
                </c:pt>
                <c:pt idx="1483">
                  <c:v>3748.6732106896602</c:v>
                </c:pt>
                <c:pt idx="1484">
                  <c:v>3772.7215645773799</c:v>
                </c:pt>
                <c:pt idx="1485">
                  <c:v>3768.7788579967801</c:v>
                </c:pt>
                <c:pt idx="1486">
                  <c:v>3743.1420022686102</c:v>
                </c:pt>
                <c:pt idx="1487">
                  <c:v>3747.1831823678999</c:v>
                </c:pt>
                <c:pt idx="1488">
                  <c:v>3771.1304860458699</c:v>
                </c:pt>
                <c:pt idx="1489">
                  <c:v>3753.8132758454899</c:v>
                </c:pt>
                <c:pt idx="1490">
                  <c:v>3736.0078845176499</c:v>
                </c:pt>
                <c:pt idx="1491">
                  <c:v>3738.0041234550999</c:v>
                </c:pt>
                <c:pt idx="1492">
                  <c:v>3741.1951651733002</c:v>
                </c:pt>
                <c:pt idx="1493">
                  <c:v>3751.6001908942599</c:v>
                </c:pt>
                <c:pt idx="1494">
                  <c:v>3755.6662559397</c:v>
                </c:pt>
                <c:pt idx="1495">
                  <c:v>3762.0447958015502</c:v>
                </c:pt>
                <c:pt idx="1496">
                  <c:v>3768.9696674007</c:v>
                </c:pt>
                <c:pt idx="1497">
                  <c:v>3773.6021673824998</c:v>
                </c:pt>
                <c:pt idx="1498">
                  <c:v>3773.7874992101301</c:v>
                </c:pt>
                <c:pt idx="1499">
                  <c:v>3766.9373951591901</c:v>
                </c:pt>
                <c:pt idx="1500">
                  <c:v>3771.23001518204</c:v>
                </c:pt>
                <c:pt idx="1501">
                  <c:v>3783.7325318161102</c:v>
                </c:pt>
                <c:pt idx="1502">
                  <c:v>3790.98372481349</c:v>
                </c:pt>
                <c:pt idx="1503">
                  <c:v>3780.7033103665899</c:v>
                </c:pt>
                <c:pt idx="1504">
                  <c:v>3802.2383536601601</c:v>
                </c:pt>
                <c:pt idx="1505">
                  <c:v>3824.50304572705</c:v>
                </c:pt>
                <c:pt idx="1506">
                  <c:v>3803.9212850551899</c:v>
                </c:pt>
                <c:pt idx="1507">
                  <c:v>3800.8670044417399</c:v>
                </c:pt>
                <c:pt idx="1508">
                  <c:v>3796.5016920767298</c:v>
                </c:pt>
                <c:pt idx="1509">
                  <c:v>3792.34470188468</c:v>
                </c:pt>
                <c:pt idx="1510">
                  <c:v>3800.54322935544</c:v>
                </c:pt>
                <c:pt idx="1511">
                  <c:v>3796.77271476328</c:v>
                </c:pt>
                <c:pt idx="1512">
                  <c:v>3802.0424555517602</c:v>
                </c:pt>
                <c:pt idx="1513">
                  <c:v>3811.9241884509302</c:v>
                </c:pt>
                <c:pt idx="1514">
                  <c:v>3791.1778067566602</c:v>
                </c:pt>
                <c:pt idx="1515">
                  <c:v>3772.45975079358</c:v>
                </c:pt>
                <c:pt idx="1516">
                  <c:v>3801.5404494784002</c:v>
                </c:pt>
                <c:pt idx="1517">
                  <c:v>3703.4629577926999</c:v>
                </c:pt>
                <c:pt idx="1518">
                  <c:v>3615.4441078465202</c:v>
                </c:pt>
                <c:pt idx="1519">
                  <c:v>3707.42116898317</c:v>
                </c:pt>
                <c:pt idx="1520">
                  <c:v>3770.2439463128499</c:v>
                </c:pt>
                <c:pt idx="1521">
                  <c:v>3754.7402308655801</c:v>
                </c:pt>
                <c:pt idx="1522">
                  <c:v>3726.7451449987998</c:v>
                </c:pt>
                <c:pt idx="1523">
                  <c:v>3718.8796415062302</c:v>
                </c:pt>
                <c:pt idx="1524">
                  <c:v>3731.7086515604401</c:v>
                </c:pt>
                <c:pt idx="1525">
                  <c:v>3733.42803970572</c:v>
                </c:pt>
                <c:pt idx="1526">
                  <c:v>3718.4189265892101</c:v>
                </c:pt>
                <c:pt idx="1527">
                  <c:v>3811.5570109862902</c:v>
                </c:pt>
                <c:pt idx="1528">
                  <c:v>3913.1542073738401</c:v>
                </c:pt>
                <c:pt idx="1529">
                  <c:v>3839.98916211908</c:v>
                </c:pt>
                <c:pt idx="1530">
                  <c:v>3779.31775056473</c:v>
                </c:pt>
                <c:pt idx="1531">
                  <c:v>3781.1893918444898</c:v>
                </c:pt>
                <c:pt idx="1532">
                  <c:v>3756.0992720291702</c:v>
                </c:pt>
                <c:pt idx="1533">
                  <c:v>3764.6442489569699</c:v>
                </c:pt>
                <c:pt idx="1534">
                  <c:v>3763.1792681666798</c:v>
                </c:pt>
                <c:pt idx="1535">
                  <c:v>3755.6430791307798</c:v>
                </c:pt>
                <c:pt idx="1536">
                  <c:v>3738.2151519766398</c:v>
                </c:pt>
                <c:pt idx="1537">
                  <c:v>3729.0495427711899</c:v>
                </c:pt>
                <c:pt idx="1538">
                  <c:v>3744.76050453895</c:v>
                </c:pt>
                <c:pt idx="1539">
                  <c:v>3764.7507206954801</c:v>
                </c:pt>
                <c:pt idx="1540">
                  <c:v>3745.3495419033102</c:v>
                </c:pt>
                <c:pt idx="1541">
                  <c:v>3748.1698580163002</c:v>
                </c:pt>
                <c:pt idx="1542">
                  <c:v>3784.5036508859498</c:v>
                </c:pt>
                <c:pt idx="1543">
                  <c:v>3790.8542728098801</c:v>
                </c:pt>
                <c:pt idx="1544">
                  <c:v>3790.8958729043302</c:v>
                </c:pt>
                <c:pt idx="1545">
                  <c:v>3793.0208358444102</c:v>
                </c:pt>
                <c:pt idx="1546">
                  <c:v>3818.17170092582</c:v>
                </c:pt>
                <c:pt idx="1547">
                  <c:v>3834.9724386256898</c:v>
                </c:pt>
                <c:pt idx="1548">
                  <c:v>3821.5301061166301</c:v>
                </c:pt>
                <c:pt idx="1549">
                  <c:v>3810.26679002843</c:v>
                </c:pt>
                <c:pt idx="1550">
                  <c:v>3825.1585471500798</c:v>
                </c:pt>
                <c:pt idx="1551">
                  <c:v>3824.4982658778399</c:v>
                </c:pt>
                <c:pt idx="1552">
                  <c:v>3825.9178143993299</c:v>
                </c:pt>
                <c:pt idx="1553">
                  <c:v>3828.0511020755498</c:v>
                </c:pt>
                <c:pt idx="1554">
                  <c:v>3827.9638456439998</c:v>
                </c:pt>
                <c:pt idx="1555">
                  <c:v>3840.7793663638099</c:v>
                </c:pt>
                <c:pt idx="1556">
                  <c:v>3846.6313234787299</c:v>
                </c:pt>
                <c:pt idx="1557">
                  <c:v>3844.9165804590102</c:v>
                </c:pt>
                <c:pt idx="1558">
                  <c:v>3836.0031062724102</c:v>
                </c:pt>
                <c:pt idx="1559">
                  <c:v>3836.6068236234</c:v>
                </c:pt>
                <c:pt idx="1560">
                  <c:v>3846.2914985553298</c:v>
                </c:pt>
                <c:pt idx="1561">
                  <c:v>3849.42262458511</c:v>
                </c:pt>
                <c:pt idx="1562">
                  <c:v>3866.8227520933801</c:v>
                </c:pt>
                <c:pt idx="1563">
                  <c:v>3877.7769448878998</c:v>
                </c:pt>
                <c:pt idx="1564">
                  <c:v>3891.404846165</c:v>
                </c:pt>
                <c:pt idx="1565">
                  <c:v>3870.0339040004701</c:v>
                </c:pt>
                <c:pt idx="1566">
                  <c:v>3866.9270249443598</c:v>
                </c:pt>
                <c:pt idx="1567">
                  <c:v>3881.1215487293698</c:v>
                </c:pt>
                <c:pt idx="1568">
                  <c:v>3905.48617183742</c:v>
                </c:pt>
                <c:pt idx="1569">
                  <c:v>3915.6021263428702</c:v>
                </c:pt>
                <c:pt idx="1570">
                  <c:v>3914.8122550878402</c:v>
                </c:pt>
                <c:pt idx="1571">
                  <c:v>3931.5495650728399</c:v>
                </c:pt>
                <c:pt idx="1572">
                  <c:v>3912.7696777024798</c:v>
                </c:pt>
                <c:pt idx="1573">
                  <c:v>3912.4468739245899</c:v>
                </c:pt>
                <c:pt idx="1574">
                  <c:v>3914.2835454238202</c:v>
                </c:pt>
                <c:pt idx="1575">
                  <c:v>3937.9628437669098</c:v>
                </c:pt>
                <c:pt idx="1576">
                  <c:v>3940.7536577107198</c:v>
                </c:pt>
                <c:pt idx="1577">
                  <c:v>3935.5121755987998</c:v>
                </c:pt>
                <c:pt idx="1578">
                  <c:v>3927.1850406427502</c:v>
                </c:pt>
                <c:pt idx="1579">
                  <c:v>3918.2304234104399</c:v>
                </c:pt>
                <c:pt idx="1580">
                  <c:v>3924.11524254817</c:v>
                </c:pt>
                <c:pt idx="1581">
                  <c:v>3924.9368601228598</c:v>
                </c:pt>
                <c:pt idx="1582">
                  <c:v>3931.9373925068398</c:v>
                </c:pt>
                <c:pt idx="1583">
                  <c:v>3927.47700080083</c:v>
                </c:pt>
                <c:pt idx="1584">
                  <c:v>3921.9518982549098</c:v>
                </c:pt>
                <c:pt idx="1585">
                  <c:v>3924.47837503351</c:v>
                </c:pt>
                <c:pt idx="1586">
                  <c:v>3924.2351141478498</c:v>
                </c:pt>
                <c:pt idx="1587">
                  <c:v>3937.0409834636898</c:v>
                </c:pt>
                <c:pt idx="1588">
                  <c:v>3946.6886026435</c:v>
                </c:pt>
                <c:pt idx="1589">
                  <c:v>3931.1709080437499</c:v>
                </c:pt>
                <c:pt idx="1590">
                  <c:v>3942.8872296200002</c:v>
                </c:pt>
                <c:pt idx="1591">
                  <c:v>3946.4382865221601</c:v>
                </c:pt>
                <c:pt idx="1592">
                  <c:v>3953.4452731088199</c:v>
                </c:pt>
                <c:pt idx="1593">
                  <c:v>3960.2173697103999</c:v>
                </c:pt>
                <c:pt idx="1594">
                  <c:v>3949.88909917411</c:v>
                </c:pt>
                <c:pt idx="1595">
                  <c:v>3970.4937578649801</c:v>
                </c:pt>
                <c:pt idx="1596">
                  <c:v>3967.8061312472701</c:v>
                </c:pt>
                <c:pt idx="1597">
                  <c:v>3942.52469549026</c:v>
                </c:pt>
                <c:pt idx="1598">
                  <c:v>3926.0649505154101</c:v>
                </c:pt>
                <c:pt idx="1599">
                  <c:v>3955.84629384755</c:v>
                </c:pt>
                <c:pt idx="1600">
                  <c:v>3956.74880173153</c:v>
                </c:pt>
                <c:pt idx="1601">
                  <c:v>3964.4546480987601</c:v>
                </c:pt>
                <c:pt idx="1602">
                  <c:v>3957.7258594770101</c:v>
                </c:pt>
                <c:pt idx="1603">
                  <c:v>3952.4949730837802</c:v>
                </c:pt>
                <c:pt idx="1604">
                  <c:v>3962.8265984388399</c:v>
                </c:pt>
                <c:pt idx="1605">
                  <c:v>3958.4578329943902</c:v>
                </c:pt>
                <c:pt idx="1606">
                  <c:v>3957.5657283558999</c:v>
                </c:pt>
                <c:pt idx="1607">
                  <c:v>3975.9369600141399</c:v>
                </c:pt>
                <c:pt idx="1608">
                  <c:v>3972.49054935102</c:v>
                </c:pt>
                <c:pt idx="1609">
                  <c:v>3942.5925361814102</c:v>
                </c:pt>
                <c:pt idx="1610">
                  <c:v>3939.53546711834</c:v>
                </c:pt>
                <c:pt idx="1611">
                  <c:v>3939.75832309302</c:v>
                </c:pt>
                <c:pt idx="1612">
                  <c:v>3932.64902418881</c:v>
                </c:pt>
                <c:pt idx="1613">
                  <c:v>3917.6006273903099</c:v>
                </c:pt>
                <c:pt idx="1614">
                  <c:v>3902.0825656942998</c:v>
                </c:pt>
                <c:pt idx="1615">
                  <c:v>3899.4808229970699</c:v>
                </c:pt>
                <c:pt idx="1616">
                  <c:v>3906.4716946932699</c:v>
                </c:pt>
                <c:pt idx="1617">
                  <c:v>3888.82330801321</c:v>
                </c:pt>
                <c:pt idx="1618">
                  <c:v>3894.8463788136801</c:v>
                </c:pt>
                <c:pt idx="1619">
                  <c:v>3928.3761019311901</c:v>
                </c:pt>
                <c:pt idx="1620">
                  <c:v>3928.2276346623398</c:v>
                </c:pt>
                <c:pt idx="1621">
                  <c:v>3903.54216185311</c:v>
                </c:pt>
                <c:pt idx="1622">
                  <c:v>3917.8893782445102</c:v>
                </c:pt>
                <c:pt idx="1623">
                  <c:v>3927.2928964542598</c:v>
                </c:pt>
                <c:pt idx="1624">
                  <c:v>3927.8293166561698</c:v>
                </c:pt>
                <c:pt idx="1625">
                  <c:v>3939.2928987678501</c:v>
                </c:pt>
                <c:pt idx="1626">
                  <c:v>3919.55104060963</c:v>
                </c:pt>
                <c:pt idx="1627">
                  <c:v>3952.69056101345</c:v>
                </c:pt>
                <c:pt idx="1628">
                  <c:v>3954.33615526724</c:v>
                </c:pt>
                <c:pt idx="1629">
                  <c:v>3925.7100098053302</c:v>
                </c:pt>
                <c:pt idx="1630">
                  <c:v>3913.8175738796799</c:v>
                </c:pt>
                <c:pt idx="1631">
                  <c:v>3929.2236614229701</c:v>
                </c:pt>
                <c:pt idx="1632">
                  <c:v>3930.16823149319</c:v>
                </c:pt>
                <c:pt idx="1633">
                  <c:v>3934.71132640102</c:v>
                </c:pt>
                <c:pt idx="1634">
                  <c:v>3946.8212969619899</c:v>
                </c:pt>
                <c:pt idx="1635">
                  <c:v>3944.7792832067698</c:v>
                </c:pt>
                <c:pt idx="1636">
                  <c:v>3957.0893244080798</c:v>
                </c:pt>
                <c:pt idx="1637">
                  <c:v>3937.4574144704102</c:v>
                </c:pt>
                <c:pt idx="1638">
                  <c:v>3939.0401151127298</c:v>
                </c:pt>
                <c:pt idx="1639">
                  <c:v>3960.1484051515399</c:v>
                </c:pt>
                <c:pt idx="1640">
                  <c:v>3970.1891368393199</c:v>
                </c:pt>
                <c:pt idx="1641">
                  <c:v>3978.1620176118099</c:v>
                </c:pt>
                <c:pt idx="1642">
                  <c:v>3977.9301384898699</c:v>
                </c:pt>
                <c:pt idx="1643">
                  <c:v>3964.4974237853999</c:v>
                </c:pt>
                <c:pt idx="1644">
                  <c:v>3972.17148175795</c:v>
                </c:pt>
                <c:pt idx="1645">
                  <c:v>3977.8483881894799</c:v>
                </c:pt>
                <c:pt idx="1646">
                  <c:v>3980.4729364209602</c:v>
                </c:pt>
                <c:pt idx="1647">
                  <c:v>3992.8681190967</c:v>
                </c:pt>
                <c:pt idx="1648">
                  <c:v>3997.2984602915899</c:v>
                </c:pt>
                <c:pt idx="1649">
                  <c:v>4003.8204448943102</c:v>
                </c:pt>
                <c:pt idx="1650">
                  <c:v>3986.75254602425</c:v>
                </c:pt>
                <c:pt idx="1651">
                  <c:v>3981.8874352103098</c:v>
                </c:pt>
                <c:pt idx="1652">
                  <c:v>3992.8258926223598</c:v>
                </c:pt>
                <c:pt idx="1653">
                  <c:v>4021.4243569621499</c:v>
                </c:pt>
                <c:pt idx="1654">
                  <c:v>3998.9223096011101</c:v>
                </c:pt>
                <c:pt idx="1655">
                  <c:v>3990.5721733119999</c:v>
                </c:pt>
                <c:pt idx="1656">
                  <c:v>3991.84834938738</c:v>
                </c:pt>
                <c:pt idx="1657">
                  <c:v>3979.5945504138799</c:v>
                </c:pt>
                <c:pt idx="1658">
                  <c:v>3984.4442007416001</c:v>
                </c:pt>
                <c:pt idx="1659">
                  <c:v>3984.3473055771901</c:v>
                </c:pt>
                <c:pt idx="1660">
                  <c:v>3996.3074908000999</c:v>
                </c:pt>
                <c:pt idx="1661">
                  <c:v>3990.3597280968802</c:v>
                </c:pt>
                <c:pt idx="1662">
                  <c:v>3984.1014188131699</c:v>
                </c:pt>
                <c:pt idx="1663">
                  <c:v>3978.7175741869</c:v>
                </c:pt>
                <c:pt idx="1664">
                  <c:v>4002.4512100622301</c:v>
                </c:pt>
                <c:pt idx="1665">
                  <c:v>4003.3009076672201</c:v>
                </c:pt>
                <c:pt idx="1666">
                  <c:v>4000.5892688203699</c:v>
                </c:pt>
                <c:pt idx="1667">
                  <c:v>4021.5468520920999</c:v>
                </c:pt>
                <c:pt idx="1668">
                  <c:v>4028.3604971407799</c:v>
                </c:pt>
                <c:pt idx="1669">
                  <c:v>4031.5718848471001</c:v>
                </c:pt>
                <c:pt idx="1670">
                  <c:v>4032.3891826305799</c:v>
                </c:pt>
                <c:pt idx="1671">
                  <c:v>4032.9067947605399</c:v>
                </c:pt>
                <c:pt idx="1672">
                  <c:v>4026.3818472417602</c:v>
                </c:pt>
                <c:pt idx="1673">
                  <c:v>4013.2292230069102</c:v>
                </c:pt>
                <c:pt idx="1674">
                  <c:v>3968.7985845093899</c:v>
                </c:pt>
                <c:pt idx="1675">
                  <c:v>3949.3671551093098</c:v>
                </c:pt>
                <c:pt idx="1676">
                  <c:v>3978.2878229417202</c:v>
                </c:pt>
                <c:pt idx="1677">
                  <c:v>3935.78570161163</c:v>
                </c:pt>
                <c:pt idx="1678">
                  <c:v>3902.1281471543298</c:v>
                </c:pt>
                <c:pt idx="1679">
                  <c:v>3909.6129252987598</c:v>
                </c:pt>
                <c:pt idx="1680">
                  <c:v>3927.64958168865</c:v>
                </c:pt>
                <c:pt idx="1681">
                  <c:v>3935.6954429336001</c:v>
                </c:pt>
                <c:pt idx="1682">
                  <c:v>3915.3758372800598</c:v>
                </c:pt>
                <c:pt idx="1683">
                  <c:v>3940.0327096093001</c:v>
                </c:pt>
                <c:pt idx="1684">
                  <c:v>3985.52469656528</c:v>
                </c:pt>
                <c:pt idx="1685">
                  <c:v>3998.4766963873599</c:v>
                </c:pt>
                <c:pt idx="1686">
                  <c:v>3968.1224477423598</c:v>
                </c:pt>
                <c:pt idx="1687">
                  <c:v>4021.0711626319198</c:v>
                </c:pt>
                <c:pt idx="1688">
                  <c:v>4055.1181659705298</c:v>
                </c:pt>
                <c:pt idx="1689">
                  <c:v>4030.8379268189501</c:v>
                </c:pt>
                <c:pt idx="1690">
                  <c:v>4034.7527444714701</c:v>
                </c:pt>
                <c:pt idx="1691">
                  <c:v>4053.5380351622098</c:v>
                </c:pt>
                <c:pt idx="1692">
                  <c:v>4074.8528136268901</c:v>
                </c:pt>
                <c:pt idx="1693">
                  <c:v>4060.8033369436598</c:v>
                </c:pt>
                <c:pt idx="1694">
                  <c:v>4059.9536139779302</c:v>
                </c:pt>
                <c:pt idx="1695">
                  <c:v>4069.2040823227899</c:v>
                </c:pt>
                <c:pt idx="1696">
                  <c:v>4076.6364971349099</c:v>
                </c:pt>
                <c:pt idx="1697">
                  <c:v>4065.73257054232</c:v>
                </c:pt>
                <c:pt idx="1698">
                  <c:v>4055.11406540909</c:v>
                </c:pt>
                <c:pt idx="1699">
                  <c:v>4058.69111030571</c:v>
                </c:pt>
                <c:pt idx="1700">
                  <c:v>4054.3821203892999</c:v>
                </c:pt>
                <c:pt idx="1701">
                  <c:v>4041.3658074795799</c:v>
                </c:pt>
                <c:pt idx="1702">
                  <c:v>4041.8600619764202</c:v>
                </c:pt>
                <c:pt idx="1703">
                  <c:v>4049.5081847092001</c:v>
                </c:pt>
                <c:pt idx="1704">
                  <c:v>4041.6118760114</c:v>
                </c:pt>
                <c:pt idx="1705">
                  <c:v>4045.9009945354901</c:v>
                </c:pt>
                <c:pt idx="1706">
                  <c:v>4030.6198861736698</c:v>
                </c:pt>
                <c:pt idx="1707">
                  <c:v>4013.7486647791302</c:v>
                </c:pt>
                <c:pt idx="1708">
                  <c:v>4052.4327546139698</c:v>
                </c:pt>
                <c:pt idx="1709">
                  <c:v>4070.423182428</c:v>
                </c:pt>
                <c:pt idx="1710">
                  <c:v>4055.7430796584799</c:v>
                </c:pt>
                <c:pt idx="1711">
                  <c:v>4068.8019364941601</c:v>
                </c:pt>
                <c:pt idx="1712">
                  <c:v>4067.9897892775898</c:v>
                </c:pt>
                <c:pt idx="1713">
                  <c:v>4073.43167985117</c:v>
                </c:pt>
                <c:pt idx="1714">
                  <c:v>4073.5930596711601</c:v>
                </c:pt>
                <c:pt idx="1715">
                  <c:v>4074.5154658391698</c:v>
                </c:pt>
                <c:pt idx="1716">
                  <c:v>4107.3227978798996</c:v>
                </c:pt>
                <c:pt idx="1717">
                  <c:v>4123.41269177095</c:v>
                </c:pt>
                <c:pt idx="1718">
                  <c:v>4092.46157903842</c:v>
                </c:pt>
                <c:pt idx="1719">
                  <c:v>4082.3404599987098</c:v>
                </c:pt>
                <c:pt idx="1720">
                  <c:v>4115.2153377586701</c:v>
                </c:pt>
                <c:pt idx="1721">
                  <c:v>4105.1022767688901</c:v>
                </c:pt>
                <c:pt idx="1722">
                  <c:v>4105.7893437410603</c:v>
                </c:pt>
                <c:pt idx="1723">
                  <c:v>4114.8567889670503</c:v>
                </c:pt>
                <c:pt idx="1724">
                  <c:v>4125.5358865364396</c:v>
                </c:pt>
                <c:pt idx="1725">
                  <c:v>4133.9001108740704</c:v>
                </c:pt>
                <c:pt idx="1726">
                  <c:v>4147.4690946158398</c:v>
                </c:pt>
                <c:pt idx="1727">
                  <c:v>4156.36567014088</c:v>
                </c:pt>
                <c:pt idx="1728">
                  <c:v>4137.0947268801101</c:v>
                </c:pt>
                <c:pt idx="1729">
                  <c:v>4129.3509406210396</c:v>
                </c:pt>
                <c:pt idx="1730">
                  <c:v>4123.8236953907299</c:v>
                </c:pt>
                <c:pt idx="1731">
                  <c:v>4127.9571415399896</c:v>
                </c:pt>
                <c:pt idx="1732">
                  <c:v>4130.7279908872197</c:v>
                </c:pt>
                <c:pt idx="1733">
                  <c:v>4131.5360247697499</c:v>
                </c:pt>
                <c:pt idx="1734">
                  <c:v>4135.6989434504003</c:v>
                </c:pt>
                <c:pt idx="1735">
                  <c:v>4133.1562150892096</c:v>
                </c:pt>
                <c:pt idx="1736">
                  <c:v>4122.7299809083497</c:v>
                </c:pt>
                <c:pt idx="1737">
                  <c:v>4138.3056536600197</c:v>
                </c:pt>
                <c:pt idx="1738">
                  <c:v>4149.6016701818999</c:v>
                </c:pt>
                <c:pt idx="1739">
                  <c:v>4121.7375136648598</c:v>
                </c:pt>
                <c:pt idx="1740">
                  <c:v>4097.2896247520803</c:v>
                </c:pt>
                <c:pt idx="1741">
                  <c:v>4095.87324196394</c:v>
                </c:pt>
                <c:pt idx="1742">
                  <c:v>4092.4117670534902</c:v>
                </c:pt>
                <c:pt idx="1743">
                  <c:v>4112.6321257262998</c:v>
                </c:pt>
                <c:pt idx="1744">
                  <c:v>4117.4999036712697</c:v>
                </c:pt>
                <c:pt idx="1745">
                  <c:v>4116.37792880695</c:v>
                </c:pt>
                <c:pt idx="1746">
                  <c:v>4111.5138028125702</c:v>
                </c:pt>
                <c:pt idx="1747">
                  <c:v>4094.3059692533202</c:v>
                </c:pt>
                <c:pt idx="1748">
                  <c:v>4103.3138524550704</c:v>
                </c:pt>
                <c:pt idx="1749">
                  <c:v>4114.98180127675</c:v>
                </c:pt>
                <c:pt idx="1750">
                  <c:v>4150.4451788046699</c:v>
                </c:pt>
                <c:pt idx="1751">
                  <c:v>4168.7435810754296</c:v>
                </c:pt>
                <c:pt idx="1752">
                  <c:v>4163.2651320285404</c:v>
                </c:pt>
                <c:pt idx="1753">
                  <c:v>4138.6618884059699</c:v>
                </c:pt>
                <c:pt idx="1754">
                  <c:v>4123.3605296962796</c:v>
                </c:pt>
                <c:pt idx="1755">
                  <c:v>4130.5120330745904</c:v>
                </c:pt>
                <c:pt idx="1756">
                  <c:v>4135.0327689764499</c:v>
                </c:pt>
                <c:pt idx="1757">
                  <c:v>4139.6049252808498</c:v>
                </c:pt>
                <c:pt idx="1758">
                  <c:v>4135.0168777745002</c:v>
                </c:pt>
                <c:pt idx="1759">
                  <c:v>4165.9062959181902</c:v>
                </c:pt>
                <c:pt idx="1760">
                  <c:v>4170.0637696542199</c:v>
                </c:pt>
                <c:pt idx="1761">
                  <c:v>4146.4637895760698</c:v>
                </c:pt>
                <c:pt idx="1762">
                  <c:v>4146.2740911701903</c:v>
                </c:pt>
                <c:pt idx="1763">
                  <c:v>4147.3520261820904</c:v>
                </c:pt>
                <c:pt idx="1764">
                  <c:v>4141.7728754771497</c:v>
                </c:pt>
                <c:pt idx="1765">
                  <c:v>4127.3984080468499</c:v>
                </c:pt>
                <c:pt idx="1766">
                  <c:v>4120.1289708986997</c:v>
                </c:pt>
                <c:pt idx="1767">
                  <c:v>4139.5236533016896</c:v>
                </c:pt>
                <c:pt idx="1768">
                  <c:v>4144.7630365423602</c:v>
                </c:pt>
                <c:pt idx="1769">
                  <c:v>4135.7449778779501</c:v>
                </c:pt>
                <c:pt idx="1770">
                  <c:v>4124.8928182436002</c:v>
                </c:pt>
                <c:pt idx="1771">
                  <c:v>4129.7119800529999</c:v>
                </c:pt>
                <c:pt idx="1772">
                  <c:v>4141.3007383136901</c:v>
                </c:pt>
                <c:pt idx="1773">
                  <c:v>4149.8286432661298</c:v>
                </c:pt>
                <c:pt idx="1774">
                  <c:v>4147.5068249366204</c:v>
                </c:pt>
                <c:pt idx="1775">
                  <c:v>4125.8596821711199</c:v>
                </c:pt>
                <c:pt idx="1776">
                  <c:v>4153.1827426300397</c:v>
                </c:pt>
                <c:pt idx="1777">
                  <c:v>4151.4948610847696</c:v>
                </c:pt>
                <c:pt idx="1778">
                  <c:v>4134.4832647039502</c:v>
                </c:pt>
                <c:pt idx="1779">
                  <c:v>4125.37602408762</c:v>
                </c:pt>
                <c:pt idx="1780">
                  <c:v>4132.5568141804997</c:v>
                </c:pt>
                <c:pt idx="1781">
                  <c:v>4138.7044799671303</c:v>
                </c:pt>
                <c:pt idx="1782">
                  <c:v>4131.4044341296203</c:v>
                </c:pt>
                <c:pt idx="1783">
                  <c:v>4120.4925993417801</c:v>
                </c:pt>
                <c:pt idx="1784">
                  <c:v>4132.4497469623202</c:v>
                </c:pt>
                <c:pt idx="1785">
                  <c:v>4158.6874317965203</c:v>
                </c:pt>
                <c:pt idx="1786">
                  <c:v>4141.9575499661596</c:v>
                </c:pt>
                <c:pt idx="1787">
                  <c:v>4125.9227887657398</c:v>
                </c:pt>
                <c:pt idx="1788">
                  <c:v>4143.4593665838602</c:v>
                </c:pt>
                <c:pt idx="1789">
                  <c:v>4146.68363169644</c:v>
                </c:pt>
                <c:pt idx="1790">
                  <c:v>4139.7044218993897</c:v>
                </c:pt>
                <c:pt idx="1791">
                  <c:v>4134.5219321446102</c:v>
                </c:pt>
                <c:pt idx="1792">
                  <c:v>4125.0525376714204</c:v>
                </c:pt>
                <c:pt idx="1793">
                  <c:v>4121.0850891485998</c:v>
                </c:pt>
                <c:pt idx="1794">
                  <c:v>4107.9708145626</c:v>
                </c:pt>
                <c:pt idx="1795">
                  <c:v>4134.7280433108199</c:v>
                </c:pt>
                <c:pt idx="1796">
                  <c:v>4142.2842422243803</c:v>
                </c:pt>
                <c:pt idx="1797">
                  <c:v>4131.1571935495804</c:v>
                </c:pt>
                <c:pt idx="1798">
                  <c:v>4140.2532168830603</c:v>
                </c:pt>
                <c:pt idx="1799">
                  <c:v>4135.9164335007399</c:v>
                </c:pt>
                <c:pt idx="1800">
                  <c:v>4158.0645019285403</c:v>
                </c:pt>
                <c:pt idx="1801">
                  <c:v>4192.9585459191103</c:v>
                </c:pt>
                <c:pt idx="1802">
                  <c:v>4200.0141603956399</c:v>
                </c:pt>
                <c:pt idx="1803">
                  <c:v>4183.1307520610999</c:v>
                </c:pt>
                <c:pt idx="1804">
                  <c:v>4171.7642538291502</c:v>
                </c:pt>
                <c:pt idx="1805">
                  <c:v>4177.9692495631298</c:v>
                </c:pt>
                <c:pt idx="1806">
                  <c:v>4189.8591674054496</c:v>
                </c:pt>
                <c:pt idx="1807">
                  <c:v>4176.6403552622496</c:v>
                </c:pt>
                <c:pt idx="1808">
                  <c:v>4158.26184462115</c:v>
                </c:pt>
                <c:pt idx="1809">
                  <c:v>4190.8497058532303</c:v>
                </c:pt>
                <c:pt idx="1810">
                  <c:v>4184.4150356891196</c:v>
                </c:pt>
                <c:pt idx="1811">
                  <c:v>4153.9491935063397</c:v>
                </c:pt>
                <c:pt idx="1812">
                  <c:v>4165.8802199535603</c:v>
                </c:pt>
                <c:pt idx="1813">
                  <c:v>4210.6656473950097</c:v>
                </c:pt>
                <c:pt idx="1814">
                  <c:v>4235.2344574609297</c:v>
                </c:pt>
                <c:pt idx="1815">
                  <c:v>4211.4847366556096</c:v>
                </c:pt>
                <c:pt idx="1816">
                  <c:v>4206.0289531462904</c:v>
                </c:pt>
                <c:pt idx="1817">
                  <c:v>4249.2701148448195</c:v>
                </c:pt>
                <c:pt idx="1818">
                  <c:v>4246.7453443055101</c:v>
                </c:pt>
                <c:pt idx="1819">
                  <c:v>4095.8411681654802</c:v>
                </c:pt>
                <c:pt idx="1820">
                  <c:v>4081.91127896836</c:v>
                </c:pt>
                <c:pt idx="1821">
                  <c:v>4172.5028778300302</c:v>
                </c:pt>
                <c:pt idx="1822">
                  <c:v>4154.3491475765504</c:v>
                </c:pt>
                <c:pt idx="1823">
                  <c:v>4161.322081028</c:v>
                </c:pt>
                <c:pt idx="1824">
                  <c:v>4121.0409733800298</c:v>
                </c:pt>
                <c:pt idx="1825">
                  <c:v>4162.7460374344701</c:v>
                </c:pt>
                <c:pt idx="1826">
                  <c:v>4150.9224178148897</c:v>
                </c:pt>
                <c:pt idx="1827">
                  <c:v>4134.2040605186203</c:v>
                </c:pt>
                <c:pt idx="1828">
                  <c:v>4145.1262702045497</c:v>
                </c:pt>
                <c:pt idx="1829">
                  <c:v>4276.3277438633204</c:v>
                </c:pt>
                <c:pt idx="1830">
                  <c:v>4302.1278302191004</c:v>
                </c:pt>
                <c:pt idx="1831">
                  <c:v>4212.4667704830999</c:v>
                </c:pt>
                <c:pt idx="1832">
                  <c:v>4221.2941612608302</c:v>
                </c:pt>
                <c:pt idx="1833">
                  <c:v>4228.5879280251602</c:v>
                </c:pt>
                <c:pt idx="1834">
                  <c:v>4255.1328644565401</c:v>
                </c:pt>
                <c:pt idx="1835">
                  <c:v>4267.91170833247</c:v>
                </c:pt>
                <c:pt idx="1836">
                  <c:v>4262.0617046543402</c:v>
                </c:pt>
                <c:pt idx="1837">
                  <c:v>4260.6217840811296</c:v>
                </c:pt>
                <c:pt idx="1838">
                  <c:v>4283.7998519364601</c:v>
                </c:pt>
                <c:pt idx="1839">
                  <c:v>4294.0316436356998</c:v>
                </c:pt>
                <c:pt idx="1840">
                  <c:v>4285.44335146088</c:v>
                </c:pt>
                <c:pt idx="1841">
                  <c:v>4277.0563909396096</c:v>
                </c:pt>
                <c:pt idx="1842">
                  <c:v>4282.2617184628198</c:v>
                </c:pt>
                <c:pt idx="1843">
                  <c:v>4246.7147398679899</c:v>
                </c:pt>
                <c:pt idx="1844">
                  <c:v>4208.7070374196401</c:v>
                </c:pt>
                <c:pt idx="1845">
                  <c:v>4187.92348184193</c:v>
                </c:pt>
                <c:pt idx="1846">
                  <c:v>4178.0701830875996</c:v>
                </c:pt>
                <c:pt idx="1847">
                  <c:v>4185.9693614518201</c:v>
                </c:pt>
                <c:pt idx="1848">
                  <c:v>4165.2824526085396</c:v>
                </c:pt>
                <c:pt idx="1849">
                  <c:v>4049.06868593943</c:v>
                </c:pt>
                <c:pt idx="1850">
                  <c:v>3937.2833699233202</c:v>
                </c:pt>
                <c:pt idx="1851">
                  <c:v>3955.0643871826501</c:v>
                </c:pt>
                <c:pt idx="1852">
                  <c:v>3962.3874093700101</c:v>
                </c:pt>
                <c:pt idx="1853">
                  <c:v>4019.7258058083899</c:v>
                </c:pt>
                <c:pt idx="1854">
                  <c:v>4001.4263592471998</c:v>
                </c:pt>
                <c:pt idx="1855">
                  <c:v>3852.2995363863602</c:v>
                </c:pt>
                <c:pt idx="1856">
                  <c:v>3774.9312021820201</c:v>
                </c:pt>
                <c:pt idx="1857">
                  <c:v>3924.1574226978501</c:v>
                </c:pt>
                <c:pt idx="1858">
                  <c:v>4090.9869922049902</c:v>
                </c:pt>
                <c:pt idx="1859">
                  <c:v>4179.3333264592302</c:v>
                </c:pt>
                <c:pt idx="1860">
                  <c:v>4245.8523864157996</c:v>
                </c:pt>
                <c:pt idx="1861">
                  <c:v>4273.1674747096504</c:v>
                </c:pt>
                <c:pt idx="1862">
                  <c:v>4317.7024572300097</c:v>
                </c:pt>
                <c:pt idx="1863">
                  <c:v>4285.3472190380298</c:v>
                </c:pt>
                <c:pt idx="1864">
                  <c:v>4308.5695641399598</c:v>
                </c:pt>
                <c:pt idx="1865">
                  <c:v>4481.0065740301097</c:v>
                </c:pt>
                <c:pt idx="1866">
                  <c:v>4546.6420141564804</c:v>
                </c:pt>
                <c:pt idx="1867">
                  <c:v>4371.0322854081296</c:v>
                </c:pt>
                <c:pt idx="1868">
                  <c:v>4236.4108974259598</c:v>
                </c:pt>
                <c:pt idx="1869">
                  <c:v>4300.5475256378904</c:v>
                </c:pt>
                <c:pt idx="1870">
                  <c:v>4319.5064103782497</c:v>
                </c:pt>
                <c:pt idx="1871">
                  <c:v>4272.0643539227503</c:v>
                </c:pt>
                <c:pt idx="1872">
                  <c:v>4278.5370620539998</c:v>
                </c:pt>
                <c:pt idx="1873">
                  <c:v>4278.0958673974301</c:v>
                </c:pt>
                <c:pt idx="1874">
                  <c:v>4247.5322455186997</c:v>
                </c:pt>
                <c:pt idx="1875">
                  <c:v>4240.4416523520104</c:v>
                </c:pt>
                <c:pt idx="1876">
                  <c:v>4253.6417729598297</c:v>
                </c:pt>
                <c:pt idx="1877">
                  <c:v>4269.4061914903896</c:v>
                </c:pt>
                <c:pt idx="1878">
                  <c:v>4244.3906305847504</c:v>
                </c:pt>
                <c:pt idx="1879">
                  <c:v>4210.1838060365599</c:v>
                </c:pt>
                <c:pt idx="1880">
                  <c:v>4235.1921346714498</c:v>
                </c:pt>
                <c:pt idx="1881">
                  <c:v>4248.41160581244</c:v>
                </c:pt>
                <c:pt idx="1882">
                  <c:v>4217.4849804108999</c:v>
                </c:pt>
                <c:pt idx="1883">
                  <c:v>4226.4595739152901</c:v>
                </c:pt>
                <c:pt idx="1884">
                  <c:v>4252.0089464459197</c:v>
                </c:pt>
                <c:pt idx="1885">
                  <c:v>4261.8201051257902</c:v>
                </c:pt>
                <c:pt idx="1886">
                  <c:v>4256.6705911287099</c:v>
                </c:pt>
                <c:pt idx="1887">
                  <c:v>4259.1026198213904</c:v>
                </c:pt>
                <c:pt idx="1888">
                  <c:v>4269.13755595577</c:v>
                </c:pt>
                <c:pt idx="1889">
                  <c:v>4265.8884057425103</c:v>
                </c:pt>
                <c:pt idx="1890">
                  <c:v>4254.7774156355599</c:v>
                </c:pt>
                <c:pt idx="1891">
                  <c:v>4231.9343859234104</c:v>
                </c:pt>
                <c:pt idx="1892">
                  <c:v>4240.9792947181904</c:v>
                </c:pt>
                <c:pt idx="1893">
                  <c:v>4241.14363337335</c:v>
                </c:pt>
                <c:pt idx="1894">
                  <c:v>4235.8141822655598</c:v>
                </c:pt>
                <c:pt idx="1895">
                  <c:v>4226.9920609315604</c:v>
                </c:pt>
                <c:pt idx="1896">
                  <c:v>4240.7590991502702</c:v>
                </c:pt>
                <c:pt idx="1897">
                  <c:v>4260.6170178700304</c:v>
                </c:pt>
                <c:pt idx="1898">
                  <c:v>4289.0733739323896</c:v>
                </c:pt>
                <c:pt idx="1899">
                  <c:v>4362.6351200095696</c:v>
                </c:pt>
                <c:pt idx="1900">
                  <c:v>4353.4384844668402</c:v>
                </c:pt>
                <c:pt idx="1901">
                  <c:v>4364.4391815131603</c:v>
                </c:pt>
                <c:pt idx="1902">
                  <c:v>4362.1831766414098</c:v>
                </c:pt>
                <c:pt idx="1903">
                  <c:v>4358.6465605433496</c:v>
                </c:pt>
                <c:pt idx="1904">
                  <c:v>4314.1215571082903</c:v>
                </c:pt>
                <c:pt idx="1905">
                  <c:v>4350.8650565449198</c:v>
                </c:pt>
                <c:pt idx="1906">
                  <c:v>4368.7020757012697</c:v>
                </c:pt>
                <c:pt idx="1907">
                  <c:v>4354.7994715538698</c:v>
                </c:pt>
                <c:pt idx="1908">
                  <c:v>4337.3228338625404</c:v>
                </c:pt>
                <c:pt idx="1909">
                  <c:v>4283.2331442893901</c:v>
                </c:pt>
                <c:pt idx="1910">
                  <c:v>4293.1535410871102</c:v>
                </c:pt>
                <c:pt idx="1911">
                  <c:v>4310.3519847511698</c:v>
                </c:pt>
                <c:pt idx="1912">
                  <c:v>4327.9733535371497</c:v>
                </c:pt>
                <c:pt idx="1913">
                  <c:v>4348.5200627447903</c:v>
                </c:pt>
                <c:pt idx="1914">
                  <c:v>4390.2086157266504</c:v>
                </c:pt>
                <c:pt idx="1915">
                  <c:v>4379.4058741044701</c:v>
                </c:pt>
                <c:pt idx="1916">
                  <c:v>4378.4304237696097</c:v>
                </c:pt>
                <c:pt idx="1917">
                  <c:v>4398.5455442517796</c:v>
                </c:pt>
                <c:pt idx="1918">
                  <c:v>4390.9162362720199</c:v>
                </c:pt>
                <c:pt idx="1919">
                  <c:v>4400.4468994426998</c:v>
                </c:pt>
                <c:pt idx="1920">
                  <c:v>4404.62385109554</c:v>
                </c:pt>
                <c:pt idx="1921">
                  <c:v>4405.5227024185097</c:v>
                </c:pt>
                <c:pt idx="1922">
                  <c:v>4423.1048200381101</c:v>
                </c:pt>
                <c:pt idx="1923">
                  <c:v>4432.3426177143901</c:v>
                </c:pt>
                <c:pt idx="1924">
                  <c:v>4436.4029909981</c:v>
                </c:pt>
                <c:pt idx="1925">
                  <c:v>4446.22574118996</c:v>
                </c:pt>
                <c:pt idx="1926">
                  <c:v>4418.3083012332399</c:v>
                </c:pt>
                <c:pt idx="1927">
                  <c:v>4387.00868030942</c:v>
                </c:pt>
                <c:pt idx="1928">
                  <c:v>4398.9721224566201</c:v>
                </c:pt>
                <c:pt idx="1929">
                  <c:v>4403.4093161869496</c:v>
                </c:pt>
                <c:pt idx="1930">
                  <c:v>4385.0349134542003</c:v>
                </c:pt>
                <c:pt idx="1931">
                  <c:v>4236.6631857954799</c:v>
                </c:pt>
                <c:pt idx="1932">
                  <c:v>4068.5008184774001</c:v>
                </c:pt>
                <c:pt idx="1933">
                  <c:v>4159.48739012025</c:v>
                </c:pt>
                <c:pt idx="1934">
                  <c:v>4266.85204512768</c:v>
                </c:pt>
                <c:pt idx="1935">
                  <c:v>4240.5128836194399</c:v>
                </c:pt>
                <c:pt idx="1936">
                  <c:v>4207.35639063283</c:v>
                </c:pt>
                <c:pt idx="1937">
                  <c:v>4230.3475894100002</c:v>
                </c:pt>
                <c:pt idx="1938">
                  <c:v>4242.65634773495</c:v>
                </c:pt>
                <c:pt idx="1939">
                  <c:v>4229.5832668442399</c:v>
                </c:pt>
                <c:pt idx="1940">
                  <c:v>4253.8406158430098</c:v>
                </c:pt>
                <c:pt idx="1941">
                  <c:v>4411.0453028260999</c:v>
                </c:pt>
                <c:pt idx="1942">
                  <c:v>4558.3943348572202</c:v>
                </c:pt>
                <c:pt idx="1943">
                  <c:v>4346.9399937579701</c:v>
                </c:pt>
                <c:pt idx="1944">
                  <c:v>4216.9078799398303</c:v>
                </c:pt>
                <c:pt idx="1945">
                  <c:v>4216.3753011710896</c:v>
                </c:pt>
                <c:pt idx="1946">
                  <c:v>4237.5915151250201</c:v>
                </c:pt>
                <c:pt idx="1947">
                  <c:v>4331.1963741281697</c:v>
                </c:pt>
                <c:pt idx="1948">
                  <c:v>4277.6155928771404</c:v>
                </c:pt>
                <c:pt idx="1949">
                  <c:v>4298.9853939755903</c:v>
                </c:pt>
                <c:pt idx="1950">
                  <c:v>4251.3860177300703</c:v>
                </c:pt>
                <c:pt idx="1951">
                  <c:v>4252.2136154790696</c:v>
                </c:pt>
                <c:pt idx="1952">
                  <c:v>4249.0202497355504</c:v>
                </c:pt>
                <c:pt idx="1953">
                  <c:v>4372.8458373422</c:v>
                </c:pt>
                <c:pt idx="1954">
                  <c:v>4406.4730378492304</c:v>
                </c:pt>
                <c:pt idx="1955">
                  <c:v>4420.0852877981097</c:v>
                </c:pt>
                <c:pt idx="1956">
                  <c:v>4439.3159067102097</c:v>
                </c:pt>
                <c:pt idx="1957">
                  <c:v>4352.5200911761704</c:v>
                </c:pt>
                <c:pt idx="1958">
                  <c:v>4351.2562722500297</c:v>
                </c:pt>
                <c:pt idx="1959">
                  <c:v>4362.5800696686001</c:v>
                </c:pt>
                <c:pt idx="1960">
                  <c:v>4379.0483450572301</c:v>
                </c:pt>
                <c:pt idx="1961">
                  <c:v>4400.1490513970903</c:v>
                </c:pt>
                <c:pt idx="1962">
                  <c:v>4384.1778807846904</c:v>
                </c:pt>
                <c:pt idx="1963">
                  <c:v>4376.9784119457699</c:v>
                </c:pt>
                <c:pt idx="1964">
                  <c:v>4391.0162290489798</c:v>
                </c:pt>
                <c:pt idx="1965">
                  <c:v>4402.5582796701401</c:v>
                </c:pt>
                <c:pt idx="1966">
                  <c:v>4389.1594220460402</c:v>
                </c:pt>
                <c:pt idx="1967">
                  <c:v>4368.0821064386901</c:v>
                </c:pt>
                <c:pt idx="1968">
                  <c:v>4395.7221329297799</c:v>
                </c:pt>
                <c:pt idx="1969">
                  <c:v>4406.3611493917097</c:v>
                </c:pt>
                <c:pt idx="1970">
                  <c:v>4378.4289750095204</c:v>
                </c:pt>
                <c:pt idx="1971">
                  <c:v>4360.37518238549</c:v>
                </c:pt>
                <c:pt idx="1972">
                  <c:v>4384.1169272106599</c:v>
                </c:pt>
                <c:pt idx="1973">
                  <c:v>4398.5273028506699</c:v>
                </c:pt>
                <c:pt idx="1974">
                  <c:v>4369.9290076855896</c:v>
                </c:pt>
                <c:pt idx="1975">
                  <c:v>4362.4991299535204</c:v>
                </c:pt>
                <c:pt idx="1976">
                  <c:v>4388.1746975405604</c:v>
                </c:pt>
                <c:pt idx="1977">
                  <c:v>4414.0318966979003</c:v>
                </c:pt>
                <c:pt idx="1978">
                  <c:v>4408.9542220050798</c:v>
                </c:pt>
                <c:pt idx="1979">
                  <c:v>4393.1298905579397</c:v>
                </c:pt>
                <c:pt idx="1980">
                  <c:v>4404.6821080252203</c:v>
                </c:pt>
                <c:pt idx="1981">
                  <c:v>4420.0971293098801</c:v>
                </c:pt>
                <c:pt idx="1982">
                  <c:v>4430.2763127849903</c:v>
                </c:pt>
                <c:pt idx="1983">
                  <c:v>4427.1640663265498</c:v>
                </c:pt>
                <c:pt idx="1984">
                  <c:v>4404.3907001312</c:v>
                </c:pt>
                <c:pt idx="1985">
                  <c:v>4408.7724453189003</c:v>
                </c:pt>
                <c:pt idx="1986">
                  <c:v>4423.1826530532899</c:v>
                </c:pt>
                <c:pt idx="1987">
                  <c:v>4415.9502951402701</c:v>
                </c:pt>
                <c:pt idx="1988">
                  <c:v>4404.2290269003497</c:v>
                </c:pt>
                <c:pt idx="1989">
                  <c:v>4389.60437439</c:v>
                </c:pt>
                <c:pt idx="1990">
                  <c:v>4384.3433807121701</c:v>
                </c:pt>
                <c:pt idx="1991">
                  <c:v>4399.6542099050703</c:v>
                </c:pt>
                <c:pt idx="1992">
                  <c:v>4392.9398687498697</c:v>
                </c:pt>
                <c:pt idx="1993">
                  <c:v>4385.6011279018203</c:v>
                </c:pt>
                <c:pt idx="1994">
                  <c:v>4384.3115293851197</c:v>
                </c:pt>
                <c:pt idx="1995">
                  <c:v>4373.0610873065498</c:v>
                </c:pt>
                <c:pt idx="1996">
                  <c:v>4360.5571568636897</c:v>
                </c:pt>
                <c:pt idx="1997">
                  <c:v>4361.0469175711296</c:v>
                </c:pt>
                <c:pt idx="1998">
                  <c:v>4373.97020857605</c:v>
                </c:pt>
                <c:pt idx="1999">
                  <c:v>4398.36782461846</c:v>
                </c:pt>
                <c:pt idx="2000">
                  <c:v>4407.1801395195098</c:v>
                </c:pt>
                <c:pt idx="2001">
                  <c:v>4381.72940846248</c:v>
                </c:pt>
                <c:pt idx="2002">
                  <c:v>4383.0812471050504</c:v>
                </c:pt>
                <c:pt idx="2003">
                  <c:v>4383.3685806308604</c:v>
                </c:pt>
                <c:pt idx="2004">
                  <c:v>4397.1273382927602</c:v>
                </c:pt>
                <c:pt idx="2005">
                  <c:v>4404.4146935990902</c:v>
                </c:pt>
                <c:pt idx="2006">
                  <c:v>4375.1642589507101</c:v>
                </c:pt>
                <c:pt idx="2007">
                  <c:v>4370.05921164965</c:v>
                </c:pt>
                <c:pt idx="2008">
                  <c:v>4398.3376078760602</c:v>
                </c:pt>
                <c:pt idx="2009">
                  <c:v>4391.6350868535601</c:v>
                </c:pt>
                <c:pt idx="2010">
                  <c:v>4383.3760032578502</c:v>
                </c:pt>
                <c:pt idx="2011">
                  <c:v>4374.1436797615297</c:v>
                </c:pt>
                <c:pt idx="2012">
                  <c:v>4373.0324059860104</c:v>
                </c:pt>
                <c:pt idx="2013">
                  <c:v>4385.5250163971896</c:v>
                </c:pt>
                <c:pt idx="2014">
                  <c:v>4383.0854457772803</c:v>
                </c:pt>
                <c:pt idx="2015">
                  <c:v>4381.4316012222298</c:v>
                </c:pt>
                <c:pt idx="2016">
                  <c:v>4414.4566859761298</c:v>
                </c:pt>
                <c:pt idx="2017">
                  <c:v>4405.8978402129997</c:v>
                </c:pt>
                <c:pt idx="2018">
                  <c:v>4349.1077392531997</c:v>
                </c:pt>
                <c:pt idx="2019">
                  <c:v>4363.0518934154397</c:v>
                </c:pt>
                <c:pt idx="2020">
                  <c:v>4361.3697917869704</c:v>
                </c:pt>
                <c:pt idx="2021">
                  <c:v>4337.50064532134</c:v>
                </c:pt>
                <c:pt idx="2022">
                  <c:v>4346.1050748292701</c:v>
                </c:pt>
                <c:pt idx="2023">
                  <c:v>4363.2965459569004</c:v>
                </c:pt>
                <c:pt idx="2024">
                  <c:v>4357.8106747165102</c:v>
                </c:pt>
                <c:pt idx="2025">
                  <c:v>4321.7654954454001</c:v>
                </c:pt>
                <c:pt idx="2026">
                  <c:v>4328.7597792184997</c:v>
                </c:pt>
                <c:pt idx="2027">
                  <c:v>4362.3217870332001</c:v>
                </c:pt>
                <c:pt idx="2028">
                  <c:v>4392.82715930617</c:v>
                </c:pt>
                <c:pt idx="2029">
                  <c:v>4363.8717890122298</c:v>
                </c:pt>
                <c:pt idx="2030">
                  <c:v>4382.05799375883</c:v>
                </c:pt>
                <c:pt idx="2031">
                  <c:v>4431.6430448697602</c:v>
                </c:pt>
                <c:pt idx="2032">
                  <c:v>4422.8529216386996</c:v>
                </c:pt>
                <c:pt idx="2033">
                  <c:v>4387.6731227894097</c:v>
                </c:pt>
                <c:pt idx="2034">
                  <c:v>4396.1395207207097</c:v>
                </c:pt>
                <c:pt idx="2035">
                  <c:v>4402.3731216337301</c:v>
                </c:pt>
                <c:pt idx="2036">
                  <c:v>4380.4017493674</c:v>
                </c:pt>
                <c:pt idx="2037">
                  <c:v>4394.5838212107101</c:v>
                </c:pt>
                <c:pt idx="2038">
                  <c:v>4417.9643289679398</c:v>
                </c:pt>
                <c:pt idx="2039">
                  <c:v>4442.33294425232</c:v>
                </c:pt>
                <c:pt idx="2040">
                  <c:v>4436.8917256246796</c:v>
                </c:pt>
                <c:pt idx="2041">
                  <c:v>4416.3676214297202</c:v>
                </c:pt>
                <c:pt idx="2042">
                  <c:v>4422.0189640898798</c:v>
                </c:pt>
                <c:pt idx="2043">
                  <c:v>4438.9606619881597</c:v>
                </c:pt>
                <c:pt idx="2044">
                  <c:v>4471.0321959293096</c:v>
                </c:pt>
                <c:pt idx="2045">
                  <c:v>4501.1135831313004</c:v>
                </c:pt>
                <c:pt idx="2046">
                  <c:v>4518.5779372468796</c:v>
                </c:pt>
                <c:pt idx="2047">
                  <c:v>4494.3894014570196</c:v>
                </c:pt>
                <c:pt idx="2048">
                  <c:v>4467.0760911636398</c:v>
                </c:pt>
                <c:pt idx="2049">
                  <c:v>4456.0927135474803</c:v>
                </c:pt>
                <c:pt idx="2050">
                  <c:v>4462.9233408917999</c:v>
                </c:pt>
                <c:pt idx="2051">
                  <c:v>4484.2743077946197</c:v>
                </c:pt>
                <c:pt idx="2052">
                  <c:v>4500.9755773002598</c:v>
                </c:pt>
                <c:pt idx="2053">
                  <c:v>4486.8744714448903</c:v>
                </c:pt>
                <c:pt idx="2054">
                  <c:v>4445.2699355025297</c:v>
                </c:pt>
                <c:pt idx="2055">
                  <c:v>4453.1266039253196</c:v>
                </c:pt>
                <c:pt idx="2056">
                  <c:v>4455.8853149326596</c:v>
                </c:pt>
                <c:pt idx="2057">
                  <c:v>4485.8233352445304</c:v>
                </c:pt>
                <c:pt idx="2058">
                  <c:v>4509.4758541527899</c:v>
                </c:pt>
                <c:pt idx="2059">
                  <c:v>4499.9577667414997</c:v>
                </c:pt>
                <c:pt idx="2060">
                  <c:v>4492.3714056597501</c:v>
                </c:pt>
                <c:pt idx="2061">
                  <c:v>4508.0672919382796</c:v>
                </c:pt>
                <c:pt idx="2062">
                  <c:v>4494.2921957587596</c:v>
                </c:pt>
                <c:pt idx="2063">
                  <c:v>4514.9705579633801</c:v>
                </c:pt>
                <c:pt idx="2064">
                  <c:v>4556.0513159238299</c:v>
                </c:pt>
                <c:pt idx="2065">
                  <c:v>4568.6286808045897</c:v>
                </c:pt>
                <c:pt idx="2066">
                  <c:v>4517.0861391851204</c:v>
                </c:pt>
                <c:pt idx="2067">
                  <c:v>4477.1595152836599</c:v>
                </c:pt>
                <c:pt idx="2068">
                  <c:v>4364.7903911853</c:v>
                </c:pt>
                <c:pt idx="2069">
                  <c:v>4366.2597916566501</c:v>
                </c:pt>
                <c:pt idx="2070">
                  <c:v>4485.31066467643</c:v>
                </c:pt>
                <c:pt idx="2071">
                  <c:v>4432.5790986850698</c:v>
                </c:pt>
                <c:pt idx="2072">
                  <c:v>4465.9756493027999</c:v>
                </c:pt>
                <c:pt idx="2073">
                  <c:v>4446.85404944742</c:v>
                </c:pt>
                <c:pt idx="2074">
                  <c:v>4451.4593641060501</c:v>
                </c:pt>
                <c:pt idx="2075">
                  <c:v>4437.79117666823</c:v>
                </c:pt>
                <c:pt idx="2076">
                  <c:v>4494.7133492586499</c:v>
                </c:pt>
                <c:pt idx="2077">
                  <c:v>4498.9717835302999</c:v>
                </c:pt>
                <c:pt idx="2078">
                  <c:v>4589.8186082435896</c:v>
                </c:pt>
                <c:pt idx="2079">
                  <c:v>4600.9902454719404</c:v>
                </c:pt>
                <c:pt idx="2080">
                  <c:v>4465.9540692868604</c:v>
                </c:pt>
                <c:pt idx="2081">
                  <c:v>4467.6667283834604</c:v>
                </c:pt>
                <c:pt idx="2082">
                  <c:v>4457.8593193049901</c:v>
                </c:pt>
                <c:pt idx="2083">
                  <c:v>4464.49870036424</c:v>
                </c:pt>
                <c:pt idx="2084">
                  <c:v>4455.0236198637103</c:v>
                </c:pt>
                <c:pt idx="2085">
                  <c:v>4421.6684704928102</c:v>
                </c:pt>
                <c:pt idx="2086">
                  <c:v>4416.9161778427297</c:v>
                </c:pt>
                <c:pt idx="2087">
                  <c:v>4432.4550597431398</c:v>
                </c:pt>
                <c:pt idx="2088">
                  <c:v>4451.4540823313</c:v>
                </c:pt>
                <c:pt idx="2089">
                  <c:v>4464.3139141678803</c:v>
                </c:pt>
                <c:pt idx="2090">
                  <c:v>4468.32012419496</c:v>
                </c:pt>
                <c:pt idx="2091">
                  <c:v>4460.0238015900704</c:v>
                </c:pt>
                <c:pt idx="2092">
                  <c:v>4448.9454627974401</c:v>
                </c:pt>
                <c:pt idx="2093">
                  <c:v>4321.4184528486903</c:v>
                </c:pt>
                <c:pt idx="2094">
                  <c:v>4259.0189847080601</c:v>
                </c:pt>
                <c:pt idx="2095">
                  <c:v>4402.1735923468204</c:v>
                </c:pt>
                <c:pt idx="2096">
                  <c:v>4447.5240604847704</c:v>
                </c:pt>
                <c:pt idx="2097">
                  <c:v>4448.2017247077401</c:v>
                </c:pt>
                <c:pt idx="2098">
                  <c:v>4404.0548056458101</c:v>
                </c:pt>
                <c:pt idx="2099">
                  <c:v>4405.4274496038397</c:v>
                </c:pt>
                <c:pt idx="2100">
                  <c:v>4425.6469550867096</c:v>
                </c:pt>
                <c:pt idx="2101">
                  <c:v>4463.6141724428699</c:v>
                </c:pt>
                <c:pt idx="2102">
                  <c:v>4468.4469799523904</c:v>
                </c:pt>
                <c:pt idx="2103">
                  <c:v>4576.3291396598397</c:v>
                </c:pt>
                <c:pt idx="2104">
                  <c:v>4672.6075385512304</c:v>
                </c:pt>
                <c:pt idx="2105">
                  <c:v>4575.6047584299104</c:v>
                </c:pt>
                <c:pt idx="2106">
                  <c:v>4519.3824363069598</c:v>
                </c:pt>
                <c:pt idx="2107">
                  <c:v>4526.9484646363298</c:v>
                </c:pt>
                <c:pt idx="2108">
                  <c:v>4547.0735938082498</c:v>
                </c:pt>
                <c:pt idx="2109">
                  <c:v>4540.3594280263997</c:v>
                </c:pt>
                <c:pt idx="2110">
                  <c:v>4509.9411234898198</c:v>
                </c:pt>
                <c:pt idx="2111">
                  <c:v>4494.0018187814903</c:v>
                </c:pt>
                <c:pt idx="2112">
                  <c:v>4499.3571164648502</c:v>
                </c:pt>
                <c:pt idx="2113">
                  <c:v>4515.1383066620901</c:v>
                </c:pt>
                <c:pt idx="2114">
                  <c:v>4538.20626052637</c:v>
                </c:pt>
                <c:pt idx="2115">
                  <c:v>4543.1873278518397</c:v>
                </c:pt>
                <c:pt idx="2116">
                  <c:v>4562.9311287117398</c:v>
                </c:pt>
                <c:pt idx="2117">
                  <c:v>4593.2639725712797</c:v>
                </c:pt>
                <c:pt idx="2118">
                  <c:v>4594.0112573060596</c:v>
                </c:pt>
                <c:pt idx="2119">
                  <c:v>4594.8712479610203</c:v>
                </c:pt>
                <c:pt idx="2120">
                  <c:v>4612.0156225525197</c:v>
                </c:pt>
                <c:pt idx="2121">
                  <c:v>4603.06616451426</c:v>
                </c:pt>
                <c:pt idx="2122">
                  <c:v>4580.76630846434</c:v>
                </c:pt>
                <c:pt idx="2123">
                  <c:v>4608.8992656001801</c:v>
                </c:pt>
                <c:pt idx="2124">
                  <c:v>4584.5210833876599</c:v>
                </c:pt>
                <c:pt idx="2125">
                  <c:v>4554.6489811409501</c:v>
                </c:pt>
                <c:pt idx="2126">
                  <c:v>4523.1450387187397</c:v>
                </c:pt>
                <c:pt idx="2127">
                  <c:v>4531.0451300628201</c:v>
                </c:pt>
                <c:pt idx="2128">
                  <c:v>4531.5582177056203</c:v>
                </c:pt>
                <c:pt idx="2129">
                  <c:v>4517.4620045617203</c:v>
                </c:pt>
                <c:pt idx="2130">
                  <c:v>4520.0763174003996</c:v>
                </c:pt>
                <c:pt idx="2131">
                  <c:v>4555.7323185462901</c:v>
                </c:pt>
                <c:pt idx="2132">
                  <c:v>4581.7648080143999</c:v>
                </c:pt>
                <c:pt idx="2133">
                  <c:v>4550.0386026959104</c:v>
                </c:pt>
                <c:pt idx="2134">
                  <c:v>4544.3342243311999</c:v>
                </c:pt>
                <c:pt idx="2135">
                  <c:v>4556.0970775868</c:v>
                </c:pt>
                <c:pt idx="2136">
                  <c:v>4568.8635628940401</c:v>
                </c:pt>
                <c:pt idx="2137">
                  <c:v>4543.1810791998196</c:v>
                </c:pt>
                <c:pt idx="2138">
                  <c:v>4540.9629747625704</c:v>
                </c:pt>
                <c:pt idx="2139">
                  <c:v>4566.9327993014604</c:v>
                </c:pt>
                <c:pt idx="2140">
                  <c:v>4575.1921358133004</c:v>
                </c:pt>
                <c:pt idx="2141">
                  <c:v>4575.4733742594799</c:v>
                </c:pt>
                <c:pt idx="2142">
                  <c:v>4571.9024445110099</c:v>
                </c:pt>
                <c:pt idx="2143">
                  <c:v>4571.0003479296502</c:v>
                </c:pt>
                <c:pt idx="2144">
                  <c:v>4585.0274344949703</c:v>
                </c:pt>
                <c:pt idx="2145">
                  <c:v>4597.4808534485701</c:v>
                </c:pt>
                <c:pt idx="2146">
                  <c:v>4592.3045567243698</c:v>
                </c:pt>
                <c:pt idx="2147">
                  <c:v>4594.6370227348598</c:v>
                </c:pt>
                <c:pt idx="2148">
                  <c:v>4606.5210026888699</c:v>
                </c:pt>
                <c:pt idx="2149">
                  <c:v>4588.8908480845203</c:v>
                </c:pt>
                <c:pt idx="2150">
                  <c:v>4602.6985580565597</c:v>
                </c:pt>
                <c:pt idx="2151">
                  <c:v>4623.62605058399</c:v>
                </c:pt>
                <c:pt idx="2152">
                  <c:v>4581.8294873385703</c:v>
                </c:pt>
                <c:pt idx="2153">
                  <c:v>4584.25214371945</c:v>
                </c:pt>
                <c:pt idx="2154">
                  <c:v>4583.6228820312199</c:v>
                </c:pt>
                <c:pt idx="2155">
                  <c:v>4575.27816171016</c:v>
                </c:pt>
                <c:pt idx="2156">
                  <c:v>4613.4889895645601</c:v>
                </c:pt>
                <c:pt idx="2157">
                  <c:v>4613.9078739959696</c:v>
                </c:pt>
                <c:pt idx="2158">
                  <c:v>4622.8950882540603</c:v>
                </c:pt>
                <c:pt idx="2159">
                  <c:v>4631.9223590325</c:v>
                </c:pt>
                <c:pt idx="2160">
                  <c:v>4621.5226886916798</c:v>
                </c:pt>
                <c:pt idx="2161">
                  <c:v>4604.3586282016304</c:v>
                </c:pt>
                <c:pt idx="2162">
                  <c:v>4655.7590995834398</c:v>
                </c:pt>
                <c:pt idx="2163">
                  <c:v>4644.42465185534</c:v>
                </c:pt>
                <c:pt idx="2164">
                  <c:v>4621.1073401608</c:v>
                </c:pt>
                <c:pt idx="2165">
                  <c:v>4517.2237255799901</c:v>
                </c:pt>
                <c:pt idx="2166">
                  <c:v>4475.9290844253901</c:v>
                </c:pt>
                <c:pt idx="2167">
                  <c:v>4383.2558586181603</c:v>
                </c:pt>
                <c:pt idx="2168">
                  <c:v>4327.82895124686</c:v>
                </c:pt>
                <c:pt idx="2169">
                  <c:v>4481.7761362370902</c:v>
                </c:pt>
                <c:pt idx="2170">
                  <c:v>4478.5226571746798</c:v>
                </c:pt>
                <c:pt idx="2171">
                  <c:v>4493.4946802377299</c:v>
                </c:pt>
                <c:pt idx="2172">
                  <c:v>4449.8698555819001</c:v>
                </c:pt>
                <c:pt idx="2173">
                  <c:v>4481.5030446492201</c:v>
                </c:pt>
                <c:pt idx="2174">
                  <c:v>4487.1966615054798</c:v>
                </c:pt>
                <c:pt idx="2175">
                  <c:v>4586.9917821745003</c:v>
                </c:pt>
                <c:pt idx="2176">
                  <c:v>4587.5087436192498</c:v>
                </c:pt>
                <c:pt idx="2177">
                  <c:v>4665.0988575211504</c:v>
                </c:pt>
                <c:pt idx="2178">
                  <c:v>4713.8285521793696</c:v>
                </c:pt>
                <c:pt idx="2179">
                  <c:v>4519.5316260575901</c:v>
                </c:pt>
                <c:pt idx="2180">
                  <c:v>4470.2751876254297</c:v>
                </c:pt>
                <c:pt idx="2181">
                  <c:v>4493.6478344140096</c:v>
                </c:pt>
                <c:pt idx="2182">
                  <c:v>4496.5158576863296</c:v>
                </c:pt>
                <c:pt idx="2183">
                  <c:v>4552.7292159764902</c:v>
                </c:pt>
                <c:pt idx="2184">
                  <c:v>4576.8963313616296</c:v>
                </c:pt>
                <c:pt idx="2185">
                  <c:v>4578.1196690278302</c:v>
                </c:pt>
                <c:pt idx="2186">
                  <c:v>4600.9467938368798</c:v>
                </c:pt>
                <c:pt idx="2187">
                  <c:v>4620.94890774548</c:v>
                </c:pt>
                <c:pt idx="2188">
                  <c:v>4579.4564560947101</c:v>
                </c:pt>
                <c:pt idx="2189">
                  <c:v>4614.5786550183602</c:v>
                </c:pt>
                <c:pt idx="2190">
                  <c:v>4653.4236651717501</c:v>
                </c:pt>
                <c:pt idx="2191">
                  <c:v>4637.3953991096396</c:v>
                </c:pt>
                <c:pt idx="2192">
                  <c:v>4639.4693675319604</c:v>
                </c:pt>
                <c:pt idx="2193">
                  <c:v>4572.6084588985796</c:v>
                </c:pt>
                <c:pt idx="2194">
                  <c:v>4573.5730016636098</c:v>
                </c:pt>
                <c:pt idx="2195">
                  <c:v>4590.3076216475501</c:v>
                </c:pt>
                <c:pt idx="2196">
                  <c:v>4579.5559103983796</c:v>
                </c:pt>
                <c:pt idx="2197">
                  <c:v>4558.7842468181398</c:v>
                </c:pt>
                <c:pt idx="2198">
                  <c:v>4624.0663735811104</c:v>
                </c:pt>
                <c:pt idx="2199">
                  <c:v>4636.4325453974998</c:v>
                </c:pt>
                <c:pt idx="2200">
                  <c:v>4626.8409914450403</c:v>
                </c:pt>
                <c:pt idx="2201">
                  <c:v>4638.9653737295102</c:v>
                </c:pt>
                <c:pt idx="2202">
                  <c:v>4636.3952773979599</c:v>
                </c:pt>
                <c:pt idx="2203">
                  <c:v>4639.9110766297699</c:v>
                </c:pt>
                <c:pt idx="2204">
                  <c:v>4629.8371925363799</c:v>
                </c:pt>
                <c:pt idx="2205">
                  <c:v>4633.6347589117004</c:v>
                </c:pt>
                <c:pt idx="2206">
                  <c:v>4633.2845598027197</c:v>
                </c:pt>
                <c:pt idx="2207">
                  <c:v>4648.9406451881396</c:v>
                </c:pt>
                <c:pt idx="2208">
                  <c:v>4668.4093315398804</c:v>
                </c:pt>
                <c:pt idx="2209">
                  <c:v>4684.7559497938</c:v>
                </c:pt>
                <c:pt idx="2210">
                  <c:v>4698.7580542442702</c:v>
                </c:pt>
                <c:pt idx="2211">
                  <c:v>4545.1846236871597</c:v>
                </c:pt>
                <c:pt idx="2212">
                  <c:v>4493.7522986233898</c:v>
                </c:pt>
                <c:pt idx="2213">
                  <c:v>4641.9885471930902</c:v>
                </c:pt>
                <c:pt idx="2214">
                  <c:v>4542.7175029187401</c:v>
                </c:pt>
                <c:pt idx="2215">
                  <c:v>4475.2093794883804</c:v>
                </c:pt>
                <c:pt idx="2216">
                  <c:v>4558.9759426005803</c:v>
                </c:pt>
                <c:pt idx="2217">
                  <c:v>4621.3561255084496</c:v>
                </c:pt>
                <c:pt idx="2218">
                  <c:v>4582.6410956350101</c:v>
                </c:pt>
                <c:pt idx="2219">
                  <c:v>4535.78734599566</c:v>
                </c:pt>
                <c:pt idx="2220">
                  <c:v>4575.5147721205803</c:v>
                </c:pt>
                <c:pt idx="2221">
                  <c:v>4738.0395202015698</c:v>
                </c:pt>
                <c:pt idx="2222">
                  <c:v>4780.9023032560899</c:v>
                </c:pt>
                <c:pt idx="2223">
                  <c:v>4621.8895329829702</c:v>
                </c:pt>
                <c:pt idx="2224">
                  <c:v>4738.3894872702404</c:v>
                </c:pt>
                <c:pt idx="2225">
                  <c:v>4810.0207645901801</c:v>
                </c:pt>
                <c:pt idx="2226">
                  <c:v>4688.1385613482998</c:v>
                </c:pt>
                <c:pt idx="2227">
                  <c:v>4636.7011569060496</c:v>
                </c:pt>
                <c:pt idx="2228">
                  <c:v>4666.0713462715603</c:v>
                </c:pt>
                <c:pt idx="2229">
                  <c:v>4665.9824522421204</c:v>
                </c:pt>
                <c:pt idx="2230">
                  <c:v>4635.04870001576</c:v>
                </c:pt>
                <c:pt idx="2231">
                  <c:v>4634.5591540231599</c:v>
                </c:pt>
                <c:pt idx="2232">
                  <c:v>4643.0812337275202</c:v>
                </c:pt>
                <c:pt idx="2233">
                  <c:v>4661.51815350999</c:v>
                </c:pt>
                <c:pt idx="2234">
                  <c:v>4656.8837007353804</c:v>
                </c:pt>
                <c:pt idx="2235">
                  <c:v>4656.7715251411601</c:v>
                </c:pt>
                <c:pt idx="2236">
                  <c:v>4664.1870875064496</c:v>
                </c:pt>
                <c:pt idx="2237">
                  <c:v>4670.6685185405604</c:v>
                </c:pt>
                <c:pt idx="2238">
                  <c:v>4687.5844560851301</c:v>
                </c:pt>
                <c:pt idx="2239">
                  <c:v>4678.3671326905196</c:v>
                </c:pt>
                <c:pt idx="2240">
                  <c:v>4682.9882424739999</c:v>
                </c:pt>
                <c:pt idx="2241">
                  <c:v>4703.1289522168299</c:v>
                </c:pt>
                <c:pt idx="2242">
                  <c:v>4709.5039732745799</c:v>
                </c:pt>
                <c:pt idx="2243">
                  <c:v>4713.6708972604501</c:v>
                </c:pt>
                <c:pt idx="2244">
                  <c:v>4711.6069772543997</c:v>
                </c:pt>
                <c:pt idx="2245">
                  <c:v>4706.0329375773799</c:v>
                </c:pt>
                <c:pt idx="2246">
                  <c:v>4703.4444655345396</c:v>
                </c:pt>
                <c:pt idx="2247">
                  <c:v>4696.3411436674296</c:v>
                </c:pt>
                <c:pt idx="2248">
                  <c:v>4689.1919857008497</c:v>
                </c:pt>
                <c:pt idx="2249">
                  <c:v>4702.4498619825799</c:v>
                </c:pt>
                <c:pt idx="2250">
                  <c:v>4682.1168428126502</c:v>
                </c:pt>
                <c:pt idx="2251">
                  <c:v>4639.5046251203203</c:v>
                </c:pt>
                <c:pt idx="2252">
                  <c:v>4623.2017171780599</c:v>
                </c:pt>
                <c:pt idx="2253">
                  <c:v>4613.2826039523998</c:v>
                </c:pt>
                <c:pt idx="2254">
                  <c:v>4600.6670457668497</c:v>
                </c:pt>
                <c:pt idx="2255">
                  <c:v>4599.3114820683704</c:v>
                </c:pt>
              </c:numCache>
            </c:numRef>
          </c:yVal>
          <c:smooth val="0"/>
          <c:extLst>
            <c:ext xmlns:c16="http://schemas.microsoft.com/office/drawing/2014/chart" uri="{C3380CC4-5D6E-409C-BE32-E72D297353CC}">
              <c16:uniqueId val="{00000003-4B7D-4AB1-B5E8-89D2DE63C583}"/>
            </c:ext>
          </c:extLst>
        </c:ser>
        <c:dLbls>
          <c:showLegendKey val="0"/>
          <c:showVal val="0"/>
          <c:showCatName val="0"/>
          <c:showSerName val="0"/>
          <c:showPercent val="0"/>
          <c:showBubbleSize val="0"/>
        </c:dLbls>
        <c:axId val="1299673823"/>
        <c:axId val="135074624"/>
      </c:scatterChart>
      <c:valAx>
        <c:axId val="1299673823"/>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Interface Conductivity</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5074624"/>
        <c:crosses val="autoZero"/>
        <c:crossBetween val="midCat"/>
      </c:valAx>
      <c:valAx>
        <c:axId val="13507462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PreReservoir</a:t>
                </a:r>
                <a:r>
                  <a:rPr lang="en-US" baseline="0"/>
                  <a:t> </a:t>
                </a:r>
                <a:r>
                  <a:rPr lang="en-US"/>
                  <a:t> Conductivity</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99673823"/>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Presentation!$AG$1</c:f>
              <c:strCache>
                <c:ptCount val="1"/>
                <c:pt idx="0">
                  <c:v>NF270_MC2_050724_CaCl2</c:v>
                </c:pt>
              </c:strCache>
            </c:strRef>
          </c:tx>
          <c:spPr>
            <a:ln w="25400" cap="rnd">
              <a:noFill/>
              <a:round/>
            </a:ln>
            <a:effectLst/>
          </c:spPr>
          <c:marker>
            <c:symbol val="circle"/>
            <c:size val="2"/>
            <c:spPr>
              <a:solidFill>
                <a:schemeClr val="accent1"/>
              </a:solidFill>
              <a:ln w="9525">
                <a:solidFill>
                  <a:schemeClr val="accent1"/>
                </a:solidFill>
              </a:ln>
              <a:effectLst/>
            </c:spPr>
          </c:marker>
          <c:xVal>
            <c:numRef>
              <c:f>Presentation!$AJ$64:$AJ$603</c:f>
              <c:numCache>
                <c:formatCode>General</c:formatCode>
                <c:ptCount val="540"/>
                <c:pt idx="0">
                  <c:v>1016.3880031359301</c:v>
                </c:pt>
                <c:pt idx="1">
                  <c:v>1030.8167283083267</c:v>
                </c:pt>
                <c:pt idx="2">
                  <c:v>1053.4583174579159</c:v>
                </c:pt>
                <c:pt idx="3">
                  <c:v>1069.6717915533127</c:v>
                </c:pt>
                <c:pt idx="4">
                  <c:v>1088.8147396159752</c:v>
                </c:pt>
                <c:pt idx="5">
                  <c:v>1110.7864596709758</c:v>
                </c:pt>
                <c:pt idx="6">
                  <c:v>1135.0105866399417</c:v>
                </c:pt>
                <c:pt idx="7">
                  <c:v>1151.241136268146</c:v>
                </c:pt>
                <c:pt idx="8">
                  <c:v>1173.8109216025155</c:v>
                </c:pt>
                <c:pt idx="9">
                  <c:v>1189.0740354973136</c:v>
                </c:pt>
                <c:pt idx="10">
                  <c:v>1210.2622409642875</c:v>
                </c:pt>
                <c:pt idx="11">
                  <c:v>1226.7928722225606</c:v>
                </c:pt>
                <c:pt idx="12">
                  <c:v>1252.316226462769</c:v>
                </c:pt>
                <c:pt idx="13">
                  <c:v>1266.4888051005209</c:v>
                </c:pt>
                <c:pt idx="14">
                  <c:v>1277.5789001731264</c:v>
                </c:pt>
                <c:pt idx="15">
                  <c:v>1293.890965071115</c:v>
                </c:pt>
                <c:pt idx="16">
                  <c:v>1313.2492382237681</c:v>
                </c:pt>
                <c:pt idx="17">
                  <c:v>1326.5860061526541</c:v>
                </c:pt>
                <c:pt idx="18">
                  <c:v>1335.831335498606</c:v>
                </c:pt>
                <c:pt idx="19">
                  <c:v>1349.1261483840512</c:v>
                </c:pt>
                <c:pt idx="20">
                  <c:v>1367.1331192276202</c:v>
                </c:pt>
                <c:pt idx="21">
                  <c:v>1380.7410671247535</c:v>
                </c:pt>
                <c:pt idx="22">
                  <c:v>1397.0848590717196</c:v>
                </c:pt>
                <c:pt idx="23">
                  <c:v>1411.8691408678876</c:v>
                </c:pt>
                <c:pt idx="24">
                  <c:v>1433.7794005444835</c:v>
                </c:pt>
                <c:pt idx="25">
                  <c:v>1452.494435418776</c:v>
                </c:pt>
                <c:pt idx="26">
                  <c:v>1469.9811406531178</c:v>
                </c:pt>
                <c:pt idx="27">
                  <c:v>1487.7293408067962</c:v>
                </c:pt>
                <c:pt idx="28">
                  <c:v>1501.2973719848283</c:v>
                </c:pt>
                <c:pt idx="29">
                  <c:v>1517.7289132021958</c:v>
                </c:pt>
                <c:pt idx="30">
                  <c:v>1541.9027494272527</c:v>
                </c:pt>
                <c:pt idx="31">
                  <c:v>1555.8461650855477</c:v>
                </c:pt>
                <c:pt idx="32">
                  <c:v>1572.667610908758</c:v>
                </c:pt>
                <c:pt idx="33">
                  <c:v>1590.5496657326846</c:v>
                </c:pt>
                <c:pt idx="34">
                  <c:v>1611.7894187178476</c:v>
                </c:pt>
                <c:pt idx="35">
                  <c:v>1631.4452785539486</c:v>
                </c:pt>
                <c:pt idx="36">
                  <c:v>1646.3655585437448</c:v>
                </c:pt>
                <c:pt idx="37">
                  <c:v>1666.3270097969057</c:v>
                </c:pt>
                <c:pt idx="38">
                  <c:v>1685.9884018798261</c:v>
                </c:pt>
                <c:pt idx="39">
                  <c:v>1700.4895111873993</c:v>
                </c:pt>
                <c:pt idx="40">
                  <c:v>1720.9654220037864</c:v>
                </c:pt>
                <c:pt idx="41">
                  <c:v>1740.5865399277257</c:v>
                </c:pt>
                <c:pt idx="42">
                  <c:v>1758.9676973629707</c:v>
                </c:pt>
                <c:pt idx="43">
                  <c:v>1777.0947747179762</c:v>
                </c:pt>
                <c:pt idx="44">
                  <c:v>1802.6239961410602</c:v>
                </c:pt>
                <c:pt idx="45">
                  <c:v>1815.3954250392053</c:v>
                </c:pt>
                <c:pt idx="46">
                  <c:v>1829.1791212175604</c:v>
                </c:pt>
                <c:pt idx="47">
                  <c:v>1840.4309874038388</c:v>
                </c:pt>
                <c:pt idx="48">
                  <c:v>1858.2662443429213</c:v>
                </c:pt>
                <c:pt idx="49">
                  <c:v>1881.9633599597973</c:v>
                </c:pt>
                <c:pt idx="50">
                  <c:v>1896.5195948928481</c:v>
                </c:pt>
                <c:pt idx="51">
                  <c:v>1912.731015338351</c:v>
                </c:pt>
                <c:pt idx="52">
                  <c:v>1934.4785253299265</c:v>
                </c:pt>
                <c:pt idx="53">
                  <c:v>1949.8271696447614</c:v>
                </c:pt>
                <c:pt idx="54">
                  <c:v>1961.453175910523</c:v>
                </c:pt>
                <c:pt idx="55">
                  <c:v>1980.8703114258878</c:v>
                </c:pt>
                <c:pt idx="56">
                  <c:v>2000.9125858561567</c:v>
                </c:pt>
                <c:pt idx="57">
                  <c:v>2016.9298224620663</c:v>
                </c:pt>
                <c:pt idx="58">
                  <c:v>2041.1493729482131</c:v>
                </c:pt>
                <c:pt idx="59">
                  <c:v>2055.0198792074798</c:v>
                </c:pt>
                <c:pt idx="60">
                  <c:v>2070.3443223441536</c:v>
                </c:pt>
                <c:pt idx="61">
                  <c:v>2089.1960663984964</c:v>
                </c:pt>
                <c:pt idx="62">
                  <c:v>2109.0871839904357</c:v>
                </c:pt>
                <c:pt idx="63">
                  <c:v>2130.1505176487995</c:v>
                </c:pt>
                <c:pt idx="64">
                  <c:v>2140.3937123820142</c:v>
                </c:pt>
                <c:pt idx="65">
                  <c:v>2165.9234094193948</c:v>
                </c:pt>
                <c:pt idx="66">
                  <c:v>2180.2442377809684</c:v>
                </c:pt>
                <c:pt idx="67">
                  <c:v>2197.8428118314841</c:v>
                </c:pt>
                <c:pt idx="68">
                  <c:v>2217.3934515290871</c:v>
                </c:pt>
                <c:pt idx="69">
                  <c:v>2234.6637881694487</c:v>
                </c:pt>
                <c:pt idx="70">
                  <c:v>2261.1349953871741</c:v>
                </c:pt>
                <c:pt idx="71">
                  <c:v>2272.7249285416792</c:v>
                </c:pt>
                <c:pt idx="72">
                  <c:v>2286.5950106189121</c:v>
                </c:pt>
                <c:pt idx="73">
                  <c:v>2304.3963964403024</c:v>
                </c:pt>
                <c:pt idx="74">
                  <c:v>2325.886763714303</c:v>
                </c:pt>
                <c:pt idx="75">
                  <c:v>2339.5241278224157</c:v>
                </c:pt>
                <c:pt idx="76">
                  <c:v>2354.1400236485988</c:v>
                </c:pt>
                <c:pt idx="77">
                  <c:v>2375.0914367975975</c:v>
                </c:pt>
                <c:pt idx="78">
                  <c:v>2391.7265429016702</c:v>
                </c:pt>
                <c:pt idx="79">
                  <c:v>2409.4270609949381</c:v>
                </c:pt>
                <c:pt idx="80">
                  <c:v>2431.1596323618223</c:v>
                </c:pt>
                <c:pt idx="81">
                  <c:v>2443.9247999126892</c:v>
                </c:pt>
                <c:pt idx="82">
                  <c:v>2459.6917376671345</c:v>
                </c:pt>
                <c:pt idx="83">
                  <c:v>2484.5387854912492</c:v>
                </c:pt>
                <c:pt idx="84">
                  <c:v>2500.2220687206723</c:v>
                </c:pt>
                <c:pt idx="85">
                  <c:v>2511.167710146733</c:v>
                </c:pt>
                <c:pt idx="86">
                  <c:v>2521.1751754053835</c:v>
                </c:pt>
                <c:pt idx="87">
                  <c:v>2546.1379470127904</c:v>
                </c:pt>
                <c:pt idx="88">
                  <c:v>2556.3775037395599</c:v>
                </c:pt>
                <c:pt idx="89">
                  <c:v>2568.6767317253925</c:v>
                </c:pt>
                <c:pt idx="90">
                  <c:v>2590.7957606860818</c:v>
                </c:pt>
                <c:pt idx="91">
                  <c:v>2611.0923535403408</c:v>
                </c:pt>
                <c:pt idx="92">
                  <c:v>2624.980922599098</c:v>
                </c:pt>
                <c:pt idx="93">
                  <c:v>2635.4221773341324</c:v>
                </c:pt>
                <c:pt idx="94">
                  <c:v>2647.7568895459149</c:v>
                </c:pt>
                <c:pt idx="95">
                  <c:v>2674.3551958233529</c:v>
                </c:pt>
                <c:pt idx="96">
                  <c:v>2684.1613647743998</c:v>
                </c:pt>
                <c:pt idx="97">
                  <c:v>2709.7241128140622</c:v>
                </c:pt>
                <c:pt idx="98">
                  <c:v>2724.8531912984786</c:v>
                </c:pt>
                <c:pt idx="99">
                  <c:v>2745.2362768430157</c:v>
                </c:pt>
                <c:pt idx="100">
                  <c:v>2751.4358197701531</c:v>
                </c:pt>
                <c:pt idx="101">
                  <c:v>2766.445230250094</c:v>
                </c:pt>
                <c:pt idx="102">
                  <c:v>2789.2929098501691</c:v>
                </c:pt>
                <c:pt idx="103">
                  <c:v>2799.3880893651667</c:v>
                </c:pt>
                <c:pt idx="104">
                  <c:v>2812.1547732696285</c:v>
                </c:pt>
                <c:pt idx="105">
                  <c:v>2832.458773864706</c:v>
                </c:pt>
                <c:pt idx="106">
                  <c:v>2847.460980476495</c:v>
                </c:pt>
                <c:pt idx="107">
                  <c:v>2858.110890010711</c:v>
                </c:pt>
                <c:pt idx="108">
                  <c:v>2873.6542864362855</c:v>
                </c:pt>
                <c:pt idx="109">
                  <c:v>2893.5371379819981</c:v>
                </c:pt>
                <c:pt idx="110">
                  <c:v>2906.1076550425842</c:v>
                </c:pt>
                <c:pt idx="111">
                  <c:v>2917.7932830591344</c:v>
                </c:pt>
                <c:pt idx="112">
                  <c:v>2936.5460612774514</c:v>
                </c:pt>
                <c:pt idx="113">
                  <c:v>2951.3954302542707</c:v>
                </c:pt>
                <c:pt idx="114">
                  <c:v>2965.7160098336135</c:v>
                </c:pt>
                <c:pt idx="115">
                  <c:v>2985.9920426414856</c:v>
                </c:pt>
                <c:pt idx="116">
                  <c:v>2995.3725341883078</c:v>
                </c:pt>
                <c:pt idx="117">
                  <c:v>3006.1929189604152</c:v>
                </c:pt>
                <c:pt idx="118">
                  <c:v>3023.1034693836777</c:v>
                </c:pt>
                <c:pt idx="119">
                  <c:v>3047.5976631569765</c:v>
                </c:pt>
                <c:pt idx="120">
                  <c:v>3060.8799191796629</c:v>
                </c:pt>
                <c:pt idx="121">
                  <c:v>3070.5254363684253</c:v>
                </c:pt>
                <c:pt idx="122">
                  <c:v>3090.1251446963456</c:v>
                </c:pt>
                <c:pt idx="123">
                  <c:v>3108.4863248841143</c:v>
                </c:pt>
                <c:pt idx="124">
                  <c:v>3123.0144901348376</c:v>
                </c:pt>
                <c:pt idx="125">
                  <c:v>3134.3086885823764</c:v>
                </c:pt>
                <c:pt idx="126">
                  <c:v>3149.1954112525882</c:v>
                </c:pt>
                <c:pt idx="127">
                  <c:v>3165.5060028939306</c:v>
                </c:pt>
                <c:pt idx="128">
                  <c:v>3176.5961248509557</c:v>
                </c:pt>
                <c:pt idx="129">
                  <c:v>3192.7641046160561</c:v>
                </c:pt>
                <c:pt idx="130">
                  <c:v>3200.7961936456049</c:v>
                </c:pt>
                <c:pt idx="131">
                  <c:v>3219.565761517897</c:v>
                </c:pt>
                <c:pt idx="132">
                  <c:v>3248.0795470275812</c:v>
                </c:pt>
                <c:pt idx="133">
                  <c:v>3261.7674329023166</c:v>
                </c:pt>
                <c:pt idx="134">
                  <c:v>3261.586503707354</c:v>
                </c:pt>
                <c:pt idx="135">
                  <c:v>3276.5838342185025</c:v>
                </c:pt>
                <c:pt idx="136">
                  <c:v>3289.8527654093014</c:v>
                </c:pt>
                <c:pt idx="137">
                  <c:v>3318.1601012033861</c:v>
                </c:pt>
                <c:pt idx="138">
                  <c:v>3315.7454369754396</c:v>
                </c:pt>
                <c:pt idx="139">
                  <c:v>3333.4507229078654</c:v>
                </c:pt>
                <c:pt idx="140">
                  <c:v>3344.7981052439964</c:v>
                </c:pt>
                <c:pt idx="141">
                  <c:v>3359.8782354045379</c:v>
                </c:pt>
                <c:pt idx="142">
                  <c:v>3371.2059306716415</c:v>
                </c:pt>
                <c:pt idx="143">
                  <c:v>3379.3484832846952</c:v>
                </c:pt>
                <c:pt idx="144">
                  <c:v>3399.5491525470643</c:v>
                </c:pt>
                <c:pt idx="145">
                  <c:v>3414.392899130326</c:v>
                </c:pt>
                <c:pt idx="146">
                  <c:v>3426.1047583405661</c:v>
                </c:pt>
                <c:pt idx="147">
                  <c:v>3444.183815847482</c:v>
                </c:pt>
                <c:pt idx="148">
                  <c:v>3467.5622112246756</c:v>
                </c:pt>
                <c:pt idx="149">
                  <c:v>3466.4478470931535</c:v>
                </c:pt>
                <c:pt idx="150">
                  <c:v>3481.8712329847722</c:v>
                </c:pt>
                <c:pt idx="151">
                  <c:v>3502.8501548547397</c:v>
                </c:pt>
                <c:pt idx="152">
                  <c:v>3502.5228464056768</c:v>
                </c:pt>
                <c:pt idx="153">
                  <c:v>3526.478266264754</c:v>
                </c:pt>
                <c:pt idx="154">
                  <c:v>3533.3214606524966</c:v>
                </c:pt>
                <c:pt idx="155">
                  <c:v>3557.3113430779804</c:v>
                </c:pt>
                <c:pt idx="156">
                  <c:v>3560.9790728050934</c:v>
                </c:pt>
                <c:pt idx="157">
                  <c:v>3578.503169444577</c:v>
                </c:pt>
                <c:pt idx="158">
                  <c:v>3590.36888597508</c:v>
                </c:pt>
                <c:pt idx="159">
                  <c:v>3602.7957977616566</c:v>
                </c:pt>
                <c:pt idx="160">
                  <c:v>3618.0746809282118</c:v>
                </c:pt>
                <c:pt idx="161">
                  <c:v>3628.4680134478658</c:v>
                </c:pt>
                <c:pt idx="162">
                  <c:v>3639.5169748739968</c:v>
                </c:pt>
                <c:pt idx="163">
                  <c:v>3660.3285550141741</c:v>
                </c:pt>
                <c:pt idx="164">
                  <c:v>3677.3855372383555</c:v>
                </c:pt>
                <c:pt idx="165">
                  <c:v>3682.1470618553371</c:v>
                </c:pt>
                <c:pt idx="166">
                  <c:v>3701.608963238742</c:v>
                </c:pt>
                <c:pt idx="167">
                  <c:v>3711.9230273026951</c:v>
                </c:pt>
                <c:pt idx="168">
                  <c:v>3725.0086302769819</c:v>
                </c:pt>
                <c:pt idx="169">
                  <c:v>3736.2929540687478</c:v>
                </c:pt>
                <c:pt idx="170">
                  <c:v>3749.9440856494421</c:v>
                </c:pt>
                <c:pt idx="171">
                  <c:v>3761.5639183517005</c:v>
                </c:pt>
                <c:pt idx="172">
                  <c:v>3779.5997843880759</c:v>
                </c:pt>
                <c:pt idx="173">
                  <c:v>3788.841941720756</c:v>
                </c:pt>
                <c:pt idx="174">
                  <c:v>3798.4779820284921</c:v>
                </c:pt>
                <c:pt idx="175">
                  <c:v>3815.082742749827</c:v>
                </c:pt>
                <c:pt idx="176">
                  <c:v>3829.9111905710788</c:v>
                </c:pt>
                <c:pt idx="177">
                  <c:v>3841.95212076189</c:v>
                </c:pt>
                <c:pt idx="178">
                  <c:v>3845.553394077212</c:v>
                </c:pt>
                <c:pt idx="179">
                  <c:v>3868.2712214442809</c:v>
                </c:pt>
                <c:pt idx="180">
                  <c:v>3870.2073654156684</c:v>
                </c:pt>
                <c:pt idx="181">
                  <c:v>3894.4976639406545</c:v>
                </c:pt>
                <c:pt idx="182">
                  <c:v>3907.501772203379</c:v>
                </c:pt>
                <c:pt idx="183">
                  <c:v>3916.3616564950526</c:v>
                </c:pt>
                <c:pt idx="184">
                  <c:v>3933.4320927975759</c:v>
                </c:pt>
                <c:pt idx="185">
                  <c:v>3928.128410111507</c:v>
                </c:pt>
                <c:pt idx="186">
                  <c:v>3955.8279331046961</c:v>
                </c:pt>
                <c:pt idx="187">
                  <c:v>3966.480941357122</c:v>
                </c:pt>
                <c:pt idx="188">
                  <c:v>3978.4206231649646</c:v>
                </c:pt>
                <c:pt idx="189">
                  <c:v>3986.9281980190008</c:v>
                </c:pt>
                <c:pt idx="190">
                  <c:v>4000.7183099005397</c:v>
                </c:pt>
                <c:pt idx="191">
                  <c:v>4012.3541846769308</c:v>
                </c:pt>
                <c:pt idx="192">
                  <c:v>4032.6280942848907</c:v>
                </c:pt>
                <c:pt idx="193">
                  <c:v>4036.9905204871102</c:v>
                </c:pt>
                <c:pt idx="194">
                  <c:v>4048.5964037950271</c:v>
                </c:pt>
                <c:pt idx="195">
                  <c:v>4060.9558159126282</c:v>
                </c:pt>
                <c:pt idx="196">
                  <c:v>4072.5071583662111</c:v>
                </c:pt>
                <c:pt idx="197">
                  <c:v>4086.2830594559418</c:v>
                </c:pt>
                <c:pt idx="198">
                  <c:v>4101.8358932405554</c:v>
                </c:pt>
                <c:pt idx="199">
                  <c:v>4109.9493941979417</c:v>
                </c:pt>
                <c:pt idx="200">
                  <c:v>4118.5561161682353</c:v>
                </c:pt>
                <c:pt idx="201">
                  <c:v>4136.2807190549338</c:v>
                </c:pt>
                <c:pt idx="202">
                  <c:v>4156.3627441940553</c:v>
                </c:pt>
                <c:pt idx="203">
                  <c:v>4155.8557274297564</c:v>
                </c:pt>
                <c:pt idx="204">
                  <c:v>4167.6278637344194</c:v>
                </c:pt>
                <c:pt idx="205">
                  <c:v>4182.7828668210232</c:v>
                </c:pt>
                <c:pt idx="206">
                  <c:v>4212.0148994023239</c:v>
                </c:pt>
                <c:pt idx="207">
                  <c:v>4211.0971236275391</c:v>
                </c:pt>
                <c:pt idx="208">
                  <c:v>4218.4746620073356</c:v>
                </c:pt>
                <c:pt idx="209">
                  <c:v>4220.6586637547643</c:v>
                </c:pt>
                <c:pt idx="210">
                  <c:v>4234.3151426747954</c:v>
                </c:pt>
                <c:pt idx="211">
                  <c:v>4262.0406671787114</c:v>
                </c:pt>
                <c:pt idx="212">
                  <c:v>4266.1798731238187</c:v>
                </c:pt>
                <c:pt idx="213">
                  <c:v>4278.2293990801618</c:v>
                </c:pt>
                <c:pt idx="214">
                  <c:v>4289.6040073309759</c:v>
                </c:pt>
                <c:pt idx="215">
                  <c:v>4287.4895270771231</c:v>
                </c:pt>
                <c:pt idx="216">
                  <c:v>4305.1422934000302</c:v>
                </c:pt>
                <c:pt idx="217">
                  <c:v>4313.7864282478931</c:v>
                </c:pt>
                <c:pt idx="218">
                  <c:v>4332.1235201782793</c:v>
                </c:pt>
                <c:pt idx="219">
                  <c:v>4345.1919392317122</c:v>
                </c:pt>
                <c:pt idx="220">
                  <c:v>4356.5573700189125</c:v>
                </c:pt>
                <c:pt idx="221">
                  <c:v>4374.4451640918778</c:v>
                </c:pt>
                <c:pt idx="222">
                  <c:v>4380.3869208861379</c:v>
                </c:pt>
                <c:pt idx="223">
                  <c:v>4392.6726460983737</c:v>
                </c:pt>
                <c:pt idx="224">
                  <c:v>4403.048517424726</c:v>
                </c:pt>
                <c:pt idx="225">
                  <c:v>4429.3325275782836</c:v>
                </c:pt>
                <c:pt idx="226">
                  <c:v>4431.2320594534704</c:v>
                </c:pt>
                <c:pt idx="227">
                  <c:v>4446.7286232053712</c:v>
                </c:pt>
                <c:pt idx="228">
                  <c:v>4457.8996611701641</c:v>
                </c:pt>
                <c:pt idx="229">
                  <c:v>4461.2937838712178</c:v>
                </c:pt>
                <c:pt idx="230">
                  <c:v>4491.3603702173468</c:v>
                </c:pt>
                <c:pt idx="231">
                  <c:v>4486.6427954375476</c:v>
                </c:pt>
                <c:pt idx="232">
                  <c:v>4508.3510169585461</c:v>
                </c:pt>
                <c:pt idx="233">
                  <c:v>4505.1950846337331</c:v>
                </c:pt>
                <c:pt idx="234">
                  <c:v>4517.8189726922401</c:v>
                </c:pt>
                <c:pt idx="235">
                  <c:v>4514.2999384427812</c:v>
                </c:pt>
                <c:pt idx="236">
                  <c:v>4545.4419461925736</c:v>
                </c:pt>
                <c:pt idx="237">
                  <c:v>4528.6336904912478</c:v>
                </c:pt>
                <c:pt idx="238">
                  <c:v>4538.9737346992097</c:v>
                </c:pt>
                <c:pt idx="239">
                  <c:v>4575.6980326133998</c:v>
                </c:pt>
                <c:pt idx="240">
                  <c:v>4577.0586262990601</c:v>
                </c:pt>
                <c:pt idx="241">
                  <c:v>4597.4829257913889</c:v>
                </c:pt>
                <c:pt idx="242">
                  <c:v>4596.9559506171809</c:v>
                </c:pt>
                <c:pt idx="243">
                  <c:v>4611.5534753455777</c:v>
                </c:pt>
                <c:pt idx="244">
                  <c:v>4621.8560754347791</c:v>
                </c:pt>
                <c:pt idx="245">
                  <c:v>4644.1286704629365</c:v>
                </c:pt>
                <c:pt idx="246">
                  <c:v>4641.5947281964227</c:v>
                </c:pt>
                <c:pt idx="247">
                  <c:v>4649.9016300023504</c:v>
                </c:pt>
                <c:pt idx="248">
                  <c:v>4651.3766646677022</c:v>
                </c:pt>
                <c:pt idx="249">
                  <c:v>4674.7862538879026</c:v>
                </c:pt>
                <c:pt idx="250">
                  <c:v>4672.1103248838917</c:v>
                </c:pt>
                <c:pt idx="251">
                  <c:v>4681.2734583921165</c:v>
                </c:pt>
                <c:pt idx="252">
                  <c:v>4705.7805058204967</c:v>
                </c:pt>
                <c:pt idx="253">
                  <c:v>4717.8006431804588</c:v>
                </c:pt>
                <c:pt idx="254">
                  <c:v>4728.193396284385</c:v>
                </c:pt>
                <c:pt idx="255">
                  <c:v>4739.3208162399906</c:v>
                </c:pt>
                <c:pt idx="256">
                  <c:v>4758.8897925499059</c:v>
                </c:pt>
                <c:pt idx="257">
                  <c:v>4757.0280858937203</c:v>
                </c:pt>
                <c:pt idx="258">
                  <c:v>4769.0309888489419</c:v>
                </c:pt>
                <c:pt idx="259">
                  <c:v>4786.494084601889</c:v>
                </c:pt>
                <c:pt idx="260">
                  <c:v>4796.8594456571154</c:v>
                </c:pt>
                <c:pt idx="261">
                  <c:v>4805.882969307122</c:v>
                </c:pt>
                <c:pt idx="262">
                  <c:v>4809.4763089752014</c:v>
                </c:pt>
                <c:pt idx="263">
                  <c:v>4830.7512854026581</c:v>
                </c:pt>
                <c:pt idx="264">
                  <c:v>4828.2224262315485</c:v>
                </c:pt>
                <c:pt idx="265">
                  <c:v>4849.6311819908042</c:v>
                </c:pt>
                <c:pt idx="266">
                  <c:v>4860.4093902041695</c:v>
                </c:pt>
                <c:pt idx="267">
                  <c:v>4876.9700658953698</c:v>
                </c:pt>
                <c:pt idx="268">
                  <c:v>4889.6824913153068</c:v>
                </c:pt>
                <c:pt idx="269">
                  <c:v>4895.9000766920799</c:v>
                </c:pt>
                <c:pt idx="270">
                  <c:v>4891.7386478981452</c:v>
                </c:pt>
                <c:pt idx="271">
                  <c:v>4910.2982089214947</c:v>
                </c:pt>
                <c:pt idx="272">
                  <c:v>4925.1181572545929</c:v>
                </c:pt>
                <c:pt idx="273">
                  <c:v>4920.1295568834657</c:v>
                </c:pt>
                <c:pt idx="274">
                  <c:v>4942.1066435268049</c:v>
                </c:pt>
                <c:pt idx="275">
                  <c:v>4947.9251022212484</c:v>
                </c:pt>
                <c:pt idx="276">
                  <c:v>4960.4551012110578</c:v>
                </c:pt>
                <c:pt idx="277">
                  <c:v>4989.9306652394698</c:v>
                </c:pt>
                <c:pt idx="278">
                  <c:v>4969.7604222215468</c:v>
                </c:pt>
                <c:pt idx="279">
                  <c:v>4979.5327707187662</c:v>
                </c:pt>
                <c:pt idx="280">
                  <c:v>4990.9616235242456</c:v>
                </c:pt>
                <c:pt idx="281">
                  <c:v>5033.8959034417658</c:v>
                </c:pt>
                <c:pt idx="282">
                  <c:v>5012.8651909197142</c:v>
                </c:pt>
                <c:pt idx="283">
                  <c:v>5026.9508886449203</c:v>
                </c:pt>
                <c:pt idx="284">
                  <c:v>5047.3221635804093</c:v>
                </c:pt>
                <c:pt idx="285">
                  <c:v>5045.5734246138363</c:v>
                </c:pt>
                <c:pt idx="286">
                  <c:v>5041.801014166349</c:v>
                </c:pt>
                <c:pt idx="287">
                  <c:v>5055.0203580188645</c:v>
                </c:pt>
                <c:pt idx="288">
                  <c:v>5075.8963024102977</c:v>
                </c:pt>
                <c:pt idx="289">
                  <c:v>5083.5134286544562</c:v>
                </c:pt>
                <c:pt idx="290">
                  <c:v>5090.9437989275857</c:v>
                </c:pt>
                <c:pt idx="291">
                  <c:v>5116.4291549086292</c:v>
                </c:pt>
                <c:pt idx="292">
                  <c:v>5114.8718968665307</c:v>
                </c:pt>
                <c:pt idx="293">
                  <c:v>5119.4404430668746</c:v>
                </c:pt>
                <c:pt idx="294">
                  <c:v>5132.9422707914109</c:v>
                </c:pt>
                <c:pt idx="295">
                  <c:v>5145.8298287407488</c:v>
                </c:pt>
                <c:pt idx="296">
                  <c:v>5149.4186792937962</c:v>
                </c:pt>
                <c:pt idx="297">
                  <c:v>5165.4082666225186</c:v>
                </c:pt>
                <c:pt idx="298">
                  <c:v>5172.7316678093966</c:v>
                </c:pt>
                <c:pt idx="299">
                  <c:v>5187.0428325889116</c:v>
                </c:pt>
                <c:pt idx="300">
                  <c:v>5198.8805390995676</c:v>
                </c:pt>
                <c:pt idx="301">
                  <c:v>5196.6392421406763</c:v>
                </c:pt>
                <c:pt idx="302">
                  <c:v>5219.6838351586985</c:v>
                </c:pt>
                <c:pt idx="303">
                  <c:v>5235.614669495958</c:v>
                </c:pt>
                <c:pt idx="304">
                  <c:v>5244.2806165060183</c:v>
                </c:pt>
                <c:pt idx="305">
                  <c:v>5233.1455771610945</c:v>
                </c:pt>
                <c:pt idx="306">
                  <c:v>5248.0793661655734</c:v>
                </c:pt>
                <c:pt idx="307">
                  <c:v>5265.2090589560903</c:v>
                </c:pt>
                <c:pt idx="308">
                  <c:v>5282.4733616179146</c:v>
                </c:pt>
                <c:pt idx="309">
                  <c:v>5294.218114469435</c:v>
                </c:pt>
                <c:pt idx="310">
                  <c:v>5284.8370053169092</c:v>
                </c:pt>
                <c:pt idx="311">
                  <c:v>5288.8921330176117</c:v>
                </c:pt>
                <c:pt idx="312">
                  <c:v>5300.0275976926951</c:v>
                </c:pt>
                <c:pt idx="313">
                  <c:v>5322.7483673018196</c:v>
                </c:pt>
                <c:pt idx="314">
                  <c:v>5317.5380909405912</c:v>
                </c:pt>
                <c:pt idx="315">
                  <c:v>5335.5088619278777</c:v>
                </c:pt>
                <c:pt idx="316">
                  <c:v>5344.3623238814253</c:v>
                </c:pt>
                <c:pt idx="317">
                  <c:v>5356.4940880674476</c:v>
                </c:pt>
                <c:pt idx="318">
                  <c:v>5349.6924388760908</c:v>
                </c:pt>
                <c:pt idx="319">
                  <c:v>5362.9934705943024</c:v>
                </c:pt>
                <c:pt idx="320">
                  <c:v>5392.2756200095491</c:v>
                </c:pt>
                <c:pt idx="321">
                  <c:v>5383.6809272602313</c:v>
                </c:pt>
                <c:pt idx="322">
                  <c:v>5394.1346996592329</c:v>
                </c:pt>
                <c:pt idx="323">
                  <c:v>5415.7402251584972</c:v>
                </c:pt>
                <c:pt idx="324">
                  <c:v>5406.1826393070278</c:v>
                </c:pt>
                <c:pt idx="325">
                  <c:v>5419.2016608158601</c:v>
                </c:pt>
                <c:pt idx="326">
                  <c:v>5435.7323324224781</c:v>
                </c:pt>
                <c:pt idx="327">
                  <c:v>5432.2433770518173</c:v>
                </c:pt>
                <c:pt idx="328">
                  <c:v>5456.1363847234734</c:v>
                </c:pt>
                <c:pt idx="329">
                  <c:v>5461.4798398982493</c:v>
                </c:pt>
                <c:pt idx="330">
                  <c:v>5469.5770574037824</c:v>
                </c:pt>
                <c:pt idx="331">
                  <c:v>5483.759110030348</c:v>
                </c:pt>
                <c:pt idx="332">
                  <c:v>5510.3552780415721</c:v>
                </c:pt>
                <c:pt idx="333">
                  <c:v>5497.8469403381623</c:v>
                </c:pt>
                <c:pt idx="334">
                  <c:v>5505.6320673639957</c:v>
                </c:pt>
                <c:pt idx="335">
                  <c:v>5518.8634999668038</c:v>
                </c:pt>
                <c:pt idx="336">
                  <c:v>5544.0305808487556</c:v>
                </c:pt>
                <c:pt idx="337">
                  <c:v>5539.0982732312532</c:v>
                </c:pt>
                <c:pt idx="338">
                  <c:v>5534.0645993295266</c:v>
                </c:pt>
                <c:pt idx="339">
                  <c:v>5546.5021798459966</c:v>
                </c:pt>
                <c:pt idx="340">
                  <c:v>5559.9691914666273</c:v>
                </c:pt>
                <c:pt idx="341">
                  <c:v>5566.4525622338497</c:v>
                </c:pt>
                <c:pt idx="342">
                  <c:v>5560.9657024696444</c:v>
                </c:pt>
                <c:pt idx="343">
                  <c:v>5582.2283142096057</c:v>
                </c:pt>
                <c:pt idx="344">
                  <c:v>5587.6737835688273</c:v>
                </c:pt>
                <c:pt idx="345">
                  <c:v>5609.0780534249443</c:v>
                </c:pt>
                <c:pt idx="346">
                  <c:v>5617.157414740037</c:v>
                </c:pt>
                <c:pt idx="347">
                  <c:v>5634.281032606892</c:v>
                </c:pt>
                <c:pt idx="348">
                  <c:v>5622.2428703098303</c:v>
                </c:pt>
                <c:pt idx="349">
                  <c:v>5635.8600996893565</c:v>
                </c:pt>
                <c:pt idx="350">
                  <c:v>5662.9780328071001</c:v>
                </c:pt>
                <c:pt idx="351">
                  <c:v>5652.7481823847902</c:v>
                </c:pt>
                <c:pt idx="352">
                  <c:v>5657.3300763417128</c:v>
                </c:pt>
                <c:pt idx="353">
                  <c:v>5668.5481361226266</c:v>
                </c:pt>
                <c:pt idx="354">
                  <c:v>5690.7958511885136</c:v>
                </c:pt>
                <c:pt idx="355">
                  <c:v>5679.8874915886245</c:v>
                </c:pt>
                <c:pt idx="356">
                  <c:v>5678.7206693584703</c:v>
                </c:pt>
                <c:pt idx="357">
                  <c:v>5721.881434241579</c:v>
                </c:pt>
                <c:pt idx="358">
                  <c:v>5710.4460055110376</c:v>
                </c:pt>
                <c:pt idx="359">
                  <c:v>5714.2242172928545</c:v>
                </c:pt>
                <c:pt idx="360">
                  <c:v>5731.9371930668549</c:v>
                </c:pt>
                <c:pt idx="361">
                  <c:v>5727.8471598080832</c:v>
                </c:pt>
                <c:pt idx="362">
                  <c:v>5750.8418602726015</c:v>
                </c:pt>
                <c:pt idx="363">
                  <c:v>5764.6499464295084</c:v>
                </c:pt>
                <c:pt idx="364">
                  <c:v>5775.2016090536144</c:v>
                </c:pt>
                <c:pt idx="365">
                  <c:v>5779.4967728459524</c:v>
                </c:pt>
                <c:pt idx="366">
                  <c:v>5767.3996680795826</c:v>
                </c:pt>
                <c:pt idx="367">
                  <c:v>5779.248504405019</c:v>
                </c:pt>
                <c:pt idx="368">
                  <c:v>5806.6510617240092</c:v>
                </c:pt>
                <c:pt idx="369">
                  <c:v>5807.435327631234</c:v>
                </c:pt>
                <c:pt idx="370">
                  <c:v>5816.4447194288759</c:v>
                </c:pt>
                <c:pt idx="371">
                  <c:v>5822.9569734126017</c:v>
                </c:pt>
                <c:pt idx="372">
                  <c:v>5840.1365181164347</c:v>
                </c:pt>
                <c:pt idx="373">
                  <c:v>5838.2754821986637</c:v>
                </c:pt>
                <c:pt idx="374">
                  <c:v>5845.0276258916147</c:v>
                </c:pt>
                <c:pt idx="375">
                  <c:v>5845.5282059941474</c:v>
                </c:pt>
                <c:pt idx="376">
                  <c:v>5866.846093355729</c:v>
                </c:pt>
                <c:pt idx="377">
                  <c:v>5866.2043793963003</c:v>
                </c:pt>
                <c:pt idx="378">
                  <c:v>5870.2478411995116</c:v>
                </c:pt>
                <c:pt idx="379">
                  <c:v>5871.8420338501001</c:v>
                </c:pt>
                <c:pt idx="380">
                  <c:v>5893.0968816653412</c:v>
                </c:pt>
                <c:pt idx="381">
                  <c:v>5897.6507169840988</c:v>
                </c:pt>
                <c:pt idx="382">
                  <c:v>5901.4640562177083</c:v>
                </c:pt>
                <c:pt idx="383">
                  <c:v>5915.0456552083542</c:v>
                </c:pt>
                <c:pt idx="384">
                  <c:v>5931.2375180352519</c:v>
                </c:pt>
                <c:pt idx="385">
                  <c:v>5927.2001565730061</c:v>
                </c:pt>
                <c:pt idx="386">
                  <c:v>5934.7494355649769</c:v>
                </c:pt>
                <c:pt idx="387">
                  <c:v>5959.4426788035162</c:v>
                </c:pt>
                <c:pt idx="388">
                  <c:v>5950.2232089411737</c:v>
                </c:pt>
                <c:pt idx="389">
                  <c:v>5976.9081426559696</c:v>
                </c:pt>
                <c:pt idx="390">
                  <c:v>5994.0294402766531</c:v>
                </c:pt>
                <c:pt idx="391">
                  <c:v>6008.9686853798285</c:v>
                </c:pt>
                <c:pt idx="392">
                  <c:v>6003.1329503909756</c:v>
                </c:pt>
                <c:pt idx="393">
                  <c:v>5986.8001272353285</c:v>
                </c:pt>
                <c:pt idx="394">
                  <c:v>6010.1636610172191</c:v>
                </c:pt>
                <c:pt idx="395">
                  <c:v>6045.2681146176783</c:v>
                </c:pt>
                <c:pt idx="396">
                  <c:v>6024.192324119751</c:v>
                </c:pt>
                <c:pt idx="397">
                  <c:v>6034.1376488044152</c:v>
                </c:pt>
                <c:pt idx="398">
                  <c:v>6051.317545395952</c:v>
                </c:pt>
                <c:pt idx="399">
                  <c:v>6071.1878719445594</c:v>
                </c:pt>
                <c:pt idx="400">
                  <c:v>6051.7803899934443</c:v>
                </c:pt>
                <c:pt idx="401">
                  <c:v>6056.8762891055303</c:v>
                </c:pt>
                <c:pt idx="402">
                  <c:v>6076.7632933187515</c:v>
                </c:pt>
                <c:pt idx="403">
                  <c:v>6090.1904381421291</c:v>
                </c:pt>
                <c:pt idx="404">
                  <c:v>6096.2735250786045</c:v>
                </c:pt>
                <c:pt idx="405">
                  <c:v>6105.5701169252425</c:v>
                </c:pt>
                <c:pt idx="406">
                  <c:v>6111.3274877903714</c:v>
                </c:pt>
                <c:pt idx="407">
                  <c:v>6138.4599185386642</c:v>
                </c:pt>
                <c:pt idx="408">
                  <c:v>6125.4683320485237</c:v>
                </c:pt>
                <c:pt idx="409">
                  <c:v>6127.6337326099047</c:v>
                </c:pt>
                <c:pt idx="410">
                  <c:v>6133.7454617304575</c:v>
                </c:pt>
                <c:pt idx="411">
                  <c:v>6147.3609007045634</c:v>
                </c:pt>
                <c:pt idx="412">
                  <c:v>6166.1382202465675</c:v>
                </c:pt>
                <c:pt idx="413">
                  <c:v>6157.1258657511644</c:v>
                </c:pt>
                <c:pt idx="414">
                  <c:v>6180.3214415572884</c:v>
                </c:pt>
                <c:pt idx="415">
                  <c:v>6186.4129400399233</c:v>
                </c:pt>
                <c:pt idx="416">
                  <c:v>6195.1300967706275</c:v>
                </c:pt>
                <c:pt idx="417">
                  <c:v>6194.3868360912202</c:v>
                </c:pt>
                <c:pt idx="418">
                  <c:v>6178.9483284164226</c:v>
                </c:pt>
                <c:pt idx="419">
                  <c:v>6205.4641542478166</c:v>
                </c:pt>
                <c:pt idx="420">
                  <c:v>6233.5354419058931</c:v>
                </c:pt>
                <c:pt idx="421">
                  <c:v>6219.769603918231</c:v>
                </c:pt>
                <c:pt idx="422">
                  <c:v>6239.5757125836644</c:v>
                </c:pt>
                <c:pt idx="423">
                  <c:v>6241.0625346631086</c:v>
                </c:pt>
                <c:pt idx="424">
                  <c:v>6234.5482455349102</c:v>
                </c:pt>
                <c:pt idx="425">
                  <c:v>6246.8958502017858</c:v>
                </c:pt>
                <c:pt idx="426">
                  <c:v>6261.3891060061433</c:v>
                </c:pt>
                <c:pt idx="427">
                  <c:v>6277.3244388011226</c:v>
                </c:pt>
                <c:pt idx="428">
                  <c:v>6302.4825882582809</c:v>
                </c:pt>
                <c:pt idx="429">
                  <c:v>6287.2974027367673</c:v>
                </c:pt>
                <c:pt idx="430">
                  <c:v>6293.5171478836764</c:v>
                </c:pt>
                <c:pt idx="431">
                  <c:v>6327.8462897411637</c:v>
                </c:pt>
                <c:pt idx="432">
                  <c:v>6331.740222250266</c:v>
                </c:pt>
                <c:pt idx="433">
                  <c:v>6321.043413747032</c:v>
                </c:pt>
                <c:pt idx="434">
                  <c:v>6326.6934085521325</c:v>
                </c:pt>
                <c:pt idx="435">
                  <c:v>6327.6511861785475</c:v>
                </c:pt>
                <c:pt idx="436">
                  <c:v>6367.2876455319874</c:v>
                </c:pt>
                <c:pt idx="437">
                  <c:v>6347.974076730341</c:v>
                </c:pt>
                <c:pt idx="438">
                  <c:v>6353.1571748302322</c:v>
                </c:pt>
                <c:pt idx="439">
                  <c:v>6361.3277005663604</c:v>
                </c:pt>
                <c:pt idx="440">
                  <c:v>6356.853119999927</c:v>
                </c:pt>
                <c:pt idx="441">
                  <c:v>6367.7357985513054</c:v>
                </c:pt>
                <c:pt idx="442">
                  <c:v>6389.4849951599126</c:v>
                </c:pt>
                <c:pt idx="443">
                  <c:v>6369.3043893134763</c:v>
                </c:pt>
                <c:pt idx="444">
                  <c:v>6417.0401085532922</c:v>
                </c:pt>
                <c:pt idx="445">
                  <c:v>6424.7659825446062</c:v>
                </c:pt>
                <c:pt idx="446">
                  <c:v>6408.7330926672221</c:v>
                </c:pt>
                <c:pt idx="447">
                  <c:v>6419.9086643249657</c:v>
                </c:pt>
                <c:pt idx="448">
                  <c:v>6441.6612808239479</c:v>
                </c:pt>
                <c:pt idx="449">
                  <c:v>6471.7078303669887</c:v>
                </c:pt>
                <c:pt idx="450">
                  <c:v>6455.8662578369058</c:v>
                </c:pt>
                <c:pt idx="451">
                  <c:v>6440.8732180106072</c:v>
                </c:pt>
                <c:pt idx="452">
                  <c:v>6463.5606832632893</c:v>
                </c:pt>
                <c:pt idx="453">
                  <c:v>6495.6055914043309</c:v>
                </c:pt>
                <c:pt idx="454">
                  <c:v>6467.4630342847777</c:v>
                </c:pt>
                <c:pt idx="455">
                  <c:v>6464.7205034885728</c:v>
                </c:pt>
                <c:pt idx="456">
                  <c:v>6485.9993157444142</c:v>
                </c:pt>
                <c:pt idx="457">
                  <c:v>6509.954914699967</c:v>
                </c:pt>
                <c:pt idx="458">
                  <c:v>6494.1542665382767</c:v>
                </c:pt>
                <c:pt idx="459">
                  <c:v>6510.7379122267739</c:v>
                </c:pt>
                <c:pt idx="460">
                  <c:v>6544.3502287192059</c:v>
                </c:pt>
                <c:pt idx="461">
                  <c:v>6526.7915630500875</c:v>
                </c:pt>
                <c:pt idx="462">
                  <c:v>6533.1752797489744</c:v>
                </c:pt>
                <c:pt idx="463">
                  <c:v>6556.74025106111</c:v>
                </c:pt>
                <c:pt idx="464">
                  <c:v>6594.3150187810843</c:v>
                </c:pt>
                <c:pt idx="465">
                  <c:v>6564.6626914829812</c:v>
                </c:pt>
                <c:pt idx="466">
                  <c:v>6575.6592115700923</c:v>
                </c:pt>
                <c:pt idx="467">
                  <c:v>6604.1375825038813</c:v>
                </c:pt>
                <c:pt idx="468">
                  <c:v>6626.6289516867446</c:v>
                </c:pt>
                <c:pt idx="469">
                  <c:v>6586.8703687981542</c:v>
                </c:pt>
                <c:pt idx="470">
                  <c:v>6572.3643198318587</c:v>
                </c:pt>
                <c:pt idx="471">
                  <c:v>6598.6817677713152</c:v>
                </c:pt>
                <c:pt idx="472">
                  <c:v>6644.5959993594588</c:v>
                </c:pt>
                <c:pt idx="473">
                  <c:v>6589.9366089872628</c:v>
                </c:pt>
                <c:pt idx="474">
                  <c:v>6607.7600534791618</c:v>
                </c:pt>
                <c:pt idx="475">
                  <c:v>6622.0750528293584</c:v>
                </c:pt>
                <c:pt idx="476">
                  <c:v>6651.8981812340253</c:v>
                </c:pt>
                <c:pt idx="477">
                  <c:v>6626.0569298470982</c:v>
                </c:pt>
                <c:pt idx="478">
                  <c:v>6619.5804223856248</c:v>
                </c:pt>
                <c:pt idx="479">
                  <c:v>6647.3421679412068</c:v>
                </c:pt>
                <c:pt idx="480">
                  <c:v>6676.0651056055704</c:v>
                </c:pt>
                <c:pt idx="481">
                  <c:v>6667.3134256644553</c:v>
                </c:pt>
                <c:pt idx="482">
                  <c:v>6669.1848763681028</c:v>
                </c:pt>
                <c:pt idx="483">
                  <c:v>6684.175692549732</c:v>
                </c:pt>
                <c:pt idx="484">
                  <c:v>6694.524414352928</c:v>
                </c:pt>
                <c:pt idx="485">
                  <c:v>6697.2198746207132</c:v>
                </c:pt>
                <c:pt idx="486">
                  <c:v>6702.4571911758303</c:v>
                </c:pt>
                <c:pt idx="487">
                  <c:v>6706.5803260021839</c:v>
                </c:pt>
                <c:pt idx="488">
                  <c:v>6737.0349277650466</c:v>
                </c:pt>
                <c:pt idx="489">
                  <c:v>6727.4779114605954</c:v>
                </c:pt>
                <c:pt idx="490">
                  <c:v>6727.1145364430822</c:v>
                </c:pt>
                <c:pt idx="491">
                  <c:v>6734.4357685523573</c:v>
                </c:pt>
                <c:pt idx="492">
                  <c:v>6751.988050680131</c:v>
                </c:pt>
                <c:pt idx="493">
                  <c:v>6772.7020420346025</c:v>
                </c:pt>
                <c:pt idx="494">
                  <c:v>6758.9146855536928</c:v>
                </c:pt>
                <c:pt idx="495">
                  <c:v>6766.7234555587402</c:v>
                </c:pt>
                <c:pt idx="496">
                  <c:v>6787.5209242800556</c:v>
                </c:pt>
                <c:pt idx="497">
                  <c:v>6805.0130446158037</c:v>
                </c:pt>
                <c:pt idx="498">
                  <c:v>6796.2757674421209</c:v>
                </c:pt>
                <c:pt idx="499">
                  <c:v>6779.5066611117745</c:v>
                </c:pt>
                <c:pt idx="500">
                  <c:v>6805.9048746730959</c:v>
                </c:pt>
                <c:pt idx="501">
                  <c:v>6838.459788674998</c:v>
                </c:pt>
                <c:pt idx="502">
                  <c:v>6816.4244003921331</c:v>
                </c:pt>
                <c:pt idx="503">
                  <c:v>6831.0064733220306</c:v>
                </c:pt>
                <c:pt idx="504">
                  <c:v>6810.4139347555865</c:v>
                </c:pt>
                <c:pt idx="505">
                  <c:v>6839.8086006981348</c:v>
                </c:pt>
                <c:pt idx="506">
                  <c:v>6851.5518505483597</c:v>
                </c:pt>
                <c:pt idx="507">
                  <c:v>6825.0181241611754</c:v>
                </c:pt>
                <c:pt idx="508">
                  <c:v>6856.2250804714877</c:v>
                </c:pt>
                <c:pt idx="509">
                  <c:v>6861.5923738470883</c:v>
                </c:pt>
                <c:pt idx="510">
                  <c:v>6873.7617663920973</c:v>
                </c:pt>
                <c:pt idx="511">
                  <c:v>6889.3931880153377</c:v>
                </c:pt>
                <c:pt idx="512">
                  <c:v>6891.7512680152977</c:v>
                </c:pt>
                <c:pt idx="513">
                  <c:v>6893.3130673489886</c:v>
                </c:pt>
                <c:pt idx="514">
                  <c:v>6904.6953277019111</c:v>
                </c:pt>
                <c:pt idx="515">
                  <c:v>6933.1210091787398</c:v>
                </c:pt>
                <c:pt idx="516">
                  <c:v>6920.644419270111</c:v>
                </c:pt>
                <c:pt idx="517">
                  <c:v>6934.3275119013479</c:v>
                </c:pt>
                <c:pt idx="518">
                  <c:v>6950.6714986916086</c:v>
                </c:pt>
                <c:pt idx="519">
                  <c:v>6934.7293187953828</c:v>
                </c:pt>
                <c:pt idx="520">
                  <c:v>6935.1934005816984</c:v>
                </c:pt>
                <c:pt idx="521">
                  <c:v>6966.3188163052255</c:v>
                </c:pt>
                <c:pt idx="522">
                  <c:v>6954.0872012035397</c:v>
                </c:pt>
                <c:pt idx="523">
                  <c:v>6954.9251177755286</c:v>
                </c:pt>
                <c:pt idx="524">
                  <c:v>6982.1014215929381</c:v>
                </c:pt>
                <c:pt idx="525">
                  <c:v>7002.3969103372056</c:v>
                </c:pt>
                <c:pt idx="526">
                  <c:v>6964.9374222421293</c:v>
                </c:pt>
                <c:pt idx="527">
                  <c:v>6965.6495587759591</c:v>
                </c:pt>
                <c:pt idx="528">
                  <c:v>6993.3393118048261</c:v>
                </c:pt>
                <c:pt idx="529">
                  <c:v>7035.5631623661557</c:v>
                </c:pt>
                <c:pt idx="530">
                  <c:v>7002.522822202327</c:v>
                </c:pt>
                <c:pt idx="531">
                  <c:v>7028.3391653905692</c:v>
                </c:pt>
                <c:pt idx="532">
                  <c:v>7017.8184023734957</c:v>
                </c:pt>
                <c:pt idx="533">
                  <c:v>7054.0781567618023</c:v>
                </c:pt>
                <c:pt idx="534">
                  <c:v>7029.6636681268428</c:v>
                </c:pt>
                <c:pt idx="535">
                  <c:v>7034.6191358172491</c:v>
                </c:pt>
                <c:pt idx="536">
                  <c:v>7064.0434141531987</c:v>
                </c:pt>
                <c:pt idx="537">
                  <c:v>7085.8333175219796</c:v>
                </c:pt>
                <c:pt idx="538">
                  <c:v>7068.0764384385247</c:v>
                </c:pt>
                <c:pt idx="539">
                  <c:v>7055.8210306844821</c:v>
                </c:pt>
              </c:numCache>
            </c:numRef>
          </c:xVal>
          <c:yVal>
            <c:numRef>
              <c:f>Presentation!$AM$64:$AM$603</c:f>
              <c:numCache>
                <c:formatCode>General</c:formatCode>
                <c:ptCount val="540"/>
                <c:pt idx="0">
                  <c:v>0.41271232138042602</c:v>
                </c:pt>
                <c:pt idx="1">
                  <c:v>0.41618835915640928</c:v>
                </c:pt>
                <c:pt idx="2">
                  <c:v>0.42172883298906638</c:v>
                </c:pt>
                <c:pt idx="3">
                  <c:v>0.42649343463363765</c:v>
                </c:pt>
                <c:pt idx="4">
                  <c:v>0.43233598107856369</c:v>
                </c:pt>
                <c:pt idx="5">
                  <c:v>0.43506987258528573</c:v>
                </c:pt>
                <c:pt idx="6">
                  <c:v>0.43907590493527915</c:v>
                </c:pt>
                <c:pt idx="7">
                  <c:v>0.44484634670842044</c:v>
                </c:pt>
                <c:pt idx="8">
                  <c:v>0.44611991488782876</c:v>
                </c:pt>
                <c:pt idx="9">
                  <c:v>0.45289653718643996</c:v>
                </c:pt>
                <c:pt idx="10">
                  <c:v>0.45111125754252512</c:v>
                </c:pt>
                <c:pt idx="11">
                  <c:v>0.45558606359689802</c:v>
                </c:pt>
                <c:pt idx="12">
                  <c:v>0.45892901074269465</c:v>
                </c:pt>
                <c:pt idx="13">
                  <c:v>0.46059874413283008</c:v>
                </c:pt>
                <c:pt idx="14">
                  <c:v>0.46656628384579052</c:v>
                </c:pt>
                <c:pt idx="15">
                  <c:v>0.47086206139387821</c:v>
                </c:pt>
                <c:pt idx="16">
                  <c:v>0.47136940940490907</c:v>
                </c:pt>
                <c:pt idx="17">
                  <c:v>0.47285852522328881</c:v>
                </c:pt>
                <c:pt idx="18">
                  <c:v>0.48063864462024236</c:v>
                </c:pt>
                <c:pt idx="19">
                  <c:v>0.48532191004157738</c:v>
                </c:pt>
                <c:pt idx="20">
                  <c:v>0.48896163089417427</c:v>
                </c:pt>
                <c:pt idx="21">
                  <c:v>0.49248754751605717</c:v>
                </c:pt>
                <c:pt idx="22">
                  <c:v>0.49470565377890036</c:v>
                </c:pt>
                <c:pt idx="23">
                  <c:v>0.49820286421018084</c:v>
                </c:pt>
                <c:pt idx="24">
                  <c:v>0.49359166837871571</c:v>
                </c:pt>
                <c:pt idx="25">
                  <c:v>0.50168804335113637</c:v>
                </c:pt>
                <c:pt idx="26">
                  <c:v>0.50091059219360123</c:v>
                </c:pt>
                <c:pt idx="27">
                  <c:v>0.5025324650595987</c:v>
                </c:pt>
                <c:pt idx="28">
                  <c:v>0.5051478790436853</c:v>
                </c:pt>
                <c:pt idx="29">
                  <c:v>0.50654729095594919</c:v>
                </c:pt>
                <c:pt idx="30">
                  <c:v>0.50103630751139205</c:v>
                </c:pt>
                <c:pt idx="31">
                  <c:v>0.50626801782126318</c:v>
                </c:pt>
                <c:pt idx="32">
                  <c:v>0.50752336885735461</c:v>
                </c:pt>
                <c:pt idx="33">
                  <c:v>0.50750005334319592</c:v>
                </c:pt>
                <c:pt idx="34">
                  <c:v>0.50745985319346398</c:v>
                </c:pt>
                <c:pt idx="35">
                  <c:v>0.50755287009063432</c:v>
                </c:pt>
                <c:pt idx="36">
                  <c:v>0.50970800412229478</c:v>
                </c:pt>
                <c:pt idx="37">
                  <c:v>0.51031837621342746</c:v>
                </c:pt>
                <c:pt idx="38">
                  <c:v>0.51247145793854332</c:v>
                </c:pt>
                <c:pt idx="39">
                  <c:v>0.5115204006402807</c:v>
                </c:pt>
                <c:pt idx="40">
                  <c:v>0.51215798489193998</c:v>
                </c:pt>
                <c:pt idx="41">
                  <c:v>0.51449684371695314</c:v>
                </c:pt>
                <c:pt idx="42">
                  <c:v>0.51496579430375677</c:v>
                </c:pt>
                <c:pt idx="43">
                  <c:v>0.51657618185858967</c:v>
                </c:pt>
                <c:pt idx="44">
                  <c:v>0.51834833630049393</c:v>
                </c:pt>
                <c:pt idx="45">
                  <c:v>0.51816563775764213</c:v>
                </c:pt>
                <c:pt idx="46">
                  <c:v>0.51977773940500271</c:v>
                </c:pt>
                <c:pt idx="47">
                  <c:v>0.52404469902817563</c:v>
                </c:pt>
                <c:pt idx="48">
                  <c:v>0.52493409690028181</c:v>
                </c:pt>
                <c:pt idx="49">
                  <c:v>0.51734459447300385</c:v>
                </c:pt>
                <c:pt idx="50">
                  <c:v>0.52386581678418886</c:v>
                </c:pt>
                <c:pt idx="51">
                  <c:v>0.52593865088423208</c:v>
                </c:pt>
                <c:pt idx="52">
                  <c:v>0.52664033368043228</c:v>
                </c:pt>
                <c:pt idx="53">
                  <c:v>0.52888701799708215</c:v>
                </c:pt>
                <c:pt idx="54">
                  <c:v>0.52965418691054589</c:v>
                </c:pt>
                <c:pt idx="55">
                  <c:v>0.53084840181614368</c:v>
                </c:pt>
                <c:pt idx="56">
                  <c:v>0.53234960909019524</c:v>
                </c:pt>
                <c:pt idx="57">
                  <c:v>0.53370976974762818</c:v>
                </c:pt>
                <c:pt idx="58">
                  <c:v>0.53441600580749471</c:v>
                </c:pt>
                <c:pt idx="59">
                  <c:v>0.53606658614828862</c:v>
                </c:pt>
                <c:pt idx="60">
                  <c:v>0.53734237552541486</c:v>
                </c:pt>
                <c:pt idx="61">
                  <c:v>0.53807776490279391</c:v>
                </c:pt>
                <c:pt idx="62">
                  <c:v>0.53916102870444671</c:v>
                </c:pt>
                <c:pt idx="63">
                  <c:v>0.53758756913352646</c:v>
                </c:pt>
                <c:pt idx="64">
                  <c:v>0.53883487512775485</c:v>
                </c:pt>
                <c:pt idx="65">
                  <c:v>0.54040534936761364</c:v>
                </c:pt>
                <c:pt idx="66">
                  <c:v>0.54089028781611093</c:v>
                </c:pt>
                <c:pt idx="67">
                  <c:v>0.54181424736396211</c:v>
                </c:pt>
                <c:pt idx="68">
                  <c:v>0.54083548878574206</c:v>
                </c:pt>
                <c:pt idx="69">
                  <c:v>0.54276294329889152</c:v>
                </c:pt>
                <c:pt idx="70">
                  <c:v>0.53617856876537984</c:v>
                </c:pt>
                <c:pt idx="71">
                  <c:v>0.54235940686460893</c:v>
                </c:pt>
                <c:pt idx="72">
                  <c:v>0.54508921789160558</c:v>
                </c:pt>
                <c:pt idx="73">
                  <c:v>0.54529765782232897</c:v>
                </c:pt>
                <c:pt idx="74">
                  <c:v>0.54431525916792678</c:v>
                </c:pt>
                <c:pt idx="75">
                  <c:v>0.54501691573713851</c:v>
                </c:pt>
                <c:pt idx="76">
                  <c:v>0.54744535954111051</c:v>
                </c:pt>
                <c:pt idx="77">
                  <c:v>0.54824356744578462</c:v>
                </c:pt>
                <c:pt idx="78">
                  <c:v>0.54896457523494102</c:v>
                </c:pt>
                <c:pt idx="79">
                  <c:v>0.54995403857046044</c:v>
                </c:pt>
                <c:pt idx="80">
                  <c:v>0.54809878406862966</c:v>
                </c:pt>
                <c:pt idx="81">
                  <c:v>0.55017041425532409</c:v>
                </c:pt>
                <c:pt idx="82">
                  <c:v>0.55200396428506493</c:v>
                </c:pt>
                <c:pt idx="83">
                  <c:v>0.55264782070052931</c:v>
                </c:pt>
                <c:pt idx="84">
                  <c:v>0.55185540139905231</c:v>
                </c:pt>
                <c:pt idx="85">
                  <c:v>0.55446125663063639</c:v>
                </c:pt>
                <c:pt idx="86">
                  <c:v>0.55477119326274071</c:v>
                </c:pt>
                <c:pt idx="87">
                  <c:v>0.55372194243185313</c:v>
                </c:pt>
                <c:pt idx="88">
                  <c:v>0.55353633290532211</c:v>
                </c:pt>
                <c:pt idx="89">
                  <c:v>0.55623034283827699</c:v>
                </c:pt>
                <c:pt idx="90">
                  <c:v>0.55831819786008796</c:v>
                </c:pt>
                <c:pt idx="91">
                  <c:v>0.55868797279922766</c:v>
                </c:pt>
                <c:pt idx="92">
                  <c:v>0.55896246452906495</c:v>
                </c:pt>
                <c:pt idx="93">
                  <c:v>0.56086310026697306</c:v>
                </c:pt>
                <c:pt idx="94">
                  <c:v>0.56031336428808975</c:v>
                </c:pt>
                <c:pt idx="95">
                  <c:v>0.56325488445443883</c:v>
                </c:pt>
                <c:pt idx="96">
                  <c:v>0.56104829994180727</c:v>
                </c:pt>
                <c:pt idx="97">
                  <c:v>0.56241012900222076</c:v>
                </c:pt>
                <c:pt idx="98">
                  <c:v>0.56344774180860169</c:v>
                </c:pt>
                <c:pt idx="99">
                  <c:v>0.55808695864320768</c:v>
                </c:pt>
                <c:pt idx="100">
                  <c:v>0.56478538487389507</c:v>
                </c:pt>
                <c:pt idx="101">
                  <c:v>0.56589774557165862</c:v>
                </c:pt>
                <c:pt idx="102">
                  <c:v>0.55955042697438151</c:v>
                </c:pt>
                <c:pt idx="103">
                  <c:v>0.56615871727863232</c:v>
                </c:pt>
                <c:pt idx="104">
                  <c:v>0.56693766080808161</c:v>
                </c:pt>
                <c:pt idx="105">
                  <c:v>0.56751275009807778</c:v>
                </c:pt>
                <c:pt idx="106">
                  <c:v>0.56672007503224042</c:v>
                </c:pt>
                <c:pt idx="107">
                  <c:v>0.56871264349948325</c:v>
                </c:pt>
                <c:pt idx="108">
                  <c:v>0.56958671301660879</c:v>
                </c:pt>
                <c:pt idx="109">
                  <c:v>0.57164339419978516</c:v>
                </c:pt>
                <c:pt idx="110">
                  <c:v>0.57086975123769934</c:v>
                </c:pt>
                <c:pt idx="111">
                  <c:v>0.57293511389461038</c:v>
                </c:pt>
                <c:pt idx="112">
                  <c:v>0.57317506118379313</c:v>
                </c:pt>
                <c:pt idx="113">
                  <c:v>0.57518247626775465</c:v>
                </c:pt>
                <c:pt idx="114">
                  <c:v>0.57570400822199386</c:v>
                </c:pt>
                <c:pt idx="115">
                  <c:v>0.57786080819849139</c:v>
                </c:pt>
                <c:pt idx="116">
                  <c:v>0.57790331590844346</c:v>
                </c:pt>
                <c:pt idx="117">
                  <c:v>0.5786325006722931</c:v>
                </c:pt>
                <c:pt idx="118">
                  <c:v>0.57955369636407594</c:v>
                </c:pt>
                <c:pt idx="119">
                  <c:v>0.58107882188753857</c:v>
                </c:pt>
                <c:pt idx="120">
                  <c:v>0.57933777137103493</c:v>
                </c:pt>
                <c:pt idx="121">
                  <c:v>0.58136826048229173</c:v>
                </c:pt>
                <c:pt idx="122">
                  <c:v>0.58268108239656147</c:v>
                </c:pt>
                <c:pt idx="123">
                  <c:v>0.58167015684430956</c:v>
                </c:pt>
                <c:pt idx="124">
                  <c:v>0.58262069356903956</c:v>
                </c:pt>
                <c:pt idx="125">
                  <c:v>0.58383939667834139</c:v>
                </c:pt>
                <c:pt idx="126">
                  <c:v>0.58508770697863854</c:v>
                </c:pt>
                <c:pt idx="127">
                  <c:v>0.58392291954465181</c:v>
                </c:pt>
                <c:pt idx="128">
                  <c:v>0.58467368362392635</c:v>
                </c:pt>
                <c:pt idx="129">
                  <c:v>0.58617334732133286</c:v>
                </c:pt>
                <c:pt idx="130">
                  <c:v>0.58844079896711488</c:v>
                </c:pt>
                <c:pt idx="131">
                  <c:v>0.58772384486268103</c:v>
                </c:pt>
                <c:pt idx="132">
                  <c:v>0.58685518055115082</c:v>
                </c:pt>
                <c:pt idx="133">
                  <c:v>0.58933963992698113</c:v>
                </c:pt>
                <c:pt idx="134">
                  <c:v>0.58940354749917889</c:v>
                </c:pt>
                <c:pt idx="135">
                  <c:v>0.59056887993233143</c:v>
                </c:pt>
                <c:pt idx="136">
                  <c:v>0.59193503483391419</c:v>
                </c:pt>
                <c:pt idx="137">
                  <c:v>0.57986512748885788</c:v>
                </c:pt>
                <c:pt idx="138">
                  <c:v>0.59226271643041961</c:v>
                </c:pt>
                <c:pt idx="139">
                  <c:v>0.59274740695142214</c:v>
                </c:pt>
                <c:pt idx="140">
                  <c:v>0.59380695169013675</c:v>
                </c:pt>
                <c:pt idx="141">
                  <c:v>0.59502107351952382</c:v>
                </c:pt>
                <c:pt idx="142">
                  <c:v>0.596882998320862</c:v>
                </c:pt>
                <c:pt idx="143">
                  <c:v>0.59588559829282262</c:v>
                </c:pt>
                <c:pt idx="144">
                  <c:v>0.59671337777691391</c:v>
                </c:pt>
                <c:pt idx="145">
                  <c:v>0.59798505561414195</c:v>
                </c:pt>
                <c:pt idx="146">
                  <c:v>0.59926318257590605</c:v>
                </c:pt>
                <c:pt idx="147">
                  <c:v>0.59801967527793332</c:v>
                </c:pt>
                <c:pt idx="148">
                  <c:v>0.59856116022345229</c:v>
                </c:pt>
                <c:pt idx="149">
                  <c:v>0.60051287096661587</c:v>
                </c:pt>
                <c:pt idx="150">
                  <c:v>0.60020472510599576</c:v>
                </c:pt>
                <c:pt idx="151">
                  <c:v>0.60217656069509318</c:v>
                </c:pt>
                <c:pt idx="152">
                  <c:v>0.6005193973232511</c:v>
                </c:pt>
                <c:pt idx="153">
                  <c:v>0.60209057062296512</c:v>
                </c:pt>
                <c:pt idx="154">
                  <c:v>0.6031977694033589</c:v>
                </c:pt>
                <c:pt idx="155">
                  <c:v>0.604099708267405</c:v>
                </c:pt>
                <c:pt idx="156">
                  <c:v>0.60319622432874043</c:v>
                </c:pt>
                <c:pt idx="157">
                  <c:v>0.60395401112871727</c:v>
                </c:pt>
                <c:pt idx="158">
                  <c:v>0.60567772230765227</c:v>
                </c:pt>
                <c:pt idx="159">
                  <c:v>0.60531179096830867</c:v>
                </c:pt>
                <c:pt idx="160">
                  <c:v>0.60577638600764805</c:v>
                </c:pt>
                <c:pt idx="161">
                  <c:v>0.60656099700535415</c:v>
                </c:pt>
                <c:pt idx="162">
                  <c:v>0.60808929023546288</c:v>
                </c:pt>
                <c:pt idx="163">
                  <c:v>0.60833188338843125</c:v>
                </c:pt>
                <c:pt idx="164">
                  <c:v>0.60654347384641116</c:v>
                </c:pt>
                <c:pt idx="165">
                  <c:v>0.60901773927761527</c:v>
                </c:pt>
                <c:pt idx="166">
                  <c:v>0.61028655748779959</c:v>
                </c:pt>
                <c:pt idx="167">
                  <c:v>0.60792722239638475</c:v>
                </c:pt>
                <c:pt idx="168">
                  <c:v>0.61041810871710289</c:v>
                </c:pt>
                <c:pt idx="169">
                  <c:v>0.60984661640006588</c:v>
                </c:pt>
                <c:pt idx="170">
                  <c:v>0.61050178509293884</c:v>
                </c:pt>
                <c:pt idx="171">
                  <c:v>0.61107128076893924</c:v>
                </c:pt>
                <c:pt idx="172">
                  <c:v>0.61129105687284879</c:v>
                </c:pt>
                <c:pt idx="173">
                  <c:v>0.61220245842371657</c:v>
                </c:pt>
                <c:pt idx="174">
                  <c:v>0.61346297508790038</c:v>
                </c:pt>
                <c:pt idx="175">
                  <c:v>0.61353272917312751</c:v>
                </c:pt>
                <c:pt idx="176">
                  <c:v>0.6145988155397526</c:v>
                </c:pt>
                <c:pt idx="177">
                  <c:v>0.61393379083924204</c:v>
                </c:pt>
                <c:pt idx="178">
                  <c:v>0.61404483022779632</c:v>
                </c:pt>
                <c:pt idx="179">
                  <c:v>0.61475625599701111</c:v>
                </c:pt>
                <c:pt idx="180">
                  <c:v>0.61495805689550298</c:v>
                </c:pt>
                <c:pt idx="181">
                  <c:v>0.61647165956059458</c:v>
                </c:pt>
                <c:pt idx="182">
                  <c:v>0.61547512985593966</c:v>
                </c:pt>
                <c:pt idx="183">
                  <c:v>0.61636947248148521</c:v>
                </c:pt>
                <c:pt idx="184">
                  <c:v>0.61453831588327013</c:v>
                </c:pt>
                <c:pt idx="185">
                  <c:v>0.61888230737940153</c:v>
                </c:pt>
                <c:pt idx="186">
                  <c:v>0.61732666142656289</c:v>
                </c:pt>
                <c:pt idx="187">
                  <c:v>0.61773516415012109</c:v>
                </c:pt>
                <c:pt idx="188">
                  <c:v>0.61650305076909095</c:v>
                </c:pt>
                <c:pt idx="189">
                  <c:v>0.61740432018236502</c:v>
                </c:pt>
                <c:pt idx="190">
                  <c:v>0.61774642262166912</c:v>
                </c:pt>
                <c:pt idx="191">
                  <c:v>0.61855540767569217</c:v>
                </c:pt>
                <c:pt idx="192">
                  <c:v>0.61941772330463196</c:v>
                </c:pt>
                <c:pt idx="193">
                  <c:v>0.61752176128172043</c:v>
                </c:pt>
                <c:pt idx="194">
                  <c:v>0.61852390032572935</c:v>
                </c:pt>
                <c:pt idx="195">
                  <c:v>0.61903107944739277</c:v>
                </c:pt>
                <c:pt idx="196">
                  <c:v>0.61978952792740571</c:v>
                </c:pt>
                <c:pt idx="197">
                  <c:v>0.61996955583080748</c:v>
                </c:pt>
                <c:pt idx="198">
                  <c:v>0.61967068078313903</c:v>
                </c:pt>
                <c:pt idx="199">
                  <c:v>0.61926770181545499</c:v>
                </c:pt>
                <c:pt idx="200">
                  <c:v>0.62103122522622833</c:v>
                </c:pt>
                <c:pt idx="201">
                  <c:v>0.62077032267273569</c:v>
                </c:pt>
                <c:pt idx="202">
                  <c:v>0.62160818559629649</c:v>
                </c:pt>
                <c:pt idx="203">
                  <c:v>0.62053247531623601</c:v>
                </c:pt>
                <c:pt idx="204">
                  <c:v>0.62207745242425361</c:v>
                </c:pt>
                <c:pt idx="205">
                  <c:v>0.62291590541316488</c:v>
                </c:pt>
                <c:pt idx="206">
                  <c:v>0.61596686475404516</c:v>
                </c:pt>
                <c:pt idx="207">
                  <c:v>0.62258719550621244</c:v>
                </c:pt>
                <c:pt idx="208">
                  <c:v>0.6215050703642383</c:v>
                </c:pt>
                <c:pt idx="209">
                  <c:v>0.62285376267981629</c:v>
                </c:pt>
                <c:pt idx="210">
                  <c:v>0.62403995931976464</c:v>
                </c:pt>
                <c:pt idx="211">
                  <c:v>0.61899639649330396</c:v>
                </c:pt>
                <c:pt idx="212">
                  <c:v>0.62496361175659454</c:v>
                </c:pt>
                <c:pt idx="213">
                  <c:v>0.62342649502084402</c:v>
                </c:pt>
                <c:pt idx="214">
                  <c:v>0.62599398783348736</c:v>
                </c:pt>
                <c:pt idx="215">
                  <c:v>0.6253531432287962</c:v>
                </c:pt>
                <c:pt idx="216">
                  <c:v>0.6250221351992673</c:v>
                </c:pt>
                <c:pt idx="217">
                  <c:v>0.626771267838927</c:v>
                </c:pt>
                <c:pt idx="218">
                  <c:v>0.62738265367738821</c:v>
                </c:pt>
                <c:pt idx="219">
                  <c:v>0.62694754275246856</c:v>
                </c:pt>
                <c:pt idx="220">
                  <c:v>0.62666136430711661</c:v>
                </c:pt>
                <c:pt idx="221">
                  <c:v>0.62623370415002644</c:v>
                </c:pt>
                <c:pt idx="222">
                  <c:v>0.62682106928958692</c:v>
                </c:pt>
                <c:pt idx="223">
                  <c:v>0.62713630679449772</c:v>
                </c:pt>
                <c:pt idx="224">
                  <c:v>0.62757001019589975</c:v>
                </c:pt>
                <c:pt idx="225">
                  <c:v>0.6282169694909745</c:v>
                </c:pt>
                <c:pt idx="226">
                  <c:v>0.6274329747162658</c:v>
                </c:pt>
                <c:pt idx="227">
                  <c:v>0.62731536043999214</c:v>
                </c:pt>
                <c:pt idx="228">
                  <c:v>0.62838904926654759</c:v>
                </c:pt>
                <c:pt idx="229">
                  <c:v>0.62842545172267328</c:v>
                </c:pt>
                <c:pt idx="230">
                  <c:v>0.61997943522216514</c:v>
                </c:pt>
                <c:pt idx="231">
                  <c:v>0.62924651515077956</c:v>
                </c:pt>
                <c:pt idx="232">
                  <c:v>0.61682876738869286</c:v>
                </c:pt>
                <c:pt idx="233">
                  <c:v>0.62906936838085659</c:v>
                </c:pt>
                <c:pt idx="234">
                  <c:v>0.62808023613035358</c:v>
                </c:pt>
                <c:pt idx="235">
                  <c:v>0.62977179147184037</c:v>
                </c:pt>
                <c:pt idx="236">
                  <c:v>0.62716475985134734</c:v>
                </c:pt>
                <c:pt idx="237">
                  <c:v>0.62997981947779902</c:v>
                </c:pt>
                <c:pt idx="238">
                  <c:v>0.6298318504104532</c:v>
                </c:pt>
                <c:pt idx="239">
                  <c:v>0.63168698370914522</c:v>
                </c:pt>
                <c:pt idx="240">
                  <c:v>0.62972704938891133</c:v>
                </c:pt>
                <c:pt idx="241">
                  <c:v>0.63011730510689057</c:v>
                </c:pt>
                <c:pt idx="242">
                  <c:v>0.63055967645919353</c:v>
                </c:pt>
                <c:pt idx="243">
                  <c:v>0.62898887941632231</c:v>
                </c:pt>
                <c:pt idx="244">
                  <c:v>0.63077880888053561</c:v>
                </c:pt>
                <c:pt idx="245">
                  <c:v>0.62427553377406497</c:v>
                </c:pt>
                <c:pt idx="246">
                  <c:v>0.63219877833950555</c:v>
                </c:pt>
                <c:pt idx="247">
                  <c:v>0.63369169938332415</c:v>
                </c:pt>
                <c:pt idx="248">
                  <c:v>0.634154077211181</c:v>
                </c:pt>
                <c:pt idx="249">
                  <c:v>0.63556850635566176</c:v>
                </c:pt>
                <c:pt idx="250">
                  <c:v>0.63356236651647724</c:v>
                </c:pt>
                <c:pt idx="251">
                  <c:v>0.63499910890149547</c:v>
                </c:pt>
                <c:pt idx="252">
                  <c:v>0.63508257643080535</c:v>
                </c:pt>
                <c:pt idx="253">
                  <c:v>0.63546764014012869</c:v>
                </c:pt>
                <c:pt idx="254">
                  <c:v>0.63521944700228028</c:v>
                </c:pt>
                <c:pt idx="255">
                  <c:v>0.63703586693497627</c:v>
                </c:pt>
                <c:pt idx="256">
                  <c:v>0.6329881663555752</c:v>
                </c:pt>
                <c:pt idx="257">
                  <c:v>0.63561634459629035</c:v>
                </c:pt>
                <c:pt idx="258">
                  <c:v>0.63551097772144871</c:v>
                </c:pt>
                <c:pt idx="259">
                  <c:v>0.63672633876857987</c:v>
                </c:pt>
                <c:pt idx="260">
                  <c:v>0.63538678542561455</c:v>
                </c:pt>
                <c:pt idx="261">
                  <c:v>0.63534743816433947</c:v>
                </c:pt>
                <c:pt idx="262">
                  <c:v>0.63628598601802056</c:v>
                </c:pt>
                <c:pt idx="263">
                  <c:v>0.63638546969411303</c:v>
                </c:pt>
                <c:pt idx="264">
                  <c:v>0.6362892916439189</c:v>
                </c:pt>
                <c:pt idx="265">
                  <c:v>0.63626213559648181</c:v>
                </c:pt>
                <c:pt idx="266">
                  <c:v>0.63741824924524904</c:v>
                </c:pt>
                <c:pt idx="267">
                  <c:v>0.63707387627948375</c:v>
                </c:pt>
                <c:pt idx="268">
                  <c:v>0.63654234441949265</c:v>
                </c:pt>
                <c:pt idx="269">
                  <c:v>0.63738304913432531</c:v>
                </c:pt>
                <c:pt idx="270">
                  <c:v>0.63678793468909911</c:v>
                </c:pt>
                <c:pt idx="271">
                  <c:v>0.6367993285922523</c:v>
                </c:pt>
                <c:pt idx="272">
                  <c:v>0.63405090219679683</c:v>
                </c:pt>
                <c:pt idx="273">
                  <c:v>0.63653162569571242</c:v>
                </c:pt>
                <c:pt idx="274">
                  <c:v>0.63513252334642312</c:v>
                </c:pt>
                <c:pt idx="275">
                  <c:v>0.63748224649751895</c:v>
                </c:pt>
                <c:pt idx="276">
                  <c:v>0.63893921238315765</c:v>
                </c:pt>
                <c:pt idx="277">
                  <c:v>0.63514947603306149</c:v>
                </c:pt>
                <c:pt idx="278">
                  <c:v>0.6382554913622327</c:v>
                </c:pt>
                <c:pt idx="279">
                  <c:v>0.63752553901186049</c:v>
                </c:pt>
                <c:pt idx="280">
                  <c:v>0.63862240544993898</c:v>
                </c:pt>
                <c:pt idx="281">
                  <c:v>0.62288365419314684</c:v>
                </c:pt>
                <c:pt idx="282">
                  <c:v>0.63748586892850267</c:v>
                </c:pt>
                <c:pt idx="283">
                  <c:v>0.63771014742650234</c:v>
                </c:pt>
                <c:pt idx="284">
                  <c:v>0.63560294231380665</c:v>
                </c:pt>
                <c:pt idx="285">
                  <c:v>0.63801272331304426</c:v>
                </c:pt>
                <c:pt idx="286">
                  <c:v>0.63802308261088547</c:v>
                </c:pt>
                <c:pt idx="287">
                  <c:v>0.63821975654790408</c:v>
                </c:pt>
                <c:pt idx="288">
                  <c:v>0.63788653466403378</c:v>
                </c:pt>
                <c:pt idx="289">
                  <c:v>0.63803648308668293</c:v>
                </c:pt>
                <c:pt idx="290">
                  <c:v>0.6385009162531835</c:v>
                </c:pt>
                <c:pt idx="291">
                  <c:v>0.63782028882380226</c:v>
                </c:pt>
                <c:pt idx="292">
                  <c:v>0.63777128485678014</c:v>
                </c:pt>
                <c:pt idx="293">
                  <c:v>0.63812169882733039</c:v>
                </c:pt>
                <c:pt idx="294">
                  <c:v>0.63863277050528056</c:v>
                </c:pt>
                <c:pt idx="295">
                  <c:v>0.63896196755097101</c:v>
                </c:pt>
                <c:pt idx="296">
                  <c:v>0.6370291214755105</c:v>
                </c:pt>
                <c:pt idx="297">
                  <c:v>0.63899257248425889</c:v>
                </c:pt>
                <c:pt idx="298">
                  <c:v>0.63943940429391566</c:v>
                </c:pt>
                <c:pt idx="299">
                  <c:v>0.6394563072777405</c:v>
                </c:pt>
                <c:pt idx="300">
                  <c:v>0.63904557303333331</c:v>
                </c:pt>
                <c:pt idx="301">
                  <c:v>0.63847579187831027</c:v>
                </c:pt>
                <c:pt idx="302">
                  <c:v>0.64029449888525958</c:v>
                </c:pt>
                <c:pt idx="303">
                  <c:v>0.63885627918051291</c:v>
                </c:pt>
                <c:pt idx="304">
                  <c:v>0.63829211235472083</c:v>
                </c:pt>
                <c:pt idx="305">
                  <c:v>0.63691685249947727</c:v>
                </c:pt>
                <c:pt idx="306">
                  <c:v>0.6382270233691425</c:v>
                </c:pt>
                <c:pt idx="307">
                  <c:v>0.63704689756767996</c:v>
                </c:pt>
                <c:pt idx="308">
                  <c:v>0.63634085830704523</c:v>
                </c:pt>
                <c:pt idx="309">
                  <c:v>0.63763008408110777</c:v>
                </c:pt>
                <c:pt idx="310">
                  <c:v>0.63773053362597043</c:v>
                </c:pt>
                <c:pt idx="311">
                  <c:v>0.63793671012895559</c:v>
                </c:pt>
                <c:pt idx="312">
                  <c:v>0.63839366769688999</c:v>
                </c:pt>
                <c:pt idx="313">
                  <c:v>0.63326421499867847</c:v>
                </c:pt>
                <c:pt idx="314">
                  <c:v>0.63828009368443306</c:v>
                </c:pt>
                <c:pt idx="315">
                  <c:v>0.63894876135039813</c:v>
                </c:pt>
                <c:pt idx="316">
                  <c:v>0.6395910396603206</c:v>
                </c:pt>
                <c:pt idx="317">
                  <c:v>0.63972659686962685</c:v>
                </c:pt>
                <c:pt idx="318">
                  <c:v>0.63997763184192091</c:v>
                </c:pt>
                <c:pt idx="319">
                  <c:v>0.63983381096904002</c:v>
                </c:pt>
                <c:pt idx="320">
                  <c:v>0.63119106141661463</c:v>
                </c:pt>
                <c:pt idx="321">
                  <c:v>0.63905748233782911</c:v>
                </c:pt>
                <c:pt idx="322">
                  <c:v>0.64000168372439825</c:v>
                </c:pt>
                <c:pt idx="323">
                  <c:v>0.63872050173269557</c:v>
                </c:pt>
                <c:pt idx="324">
                  <c:v>0.63986327793157904</c:v>
                </c:pt>
                <c:pt idx="325">
                  <c:v>0.63990219678913973</c:v>
                </c:pt>
                <c:pt idx="326">
                  <c:v>0.6405683918393924</c:v>
                </c:pt>
                <c:pt idx="327">
                  <c:v>0.63917970793655854</c:v>
                </c:pt>
                <c:pt idx="328">
                  <c:v>0.64052059913233472</c:v>
                </c:pt>
                <c:pt idx="329">
                  <c:v>0.63980306393306852</c:v>
                </c:pt>
                <c:pt idx="330">
                  <c:v>0.64010636220354389</c:v>
                </c:pt>
                <c:pt idx="331">
                  <c:v>0.63995419591119529</c:v>
                </c:pt>
                <c:pt idx="332">
                  <c:v>0.6408429386882204</c:v>
                </c:pt>
                <c:pt idx="333">
                  <c:v>0.64161355556472677</c:v>
                </c:pt>
                <c:pt idx="334">
                  <c:v>0.64293643260035616</c:v>
                </c:pt>
                <c:pt idx="335">
                  <c:v>0.64219975269608232</c:v>
                </c:pt>
                <c:pt idx="336">
                  <c:v>0.62934439101374662</c:v>
                </c:pt>
                <c:pt idx="337">
                  <c:v>0.63750229346158505</c:v>
                </c:pt>
                <c:pt idx="338">
                  <c:v>0.64124592174036987</c:v>
                </c:pt>
                <c:pt idx="339">
                  <c:v>0.64220633776756342</c:v>
                </c:pt>
                <c:pt idx="340">
                  <c:v>0.64147034875699327</c:v>
                </c:pt>
                <c:pt idx="341">
                  <c:v>0.63929864647677326</c:v>
                </c:pt>
                <c:pt idx="342">
                  <c:v>0.64120422855924741</c:v>
                </c:pt>
                <c:pt idx="343">
                  <c:v>0.64164476089340727</c:v>
                </c:pt>
                <c:pt idx="344">
                  <c:v>0.64217522611939715</c:v>
                </c:pt>
                <c:pt idx="345">
                  <c:v>0.64257025790461664</c:v>
                </c:pt>
                <c:pt idx="346">
                  <c:v>0.64250361772222053</c:v>
                </c:pt>
                <c:pt idx="347">
                  <c:v>0.6351176161490637</c:v>
                </c:pt>
                <c:pt idx="348">
                  <c:v>0.64252112319368881</c:v>
                </c:pt>
                <c:pt idx="349">
                  <c:v>0.64208693322617361</c:v>
                </c:pt>
                <c:pt idx="350">
                  <c:v>0.63258206770740899</c:v>
                </c:pt>
                <c:pt idx="351">
                  <c:v>0.64177950669786876</c:v>
                </c:pt>
                <c:pt idx="352">
                  <c:v>0.64270248428500087</c:v>
                </c:pt>
                <c:pt idx="353">
                  <c:v>0.64290916143606058</c:v>
                </c:pt>
                <c:pt idx="354">
                  <c:v>0.64363410260201614</c:v>
                </c:pt>
                <c:pt idx="355">
                  <c:v>0.64403187247974791</c:v>
                </c:pt>
                <c:pt idx="356">
                  <c:v>0.6436816473081669</c:v>
                </c:pt>
                <c:pt idx="357">
                  <c:v>0.638847696562862</c:v>
                </c:pt>
                <c:pt idx="358">
                  <c:v>0.64355633756284325</c:v>
                </c:pt>
                <c:pt idx="359">
                  <c:v>0.64271755569527744</c:v>
                </c:pt>
                <c:pt idx="360">
                  <c:v>0.64362750542642377</c:v>
                </c:pt>
                <c:pt idx="361">
                  <c:v>0.64300385761648637</c:v>
                </c:pt>
                <c:pt idx="362">
                  <c:v>0.64323072339165621</c:v>
                </c:pt>
                <c:pt idx="363">
                  <c:v>0.64350261151759647</c:v>
                </c:pt>
                <c:pt idx="364">
                  <c:v>0.64151933237496028</c:v>
                </c:pt>
                <c:pt idx="365">
                  <c:v>0.64260845877708217</c:v>
                </c:pt>
                <c:pt idx="366">
                  <c:v>0.64549912539058407</c:v>
                </c:pt>
                <c:pt idx="367">
                  <c:v>0.64297851465960876</c:v>
                </c:pt>
                <c:pt idx="368">
                  <c:v>0.64357378997808401</c:v>
                </c:pt>
                <c:pt idx="369">
                  <c:v>0.64312807653013837</c:v>
                </c:pt>
                <c:pt idx="370">
                  <c:v>0.64265068773789025</c:v>
                </c:pt>
                <c:pt idx="371">
                  <c:v>0.64290686652052853</c:v>
                </c:pt>
                <c:pt idx="372">
                  <c:v>0.64401526165472345</c:v>
                </c:pt>
                <c:pt idx="373">
                  <c:v>0.642963157136897</c:v>
                </c:pt>
                <c:pt idx="374">
                  <c:v>0.64302089860307399</c:v>
                </c:pt>
                <c:pt idx="375">
                  <c:v>0.64340722852536014</c:v>
                </c:pt>
                <c:pt idx="376">
                  <c:v>0.64377799658586043</c:v>
                </c:pt>
                <c:pt idx="377">
                  <c:v>0.64319495244055291</c:v>
                </c:pt>
                <c:pt idx="378">
                  <c:v>0.64538382046847054</c:v>
                </c:pt>
                <c:pt idx="379">
                  <c:v>0.64672139996230749</c:v>
                </c:pt>
                <c:pt idx="380">
                  <c:v>0.64718658137176943</c:v>
                </c:pt>
                <c:pt idx="381">
                  <c:v>0.64663228692189401</c:v>
                </c:pt>
                <c:pt idx="382">
                  <c:v>0.64791439330040868</c:v>
                </c:pt>
                <c:pt idx="383">
                  <c:v>0.6482070539992294</c:v>
                </c:pt>
                <c:pt idx="384">
                  <c:v>0.64847848327202273</c:v>
                </c:pt>
                <c:pt idx="385">
                  <c:v>0.64752782961666666</c:v>
                </c:pt>
                <c:pt idx="386">
                  <c:v>0.64725815663273156</c:v>
                </c:pt>
                <c:pt idx="387">
                  <c:v>0.64769041090450252</c:v>
                </c:pt>
                <c:pt idx="388">
                  <c:v>0.6467403592740717</c:v>
                </c:pt>
                <c:pt idx="389">
                  <c:v>0.64785518490903127</c:v>
                </c:pt>
                <c:pt idx="390">
                  <c:v>0.64833527659023182</c:v>
                </c:pt>
                <c:pt idx="391">
                  <c:v>0.64772918977318816</c:v>
                </c:pt>
                <c:pt idx="392">
                  <c:v>0.6478764880365272</c:v>
                </c:pt>
                <c:pt idx="393">
                  <c:v>0.65051071284193507</c:v>
                </c:pt>
                <c:pt idx="394">
                  <c:v>0.64788402123675837</c:v>
                </c:pt>
                <c:pt idx="395">
                  <c:v>0.63621741947806898</c:v>
                </c:pt>
                <c:pt idx="396">
                  <c:v>0.64748475405351769</c:v>
                </c:pt>
                <c:pt idx="397">
                  <c:v>0.64756670919163895</c:v>
                </c:pt>
                <c:pt idx="398">
                  <c:v>0.64727948956362813</c:v>
                </c:pt>
                <c:pt idx="399">
                  <c:v>0.6478918010836231</c:v>
                </c:pt>
                <c:pt idx="400">
                  <c:v>0.64724032635399065</c:v>
                </c:pt>
                <c:pt idx="401">
                  <c:v>0.64718529477504705</c:v>
                </c:pt>
                <c:pt idx="402">
                  <c:v>0.64815378678175772</c:v>
                </c:pt>
                <c:pt idx="403">
                  <c:v>0.64183537720161044</c:v>
                </c:pt>
                <c:pt idx="404">
                  <c:v>0.64617844805498881</c:v>
                </c:pt>
                <c:pt idx="405">
                  <c:v>0.64573129419735487</c:v>
                </c:pt>
                <c:pt idx="406">
                  <c:v>0.64635581455982971</c:v>
                </c:pt>
                <c:pt idx="407">
                  <c:v>0.64674908304319045</c:v>
                </c:pt>
                <c:pt idx="408">
                  <c:v>0.64609029627090631</c:v>
                </c:pt>
                <c:pt idx="409">
                  <c:v>0.64564437068200231</c:v>
                </c:pt>
                <c:pt idx="410">
                  <c:v>0.64624854486037675</c:v>
                </c:pt>
                <c:pt idx="411">
                  <c:v>0.6457275925838446</c:v>
                </c:pt>
                <c:pt idx="412">
                  <c:v>0.64107413869284957</c:v>
                </c:pt>
                <c:pt idx="413">
                  <c:v>0.64682701952684019</c:v>
                </c:pt>
                <c:pt idx="414">
                  <c:v>0.64637112429249677</c:v>
                </c:pt>
                <c:pt idx="415">
                  <c:v>0.64686130625304294</c:v>
                </c:pt>
                <c:pt idx="416">
                  <c:v>0.64602902092985715</c:v>
                </c:pt>
                <c:pt idx="417">
                  <c:v>0.64720837694883282</c:v>
                </c:pt>
                <c:pt idx="418">
                  <c:v>0.64624046431612414</c:v>
                </c:pt>
                <c:pt idx="419">
                  <c:v>0.64698503780397365</c:v>
                </c:pt>
                <c:pt idx="420">
                  <c:v>0.64367853800543551</c:v>
                </c:pt>
                <c:pt idx="421">
                  <c:v>0.64861833384317324</c:v>
                </c:pt>
                <c:pt idx="422">
                  <c:v>0.64789759252109635</c:v>
                </c:pt>
                <c:pt idx="423">
                  <c:v>0.64769273945974226</c:v>
                </c:pt>
                <c:pt idx="424">
                  <c:v>0.64693776242579681</c:v>
                </c:pt>
                <c:pt idx="425">
                  <c:v>0.64859856820140849</c:v>
                </c:pt>
                <c:pt idx="426">
                  <c:v>0.64772577093456141</c:v>
                </c:pt>
                <c:pt idx="427">
                  <c:v>0.6479441411495932</c:v>
                </c:pt>
                <c:pt idx="428">
                  <c:v>0.64786912591093671</c:v>
                </c:pt>
                <c:pt idx="429">
                  <c:v>0.64682918484304164</c:v>
                </c:pt>
                <c:pt idx="430">
                  <c:v>0.64711410313365014</c:v>
                </c:pt>
                <c:pt idx="431">
                  <c:v>0.64786638580621658</c:v>
                </c:pt>
                <c:pt idx="432">
                  <c:v>0.64113808307242892</c:v>
                </c:pt>
                <c:pt idx="433">
                  <c:v>0.64685323613879842</c:v>
                </c:pt>
                <c:pt idx="434">
                  <c:v>0.64652056992687235</c:v>
                </c:pt>
                <c:pt idx="435">
                  <c:v>0.6471998600821508</c:v>
                </c:pt>
                <c:pt idx="436">
                  <c:v>0.63605382319297699</c:v>
                </c:pt>
                <c:pt idx="437">
                  <c:v>0.64629604854265355</c:v>
                </c:pt>
                <c:pt idx="438">
                  <c:v>0.64657396146436097</c:v>
                </c:pt>
                <c:pt idx="439">
                  <c:v>0.64776153672133252</c:v>
                </c:pt>
                <c:pt idx="440">
                  <c:v>0.64877108970808739</c:v>
                </c:pt>
                <c:pt idx="441">
                  <c:v>0.64801846358962611</c:v>
                </c:pt>
                <c:pt idx="442">
                  <c:v>0.64149701111740032</c:v>
                </c:pt>
                <c:pt idx="443">
                  <c:v>0.64907691271097934</c:v>
                </c:pt>
                <c:pt idx="444">
                  <c:v>0.64834568066776177</c:v>
                </c:pt>
                <c:pt idx="445">
                  <c:v>0.64857611001095672</c:v>
                </c:pt>
                <c:pt idx="446">
                  <c:v>0.6485209283606117</c:v>
                </c:pt>
                <c:pt idx="447">
                  <c:v>0.6492684842458829</c:v>
                </c:pt>
                <c:pt idx="448">
                  <c:v>0.64914176329541551</c:v>
                </c:pt>
                <c:pt idx="449">
                  <c:v>0.6384311151390758</c:v>
                </c:pt>
                <c:pt idx="450">
                  <c:v>0.64742803201204024</c:v>
                </c:pt>
                <c:pt idx="451">
                  <c:v>0.64904699024982326</c:v>
                </c:pt>
                <c:pt idx="452">
                  <c:v>0.64945378528294495</c:v>
                </c:pt>
                <c:pt idx="453">
                  <c:v>0.64012122679125349</c:v>
                </c:pt>
                <c:pt idx="454">
                  <c:v>0.64856877508375077</c:v>
                </c:pt>
                <c:pt idx="455">
                  <c:v>0.64904013498775093</c:v>
                </c:pt>
                <c:pt idx="456">
                  <c:v>0.64932821782915351</c:v>
                </c:pt>
                <c:pt idx="457">
                  <c:v>0.64701514456475462</c:v>
                </c:pt>
                <c:pt idx="458">
                  <c:v>0.64921872290959048</c:v>
                </c:pt>
                <c:pt idx="459">
                  <c:v>0.65001616820209596</c:v>
                </c:pt>
                <c:pt idx="460">
                  <c:v>0.64990587055351401</c:v>
                </c:pt>
                <c:pt idx="461">
                  <c:v>0.64992133137594377</c:v>
                </c:pt>
                <c:pt idx="462">
                  <c:v>0.64974727758372719</c:v>
                </c:pt>
                <c:pt idx="463">
                  <c:v>0.64935851658499344</c:v>
                </c:pt>
                <c:pt idx="464">
                  <c:v>0.63799923085105514</c:v>
                </c:pt>
                <c:pt idx="465">
                  <c:v>0.64836739607166205</c:v>
                </c:pt>
                <c:pt idx="466">
                  <c:v>0.64855598177698892</c:v>
                </c:pt>
                <c:pt idx="467">
                  <c:v>0.64820846374011543</c:v>
                </c:pt>
                <c:pt idx="468">
                  <c:v>0.63614750556447863</c:v>
                </c:pt>
                <c:pt idx="469">
                  <c:v>0.64879845201137543</c:v>
                </c:pt>
                <c:pt idx="470">
                  <c:v>0.64779214251443462</c:v>
                </c:pt>
                <c:pt idx="471">
                  <c:v>0.64799994785377546</c:v>
                </c:pt>
                <c:pt idx="472">
                  <c:v>0.63527231658953565</c:v>
                </c:pt>
                <c:pt idx="473">
                  <c:v>0.64707232317971342</c:v>
                </c:pt>
                <c:pt idx="474">
                  <c:v>0.64786402755548922</c:v>
                </c:pt>
                <c:pt idx="475">
                  <c:v>0.6473233185885926</c:v>
                </c:pt>
                <c:pt idx="476">
                  <c:v>0.6433737975004481</c:v>
                </c:pt>
                <c:pt idx="477">
                  <c:v>0.64694231285389525</c:v>
                </c:pt>
                <c:pt idx="478">
                  <c:v>0.64804919100967362</c:v>
                </c:pt>
                <c:pt idx="479">
                  <c:v>0.6481048296614863</c:v>
                </c:pt>
                <c:pt idx="480">
                  <c:v>0.64817200358313998</c:v>
                </c:pt>
                <c:pt idx="481">
                  <c:v>0.64748112330415375</c:v>
                </c:pt>
                <c:pt idx="482">
                  <c:v>0.64839757655255137</c:v>
                </c:pt>
                <c:pt idx="483">
                  <c:v>0.6494028825915088</c:v>
                </c:pt>
                <c:pt idx="484">
                  <c:v>0.64614637165502309</c:v>
                </c:pt>
                <c:pt idx="485">
                  <c:v>0.64865415071716659</c:v>
                </c:pt>
                <c:pt idx="486">
                  <c:v>0.64982673806382185</c:v>
                </c:pt>
                <c:pt idx="487">
                  <c:v>0.65001223532121311</c:v>
                </c:pt>
                <c:pt idx="488">
                  <c:v>0.64842145544996477</c:v>
                </c:pt>
                <c:pt idx="489">
                  <c:v>0.6492351845437524</c:v>
                </c:pt>
                <c:pt idx="490">
                  <c:v>0.6489068598688742</c:v>
                </c:pt>
                <c:pt idx="491">
                  <c:v>0.64945739175311923</c:v>
                </c:pt>
                <c:pt idx="492">
                  <c:v>0.64961178483649196</c:v>
                </c:pt>
                <c:pt idx="493">
                  <c:v>0.64483838984731301</c:v>
                </c:pt>
                <c:pt idx="494">
                  <c:v>0.64970655430890123</c:v>
                </c:pt>
                <c:pt idx="495">
                  <c:v>0.65046911841890365</c:v>
                </c:pt>
                <c:pt idx="496">
                  <c:v>0.65037222217827106</c:v>
                </c:pt>
                <c:pt idx="497">
                  <c:v>0.6501343128724002</c:v>
                </c:pt>
                <c:pt idx="498">
                  <c:v>0.64764024215928007</c:v>
                </c:pt>
                <c:pt idx="499">
                  <c:v>0.6495719868985268</c:v>
                </c:pt>
                <c:pt idx="500">
                  <c:v>0.65031113101564642</c:v>
                </c:pt>
                <c:pt idx="501">
                  <c:v>0.6429161246891657</c:v>
                </c:pt>
                <c:pt idx="502">
                  <c:v>0.64997722375727618</c:v>
                </c:pt>
                <c:pt idx="503">
                  <c:v>0.64815201864403305</c:v>
                </c:pt>
                <c:pt idx="504">
                  <c:v>0.64964310167077211</c:v>
                </c:pt>
                <c:pt idx="505">
                  <c:v>0.64931948946420093</c:v>
                </c:pt>
                <c:pt idx="506">
                  <c:v>0.64631048831979365</c:v>
                </c:pt>
                <c:pt idx="507">
                  <c:v>0.65063593752941262</c:v>
                </c:pt>
                <c:pt idx="508">
                  <c:v>0.65052296889386341</c:v>
                </c:pt>
                <c:pt idx="509">
                  <c:v>0.65079791512750884</c:v>
                </c:pt>
                <c:pt idx="510">
                  <c:v>0.65085268363390991</c:v>
                </c:pt>
                <c:pt idx="511">
                  <c:v>0.65115760867871486</c:v>
                </c:pt>
                <c:pt idx="512">
                  <c:v>0.65125155141361379</c:v>
                </c:pt>
                <c:pt idx="513">
                  <c:v>0.65108582796425352</c:v>
                </c:pt>
                <c:pt idx="514">
                  <c:v>0.6512614186840453</c:v>
                </c:pt>
                <c:pt idx="515">
                  <c:v>0.64231609952716828</c:v>
                </c:pt>
                <c:pt idx="516">
                  <c:v>0.65061117939931223</c:v>
                </c:pt>
                <c:pt idx="517">
                  <c:v>0.65079490541415985</c:v>
                </c:pt>
                <c:pt idx="518">
                  <c:v>0.64779153021974201</c:v>
                </c:pt>
                <c:pt idx="519">
                  <c:v>0.65035007233538855</c:v>
                </c:pt>
                <c:pt idx="520">
                  <c:v>0.65088630287295035</c:v>
                </c:pt>
                <c:pt idx="521">
                  <c:v>0.6447762941780093</c:v>
                </c:pt>
                <c:pt idx="522">
                  <c:v>0.64995509356279346</c:v>
                </c:pt>
                <c:pt idx="523">
                  <c:v>0.65120916131300655</c:v>
                </c:pt>
                <c:pt idx="524">
                  <c:v>0.65065360482283474</c:v>
                </c:pt>
                <c:pt idx="525">
                  <c:v>0.64708961490107342</c:v>
                </c:pt>
                <c:pt idx="526">
                  <c:v>0.65049329451806082</c:v>
                </c:pt>
                <c:pt idx="527">
                  <c:v>0.65244440617398225</c:v>
                </c:pt>
                <c:pt idx="528">
                  <c:v>0.65078155955609751</c:v>
                </c:pt>
                <c:pt idx="529">
                  <c:v>0.64408222918319646</c:v>
                </c:pt>
                <c:pt idx="530">
                  <c:v>0.65065941069765165</c:v>
                </c:pt>
                <c:pt idx="531">
                  <c:v>0.65130551948398763</c:v>
                </c:pt>
                <c:pt idx="532">
                  <c:v>0.65015127725704291</c:v>
                </c:pt>
                <c:pt idx="533">
                  <c:v>0.64384412736603269</c:v>
                </c:pt>
                <c:pt idx="534">
                  <c:v>0.65049647898597218</c:v>
                </c:pt>
                <c:pt idx="535">
                  <c:v>0.64996446773273642</c:v>
                </c:pt>
                <c:pt idx="536">
                  <c:v>0.65048611650057009</c:v>
                </c:pt>
                <c:pt idx="537">
                  <c:v>0.64988264281997088</c:v>
                </c:pt>
                <c:pt idx="538">
                  <c:v>0.65010632275064006</c:v>
                </c:pt>
                <c:pt idx="539">
                  <c:v>0.65035151879498354</c:v>
                </c:pt>
              </c:numCache>
            </c:numRef>
          </c:yVal>
          <c:smooth val="0"/>
          <c:extLst>
            <c:ext xmlns:c16="http://schemas.microsoft.com/office/drawing/2014/chart" uri="{C3380CC4-5D6E-409C-BE32-E72D297353CC}">
              <c16:uniqueId val="{00000000-DB62-4340-A357-4938D4904728}"/>
            </c:ext>
          </c:extLst>
        </c:ser>
        <c:ser>
          <c:idx val="1"/>
          <c:order val="1"/>
          <c:tx>
            <c:strRef>
              <c:f>Presentation!$AQ$1</c:f>
              <c:strCache>
                <c:ptCount val="1"/>
                <c:pt idx="0">
                  <c:v>NF270_MC2_060624_SCaCl2</c:v>
                </c:pt>
              </c:strCache>
            </c:strRef>
          </c:tx>
          <c:spPr>
            <a:ln w="25400" cap="rnd">
              <a:noFill/>
              <a:round/>
            </a:ln>
            <a:effectLst/>
          </c:spPr>
          <c:marker>
            <c:symbol val="circle"/>
            <c:size val="2"/>
            <c:spPr>
              <a:solidFill>
                <a:schemeClr val="accent2"/>
              </a:solidFill>
              <a:ln w="9525">
                <a:solidFill>
                  <a:schemeClr val="accent2"/>
                </a:solidFill>
              </a:ln>
              <a:effectLst/>
            </c:spPr>
          </c:marker>
          <c:xVal>
            <c:numRef>
              <c:f>Presentation!$AT$82:$AT$808</c:f>
              <c:numCache>
                <c:formatCode>General</c:formatCode>
                <c:ptCount val="727"/>
                <c:pt idx="0">
                  <c:v>8741.5188301501585</c:v>
                </c:pt>
                <c:pt idx="1">
                  <c:v>8735.7132305946416</c:v>
                </c:pt>
                <c:pt idx="2">
                  <c:v>8733.0901701473795</c:v>
                </c:pt>
                <c:pt idx="3">
                  <c:v>8718.4950329306666</c:v>
                </c:pt>
                <c:pt idx="4">
                  <c:v>8688.3187805086745</c:v>
                </c:pt>
                <c:pt idx="5">
                  <c:v>8700.5139348435096</c:v>
                </c:pt>
                <c:pt idx="6">
                  <c:v>8692.51497693274</c:v>
                </c:pt>
                <c:pt idx="7">
                  <c:v>8684.6482165355574</c:v>
                </c:pt>
                <c:pt idx="8">
                  <c:v>8672.6735189668943</c:v>
                </c:pt>
                <c:pt idx="9">
                  <c:v>8656.3766568673345</c:v>
                </c:pt>
                <c:pt idx="10">
                  <c:v>8649.8542339647702</c:v>
                </c:pt>
                <c:pt idx="11">
                  <c:v>8655.1743260221228</c:v>
                </c:pt>
                <c:pt idx="12">
                  <c:v>8642.9376345290984</c:v>
                </c:pt>
                <c:pt idx="13">
                  <c:v>8651.0144270066339</c:v>
                </c:pt>
                <c:pt idx="14">
                  <c:v>8642.7970133619601</c:v>
                </c:pt>
                <c:pt idx="15">
                  <c:v>8647.4751159761545</c:v>
                </c:pt>
                <c:pt idx="16">
                  <c:v>8634.0030270124316</c:v>
                </c:pt>
                <c:pt idx="17">
                  <c:v>8622.7786809452373</c:v>
                </c:pt>
                <c:pt idx="18">
                  <c:v>8637.7639565137215</c:v>
                </c:pt>
                <c:pt idx="19">
                  <c:v>8624.4026696181136</c:v>
                </c:pt>
                <c:pt idx="20">
                  <c:v>8618.8093122982737</c:v>
                </c:pt>
                <c:pt idx="21">
                  <c:v>8612.0010748670957</c:v>
                </c:pt>
                <c:pt idx="22">
                  <c:v>8609.4335241378176</c:v>
                </c:pt>
                <c:pt idx="23">
                  <c:v>8577.1868294815758</c:v>
                </c:pt>
                <c:pt idx="24">
                  <c:v>8567.3219526334869</c:v>
                </c:pt>
                <c:pt idx="25">
                  <c:v>8563.1470646583039</c:v>
                </c:pt>
                <c:pt idx="26">
                  <c:v>8557.3395460075935</c:v>
                </c:pt>
                <c:pt idx="27">
                  <c:v>8547.9265593355994</c:v>
                </c:pt>
                <c:pt idx="28">
                  <c:v>8556.1059604318598</c:v>
                </c:pt>
                <c:pt idx="29">
                  <c:v>8541.2757651861175</c:v>
                </c:pt>
                <c:pt idx="30">
                  <c:v>8531.6922355719962</c:v>
                </c:pt>
                <c:pt idx="31">
                  <c:v>8525.8934019191092</c:v>
                </c:pt>
                <c:pt idx="32">
                  <c:v>8500.6353015351851</c:v>
                </c:pt>
                <c:pt idx="33">
                  <c:v>8515.7114226194244</c:v>
                </c:pt>
                <c:pt idx="34">
                  <c:v>8510.3194197249341</c:v>
                </c:pt>
                <c:pt idx="35">
                  <c:v>8493.6675826106803</c:v>
                </c:pt>
                <c:pt idx="36">
                  <c:v>8495.7260718913421</c:v>
                </c:pt>
                <c:pt idx="37">
                  <c:v>8485.2322766323159</c:v>
                </c:pt>
                <c:pt idx="38">
                  <c:v>8465.059043904379</c:v>
                </c:pt>
                <c:pt idx="39">
                  <c:v>8483.9189665451504</c:v>
                </c:pt>
                <c:pt idx="40">
                  <c:v>8462.6751945377255</c:v>
                </c:pt>
                <c:pt idx="41">
                  <c:v>8460.9737418734148</c:v>
                </c:pt>
                <c:pt idx="42">
                  <c:v>8462.280645172621</c:v>
                </c:pt>
                <c:pt idx="43">
                  <c:v>8451.3934569791309</c:v>
                </c:pt>
                <c:pt idx="44">
                  <c:v>8449.1818878936429</c:v>
                </c:pt>
                <c:pt idx="45">
                  <c:v>8440.1742630427871</c:v>
                </c:pt>
                <c:pt idx="46">
                  <c:v>8424.8610458037674</c:v>
                </c:pt>
                <c:pt idx="47">
                  <c:v>8411.5598639368873</c:v>
                </c:pt>
                <c:pt idx="48">
                  <c:v>8413.8973714987787</c:v>
                </c:pt>
                <c:pt idx="49">
                  <c:v>8403.6727370937333</c:v>
                </c:pt>
                <c:pt idx="50">
                  <c:v>8398.3154569676735</c:v>
                </c:pt>
                <c:pt idx="51">
                  <c:v>8392.5647250435104</c:v>
                </c:pt>
                <c:pt idx="52">
                  <c:v>8388.6406846121026</c:v>
                </c:pt>
                <c:pt idx="53">
                  <c:v>8399.5966883763467</c:v>
                </c:pt>
                <c:pt idx="54">
                  <c:v>8386.2192594562148</c:v>
                </c:pt>
                <c:pt idx="55">
                  <c:v>8372.481424960788</c:v>
                </c:pt>
                <c:pt idx="56">
                  <c:v>8365.9548474564162</c:v>
                </c:pt>
                <c:pt idx="57">
                  <c:v>8354.2889184863634</c:v>
                </c:pt>
                <c:pt idx="58">
                  <c:v>8343.7611588094114</c:v>
                </c:pt>
                <c:pt idx="59">
                  <c:v>8339.053325370216</c:v>
                </c:pt>
                <c:pt idx="60">
                  <c:v>8331.4393890784813</c:v>
                </c:pt>
                <c:pt idx="61">
                  <c:v>8321.5964473555941</c:v>
                </c:pt>
                <c:pt idx="62">
                  <c:v>8328.7690333633436</c:v>
                </c:pt>
                <c:pt idx="63">
                  <c:v>8321.9757841406845</c:v>
                </c:pt>
                <c:pt idx="64">
                  <c:v>8318.8043566364267</c:v>
                </c:pt>
                <c:pt idx="65">
                  <c:v>8308.9284235455707</c:v>
                </c:pt>
                <c:pt idx="66">
                  <c:v>8303.1334641411795</c:v>
                </c:pt>
                <c:pt idx="67">
                  <c:v>8300.7558950446073</c:v>
                </c:pt>
                <c:pt idx="68">
                  <c:v>8298.9763924967301</c:v>
                </c:pt>
                <c:pt idx="69">
                  <c:v>8268.9812481285408</c:v>
                </c:pt>
                <c:pt idx="70">
                  <c:v>8279.2753326550228</c:v>
                </c:pt>
                <c:pt idx="71">
                  <c:v>8263.0149597428208</c:v>
                </c:pt>
                <c:pt idx="72">
                  <c:v>8276.8874875966303</c:v>
                </c:pt>
                <c:pt idx="73">
                  <c:v>8275.1792659890634</c:v>
                </c:pt>
                <c:pt idx="74">
                  <c:v>8261.9541659929782</c:v>
                </c:pt>
                <c:pt idx="75">
                  <c:v>8245.7617440499853</c:v>
                </c:pt>
                <c:pt idx="76">
                  <c:v>8252.0130952799936</c:v>
                </c:pt>
                <c:pt idx="77">
                  <c:v>8241.0798991185256</c:v>
                </c:pt>
                <c:pt idx="78">
                  <c:v>8248.4414054693916</c:v>
                </c:pt>
                <c:pt idx="79">
                  <c:v>8236.017506556469</c:v>
                </c:pt>
                <c:pt idx="80">
                  <c:v>8235.3945147082741</c:v>
                </c:pt>
                <c:pt idx="81">
                  <c:v>8222.4824299866486</c:v>
                </c:pt>
                <c:pt idx="82">
                  <c:v>8223.5332550964395</c:v>
                </c:pt>
                <c:pt idx="83">
                  <c:v>8210.2941380969569</c:v>
                </c:pt>
                <c:pt idx="84">
                  <c:v>8207.145827199598</c:v>
                </c:pt>
                <c:pt idx="85">
                  <c:v>8204.7213385455361</c:v>
                </c:pt>
                <c:pt idx="86">
                  <c:v>8196.442443607204</c:v>
                </c:pt>
                <c:pt idx="87">
                  <c:v>8193.3310418879591</c:v>
                </c:pt>
                <c:pt idx="88">
                  <c:v>8193.4050835205053</c:v>
                </c:pt>
                <c:pt idx="89">
                  <c:v>8191.8566377353618</c:v>
                </c:pt>
                <c:pt idx="90">
                  <c:v>8184.4153015649317</c:v>
                </c:pt>
                <c:pt idx="91">
                  <c:v>8179.968072239184</c:v>
                </c:pt>
                <c:pt idx="92">
                  <c:v>8162.7150622916161</c:v>
                </c:pt>
                <c:pt idx="93">
                  <c:v>8161.605172894022</c:v>
                </c:pt>
                <c:pt idx="94">
                  <c:v>8162.1715605232912</c:v>
                </c:pt>
                <c:pt idx="95">
                  <c:v>8146.8643885762849</c:v>
                </c:pt>
                <c:pt idx="96">
                  <c:v>8149.9165577351578</c:v>
                </c:pt>
                <c:pt idx="97">
                  <c:v>8134.3181676210024</c:v>
                </c:pt>
                <c:pt idx="98">
                  <c:v>8132.0752678305507</c:v>
                </c:pt>
                <c:pt idx="99">
                  <c:v>8122.9279436612896</c:v>
                </c:pt>
                <c:pt idx="100">
                  <c:v>8129.8858693027159</c:v>
                </c:pt>
                <c:pt idx="101">
                  <c:v>8123.7038113798408</c:v>
                </c:pt>
                <c:pt idx="102">
                  <c:v>8091.3110913518194</c:v>
                </c:pt>
                <c:pt idx="103">
                  <c:v>8085.398636371905</c:v>
                </c:pt>
                <c:pt idx="104">
                  <c:v>8084.0131694115025</c:v>
                </c:pt>
                <c:pt idx="105">
                  <c:v>8100.4746801067813</c:v>
                </c:pt>
                <c:pt idx="106">
                  <c:v>8086.7027090610882</c:v>
                </c:pt>
                <c:pt idx="107">
                  <c:v>8081.6325766257032</c:v>
                </c:pt>
                <c:pt idx="108">
                  <c:v>8078.0040898398529</c:v>
                </c:pt>
                <c:pt idx="109">
                  <c:v>8069.2379460123666</c:v>
                </c:pt>
                <c:pt idx="110">
                  <c:v>8063.1352835199323</c:v>
                </c:pt>
                <c:pt idx="111">
                  <c:v>8061.5319521275633</c:v>
                </c:pt>
                <c:pt idx="112">
                  <c:v>8061.0328159716219</c:v>
                </c:pt>
                <c:pt idx="113">
                  <c:v>8059.6911861536355</c:v>
                </c:pt>
                <c:pt idx="114">
                  <c:v>8061.2085509636527</c:v>
                </c:pt>
                <c:pt idx="115">
                  <c:v>8039.5360370028829</c:v>
                </c:pt>
                <c:pt idx="116">
                  <c:v>8029.2058987255823</c:v>
                </c:pt>
                <c:pt idx="117">
                  <c:v>8023.8287496757766</c:v>
                </c:pt>
                <c:pt idx="118">
                  <c:v>8022.4028832254289</c:v>
                </c:pt>
                <c:pt idx="119">
                  <c:v>8033.958852971432</c:v>
                </c:pt>
                <c:pt idx="120">
                  <c:v>8023.3075443187809</c:v>
                </c:pt>
                <c:pt idx="121">
                  <c:v>8009.5963723235</c:v>
                </c:pt>
                <c:pt idx="122">
                  <c:v>8005.5095121257864</c:v>
                </c:pt>
                <c:pt idx="123">
                  <c:v>8005.7967331549935</c:v>
                </c:pt>
                <c:pt idx="124">
                  <c:v>7990.9481053775016</c:v>
                </c:pt>
                <c:pt idx="125">
                  <c:v>7987.8999490690221</c:v>
                </c:pt>
                <c:pt idx="126">
                  <c:v>7987.1041059999752</c:v>
                </c:pt>
                <c:pt idx="127">
                  <c:v>7986.1099377785395</c:v>
                </c:pt>
                <c:pt idx="128">
                  <c:v>7971.1631714767736</c:v>
                </c:pt>
                <c:pt idx="129">
                  <c:v>7967.6996608067775</c:v>
                </c:pt>
                <c:pt idx="130">
                  <c:v>7958.7935112487703</c:v>
                </c:pt>
                <c:pt idx="131">
                  <c:v>7954.5478606735514</c:v>
                </c:pt>
                <c:pt idx="132">
                  <c:v>7962.6110528847939</c:v>
                </c:pt>
                <c:pt idx="133">
                  <c:v>7953.0400909922246</c:v>
                </c:pt>
                <c:pt idx="134">
                  <c:v>7944.8896226372917</c:v>
                </c:pt>
                <c:pt idx="135">
                  <c:v>7945.5278823112094</c:v>
                </c:pt>
                <c:pt idx="136">
                  <c:v>7925.6525288664488</c:v>
                </c:pt>
                <c:pt idx="137">
                  <c:v>7941.4445241238582</c:v>
                </c:pt>
                <c:pt idx="138">
                  <c:v>7923.8682278738679</c:v>
                </c:pt>
                <c:pt idx="139">
                  <c:v>7923.7345872080332</c:v>
                </c:pt>
                <c:pt idx="140">
                  <c:v>7923.4863129720161</c:v>
                </c:pt>
                <c:pt idx="141">
                  <c:v>7907.3447971338601</c:v>
                </c:pt>
                <c:pt idx="142">
                  <c:v>7899.9075538137513</c:v>
                </c:pt>
                <c:pt idx="143">
                  <c:v>7901.0589439153591</c:v>
                </c:pt>
                <c:pt idx="144">
                  <c:v>7891.7270854683138</c:v>
                </c:pt>
                <c:pt idx="145">
                  <c:v>7892.0080174147024</c:v>
                </c:pt>
                <c:pt idx="146">
                  <c:v>7884.5396663064603</c:v>
                </c:pt>
                <c:pt idx="147">
                  <c:v>7883.0317364919174</c:v>
                </c:pt>
                <c:pt idx="148">
                  <c:v>7882.3594480126121</c:v>
                </c:pt>
                <c:pt idx="149">
                  <c:v>7874.9640085037754</c:v>
                </c:pt>
                <c:pt idx="150">
                  <c:v>7879.7192903895375</c:v>
                </c:pt>
                <c:pt idx="151">
                  <c:v>7875.0001639416787</c:v>
                </c:pt>
                <c:pt idx="152">
                  <c:v>7866.2230290207754</c:v>
                </c:pt>
                <c:pt idx="153">
                  <c:v>7861.7591438782974</c:v>
                </c:pt>
                <c:pt idx="154">
                  <c:v>7861.5167217372527</c:v>
                </c:pt>
                <c:pt idx="155">
                  <c:v>7855.1970426572607</c:v>
                </c:pt>
                <c:pt idx="156">
                  <c:v>7847.9870411045731</c:v>
                </c:pt>
                <c:pt idx="157">
                  <c:v>7840.5259642918918</c:v>
                </c:pt>
                <c:pt idx="158">
                  <c:v>7837.9031010282852</c:v>
                </c:pt>
                <c:pt idx="159">
                  <c:v>7833.9258867985563</c:v>
                </c:pt>
                <c:pt idx="160">
                  <c:v>7820.5255237800793</c:v>
                </c:pt>
                <c:pt idx="161">
                  <c:v>7812.4858301704826</c:v>
                </c:pt>
                <c:pt idx="162">
                  <c:v>7807.5763927212756</c:v>
                </c:pt>
                <c:pt idx="163">
                  <c:v>7807.0002244860134</c:v>
                </c:pt>
                <c:pt idx="164">
                  <c:v>7801.8184030701404</c:v>
                </c:pt>
                <c:pt idx="165">
                  <c:v>7794.3494369592445</c:v>
                </c:pt>
                <c:pt idx="166">
                  <c:v>7796.7952293322487</c:v>
                </c:pt>
                <c:pt idx="167">
                  <c:v>7792.7906139092192</c:v>
                </c:pt>
                <c:pt idx="168">
                  <c:v>7792.359993417127</c:v>
                </c:pt>
                <c:pt idx="169">
                  <c:v>7791.6773434879351</c:v>
                </c:pt>
                <c:pt idx="170">
                  <c:v>7785.1358938283829</c:v>
                </c:pt>
                <c:pt idx="171">
                  <c:v>7777.2439061577415</c:v>
                </c:pt>
                <c:pt idx="172">
                  <c:v>7770.3081935955943</c:v>
                </c:pt>
                <c:pt idx="173">
                  <c:v>7756.5782282348337</c:v>
                </c:pt>
                <c:pt idx="174">
                  <c:v>7751.5496775781812</c:v>
                </c:pt>
                <c:pt idx="175">
                  <c:v>7750.544155693613</c:v>
                </c:pt>
                <c:pt idx="176">
                  <c:v>7745.9670033590528</c:v>
                </c:pt>
                <c:pt idx="177">
                  <c:v>7741.3777509504798</c:v>
                </c:pt>
                <c:pt idx="178">
                  <c:v>7738.9816249222577</c:v>
                </c:pt>
                <c:pt idx="179">
                  <c:v>7730.9732005890819</c:v>
                </c:pt>
                <c:pt idx="180">
                  <c:v>7727.5193549033083</c:v>
                </c:pt>
                <c:pt idx="181">
                  <c:v>7718.3066369925509</c:v>
                </c:pt>
                <c:pt idx="182">
                  <c:v>7719.9328767700663</c:v>
                </c:pt>
                <c:pt idx="183">
                  <c:v>7716.1528255275753</c:v>
                </c:pt>
                <c:pt idx="184">
                  <c:v>7709.6467427710586</c:v>
                </c:pt>
                <c:pt idx="185">
                  <c:v>7700.4214343954727</c:v>
                </c:pt>
                <c:pt idx="186">
                  <c:v>7696.9882066743812</c:v>
                </c:pt>
                <c:pt idx="187">
                  <c:v>7693.1873338451423</c:v>
                </c:pt>
                <c:pt idx="188">
                  <c:v>7695.3021168865007</c:v>
                </c:pt>
                <c:pt idx="189">
                  <c:v>7690.6297331015721</c:v>
                </c:pt>
                <c:pt idx="190">
                  <c:v>7683.7796971425942</c:v>
                </c:pt>
                <c:pt idx="191">
                  <c:v>7676.2371801385061</c:v>
                </c:pt>
                <c:pt idx="192">
                  <c:v>7671.8370372028876</c:v>
                </c:pt>
                <c:pt idx="193">
                  <c:v>7667.6706780770019</c:v>
                </c:pt>
                <c:pt idx="194">
                  <c:v>7665.3992083527019</c:v>
                </c:pt>
                <c:pt idx="195">
                  <c:v>7663.05025459436</c:v>
                </c:pt>
                <c:pt idx="196">
                  <c:v>7658.0042317507396</c:v>
                </c:pt>
                <c:pt idx="197">
                  <c:v>7641.8262823255318</c:v>
                </c:pt>
                <c:pt idx="198">
                  <c:v>7650.003026919786</c:v>
                </c:pt>
                <c:pt idx="199">
                  <c:v>7646.0792199208427</c:v>
                </c:pt>
                <c:pt idx="200">
                  <c:v>7639.0738934804594</c:v>
                </c:pt>
                <c:pt idx="201">
                  <c:v>7634.0843056260146</c:v>
                </c:pt>
                <c:pt idx="202">
                  <c:v>7621.890868962837</c:v>
                </c:pt>
                <c:pt idx="203">
                  <c:v>7616.2339198939244</c:v>
                </c:pt>
                <c:pt idx="204">
                  <c:v>7618.7694360288224</c:v>
                </c:pt>
                <c:pt idx="205">
                  <c:v>7607.616773300424</c:v>
                </c:pt>
                <c:pt idx="206">
                  <c:v>7609.1897665411361</c:v>
                </c:pt>
                <c:pt idx="207">
                  <c:v>7602.7995352740945</c:v>
                </c:pt>
                <c:pt idx="208">
                  <c:v>7587.4913880978238</c:v>
                </c:pt>
                <c:pt idx="209">
                  <c:v>7586.1256349175019</c:v>
                </c:pt>
                <c:pt idx="210">
                  <c:v>7599.5846336212726</c:v>
                </c:pt>
                <c:pt idx="211">
                  <c:v>7596.8041370252949</c:v>
                </c:pt>
                <c:pt idx="212">
                  <c:v>7597.2249719658976</c:v>
                </c:pt>
                <c:pt idx="213">
                  <c:v>7587.1102308811842</c:v>
                </c:pt>
                <c:pt idx="214">
                  <c:v>7588.8112427529941</c:v>
                </c:pt>
                <c:pt idx="215">
                  <c:v>7587.3929452855191</c:v>
                </c:pt>
                <c:pt idx="216">
                  <c:v>7581.3352546425504</c:v>
                </c:pt>
                <c:pt idx="217">
                  <c:v>7581.2031172339102</c:v>
                </c:pt>
                <c:pt idx="218">
                  <c:v>7582.9058672348419</c:v>
                </c:pt>
                <c:pt idx="219">
                  <c:v>7583.3178719053658</c:v>
                </c:pt>
                <c:pt idx="220">
                  <c:v>7591.7584261296788</c:v>
                </c:pt>
                <c:pt idx="221">
                  <c:v>7588.7727573656957</c:v>
                </c:pt>
                <c:pt idx="222">
                  <c:v>7575.5973160111007</c:v>
                </c:pt>
                <c:pt idx="223">
                  <c:v>7580.0288554670269</c:v>
                </c:pt>
                <c:pt idx="224">
                  <c:v>7585.496574965051</c:v>
                </c:pt>
                <c:pt idx="225">
                  <c:v>7581.8755220841967</c:v>
                </c:pt>
                <c:pt idx="226">
                  <c:v>7576.6410039859711</c:v>
                </c:pt>
                <c:pt idx="227">
                  <c:v>7572.2186648372954</c:v>
                </c:pt>
                <c:pt idx="228">
                  <c:v>7572.5474217393457</c:v>
                </c:pt>
                <c:pt idx="229">
                  <c:v>7567.9852407584995</c:v>
                </c:pt>
                <c:pt idx="230">
                  <c:v>7562.2060914624362</c:v>
                </c:pt>
                <c:pt idx="231">
                  <c:v>7553.0559983823387</c:v>
                </c:pt>
                <c:pt idx="232">
                  <c:v>7554.8487124182157</c:v>
                </c:pt>
                <c:pt idx="233">
                  <c:v>7548.7577530131521</c:v>
                </c:pt>
                <c:pt idx="234">
                  <c:v>7547.7847177676294</c:v>
                </c:pt>
                <c:pt idx="235">
                  <c:v>7549.8074643063701</c:v>
                </c:pt>
                <c:pt idx="236">
                  <c:v>7538.9979223059327</c:v>
                </c:pt>
                <c:pt idx="237">
                  <c:v>7524.3825263261151</c:v>
                </c:pt>
                <c:pt idx="238">
                  <c:v>7528.4064084090896</c:v>
                </c:pt>
                <c:pt idx="239">
                  <c:v>7532.5758035304098</c:v>
                </c:pt>
                <c:pt idx="240">
                  <c:v>7529.1647156533709</c:v>
                </c:pt>
                <c:pt idx="241">
                  <c:v>7526.8910190892566</c:v>
                </c:pt>
                <c:pt idx="242">
                  <c:v>7519.1785559459167</c:v>
                </c:pt>
                <c:pt idx="243">
                  <c:v>7515.6202940055737</c:v>
                </c:pt>
                <c:pt idx="244">
                  <c:v>7509.2731412245921</c:v>
                </c:pt>
                <c:pt idx="245">
                  <c:v>7505.1740491738219</c:v>
                </c:pt>
                <c:pt idx="246">
                  <c:v>7507.0155476278533</c:v>
                </c:pt>
                <c:pt idx="247">
                  <c:v>7500.736313143243</c:v>
                </c:pt>
                <c:pt idx="248">
                  <c:v>7495.0884036701045</c:v>
                </c:pt>
                <c:pt idx="249">
                  <c:v>7485.1278045384461</c:v>
                </c:pt>
                <c:pt idx="250">
                  <c:v>7478.3355745380914</c:v>
                </c:pt>
                <c:pt idx="251">
                  <c:v>7470.0543204798614</c:v>
                </c:pt>
                <c:pt idx="252">
                  <c:v>7468.9234462747345</c:v>
                </c:pt>
                <c:pt idx="253">
                  <c:v>7463.336614462869</c:v>
                </c:pt>
                <c:pt idx="254">
                  <c:v>7454.688970459717</c:v>
                </c:pt>
                <c:pt idx="255">
                  <c:v>7454.1376792307638</c:v>
                </c:pt>
                <c:pt idx="256">
                  <c:v>7449.2155819916488</c:v>
                </c:pt>
                <c:pt idx="257">
                  <c:v>7446.4702273631474</c:v>
                </c:pt>
                <c:pt idx="258">
                  <c:v>7436.7888973013214</c:v>
                </c:pt>
                <c:pt idx="259">
                  <c:v>7427.5083281444122</c:v>
                </c:pt>
                <c:pt idx="260">
                  <c:v>7429.4569101545912</c:v>
                </c:pt>
                <c:pt idx="261">
                  <c:v>7425.3166178503161</c:v>
                </c:pt>
                <c:pt idx="262">
                  <c:v>7414.52332928132</c:v>
                </c:pt>
                <c:pt idx="263">
                  <c:v>7409.071039720413</c:v>
                </c:pt>
                <c:pt idx="264">
                  <c:v>7409.5705457193262</c:v>
                </c:pt>
                <c:pt idx="265">
                  <c:v>7408.2242785294948</c:v>
                </c:pt>
                <c:pt idx="266">
                  <c:v>7396.6874123149701</c:v>
                </c:pt>
                <c:pt idx="267">
                  <c:v>7393.7622870498508</c:v>
                </c:pt>
                <c:pt idx="268">
                  <c:v>7388.3076545500144</c:v>
                </c:pt>
                <c:pt idx="269">
                  <c:v>7381.0634842868258</c:v>
                </c:pt>
                <c:pt idx="270">
                  <c:v>7376.0123352742248</c:v>
                </c:pt>
                <c:pt idx="271">
                  <c:v>7369.8781729908842</c:v>
                </c:pt>
                <c:pt idx="272">
                  <c:v>7361.8538341743824</c:v>
                </c:pt>
                <c:pt idx="273">
                  <c:v>7362.3467705368184</c:v>
                </c:pt>
                <c:pt idx="274">
                  <c:v>7337.7106348471552</c:v>
                </c:pt>
                <c:pt idx="275">
                  <c:v>7338.6982781393108</c:v>
                </c:pt>
                <c:pt idx="276">
                  <c:v>7347.7255101437531</c:v>
                </c:pt>
                <c:pt idx="277">
                  <c:v>7334.7501659137288</c:v>
                </c:pt>
                <c:pt idx="278">
                  <c:v>7331.6261127075759</c:v>
                </c:pt>
                <c:pt idx="279">
                  <c:v>7324.1708571831077</c:v>
                </c:pt>
                <c:pt idx="280">
                  <c:v>7316.802614882552</c:v>
                </c:pt>
                <c:pt idx="281">
                  <c:v>7314.247862182493</c:v>
                </c:pt>
                <c:pt idx="282">
                  <c:v>7312.7095168941923</c:v>
                </c:pt>
                <c:pt idx="283">
                  <c:v>7311.1586125524136</c:v>
                </c:pt>
                <c:pt idx="284">
                  <c:v>7309.8181420324599</c:v>
                </c:pt>
                <c:pt idx="285">
                  <c:v>7294.4966484250454</c:v>
                </c:pt>
                <c:pt idx="286">
                  <c:v>7297.2547121739926</c:v>
                </c:pt>
                <c:pt idx="287">
                  <c:v>7283.6411762711514</c:v>
                </c:pt>
                <c:pt idx="288">
                  <c:v>7278.5336319398739</c:v>
                </c:pt>
                <c:pt idx="289">
                  <c:v>7270.3856092268006</c:v>
                </c:pt>
                <c:pt idx="290">
                  <c:v>7267.4879200416854</c:v>
                </c:pt>
                <c:pt idx="291">
                  <c:v>7266.0256078217781</c:v>
                </c:pt>
                <c:pt idx="292">
                  <c:v>7268.9065064573369</c:v>
                </c:pt>
                <c:pt idx="293">
                  <c:v>7257.1259674209377</c:v>
                </c:pt>
                <c:pt idx="294">
                  <c:v>7257.8495082787467</c:v>
                </c:pt>
                <c:pt idx="295">
                  <c:v>7253.7997560301501</c:v>
                </c:pt>
                <c:pt idx="296">
                  <c:v>7248.5350892368224</c:v>
                </c:pt>
                <c:pt idx="297">
                  <c:v>7246.138392780409</c:v>
                </c:pt>
                <c:pt idx="298">
                  <c:v>7237.0673688697534</c:v>
                </c:pt>
                <c:pt idx="299">
                  <c:v>7229.199963679881</c:v>
                </c:pt>
                <c:pt idx="300">
                  <c:v>7226.4321193685555</c:v>
                </c:pt>
                <c:pt idx="301">
                  <c:v>7222.7922864919756</c:v>
                </c:pt>
                <c:pt idx="302">
                  <c:v>7221.0024705979267</c:v>
                </c:pt>
                <c:pt idx="303">
                  <c:v>7217.0277785943563</c:v>
                </c:pt>
                <c:pt idx="304">
                  <c:v>7208.2674975014097</c:v>
                </c:pt>
                <c:pt idx="305">
                  <c:v>7198.8618091583394</c:v>
                </c:pt>
                <c:pt idx="306">
                  <c:v>7192.50083329676</c:v>
                </c:pt>
                <c:pt idx="307">
                  <c:v>7179.1865085961253</c:v>
                </c:pt>
                <c:pt idx="308">
                  <c:v>7178.0169424590076</c:v>
                </c:pt>
                <c:pt idx="309">
                  <c:v>7183.6813093770506</c:v>
                </c:pt>
                <c:pt idx="310">
                  <c:v>7170.1376719375103</c:v>
                </c:pt>
                <c:pt idx="311">
                  <c:v>7171.9006619936581</c:v>
                </c:pt>
                <c:pt idx="312">
                  <c:v>7161.0824792503736</c:v>
                </c:pt>
                <c:pt idx="313">
                  <c:v>7163.7753303899999</c:v>
                </c:pt>
                <c:pt idx="314">
                  <c:v>7150.5856875411027</c:v>
                </c:pt>
                <c:pt idx="315">
                  <c:v>7146.034147811697</c:v>
                </c:pt>
                <c:pt idx="316">
                  <c:v>7155.6097217341285</c:v>
                </c:pt>
                <c:pt idx="317">
                  <c:v>7149.1070053831863</c:v>
                </c:pt>
                <c:pt idx="318">
                  <c:v>7136.6692161872088</c:v>
                </c:pt>
                <c:pt idx="319">
                  <c:v>7133.3691817040017</c:v>
                </c:pt>
                <c:pt idx="320">
                  <c:v>7126.6125367863924</c:v>
                </c:pt>
                <c:pt idx="321">
                  <c:v>7125.5257291686066</c:v>
                </c:pt>
                <c:pt idx="322">
                  <c:v>7128.083856050921</c:v>
                </c:pt>
                <c:pt idx="323">
                  <c:v>7114.8002498642054</c:v>
                </c:pt>
                <c:pt idx="324">
                  <c:v>7107.7726415659818</c:v>
                </c:pt>
                <c:pt idx="325">
                  <c:v>7102.2857818890789</c:v>
                </c:pt>
                <c:pt idx="326">
                  <c:v>7097.0198269200191</c:v>
                </c:pt>
                <c:pt idx="327">
                  <c:v>7101.4621497499393</c:v>
                </c:pt>
                <c:pt idx="328">
                  <c:v>7092.8399478038882</c:v>
                </c:pt>
                <c:pt idx="329">
                  <c:v>7087.514310737728</c:v>
                </c:pt>
                <c:pt idx="330">
                  <c:v>7089.4325096096727</c:v>
                </c:pt>
                <c:pt idx="331">
                  <c:v>7087.2660186311132</c:v>
                </c:pt>
                <c:pt idx="332">
                  <c:v>7081.5106174024568</c:v>
                </c:pt>
                <c:pt idx="333">
                  <c:v>7092.6783777015025</c:v>
                </c:pt>
                <c:pt idx="334">
                  <c:v>7091.9798035307358</c:v>
                </c:pt>
                <c:pt idx="335">
                  <c:v>7090.0190149869923</c:v>
                </c:pt>
                <c:pt idx="336">
                  <c:v>7085.8118549848405</c:v>
                </c:pt>
                <c:pt idx="337">
                  <c:v>7089.4885353594564</c:v>
                </c:pt>
                <c:pt idx="338">
                  <c:v>7088.92876610852</c:v>
                </c:pt>
                <c:pt idx="339">
                  <c:v>7088.0735883780162</c:v>
                </c:pt>
                <c:pt idx="340">
                  <c:v>7092.7394766049329</c:v>
                </c:pt>
                <c:pt idx="341">
                  <c:v>7092.3558335883672</c:v>
                </c:pt>
                <c:pt idx="342">
                  <c:v>7081.922530474113</c:v>
                </c:pt>
                <c:pt idx="343">
                  <c:v>7092.7694584320943</c:v>
                </c:pt>
                <c:pt idx="344">
                  <c:v>7090.3920151166967</c:v>
                </c:pt>
                <c:pt idx="345">
                  <c:v>7086.4180829230318</c:v>
                </c:pt>
                <c:pt idx="346">
                  <c:v>7086.4295115242276</c:v>
                </c:pt>
                <c:pt idx="347">
                  <c:v>7078.6751007873845</c:v>
                </c:pt>
                <c:pt idx="348">
                  <c:v>7077.2963834396123</c:v>
                </c:pt>
                <c:pt idx="349">
                  <c:v>7077.3353656096451</c:v>
                </c:pt>
                <c:pt idx="350">
                  <c:v>7075.4419336699102</c:v>
                </c:pt>
                <c:pt idx="351">
                  <c:v>7061.5285474592347</c:v>
                </c:pt>
                <c:pt idx="352">
                  <c:v>7071.623236263491</c:v>
                </c:pt>
                <c:pt idx="353">
                  <c:v>7061.2076667231577</c:v>
                </c:pt>
                <c:pt idx="354">
                  <c:v>7055.0156802421516</c:v>
                </c:pt>
                <c:pt idx="355">
                  <c:v>7050.3390699250722</c:v>
                </c:pt>
                <c:pt idx="356">
                  <c:v>7044.8101535206406</c:v>
                </c:pt>
                <c:pt idx="357">
                  <c:v>7033.4824307399776</c:v>
                </c:pt>
                <c:pt idx="358">
                  <c:v>7030.7234157566145</c:v>
                </c:pt>
                <c:pt idx="359">
                  <c:v>7034.8529919537914</c:v>
                </c:pt>
                <c:pt idx="360">
                  <c:v>7029.7745631849857</c:v>
                </c:pt>
                <c:pt idx="361">
                  <c:v>7020.8767421806006</c:v>
                </c:pt>
                <c:pt idx="362">
                  <c:v>7022.2762877061123</c:v>
                </c:pt>
                <c:pt idx="363">
                  <c:v>7016.3061373529599</c:v>
                </c:pt>
                <c:pt idx="364">
                  <c:v>7008.4448734150428</c:v>
                </c:pt>
                <c:pt idx="365">
                  <c:v>7005.579037891981</c:v>
                </c:pt>
                <c:pt idx="366">
                  <c:v>7003.2670007299985</c:v>
                </c:pt>
                <c:pt idx="367">
                  <c:v>6994.0003795328712</c:v>
                </c:pt>
                <c:pt idx="368">
                  <c:v>6986.0166265863209</c:v>
                </c:pt>
                <c:pt idx="369">
                  <c:v>6977.0266602501615</c:v>
                </c:pt>
                <c:pt idx="370">
                  <c:v>6979.6813326089032</c:v>
                </c:pt>
                <c:pt idx="371">
                  <c:v>6964.5114679263152</c:v>
                </c:pt>
                <c:pt idx="372">
                  <c:v>6965.3197502726962</c:v>
                </c:pt>
                <c:pt idx="373">
                  <c:v>6957.8032298163171</c:v>
                </c:pt>
                <c:pt idx="374">
                  <c:v>6955.8960318684767</c:v>
                </c:pt>
                <c:pt idx="375">
                  <c:v>6944.2195112894824</c:v>
                </c:pt>
                <c:pt idx="376">
                  <c:v>6945.1329996090735</c:v>
                </c:pt>
                <c:pt idx="377">
                  <c:v>6934.3744177283825</c:v>
                </c:pt>
                <c:pt idx="378">
                  <c:v>6932.5900337036137</c:v>
                </c:pt>
                <c:pt idx="379">
                  <c:v>6930.5809405769351</c:v>
                </c:pt>
                <c:pt idx="380">
                  <c:v>6931.133754604145</c:v>
                </c:pt>
                <c:pt idx="381">
                  <c:v>6924.0325411452504</c:v>
                </c:pt>
                <c:pt idx="382">
                  <c:v>6920.8253501507788</c:v>
                </c:pt>
                <c:pt idx="383">
                  <c:v>6913.1028363023051</c:v>
                </c:pt>
                <c:pt idx="384">
                  <c:v>6912.164976449234</c:v>
                </c:pt>
                <c:pt idx="385">
                  <c:v>6909.2413643776472</c:v>
                </c:pt>
                <c:pt idx="386">
                  <c:v>6904.0617826650605</c:v>
                </c:pt>
                <c:pt idx="387">
                  <c:v>6893.960097511721</c:v>
                </c:pt>
                <c:pt idx="388">
                  <c:v>6886.485842410435</c:v>
                </c:pt>
                <c:pt idx="389">
                  <c:v>6877.2302340867918</c:v>
                </c:pt>
                <c:pt idx="390">
                  <c:v>6876.2115746037744</c:v>
                </c:pt>
                <c:pt idx="391">
                  <c:v>6869.600042889394</c:v>
                </c:pt>
                <c:pt idx="392">
                  <c:v>6860.0188112186916</c:v>
                </c:pt>
                <c:pt idx="393">
                  <c:v>6862.3687563874237</c:v>
                </c:pt>
                <c:pt idx="394">
                  <c:v>6849.9339849780536</c:v>
                </c:pt>
                <c:pt idx="395">
                  <c:v>6845.3362547019369</c:v>
                </c:pt>
                <c:pt idx="396">
                  <c:v>6839.7797957726252</c:v>
                </c:pt>
                <c:pt idx="397">
                  <c:v>6833.9174971749708</c:v>
                </c:pt>
                <c:pt idx="398">
                  <c:v>6828.5984694496638</c:v>
                </c:pt>
                <c:pt idx="399">
                  <c:v>6826.8518287469142</c:v>
                </c:pt>
                <c:pt idx="400">
                  <c:v>6825.4832262228192</c:v>
                </c:pt>
                <c:pt idx="401">
                  <c:v>6826.1173978685165</c:v>
                </c:pt>
                <c:pt idx="402">
                  <c:v>6818.8191077610581</c:v>
                </c:pt>
                <c:pt idx="403">
                  <c:v>6819.972245234565</c:v>
                </c:pt>
                <c:pt idx="404">
                  <c:v>6811.6797215100323</c:v>
                </c:pt>
                <c:pt idx="405">
                  <c:v>6803.6795263279055</c:v>
                </c:pt>
                <c:pt idx="406">
                  <c:v>6804.3581526571652</c:v>
                </c:pt>
                <c:pt idx="407">
                  <c:v>6795.1148769601859</c:v>
                </c:pt>
                <c:pt idx="408">
                  <c:v>6793.0976135344836</c:v>
                </c:pt>
                <c:pt idx="409">
                  <c:v>6786.6844770875596</c:v>
                </c:pt>
                <c:pt idx="410">
                  <c:v>6787.1354331036164</c:v>
                </c:pt>
                <c:pt idx="411">
                  <c:v>6780.3128471723112</c:v>
                </c:pt>
                <c:pt idx="412">
                  <c:v>6775.0874393670101</c:v>
                </c:pt>
                <c:pt idx="413">
                  <c:v>6769.1253714523291</c:v>
                </c:pt>
                <c:pt idx="414">
                  <c:v>6757.2125277863852</c:v>
                </c:pt>
                <c:pt idx="415">
                  <c:v>6758.5246891923034</c:v>
                </c:pt>
                <c:pt idx="416">
                  <c:v>6749.2482831404977</c:v>
                </c:pt>
                <c:pt idx="417">
                  <c:v>6756.3565600291158</c:v>
                </c:pt>
                <c:pt idx="418">
                  <c:v>6744.8172184538926</c:v>
                </c:pt>
                <c:pt idx="419">
                  <c:v>6734.8459843360106</c:v>
                </c:pt>
                <c:pt idx="420">
                  <c:v>6739.5429327488291</c:v>
                </c:pt>
                <c:pt idx="421">
                  <c:v>6721.8834562704214</c:v>
                </c:pt>
                <c:pt idx="422">
                  <c:v>6725.3070134869913</c:v>
                </c:pt>
                <c:pt idx="423">
                  <c:v>6729.2916978258017</c:v>
                </c:pt>
                <c:pt idx="424">
                  <c:v>6732.5236759068212</c:v>
                </c:pt>
                <c:pt idx="425">
                  <c:v>6731.8805885047977</c:v>
                </c:pt>
                <c:pt idx="426">
                  <c:v>6734.8391083753859</c:v>
                </c:pt>
                <c:pt idx="427">
                  <c:v>6725.2593554184268</c:v>
                </c:pt>
                <c:pt idx="428">
                  <c:v>6724.3675767971563</c:v>
                </c:pt>
                <c:pt idx="429">
                  <c:v>6728.5827228242288</c:v>
                </c:pt>
                <c:pt idx="430">
                  <c:v>6733.7033615284599</c:v>
                </c:pt>
                <c:pt idx="431">
                  <c:v>6732.7244981653939</c:v>
                </c:pt>
                <c:pt idx="432">
                  <c:v>6735.4595385865459</c:v>
                </c:pt>
                <c:pt idx="433">
                  <c:v>6728.2765166720892</c:v>
                </c:pt>
                <c:pt idx="434">
                  <c:v>6725.3495004242786</c:v>
                </c:pt>
                <c:pt idx="435">
                  <c:v>6725.1903083100815</c:v>
                </c:pt>
                <c:pt idx="436">
                  <c:v>6722.9370724393866</c:v>
                </c:pt>
                <c:pt idx="437">
                  <c:v>6719.0334177427121</c:v>
                </c:pt>
                <c:pt idx="438">
                  <c:v>6720.7038158426658</c:v>
                </c:pt>
                <c:pt idx="439">
                  <c:v>6716.5414262679169</c:v>
                </c:pt>
                <c:pt idx="440">
                  <c:v>6715.1964840777837</c:v>
                </c:pt>
                <c:pt idx="441">
                  <c:v>6705.2607857297244</c:v>
                </c:pt>
                <c:pt idx="442">
                  <c:v>6704.8255182490348</c:v>
                </c:pt>
                <c:pt idx="443">
                  <c:v>6707.9850851315659</c:v>
                </c:pt>
                <c:pt idx="444">
                  <c:v>6705.087536513528</c:v>
                </c:pt>
                <c:pt idx="445">
                  <c:v>6702.5845776063125</c:v>
                </c:pt>
                <c:pt idx="446">
                  <c:v>6698.3912739797033</c:v>
                </c:pt>
                <c:pt idx="447">
                  <c:v>6686.7924071732205</c:v>
                </c:pt>
                <c:pt idx="448">
                  <c:v>6682.6519610639371</c:v>
                </c:pt>
                <c:pt idx="449">
                  <c:v>6684.4307405968266</c:v>
                </c:pt>
                <c:pt idx="450">
                  <c:v>6678.6147003796004</c:v>
                </c:pt>
                <c:pt idx="451">
                  <c:v>6671.8386992451469</c:v>
                </c:pt>
                <c:pt idx="452">
                  <c:v>6661.0489637575347</c:v>
                </c:pt>
                <c:pt idx="453">
                  <c:v>6646.7904842316038</c:v>
                </c:pt>
                <c:pt idx="454">
                  <c:v>6638.2867481506091</c:v>
                </c:pt>
                <c:pt idx="455">
                  <c:v>6631.7831956903156</c:v>
                </c:pt>
                <c:pt idx="456">
                  <c:v>6634.8080201087814</c:v>
                </c:pt>
                <c:pt idx="457">
                  <c:v>6626.7705013563609</c:v>
                </c:pt>
                <c:pt idx="458">
                  <c:v>6617.9332556803292</c:v>
                </c:pt>
                <c:pt idx="459">
                  <c:v>6609.8576856055824</c:v>
                </c:pt>
                <c:pt idx="460">
                  <c:v>6600.0144482993956</c:v>
                </c:pt>
                <c:pt idx="461">
                  <c:v>6605.4822655617045</c:v>
                </c:pt>
                <c:pt idx="462">
                  <c:v>6594.9421529058227</c:v>
                </c:pt>
                <c:pt idx="463">
                  <c:v>6591.4555528018682</c:v>
                </c:pt>
                <c:pt idx="464">
                  <c:v>6583.5798266337961</c:v>
                </c:pt>
                <c:pt idx="465">
                  <c:v>6574.5294563946809</c:v>
                </c:pt>
                <c:pt idx="466">
                  <c:v>6574.5625904629178</c:v>
                </c:pt>
                <c:pt idx="467">
                  <c:v>6568.8827851960305</c:v>
                </c:pt>
                <c:pt idx="468">
                  <c:v>6569.0001422784271</c:v>
                </c:pt>
                <c:pt idx="469">
                  <c:v>6563.7379499229455</c:v>
                </c:pt>
                <c:pt idx="470">
                  <c:v>6557.8121565989741</c:v>
                </c:pt>
                <c:pt idx="471">
                  <c:v>6555.5426904996493</c:v>
                </c:pt>
                <c:pt idx="472">
                  <c:v>6554.9015792051341</c:v>
                </c:pt>
                <c:pt idx="473">
                  <c:v>6549.1908045492692</c:v>
                </c:pt>
                <c:pt idx="474">
                  <c:v>6538.3216856355803</c:v>
                </c:pt>
                <c:pt idx="475">
                  <c:v>6533.7282950577119</c:v>
                </c:pt>
                <c:pt idx="476">
                  <c:v>6531.2506247634374</c:v>
                </c:pt>
                <c:pt idx="477">
                  <c:v>6530.0996515290753</c:v>
                </c:pt>
                <c:pt idx="478">
                  <c:v>6525.9434633973033</c:v>
                </c:pt>
                <c:pt idx="479">
                  <c:v>6516.0334733686304</c:v>
                </c:pt>
                <c:pt idx="480">
                  <c:v>6517.5630619889489</c:v>
                </c:pt>
                <c:pt idx="481">
                  <c:v>6509.0170375843982</c:v>
                </c:pt>
                <c:pt idx="482">
                  <c:v>6509.0917692444709</c:v>
                </c:pt>
                <c:pt idx="483">
                  <c:v>6503.019893043871</c:v>
                </c:pt>
                <c:pt idx="484">
                  <c:v>6499.8753523516743</c:v>
                </c:pt>
                <c:pt idx="485">
                  <c:v>6496.7592860182413</c:v>
                </c:pt>
                <c:pt idx="486">
                  <c:v>6488.1166201274282</c:v>
                </c:pt>
                <c:pt idx="487">
                  <c:v>6483.1879863131689</c:v>
                </c:pt>
                <c:pt idx="488">
                  <c:v>6480.6382477566412</c:v>
                </c:pt>
                <c:pt idx="489">
                  <c:v>6479.6109215666193</c:v>
                </c:pt>
                <c:pt idx="490">
                  <c:v>6469.9219819241625</c:v>
                </c:pt>
                <c:pt idx="491">
                  <c:v>6459.4959381686149</c:v>
                </c:pt>
                <c:pt idx="492">
                  <c:v>6456.4910437839299</c:v>
                </c:pt>
                <c:pt idx="493">
                  <c:v>6463.6048934693317</c:v>
                </c:pt>
                <c:pt idx="494">
                  <c:v>6448.838476854593</c:v>
                </c:pt>
                <c:pt idx="495">
                  <c:v>6443.3583927448744</c:v>
                </c:pt>
                <c:pt idx="496">
                  <c:v>6438.1572772579075</c:v>
                </c:pt>
                <c:pt idx="497">
                  <c:v>6432.0362275271918</c:v>
                </c:pt>
                <c:pt idx="498">
                  <c:v>6427.1041074831528</c:v>
                </c:pt>
                <c:pt idx="499">
                  <c:v>6426.6874361579512</c:v>
                </c:pt>
                <c:pt idx="500">
                  <c:v>6426.0591132963764</c:v>
                </c:pt>
                <c:pt idx="501">
                  <c:v>6420.9567495855481</c:v>
                </c:pt>
                <c:pt idx="502">
                  <c:v>6419.7058357470914</c:v>
                </c:pt>
                <c:pt idx="503">
                  <c:v>6416.3412809702968</c:v>
                </c:pt>
                <c:pt idx="504">
                  <c:v>6407.6156155546259</c:v>
                </c:pt>
                <c:pt idx="505">
                  <c:v>6401.2840089406282</c:v>
                </c:pt>
                <c:pt idx="506">
                  <c:v>6399.6150140881855</c:v>
                </c:pt>
                <c:pt idx="507">
                  <c:v>6395.6815460459784</c:v>
                </c:pt>
                <c:pt idx="508">
                  <c:v>6389.6214490466682</c:v>
                </c:pt>
                <c:pt idx="509">
                  <c:v>6385.8492459322351</c:v>
                </c:pt>
                <c:pt idx="510">
                  <c:v>6377.5467395917331</c:v>
                </c:pt>
                <c:pt idx="511">
                  <c:v>6378.2169544239714</c:v>
                </c:pt>
                <c:pt idx="512">
                  <c:v>6374.8848199723525</c:v>
                </c:pt>
                <c:pt idx="513">
                  <c:v>6372.3030132546082</c:v>
                </c:pt>
                <c:pt idx="514">
                  <c:v>6357.7752172833152</c:v>
                </c:pt>
                <c:pt idx="515">
                  <c:v>6358.7790112974335</c:v>
                </c:pt>
                <c:pt idx="516">
                  <c:v>6349.3134864436797</c:v>
                </c:pt>
                <c:pt idx="517">
                  <c:v>6339.9536207841293</c:v>
                </c:pt>
                <c:pt idx="518">
                  <c:v>6336.2814566356037</c:v>
                </c:pt>
                <c:pt idx="519">
                  <c:v>6341.8208771165446</c:v>
                </c:pt>
                <c:pt idx="520">
                  <c:v>6335.9874503982119</c:v>
                </c:pt>
                <c:pt idx="521">
                  <c:v>6333.1071046520256</c:v>
                </c:pt>
                <c:pt idx="522">
                  <c:v>6326.2799241038229</c:v>
                </c:pt>
                <c:pt idx="523">
                  <c:v>6321.5376401296926</c:v>
                </c:pt>
                <c:pt idx="524">
                  <c:v>6316.9939030983587</c:v>
                </c:pt>
                <c:pt idx="525">
                  <c:v>6309.8407474946798</c:v>
                </c:pt>
                <c:pt idx="526">
                  <c:v>6312.8754878516547</c:v>
                </c:pt>
                <c:pt idx="527">
                  <c:v>6306.1185488483343</c:v>
                </c:pt>
                <c:pt idx="528">
                  <c:v>6297.1143761117673</c:v>
                </c:pt>
                <c:pt idx="529">
                  <c:v>6287.0842326106467</c:v>
                </c:pt>
                <c:pt idx="530">
                  <c:v>6290.4927416644277</c:v>
                </c:pt>
                <c:pt idx="531">
                  <c:v>6292.0085274686617</c:v>
                </c:pt>
                <c:pt idx="532">
                  <c:v>6281.7844035979197</c:v>
                </c:pt>
                <c:pt idx="533">
                  <c:v>6282.2699594203223</c:v>
                </c:pt>
                <c:pt idx="534">
                  <c:v>6275.4765833503188</c:v>
                </c:pt>
                <c:pt idx="535">
                  <c:v>6270.4378729993023</c:v>
                </c:pt>
                <c:pt idx="536">
                  <c:v>6275.4135357197902</c:v>
                </c:pt>
                <c:pt idx="537">
                  <c:v>6263.5922333027756</c:v>
                </c:pt>
                <c:pt idx="538">
                  <c:v>6260.7803886824186</c:v>
                </c:pt>
                <c:pt idx="539">
                  <c:v>6264.4542720520512</c:v>
                </c:pt>
                <c:pt idx="540">
                  <c:v>6262.6782704497618</c:v>
                </c:pt>
                <c:pt idx="541">
                  <c:v>6252.1080779559434</c:v>
                </c:pt>
                <c:pt idx="542">
                  <c:v>6243.7385013790026</c:v>
                </c:pt>
                <c:pt idx="543">
                  <c:v>6245.2032859414958</c:v>
                </c:pt>
                <c:pt idx="544">
                  <c:v>6243.2524038579195</c:v>
                </c:pt>
                <c:pt idx="545">
                  <c:v>6229.4628829009916</c:v>
                </c:pt>
                <c:pt idx="546">
                  <c:v>6233.1152513103298</c:v>
                </c:pt>
                <c:pt idx="547">
                  <c:v>6227.1499924348191</c:v>
                </c:pt>
                <c:pt idx="548">
                  <c:v>6210.6457027640618</c:v>
                </c:pt>
                <c:pt idx="549">
                  <c:v>6205.1550304863231</c:v>
                </c:pt>
                <c:pt idx="550">
                  <c:v>6209.1277957756902</c:v>
                </c:pt>
                <c:pt idx="551">
                  <c:v>6203.4607870430209</c:v>
                </c:pt>
                <c:pt idx="552">
                  <c:v>6203.9238439617911</c:v>
                </c:pt>
                <c:pt idx="553">
                  <c:v>6190.7482255838868</c:v>
                </c:pt>
                <c:pt idx="554">
                  <c:v>6191.8273849595953</c:v>
                </c:pt>
                <c:pt idx="555">
                  <c:v>6195.6855372036007</c:v>
                </c:pt>
                <c:pt idx="556">
                  <c:v>6191.9335273168235</c:v>
                </c:pt>
                <c:pt idx="557">
                  <c:v>6189.5644684007348</c:v>
                </c:pt>
                <c:pt idx="558">
                  <c:v>6181.4785216983764</c:v>
                </c:pt>
                <c:pt idx="559">
                  <c:v>6175.8885578826075</c:v>
                </c:pt>
                <c:pt idx="560">
                  <c:v>6165.5745577530288</c:v>
                </c:pt>
                <c:pt idx="561">
                  <c:v>6165.1620117580514</c:v>
                </c:pt>
                <c:pt idx="562">
                  <c:v>6167.7901572309565</c:v>
                </c:pt>
                <c:pt idx="563">
                  <c:v>6155.8385540960871</c:v>
                </c:pt>
                <c:pt idx="564">
                  <c:v>6144.6073425347877</c:v>
                </c:pt>
                <c:pt idx="565">
                  <c:v>6145.350337464708</c:v>
                </c:pt>
                <c:pt idx="566">
                  <c:v>6146.2441765667791</c:v>
                </c:pt>
                <c:pt idx="567">
                  <c:v>6132.2681481467007</c:v>
                </c:pt>
                <c:pt idx="568">
                  <c:v>6135.8016984368651</c:v>
                </c:pt>
                <c:pt idx="569">
                  <c:v>6124.4811684003507</c:v>
                </c:pt>
                <c:pt idx="570">
                  <c:v>6126.2961794395915</c:v>
                </c:pt>
                <c:pt idx="571">
                  <c:v>6122.8557574031975</c:v>
                </c:pt>
                <c:pt idx="572">
                  <c:v>6123.162086851341</c:v>
                </c:pt>
                <c:pt idx="573">
                  <c:v>6119.6226049489451</c:v>
                </c:pt>
                <c:pt idx="574">
                  <c:v>6105.6152282233543</c:v>
                </c:pt>
                <c:pt idx="575">
                  <c:v>6108.3329592978243</c:v>
                </c:pt>
                <c:pt idx="576">
                  <c:v>6107.1347382257918</c:v>
                </c:pt>
                <c:pt idx="577">
                  <c:v>6105.6296819322006</c:v>
                </c:pt>
                <c:pt idx="578">
                  <c:v>6100.4684889458858</c:v>
                </c:pt>
                <c:pt idx="579">
                  <c:v>6098.7467078918098</c:v>
                </c:pt>
                <c:pt idx="580">
                  <c:v>6085.8341703805945</c:v>
                </c:pt>
                <c:pt idx="581">
                  <c:v>6083.7203404168094</c:v>
                </c:pt>
                <c:pt idx="582">
                  <c:v>6065.8755820550468</c:v>
                </c:pt>
                <c:pt idx="583">
                  <c:v>6074.357137592453</c:v>
                </c:pt>
                <c:pt idx="584">
                  <c:v>6075.7777256630752</c:v>
                </c:pt>
                <c:pt idx="585">
                  <c:v>6073.759315232518</c:v>
                </c:pt>
                <c:pt idx="586">
                  <c:v>6069.35118314804</c:v>
                </c:pt>
                <c:pt idx="587">
                  <c:v>6067.0175917486995</c:v>
                </c:pt>
                <c:pt idx="588">
                  <c:v>6056.6400249542439</c:v>
                </c:pt>
                <c:pt idx="589">
                  <c:v>6056.1294600867732</c:v>
                </c:pt>
                <c:pt idx="590">
                  <c:v>6049.5186563030547</c:v>
                </c:pt>
                <c:pt idx="591">
                  <c:v>6052.6479154429398</c:v>
                </c:pt>
                <c:pt idx="592">
                  <c:v>6048.9117620828656</c:v>
                </c:pt>
                <c:pt idx="593">
                  <c:v>6041.0133705581748</c:v>
                </c:pt>
                <c:pt idx="594">
                  <c:v>6040.0388176906945</c:v>
                </c:pt>
                <c:pt idx="595">
                  <c:v>6028.6735179827774</c:v>
                </c:pt>
                <c:pt idx="596">
                  <c:v>6030.8323958211513</c:v>
                </c:pt>
                <c:pt idx="597">
                  <c:v>6015.302241285176</c:v>
                </c:pt>
                <c:pt idx="598">
                  <c:v>6009.8253526838853</c:v>
                </c:pt>
                <c:pt idx="599">
                  <c:v>6011.7824280769983</c:v>
                </c:pt>
                <c:pt idx="600">
                  <c:v>6007.2492556183788</c:v>
                </c:pt>
                <c:pt idx="601">
                  <c:v>6008.5681835233727</c:v>
                </c:pt>
                <c:pt idx="602">
                  <c:v>5994.0394016851897</c:v>
                </c:pt>
                <c:pt idx="603">
                  <c:v>5996.0886864769345</c:v>
                </c:pt>
                <c:pt idx="604">
                  <c:v>5995.0173513544196</c:v>
                </c:pt>
                <c:pt idx="605">
                  <c:v>5993.726887446539</c:v>
                </c:pt>
                <c:pt idx="606">
                  <c:v>5985.409397830007</c:v>
                </c:pt>
                <c:pt idx="607">
                  <c:v>5990.5719076332898</c:v>
                </c:pt>
                <c:pt idx="608">
                  <c:v>5983.1101008386604</c:v>
                </c:pt>
                <c:pt idx="609">
                  <c:v>5977.498636531227</c:v>
                </c:pt>
                <c:pt idx="610">
                  <c:v>5977.5902627729884</c:v>
                </c:pt>
                <c:pt idx="611">
                  <c:v>5967.9941248957839</c:v>
                </c:pt>
                <c:pt idx="612">
                  <c:v>5973.0267448535851</c:v>
                </c:pt>
                <c:pt idx="613">
                  <c:v>5965.3510148100213</c:v>
                </c:pt>
                <c:pt idx="614">
                  <c:v>5962.0986535073789</c:v>
                </c:pt>
                <c:pt idx="615">
                  <c:v>5959.5756757934851</c:v>
                </c:pt>
                <c:pt idx="616">
                  <c:v>5951.7978242369936</c:v>
                </c:pt>
                <c:pt idx="617">
                  <c:v>5946.5551303035472</c:v>
                </c:pt>
                <c:pt idx="618">
                  <c:v>5942.6241540319588</c:v>
                </c:pt>
                <c:pt idx="619">
                  <c:v>5950.6104569255658</c:v>
                </c:pt>
                <c:pt idx="620">
                  <c:v>5944.111421501113</c:v>
                </c:pt>
                <c:pt idx="621">
                  <c:v>5934.6765159958359</c:v>
                </c:pt>
                <c:pt idx="622">
                  <c:v>5926.7643977843218</c:v>
                </c:pt>
                <c:pt idx="623">
                  <c:v>5932.9505044542693</c:v>
                </c:pt>
                <c:pt idx="624">
                  <c:v>5921.7588308919467</c:v>
                </c:pt>
                <c:pt idx="625">
                  <c:v>5914.294835228211</c:v>
                </c:pt>
                <c:pt idx="626">
                  <c:v>5914.3270121932546</c:v>
                </c:pt>
                <c:pt idx="627">
                  <c:v>5912.3537260711082</c:v>
                </c:pt>
                <c:pt idx="628">
                  <c:v>5899.1772552289285</c:v>
                </c:pt>
                <c:pt idx="629">
                  <c:v>5898.5798076476458</c:v>
                </c:pt>
                <c:pt idx="630">
                  <c:v>5899.0645259768844</c:v>
                </c:pt>
                <c:pt idx="631">
                  <c:v>5896.2709812091116</c:v>
                </c:pt>
                <c:pt idx="632">
                  <c:v>5892.3776760423825</c:v>
                </c:pt>
                <c:pt idx="633">
                  <c:v>5893.8246057304277</c:v>
                </c:pt>
                <c:pt idx="634">
                  <c:v>5886.7437724592655</c:v>
                </c:pt>
                <c:pt idx="635">
                  <c:v>5883.2379724990205</c:v>
                </c:pt>
                <c:pt idx="636">
                  <c:v>5887.6502411720794</c:v>
                </c:pt>
                <c:pt idx="637">
                  <c:v>5882.206302618506</c:v>
                </c:pt>
                <c:pt idx="638">
                  <c:v>5878.266598597831</c:v>
                </c:pt>
                <c:pt idx="639">
                  <c:v>5871.4127636065477</c:v>
                </c:pt>
                <c:pt idx="640">
                  <c:v>5865.5020475076835</c:v>
                </c:pt>
                <c:pt idx="641">
                  <c:v>5868.5554433904981</c:v>
                </c:pt>
                <c:pt idx="642">
                  <c:v>5860.9567788838067</c:v>
                </c:pt>
                <c:pt idx="643">
                  <c:v>5854.2510759176821</c:v>
                </c:pt>
                <c:pt idx="644">
                  <c:v>5844.8040831416329</c:v>
                </c:pt>
                <c:pt idx="645">
                  <c:v>5831.6936253690337</c:v>
                </c:pt>
                <c:pt idx="646">
                  <c:v>5837.5701665092538</c:v>
                </c:pt>
                <c:pt idx="647">
                  <c:v>5829.6475634677354</c:v>
                </c:pt>
                <c:pt idx="648">
                  <c:v>5823.4469979712794</c:v>
                </c:pt>
                <c:pt idx="649">
                  <c:v>5834.1862478826952</c:v>
                </c:pt>
                <c:pt idx="650">
                  <c:v>5826.0914150003919</c:v>
                </c:pt>
                <c:pt idx="651">
                  <c:v>5826.3131154249058</c:v>
                </c:pt>
                <c:pt idx="652">
                  <c:v>5827.2224814684359</c:v>
                </c:pt>
                <c:pt idx="653">
                  <c:v>5828.232190188186</c:v>
                </c:pt>
                <c:pt idx="654">
                  <c:v>5819.6309967634097</c:v>
                </c:pt>
                <c:pt idx="655">
                  <c:v>5825.4806964266227</c:v>
                </c:pt>
                <c:pt idx="656">
                  <c:v>5815.5297445707529</c:v>
                </c:pt>
                <c:pt idx="657">
                  <c:v>5810.2501977867887</c:v>
                </c:pt>
                <c:pt idx="658">
                  <c:v>5805.868114620027</c:v>
                </c:pt>
                <c:pt idx="659">
                  <c:v>5798.7023297650449</c:v>
                </c:pt>
                <c:pt idx="660">
                  <c:v>5795.5008055779617</c:v>
                </c:pt>
                <c:pt idx="661">
                  <c:v>5788.7872660653748</c:v>
                </c:pt>
                <c:pt idx="662">
                  <c:v>5781.9400224951232</c:v>
                </c:pt>
                <c:pt idx="663">
                  <c:v>5783.82336098421</c:v>
                </c:pt>
                <c:pt idx="664">
                  <c:v>5781.1309964310003</c:v>
                </c:pt>
                <c:pt idx="665">
                  <c:v>5775.6741924515572</c:v>
                </c:pt>
                <c:pt idx="666">
                  <c:v>5778.2069334039807</c:v>
                </c:pt>
                <c:pt idx="667">
                  <c:v>5769.0400610801426</c:v>
                </c:pt>
                <c:pt idx="668">
                  <c:v>5760.6657617433248</c:v>
                </c:pt>
                <c:pt idx="669">
                  <c:v>5765.2081992502081</c:v>
                </c:pt>
                <c:pt idx="670">
                  <c:v>5759.8481199561847</c:v>
                </c:pt>
                <c:pt idx="671">
                  <c:v>5748.6711793021004</c:v>
                </c:pt>
                <c:pt idx="672">
                  <c:v>5757.1726938915053</c:v>
                </c:pt>
                <c:pt idx="673">
                  <c:v>5753.0946638686974</c:v>
                </c:pt>
                <c:pt idx="674">
                  <c:v>5743.5832600769409</c:v>
                </c:pt>
                <c:pt idx="675">
                  <c:v>5740.5058735513794</c:v>
                </c:pt>
                <c:pt idx="676">
                  <c:v>5740.8152763094404</c:v>
                </c:pt>
                <c:pt idx="677">
                  <c:v>5736.962383538129</c:v>
                </c:pt>
                <c:pt idx="678">
                  <c:v>5739.8976898553628</c:v>
                </c:pt>
                <c:pt idx="679">
                  <c:v>5730.0888238095631</c:v>
                </c:pt>
                <c:pt idx="680">
                  <c:v>5728.9602841299438</c:v>
                </c:pt>
                <c:pt idx="681">
                  <c:v>5723.0496056594138</c:v>
                </c:pt>
                <c:pt idx="682">
                  <c:v>5719.8774031527082</c:v>
                </c:pt>
                <c:pt idx="683">
                  <c:v>5715.9109128401487</c:v>
                </c:pt>
                <c:pt idx="684">
                  <c:v>5721.1114378128295</c:v>
                </c:pt>
                <c:pt idx="685">
                  <c:v>5719.1565891801765</c:v>
                </c:pt>
                <c:pt idx="686">
                  <c:v>5711.4054978407985</c:v>
                </c:pt>
                <c:pt idx="687">
                  <c:v>5707.6584037241682</c:v>
                </c:pt>
                <c:pt idx="688">
                  <c:v>5709.669651410175</c:v>
                </c:pt>
                <c:pt idx="689">
                  <c:v>5701.2212968055146</c:v>
                </c:pt>
                <c:pt idx="690">
                  <c:v>5695.2923279559318</c:v>
                </c:pt>
                <c:pt idx="691">
                  <c:v>5694.2075881370793</c:v>
                </c:pt>
                <c:pt idx="692">
                  <c:v>5696.5078419824804</c:v>
                </c:pt>
                <c:pt idx="693">
                  <c:v>5685.5502390456259</c:v>
                </c:pt>
                <c:pt idx="694">
                  <c:v>5686.1217343230437</c:v>
                </c:pt>
                <c:pt idx="695">
                  <c:v>5681.8222516599762</c:v>
                </c:pt>
                <c:pt idx="696">
                  <c:v>5674.7287864891914</c:v>
                </c:pt>
                <c:pt idx="697">
                  <c:v>5673.2646189676107</c:v>
                </c:pt>
                <c:pt idx="698">
                  <c:v>5665.3092802117599</c:v>
                </c:pt>
                <c:pt idx="699">
                  <c:v>5664.3465973754792</c:v>
                </c:pt>
                <c:pt idx="700">
                  <c:v>5657.801181667428</c:v>
                </c:pt>
                <c:pt idx="701">
                  <c:v>5658.0917962627136</c:v>
                </c:pt>
                <c:pt idx="702">
                  <c:v>5653.5124564950602</c:v>
                </c:pt>
                <c:pt idx="703">
                  <c:v>5652.0296452145831</c:v>
                </c:pt>
                <c:pt idx="704">
                  <c:v>5637.8427570014555</c:v>
                </c:pt>
                <c:pt idx="705">
                  <c:v>5635.4372246650792</c:v>
                </c:pt>
                <c:pt idx="706">
                  <c:v>5642.9287264561535</c:v>
                </c:pt>
                <c:pt idx="707">
                  <c:v>5635.4238252653986</c:v>
                </c:pt>
                <c:pt idx="708">
                  <c:v>5634.6599041201389</c:v>
                </c:pt>
                <c:pt idx="709">
                  <c:v>5625.9016456395202</c:v>
                </c:pt>
                <c:pt idx="710">
                  <c:v>5627.7885445540887</c:v>
                </c:pt>
                <c:pt idx="711">
                  <c:v>5626.0656090601169</c:v>
                </c:pt>
                <c:pt idx="712">
                  <c:v>5620.6338291727825</c:v>
                </c:pt>
                <c:pt idx="713">
                  <c:v>5618.6223022574359</c:v>
                </c:pt>
                <c:pt idx="714">
                  <c:v>5614.2005689438465</c:v>
                </c:pt>
                <c:pt idx="715">
                  <c:v>5613.2886310183003</c:v>
                </c:pt>
                <c:pt idx="716">
                  <c:v>5612.7090175119911</c:v>
                </c:pt>
                <c:pt idx="717">
                  <c:v>5605.5227214448878</c:v>
                </c:pt>
                <c:pt idx="718">
                  <c:v>5600.0439212431056</c:v>
                </c:pt>
                <c:pt idx="719">
                  <c:v>5595.928609714816</c:v>
                </c:pt>
                <c:pt idx="720">
                  <c:v>5601.142033476769</c:v>
                </c:pt>
                <c:pt idx="721">
                  <c:v>5594.9946221521941</c:v>
                </c:pt>
                <c:pt idx="722">
                  <c:v>5586.8682775201742</c:v>
                </c:pt>
                <c:pt idx="723">
                  <c:v>5582.5120066814188</c:v>
                </c:pt>
                <c:pt idx="724">
                  <c:v>5580.53304946547</c:v>
                </c:pt>
                <c:pt idx="725">
                  <c:v>5568.8667622194753</c:v>
                </c:pt>
                <c:pt idx="726">
                  <c:v>5564.8571972449772</c:v>
                </c:pt>
              </c:numCache>
            </c:numRef>
          </c:xVal>
          <c:yVal>
            <c:numRef>
              <c:f>Presentation!$AW$82:$AW$808</c:f>
              <c:numCache>
                <c:formatCode>General</c:formatCode>
                <c:ptCount val="727"/>
                <c:pt idx="0">
                  <c:v>0.46169577119713995</c:v>
                </c:pt>
                <c:pt idx="1">
                  <c:v>0.46418319130083774</c:v>
                </c:pt>
                <c:pt idx="2">
                  <c:v>0.46699865346554453</c:v>
                </c:pt>
                <c:pt idx="3">
                  <c:v>0.46931270526749419</c:v>
                </c:pt>
                <c:pt idx="4">
                  <c:v>0.47108263074222251</c:v>
                </c:pt>
                <c:pt idx="5">
                  <c:v>0.47479108530338704</c:v>
                </c:pt>
                <c:pt idx="6">
                  <c:v>0.47632485413298248</c:v>
                </c:pt>
                <c:pt idx="7">
                  <c:v>0.47913177741400126</c:v>
                </c:pt>
                <c:pt idx="8">
                  <c:v>0.48074141162559597</c:v>
                </c:pt>
                <c:pt idx="9">
                  <c:v>0.48330514440580974</c:v>
                </c:pt>
                <c:pt idx="10">
                  <c:v>0.48518186013552195</c:v>
                </c:pt>
                <c:pt idx="11">
                  <c:v>0.48696747288987274</c:v>
                </c:pt>
                <c:pt idx="12">
                  <c:v>0.48912582326558657</c:v>
                </c:pt>
                <c:pt idx="13">
                  <c:v>0.49111118686266114</c:v>
                </c:pt>
                <c:pt idx="14">
                  <c:v>0.49276076659033113</c:v>
                </c:pt>
                <c:pt idx="15">
                  <c:v>0.49393732393743761</c:v>
                </c:pt>
                <c:pt idx="16">
                  <c:v>0.49526956702089586</c:v>
                </c:pt>
                <c:pt idx="17">
                  <c:v>0.49550647179513158</c:v>
                </c:pt>
                <c:pt idx="18">
                  <c:v>0.49315571213622517</c:v>
                </c:pt>
                <c:pt idx="19">
                  <c:v>0.49694922558239751</c:v>
                </c:pt>
                <c:pt idx="20">
                  <c:v>0.49837849492368086</c:v>
                </c:pt>
                <c:pt idx="21">
                  <c:v>0.49959513142363976</c:v>
                </c:pt>
                <c:pt idx="22">
                  <c:v>0.50082485425459822</c:v>
                </c:pt>
                <c:pt idx="23">
                  <c:v>0.50139651831124987</c:v>
                </c:pt>
                <c:pt idx="24">
                  <c:v>0.50229181414915125</c:v>
                </c:pt>
                <c:pt idx="25">
                  <c:v>0.50347028879785427</c:v>
                </c:pt>
                <c:pt idx="26">
                  <c:v>0.50456606448848851</c:v>
                </c:pt>
                <c:pt idx="27">
                  <c:v>0.50551065299291076</c:v>
                </c:pt>
                <c:pt idx="28">
                  <c:v>0.50657242284796489</c:v>
                </c:pt>
                <c:pt idx="29">
                  <c:v>0.50810777703485555</c:v>
                </c:pt>
                <c:pt idx="30">
                  <c:v>0.50960382543330596</c:v>
                </c:pt>
                <c:pt idx="31">
                  <c:v>0.50982811191582666</c:v>
                </c:pt>
                <c:pt idx="32">
                  <c:v>0.51184035988234622</c:v>
                </c:pt>
                <c:pt idx="33">
                  <c:v>0.51282481161438276</c:v>
                </c:pt>
                <c:pt idx="34">
                  <c:v>0.51346457025691983</c:v>
                </c:pt>
                <c:pt idx="35">
                  <c:v>0.51372491656497921</c:v>
                </c:pt>
                <c:pt idx="36">
                  <c:v>0.51546350750787728</c:v>
                </c:pt>
                <c:pt idx="37">
                  <c:v>0.51579742406356732</c:v>
                </c:pt>
                <c:pt idx="38">
                  <c:v>0.51639085661010531</c:v>
                </c:pt>
                <c:pt idx="39">
                  <c:v>0.51779850036745623</c:v>
                </c:pt>
                <c:pt idx="40">
                  <c:v>0.51826913543046915</c:v>
                </c:pt>
                <c:pt idx="41">
                  <c:v>0.51794379517839417</c:v>
                </c:pt>
                <c:pt idx="42">
                  <c:v>0.51903026804718777</c:v>
                </c:pt>
                <c:pt idx="43">
                  <c:v>0.51967622736286212</c:v>
                </c:pt>
                <c:pt idx="44">
                  <c:v>0.52050436164230918</c:v>
                </c:pt>
                <c:pt idx="45">
                  <c:v>0.5211233416185157</c:v>
                </c:pt>
                <c:pt idx="46">
                  <c:v>0.52109938707424941</c:v>
                </c:pt>
                <c:pt idx="47">
                  <c:v>0.52263206624840552</c:v>
                </c:pt>
                <c:pt idx="48">
                  <c:v>0.52337769143597213</c:v>
                </c:pt>
                <c:pt idx="49">
                  <c:v>0.52435882307938675</c:v>
                </c:pt>
                <c:pt idx="50">
                  <c:v>0.52501008706662911</c:v>
                </c:pt>
                <c:pt idx="51">
                  <c:v>0.52541712805081486</c:v>
                </c:pt>
                <c:pt idx="52">
                  <c:v>0.52534280912564513</c:v>
                </c:pt>
                <c:pt idx="53">
                  <c:v>0.52376743654835511</c:v>
                </c:pt>
                <c:pt idx="54">
                  <c:v>0.52595337399710684</c:v>
                </c:pt>
                <c:pt idx="55">
                  <c:v>0.5259910689875148</c:v>
                </c:pt>
                <c:pt idx="56">
                  <c:v>0.5264523240572565</c:v>
                </c:pt>
                <c:pt idx="57">
                  <c:v>0.52691935995033601</c:v>
                </c:pt>
                <c:pt idx="58">
                  <c:v>0.52701616481113212</c:v>
                </c:pt>
                <c:pt idx="59">
                  <c:v>0.52729207329412309</c:v>
                </c:pt>
                <c:pt idx="60">
                  <c:v>0.52820913543207493</c:v>
                </c:pt>
                <c:pt idx="61">
                  <c:v>0.52819282592743255</c:v>
                </c:pt>
                <c:pt idx="62">
                  <c:v>0.52963242182447245</c:v>
                </c:pt>
                <c:pt idx="63">
                  <c:v>0.52996820682298307</c:v>
                </c:pt>
                <c:pt idx="64">
                  <c:v>0.5304260802448949</c:v>
                </c:pt>
                <c:pt idx="65">
                  <c:v>0.53106231329594888</c:v>
                </c:pt>
                <c:pt idx="66">
                  <c:v>0.53147378397190626</c:v>
                </c:pt>
                <c:pt idx="67">
                  <c:v>0.53156429379835102</c:v>
                </c:pt>
                <c:pt idx="68">
                  <c:v>0.53249838642815528</c:v>
                </c:pt>
                <c:pt idx="69">
                  <c:v>0.53169649323799373</c:v>
                </c:pt>
                <c:pt idx="70">
                  <c:v>0.53202952058641317</c:v>
                </c:pt>
                <c:pt idx="71">
                  <c:v>0.53264980693454234</c:v>
                </c:pt>
                <c:pt idx="72">
                  <c:v>0.53272706460945796</c:v>
                </c:pt>
                <c:pt idx="73">
                  <c:v>0.5327988606808538</c:v>
                </c:pt>
                <c:pt idx="74">
                  <c:v>0.53337224500121216</c:v>
                </c:pt>
                <c:pt idx="75">
                  <c:v>0.53340238833542264</c:v>
                </c:pt>
                <c:pt idx="76">
                  <c:v>0.53352133631605603</c:v>
                </c:pt>
                <c:pt idx="77">
                  <c:v>0.53377626756786034</c:v>
                </c:pt>
                <c:pt idx="78">
                  <c:v>0.53341237734095259</c:v>
                </c:pt>
                <c:pt idx="79">
                  <c:v>0.53459111181041563</c:v>
                </c:pt>
                <c:pt idx="80">
                  <c:v>0.53455190222888627</c:v>
                </c:pt>
                <c:pt idx="81">
                  <c:v>0.53403755713099443</c:v>
                </c:pt>
                <c:pt idx="82">
                  <c:v>0.53415106981967064</c:v>
                </c:pt>
                <c:pt idx="83">
                  <c:v>0.53448678298418628</c:v>
                </c:pt>
                <c:pt idx="84">
                  <c:v>0.53450092492575385</c:v>
                </c:pt>
                <c:pt idx="85">
                  <c:v>0.53455190918034223</c:v>
                </c:pt>
                <c:pt idx="86">
                  <c:v>0.53491032435757579</c:v>
                </c:pt>
                <c:pt idx="87">
                  <c:v>0.53503430303674937</c:v>
                </c:pt>
                <c:pt idx="88">
                  <c:v>0.53495580224414185</c:v>
                </c:pt>
                <c:pt idx="89">
                  <c:v>0.5345647315489811</c:v>
                </c:pt>
                <c:pt idx="90">
                  <c:v>0.53489455622026438</c:v>
                </c:pt>
                <c:pt idx="91">
                  <c:v>0.53473623637824041</c:v>
                </c:pt>
                <c:pt idx="92">
                  <c:v>0.53337009890651355</c:v>
                </c:pt>
                <c:pt idx="93">
                  <c:v>0.53322116283417453</c:v>
                </c:pt>
                <c:pt idx="94">
                  <c:v>0.53362966522505195</c:v>
                </c:pt>
                <c:pt idx="95">
                  <c:v>0.53431845137411527</c:v>
                </c:pt>
                <c:pt idx="96">
                  <c:v>0.53395029120500703</c:v>
                </c:pt>
                <c:pt idx="97">
                  <c:v>0.534531903835747</c:v>
                </c:pt>
                <c:pt idx="98">
                  <c:v>0.53480411719488641</c:v>
                </c:pt>
                <c:pt idx="99">
                  <c:v>0.53542385246297364</c:v>
                </c:pt>
                <c:pt idx="100">
                  <c:v>0.53482753399270766</c:v>
                </c:pt>
                <c:pt idx="101">
                  <c:v>0.53252984903489353</c:v>
                </c:pt>
                <c:pt idx="102">
                  <c:v>0.53492120946266886</c:v>
                </c:pt>
                <c:pt idx="103">
                  <c:v>0.53394142299984915</c:v>
                </c:pt>
                <c:pt idx="104">
                  <c:v>0.53380007705717047</c:v>
                </c:pt>
                <c:pt idx="105">
                  <c:v>0.53426525283112225</c:v>
                </c:pt>
                <c:pt idx="106">
                  <c:v>0.5348128661190672</c:v>
                </c:pt>
                <c:pt idx="107">
                  <c:v>0.53533529651756961</c:v>
                </c:pt>
                <c:pt idx="108">
                  <c:v>0.53540005387931044</c:v>
                </c:pt>
                <c:pt idx="109">
                  <c:v>0.5356014823222689</c:v>
                </c:pt>
                <c:pt idx="110">
                  <c:v>0.53503446078921024</c:v>
                </c:pt>
                <c:pt idx="111">
                  <c:v>0.53528540189660134</c:v>
                </c:pt>
                <c:pt idx="112">
                  <c:v>0.5353272689449099</c:v>
                </c:pt>
                <c:pt idx="113">
                  <c:v>0.53502513377655259</c:v>
                </c:pt>
                <c:pt idx="114">
                  <c:v>0.53517290047492028</c:v>
                </c:pt>
                <c:pt idx="115">
                  <c:v>0.53535074311359709</c:v>
                </c:pt>
                <c:pt idx="116">
                  <c:v>0.53558965877201314</c:v>
                </c:pt>
                <c:pt idx="117">
                  <c:v>0.53607559121793547</c:v>
                </c:pt>
                <c:pt idx="118">
                  <c:v>0.53602065654021969</c:v>
                </c:pt>
                <c:pt idx="119">
                  <c:v>0.53219843183332216</c:v>
                </c:pt>
                <c:pt idx="120">
                  <c:v>0.53636700595899978</c:v>
                </c:pt>
                <c:pt idx="121">
                  <c:v>0.53590142153282938</c:v>
                </c:pt>
                <c:pt idx="122">
                  <c:v>0.53531939903757852</c:v>
                </c:pt>
                <c:pt idx="123">
                  <c:v>0.53465933826730516</c:v>
                </c:pt>
                <c:pt idx="124">
                  <c:v>0.53419835098063795</c:v>
                </c:pt>
                <c:pt idx="125">
                  <c:v>0.53411532170119957</c:v>
                </c:pt>
                <c:pt idx="126">
                  <c:v>0.53452772639723256</c:v>
                </c:pt>
                <c:pt idx="127">
                  <c:v>0.53518589482211021</c:v>
                </c:pt>
                <c:pt idx="128">
                  <c:v>0.53571682257288977</c:v>
                </c:pt>
                <c:pt idx="129">
                  <c:v>0.53528006472704215</c:v>
                </c:pt>
                <c:pt idx="130">
                  <c:v>0.53571272283699733</c:v>
                </c:pt>
                <c:pt idx="131">
                  <c:v>0.53505702214783202</c:v>
                </c:pt>
                <c:pt idx="132">
                  <c:v>0.53521697079468178</c:v>
                </c:pt>
                <c:pt idx="133">
                  <c:v>0.53465647683585482</c:v>
                </c:pt>
                <c:pt idx="134">
                  <c:v>0.53466173373118608</c:v>
                </c:pt>
                <c:pt idx="135">
                  <c:v>0.53556507149749977</c:v>
                </c:pt>
                <c:pt idx="136">
                  <c:v>0.53484759973884055</c:v>
                </c:pt>
                <c:pt idx="137">
                  <c:v>0.53385556022074576</c:v>
                </c:pt>
                <c:pt idx="138">
                  <c:v>0.53429879306078676</c:v>
                </c:pt>
                <c:pt idx="139">
                  <c:v>0.53474008486127589</c:v>
                </c:pt>
                <c:pt idx="140">
                  <c:v>0.53434901524210066</c:v>
                </c:pt>
                <c:pt idx="141">
                  <c:v>0.53438142896092844</c:v>
                </c:pt>
                <c:pt idx="142">
                  <c:v>0.53467668485023012</c:v>
                </c:pt>
                <c:pt idx="143">
                  <c:v>0.53493686788678918</c:v>
                </c:pt>
                <c:pt idx="144">
                  <c:v>0.5351766869016239</c:v>
                </c:pt>
                <c:pt idx="145">
                  <c:v>0.53560706815961856</c:v>
                </c:pt>
                <c:pt idx="146">
                  <c:v>0.53535393983747703</c:v>
                </c:pt>
                <c:pt idx="147">
                  <c:v>0.53517955801104966</c:v>
                </c:pt>
                <c:pt idx="148">
                  <c:v>0.5354309165526675</c:v>
                </c:pt>
                <c:pt idx="149">
                  <c:v>0.53513901628185923</c:v>
                </c:pt>
                <c:pt idx="150">
                  <c:v>0.5344367554079531</c:v>
                </c:pt>
                <c:pt idx="151">
                  <c:v>0.5346469958760004</c:v>
                </c:pt>
                <c:pt idx="152">
                  <c:v>0.53415328572379073</c:v>
                </c:pt>
                <c:pt idx="153">
                  <c:v>0.53412456322140422</c:v>
                </c:pt>
                <c:pt idx="154">
                  <c:v>0.53364019616278069</c:v>
                </c:pt>
                <c:pt idx="155">
                  <c:v>0.53312300210794095</c:v>
                </c:pt>
                <c:pt idx="156">
                  <c:v>0.53247036558948546</c:v>
                </c:pt>
                <c:pt idx="157">
                  <c:v>0.53249909962274533</c:v>
                </c:pt>
                <c:pt idx="158">
                  <c:v>0.53181659511322688</c:v>
                </c:pt>
                <c:pt idx="159">
                  <c:v>0.53048911992363978</c:v>
                </c:pt>
                <c:pt idx="160">
                  <c:v>0.53228242033176754</c:v>
                </c:pt>
                <c:pt idx="161">
                  <c:v>0.53275357550630054</c:v>
                </c:pt>
                <c:pt idx="162">
                  <c:v>0.53272227570139086</c:v>
                </c:pt>
                <c:pt idx="163">
                  <c:v>0.53311222240206291</c:v>
                </c:pt>
                <c:pt idx="164">
                  <c:v>0.53316980758035404</c:v>
                </c:pt>
                <c:pt idx="165">
                  <c:v>0.53362197153494406</c:v>
                </c:pt>
                <c:pt idx="166">
                  <c:v>0.532960112944597</c:v>
                </c:pt>
                <c:pt idx="167">
                  <c:v>0.5323152162204885</c:v>
                </c:pt>
                <c:pt idx="168">
                  <c:v>0.53165215931036414</c:v>
                </c:pt>
                <c:pt idx="169">
                  <c:v>0.53104021795282819</c:v>
                </c:pt>
                <c:pt idx="170">
                  <c:v>0.53105369431276628</c:v>
                </c:pt>
                <c:pt idx="171">
                  <c:v>0.53124544159064646</c:v>
                </c:pt>
                <c:pt idx="172">
                  <c:v>0.53141960502511576</c:v>
                </c:pt>
                <c:pt idx="173">
                  <c:v>0.53135472190360522</c:v>
                </c:pt>
                <c:pt idx="174">
                  <c:v>0.53140700514509331</c:v>
                </c:pt>
                <c:pt idx="175">
                  <c:v>0.53104977752276816</c:v>
                </c:pt>
                <c:pt idx="176">
                  <c:v>0.53107083046005321</c:v>
                </c:pt>
                <c:pt idx="177">
                  <c:v>0.53087509715791958</c:v>
                </c:pt>
                <c:pt idx="178">
                  <c:v>0.5306034792331773</c:v>
                </c:pt>
                <c:pt idx="179">
                  <c:v>0.53077612672423269</c:v>
                </c:pt>
                <c:pt idx="180">
                  <c:v>0.53056636768770793</c:v>
                </c:pt>
                <c:pt idx="181">
                  <c:v>0.53066299161676311</c:v>
                </c:pt>
                <c:pt idx="182">
                  <c:v>0.53095878420826015</c:v>
                </c:pt>
                <c:pt idx="183">
                  <c:v>0.5306686329849899</c:v>
                </c:pt>
                <c:pt idx="184">
                  <c:v>0.53107116198059223</c:v>
                </c:pt>
                <c:pt idx="185">
                  <c:v>0.53112376185771593</c:v>
                </c:pt>
                <c:pt idx="186">
                  <c:v>0.53082478898770746</c:v>
                </c:pt>
                <c:pt idx="187">
                  <c:v>0.5305771021447695</c:v>
                </c:pt>
                <c:pt idx="188">
                  <c:v>0.52998789541868518</c:v>
                </c:pt>
                <c:pt idx="189">
                  <c:v>0.53025569168934639</c:v>
                </c:pt>
                <c:pt idx="190">
                  <c:v>0.53019719837222279</c:v>
                </c:pt>
                <c:pt idx="191">
                  <c:v>0.5298599813876832</c:v>
                </c:pt>
                <c:pt idx="192">
                  <c:v>0.52968242999212267</c:v>
                </c:pt>
                <c:pt idx="193">
                  <c:v>0.5293456342650108</c:v>
                </c:pt>
                <c:pt idx="194">
                  <c:v>0.52948485655034794</c:v>
                </c:pt>
                <c:pt idx="195">
                  <c:v>0.52939224930265938</c:v>
                </c:pt>
                <c:pt idx="196">
                  <c:v>0.52933146961555844</c:v>
                </c:pt>
                <c:pt idx="197">
                  <c:v>0.52850982408042047</c:v>
                </c:pt>
                <c:pt idx="198">
                  <c:v>0.5277889129662573</c:v>
                </c:pt>
                <c:pt idx="199">
                  <c:v>0.52814221689360852</c:v>
                </c:pt>
                <c:pt idx="200">
                  <c:v>0.52782656288181584</c:v>
                </c:pt>
                <c:pt idx="201">
                  <c:v>0.52761192428976966</c:v>
                </c:pt>
                <c:pt idx="202">
                  <c:v>0.52799155944180087</c:v>
                </c:pt>
                <c:pt idx="203">
                  <c:v>0.52729562848655687</c:v>
                </c:pt>
                <c:pt idx="204">
                  <c:v>0.52765536030864968</c:v>
                </c:pt>
                <c:pt idx="205">
                  <c:v>0.52714660054014806</c:v>
                </c:pt>
                <c:pt idx="206">
                  <c:v>0.52632084795921441</c:v>
                </c:pt>
                <c:pt idx="207">
                  <c:v>0.52717589468999859</c:v>
                </c:pt>
                <c:pt idx="208">
                  <c:v>0.52574986584490369</c:v>
                </c:pt>
                <c:pt idx="209">
                  <c:v>0.52546840513483106</c:v>
                </c:pt>
                <c:pt idx="210">
                  <c:v>0.52528250839016533</c:v>
                </c:pt>
                <c:pt idx="211">
                  <c:v>0.52472037304663377</c:v>
                </c:pt>
                <c:pt idx="212">
                  <c:v>0.52448018571670729</c:v>
                </c:pt>
                <c:pt idx="213">
                  <c:v>0.52423022124714436</c:v>
                </c:pt>
                <c:pt idx="214">
                  <c:v>0.52427177492112931</c:v>
                </c:pt>
                <c:pt idx="215">
                  <c:v>0.52406683011091404</c:v>
                </c:pt>
                <c:pt idx="216">
                  <c:v>0.52363882731508316</c:v>
                </c:pt>
                <c:pt idx="217">
                  <c:v>0.52444514139956577</c:v>
                </c:pt>
                <c:pt idx="218">
                  <c:v>0.52462358259028119</c:v>
                </c:pt>
                <c:pt idx="219">
                  <c:v>0.52419668112117912</c:v>
                </c:pt>
                <c:pt idx="220">
                  <c:v>0.52419743183938428</c:v>
                </c:pt>
                <c:pt idx="221">
                  <c:v>0.52365291419203619</c:v>
                </c:pt>
                <c:pt idx="222">
                  <c:v>0.52308539087534878</c:v>
                </c:pt>
                <c:pt idx="223">
                  <c:v>0.52250559993085621</c:v>
                </c:pt>
                <c:pt idx="224">
                  <c:v>0.52203832363943603</c:v>
                </c:pt>
                <c:pt idx="225">
                  <c:v>0.52137488244282726</c:v>
                </c:pt>
                <c:pt idx="226">
                  <c:v>0.52175667690001581</c:v>
                </c:pt>
                <c:pt idx="227">
                  <c:v>0.52120837262144704</c:v>
                </c:pt>
                <c:pt idx="228">
                  <c:v>0.52155824617326729</c:v>
                </c:pt>
                <c:pt idx="229">
                  <c:v>0.52188206050242303</c:v>
                </c:pt>
                <c:pt idx="230">
                  <c:v>0.52213285628755479</c:v>
                </c:pt>
                <c:pt idx="231">
                  <c:v>0.5217937033190676</c:v>
                </c:pt>
                <c:pt idx="232">
                  <c:v>0.52217793758754638</c:v>
                </c:pt>
                <c:pt idx="233">
                  <c:v>0.52189757817467208</c:v>
                </c:pt>
                <c:pt idx="234">
                  <c:v>0.52211176014205163</c:v>
                </c:pt>
                <c:pt idx="235">
                  <c:v>0.52165690492633188</c:v>
                </c:pt>
                <c:pt idx="236">
                  <c:v>0.52207543839853254</c:v>
                </c:pt>
                <c:pt idx="237">
                  <c:v>0.52215884223310127</c:v>
                </c:pt>
                <c:pt idx="238">
                  <c:v>0.52359595795766223</c:v>
                </c:pt>
                <c:pt idx="239">
                  <c:v>0.52349835623696239</c:v>
                </c:pt>
                <c:pt idx="240">
                  <c:v>0.52306702729797427</c:v>
                </c:pt>
                <c:pt idx="241">
                  <c:v>0.52331801401341072</c:v>
                </c:pt>
                <c:pt idx="242">
                  <c:v>0.52363553057786061</c:v>
                </c:pt>
                <c:pt idx="243">
                  <c:v>0.52397054021695744</c:v>
                </c:pt>
                <c:pt idx="244">
                  <c:v>0.52385686751611238</c:v>
                </c:pt>
                <c:pt idx="245">
                  <c:v>0.52394638244397385</c:v>
                </c:pt>
                <c:pt idx="246">
                  <c:v>0.5240692949104736</c:v>
                </c:pt>
                <c:pt idx="247">
                  <c:v>0.52416221643409044</c:v>
                </c:pt>
                <c:pt idx="248">
                  <c:v>0.52368760240305845</c:v>
                </c:pt>
                <c:pt idx="249">
                  <c:v>0.52347260035260301</c:v>
                </c:pt>
                <c:pt idx="250">
                  <c:v>0.52350058806190558</c:v>
                </c:pt>
                <c:pt idx="251">
                  <c:v>0.52423108888359815</c:v>
                </c:pt>
                <c:pt idx="252">
                  <c:v>0.52442264190646537</c:v>
                </c:pt>
                <c:pt idx="253">
                  <c:v>0.52451285050999885</c:v>
                </c:pt>
                <c:pt idx="254">
                  <c:v>0.52465985772342849</c:v>
                </c:pt>
                <c:pt idx="255">
                  <c:v>0.52488827494168644</c:v>
                </c:pt>
                <c:pt idx="256">
                  <c:v>0.52516631838530226</c:v>
                </c:pt>
                <c:pt idx="257">
                  <c:v>0.52400121335926131</c:v>
                </c:pt>
                <c:pt idx="258">
                  <c:v>0.52495161685538172</c:v>
                </c:pt>
                <c:pt idx="259">
                  <c:v>0.5255938799766694</c:v>
                </c:pt>
                <c:pt idx="260">
                  <c:v>0.52531809308779609</c:v>
                </c:pt>
                <c:pt idx="261">
                  <c:v>0.52557241914938069</c:v>
                </c:pt>
                <c:pt idx="262">
                  <c:v>0.5257357866178326</c:v>
                </c:pt>
                <c:pt idx="263">
                  <c:v>0.52545289281278962</c:v>
                </c:pt>
                <c:pt idx="264">
                  <c:v>0.52483799386454244</c:v>
                </c:pt>
                <c:pt idx="265">
                  <c:v>0.52241653324369675</c:v>
                </c:pt>
                <c:pt idx="266">
                  <c:v>0.52498568113511701</c:v>
                </c:pt>
                <c:pt idx="267">
                  <c:v>0.52484952327496437</c:v>
                </c:pt>
                <c:pt idx="268">
                  <c:v>0.52481748588656041</c:v>
                </c:pt>
                <c:pt idx="269">
                  <c:v>0.52512891363452141</c:v>
                </c:pt>
                <c:pt idx="270">
                  <c:v>0.52507799411566214</c:v>
                </c:pt>
                <c:pt idx="271">
                  <c:v>0.52458241878678558</c:v>
                </c:pt>
                <c:pt idx="272">
                  <c:v>0.52488938053097356</c:v>
                </c:pt>
                <c:pt idx="273">
                  <c:v>0.52535975675743785</c:v>
                </c:pt>
                <c:pt idx="274">
                  <c:v>0.5252135467958311</c:v>
                </c:pt>
                <c:pt idx="275">
                  <c:v>0.52485770307623181</c:v>
                </c:pt>
                <c:pt idx="276">
                  <c:v>0.52502997535112395</c:v>
                </c:pt>
                <c:pt idx="277">
                  <c:v>0.52573111424608776</c:v>
                </c:pt>
                <c:pt idx="278">
                  <c:v>0.52581356464669471</c:v>
                </c:pt>
                <c:pt idx="279">
                  <c:v>0.5254911431731919</c:v>
                </c:pt>
                <c:pt idx="280">
                  <c:v>0.52554712944465742</c:v>
                </c:pt>
                <c:pt idx="281">
                  <c:v>0.52536130779619039</c:v>
                </c:pt>
                <c:pt idx="282">
                  <c:v>0.52518447512310784</c:v>
                </c:pt>
                <c:pt idx="283">
                  <c:v>0.52566006280194677</c:v>
                </c:pt>
                <c:pt idx="284">
                  <c:v>0.52338203157463625</c:v>
                </c:pt>
                <c:pt idx="285">
                  <c:v>0.52573052227533423</c:v>
                </c:pt>
                <c:pt idx="286">
                  <c:v>0.5254618543617251</c:v>
                </c:pt>
                <c:pt idx="287">
                  <c:v>0.52522641783817248</c:v>
                </c:pt>
                <c:pt idx="288">
                  <c:v>0.52491995426815552</c:v>
                </c:pt>
                <c:pt idx="289">
                  <c:v>0.52510692103461121</c:v>
                </c:pt>
                <c:pt idx="290">
                  <c:v>0.52492928103259462</c:v>
                </c:pt>
                <c:pt idx="291">
                  <c:v>0.52487506840418308</c:v>
                </c:pt>
                <c:pt idx="292">
                  <c:v>0.5252664589991991</c:v>
                </c:pt>
                <c:pt idx="293">
                  <c:v>0.52507712449775013</c:v>
                </c:pt>
                <c:pt idx="294">
                  <c:v>0.52487658780326296</c:v>
                </c:pt>
                <c:pt idx="295">
                  <c:v>0.52480354448222788</c:v>
                </c:pt>
                <c:pt idx="296">
                  <c:v>0.52427772670414297</c:v>
                </c:pt>
                <c:pt idx="297">
                  <c:v>0.52459367561027848</c:v>
                </c:pt>
                <c:pt idx="298">
                  <c:v>0.5247182982631855</c:v>
                </c:pt>
                <c:pt idx="299">
                  <c:v>0.52385307509508572</c:v>
                </c:pt>
                <c:pt idx="300">
                  <c:v>0.5242078649476648</c:v>
                </c:pt>
                <c:pt idx="301">
                  <c:v>0.52390959333947584</c:v>
                </c:pt>
                <c:pt idx="302">
                  <c:v>0.52173610238443824</c:v>
                </c:pt>
                <c:pt idx="303">
                  <c:v>0.52324364440472848</c:v>
                </c:pt>
                <c:pt idx="304">
                  <c:v>0.52392211425808621</c:v>
                </c:pt>
                <c:pt idx="305">
                  <c:v>0.52407694303623642</c:v>
                </c:pt>
                <c:pt idx="306">
                  <c:v>0.52388118859996147</c:v>
                </c:pt>
                <c:pt idx="307">
                  <c:v>0.52367678703133436</c:v>
                </c:pt>
                <c:pt idx="308">
                  <c:v>0.52356933598206323</c:v>
                </c:pt>
                <c:pt idx="309">
                  <c:v>0.5240124871319588</c:v>
                </c:pt>
                <c:pt idx="310">
                  <c:v>0.52446430530331656</c:v>
                </c:pt>
                <c:pt idx="311">
                  <c:v>0.52466696212498498</c:v>
                </c:pt>
                <c:pt idx="312">
                  <c:v>0.52458866377495927</c:v>
                </c:pt>
                <c:pt idx="313">
                  <c:v>0.52397564698186949</c:v>
                </c:pt>
                <c:pt idx="314">
                  <c:v>0.52459221776091036</c:v>
                </c:pt>
                <c:pt idx="315">
                  <c:v>0.52441687618138777</c:v>
                </c:pt>
                <c:pt idx="316">
                  <c:v>0.52393500018330474</c:v>
                </c:pt>
                <c:pt idx="317">
                  <c:v>0.5233355350873975</c:v>
                </c:pt>
                <c:pt idx="318">
                  <c:v>0.52405744018178968</c:v>
                </c:pt>
                <c:pt idx="319">
                  <c:v>0.52365242255174316</c:v>
                </c:pt>
                <c:pt idx="320">
                  <c:v>0.52388328905957626</c:v>
                </c:pt>
                <c:pt idx="321">
                  <c:v>0.52343334074886649</c:v>
                </c:pt>
                <c:pt idx="322">
                  <c:v>0.52377643828893083</c:v>
                </c:pt>
                <c:pt idx="323">
                  <c:v>0.52370196570125582</c:v>
                </c:pt>
                <c:pt idx="324">
                  <c:v>0.52356375223764906</c:v>
                </c:pt>
                <c:pt idx="325">
                  <c:v>0.52334850972360913</c:v>
                </c:pt>
                <c:pt idx="326">
                  <c:v>0.52302834162684142</c:v>
                </c:pt>
                <c:pt idx="327">
                  <c:v>0.52222266690474284</c:v>
                </c:pt>
                <c:pt idx="328">
                  <c:v>0.52295422104247402</c:v>
                </c:pt>
                <c:pt idx="329">
                  <c:v>0.5231873463558776</c:v>
                </c:pt>
                <c:pt idx="330">
                  <c:v>0.52353046351899579</c:v>
                </c:pt>
                <c:pt idx="331">
                  <c:v>0.52322375299549406</c:v>
                </c:pt>
                <c:pt idx="332">
                  <c:v>0.52281650492629084</c:v>
                </c:pt>
                <c:pt idx="333">
                  <c:v>0.52080645733054054</c:v>
                </c:pt>
                <c:pt idx="334">
                  <c:v>0.52180306944795563</c:v>
                </c:pt>
                <c:pt idx="335">
                  <c:v>0.52138928561513476</c:v>
                </c:pt>
                <c:pt idx="336">
                  <c:v>0.52087133945135367</c:v>
                </c:pt>
                <c:pt idx="337">
                  <c:v>0.52073594075445495</c:v>
                </c:pt>
                <c:pt idx="338">
                  <c:v>0.52056825334139634</c:v>
                </c:pt>
                <c:pt idx="339">
                  <c:v>0.51961548253701284</c:v>
                </c:pt>
                <c:pt idx="340">
                  <c:v>0.52018453906879036</c:v>
                </c:pt>
                <c:pt idx="341">
                  <c:v>0.51990508750709685</c:v>
                </c:pt>
                <c:pt idx="342">
                  <c:v>0.51912414624347136</c:v>
                </c:pt>
                <c:pt idx="343">
                  <c:v>0.51912692276232675</c:v>
                </c:pt>
                <c:pt idx="344">
                  <c:v>0.51867246826159052</c:v>
                </c:pt>
                <c:pt idx="345">
                  <c:v>0.5181391985314342</c:v>
                </c:pt>
                <c:pt idx="346">
                  <c:v>0.51720070373542515</c:v>
                </c:pt>
                <c:pt idx="347">
                  <c:v>0.51769279679699498</c:v>
                </c:pt>
                <c:pt idx="348">
                  <c:v>0.51683964081622547</c:v>
                </c:pt>
                <c:pt idx="349">
                  <c:v>0.51649282042630129</c:v>
                </c:pt>
                <c:pt idx="350">
                  <c:v>0.51647591196127207</c:v>
                </c:pt>
                <c:pt idx="351">
                  <c:v>0.51629422502206113</c:v>
                </c:pt>
                <c:pt idx="352">
                  <c:v>0.51623804022263997</c:v>
                </c:pt>
                <c:pt idx="353">
                  <c:v>0.51600100500642088</c:v>
                </c:pt>
                <c:pt idx="354">
                  <c:v>0.51588200608280055</c:v>
                </c:pt>
                <c:pt idx="355">
                  <c:v>0.51564665978469248</c:v>
                </c:pt>
                <c:pt idx="356">
                  <c:v>0.51559631887740054</c:v>
                </c:pt>
                <c:pt idx="357">
                  <c:v>0.51568743651841731</c:v>
                </c:pt>
                <c:pt idx="358">
                  <c:v>0.51618605678930507</c:v>
                </c:pt>
                <c:pt idx="359">
                  <c:v>0.5162095112182602</c:v>
                </c:pt>
                <c:pt idx="360">
                  <c:v>0.51746788785186382</c:v>
                </c:pt>
                <c:pt idx="361">
                  <c:v>0.51811545642409862</c:v>
                </c:pt>
                <c:pt idx="362">
                  <c:v>0.51773206575176833</c:v>
                </c:pt>
                <c:pt idx="363">
                  <c:v>0.51767500698015767</c:v>
                </c:pt>
                <c:pt idx="364">
                  <c:v>0.517086093542789</c:v>
                </c:pt>
                <c:pt idx="365">
                  <c:v>0.51669008504073854</c:v>
                </c:pt>
                <c:pt idx="366">
                  <c:v>0.51672973480110085</c:v>
                </c:pt>
                <c:pt idx="367">
                  <c:v>0.51662368854088869</c:v>
                </c:pt>
                <c:pt idx="368">
                  <c:v>0.51680733513577048</c:v>
                </c:pt>
                <c:pt idx="369">
                  <c:v>0.51746272777471003</c:v>
                </c:pt>
                <c:pt idx="370">
                  <c:v>0.51767561160689091</c:v>
                </c:pt>
                <c:pt idx="371">
                  <c:v>0.51860032550569646</c:v>
                </c:pt>
                <c:pt idx="372">
                  <c:v>0.51868647282517355</c:v>
                </c:pt>
                <c:pt idx="373">
                  <c:v>0.51871365907593203</c:v>
                </c:pt>
                <c:pt idx="374">
                  <c:v>0.51920541885714466</c:v>
                </c:pt>
                <c:pt idx="375">
                  <c:v>0.51852237056087136</c:v>
                </c:pt>
                <c:pt idx="376">
                  <c:v>0.51924828188169014</c:v>
                </c:pt>
                <c:pt idx="377">
                  <c:v>0.51866141707422575</c:v>
                </c:pt>
                <c:pt idx="378">
                  <c:v>0.51877127714193194</c:v>
                </c:pt>
                <c:pt idx="379">
                  <c:v>0.51901545133839955</c:v>
                </c:pt>
                <c:pt idx="380">
                  <c:v>0.51958581770038448</c:v>
                </c:pt>
                <c:pt idx="381">
                  <c:v>0.51954030623056802</c:v>
                </c:pt>
                <c:pt idx="382">
                  <c:v>0.51916653084604913</c:v>
                </c:pt>
                <c:pt idx="383">
                  <c:v>0.51821090816924609</c:v>
                </c:pt>
                <c:pt idx="384">
                  <c:v>0.51846435621916398</c:v>
                </c:pt>
                <c:pt idx="385">
                  <c:v>0.51864184258845247</c:v>
                </c:pt>
                <c:pt idx="386">
                  <c:v>0.51857077334975388</c:v>
                </c:pt>
                <c:pt idx="387">
                  <c:v>0.51879303741444172</c:v>
                </c:pt>
                <c:pt idx="388">
                  <c:v>0.51883932576049163</c:v>
                </c:pt>
                <c:pt idx="389">
                  <c:v>0.51899094956340086</c:v>
                </c:pt>
                <c:pt idx="390">
                  <c:v>0.51884815086165703</c:v>
                </c:pt>
                <c:pt idx="391">
                  <c:v>0.51917914777762897</c:v>
                </c:pt>
                <c:pt idx="392">
                  <c:v>0.51887333025814064</c:v>
                </c:pt>
                <c:pt idx="393">
                  <c:v>0.51904535535165075</c:v>
                </c:pt>
                <c:pt idx="394">
                  <c:v>0.51924816307484811</c:v>
                </c:pt>
                <c:pt idx="395">
                  <c:v>0.51967846697762476</c:v>
                </c:pt>
                <c:pt idx="396">
                  <c:v>0.51999052566552406</c:v>
                </c:pt>
                <c:pt idx="397">
                  <c:v>0.52033085379817279</c:v>
                </c:pt>
                <c:pt idx="398">
                  <c:v>0.52091278514520845</c:v>
                </c:pt>
                <c:pt idx="399">
                  <c:v>0.52039736543382487</c:v>
                </c:pt>
                <c:pt idx="400">
                  <c:v>0.52061579523108359</c:v>
                </c:pt>
                <c:pt idx="401">
                  <c:v>0.51991309482548365</c:v>
                </c:pt>
                <c:pt idx="402">
                  <c:v>0.52125762643251627</c:v>
                </c:pt>
                <c:pt idx="403">
                  <c:v>0.52072526370596062</c:v>
                </c:pt>
                <c:pt idx="404">
                  <c:v>0.52090208578374975</c:v>
                </c:pt>
                <c:pt idx="405">
                  <c:v>0.52022192973835946</c:v>
                </c:pt>
                <c:pt idx="406">
                  <c:v>0.51955263166372945</c:v>
                </c:pt>
                <c:pt idx="407">
                  <c:v>0.51954708774126301</c:v>
                </c:pt>
                <c:pt idx="408">
                  <c:v>0.51914688209330639</c:v>
                </c:pt>
                <c:pt idx="409">
                  <c:v>0.51951277448044841</c:v>
                </c:pt>
                <c:pt idx="410">
                  <c:v>0.51936785843544808</c:v>
                </c:pt>
                <c:pt idx="411">
                  <c:v>0.51946594752601394</c:v>
                </c:pt>
                <c:pt idx="412">
                  <c:v>0.51897572963973859</c:v>
                </c:pt>
                <c:pt idx="413">
                  <c:v>0.51904146671588525</c:v>
                </c:pt>
                <c:pt idx="414">
                  <c:v>0.51844750902667613</c:v>
                </c:pt>
                <c:pt idx="415">
                  <c:v>0.51863061379734299</c:v>
                </c:pt>
                <c:pt idx="416">
                  <c:v>0.519736040708071</c:v>
                </c:pt>
                <c:pt idx="417">
                  <c:v>0.51834191610255176</c:v>
                </c:pt>
                <c:pt idx="418">
                  <c:v>0.5192571476863469</c:v>
                </c:pt>
                <c:pt idx="419">
                  <c:v>0.51947371504071127</c:v>
                </c:pt>
                <c:pt idx="420">
                  <c:v>0.51889515267504494</c:v>
                </c:pt>
                <c:pt idx="421">
                  <c:v>0.51945532270108297</c:v>
                </c:pt>
                <c:pt idx="422">
                  <c:v>0.51893517650606835</c:v>
                </c:pt>
                <c:pt idx="423">
                  <c:v>0.51867553338875039</c:v>
                </c:pt>
                <c:pt idx="424">
                  <c:v>0.51826277139104115</c:v>
                </c:pt>
                <c:pt idx="425">
                  <c:v>0.51792655320272429</c:v>
                </c:pt>
                <c:pt idx="426">
                  <c:v>0.51767442315022039</c:v>
                </c:pt>
                <c:pt idx="427">
                  <c:v>0.51652021548390881</c:v>
                </c:pt>
                <c:pt idx="428">
                  <c:v>0.51616798122954322</c:v>
                </c:pt>
                <c:pt idx="429">
                  <c:v>0.51481082174330739</c:v>
                </c:pt>
                <c:pt idx="430">
                  <c:v>0.51548873405859108</c:v>
                </c:pt>
                <c:pt idx="431">
                  <c:v>0.5147766020419644</c:v>
                </c:pt>
                <c:pt idx="432">
                  <c:v>0.51464699065585073</c:v>
                </c:pt>
                <c:pt idx="433">
                  <c:v>0.51468556787620712</c:v>
                </c:pt>
                <c:pt idx="434">
                  <c:v>0.51452238837621678</c:v>
                </c:pt>
                <c:pt idx="435">
                  <c:v>0.51399320859026842</c:v>
                </c:pt>
                <c:pt idx="436">
                  <c:v>0.51333527095076048</c:v>
                </c:pt>
                <c:pt idx="437">
                  <c:v>0.51345585580876429</c:v>
                </c:pt>
                <c:pt idx="438">
                  <c:v>0.51356947712727818</c:v>
                </c:pt>
                <c:pt idx="439">
                  <c:v>0.51352685430355327</c:v>
                </c:pt>
                <c:pt idx="440">
                  <c:v>0.51332460232205657</c:v>
                </c:pt>
                <c:pt idx="441">
                  <c:v>0.51342247827296683</c:v>
                </c:pt>
                <c:pt idx="442">
                  <c:v>0.51373017561662226</c:v>
                </c:pt>
                <c:pt idx="443">
                  <c:v>0.5135570860857781</c:v>
                </c:pt>
                <c:pt idx="444">
                  <c:v>0.51247414695175575</c:v>
                </c:pt>
                <c:pt idx="445">
                  <c:v>0.51246696165095129</c:v>
                </c:pt>
                <c:pt idx="446">
                  <c:v>0.51329643020377547</c:v>
                </c:pt>
                <c:pt idx="447">
                  <c:v>0.51301002361877757</c:v>
                </c:pt>
                <c:pt idx="448">
                  <c:v>0.51295095916603972</c:v>
                </c:pt>
                <c:pt idx="449">
                  <c:v>0.51338609829389648</c:v>
                </c:pt>
                <c:pt idx="450">
                  <c:v>0.5140612008137323</c:v>
                </c:pt>
                <c:pt idx="451">
                  <c:v>0.51443790622804864</c:v>
                </c:pt>
                <c:pt idx="452">
                  <c:v>0.51494758830419374</c:v>
                </c:pt>
                <c:pt idx="453">
                  <c:v>0.51524870341453433</c:v>
                </c:pt>
                <c:pt idx="454">
                  <c:v>0.51534324528526487</c:v>
                </c:pt>
                <c:pt idx="455">
                  <c:v>0.51575776135338469</c:v>
                </c:pt>
                <c:pt idx="456">
                  <c:v>0.5159017616779209</c:v>
                </c:pt>
                <c:pt idx="457">
                  <c:v>0.51625921305707001</c:v>
                </c:pt>
                <c:pt idx="458">
                  <c:v>0.51606990608194847</c:v>
                </c:pt>
                <c:pt idx="459">
                  <c:v>0.51619367660463245</c:v>
                </c:pt>
                <c:pt idx="460">
                  <c:v>0.51667506196729318</c:v>
                </c:pt>
                <c:pt idx="461">
                  <c:v>0.5164533577874354</c:v>
                </c:pt>
                <c:pt idx="462">
                  <c:v>0.51651295842056044</c:v>
                </c:pt>
                <c:pt idx="463">
                  <c:v>0.51703009521273058</c:v>
                </c:pt>
                <c:pt idx="464">
                  <c:v>0.51743851820500986</c:v>
                </c:pt>
                <c:pt idx="465">
                  <c:v>0.51809432274772071</c:v>
                </c:pt>
                <c:pt idx="466">
                  <c:v>0.51800989079401738</c:v>
                </c:pt>
                <c:pt idx="467">
                  <c:v>0.51835733700418818</c:v>
                </c:pt>
                <c:pt idx="468">
                  <c:v>0.5185110307631644</c:v>
                </c:pt>
                <c:pt idx="469">
                  <c:v>0.51854652271518276</c:v>
                </c:pt>
                <c:pt idx="470">
                  <c:v>0.51870770230461216</c:v>
                </c:pt>
                <c:pt idx="471">
                  <c:v>0.51808963046618162</c:v>
                </c:pt>
                <c:pt idx="472">
                  <c:v>0.5179296221691172</c:v>
                </c:pt>
                <c:pt idx="473">
                  <c:v>0.51768655439345279</c:v>
                </c:pt>
                <c:pt idx="474">
                  <c:v>0.51784480657550813</c:v>
                </c:pt>
                <c:pt idx="475">
                  <c:v>0.5176400735374509</c:v>
                </c:pt>
                <c:pt idx="476">
                  <c:v>0.51785080451842458</c:v>
                </c:pt>
                <c:pt idx="477">
                  <c:v>0.51765240439227567</c:v>
                </c:pt>
                <c:pt idx="478">
                  <c:v>0.51748006777126188</c:v>
                </c:pt>
                <c:pt idx="479">
                  <c:v>0.51704048052383977</c:v>
                </c:pt>
                <c:pt idx="480">
                  <c:v>0.51776844873805061</c:v>
                </c:pt>
                <c:pt idx="481">
                  <c:v>0.51748752338310477</c:v>
                </c:pt>
                <c:pt idx="482">
                  <c:v>0.51672131811872934</c:v>
                </c:pt>
                <c:pt idx="483">
                  <c:v>0.5165918509454499</c:v>
                </c:pt>
                <c:pt idx="484">
                  <c:v>0.51662633324370355</c:v>
                </c:pt>
                <c:pt idx="485">
                  <c:v>0.51693261646197919</c:v>
                </c:pt>
                <c:pt idx="486">
                  <c:v>0.517334657620385</c:v>
                </c:pt>
                <c:pt idx="487">
                  <c:v>0.51763628500928482</c:v>
                </c:pt>
                <c:pt idx="488">
                  <c:v>0.51729751107987876</c:v>
                </c:pt>
                <c:pt idx="489">
                  <c:v>0.51639420799668601</c:v>
                </c:pt>
                <c:pt idx="490">
                  <c:v>0.51625252326158322</c:v>
                </c:pt>
                <c:pt idx="491">
                  <c:v>0.51598840425767323</c:v>
                </c:pt>
                <c:pt idx="492">
                  <c:v>0.51617342724044246</c:v>
                </c:pt>
                <c:pt idx="493">
                  <c:v>0.51250068105045221</c:v>
                </c:pt>
                <c:pt idx="494">
                  <c:v>0.51706771506412119</c:v>
                </c:pt>
                <c:pt idx="495">
                  <c:v>0.51700825371690284</c:v>
                </c:pt>
                <c:pt idx="496">
                  <c:v>0.51696631669547044</c:v>
                </c:pt>
                <c:pt idx="497">
                  <c:v>0.51686130787955042</c:v>
                </c:pt>
                <c:pt idx="498">
                  <c:v>0.51676479342066095</c:v>
                </c:pt>
                <c:pt idx="499">
                  <c:v>0.51642514392108818</c:v>
                </c:pt>
                <c:pt idx="500">
                  <c:v>0.51590014625942382</c:v>
                </c:pt>
                <c:pt idx="501">
                  <c:v>0.51594412570858506</c:v>
                </c:pt>
                <c:pt idx="502">
                  <c:v>0.51545315363659594</c:v>
                </c:pt>
                <c:pt idx="503">
                  <c:v>0.51354411681446899</c:v>
                </c:pt>
                <c:pt idx="504">
                  <c:v>0.51526373375335144</c:v>
                </c:pt>
                <c:pt idx="505">
                  <c:v>0.51547356184265736</c:v>
                </c:pt>
                <c:pt idx="506">
                  <c:v>0.51477530796228743</c:v>
                </c:pt>
                <c:pt idx="507">
                  <c:v>0.51537381150729444</c:v>
                </c:pt>
                <c:pt idx="508">
                  <c:v>0.51533026992022268</c:v>
                </c:pt>
                <c:pt idx="509">
                  <c:v>0.51497809051324395</c:v>
                </c:pt>
                <c:pt idx="510">
                  <c:v>0.51432967579497058</c:v>
                </c:pt>
                <c:pt idx="511">
                  <c:v>0.51418184454606186</c:v>
                </c:pt>
                <c:pt idx="512">
                  <c:v>0.51395764172680258</c:v>
                </c:pt>
                <c:pt idx="513">
                  <c:v>0.51376503525508088</c:v>
                </c:pt>
                <c:pt idx="514">
                  <c:v>0.51321144899874949</c:v>
                </c:pt>
                <c:pt idx="515">
                  <c:v>0.51381395316623146</c:v>
                </c:pt>
                <c:pt idx="516">
                  <c:v>0.51416618700545769</c:v>
                </c:pt>
                <c:pt idx="517">
                  <c:v>0.5146978925643505</c:v>
                </c:pt>
                <c:pt idx="518">
                  <c:v>0.51472149117092714</c:v>
                </c:pt>
                <c:pt idx="519">
                  <c:v>0.51438351289942386</c:v>
                </c:pt>
                <c:pt idx="520">
                  <c:v>0.51317762905213171</c:v>
                </c:pt>
                <c:pt idx="521">
                  <c:v>0.51466581350099894</c:v>
                </c:pt>
                <c:pt idx="522">
                  <c:v>0.51435714497121265</c:v>
                </c:pt>
                <c:pt idx="523">
                  <c:v>0.51394929051322791</c:v>
                </c:pt>
                <c:pt idx="524">
                  <c:v>0.51350361590334803</c:v>
                </c:pt>
                <c:pt idx="525">
                  <c:v>0.51364248027325099</c:v>
                </c:pt>
                <c:pt idx="526">
                  <c:v>0.51236024064432384</c:v>
                </c:pt>
                <c:pt idx="527">
                  <c:v>0.51362208877850091</c:v>
                </c:pt>
                <c:pt idx="528">
                  <c:v>0.51393642604171219</c:v>
                </c:pt>
                <c:pt idx="529">
                  <c:v>0.51418989325837772</c:v>
                </c:pt>
                <c:pt idx="530">
                  <c:v>0.51397355989281135</c:v>
                </c:pt>
                <c:pt idx="531">
                  <c:v>0.51399452334930107</c:v>
                </c:pt>
                <c:pt idx="532">
                  <c:v>0.51417135420229454</c:v>
                </c:pt>
                <c:pt idx="533">
                  <c:v>0.51377318184528709</c:v>
                </c:pt>
                <c:pt idx="534">
                  <c:v>0.51447707620659866</c:v>
                </c:pt>
                <c:pt idx="535">
                  <c:v>0.51432941569458246</c:v>
                </c:pt>
                <c:pt idx="536">
                  <c:v>0.5108737498835364</c:v>
                </c:pt>
                <c:pt idx="537">
                  <c:v>0.51355676200937939</c:v>
                </c:pt>
                <c:pt idx="538">
                  <c:v>0.51293039647577099</c:v>
                </c:pt>
                <c:pt idx="539">
                  <c:v>0.51219512195121952</c:v>
                </c:pt>
                <c:pt idx="540">
                  <c:v>0.51176741307349283</c:v>
                </c:pt>
                <c:pt idx="541">
                  <c:v>0.51247545226933067</c:v>
                </c:pt>
                <c:pt idx="542">
                  <c:v>0.51215026904419525</c:v>
                </c:pt>
                <c:pt idx="543">
                  <c:v>0.51019614772928079</c:v>
                </c:pt>
                <c:pt idx="544">
                  <c:v>0.50915888180862057</c:v>
                </c:pt>
                <c:pt idx="545">
                  <c:v>0.51025609237744407</c:v>
                </c:pt>
                <c:pt idx="546">
                  <c:v>0.51064236519818251</c:v>
                </c:pt>
                <c:pt idx="547">
                  <c:v>0.51064579845702796</c:v>
                </c:pt>
                <c:pt idx="548">
                  <c:v>0.51187352424237043</c:v>
                </c:pt>
                <c:pt idx="549">
                  <c:v>0.5115048336650555</c:v>
                </c:pt>
                <c:pt idx="550">
                  <c:v>0.51148414913944351</c:v>
                </c:pt>
                <c:pt idx="551">
                  <c:v>0.51124616385794097</c:v>
                </c:pt>
                <c:pt idx="552">
                  <c:v>0.51207319675629537</c:v>
                </c:pt>
                <c:pt idx="553">
                  <c:v>0.51081448302670007</c:v>
                </c:pt>
                <c:pt idx="554">
                  <c:v>0.51056261433619921</c:v>
                </c:pt>
                <c:pt idx="555">
                  <c:v>0.51045547067441888</c:v>
                </c:pt>
                <c:pt idx="556">
                  <c:v>0.5100716164186081</c:v>
                </c:pt>
                <c:pt idx="557">
                  <c:v>0.50971232656559706</c:v>
                </c:pt>
                <c:pt idx="558">
                  <c:v>0.50932539682539679</c:v>
                </c:pt>
                <c:pt idx="559">
                  <c:v>0.50913303643739172</c:v>
                </c:pt>
                <c:pt idx="560">
                  <c:v>0.50916271156084891</c:v>
                </c:pt>
                <c:pt idx="561">
                  <c:v>0.50830680826901331</c:v>
                </c:pt>
                <c:pt idx="562">
                  <c:v>0.50700747571511706</c:v>
                </c:pt>
                <c:pt idx="563">
                  <c:v>0.50883651373712091</c:v>
                </c:pt>
                <c:pt idx="564">
                  <c:v>0.50959661357264852</c:v>
                </c:pt>
                <c:pt idx="565">
                  <c:v>0.50939749687468561</c:v>
                </c:pt>
                <c:pt idx="566">
                  <c:v>0.50963372107639116</c:v>
                </c:pt>
                <c:pt idx="567">
                  <c:v>0.50961881011756327</c:v>
                </c:pt>
                <c:pt idx="568">
                  <c:v>0.50995841816363674</c:v>
                </c:pt>
                <c:pt idx="569">
                  <c:v>0.51018141963023844</c:v>
                </c:pt>
                <c:pt idx="570">
                  <c:v>0.50922527187238598</c:v>
                </c:pt>
                <c:pt idx="571">
                  <c:v>0.50940070399284099</c:v>
                </c:pt>
                <c:pt idx="572">
                  <c:v>0.50916866665463667</c:v>
                </c:pt>
                <c:pt idx="573">
                  <c:v>0.508879265821779</c:v>
                </c:pt>
                <c:pt idx="574">
                  <c:v>0.50955664133188561</c:v>
                </c:pt>
                <c:pt idx="575">
                  <c:v>0.50840718450219879</c:v>
                </c:pt>
                <c:pt idx="576">
                  <c:v>0.50861115986054262</c:v>
                </c:pt>
                <c:pt idx="577">
                  <c:v>0.50778643641333365</c:v>
                </c:pt>
                <c:pt idx="578">
                  <c:v>0.50832666161910722</c:v>
                </c:pt>
                <c:pt idx="579">
                  <c:v>0.50818495794268903</c:v>
                </c:pt>
                <c:pt idx="580">
                  <c:v>0.50879352508973263</c:v>
                </c:pt>
                <c:pt idx="581">
                  <c:v>0.50837371851227542</c:v>
                </c:pt>
                <c:pt idx="582">
                  <c:v>0.50983013798442556</c:v>
                </c:pt>
                <c:pt idx="583">
                  <c:v>0.508965901193149</c:v>
                </c:pt>
                <c:pt idx="584">
                  <c:v>0.50764600011282934</c:v>
                </c:pt>
                <c:pt idx="585">
                  <c:v>0.5085445192388206</c:v>
                </c:pt>
                <c:pt idx="586">
                  <c:v>0.50771683382981248</c:v>
                </c:pt>
                <c:pt idx="587">
                  <c:v>0.50770248765469228</c:v>
                </c:pt>
                <c:pt idx="588">
                  <c:v>0.50809357609495687</c:v>
                </c:pt>
                <c:pt idx="589">
                  <c:v>0.50770554199967854</c:v>
                </c:pt>
                <c:pt idx="590">
                  <c:v>0.50769993124734858</c:v>
                </c:pt>
                <c:pt idx="591">
                  <c:v>0.50734658283804601</c:v>
                </c:pt>
                <c:pt idx="592">
                  <c:v>0.50688728925517001</c:v>
                </c:pt>
                <c:pt idx="593">
                  <c:v>0.50692775057899209</c:v>
                </c:pt>
                <c:pt idx="594">
                  <c:v>0.50677918898913132</c:v>
                </c:pt>
                <c:pt idx="595">
                  <c:v>0.50691367722469172</c:v>
                </c:pt>
                <c:pt idx="596">
                  <c:v>0.50567458380881447</c:v>
                </c:pt>
                <c:pt idx="597">
                  <c:v>0.50598470401965412</c:v>
                </c:pt>
                <c:pt idx="598">
                  <c:v>0.50644566541421177</c:v>
                </c:pt>
                <c:pt idx="599">
                  <c:v>0.5063002451679115</c:v>
                </c:pt>
                <c:pt idx="600">
                  <c:v>0.50660901609319808</c:v>
                </c:pt>
                <c:pt idx="601">
                  <c:v>0.50738928948714834</c:v>
                </c:pt>
                <c:pt idx="602">
                  <c:v>0.50807494433776224</c:v>
                </c:pt>
                <c:pt idx="603">
                  <c:v>0.50813909958156533</c:v>
                </c:pt>
                <c:pt idx="604">
                  <c:v>0.50827027994413287</c:v>
                </c:pt>
                <c:pt idx="605">
                  <c:v>0.50757040206282611</c:v>
                </c:pt>
                <c:pt idx="606">
                  <c:v>0.5068596010371702</c:v>
                </c:pt>
                <c:pt idx="607">
                  <c:v>0.50671340721594216</c:v>
                </c:pt>
                <c:pt idx="608">
                  <c:v>0.50642989498547786</c:v>
                </c:pt>
                <c:pt idx="609">
                  <c:v>0.50634098080012158</c:v>
                </c:pt>
                <c:pt idx="610">
                  <c:v>0.5071096456291796</c:v>
                </c:pt>
                <c:pt idx="611">
                  <c:v>0.50619334366330482</c:v>
                </c:pt>
                <c:pt idx="612">
                  <c:v>0.50493593393285352</c:v>
                </c:pt>
                <c:pt idx="613">
                  <c:v>0.50649208400166335</c:v>
                </c:pt>
                <c:pt idx="614">
                  <c:v>0.50659631096921087</c:v>
                </c:pt>
                <c:pt idx="615">
                  <c:v>0.5063826623545592</c:v>
                </c:pt>
                <c:pt idx="616">
                  <c:v>0.50592733086772257</c:v>
                </c:pt>
                <c:pt idx="617">
                  <c:v>0.50585678530459</c:v>
                </c:pt>
                <c:pt idx="618">
                  <c:v>0.5060067284309776</c:v>
                </c:pt>
                <c:pt idx="619">
                  <c:v>0.50546266326030531</c:v>
                </c:pt>
                <c:pt idx="620">
                  <c:v>0.50514404635142862</c:v>
                </c:pt>
                <c:pt idx="621">
                  <c:v>0.5055535536582132</c:v>
                </c:pt>
                <c:pt idx="622">
                  <c:v>0.50570880159087639</c:v>
                </c:pt>
                <c:pt idx="623">
                  <c:v>0.50239867288378759</c:v>
                </c:pt>
                <c:pt idx="624">
                  <c:v>0.50508359164401584</c:v>
                </c:pt>
                <c:pt idx="625">
                  <c:v>0.50538875049167442</c:v>
                </c:pt>
                <c:pt idx="626">
                  <c:v>0.50567607058559061</c:v>
                </c:pt>
                <c:pt idx="627">
                  <c:v>0.50572636037369867</c:v>
                </c:pt>
                <c:pt idx="628">
                  <c:v>0.50643003535956388</c:v>
                </c:pt>
                <c:pt idx="629">
                  <c:v>0.50622155064805863</c:v>
                </c:pt>
                <c:pt idx="630">
                  <c:v>0.50583797917261475</c:v>
                </c:pt>
                <c:pt idx="631">
                  <c:v>0.50520189050274289</c:v>
                </c:pt>
                <c:pt idx="632">
                  <c:v>0.5058544660997818</c:v>
                </c:pt>
                <c:pt idx="633">
                  <c:v>0.5057653125535001</c:v>
                </c:pt>
                <c:pt idx="634">
                  <c:v>0.50584766121814495</c:v>
                </c:pt>
                <c:pt idx="635">
                  <c:v>0.50542566071610429</c:v>
                </c:pt>
                <c:pt idx="636">
                  <c:v>0.50473498765850822</c:v>
                </c:pt>
                <c:pt idx="637">
                  <c:v>0.50491173952885016</c:v>
                </c:pt>
                <c:pt idx="638">
                  <c:v>0.50431403046152856</c:v>
                </c:pt>
                <c:pt idx="639">
                  <c:v>0.50410541938045317</c:v>
                </c:pt>
                <c:pt idx="640">
                  <c:v>0.5043048218926075</c:v>
                </c:pt>
                <c:pt idx="641">
                  <c:v>0.50440468244499115</c:v>
                </c:pt>
                <c:pt idx="642">
                  <c:v>0.50442422602069492</c:v>
                </c:pt>
                <c:pt idx="643">
                  <c:v>0.50406265277583029</c:v>
                </c:pt>
                <c:pt idx="644">
                  <c:v>0.503579775690155</c:v>
                </c:pt>
                <c:pt idx="645">
                  <c:v>0.50409631227373364</c:v>
                </c:pt>
                <c:pt idx="646">
                  <c:v>0.5052730317749059</c:v>
                </c:pt>
                <c:pt idx="647">
                  <c:v>0.50582942580774026</c:v>
                </c:pt>
                <c:pt idx="648">
                  <c:v>0.50559544441693494</c:v>
                </c:pt>
                <c:pt idx="649">
                  <c:v>0.50619606948720874</c:v>
                </c:pt>
                <c:pt idx="650">
                  <c:v>0.50632550013037358</c:v>
                </c:pt>
                <c:pt idx="651">
                  <c:v>0.50564429514864839</c:v>
                </c:pt>
                <c:pt idx="652">
                  <c:v>0.50452860749845174</c:v>
                </c:pt>
                <c:pt idx="653">
                  <c:v>0.50421692486518421</c:v>
                </c:pt>
                <c:pt idx="654">
                  <c:v>0.50424947024798117</c:v>
                </c:pt>
                <c:pt idx="655">
                  <c:v>0.50375447722601852</c:v>
                </c:pt>
                <c:pt idx="656">
                  <c:v>0.50409116190527159</c:v>
                </c:pt>
                <c:pt idx="657">
                  <c:v>0.50332241800111699</c:v>
                </c:pt>
                <c:pt idx="658">
                  <c:v>0.50311567021358039</c:v>
                </c:pt>
                <c:pt idx="659">
                  <c:v>0.50317518394994809</c:v>
                </c:pt>
                <c:pt idx="660">
                  <c:v>0.50284482345613946</c:v>
                </c:pt>
                <c:pt idx="661">
                  <c:v>0.50306954436450835</c:v>
                </c:pt>
                <c:pt idx="662">
                  <c:v>0.50310343105812405</c:v>
                </c:pt>
                <c:pt idx="663">
                  <c:v>0.50323186288531363</c:v>
                </c:pt>
                <c:pt idx="664">
                  <c:v>0.50394422195972233</c:v>
                </c:pt>
                <c:pt idx="665">
                  <c:v>0.50420697914484047</c:v>
                </c:pt>
                <c:pt idx="666">
                  <c:v>0.50375678334793761</c:v>
                </c:pt>
                <c:pt idx="667">
                  <c:v>0.50414841952143097</c:v>
                </c:pt>
                <c:pt idx="668">
                  <c:v>0.5038381207081255</c:v>
                </c:pt>
                <c:pt idx="669">
                  <c:v>0.5030280499127413</c:v>
                </c:pt>
                <c:pt idx="670">
                  <c:v>0.50373968189083873</c:v>
                </c:pt>
                <c:pt idx="671">
                  <c:v>0.50418789596628821</c:v>
                </c:pt>
                <c:pt idx="672">
                  <c:v>0.50466966914815203</c:v>
                </c:pt>
                <c:pt idx="673">
                  <c:v>0.50460750754403338</c:v>
                </c:pt>
                <c:pt idx="674">
                  <c:v>0.50481063849941332</c:v>
                </c:pt>
                <c:pt idx="675">
                  <c:v>0.50509795424029846</c:v>
                </c:pt>
                <c:pt idx="676">
                  <c:v>0.50429032938657881</c:v>
                </c:pt>
                <c:pt idx="677">
                  <c:v>0.50420540919668055</c:v>
                </c:pt>
                <c:pt idx="678">
                  <c:v>0.50473616922361686</c:v>
                </c:pt>
                <c:pt idx="679">
                  <c:v>0.50541809030991292</c:v>
                </c:pt>
                <c:pt idx="680">
                  <c:v>0.50418822250478035</c:v>
                </c:pt>
                <c:pt idx="681">
                  <c:v>0.50406682616528908</c:v>
                </c:pt>
                <c:pt idx="682">
                  <c:v>0.50410730329867803</c:v>
                </c:pt>
                <c:pt idx="683">
                  <c:v>0.5043426466981481</c:v>
                </c:pt>
                <c:pt idx="684">
                  <c:v>0.5036296952067788</c:v>
                </c:pt>
                <c:pt idx="685">
                  <c:v>0.50326274436514706</c:v>
                </c:pt>
                <c:pt idx="686">
                  <c:v>0.503029275196201</c:v>
                </c:pt>
                <c:pt idx="687">
                  <c:v>0.50267276395007199</c:v>
                </c:pt>
                <c:pt idx="688">
                  <c:v>0.50242157434516066</c:v>
                </c:pt>
                <c:pt idx="689">
                  <c:v>0.50223193790817122</c:v>
                </c:pt>
                <c:pt idx="690">
                  <c:v>0.50169667881234437</c:v>
                </c:pt>
                <c:pt idx="691">
                  <c:v>0.5014974891869739</c:v>
                </c:pt>
                <c:pt idx="692">
                  <c:v>0.50080574188879989</c:v>
                </c:pt>
                <c:pt idx="693">
                  <c:v>0.50167595576495494</c:v>
                </c:pt>
                <c:pt idx="694">
                  <c:v>0.50122224944866456</c:v>
                </c:pt>
                <c:pt idx="695">
                  <c:v>0.50148124605164546</c:v>
                </c:pt>
                <c:pt idx="696">
                  <c:v>0.50101572758480595</c:v>
                </c:pt>
                <c:pt idx="697">
                  <c:v>0.50038769809409578</c:v>
                </c:pt>
                <c:pt idx="698">
                  <c:v>0.5013546778658613</c:v>
                </c:pt>
                <c:pt idx="699">
                  <c:v>0.49748030504057106</c:v>
                </c:pt>
                <c:pt idx="700">
                  <c:v>0.49991138138694041</c:v>
                </c:pt>
                <c:pt idx="701">
                  <c:v>0.50143973106650319</c:v>
                </c:pt>
                <c:pt idx="702">
                  <c:v>0.50081460015641899</c:v>
                </c:pt>
                <c:pt idx="703">
                  <c:v>0.49996452614817039</c:v>
                </c:pt>
                <c:pt idx="704">
                  <c:v>0.5001391885995653</c:v>
                </c:pt>
                <c:pt idx="705">
                  <c:v>0.50127646467657949</c:v>
                </c:pt>
                <c:pt idx="706">
                  <c:v>0.50090608677113313</c:v>
                </c:pt>
                <c:pt idx="707">
                  <c:v>0.50114704753918748</c:v>
                </c:pt>
                <c:pt idx="708">
                  <c:v>0.50163055193540285</c:v>
                </c:pt>
                <c:pt idx="709">
                  <c:v>0.50156649173185464</c:v>
                </c:pt>
                <c:pt idx="710">
                  <c:v>0.5010921722047621</c:v>
                </c:pt>
                <c:pt idx="711">
                  <c:v>0.50058066715286798</c:v>
                </c:pt>
                <c:pt idx="712">
                  <c:v>0.50036800809419424</c:v>
                </c:pt>
                <c:pt idx="713">
                  <c:v>0.50009131622411374</c:v>
                </c:pt>
                <c:pt idx="714">
                  <c:v>0.5004688642359898</c:v>
                </c:pt>
                <c:pt idx="715">
                  <c:v>0.50037372922125156</c:v>
                </c:pt>
                <c:pt idx="716">
                  <c:v>0.50048711433468118</c:v>
                </c:pt>
                <c:pt idx="717">
                  <c:v>0.50004378597415822</c:v>
                </c:pt>
                <c:pt idx="718">
                  <c:v>0.50041337378751982</c:v>
                </c:pt>
                <c:pt idx="719">
                  <c:v>0.50020036564237613</c:v>
                </c:pt>
                <c:pt idx="720">
                  <c:v>0.49749972595641212</c:v>
                </c:pt>
                <c:pt idx="721">
                  <c:v>0.49948531758697734</c:v>
                </c:pt>
                <c:pt idx="722">
                  <c:v>0.49913718033729854</c:v>
                </c:pt>
                <c:pt idx="723">
                  <c:v>0.49902289112329568</c:v>
                </c:pt>
                <c:pt idx="724">
                  <c:v>0.49941529586029465</c:v>
                </c:pt>
                <c:pt idx="725">
                  <c:v>0.49955956661354778</c:v>
                </c:pt>
                <c:pt idx="726">
                  <c:v>0.49912695234281146</c:v>
                </c:pt>
              </c:numCache>
            </c:numRef>
          </c:yVal>
          <c:smooth val="0"/>
          <c:extLst>
            <c:ext xmlns:c16="http://schemas.microsoft.com/office/drawing/2014/chart" uri="{C3380CC4-5D6E-409C-BE32-E72D297353CC}">
              <c16:uniqueId val="{00000001-DB62-4340-A357-4938D4904728}"/>
            </c:ext>
          </c:extLst>
        </c:ser>
        <c:ser>
          <c:idx val="2"/>
          <c:order val="2"/>
          <c:tx>
            <c:strRef>
              <c:f>Presentation!$BA$1</c:f>
              <c:strCache>
                <c:ptCount val="1"/>
                <c:pt idx="0">
                  <c:v>NF270_MC2_060624_S2CaCl2</c:v>
                </c:pt>
              </c:strCache>
            </c:strRef>
          </c:tx>
          <c:spPr>
            <a:ln w="25400" cap="rnd">
              <a:noFill/>
              <a:round/>
            </a:ln>
            <a:effectLst/>
          </c:spPr>
          <c:marker>
            <c:symbol val="circle"/>
            <c:size val="2"/>
            <c:spPr>
              <a:solidFill>
                <a:schemeClr val="accent3"/>
              </a:solidFill>
              <a:ln w="9525">
                <a:solidFill>
                  <a:schemeClr val="accent3"/>
                </a:solidFill>
              </a:ln>
              <a:effectLst/>
            </c:spPr>
          </c:marker>
          <c:xVal>
            <c:numRef>
              <c:f>Presentation!$BD$81:$BD$1798</c:f>
              <c:numCache>
                <c:formatCode>General</c:formatCode>
                <c:ptCount val="1718"/>
                <c:pt idx="0">
                  <c:v>8544.5756745736144</c:v>
                </c:pt>
                <c:pt idx="1">
                  <c:v>8536.2549948532287</c:v>
                </c:pt>
                <c:pt idx="2">
                  <c:v>8527.8649230789779</c:v>
                </c:pt>
                <c:pt idx="3">
                  <c:v>8516.8463164207005</c:v>
                </c:pt>
                <c:pt idx="4">
                  <c:v>8512.9221334625763</c:v>
                </c:pt>
                <c:pt idx="5">
                  <c:v>8508.4397488626964</c:v>
                </c:pt>
                <c:pt idx="6">
                  <c:v>8509.2206679817809</c:v>
                </c:pt>
                <c:pt idx="7">
                  <c:v>8505.7550502690392</c:v>
                </c:pt>
                <c:pt idx="8">
                  <c:v>8504.4862980069338</c:v>
                </c:pt>
                <c:pt idx="9">
                  <c:v>8501.5335004500121</c:v>
                </c:pt>
                <c:pt idx="10">
                  <c:v>8496.9831168629826</c:v>
                </c:pt>
                <c:pt idx="11">
                  <c:v>8503.538388385803</c:v>
                </c:pt>
                <c:pt idx="12">
                  <c:v>8495.4795444195515</c:v>
                </c:pt>
                <c:pt idx="13">
                  <c:v>8494.3458350361416</c:v>
                </c:pt>
                <c:pt idx="14">
                  <c:v>8489.8553287787508</c:v>
                </c:pt>
                <c:pt idx="15">
                  <c:v>8480.8185727327564</c:v>
                </c:pt>
                <c:pt idx="16">
                  <c:v>8472.0612260436847</c:v>
                </c:pt>
                <c:pt idx="17">
                  <c:v>8469.4302427033508</c:v>
                </c:pt>
                <c:pt idx="18">
                  <c:v>8463.4544475046314</c:v>
                </c:pt>
                <c:pt idx="19">
                  <c:v>8453.9207905154071</c:v>
                </c:pt>
                <c:pt idx="20">
                  <c:v>8454.7093440073659</c:v>
                </c:pt>
                <c:pt idx="21">
                  <c:v>8446.8322657347944</c:v>
                </c:pt>
                <c:pt idx="22">
                  <c:v>8435.9163956196062</c:v>
                </c:pt>
                <c:pt idx="23">
                  <c:v>8432.7404323746086</c:v>
                </c:pt>
                <c:pt idx="24">
                  <c:v>8431.0820533921997</c:v>
                </c:pt>
                <c:pt idx="25">
                  <c:v>8430.1515294611636</c:v>
                </c:pt>
                <c:pt idx="26">
                  <c:v>8423.8684024035792</c:v>
                </c:pt>
                <c:pt idx="27">
                  <c:v>8420.2860382978579</c:v>
                </c:pt>
                <c:pt idx="28">
                  <c:v>8418.955249427403</c:v>
                </c:pt>
                <c:pt idx="29">
                  <c:v>8414.0883897033491</c:v>
                </c:pt>
                <c:pt idx="30">
                  <c:v>8404.1168162153845</c:v>
                </c:pt>
                <c:pt idx="31">
                  <c:v>8400.0461813447619</c:v>
                </c:pt>
                <c:pt idx="32">
                  <c:v>8394.7825096401866</c:v>
                </c:pt>
                <c:pt idx="33">
                  <c:v>8388.7658445778889</c:v>
                </c:pt>
                <c:pt idx="34">
                  <c:v>8384.0829903738886</c:v>
                </c:pt>
                <c:pt idx="35">
                  <c:v>8377.0575498009312</c:v>
                </c:pt>
                <c:pt idx="36">
                  <c:v>8373.8326873059596</c:v>
                </c:pt>
                <c:pt idx="37">
                  <c:v>8377.4882153752587</c:v>
                </c:pt>
                <c:pt idx="38">
                  <c:v>8375.137441991481</c:v>
                </c:pt>
                <c:pt idx="39">
                  <c:v>8361.6762322217473</c:v>
                </c:pt>
                <c:pt idx="40">
                  <c:v>8363.5224314238694</c:v>
                </c:pt>
                <c:pt idx="41">
                  <c:v>8359.9487173246798</c:v>
                </c:pt>
                <c:pt idx="42">
                  <c:v>8354.099663356239</c:v>
                </c:pt>
                <c:pt idx="43">
                  <c:v>8343.6435052977613</c:v>
                </c:pt>
                <c:pt idx="44">
                  <c:v>8343.9691388395913</c:v>
                </c:pt>
                <c:pt idx="45">
                  <c:v>8328.7981893132455</c:v>
                </c:pt>
                <c:pt idx="46">
                  <c:v>8334.3342421228062</c:v>
                </c:pt>
                <c:pt idx="47">
                  <c:v>8326.9904206227238</c:v>
                </c:pt>
                <c:pt idx="48">
                  <c:v>8314.3588758863916</c:v>
                </c:pt>
                <c:pt idx="49">
                  <c:v>8321.5746670299704</c:v>
                </c:pt>
                <c:pt idx="50">
                  <c:v>8313.7768997285602</c:v>
                </c:pt>
                <c:pt idx="51">
                  <c:v>8314.4033982944402</c:v>
                </c:pt>
                <c:pt idx="52">
                  <c:v>8307.3236768357892</c:v>
                </c:pt>
                <c:pt idx="53">
                  <c:v>8305.1747665060411</c:v>
                </c:pt>
                <c:pt idx="54">
                  <c:v>8298.2935709896556</c:v>
                </c:pt>
                <c:pt idx="55">
                  <c:v>8291.4770499336628</c:v>
                </c:pt>
                <c:pt idx="56">
                  <c:v>8287.1798531225322</c:v>
                </c:pt>
                <c:pt idx="57">
                  <c:v>8283.1993787548581</c:v>
                </c:pt>
                <c:pt idx="58">
                  <c:v>8276.1964142588567</c:v>
                </c:pt>
                <c:pt idx="59">
                  <c:v>8273.355115008917</c:v>
                </c:pt>
                <c:pt idx="60">
                  <c:v>8265.7590660183778</c:v>
                </c:pt>
                <c:pt idx="61">
                  <c:v>8267.713303297025</c:v>
                </c:pt>
                <c:pt idx="62">
                  <c:v>8257.5686130544855</c:v>
                </c:pt>
                <c:pt idx="63">
                  <c:v>8251.9450164206901</c:v>
                </c:pt>
                <c:pt idx="64">
                  <c:v>8247.1731690741399</c:v>
                </c:pt>
                <c:pt idx="65">
                  <c:v>8241.8149114360276</c:v>
                </c:pt>
                <c:pt idx="66">
                  <c:v>8237.5236961756618</c:v>
                </c:pt>
                <c:pt idx="67">
                  <c:v>8231.4138944459246</c:v>
                </c:pt>
                <c:pt idx="68">
                  <c:v>8225.6468292026475</c:v>
                </c:pt>
                <c:pt idx="69">
                  <c:v>8220.3072052203133</c:v>
                </c:pt>
                <c:pt idx="70">
                  <c:v>8217.0603923724757</c:v>
                </c:pt>
                <c:pt idx="71">
                  <c:v>8217.2120361528705</c:v>
                </c:pt>
                <c:pt idx="72">
                  <c:v>8214.9143231332491</c:v>
                </c:pt>
                <c:pt idx="73">
                  <c:v>8204.0130204496327</c:v>
                </c:pt>
                <c:pt idx="74">
                  <c:v>8197.401806623322</c:v>
                </c:pt>
                <c:pt idx="75">
                  <c:v>8189.5975273874119</c:v>
                </c:pt>
                <c:pt idx="76">
                  <c:v>8189.4538567384297</c:v>
                </c:pt>
                <c:pt idx="77">
                  <c:v>8184.224348507475</c:v>
                </c:pt>
                <c:pt idx="78">
                  <c:v>8180.4222755901919</c:v>
                </c:pt>
                <c:pt idx="79">
                  <c:v>8181.6958321239863</c:v>
                </c:pt>
                <c:pt idx="80">
                  <c:v>8168.6420307695807</c:v>
                </c:pt>
                <c:pt idx="81">
                  <c:v>8161.7140130811749</c:v>
                </c:pt>
                <c:pt idx="82">
                  <c:v>8164.0853570614709</c:v>
                </c:pt>
                <c:pt idx="83">
                  <c:v>8159.7612385034272</c:v>
                </c:pt>
                <c:pt idx="84">
                  <c:v>8151.1906751284714</c:v>
                </c:pt>
                <c:pt idx="85">
                  <c:v>8142.8433755173301</c:v>
                </c:pt>
                <c:pt idx="86">
                  <c:v>8139.146198424206</c:v>
                </c:pt>
                <c:pt idx="87">
                  <c:v>8139.8296225088125</c:v>
                </c:pt>
                <c:pt idx="88">
                  <c:v>8132.3820163001801</c:v>
                </c:pt>
                <c:pt idx="89">
                  <c:v>8116.7495254819823</c:v>
                </c:pt>
                <c:pt idx="90">
                  <c:v>8119.1574794678527</c:v>
                </c:pt>
                <c:pt idx="91">
                  <c:v>8114.6602803690166</c:v>
                </c:pt>
                <c:pt idx="92">
                  <c:v>8111.8490913504065</c:v>
                </c:pt>
                <c:pt idx="93">
                  <c:v>8107.939620722902</c:v>
                </c:pt>
                <c:pt idx="94">
                  <c:v>8099.7227535775182</c:v>
                </c:pt>
                <c:pt idx="95">
                  <c:v>8098.0172224235193</c:v>
                </c:pt>
                <c:pt idx="96">
                  <c:v>8094.5264755127191</c:v>
                </c:pt>
                <c:pt idx="97">
                  <c:v>8087.884400950692</c:v>
                </c:pt>
                <c:pt idx="98">
                  <c:v>8082.9735926192516</c:v>
                </c:pt>
                <c:pt idx="99">
                  <c:v>8081.4183887851486</c:v>
                </c:pt>
                <c:pt idx="100">
                  <c:v>8070.2127226675675</c:v>
                </c:pt>
                <c:pt idx="101">
                  <c:v>8070.4184678810689</c:v>
                </c:pt>
                <c:pt idx="102">
                  <c:v>8065.3743974209201</c:v>
                </c:pt>
                <c:pt idx="103">
                  <c:v>8054.8920824711759</c:v>
                </c:pt>
                <c:pt idx="104">
                  <c:v>8051.3467350324463</c:v>
                </c:pt>
                <c:pt idx="105">
                  <c:v>8044.3495579825503</c:v>
                </c:pt>
                <c:pt idx="106">
                  <c:v>8039.0572266088757</c:v>
                </c:pt>
                <c:pt idx="107">
                  <c:v>8031.4654400331674</c:v>
                </c:pt>
                <c:pt idx="108">
                  <c:v>8026.9950778447273</c:v>
                </c:pt>
                <c:pt idx="109">
                  <c:v>8020.9850508641211</c:v>
                </c:pt>
                <c:pt idx="110">
                  <c:v>8022.4751068040623</c:v>
                </c:pt>
                <c:pt idx="111">
                  <c:v>8015.8698830086832</c:v>
                </c:pt>
                <c:pt idx="112">
                  <c:v>8008.3610537863369</c:v>
                </c:pt>
                <c:pt idx="113">
                  <c:v>8006.5147892013811</c:v>
                </c:pt>
                <c:pt idx="114">
                  <c:v>8001.658035320288</c:v>
                </c:pt>
                <c:pt idx="115">
                  <c:v>7995.8732441089924</c:v>
                </c:pt>
                <c:pt idx="116">
                  <c:v>7988.8330208987363</c:v>
                </c:pt>
                <c:pt idx="117">
                  <c:v>7993.0992065312694</c:v>
                </c:pt>
                <c:pt idx="118">
                  <c:v>7985.6064087428122</c:v>
                </c:pt>
                <c:pt idx="119">
                  <c:v>7983.7952800732382</c:v>
                </c:pt>
                <c:pt idx="120">
                  <c:v>7980.3103861475738</c:v>
                </c:pt>
                <c:pt idx="121">
                  <c:v>7969.0519576168945</c:v>
                </c:pt>
                <c:pt idx="122">
                  <c:v>7969.1797150228722</c:v>
                </c:pt>
                <c:pt idx="123">
                  <c:v>7964.7670567958376</c:v>
                </c:pt>
                <c:pt idx="124">
                  <c:v>7951.5652640552698</c:v>
                </c:pt>
                <c:pt idx="125">
                  <c:v>7948.8157216776144</c:v>
                </c:pt>
                <c:pt idx="126">
                  <c:v>7943.8541402949577</c:v>
                </c:pt>
                <c:pt idx="127">
                  <c:v>7943.5649991189075</c:v>
                </c:pt>
                <c:pt idx="128">
                  <c:v>7934.3455187505979</c:v>
                </c:pt>
                <c:pt idx="129">
                  <c:v>7937.1910197648649</c:v>
                </c:pt>
                <c:pt idx="130">
                  <c:v>7925.8873188994312</c:v>
                </c:pt>
                <c:pt idx="131">
                  <c:v>7927.0023039596654</c:v>
                </c:pt>
                <c:pt idx="132">
                  <c:v>7917.7909562794048</c:v>
                </c:pt>
                <c:pt idx="133">
                  <c:v>7909.4638453542202</c:v>
                </c:pt>
                <c:pt idx="134">
                  <c:v>7907.4129207471397</c:v>
                </c:pt>
                <c:pt idx="135">
                  <c:v>7902.8966515077136</c:v>
                </c:pt>
                <c:pt idx="136">
                  <c:v>7894.602304928083</c:v>
                </c:pt>
                <c:pt idx="137">
                  <c:v>7890.8616633421661</c:v>
                </c:pt>
                <c:pt idx="138">
                  <c:v>7883.1655037254832</c:v>
                </c:pt>
                <c:pt idx="139">
                  <c:v>7877.7553678663735</c:v>
                </c:pt>
                <c:pt idx="140">
                  <c:v>7870.7103194727442</c:v>
                </c:pt>
                <c:pt idx="141">
                  <c:v>7866.2868722900866</c:v>
                </c:pt>
                <c:pt idx="142">
                  <c:v>7867.8625306494196</c:v>
                </c:pt>
                <c:pt idx="143">
                  <c:v>7860.9255851823709</c:v>
                </c:pt>
                <c:pt idx="144">
                  <c:v>7857.3474399354927</c:v>
                </c:pt>
                <c:pt idx="145">
                  <c:v>7849.7641007108286</c:v>
                </c:pt>
                <c:pt idx="146">
                  <c:v>7843.4822230602667</c:v>
                </c:pt>
                <c:pt idx="147">
                  <c:v>7836.3145596747872</c:v>
                </c:pt>
                <c:pt idx="148">
                  <c:v>7835.1212477371209</c:v>
                </c:pt>
                <c:pt idx="149">
                  <c:v>7834.8927488769259</c:v>
                </c:pt>
                <c:pt idx="150">
                  <c:v>7830.762821035456</c:v>
                </c:pt>
                <c:pt idx="151">
                  <c:v>7821.1069356458138</c:v>
                </c:pt>
                <c:pt idx="152">
                  <c:v>7820.0064336765518</c:v>
                </c:pt>
                <c:pt idx="153">
                  <c:v>7808.3343014048423</c:v>
                </c:pt>
                <c:pt idx="154">
                  <c:v>7814.0273636252559</c:v>
                </c:pt>
                <c:pt idx="155">
                  <c:v>7800.3532698854069</c:v>
                </c:pt>
                <c:pt idx="156">
                  <c:v>7796.2108124367896</c:v>
                </c:pt>
                <c:pt idx="157">
                  <c:v>7795.3012684824316</c:v>
                </c:pt>
                <c:pt idx="158">
                  <c:v>7792.3899161693316</c:v>
                </c:pt>
                <c:pt idx="159">
                  <c:v>7786.3390264098416</c:v>
                </c:pt>
                <c:pt idx="160">
                  <c:v>7782.7337730063427</c:v>
                </c:pt>
                <c:pt idx="161">
                  <c:v>7783.6833432596213</c:v>
                </c:pt>
                <c:pt idx="162">
                  <c:v>7774.1388070543626</c:v>
                </c:pt>
                <c:pt idx="163">
                  <c:v>7773.3755087483678</c:v>
                </c:pt>
                <c:pt idx="164">
                  <c:v>7766.963325410301</c:v>
                </c:pt>
                <c:pt idx="165">
                  <c:v>7759.9484952931834</c:v>
                </c:pt>
                <c:pt idx="166">
                  <c:v>7759.0960823131882</c:v>
                </c:pt>
                <c:pt idx="167">
                  <c:v>7758.8501708163967</c:v>
                </c:pt>
                <c:pt idx="168">
                  <c:v>7754.1458063818318</c:v>
                </c:pt>
                <c:pt idx="169">
                  <c:v>7747.3728147010643</c:v>
                </c:pt>
                <c:pt idx="170">
                  <c:v>7741.8164259271543</c:v>
                </c:pt>
                <c:pt idx="171">
                  <c:v>7732.9667163084796</c:v>
                </c:pt>
                <c:pt idx="172">
                  <c:v>7728.2835815910366</c:v>
                </c:pt>
                <c:pt idx="173">
                  <c:v>7722.524642349772</c:v>
                </c:pt>
                <c:pt idx="174">
                  <c:v>7718.3392546823179</c:v>
                </c:pt>
                <c:pt idx="175">
                  <c:v>7718.3018764388835</c:v>
                </c:pt>
                <c:pt idx="176">
                  <c:v>7711.0567355405383</c:v>
                </c:pt>
                <c:pt idx="177">
                  <c:v>7702.9386296774283</c:v>
                </c:pt>
                <c:pt idx="178">
                  <c:v>7698.6991197590251</c:v>
                </c:pt>
                <c:pt idx="179">
                  <c:v>7695.0324340984371</c:v>
                </c:pt>
                <c:pt idx="180">
                  <c:v>7686.7031256266127</c:v>
                </c:pt>
                <c:pt idx="181">
                  <c:v>7682.8439001605693</c:v>
                </c:pt>
                <c:pt idx="182">
                  <c:v>7676.4446136163588</c:v>
                </c:pt>
                <c:pt idx="183">
                  <c:v>7672.6354291370399</c:v>
                </c:pt>
                <c:pt idx="184">
                  <c:v>7670.9543939981158</c:v>
                </c:pt>
                <c:pt idx="185">
                  <c:v>7661.5100844805183</c:v>
                </c:pt>
                <c:pt idx="186">
                  <c:v>7654.181870889779</c:v>
                </c:pt>
                <c:pt idx="187">
                  <c:v>7654.8180392091163</c:v>
                </c:pt>
                <c:pt idx="188">
                  <c:v>7646.2274071808079</c:v>
                </c:pt>
                <c:pt idx="189">
                  <c:v>7649.1446542007234</c:v>
                </c:pt>
                <c:pt idx="190">
                  <c:v>7641.9319574361234</c:v>
                </c:pt>
                <c:pt idx="191">
                  <c:v>7641.6712004030469</c:v>
                </c:pt>
                <c:pt idx="192">
                  <c:v>7640.8777126405012</c:v>
                </c:pt>
                <c:pt idx="193">
                  <c:v>7636.6011388658289</c:v>
                </c:pt>
                <c:pt idx="194">
                  <c:v>7620.060310969001</c:v>
                </c:pt>
                <c:pt idx="195">
                  <c:v>7613.0602962718622</c:v>
                </c:pt>
                <c:pt idx="196">
                  <c:v>7616.3329441355745</c:v>
                </c:pt>
                <c:pt idx="197">
                  <c:v>7614.9312199840751</c:v>
                </c:pt>
                <c:pt idx="198">
                  <c:v>7607.5478166713328</c:v>
                </c:pt>
                <c:pt idx="199">
                  <c:v>7602.2719944743167</c:v>
                </c:pt>
                <c:pt idx="200">
                  <c:v>7595.5549130002146</c:v>
                </c:pt>
                <c:pt idx="201">
                  <c:v>7588.8106544584216</c:v>
                </c:pt>
                <c:pt idx="202">
                  <c:v>7585.6512386427166</c:v>
                </c:pt>
                <c:pt idx="203">
                  <c:v>7580.946499872307</c:v>
                </c:pt>
                <c:pt idx="204">
                  <c:v>7581.6542641946562</c:v>
                </c:pt>
                <c:pt idx="205">
                  <c:v>7570.695634447944</c:v>
                </c:pt>
                <c:pt idx="206">
                  <c:v>7567.3323286482355</c:v>
                </c:pt>
                <c:pt idx="207">
                  <c:v>7562.8236822009021</c:v>
                </c:pt>
                <c:pt idx="208">
                  <c:v>7558.5658241500059</c:v>
                </c:pt>
                <c:pt idx="209">
                  <c:v>7552.9473571677718</c:v>
                </c:pt>
                <c:pt idx="210">
                  <c:v>7552.1515479544887</c:v>
                </c:pt>
                <c:pt idx="211">
                  <c:v>7544.5022526760022</c:v>
                </c:pt>
                <c:pt idx="212">
                  <c:v>7539.7003226336383</c:v>
                </c:pt>
                <c:pt idx="213">
                  <c:v>7533.6493618196864</c:v>
                </c:pt>
                <c:pt idx="214">
                  <c:v>7529.4348600403</c:v>
                </c:pt>
                <c:pt idx="215">
                  <c:v>7532.0416441423895</c:v>
                </c:pt>
                <c:pt idx="216">
                  <c:v>7527.2697495693737</c:v>
                </c:pt>
                <c:pt idx="217">
                  <c:v>7517.207946539711</c:v>
                </c:pt>
                <c:pt idx="218">
                  <c:v>7514.1082903667539</c:v>
                </c:pt>
                <c:pt idx="219">
                  <c:v>7509.1406431309479</c:v>
                </c:pt>
                <c:pt idx="220">
                  <c:v>7507.5927736749964</c:v>
                </c:pt>
                <c:pt idx="221">
                  <c:v>7506.6735915520094</c:v>
                </c:pt>
                <c:pt idx="222">
                  <c:v>7499.7852114365287</c:v>
                </c:pt>
                <c:pt idx="223">
                  <c:v>7493.2617530311036</c:v>
                </c:pt>
                <c:pt idx="224">
                  <c:v>7492.0755630416952</c:v>
                </c:pt>
                <c:pt idx="225">
                  <c:v>7489.1859145531562</c:v>
                </c:pt>
                <c:pt idx="226">
                  <c:v>7485.8839110655153</c:v>
                </c:pt>
                <c:pt idx="227">
                  <c:v>7481.3225302779065</c:v>
                </c:pt>
                <c:pt idx="228">
                  <c:v>7473.47325075755</c:v>
                </c:pt>
                <c:pt idx="229">
                  <c:v>7470.4601511819601</c:v>
                </c:pt>
                <c:pt idx="230">
                  <c:v>7454.5614807056463</c:v>
                </c:pt>
                <c:pt idx="231">
                  <c:v>7458.9835726871734</c:v>
                </c:pt>
                <c:pt idx="232">
                  <c:v>7455.4627772974109</c:v>
                </c:pt>
                <c:pt idx="233">
                  <c:v>7450.0644416311561</c:v>
                </c:pt>
                <c:pt idx="234">
                  <c:v>7443.3523527658326</c:v>
                </c:pt>
                <c:pt idx="235">
                  <c:v>7438.6814665042675</c:v>
                </c:pt>
                <c:pt idx="236">
                  <c:v>7431.2272127448487</c:v>
                </c:pt>
                <c:pt idx="237">
                  <c:v>7428.3457400429988</c:v>
                </c:pt>
                <c:pt idx="238">
                  <c:v>7428.44189174652</c:v>
                </c:pt>
                <c:pt idx="239">
                  <c:v>7419.352047103248</c:v>
                </c:pt>
                <c:pt idx="240">
                  <c:v>7419.9942504245701</c:v>
                </c:pt>
                <c:pt idx="241">
                  <c:v>7414.3816571196039</c:v>
                </c:pt>
                <c:pt idx="242">
                  <c:v>7411.5870116335227</c:v>
                </c:pt>
                <c:pt idx="243">
                  <c:v>7402.4144505167887</c:v>
                </c:pt>
                <c:pt idx="244">
                  <c:v>7395.9984795459386</c:v>
                </c:pt>
                <c:pt idx="245">
                  <c:v>7391.4091104049667</c:v>
                </c:pt>
                <c:pt idx="246">
                  <c:v>7385.6937961021995</c:v>
                </c:pt>
                <c:pt idx="247">
                  <c:v>7377.8258720623217</c:v>
                </c:pt>
                <c:pt idx="248">
                  <c:v>7373.8730098537617</c:v>
                </c:pt>
                <c:pt idx="249">
                  <c:v>7370.7339606885098</c:v>
                </c:pt>
                <c:pt idx="250">
                  <c:v>7368.1532130519045</c:v>
                </c:pt>
                <c:pt idx="251">
                  <c:v>7367.6600519625335</c:v>
                </c:pt>
                <c:pt idx="252">
                  <c:v>7357.4648392331983</c:v>
                </c:pt>
                <c:pt idx="253">
                  <c:v>7355.4516562360968</c:v>
                </c:pt>
                <c:pt idx="254">
                  <c:v>7351.3627048350027</c:v>
                </c:pt>
                <c:pt idx="255">
                  <c:v>7348.9267581873482</c:v>
                </c:pt>
                <c:pt idx="256">
                  <c:v>7337.8134161506496</c:v>
                </c:pt>
                <c:pt idx="257">
                  <c:v>7333.8494714890039</c:v>
                </c:pt>
                <c:pt idx="258">
                  <c:v>7328.5768116382988</c:v>
                </c:pt>
                <c:pt idx="259">
                  <c:v>7327.6322591687558</c:v>
                </c:pt>
                <c:pt idx="260">
                  <c:v>7314.3196753288794</c:v>
                </c:pt>
                <c:pt idx="261">
                  <c:v>7306.4676513497843</c:v>
                </c:pt>
                <c:pt idx="262">
                  <c:v>7315.8326657008001</c:v>
                </c:pt>
                <c:pt idx="263">
                  <c:v>7311.4702976525168</c:v>
                </c:pt>
                <c:pt idx="264">
                  <c:v>7305.9552670079574</c:v>
                </c:pt>
                <c:pt idx="265">
                  <c:v>7303.2685695118744</c:v>
                </c:pt>
                <c:pt idx="266">
                  <c:v>7300.9076305190065</c:v>
                </c:pt>
                <c:pt idx="267">
                  <c:v>7297.6374399643755</c:v>
                </c:pt>
                <c:pt idx="268">
                  <c:v>7290.7692891027</c:v>
                </c:pt>
                <c:pt idx="269">
                  <c:v>7285.1502868888656</c:v>
                </c:pt>
                <c:pt idx="270">
                  <c:v>7282.7816556515463</c:v>
                </c:pt>
                <c:pt idx="271">
                  <c:v>7276.8095299888982</c:v>
                </c:pt>
                <c:pt idx="272">
                  <c:v>7273.7960629752597</c:v>
                </c:pt>
                <c:pt idx="273">
                  <c:v>7265.6957152183131</c:v>
                </c:pt>
                <c:pt idx="274">
                  <c:v>7262.0627266089159</c:v>
                </c:pt>
                <c:pt idx="275">
                  <c:v>7257.8155781567039</c:v>
                </c:pt>
                <c:pt idx="276">
                  <c:v>7255.0564818703588</c:v>
                </c:pt>
                <c:pt idx="277">
                  <c:v>7247.114461648589</c:v>
                </c:pt>
                <c:pt idx="278">
                  <c:v>7238.9751064816364</c:v>
                </c:pt>
                <c:pt idx="279">
                  <c:v>7235.8682338860945</c:v>
                </c:pt>
                <c:pt idx="280">
                  <c:v>7230.5442716166608</c:v>
                </c:pt>
                <c:pt idx="281">
                  <c:v>7223.4801227150219</c:v>
                </c:pt>
                <c:pt idx="282">
                  <c:v>7220.9040622794637</c:v>
                </c:pt>
                <c:pt idx="283">
                  <c:v>7213.7835611746159</c:v>
                </c:pt>
                <c:pt idx="284">
                  <c:v>7206.1073223335643</c:v>
                </c:pt>
                <c:pt idx="285">
                  <c:v>7201.2771960667369</c:v>
                </c:pt>
                <c:pt idx="286">
                  <c:v>7198.0605953828326</c:v>
                </c:pt>
                <c:pt idx="287">
                  <c:v>7198.6382998814843</c:v>
                </c:pt>
                <c:pt idx="288">
                  <c:v>7190.5713406055092</c:v>
                </c:pt>
                <c:pt idx="289">
                  <c:v>7182.8781568271143</c:v>
                </c:pt>
                <c:pt idx="290">
                  <c:v>7179.4496590623985</c:v>
                </c:pt>
                <c:pt idx="291">
                  <c:v>7171.1946981828305</c:v>
                </c:pt>
                <c:pt idx="292">
                  <c:v>7163.3120450872775</c:v>
                </c:pt>
                <c:pt idx="293">
                  <c:v>7166.1419566273216</c:v>
                </c:pt>
                <c:pt idx="294">
                  <c:v>7165.4836774638379</c:v>
                </c:pt>
                <c:pt idx="295">
                  <c:v>7160.3526204135451</c:v>
                </c:pt>
                <c:pt idx="296">
                  <c:v>7153.2772279239889</c:v>
                </c:pt>
                <c:pt idx="297">
                  <c:v>7149.1372200606947</c:v>
                </c:pt>
                <c:pt idx="298">
                  <c:v>7148.4843974758933</c:v>
                </c:pt>
                <c:pt idx="299">
                  <c:v>7144.2365221181326</c:v>
                </c:pt>
                <c:pt idx="300">
                  <c:v>7141.564775386053</c:v>
                </c:pt>
                <c:pt idx="301">
                  <c:v>7131.2792405763903</c:v>
                </c:pt>
                <c:pt idx="302">
                  <c:v>7127.7216512683717</c:v>
                </c:pt>
                <c:pt idx="303">
                  <c:v>7126.4453637230845</c:v>
                </c:pt>
                <c:pt idx="304">
                  <c:v>7118.2859624475677</c:v>
                </c:pt>
                <c:pt idx="305">
                  <c:v>7114.7033759409896</c:v>
                </c:pt>
                <c:pt idx="306">
                  <c:v>7111.8090074370393</c:v>
                </c:pt>
                <c:pt idx="307">
                  <c:v>7109.5372673115889</c:v>
                </c:pt>
                <c:pt idx="308">
                  <c:v>7098.4646441497307</c:v>
                </c:pt>
                <c:pt idx="309">
                  <c:v>7098.9457643028036</c:v>
                </c:pt>
                <c:pt idx="310">
                  <c:v>7089.5854010300336</c:v>
                </c:pt>
                <c:pt idx="311">
                  <c:v>7080.4832162383846</c:v>
                </c:pt>
                <c:pt idx="312">
                  <c:v>7076.0652014137813</c:v>
                </c:pt>
                <c:pt idx="313">
                  <c:v>7071.2813603488903</c:v>
                </c:pt>
                <c:pt idx="314">
                  <c:v>7064.3090158123687</c:v>
                </c:pt>
                <c:pt idx="315">
                  <c:v>7061.2564519029793</c:v>
                </c:pt>
                <c:pt idx="316">
                  <c:v>7056.999927799654</c:v>
                </c:pt>
                <c:pt idx="317">
                  <c:v>7054.7973854982893</c:v>
                </c:pt>
                <c:pt idx="318">
                  <c:v>7046.4412644359963</c:v>
                </c:pt>
                <c:pt idx="319">
                  <c:v>7044.0721668025435</c:v>
                </c:pt>
                <c:pt idx="320">
                  <c:v>7038.560723561839</c:v>
                </c:pt>
                <c:pt idx="321">
                  <c:v>7030.6603753628533</c:v>
                </c:pt>
                <c:pt idx="322">
                  <c:v>7026.1001798212583</c:v>
                </c:pt>
                <c:pt idx="323">
                  <c:v>7023.470587179886</c:v>
                </c:pt>
                <c:pt idx="324">
                  <c:v>7019.2564095051812</c:v>
                </c:pt>
                <c:pt idx="325">
                  <c:v>7010.0796449416239</c:v>
                </c:pt>
                <c:pt idx="326">
                  <c:v>7006.3782190162092</c:v>
                </c:pt>
                <c:pt idx="327">
                  <c:v>6998.8068407301234</c:v>
                </c:pt>
                <c:pt idx="328">
                  <c:v>6997.826751458977</c:v>
                </c:pt>
                <c:pt idx="329">
                  <c:v>6991.766467184234</c:v>
                </c:pt>
                <c:pt idx="330">
                  <c:v>6990.8025041999181</c:v>
                </c:pt>
                <c:pt idx="331">
                  <c:v>6989.8331209379012</c:v>
                </c:pt>
                <c:pt idx="332">
                  <c:v>6983.3513858529795</c:v>
                </c:pt>
                <c:pt idx="333">
                  <c:v>6976.2563932294797</c:v>
                </c:pt>
                <c:pt idx="334">
                  <c:v>6976.0309861089536</c:v>
                </c:pt>
                <c:pt idx="335">
                  <c:v>6967.9783973615376</c:v>
                </c:pt>
                <c:pt idx="336">
                  <c:v>6963.1279301749919</c:v>
                </c:pt>
                <c:pt idx="337">
                  <c:v>6959.5991993551943</c:v>
                </c:pt>
                <c:pt idx="338">
                  <c:v>6960.4845744388222</c:v>
                </c:pt>
                <c:pt idx="339">
                  <c:v>6955.9433991391688</c:v>
                </c:pt>
                <c:pt idx="340">
                  <c:v>6945.971990846072</c:v>
                </c:pt>
                <c:pt idx="341">
                  <c:v>6944.7560788250721</c:v>
                </c:pt>
                <c:pt idx="342">
                  <c:v>6935.7715840438523</c:v>
                </c:pt>
                <c:pt idx="343">
                  <c:v>6936.9931653347794</c:v>
                </c:pt>
                <c:pt idx="344">
                  <c:v>6932.8937128738526</c:v>
                </c:pt>
                <c:pt idx="345">
                  <c:v>6927.0643308286963</c:v>
                </c:pt>
                <c:pt idx="346">
                  <c:v>6920.6676650272912</c:v>
                </c:pt>
                <c:pt idx="347">
                  <c:v>6919.3498508417979</c:v>
                </c:pt>
                <c:pt idx="348">
                  <c:v>6911.4248358115383</c:v>
                </c:pt>
                <c:pt idx="349">
                  <c:v>6908.9390260224209</c:v>
                </c:pt>
                <c:pt idx="350">
                  <c:v>6900.0772310448929</c:v>
                </c:pt>
                <c:pt idx="351">
                  <c:v>6896.8833145873414</c:v>
                </c:pt>
                <c:pt idx="352">
                  <c:v>6891.9972805626276</c:v>
                </c:pt>
                <c:pt idx="353">
                  <c:v>6887.3784692099725</c:v>
                </c:pt>
                <c:pt idx="354">
                  <c:v>6886.4747008287859</c:v>
                </c:pt>
                <c:pt idx="355">
                  <c:v>6882.7096104550656</c:v>
                </c:pt>
                <c:pt idx="356">
                  <c:v>6876.5525558782228</c:v>
                </c:pt>
                <c:pt idx="357">
                  <c:v>6872.1034070966562</c:v>
                </c:pt>
                <c:pt idx="358">
                  <c:v>6864.8629944076447</c:v>
                </c:pt>
                <c:pt idx="359">
                  <c:v>6860.0092391866274</c:v>
                </c:pt>
                <c:pt idx="360">
                  <c:v>6854.5986999660172</c:v>
                </c:pt>
                <c:pt idx="361">
                  <c:v>6849.3786659058132</c:v>
                </c:pt>
                <c:pt idx="362">
                  <c:v>6843.3070453775763</c:v>
                </c:pt>
                <c:pt idx="363">
                  <c:v>6840.5767346795374</c:v>
                </c:pt>
                <c:pt idx="364">
                  <c:v>6837.1846186284074</c:v>
                </c:pt>
                <c:pt idx="365">
                  <c:v>6830.0940763757326</c:v>
                </c:pt>
                <c:pt idx="366">
                  <c:v>6822.3469937038153</c:v>
                </c:pt>
                <c:pt idx="367">
                  <c:v>6816.1793028707834</c:v>
                </c:pt>
                <c:pt idx="368">
                  <c:v>6821.6776365356973</c:v>
                </c:pt>
                <c:pt idx="369">
                  <c:v>6818.2268226811047</c:v>
                </c:pt>
                <c:pt idx="370">
                  <c:v>6811.2455526813483</c:v>
                </c:pt>
                <c:pt idx="371">
                  <c:v>6807.8148240807086</c:v>
                </c:pt>
                <c:pt idx="372">
                  <c:v>6799.0101223235069</c:v>
                </c:pt>
                <c:pt idx="373">
                  <c:v>6798.1809018138038</c:v>
                </c:pt>
                <c:pt idx="374">
                  <c:v>6800.8973479060787</c:v>
                </c:pt>
                <c:pt idx="375">
                  <c:v>6789.3648371014242</c:v>
                </c:pt>
                <c:pt idx="376">
                  <c:v>6790.5449527531046</c:v>
                </c:pt>
                <c:pt idx="377">
                  <c:v>6789.2500967651304</c:v>
                </c:pt>
                <c:pt idx="378">
                  <c:v>6781.293979257528</c:v>
                </c:pt>
                <c:pt idx="379">
                  <c:v>6774.1065128799073</c:v>
                </c:pt>
                <c:pt idx="380">
                  <c:v>6767.9536504492426</c:v>
                </c:pt>
                <c:pt idx="381">
                  <c:v>6768.2096180926183</c:v>
                </c:pt>
                <c:pt idx="382">
                  <c:v>6763.4111697159451</c:v>
                </c:pt>
                <c:pt idx="383">
                  <c:v>6754.0982469246883</c:v>
                </c:pt>
                <c:pt idx="384">
                  <c:v>6749.9814283624473</c:v>
                </c:pt>
                <c:pt idx="385">
                  <c:v>6745.7998938258843</c:v>
                </c:pt>
                <c:pt idx="386">
                  <c:v>6738.3300978503612</c:v>
                </c:pt>
                <c:pt idx="387">
                  <c:v>6737.4150339148928</c:v>
                </c:pt>
                <c:pt idx="388">
                  <c:v>6734.1474361284281</c:v>
                </c:pt>
                <c:pt idx="389">
                  <c:v>6726.0197734120302</c:v>
                </c:pt>
                <c:pt idx="390">
                  <c:v>6723.1592838131655</c:v>
                </c:pt>
                <c:pt idx="391">
                  <c:v>6720.0329905113658</c:v>
                </c:pt>
                <c:pt idx="392">
                  <c:v>6715.921268071861</c:v>
                </c:pt>
                <c:pt idx="393">
                  <c:v>6715.7505344619385</c:v>
                </c:pt>
                <c:pt idx="394">
                  <c:v>6707.0468138091874</c:v>
                </c:pt>
                <c:pt idx="395">
                  <c:v>6704.7422623773664</c:v>
                </c:pt>
                <c:pt idx="396">
                  <c:v>6699.7542947333077</c:v>
                </c:pt>
                <c:pt idx="397">
                  <c:v>6700.218524555472</c:v>
                </c:pt>
                <c:pt idx="398">
                  <c:v>6694.812555534264</c:v>
                </c:pt>
                <c:pt idx="399">
                  <c:v>6692.3398298036809</c:v>
                </c:pt>
                <c:pt idx="400">
                  <c:v>6686.6523860766993</c:v>
                </c:pt>
                <c:pt idx="401">
                  <c:v>6680.8315340693298</c:v>
                </c:pt>
                <c:pt idx="402">
                  <c:v>6676.6544031015528</c:v>
                </c:pt>
                <c:pt idx="403">
                  <c:v>6672.691141328778</c:v>
                </c:pt>
                <c:pt idx="404">
                  <c:v>6669.6314492479469</c:v>
                </c:pt>
                <c:pt idx="405">
                  <c:v>6663.2567336949651</c:v>
                </c:pt>
                <c:pt idx="406">
                  <c:v>6659.5393784459084</c:v>
                </c:pt>
                <c:pt idx="407">
                  <c:v>6652.9355632729694</c:v>
                </c:pt>
                <c:pt idx="408">
                  <c:v>6655.3664493346341</c:v>
                </c:pt>
                <c:pt idx="409">
                  <c:v>6650.6683930453391</c:v>
                </c:pt>
                <c:pt idx="410">
                  <c:v>6642.8496542347466</c:v>
                </c:pt>
                <c:pt idx="411">
                  <c:v>6636.6316587176188</c:v>
                </c:pt>
                <c:pt idx="412">
                  <c:v>6635.0650026755429</c:v>
                </c:pt>
                <c:pt idx="413">
                  <c:v>6638.0576170276854</c:v>
                </c:pt>
                <c:pt idx="414">
                  <c:v>6626.7622261510851</c:v>
                </c:pt>
                <c:pt idx="415">
                  <c:v>6621.70469807068</c:v>
                </c:pt>
                <c:pt idx="416">
                  <c:v>6617.4640755305281</c:v>
                </c:pt>
                <c:pt idx="417">
                  <c:v>6615.7771102370443</c:v>
                </c:pt>
                <c:pt idx="418">
                  <c:v>6605.1153765777435</c:v>
                </c:pt>
                <c:pt idx="419">
                  <c:v>6600.5848202207153</c:v>
                </c:pt>
                <c:pt idx="420">
                  <c:v>6600.6898177272597</c:v>
                </c:pt>
                <c:pt idx="421">
                  <c:v>6591.4484390842226</c:v>
                </c:pt>
                <c:pt idx="422">
                  <c:v>6587.5779602316179</c:v>
                </c:pt>
                <c:pt idx="423">
                  <c:v>6588.3114211318243</c:v>
                </c:pt>
                <c:pt idx="424">
                  <c:v>6584.4826185225074</c:v>
                </c:pt>
                <c:pt idx="425">
                  <c:v>6578.389456199051</c:v>
                </c:pt>
                <c:pt idx="426">
                  <c:v>6575.6695839785716</c:v>
                </c:pt>
                <c:pt idx="427">
                  <c:v>6567.8316406530612</c:v>
                </c:pt>
                <c:pt idx="428">
                  <c:v>6563.2363508572671</c:v>
                </c:pt>
                <c:pt idx="429">
                  <c:v>6553.8603137532409</c:v>
                </c:pt>
                <c:pt idx="430">
                  <c:v>6548.6140099133545</c:v>
                </c:pt>
                <c:pt idx="431">
                  <c:v>6545.7050303193964</c:v>
                </c:pt>
                <c:pt idx="432">
                  <c:v>6545.3511875202785</c:v>
                </c:pt>
                <c:pt idx="433">
                  <c:v>6546.4391805710256</c:v>
                </c:pt>
                <c:pt idx="434">
                  <c:v>6541.6669050180099</c:v>
                </c:pt>
                <c:pt idx="435">
                  <c:v>6535.6634629909258</c:v>
                </c:pt>
                <c:pt idx="436">
                  <c:v>6532.4671003386593</c:v>
                </c:pt>
                <c:pt idx="437">
                  <c:v>6531.5373791290112</c:v>
                </c:pt>
                <c:pt idx="438">
                  <c:v>6526.3726194481824</c:v>
                </c:pt>
                <c:pt idx="439">
                  <c:v>6518.4358960296722</c:v>
                </c:pt>
                <c:pt idx="440">
                  <c:v>6513.7346855112955</c:v>
                </c:pt>
                <c:pt idx="441">
                  <c:v>6510.9784843429879</c:v>
                </c:pt>
                <c:pt idx="442">
                  <c:v>6511.0175087600583</c:v>
                </c:pt>
                <c:pt idx="443">
                  <c:v>6508.0243741294307</c:v>
                </c:pt>
                <c:pt idx="444">
                  <c:v>6504.8245016057135</c:v>
                </c:pt>
                <c:pt idx="445">
                  <c:v>6494.9310712432525</c:v>
                </c:pt>
                <c:pt idx="446">
                  <c:v>6495.9457850967192</c:v>
                </c:pt>
                <c:pt idx="447">
                  <c:v>6489.7464277367999</c:v>
                </c:pt>
                <c:pt idx="448">
                  <c:v>6489.5492873827698</c:v>
                </c:pt>
                <c:pt idx="449">
                  <c:v>6482.8647560956069</c:v>
                </c:pt>
                <c:pt idx="450">
                  <c:v>6478.2006700522888</c:v>
                </c:pt>
                <c:pt idx="451">
                  <c:v>6474.3177310970295</c:v>
                </c:pt>
                <c:pt idx="452">
                  <c:v>6465.3098231242948</c:v>
                </c:pt>
                <c:pt idx="453">
                  <c:v>6463.778409161212</c:v>
                </c:pt>
                <c:pt idx="454">
                  <c:v>6456.0016624875243</c:v>
                </c:pt>
                <c:pt idx="455">
                  <c:v>6455.7637902609713</c:v>
                </c:pt>
                <c:pt idx="456">
                  <c:v>6449.6220923922338</c:v>
                </c:pt>
                <c:pt idx="457">
                  <c:v>6443.3916835094969</c:v>
                </c:pt>
                <c:pt idx="458">
                  <c:v>6437.8688817920865</c:v>
                </c:pt>
                <c:pt idx="459">
                  <c:v>6434.9717815993245</c:v>
                </c:pt>
                <c:pt idx="460">
                  <c:v>6432.9352278948827</c:v>
                </c:pt>
                <c:pt idx="461">
                  <c:v>6426.7681498861148</c:v>
                </c:pt>
                <c:pt idx="462">
                  <c:v>6422.0425742771185</c:v>
                </c:pt>
                <c:pt idx="463">
                  <c:v>6416.9632130843584</c:v>
                </c:pt>
                <c:pt idx="464">
                  <c:v>6413.2084854927962</c:v>
                </c:pt>
                <c:pt idx="465">
                  <c:v>6409.1736875302186</c:v>
                </c:pt>
                <c:pt idx="466">
                  <c:v>6410.6720412971827</c:v>
                </c:pt>
                <c:pt idx="467">
                  <c:v>6405.2108161330052</c:v>
                </c:pt>
                <c:pt idx="468">
                  <c:v>6399.9295055156781</c:v>
                </c:pt>
                <c:pt idx="469">
                  <c:v>6397.4034226693893</c:v>
                </c:pt>
                <c:pt idx="470">
                  <c:v>6394.6106861838107</c:v>
                </c:pt>
                <c:pt idx="471">
                  <c:v>6385.4250841001067</c:v>
                </c:pt>
                <c:pt idx="472">
                  <c:v>6377.749490040329</c:v>
                </c:pt>
                <c:pt idx="473">
                  <c:v>6376.365290642676</c:v>
                </c:pt>
                <c:pt idx="474">
                  <c:v>6374.5218373998223</c:v>
                </c:pt>
                <c:pt idx="475">
                  <c:v>6370.9151848236579</c:v>
                </c:pt>
                <c:pt idx="476">
                  <c:v>6362.8113328194522</c:v>
                </c:pt>
                <c:pt idx="477">
                  <c:v>6357.2263116271279</c:v>
                </c:pt>
                <c:pt idx="478">
                  <c:v>6357.0467443038578</c:v>
                </c:pt>
                <c:pt idx="479">
                  <c:v>6344.9487908535139</c:v>
                </c:pt>
                <c:pt idx="480">
                  <c:v>6343.5493759680139</c:v>
                </c:pt>
                <c:pt idx="481">
                  <c:v>6343.359248158522</c:v>
                </c:pt>
                <c:pt idx="482">
                  <c:v>6336.1638647307855</c:v>
                </c:pt>
                <c:pt idx="483">
                  <c:v>6337.3584813777998</c:v>
                </c:pt>
                <c:pt idx="484">
                  <c:v>6333.6020280130997</c:v>
                </c:pt>
                <c:pt idx="485">
                  <c:v>6329.3061276644203</c:v>
                </c:pt>
                <c:pt idx="486">
                  <c:v>6324.1534869187426</c:v>
                </c:pt>
                <c:pt idx="487">
                  <c:v>6321.0801638688445</c:v>
                </c:pt>
                <c:pt idx="488">
                  <c:v>6319.4430757313994</c:v>
                </c:pt>
                <c:pt idx="489">
                  <c:v>6312.7662267181895</c:v>
                </c:pt>
                <c:pt idx="490">
                  <c:v>6313.174734590546</c:v>
                </c:pt>
                <c:pt idx="491">
                  <c:v>6307.4482831901641</c:v>
                </c:pt>
                <c:pt idx="492">
                  <c:v>6303.9890796887885</c:v>
                </c:pt>
                <c:pt idx="493">
                  <c:v>6302.4579504996946</c:v>
                </c:pt>
                <c:pt idx="494">
                  <c:v>6295.9257884744602</c:v>
                </c:pt>
                <c:pt idx="495">
                  <c:v>6295.9576145131505</c:v>
                </c:pt>
                <c:pt idx="496">
                  <c:v>6289.7956029087072</c:v>
                </c:pt>
                <c:pt idx="497">
                  <c:v>6281.7954444253737</c:v>
                </c:pt>
                <c:pt idx="498">
                  <c:v>6276.5150676959656</c:v>
                </c:pt>
                <c:pt idx="499">
                  <c:v>6275.5337173635544</c:v>
                </c:pt>
                <c:pt idx="500">
                  <c:v>6268.7233849918739</c:v>
                </c:pt>
                <c:pt idx="501">
                  <c:v>6265.8257107688887</c:v>
                </c:pt>
                <c:pt idx="502">
                  <c:v>6265.1792207727913</c:v>
                </c:pt>
                <c:pt idx="503">
                  <c:v>6257.6562122258601</c:v>
                </c:pt>
                <c:pt idx="504">
                  <c:v>6252.1815019268997</c:v>
                </c:pt>
                <c:pt idx="505">
                  <c:v>6248.3666188712195</c:v>
                </c:pt>
                <c:pt idx="506">
                  <c:v>6244.4138185876027</c:v>
                </c:pt>
                <c:pt idx="507">
                  <c:v>6243.6720160531995</c:v>
                </c:pt>
                <c:pt idx="508">
                  <c:v>6239.0971714441139</c:v>
                </c:pt>
                <c:pt idx="509">
                  <c:v>6234.436002926981</c:v>
                </c:pt>
                <c:pt idx="510">
                  <c:v>6225.4615694329168</c:v>
                </c:pt>
                <c:pt idx="511">
                  <c:v>6222.5253064803592</c:v>
                </c:pt>
                <c:pt idx="512">
                  <c:v>6217.3714600718304</c:v>
                </c:pt>
                <c:pt idx="513">
                  <c:v>6213.1064354224654</c:v>
                </c:pt>
                <c:pt idx="514">
                  <c:v>6206.5588516231501</c:v>
                </c:pt>
                <c:pt idx="515">
                  <c:v>6204.1445304437411</c:v>
                </c:pt>
                <c:pt idx="516">
                  <c:v>6199.8189546412877</c:v>
                </c:pt>
                <c:pt idx="517">
                  <c:v>6194.5276429072819</c:v>
                </c:pt>
                <c:pt idx="518">
                  <c:v>6193.1681153099089</c:v>
                </c:pt>
                <c:pt idx="519">
                  <c:v>6188.1491887815364</c:v>
                </c:pt>
                <c:pt idx="520">
                  <c:v>6181.089033903203</c:v>
                </c:pt>
                <c:pt idx="521">
                  <c:v>6182.0466783501124</c:v>
                </c:pt>
                <c:pt idx="522">
                  <c:v>6172.7220227650378</c:v>
                </c:pt>
                <c:pt idx="523">
                  <c:v>6171.7257663424107</c:v>
                </c:pt>
                <c:pt idx="524">
                  <c:v>6173.370248070948</c:v>
                </c:pt>
                <c:pt idx="525">
                  <c:v>6167.547993405371</c:v>
                </c:pt>
                <c:pt idx="526">
                  <c:v>6164.61495089863</c:v>
                </c:pt>
                <c:pt idx="527">
                  <c:v>6163.0687925709954</c:v>
                </c:pt>
                <c:pt idx="528">
                  <c:v>6154.8267153296238</c:v>
                </c:pt>
                <c:pt idx="529">
                  <c:v>6154.5895711061939</c:v>
                </c:pt>
                <c:pt idx="530">
                  <c:v>6149.9938903612838</c:v>
                </c:pt>
                <c:pt idx="531">
                  <c:v>6148.147492461313</c:v>
                </c:pt>
                <c:pt idx="532">
                  <c:v>6145.3266853807399</c:v>
                </c:pt>
                <c:pt idx="533">
                  <c:v>6140.8507970435785</c:v>
                </c:pt>
                <c:pt idx="534">
                  <c:v>6133.9884799618776</c:v>
                </c:pt>
                <c:pt idx="535">
                  <c:v>6129.3164448651132</c:v>
                </c:pt>
                <c:pt idx="536">
                  <c:v>6125.8286027275171</c:v>
                </c:pt>
                <c:pt idx="537">
                  <c:v>6123.7353311370707</c:v>
                </c:pt>
                <c:pt idx="538">
                  <c:v>6119.1943744815617</c:v>
                </c:pt>
                <c:pt idx="539">
                  <c:v>6113.7694987197037</c:v>
                </c:pt>
                <c:pt idx="540">
                  <c:v>6107.4596367925751</c:v>
                </c:pt>
                <c:pt idx="541">
                  <c:v>6105.0246039038739</c:v>
                </c:pt>
                <c:pt idx="542">
                  <c:v>6098.4380229296821</c:v>
                </c:pt>
                <c:pt idx="543">
                  <c:v>6094.3994958378335</c:v>
                </c:pt>
                <c:pt idx="544">
                  <c:v>6086.0400681580977</c:v>
                </c:pt>
                <c:pt idx="545">
                  <c:v>6085.0150632628556</c:v>
                </c:pt>
                <c:pt idx="546">
                  <c:v>6083.5520258505467</c:v>
                </c:pt>
                <c:pt idx="547">
                  <c:v>6079.8910657194374</c:v>
                </c:pt>
                <c:pt idx="548">
                  <c:v>6073.4523693212468</c:v>
                </c:pt>
                <c:pt idx="549">
                  <c:v>6073.3113268752713</c:v>
                </c:pt>
                <c:pt idx="550">
                  <c:v>6068.2973981817968</c:v>
                </c:pt>
                <c:pt idx="551">
                  <c:v>6058.5181084326887</c:v>
                </c:pt>
                <c:pt idx="552">
                  <c:v>6054.9851759751582</c:v>
                </c:pt>
                <c:pt idx="553">
                  <c:v>6054.045816951043</c:v>
                </c:pt>
                <c:pt idx="554">
                  <c:v>6048.834710614974</c:v>
                </c:pt>
                <c:pt idx="555">
                  <c:v>6044.0388313829262</c:v>
                </c:pt>
                <c:pt idx="556">
                  <c:v>6040.5704018166507</c:v>
                </c:pt>
                <c:pt idx="557">
                  <c:v>6040.3119600109139</c:v>
                </c:pt>
                <c:pt idx="558">
                  <c:v>6036.2888462432766</c:v>
                </c:pt>
                <c:pt idx="559">
                  <c:v>6030.9815693437995</c:v>
                </c:pt>
                <c:pt idx="560">
                  <c:v>6027.041736113516</c:v>
                </c:pt>
                <c:pt idx="561">
                  <c:v>6025.2989503589306</c:v>
                </c:pt>
                <c:pt idx="562">
                  <c:v>6023.6153636491163</c:v>
                </c:pt>
                <c:pt idx="563">
                  <c:v>6017.7731862639284</c:v>
                </c:pt>
                <c:pt idx="564">
                  <c:v>6013.346282961269</c:v>
                </c:pt>
                <c:pt idx="565">
                  <c:v>6008.8432148402226</c:v>
                </c:pt>
                <c:pt idx="566">
                  <c:v>6002.8828808363269</c:v>
                </c:pt>
                <c:pt idx="567">
                  <c:v>5994.6821126905179</c:v>
                </c:pt>
                <c:pt idx="568">
                  <c:v>5987.8243967287253</c:v>
                </c:pt>
                <c:pt idx="569">
                  <c:v>5985.0472614199007</c:v>
                </c:pt>
                <c:pt idx="570">
                  <c:v>5983.8676071353239</c:v>
                </c:pt>
                <c:pt idx="571">
                  <c:v>5982.6362353091454</c:v>
                </c:pt>
                <c:pt idx="572">
                  <c:v>5974.5272315761249</c:v>
                </c:pt>
                <c:pt idx="573">
                  <c:v>5971.8386957471093</c:v>
                </c:pt>
                <c:pt idx="574">
                  <c:v>5970.6959907611999</c:v>
                </c:pt>
                <c:pt idx="575">
                  <c:v>5968.6866840301627</c:v>
                </c:pt>
                <c:pt idx="576">
                  <c:v>5965.7569433872886</c:v>
                </c:pt>
                <c:pt idx="577">
                  <c:v>5959.4948695174262</c:v>
                </c:pt>
                <c:pt idx="578">
                  <c:v>5955.0257243890082</c:v>
                </c:pt>
                <c:pt idx="579">
                  <c:v>5955.4399361742944</c:v>
                </c:pt>
                <c:pt idx="580">
                  <c:v>5949.6550702353588</c:v>
                </c:pt>
                <c:pt idx="581">
                  <c:v>5945.2627966017299</c:v>
                </c:pt>
                <c:pt idx="582">
                  <c:v>5941.0302322862135</c:v>
                </c:pt>
                <c:pt idx="583">
                  <c:v>5939.4179063088341</c:v>
                </c:pt>
                <c:pt idx="584">
                  <c:v>5933.7411988386866</c:v>
                </c:pt>
                <c:pt idx="585">
                  <c:v>5927.8007870069187</c:v>
                </c:pt>
                <c:pt idx="586">
                  <c:v>5921.5619227361676</c:v>
                </c:pt>
                <c:pt idx="587">
                  <c:v>5917.2413040990014</c:v>
                </c:pt>
                <c:pt idx="588">
                  <c:v>5912.5583947296291</c:v>
                </c:pt>
                <c:pt idx="589">
                  <c:v>5910.7953215301422</c:v>
                </c:pt>
                <c:pt idx="590">
                  <c:v>5906.2240543492917</c:v>
                </c:pt>
                <c:pt idx="591">
                  <c:v>5897.7260002526818</c:v>
                </c:pt>
                <c:pt idx="592">
                  <c:v>5893.0867951827568</c:v>
                </c:pt>
                <c:pt idx="593">
                  <c:v>5889.459331535747</c:v>
                </c:pt>
                <c:pt idx="594">
                  <c:v>5885.9056260329207</c:v>
                </c:pt>
                <c:pt idx="595">
                  <c:v>5885.4921621247886</c:v>
                </c:pt>
                <c:pt idx="596">
                  <c:v>5879.6029699078172</c:v>
                </c:pt>
                <c:pt idx="597">
                  <c:v>5876.9983116339081</c:v>
                </c:pt>
                <c:pt idx="598">
                  <c:v>5878.354622994364</c:v>
                </c:pt>
                <c:pt idx="599">
                  <c:v>5872.4007102644609</c:v>
                </c:pt>
                <c:pt idx="600">
                  <c:v>5868.211579306525</c:v>
                </c:pt>
                <c:pt idx="601">
                  <c:v>5865.1274169852577</c:v>
                </c:pt>
                <c:pt idx="602">
                  <c:v>5859.9101067784504</c:v>
                </c:pt>
                <c:pt idx="603">
                  <c:v>5861.1148352002156</c:v>
                </c:pt>
                <c:pt idx="604">
                  <c:v>5854.7566214152648</c:v>
                </c:pt>
                <c:pt idx="605">
                  <c:v>5848.7416375810326</c:v>
                </c:pt>
                <c:pt idx="606">
                  <c:v>5844.2170166761434</c:v>
                </c:pt>
                <c:pt idx="607">
                  <c:v>5837.4454248513966</c:v>
                </c:pt>
                <c:pt idx="608">
                  <c:v>5833.4129102784045</c:v>
                </c:pt>
                <c:pt idx="609">
                  <c:v>5833.4453445717863</c:v>
                </c:pt>
                <c:pt idx="610">
                  <c:v>5828.5166457767609</c:v>
                </c:pt>
                <c:pt idx="611">
                  <c:v>5825.0515247514777</c:v>
                </c:pt>
                <c:pt idx="612">
                  <c:v>5821.7350742252056</c:v>
                </c:pt>
                <c:pt idx="613">
                  <c:v>5811.6310231428733</c:v>
                </c:pt>
                <c:pt idx="614">
                  <c:v>5810.9308643537097</c:v>
                </c:pt>
                <c:pt idx="615">
                  <c:v>5806.6686146064349</c:v>
                </c:pt>
                <c:pt idx="616">
                  <c:v>5808.8173529765027</c:v>
                </c:pt>
                <c:pt idx="617">
                  <c:v>5804.0420275025845</c:v>
                </c:pt>
                <c:pt idx="618">
                  <c:v>5797.600658883418</c:v>
                </c:pt>
                <c:pt idx="619">
                  <c:v>5792.5878639226394</c:v>
                </c:pt>
                <c:pt idx="620">
                  <c:v>5790.0431037022818</c:v>
                </c:pt>
                <c:pt idx="621">
                  <c:v>5785.74935881897</c:v>
                </c:pt>
                <c:pt idx="622">
                  <c:v>5780.0627074343902</c:v>
                </c:pt>
                <c:pt idx="623">
                  <c:v>5773.5115592434813</c:v>
                </c:pt>
                <c:pt idx="624">
                  <c:v>5767.4984174263245</c:v>
                </c:pt>
                <c:pt idx="625">
                  <c:v>5762.5714511541491</c:v>
                </c:pt>
                <c:pt idx="626">
                  <c:v>5763.0819978804229</c:v>
                </c:pt>
                <c:pt idx="627">
                  <c:v>5757.3938220429427</c:v>
                </c:pt>
                <c:pt idx="628">
                  <c:v>5753.0708548396506</c:v>
                </c:pt>
                <c:pt idx="629">
                  <c:v>5755.1999680590943</c:v>
                </c:pt>
                <c:pt idx="630">
                  <c:v>5749.3787162797416</c:v>
                </c:pt>
                <c:pt idx="631">
                  <c:v>5745.7051458801925</c:v>
                </c:pt>
                <c:pt idx="632">
                  <c:v>5740.9094099216018</c:v>
                </c:pt>
                <c:pt idx="633">
                  <c:v>5741.1785961312198</c:v>
                </c:pt>
                <c:pt idx="634">
                  <c:v>5735.5369838587285</c:v>
                </c:pt>
                <c:pt idx="635">
                  <c:v>5732.0649769972879</c:v>
                </c:pt>
                <c:pt idx="636">
                  <c:v>5728.5869951084806</c:v>
                </c:pt>
                <c:pt idx="637">
                  <c:v>5724.7357393905477</c:v>
                </c:pt>
                <c:pt idx="638">
                  <c:v>5723.9656342780872</c:v>
                </c:pt>
                <c:pt idx="639">
                  <c:v>5714.0259656872604</c:v>
                </c:pt>
                <c:pt idx="640">
                  <c:v>5711.8795445711949</c:v>
                </c:pt>
                <c:pt idx="641">
                  <c:v>5706.906580968046</c:v>
                </c:pt>
                <c:pt idx="642">
                  <c:v>5704.6468984523663</c:v>
                </c:pt>
                <c:pt idx="643">
                  <c:v>5700.5498790598813</c:v>
                </c:pt>
                <c:pt idx="644">
                  <c:v>5693.5134934155003</c:v>
                </c:pt>
                <c:pt idx="645">
                  <c:v>5695.116225647932</c:v>
                </c:pt>
                <c:pt idx="646">
                  <c:v>5690.251906013822</c:v>
                </c:pt>
                <c:pt idx="647">
                  <c:v>5684.6995574937737</c:v>
                </c:pt>
                <c:pt idx="648">
                  <c:v>5683.730661281691</c:v>
                </c:pt>
                <c:pt idx="649">
                  <c:v>5674.520061276904</c:v>
                </c:pt>
                <c:pt idx="650">
                  <c:v>5674.6212136263812</c:v>
                </c:pt>
                <c:pt idx="651">
                  <c:v>5670.4096422037419</c:v>
                </c:pt>
                <c:pt idx="652">
                  <c:v>5667.1510777753374</c:v>
                </c:pt>
                <c:pt idx="653">
                  <c:v>5662.4947227434805</c:v>
                </c:pt>
                <c:pt idx="654">
                  <c:v>5655.7011637828418</c:v>
                </c:pt>
                <c:pt idx="655">
                  <c:v>5656.9974142284609</c:v>
                </c:pt>
                <c:pt idx="656">
                  <c:v>5651.2743710876093</c:v>
                </c:pt>
                <c:pt idx="657">
                  <c:v>5646.2827829665321</c:v>
                </c:pt>
                <c:pt idx="658">
                  <c:v>5642.2290910581996</c:v>
                </c:pt>
                <c:pt idx="659">
                  <c:v>5640.6401810663356</c:v>
                </c:pt>
                <c:pt idx="660">
                  <c:v>5632.9457081894634</c:v>
                </c:pt>
                <c:pt idx="661">
                  <c:v>5627.7336344142877</c:v>
                </c:pt>
                <c:pt idx="662">
                  <c:v>5623.2894887797847</c:v>
                </c:pt>
                <c:pt idx="663">
                  <c:v>5619.524222651281</c:v>
                </c:pt>
                <c:pt idx="664">
                  <c:v>5619.2857157052749</c:v>
                </c:pt>
                <c:pt idx="665">
                  <c:v>5612.4106073715611</c:v>
                </c:pt>
                <c:pt idx="666">
                  <c:v>5607.4313308512865</c:v>
                </c:pt>
                <c:pt idx="667">
                  <c:v>5604.1541931107877</c:v>
                </c:pt>
                <c:pt idx="668">
                  <c:v>5605.1141368318868</c:v>
                </c:pt>
                <c:pt idx="669">
                  <c:v>5597.4068935804262</c:v>
                </c:pt>
                <c:pt idx="670">
                  <c:v>5593.8072929638665</c:v>
                </c:pt>
                <c:pt idx="671">
                  <c:v>5592.1501844208069</c:v>
                </c:pt>
                <c:pt idx="672">
                  <c:v>5593.4914198980896</c:v>
                </c:pt>
                <c:pt idx="673">
                  <c:v>5584.9081571419174</c:v>
                </c:pt>
                <c:pt idx="674">
                  <c:v>5584.9157740496148</c:v>
                </c:pt>
                <c:pt idx="675">
                  <c:v>5578.7007710588932</c:v>
                </c:pt>
                <c:pt idx="676">
                  <c:v>5577.1851722118263</c:v>
                </c:pt>
                <c:pt idx="677">
                  <c:v>5575.3660597315375</c:v>
                </c:pt>
                <c:pt idx="678">
                  <c:v>5569.6510841930849</c:v>
                </c:pt>
                <c:pt idx="679">
                  <c:v>5563.6153873081294</c:v>
                </c:pt>
                <c:pt idx="680">
                  <c:v>5553.6341552698159</c:v>
                </c:pt>
                <c:pt idx="681">
                  <c:v>5548.7578451914414</c:v>
                </c:pt>
                <c:pt idx="682">
                  <c:v>5547.4705522151653</c:v>
                </c:pt>
                <c:pt idx="683">
                  <c:v>5545.0943841791968</c:v>
                </c:pt>
                <c:pt idx="684">
                  <c:v>5541.5595580967547</c:v>
                </c:pt>
                <c:pt idx="685">
                  <c:v>5538.6062169075394</c:v>
                </c:pt>
                <c:pt idx="686">
                  <c:v>5532.0879360253894</c:v>
                </c:pt>
                <c:pt idx="687">
                  <c:v>5527.8773767602961</c:v>
                </c:pt>
                <c:pt idx="688">
                  <c:v>5530.5990953966257</c:v>
                </c:pt>
                <c:pt idx="689">
                  <c:v>5523.3629224798888</c:v>
                </c:pt>
                <c:pt idx="690">
                  <c:v>5518.8112530024973</c:v>
                </c:pt>
                <c:pt idx="691">
                  <c:v>5515.7531180863334</c:v>
                </c:pt>
                <c:pt idx="692">
                  <c:v>5515.7669246033502</c:v>
                </c:pt>
                <c:pt idx="693">
                  <c:v>5505.6435659037816</c:v>
                </c:pt>
                <c:pt idx="694">
                  <c:v>5500.4750749745253</c:v>
                </c:pt>
                <c:pt idx="695">
                  <c:v>5497.0440941014431</c:v>
                </c:pt>
                <c:pt idx="696">
                  <c:v>5492.9381736498999</c:v>
                </c:pt>
                <c:pt idx="697">
                  <c:v>5488.9399809584138</c:v>
                </c:pt>
                <c:pt idx="698">
                  <c:v>5482.753200498244</c:v>
                </c:pt>
                <c:pt idx="699">
                  <c:v>5481.6118668977033</c:v>
                </c:pt>
                <c:pt idx="700">
                  <c:v>5479.8266008778646</c:v>
                </c:pt>
                <c:pt idx="701">
                  <c:v>5474.5067179505031</c:v>
                </c:pt>
                <c:pt idx="702">
                  <c:v>5469.1210087487616</c:v>
                </c:pt>
                <c:pt idx="703">
                  <c:v>5466.0440267419935</c:v>
                </c:pt>
                <c:pt idx="704">
                  <c:v>5466.0106567120301</c:v>
                </c:pt>
                <c:pt idx="705">
                  <c:v>5462.5784244550232</c:v>
                </c:pt>
                <c:pt idx="706">
                  <c:v>5459.5053308265869</c:v>
                </c:pt>
                <c:pt idx="707">
                  <c:v>5457.7271414292827</c:v>
                </c:pt>
                <c:pt idx="708">
                  <c:v>5453.6596457132828</c:v>
                </c:pt>
                <c:pt idx="709">
                  <c:v>5446.6347583734259</c:v>
                </c:pt>
                <c:pt idx="710">
                  <c:v>5447.2736349710231</c:v>
                </c:pt>
                <c:pt idx="711">
                  <c:v>5446.1893405555666</c:v>
                </c:pt>
                <c:pt idx="712">
                  <c:v>5437.7628989782825</c:v>
                </c:pt>
                <c:pt idx="713">
                  <c:v>5436.7152604318489</c:v>
                </c:pt>
                <c:pt idx="714">
                  <c:v>5428.5426214175959</c:v>
                </c:pt>
                <c:pt idx="715">
                  <c:v>5426.7353316274239</c:v>
                </c:pt>
                <c:pt idx="716">
                  <c:v>5419.9020355673583</c:v>
                </c:pt>
                <c:pt idx="717">
                  <c:v>5420.6154585483055</c:v>
                </c:pt>
                <c:pt idx="718">
                  <c:v>5415.0641296357335</c:v>
                </c:pt>
                <c:pt idx="719">
                  <c:v>5405.7358115342813</c:v>
                </c:pt>
                <c:pt idx="720">
                  <c:v>5401.7543377455731</c:v>
                </c:pt>
                <c:pt idx="721">
                  <c:v>5399.2069709305106</c:v>
                </c:pt>
                <c:pt idx="722">
                  <c:v>5393.8865100797884</c:v>
                </c:pt>
                <c:pt idx="723">
                  <c:v>5388.5934279614121</c:v>
                </c:pt>
                <c:pt idx="724">
                  <c:v>5385.0110497487494</c:v>
                </c:pt>
                <c:pt idx="725">
                  <c:v>5381.404837942071</c:v>
                </c:pt>
                <c:pt idx="726">
                  <c:v>5382.3403773688478</c:v>
                </c:pt>
                <c:pt idx="727">
                  <c:v>5375.0587535901077</c:v>
                </c:pt>
                <c:pt idx="728">
                  <c:v>5371.8214872117387</c:v>
                </c:pt>
                <c:pt idx="729">
                  <c:v>5369.8453047420408</c:v>
                </c:pt>
                <c:pt idx="730">
                  <c:v>5365.6126269907527</c:v>
                </c:pt>
                <c:pt idx="731">
                  <c:v>5363.4611546983751</c:v>
                </c:pt>
                <c:pt idx="732">
                  <c:v>5361.6134772381702</c:v>
                </c:pt>
                <c:pt idx="733">
                  <c:v>5356.7951174434256</c:v>
                </c:pt>
                <c:pt idx="734">
                  <c:v>5348.7682877502102</c:v>
                </c:pt>
                <c:pt idx="735">
                  <c:v>5345.0440307838226</c:v>
                </c:pt>
                <c:pt idx="736">
                  <c:v>5341.7878992569376</c:v>
                </c:pt>
                <c:pt idx="737">
                  <c:v>5340.6212578018931</c:v>
                </c:pt>
                <c:pt idx="738">
                  <c:v>5335.5401625736795</c:v>
                </c:pt>
                <c:pt idx="739">
                  <c:v>5332.8417658529497</c:v>
                </c:pt>
                <c:pt idx="740">
                  <c:v>5327.8329329328917</c:v>
                </c:pt>
                <c:pt idx="741">
                  <c:v>5323.8865955323799</c:v>
                </c:pt>
                <c:pt idx="742">
                  <c:v>5323.8636580570883</c:v>
                </c:pt>
                <c:pt idx="743">
                  <c:v>5325.3307337529186</c:v>
                </c:pt>
                <c:pt idx="744">
                  <c:v>5318.0987938072685</c:v>
                </c:pt>
                <c:pt idx="745">
                  <c:v>5319.4586928280041</c:v>
                </c:pt>
                <c:pt idx="746">
                  <c:v>5311.5561406034631</c:v>
                </c:pt>
                <c:pt idx="747">
                  <c:v>5309.0167727117641</c:v>
                </c:pt>
                <c:pt idx="748">
                  <c:v>5306.3391506108546</c:v>
                </c:pt>
                <c:pt idx="749">
                  <c:v>5296.9500759549546</c:v>
                </c:pt>
                <c:pt idx="750">
                  <c:v>5297.1370717478621</c:v>
                </c:pt>
                <c:pt idx="751">
                  <c:v>5293.1905117350552</c:v>
                </c:pt>
                <c:pt idx="752">
                  <c:v>5289.3949951743398</c:v>
                </c:pt>
                <c:pt idx="753">
                  <c:v>5282.9993258857648</c:v>
                </c:pt>
                <c:pt idx="754">
                  <c:v>5278.337349711961</c:v>
                </c:pt>
                <c:pt idx="755">
                  <c:v>5275.8036018109669</c:v>
                </c:pt>
                <c:pt idx="756">
                  <c:v>5270.8320265952352</c:v>
                </c:pt>
                <c:pt idx="757">
                  <c:v>5269.2428803083531</c:v>
                </c:pt>
                <c:pt idx="758">
                  <c:v>5262.5649834156147</c:v>
                </c:pt>
                <c:pt idx="759">
                  <c:v>5258.4132393034961</c:v>
                </c:pt>
                <c:pt idx="760">
                  <c:v>5252.6005901754716</c:v>
                </c:pt>
                <c:pt idx="761">
                  <c:v>5247.8741540425053</c:v>
                </c:pt>
                <c:pt idx="762">
                  <c:v>5244.1645084962875</c:v>
                </c:pt>
                <c:pt idx="763">
                  <c:v>5239.271237505809</c:v>
                </c:pt>
                <c:pt idx="764">
                  <c:v>5239.0245123732311</c:v>
                </c:pt>
                <c:pt idx="765">
                  <c:v>5233.2218822293999</c:v>
                </c:pt>
                <c:pt idx="766">
                  <c:v>5228.8167301859066</c:v>
                </c:pt>
                <c:pt idx="767">
                  <c:v>5226.7681511593019</c:v>
                </c:pt>
                <c:pt idx="768">
                  <c:v>5223.6104985381153</c:v>
                </c:pt>
                <c:pt idx="769">
                  <c:v>5221.7111569618328</c:v>
                </c:pt>
                <c:pt idx="770">
                  <c:v>5218.9037939786886</c:v>
                </c:pt>
                <c:pt idx="771">
                  <c:v>5215.511497960395</c:v>
                </c:pt>
                <c:pt idx="772">
                  <c:v>5211.2018925721259</c:v>
                </c:pt>
                <c:pt idx="773">
                  <c:v>5209.0257894645365</c:v>
                </c:pt>
                <c:pt idx="774">
                  <c:v>5202.7537562703183</c:v>
                </c:pt>
                <c:pt idx="775">
                  <c:v>5197.3783741338575</c:v>
                </c:pt>
                <c:pt idx="776">
                  <c:v>5199.0842554467963</c:v>
                </c:pt>
                <c:pt idx="777">
                  <c:v>5191.5391184378841</c:v>
                </c:pt>
                <c:pt idx="778">
                  <c:v>5188.2366316115331</c:v>
                </c:pt>
                <c:pt idx="779">
                  <c:v>5179.6717515223236</c:v>
                </c:pt>
                <c:pt idx="780">
                  <c:v>5179.0573545551542</c:v>
                </c:pt>
                <c:pt idx="781">
                  <c:v>5178.8003247047891</c:v>
                </c:pt>
                <c:pt idx="782">
                  <c:v>5172.8001705565039</c:v>
                </c:pt>
                <c:pt idx="783">
                  <c:v>5174.0757761660352</c:v>
                </c:pt>
                <c:pt idx="784">
                  <c:v>5172.7343711042085</c:v>
                </c:pt>
                <c:pt idx="785">
                  <c:v>5164.7660889873805</c:v>
                </c:pt>
                <c:pt idx="786">
                  <c:v>5158.3874009647661</c:v>
                </c:pt>
                <c:pt idx="787">
                  <c:v>5153.4224537134633</c:v>
                </c:pt>
                <c:pt idx="788">
                  <c:v>5150.4723759622793</c:v>
                </c:pt>
                <c:pt idx="789">
                  <c:v>5146.9046979798695</c:v>
                </c:pt>
                <c:pt idx="790">
                  <c:v>5142.3557177899911</c:v>
                </c:pt>
                <c:pt idx="791">
                  <c:v>5140.3364990843074</c:v>
                </c:pt>
                <c:pt idx="792">
                  <c:v>5139.4266732452716</c:v>
                </c:pt>
                <c:pt idx="793">
                  <c:v>5133.5025886167314</c:v>
                </c:pt>
                <c:pt idx="794">
                  <c:v>5127.8101719601182</c:v>
                </c:pt>
                <c:pt idx="795">
                  <c:v>5124.9920733930103</c:v>
                </c:pt>
                <c:pt idx="796">
                  <c:v>5123.2397796700361</c:v>
                </c:pt>
                <c:pt idx="797">
                  <c:v>5124.578008707871</c:v>
                </c:pt>
                <c:pt idx="798">
                  <c:v>5117.2151051706887</c:v>
                </c:pt>
                <c:pt idx="799">
                  <c:v>5113.0512026865154</c:v>
                </c:pt>
                <c:pt idx="800">
                  <c:v>5108.5696605931907</c:v>
                </c:pt>
                <c:pt idx="801">
                  <c:v>5104.3497996309488</c:v>
                </c:pt>
                <c:pt idx="802">
                  <c:v>5102.5621874448461</c:v>
                </c:pt>
                <c:pt idx="803">
                  <c:v>5101.4595467855697</c:v>
                </c:pt>
                <c:pt idx="804">
                  <c:v>5094.6923813640778</c:v>
                </c:pt>
                <c:pt idx="805">
                  <c:v>5090.8620461920582</c:v>
                </c:pt>
                <c:pt idx="806">
                  <c:v>5086.0143976061136</c:v>
                </c:pt>
                <c:pt idx="807">
                  <c:v>5082.479271553837</c:v>
                </c:pt>
                <c:pt idx="808">
                  <c:v>5081.2492089721782</c:v>
                </c:pt>
                <c:pt idx="809">
                  <c:v>5079.0068824454847</c:v>
                </c:pt>
                <c:pt idx="810">
                  <c:v>5076.7491174047072</c:v>
                </c:pt>
                <c:pt idx="811">
                  <c:v>5069.0709736056142</c:v>
                </c:pt>
                <c:pt idx="812">
                  <c:v>5068.6093340342959</c:v>
                </c:pt>
                <c:pt idx="813">
                  <c:v>5064.2031435451645</c:v>
                </c:pt>
                <c:pt idx="814">
                  <c:v>5060.300501060352</c:v>
                </c:pt>
                <c:pt idx="815">
                  <c:v>5053.2558228801663</c:v>
                </c:pt>
                <c:pt idx="816">
                  <c:v>5050.5981222106602</c:v>
                </c:pt>
                <c:pt idx="817">
                  <c:v>5049.0358410970603</c:v>
                </c:pt>
                <c:pt idx="818">
                  <c:v>5041.2102304638775</c:v>
                </c:pt>
                <c:pt idx="819">
                  <c:v>5039.7165764146466</c:v>
                </c:pt>
                <c:pt idx="820">
                  <c:v>5038.3511828248238</c:v>
                </c:pt>
                <c:pt idx="821">
                  <c:v>5030.5397463415356</c:v>
                </c:pt>
                <c:pt idx="822">
                  <c:v>5025.9937818020098</c:v>
                </c:pt>
                <c:pt idx="823">
                  <c:v>5024.28232142872</c:v>
                </c:pt>
                <c:pt idx="824">
                  <c:v>5022.6260034213756</c:v>
                </c:pt>
                <c:pt idx="825">
                  <c:v>5017.816517226036</c:v>
                </c:pt>
                <c:pt idx="826">
                  <c:v>5016.8781946981453</c:v>
                </c:pt>
                <c:pt idx="827">
                  <c:v>5014.4264678097406</c:v>
                </c:pt>
                <c:pt idx="828">
                  <c:v>5011.6504948746933</c:v>
                </c:pt>
                <c:pt idx="829">
                  <c:v>5006.4671421939993</c:v>
                </c:pt>
                <c:pt idx="830">
                  <c:v>5001.4523072291631</c:v>
                </c:pt>
                <c:pt idx="831">
                  <c:v>5000.8487354383014</c:v>
                </c:pt>
                <c:pt idx="832">
                  <c:v>4996.2169220088199</c:v>
                </c:pt>
                <c:pt idx="833">
                  <c:v>4990.7770623136694</c:v>
                </c:pt>
                <c:pt idx="834">
                  <c:v>4988.6800718585055</c:v>
                </c:pt>
                <c:pt idx="835">
                  <c:v>4985.0518976294097</c:v>
                </c:pt>
                <c:pt idx="836">
                  <c:v>4979.3320463969321</c:v>
                </c:pt>
                <c:pt idx="837">
                  <c:v>4975.9415649211969</c:v>
                </c:pt>
                <c:pt idx="838">
                  <c:v>4973.6198753613116</c:v>
                </c:pt>
                <c:pt idx="839">
                  <c:v>4968.0246454042881</c:v>
                </c:pt>
                <c:pt idx="840">
                  <c:v>4964.9317720045437</c:v>
                </c:pt>
                <c:pt idx="841">
                  <c:v>4957.856941042367</c:v>
                </c:pt>
                <c:pt idx="842">
                  <c:v>4959.276655194637</c:v>
                </c:pt>
                <c:pt idx="843">
                  <c:v>4955.0517643764097</c:v>
                </c:pt>
                <c:pt idx="844">
                  <c:v>4949.4915793538703</c:v>
                </c:pt>
                <c:pt idx="845">
                  <c:v>4950.3895079462691</c:v>
                </c:pt>
                <c:pt idx="846">
                  <c:v>4942.7634019693869</c:v>
                </c:pt>
                <c:pt idx="847">
                  <c:v>4938.4877432367903</c:v>
                </c:pt>
                <c:pt idx="848">
                  <c:v>4934.3290667913861</c:v>
                </c:pt>
                <c:pt idx="849">
                  <c:v>4933.6733300495544</c:v>
                </c:pt>
                <c:pt idx="850">
                  <c:v>4928.4798083156711</c:v>
                </c:pt>
                <c:pt idx="851">
                  <c:v>4924.0647598810747</c:v>
                </c:pt>
                <c:pt idx="852">
                  <c:v>4921.4570486819266</c:v>
                </c:pt>
                <c:pt idx="853">
                  <c:v>4916.029719567814</c:v>
                </c:pt>
                <c:pt idx="854">
                  <c:v>4910.3865388286995</c:v>
                </c:pt>
                <c:pt idx="855">
                  <c:v>4907.0274840676975</c:v>
                </c:pt>
                <c:pt idx="856">
                  <c:v>4906.2738697974364</c:v>
                </c:pt>
                <c:pt idx="857">
                  <c:v>4902.1470081461666</c:v>
                </c:pt>
                <c:pt idx="858">
                  <c:v>4901.0022791935808</c:v>
                </c:pt>
                <c:pt idx="859">
                  <c:v>4896.3845625772228</c:v>
                </c:pt>
                <c:pt idx="860">
                  <c:v>4888.9595593366848</c:v>
                </c:pt>
                <c:pt idx="861">
                  <c:v>4885.1421944888034</c:v>
                </c:pt>
                <c:pt idx="862">
                  <c:v>4882.1653311926693</c:v>
                </c:pt>
                <c:pt idx="863">
                  <c:v>4881.6660049554894</c:v>
                </c:pt>
                <c:pt idx="864">
                  <c:v>4876.5339140332744</c:v>
                </c:pt>
                <c:pt idx="865">
                  <c:v>4871.1432983586446</c:v>
                </c:pt>
                <c:pt idx="866">
                  <c:v>4866.694707859222</c:v>
                </c:pt>
                <c:pt idx="867">
                  <c:v>4863.9062660092823</c:v>
                </c:pt>
                <c:pt idx="868">
                  <c:v>4863.9023318618983</c:v>
                </c:pt>
                <c:pt idx="869">
                  <c:v>4855.5614790075215</c:v>
                </c:pt>
                <c:pt idx="870">
                  <c:v>4856.7852374275481</c:v>
                </c:pt>
                <c:pt idx="871">
                  <c:v>4852.7093016993167</c:v>
                </c:pt>
                <c:pt idx="872">
                  <c:v>4854.6987455333801</c:v>
                </c:pt>
                <c:pt idx="873">
                  <c:v>4851.0125788050173</c:v>
                </c:pt>
                <c:pt idx="874">
                  <c:v>4844.407645264846</c:v>
                </c:pt>
                <c:pt idx="875">
                  <c:v>4841.3222334339143</c:v>
                </c:pt>
                <c:pt idx="876">
                  <c:v>4834.3994698091174</c:v>
                </c:pt>
                <c:pt idx="877">
                  <c:v>4834.5938308420755</c:v>
                </c:pt>
                <c:pt idx="878">
                  <c:v>4832.2422819625099</c:v>
                </c:pt>
                <c:pt idx="879">
                  <c:v>4826.7596669294744</c:v>
                </c:pt>
                <c:pt idx="880">
                  <c:v>4817.8027253483051</c:v>
                </c:pt>
                <c:pt idx="881">
                  <c:v>4815.9488166567126</c:v>
                </c:pt>
                <c:pt idx="882">
                  <c:v>4809.821217634204</c:v>
                </c:pt>
                <c:pt idx="883">
                  <c:v>4807.6007126665681</c:v>
                </c:pt>
                <c:pt idx="884">
                  <c:v>4808.589867108989</c:v>
                </c:pt>
                <c:pt idx="885">
                  <c:v>4803.8614415604297</c:v>
                </c:pt>
                <c:pt idx="886">
                  <c:v>4802.1112488506515</c:v>
                </c:pt>
                <c:pt idx="887">
                  <c:v>4797.7472521021364</c:v>
                </c:pt>
                <c:pt idx="888">
                  <c:v>4793.3829015143801</c:v>
                </c:pt>
                <c:pt idx="889">
                  <c:v>4788.820596975731</c:v>
                </c:pt>
                <c:pt idx="890">
                  <c:v>4786.5329175116458</c:v>
                </c:pt>
                <c:pt idx="891">
                  <c:v>4783.6688600667803</c:v>
                </c:pt>
                <c:pt idx="892">
                  <c:v>4780.3016390953308</c:v>
                </c:pt>
                <c:pt idx="893">
                  <c:v>4780.5245365635419</c:v>
                </c:pt>
                <c:pt idx="894">
                  <c:v>4776.2212952067366</c:v>
                </c:pt>
                <c:pt idx="895">
                  <c:v>4772.8304033149943</c:v>
                </c:pt>
                <c:pt idx="896">
                  <c:v>4767.8590019226704</c:v>
                </c:pt>
                <c:pt idx="897">
                  <c:v>4762.6001637117361</c:v>
                </c:pt>
                <c:pt idx="898">
                  <c:v>4757.733885390262</c:v>
                </c:pt>
                <c:pt idx="899">
                  <c:v>4756.8699982816506</c:v>
                </c:pt>
                <c:pt idx="900">
                  <c:v>4750.1994964912055</c:v>
                </c:pt>
                <c:pt idx="901">
                  <c:v>4746.7608518409907</c:v>
                </c:pt>
                <c:pt idx="902">
                  <c:v>4742.0956670759297</c:v>
                </c:pt>
                <c:pt idx="903">
                  <c:v>4737.7380357269221</c:v>
                </c:pt>
                <c:pt idx="904">
                  <c:v>4735.7423792374611</c:v>
                </c:pt>
                <c:pt idx="905">
                  <c:v>4729.4948909480318</c:v>
                </c:pt>
                <c:pt idx="906">
                  <c:v>4726.051202128072</c:v>
                </c:pt>
                <c:pt idx="907">
                  <c:v>4726.1440590494585</c:v>
                </c:pt>
                <c:pt idx="908">
                  <c:v>4722.2901533229706</c:v>
                </c:pt>
                <c:pt idx="909">
                  <c:v>4719.5958663415204</c:v>
                </c:pt>
                <c:pt idx="910">
                  <c:v>4716.7052237623275</c:v>
                </c:pt>
                <c:pt idx="911">
                  <c:v>4711.7957894213232</c:v>
                </c:pt>
                <c:pt idx="912">
                  <c:v>4707.8585522230196</c:v>
                </c:pt>
                <c:pt idx="913">
                  <c:v>4705.7472048770323</c:v>
                </c:pt>
                <c:pt idx="914">
                  <c:v>4699.961846238677</c:v>
                </c:pt>
                <c:pt idx="915">
                  <c:v>4694.1197693564518</c:v>
                </c:pt>
                <c:pt idx="916">
                  <c:v>4694.9245205655952</c:v>
                </c:pt>
                <c:pt idx="917">
                  <c:v>4691.2410898716043</c:v>
                </c:pt>
                <c:pt idx="918">
                  <c:v>4685.2710687834915</c:v>
                </c:pt>
                <c:pt idx="919">
                  <c:v>4682.3155155707227</c:v>
                </c:pt>
                <c:pt idx="920">
                  <c:v>4681.9429587229388</c:v>
                </c:pt>
                <c:pt idx="921">
                  <c:v>4678.1014040456703</c:v>
                </c:pt>
                <c:pt idx="922">
                  <c:v>4674.1302520299087</c:v>
                </c:pt>
                <c:pt idx="923">
                  <c:v>4672.3113331389141</c:v>
                </c:pt>
                <c:pt idx="924">
                  <c:v>4671.7837636924633</c:v>
                </c:pt>
                <c:pt idx="925">
                  <c:v>4668.1280728566217</c:v>
                </c:pt>
                <c:pt idx="926">
                  <c:v>4663.4733184888155</c:v>
                </c:pt>
                <c:pt idx="927">
                  <c:v>4660.3406386096322</c:v>
                </c:pt>
                <c:pt idx="928">
                  <c:v>4655.9875658788696</c:v>
                </c:pt>
                <c:pt idx="929">
                  <c:v>4652.4569797899394</c:v>
                </c:pt>
                <c:pt idx="930">
                  <c:v>4646.1291987653494</c:v>
                </c:pt>
                <c:pt idx="931">
                  <c:v>4640.7350056178348</c:v>
                </c:pt>
                <c:pt idx="932">
                  <c:v>4636.0523457560012</c:v>
                </c:pt>
                <c:pt idx="933">
                  <c:v>4635.2656649130404</c:v>
                </c:pt>
                <c:pt idx="934">
                  <c:v>4632.6242531334346</c:v>
                </c:pt>
                <c:pt idx="935">
                  <c:v>4626.4957395838846</c:v>
                </c:pt>
                <c:pt idx="936">
                  <c:v>4626.9139792845763</c:v>
                </c:pt>
                <c:pt idx="937">
                  <c:v>4622.2886808663015</c:v>
                </c:pt>
                <c:pt idx="938">
                  <c:v>4617.2260479746365</c:v>
                </c:pt>
                <c:pt idx="939">
                  <c:v>4615.8202681501798</c:v>
                </c:pt>
                <c:pt idx="940">
                  <c:v>4614.988962851392</c:v>
                </c:pt>
                <c:pt idx="941">
                  <c:v>4611.3794411823374</c:v>
                </c:pt>
                <c:pt idx="942">
                  <c:v>4603.0790988707877</c:v>
                </c:pt>
                <c:pt idx="943">
                  <c:v>4602.080684628816</c:v>
                </c:pt>
                <c:pt idx="944">
                  <c:v>4599.0961780742873</c:v>
                </c:pt>
                <c:pt idx="945">
                  <c:v>4595.0260150558734</c:v>
                </c:pt>
                <c:pt idx="946">
                  <c:v>4592.9977121533939</c:v>
                </c:pt>
                <c:pt idx="947">
                  <c:v>4590.1387477479984</c:v>
                </c:pt>
                <c:pt idx="948">
                  <c:v>4583.4687268495718</c:v>
                </c:pt>
                <c:pt idx="949">
                  <c:v>4584.2529857556365</c:v>
                </c:pt>
                <c:pt idx="950">
                  <c:v>4579.3923306029792</c:v>
                </c:pt>
                <c:pt idx="951">
                  <c:v>4574.2263186972914</c:v>
                </c:pt>
                <c:pt idx="952">
                  <c:v>4571.2196233591194</c:v>
                </c:pt>
                <c:pt idx="953">
                  <c:v>4568.7131568743171</c:v>
                </c:pt>
                <c:pt idx="954">
                  <c:v>4564.4547795553854</c:v>
                </c:pt>
                <c:pt idx="955">
                  <c:v>4560.4242490293936</c:v>
                </c:pt>
                <c:pt idx="956">
                  <c:v>4559.5614537430665</c:v>
                </c:pt>
                <c:pt idx="957">
                  <c:v>4555.2502383903447</c:v>
                </c:pt>
                <c:pt idx="958">
                  <c:v>4550.9978178922902</c:v>
                </c:pt>
                <c:pt idx="959">
                  <c:v>4549.4139492685354</c:v>
                </c:pt>
                <c:pt idx="960">
                  <c:v>4541.3312949749552</c:v>
                </c:pt>
                <c:pt idx="961">
                  <c:v>4536.7735662032974</c:v>
                </c:pt>
                <c:pt idx="962">
                  <c:v>4533.1120697381048</c:v>
                </c:pt>
                <c:pt idx="963">
                  <c:v>4529.6986840545314</c:v>
                </c:pt>
                <c:pt idx="964">
                  <c:v>4529.0728696281994</c:v>
                </c:pt>
                <c:pt idx="965">
                  <c:v>4521.6706977532567</c:v>
                </c:pt>
                <c:pt idx="966">
                  <c:v>4518.3661827933292</c:v>
                </c:pt>
                <c:pt idx="967">
                  <c:v>4519.159938168501</c:v>
                </c:pt>
                <c:pt idx="968">
                  <c:v>4514.4729366864085</c:v>
                </c:pt>
                <c:pt idx="969">
                  <c:v>4514.026543517859</c:v>
                </c:pt>
                <c:pt idx="970">
                  <c:v>4508.2886704590564</c:v>
                </c:pt>
                <c:pt idx="971">
                  <c:v>4510.9849127154303</c:v>
                </c:pt>
                <c:pt idx="972">
                  <c:v>4506.7997541671621</c:v>
                </c:pt>
                <c:pt idx="973">
                  <c:v>4502.6304373435214</c:v>
                </c:pt>
                <c:pt idx="974">
                  <c:v>4501.128517140889</c:v>
                </c:pt>
                <c:pt idx="975">
                  <c:v>4492.2165066613316</c:v>
                </c:pt>
                <c:pt idx="976">
                  <c:v>4491.182022456469</c:v>
                </c:pt>
                <c:pt idx="977">
                  <c:v>4484.28588668869</c:v>
                </c:pt>
                <c:pt idx="978">
                  <c:v>4482.6297512342589</c:v>
                </c:pt>
                <c:pt idx="979">
                  <c:v>4478.2352323444911</c:v>
                </c:pt>
                <c:pt idx="980">
                  <c:v>4474.1142263463453</c:v>
                </c:pt>
                <c:pt idx="981">
                  <c:v>4473.9692646144786</c:v>
                </c:pt>
                <c:pt idx="982">
                  <c:v>4467.383680166492</c:v>
                </c:pt>
                <c:pt idx="983">
                  <c:v>4462.4040344940286</c:v>
                </c:pt>
                <c:pt idx="984">
                  <c:v>4460.1789193873074</c:v>
                </c:pt>
                <c:pt idx="985">
                  <c:v>4463.1597306283084</c:v>
                </c:pt>
                <c:pt idx="986">
                  <c:v>4457.0823662558523</c:v>
                </c:pt>
                <c:pt idx="987">
                  <c:v>4452.9231265285098</c:v>
                </c:pt>
                <c:pt idx="988">
                  <c:v>4450.3710361785752</c:v>
                </c:pt>
                <c:pt idx="989">
                  <c:v>4449.5707757730861</c:v>
                </c:pt>
                <c:pt idx="990">
                  <c:v>4441.8365322247173</c:v>
                </c:pt>
                <c:pt idx="991">
                  <c:v>4436.6176224963765</c:v>
                </c:pt>
                <c:pt idx="992">
                  <c:v>4434.1943058322222</c:v>
                </c:pt>
                <c:pt idx="993">
                  <c:v>4431.6004876903526</c:v>
                </c:pt>
                <c:pt idx="994">
                  <c:v>4429.1679462932652</c:v>
                </c:pt>
                <c:pt idx="995">
                  <c:v>4425.1907530912404</c:v>
                </c:pt>
                <c:pt idx="996">
                  <c:v>4424.4872957327789</c:v>
                </c:pt>
                <c:pt idx="997">
                  <c:v>4419.5742672692886</c:v>
                </c:pt>
                <c:pt idx="998">
                  <c:v>4414.2053091276593</c:v>
                </c:pt>
                <c:pt idx="999">
                  <c:v>4410.5281121269791</c:v>
                </c:pt>
                <c:pt idx="1000">
                  <c:v>4407.772392273504</c:v>
                </c:pt>
                <c:pt idx="1001">
                  <c:v>4407.0476430163926</c:v>
                </c:pt>
                <c:pt idx="1002">
                  <c:v>4400.3688169935376</c:v>
                </c:pt>
                <c:pt idx="1003">
                  <c:v>4398.6245907606872</c:v>
                </c:pt>
                <c:pt idx="1004">
                  <c:v>4397.7532622593681</c:v>
                </c:pt>
                <c:pt idx="1005">
                  <c:v>4393.8896856857891</c:v>
                </c:pt>
                <c:pt idx="1006">
                  <c:v>4390.3430798920417</c:v>
                </c:pt>
                <c:pt idx="1007">
                  <c:v>4386.6956402194046</c:v>
                </c:pt>
                <c:pt idx="1008">
                  <c:v>4383.8621233263748</c:v>
                </c:pt>
                <c:pt idx="1009">
                  <c:v>4380.1722322823989</c:v>
                </c:pt>
                <c:pt idx="1010">
                  <c:v>4377.7294879987676</c:v>
                </c:pt>
                <c:pt idx="1011">
                  <c:v>4375.2585690248634</c:v>
                </c:pt>
                <c:pt idx="1012">
                  <c:v>4372.5908188462736</c:v>
                </c:pt>
                <c:pt idx="1013">
                  <c:v>4369.960510760875</c:v>
                </c:pt>
                <c:pt idx="1014">
                  <c:v>4369.4062693117648</c:v>
                </c:pt>
                <c:pt idx="1015">
                  <c:v>4360.7619852904108</c:v>
                </c:pt>
                <c:pt idx="1016">
                  <c:v>4359.9553586769389</c:v>
                </c:pt>
                <c:pt idx="1017">
                  <c:v>4358.1758092181954</c:v>
                </c:pt>
                <c:pt idx="1018">
                  <c:v>4352.3722155655405</c:v>
                </c:pt>
                <c:pt idx="1019">
                  <c:v>4347.4741829486975</c:v>
                </c:pt>
                <c:pt idx="1020">
                  <c:v>4345.9520502872429</c:v>
                </c:pt>
                <c:pt idx="1021">
                  <c:v>4342.7919040595916</c:v>
                </c:pt>
                <c:pt idx="1022">
                  <c:v>4339.4441950205037</c:v>
                </c:pt>
                <c:pt idx="1023">
                  <c:v>4336.4289604914429</c:v>
                </c:pt>
                <c:pt idx="1024">
                  <c:v>4332.4419174001023</c:v>
                </c:pt>
                <c:pt idx="1025">
                  <c:v>4333.4107198730735</c:v>
                </c:pt>
                <c:pt idx="1026">
                  <c:v>4328.2211799490005</c:v>
                </c:pt>
                <c:pt idx="1027">
                  <c:v>4324.6461501761496</c:v>
                </c:pt>
                <c:pt idx="1028">
                  <c:v>4321.5691874397326</c:v>
                </c:pt>
                <c:pt idx="1029">
                  <c:v>4317.5259391533364</c:v>
                </c:pt>
                <c:pt idx="1030">
                  <c:v>4310.6037497563611</c:v>
                </c:pt>
                <c:pt idx="1031">
                  <c:v>4307.4635200863804</c:v>
                </c:pt>
                <c:pt idx="1032">
                  <c:v>4305.2805296828919</c:v>
                </c:pt>
                <c:pt idx="1033">
                  <c:v>4304.7566851176907</c:v>
                </c:pt>
                <c:pt idx="1034">
                  <c:v>4298.9180611382553</c:v>
                </c:pt>
                <c:pt idx="1035">
                  <c:v>4297.7238456450068</c:v>
                </c:pt>
                <c:pt idx="1036">
                  <c:v>4295.4902759638435</c:v>
                </c:pt>
                <c:pt idx="1037">
                  <c:v>4287.752050848103</c:v>
                </c:pt>
                <c:pt idx="1038">
                  <c:v>4288.1289445972452</c:v>
                </c:pt>
                <c:pt idx="1039">
                  <c:v>4284.1260768126831</c:v>
                </c:pt>
                <c:pt idx="1040">
                  <c:v>4282.6031534141766</c:v>
                </c:pt>
                <c:pt idx="1041">
                  <c:v>4275.0833376141254</c:v>
                </c:pt>
                <c:pt idx="1042">
                  <c:v>4269.994737605477</c:v>
                </c:pt>
                <c:pt idx="1043">
                  <c:v>4270.6925812215941</c:v>
                </c:pt>
                <c:pt idx="1044">
                  <c:v>4263.5197998875028</c:v>
                </c:pt>
                <c:pt idx="1045">
                  <c:v>4258.6811173255355</c:v>
                </c:pt>
                <c:pt idx="1046">
                  <c:v>4257.2169695434677</c:v>
                </c:pt>
                <c:pt idx="1047">
                  <c:v>4254.0674092818936</c:v>
                </c:pt>
                <c:pt idx="1048">
                  <c:v>4251.9281283711898</c:v>
                </c:pt>
                <c:pt idx="1049">
                  <c:v>4251.0702841575685</c:v>
                </c:pt>
                <c:pt idx="1050">
                  <c:v>4250.8131603187876</c:v>
                </c:pt>
                <c:pt idx="1051">
                  <c:v>4246.9516830682505</c:v>
                </c:pt>
                <c:pt idx="1052">
                  <c:v>4242.1028583198404</c:v>
                </c:pt>
                <c:pt idx="1053">
                  <c:v>4242.9522272181457</c:v>
                </c:pt>
                <c:pt idx="1054">
                  <c:v>4241.1484021944143</c:v>
                </c:pt>
                <c:pt idx="1055">
                  <c:v>4237.9600328741972</c:v>
                </c:pt>
                <c:pt idx="1056">
                  <c:v>4234.2160400960438</c:v>
                </c:pt>
                <c:pt idx="1057">
                  <c:v>4234.0197852662168</c:v>
                </c:pt>
                <c:pt idx="1058">
                  <c:v>4230.2714523636441</c:v>
                </c:pt>
                <c:pt idx="1059">
                  <c:v>4227.6172764712319</c:v>
                </c:pt>
                <c:pt idx="1060">
                  <c:v>4224.1059468069407</c:v>
                </c:pt>
                <c:pt idx="1061">
                  <c:v>4220.5856827445432</c:v>
                </c:pt>
                <c:pt idx="1062">
                  <c:v>4219.0799466813232</c:v>
                </c:pt>
                <c:pt idx="1063">
                  <c:v>4216.6812373972425</c:v>
                </c:pt>
                <c:pt idx="1064">
                  <c:v>4212.4820096995718</c:v>
                </c:pt>
                <c:pt idx="1065">
                  <c:v>4210.6745837547242</c:v>
                </c:pt>
                <c:pt idx="1066">
                  <c:v>4208.7937547188385</c:v>
                </c:pt>
                <c:pt idx="1067">
                  <c:v>4201.6749521235579</c:v>
                </c:pt>
                <c:pt idx="1068">
                  <c:v>4196.1232287156745</c:v>
                </c:pt>
                <c:pt idx="1069">
                  <c:v>4194.5862135004472</c:v>
                </c:pt>
                <c:pt idx="1070">
                  <c:v>4193.1462014071485</c:v>
                </c:pt>
                <c:pt idx="1071">
                  <c:v>4188.1930986482485</c:v>
                </c:pt>
                <c:pt idx="1072">
                  <c:v>4182.0549894119495</c:v>
                </c:pt>
                <c:pt idx="1073">
                  <c:v>4181.9892829580094</c:v>
                </c:pt>
                <c:pt idx="1074">
                  <c:v>4176.9540218080765</c:v>
                </c:pt>
                <c:pt idx="1075">
                  <c:v>4171.7589493757387</c:v>
                </c:pt>
                <c:pt idx="1076">
                  <c:v>4173.0008780344288</c:v>
                </c:pt>
                <c:pt idx="1077">
                  <c:v>4170.4557296537541</c:v>
                </c:pt>
                <c:pt idx="1078">
                  <c:v>4169.144171713122</c:v>
                </c:pt>
                <c:pt idx="1079">
                  <c:v>4164.5966755027275</c:v>
                </c:pt>
                <c:pt idx="1080">
                  <c:v>4162.8646388741136</c:v>
                </c:pt>
                <c:pt idx="1081">
                  <c:v>4156.8136715616702</c:v>
                </c:pt>
                <c:pt idx="1082">
                  <c:v>4153.3522163213993</c:v>
                </c:pt>
                <c:pt idx="1083">
                  <c:v>4149.3392021246445</c:v>
                </c:pt>
                <c:pt idx="1084">
                  <c:v>4145.6026533958484</c:v>
                </c:pt>
                <c:pt idx="1085">
                  <c:v>4141.809146716857</c:v>
                </c:pt>
                <c:pt idx="1086">
                  <c:v>4142.0883239026207</c:v>
                </c:pt>
                <c:pt idx="1087">
                  <c:v>4136.9301073613788</c:v>
                </c:pt>
                <c:pt idx="1088">
                  <c:v>4133.3896420333567</c:v>
                </c:pt>
                <c:pt idx="1089">
                  <c:v>4130.3908343810326</c:v>
                </c:pt>
                <c:pt idx="1090">
                  <c:v>4127.659533461383</c:v>
                </c:pt>
                <c:pt idx="1091">
                  <c:v>4126.2368666916263</c:v>
                </c:pt>
                <c:pt idx="1092">
                  <c:v>4121.8089283030249</c:v>
                </c:pt>
                <c:pt idx="1093">
                  <c:v>4117.383696365865</c:v>
                </c:pt>
                <c:pt idx="1094">
                  <c:v>4114.6896566554606</c:v>
                </c:pt>
                <c:pt idx="1095">
                  <c:v>4112.355049230111</c:v>
                </c:pt>
                <c:pt idx="1096">
                  <c:v>4108.0750040490757</c:v>
                </c:pt>
                <c:pt idx="1097">
                  <c:v>4105.253996731215</c:v>
                </c:pt>
                <c:pt idx="1098">
                  <c:v>4102.6830546984311</c:v>
                </c:pt>
                <c:pt idx="1099">
                  <c:v>4100.7600462720429</c:v>
                </c:pt>
                <c:pt idx="1100">
                  <c:v>4095.8425741082519</c:v>
                </c:pt>
                <c:pt idx="1101">
                  <c:v>4095.0370324851428</c:v>
                </c:pt>
                <c:pt idx="1102">
                  <c:v>4095.6468642317309</c:v>
                </c:pt>
                <c:pt idx="1103">
                  <c:v>4092.7278796065066</c:v>
                </c:pt>
                <c:pt idx="1104">
                  <c:v>4088.3910783350957</c:v>
                </c:pt>
                <c:pt idx="1105">
                  <c:v>4087.5546884148034</c:v>
                </c:pt>
                <c:pt idx="1106">
                  <c:v>4080.0994761329903</c:v>
                </c:pt>
                <c:pt idx="1107">
                  <c:v>4078.5577520866627</c:v>
                </c:pt>
                <c:pt idx="1108">
                  <c:v>4074.3026584401318</c:v>
                </c:pt>
                <c:pt idx="1109">
                  <c:v>4073.6856802703123</c:v>
                </c:pt>
                <c:pt idx="1110">
                  <c:v>4067.4429949073487</c:v>
                </c:pt>
                <c:pt idx="1111">
                  <c:v>4063.8588063721136</c:v>
                </c:pt>
                <c:pt idx="1112">
                  <c:v>4056.8245998758593</c:v>
                </c:pt>
                <c:pt idx="1113">
                  <c:v>4055.1559946296284</c:v>
                </c:pt>
                <c:pt idx="1114">
                  <c:v>4049.5015389730488</c:v>
                </c:pt>
                <c:pt idx="1115">
                  <c:v>4048.3960164002806</c:v>
                </c:pt>
                <c:pt idx="1116">
                  <c:v>4043.1691396715978</c:v>
                </c:pt>
                <c:pt idx="1117">
                  <c:v>4042.4421339723153</c:v>
                </c:pt>
                <c:pt idx="1118">
                  <c:v>4039.4894845910148</c:v>
                </c:pt>
                <c:pt idx="1119">
                  <c:v>4033.7278733228336</c:v>
                </c:pt>
                <c:pt idx="1120">
                  <c:v>4031.8508798044613</c:v>
                </c:pt>
                <c:pt idx="1121">
                  <c:v>4030.2206379332611</c:v>
                </c:pt>
                <c:pt idx="1122">
                  <c:v>4029.2300753963682</c:v>
                </c:pt>
                <c:pt idx="1123">
                  <c:v>4025.1501974777657</c:v>
                </c:pt>
                <c:pt idx="1124">
                  <c:v>4023.2469665509852</c:v>
                </c:pt>
                <c:pt idx="1125">
                  <c:v>4018.6399241723575</c:v>
                </c:pt>
                <c:pt idx="1126">
                  <c:v>4014.3052462429973</c:v>
                </c:pt>
                <c:pt idx="1127">
                  <c:v>4010.9368144843156</c:v>
                </c:pt>
                <c:pt idx="1128">
                  <c:v>4009.0089919771872</c:v>
                </c:pt>
                <c:pt idx="1129">
                  <c:v>4005.5047719505446</c:v>
                </c:pt>
                <c:pt idx="1130">
                  <c:v>4000.9900887959579</c:v>
                </c:pt>
                <c:pt idx="1131">
                  <c:v>3998.1631349557902</c:v>
                </c:pt>
                <c:pt idx="1132">
                  <c:v>3988.7972380849119</c:v>
                </c:pt>
                <c:pt idx="1133">
                  <c:v>3985.126893352035</c:v>
                </c:pt>
                <c:pt idx="1134">
                  <c:v>3979.895649701718</c:v>
                </c:pt>
                <c:pt idx="1135">
                  <c:v>3980.4111971522525</c:v>
                </c:pt>
                <c:pt idx="1136">
                  <c:v>3975.0505396282024</c:v>
                </c:pt>
                <c:pt idx="1137">
                  <c:v>3973.4462381503627</c:v>
                </c:pt>
                <c:pt idx="1138">
                  <c:v>3969.9339361414673</c:v>
                </c:pt>
                <c:pt idx="1139">
                  <c:v>3965.4353398040803</c:v>
                </c:pt>
                <c:pt idx="1140">
                  <c:v>3958.5834726338717</c:v>
                </c:pt>
                <c:pt idx="1141">
                  <c:v>3956.8884039723848</c:v>
                </c:pt>
                <c:pt idx="1142">
                  <c:v>3956.1404183082959</c:v>
                </c:pt>
                <c:pt idx="1143">
                  <c:v>3950.8175948458547</c:v>
                </c:pt>
                <c:pt idx="1144">
                  <c:v>3953.8845484645844</c:v>
                </c:pt>
                <c:pt idx="1145">
                  <c:v>3949.6978246415101</c:v>
                </c:pt>
                <c:pt idx="1146">
                  <c:v>3944.2689807816596</c:v>
                </c:pt>
                <c:pt idx="1147">
                  <c:v>3942.5462503464505</c:v>
                </c:pt>
                <c:pt idx="1148">
                  <c:v>3940.6585515211709</c:v>
                </c:pt>
                <c:pt idx="1149">
                  <c:v>3936.5459525361275</c:v>
                </c:pt>
                <c:pt idx="1150">
                  <c:v>3931.4995577142035</c:v>
                </c:pt>
                <c:pt idx="1151">
                  <c:v>3928.2954200452605</c:v>
                </c:pt>
                <c:pt idx="1152">
                  <c:v>3926.3789085605667</c:v>
                </c:pt>
                <c:pt idx="1153">
                  <c:v>3921.4909539994023</c:v>
                </c:pt>
                <c:pt idx="1154">
                  <c:v>3918.4742407803124</c:v>
                </c:pt>
                <c:pt idx="1155">
                  <c:v>3916.9238739569664</c:v>
                </c:pt>
                <c:pt idx="1156">
                  <c:v>3911.4302778695182</c:v>
                </c:pt>
                <c:pt idx="1157">
                  <c:v>3908.9473549232898</c:v>
                </c:pt>
                <c:pt idx="1158">
                  <c:v>3905.6053574933994</c:v>
                </c:pt>
                <c:pt idx="1159">
                  <c:v>3904.8792108269199</c:v>
                </c:pt>
                <c:pt idx="1160">
                  <c:v>3899.9268908251879</c:v>
                </c:pt>
                <c:pt idx="1161">
                  <c:v>3896.4237146971586</c:v>
                </c:pt>
                <c:pt idx="1162">
                  <c:v>3895.3196867997467</c:v>
                </c:pt>
                <c:pt idx="1163">
                  <c:v>3887.5066604286189</c:v>
                </c:pt>
                <c:pt idx="1164">
                  <c:v>3883.4153699609369</c:v>
                </c:pt>
                <c:pt idx="1165">
                  <c:v>3880.7965756833096</c:v>
                </c:pt>
                <c:pt idx="1166">
                  <c:v>3879.24077890635</c:v>
                </c:pt>
                <c:pt idx="1167">
                  <c:v>3872.8018580025382</c:v>
                </c:pt>
                <c:pt idx="1168">
                  <c:v>3867.6372094826511</c:v>
                </c:pt>
                <c:pt idx="1169">
                  <c:v>3869.5031724234727</c:v>
                </c:pt>
                <c:pt idx="1170">
                  <c:v>3866.4740086324055</c:v>
                </c:pt>
                <c:pt idx="1171">
                  <c:v>3862.4902266390245</c:v>
                </c:pt>
                <c:pt idx="1172">
                  <c:v>3854.7620337718431</c:v>
                </c:pt>
                <c:pt idx="1173">
                  <c:v>3849.5197892734523</c:v>
                </c:pt>
                <c:pt idx="1174">
                  <c:v>3851.0489852457067</c:v>
                </c:pt>
                <c:pt idx="1175">
                  <c:v>3846.490858276331</c:v>
                </c:pt>
                <c:pt idx="1176">
                  <c:v>3841.3435143646257</c:v>
                </c:pt>
                <c:pt idx="1177">
                  <c:v>3840.9089422104034</c:v>
                </c:pt>
                <c:pt idx="1178">
                  <c:v>3837.6677917379757</c:v>
                </c:pt>
                <c:pt idx="1179">
                  <c:v>3835.5084896097387</c:v>
                </c:pt>
                <c:pt idx="1180">
                  <c:v>3830.698406012616</c:v>
                </c:pt>
                <c:pt idx="1181">
                  <c:v>3830.0808259267451</c:v>
                </c:pt>
                <c:pt idx="1182">
                  <c:v>3829.7567925380135</c:v>
                </c:pt>
                <c:pt idx="1183">
                  <c:v>3825.7957074454889</c:v>
                </c:pt>
                <c:pt idx="1184">
                  <c:v>3821.9011727256102</c:v>
                </c:pt>
                <c:pt idx="1185">
                  <c:v>3820.1896924327566</c:v>
                </c:pt>
                <c:pt idx="1186">
                  <c:v>3815.2323506297062</c:v>
                </c:pt>
                <c:pt idx="1187">
                  <c:v>3812.0275168462958</c:v>
                </c:pt>
                <c:pt idx="1188">
                  <c:v>3809.2468144436771</c:v>
                </c:pt>
                <c:pt idx="1189">
                  <c:v>3804.6475589424854</c:v>
                </c:pt>
                <c:pt idx="1190">
                  <c:v>3800.4013248618239</c:v>
                </c:pt>
                <c:pt idx="1191">
                  <c:v>3797.4657368627645</c:v>
                </c:pt>
                <c:pt idx="1192">
                  <c:v>3793.1124193918668</c:v>
                </c:pt>
                <c:pt idx="1193">
                  <c:v>3791.6736240744485</c:v>
                </c:pt>
                <c:pt idx="1194">
                  <c:v>3790.8696795963533</c:v>
                </c:pt>
                <c:pt idx="1195">
                  <c:v>3789.1936406575251</c:v>
                </c:pt>
                <c:pt idx="1196">
                  <c:v>3786.6237432240841</c:v>
                </c:pt>
                <c:pt idx="1197">
                  <c:v>3785.284262735488</c:v>
                </c:pt>
                <c:pt idx="1198">
                  <c:v>3782.1104415979416</c:v>
                </c:pt>
                <c:pt idx="1199">
                  <c:v>3775.9710329934423</c:v>
                </c:pt>
                <c:pt idx="1200">
                  <c:v>3776.8853991084879</c:v>
                </c:pt>
                <c:pt idx="1201">
                  <c:v>3774.9435210116508</c:v>
                </c:pt>
                <c:pt idx="1202">
                  <c:v>3769.7602683174659</c:v>
                </c:pt>
                <c:pt idx="1203">
                  <c:v>3768.53033822005</c:v>
                </c:pt>
                <c:pt idx="1204">
                  <c:v>3760.4608243090534</c:v>
                </c:pt>
                <c:pt idx="1205">
                  <c:v>3754.4943760075039</c:v>
                </c:pt>
                <c:pt idx="1206">
                  <c:v>3749.4083487626312</c:v>
                </c:pt>
                <c:pt idx="1207">
                  <c:v>3745.0678681889622</c:v>
                </c:pt>
                <c:pt idx="1208">
                  <c:v>3743.9212183113186</c:v>
                </c:pt>
                <c:pt idx="1209">
                  <c:v>3742.7178130072343</c:v>
                </c:pt>
                <c:pt idx="1210">
                  <c:v>3738.6239688015121</c:v>
                </c:pt>
                <c:pt idx="1211">
                  <c:v>3736.4432339347259</c:v>
                </c:pt>
                <c:pt idx="1212">
                  <c:v>3730.6754211253751</c:v>
                </c:pt>
                <c:pt idx="1213">
                  <c:v>3727.3905401645734</c:v>
                </c:pt>
                <c:pt idx="1214">
                  <c:v>3726.1313700215587</c:v>
                </c:pt>
                <c:pt idx="1215">
                  <c:v>3726.4094570457464</c:v>
                </c:pt>
                <c:pt idx="1216">
                  <c:v>3723.4628409631846</c:v>
                </c:pt>
                <c:pt idx="1217">
                  <c:v>3723.0301602763188</c:v>
                </c:pt>
                <c:pt idx="1218">
                  <c:v>3717.7693046176655</c:v>
                </c:pt>
                <c:pt idx="1219">
                  <c:v>3715.3063092775983</c:v>
                </c:pt>
                <c:pt idx="1220">
                  <c:v>3711.8497827716496</c:v>
                </c:pt>
                <c:pt idx="1221">
                  <c:v>3707.5393312802644</c:v>
                </c:pt>
                <c:pt idx="1222">
                  <c:v>3704.6232847640968</c:v>
                </c:pt>
                <c:pt idx="1223">
                  <c:v>3704.9396214167919</c:v>
                </c:pt>
                <c:pt idx="1224">
                  <c:v>3703.4279899368657</c:v>
                </c:pt>
                <c:pt idx="1225">
                  <c:v>3696.3514278128769</c:v>
                </c:pt>
                <c:pt idx="1226">
                  <c:v>3696.1063319718096</c:v>
                </c:pt>
                <c:pt idx="1227">
                  <c:v>3693.247714800053</c:v>
                </c:pt>
                <c:pt idx="1228">
                  <c:v>3692.2610536080219</c:v>
                </c:pt>
                <c:pt idx="1229">
                  <c:v>3683.7342265507582</c:v>
                </c:pt>
                <c:pt idx="1230">
                  <c:v>3679.156626050999</c:v>
                </c:pt>
                <c:pt idx="1231">
                  <c:v>3681.0653611963771</c:v>
                </c:pt>
                <c:pt idx="1232">
                  <c:v>3674.85157945632</c:v>
                </c:pt>
                <c:pt idx="1233">
                  <c:v>3669.2655058637893</c:v>
                </c:pt>
                <c:pt idx="1234">
                  <c:v>3666.9011016756576</c:v>
                </c:pt>
                <c:pt idx="1235">
                  <c:v>3665.3039551011721</c:v>
                </c:pt>
                <c:pt idx="1236">
                  <c:v>3658.6528985924747</c:v>
                </c:pt>
                <c:pt idx="1237">
                  <c:v>3661.1330493837559</c:v>
                </c:pt>
                <c:pt idx="1238">
                  <c:v>3655.5858565208641</c:v>
                </c:pt>
                <c:pt idx="1239">
                  <c:v>3653.5129634193727</c:v>
                </c:pt>
                <c:pt idx="1240">
                  <c:v>3651.6703252683992</c:v>
                </c:pt>
                <c:pt idx="1241">
                  <c:v>3648.6131868556786</c:v>
                </c:pt>
                <c:pt idx="1242">
                  <c:v>3643.2474850890303</c:v>
                </c:pt>
                <c:pt idx="1243">
                  <c:v>3640.8100903596364</c:v>
                </c:pt>
                <c:pt idx="1244">
                  <c:v>3641.3787960876939</c:v>
                </c:pt>
                <c:pt idx="1245">
                  <c:v>3637.0412312764156</c:v>
                </c:pt>
                <c:pt idx="1246">
                  <c:v>3635.7798511732549</c:v>
                </c:pt>
                <c:pt idx="1247">
                  <c:v>3632.7327710452619</c:v>
                </c:pt>
                <c:pt idx="1248">
                  <c:v>3631.0996265980921</c:v>
                </c:pt>
                <c:pt idx="1249">
                  <c:v>3627.7427401006717</c:v>
                </c:pt>
                <c:pt idx="1250">
                  <c:v>3623.3321267741248</c:v>
                </c:pt>
                <c:pt idx="1251">
                  <c:v>3620.2724491007234</c:v>
                </c:pt>
                <c:pt idx="1252">
                  <c:v>3617.9712800884063</c:v>
                </c:pt>
                <c:pt idx="1253">
                  <c:v>3615.0026805902153</c:v>
                </c:pt>
                <c:pt idx="1254">
                  <c:v>3611.3845578830155</c:v>
                </c:pt>
                <c:pt idx="1255">
                  <c:v>3609.7175589617054</c:v>
                </c:pt>
                <c:pt idx="1256">
                  <c:v>3605.6438642155963</c:v>
                </c:pt>
                <c:pt idx="1257">
                  <c:v>3603.457527197836</c:v>
                </c:pt>
                <c:pt idx="1258">
                  <c:v>3597.9036249502724</c:v>
                </c:pt>
                <c:pt idx="1259">
                  <c:v>3595.5234840336616</c:v>
                </c:pt>
                <c:pt idx="1260">
                  <c:v>3596.8221874032788</c:v>
                </c:pt>
                <c:pt idx="1261">
                  <c:v>3597.3675063293658</c:v>
                </c:pt>
                <c:pt idx="1262">
                  <c:v>3590.0786848170032</c:v>
                </c:pt>
                <c:pt idx="1263">
                  <c:v>3583.7831344270508</c:v>
                </c:pt>
                <c:pt idx="1264">
                  <c:v>3580.0050740533779</c:v>
                </c:pt>
                <c:pt idx="1265">
                  <c:v>3583.8538549130494</c:v>
                </c:pt>
                <c:pt idx="1266">
                  <c:v>3575.0535941632952</c:v>
                </c:pt>
                <c:pt idx="1267">
                  <c:v>3574.2391828895625</c:v>
                </c:pt>
                <c:pt idx="1268">
                  <c:v>3572.1204288078889</c:v>
                </c:pt>
                <c:pt idx="1269">
                  <c:v>3569.5488745665243</c:v>
                </c:pt>
                <c:pt idx="1270">
                  <c:v>3565.5376461775013</c:v>
                </c:pt>
                <c:pt idx="1271">
                  <c:v>3561.4640886415191</c:v>
                </c:pt>
                <c:pt idx="1272">
                  <c:v>3563.6216076705236</c:v>
                </c:pt>
                <c:pt idx="1273">
                  <c:v>3561.1592171643238</c:v>
                </c:pt>
                <c:pt idx="1274">
                  <c:v>3559.6527874263838</c:v>
                </c:pt>
                <c:pt idx="1275">
                  <c:v>3556.9126743116694</c:v>
                </c:pt>
                <c:pt idx="1276">
                  <c:v>3554.5766716085627</c:v>
                </c:pt>
                <c:pt idx="1277">
                  <c:v>3550.7385963593269</c:v>
                </c:pt>
                <c:pt idx="1278">
                  <c:v>3549.0123505872493</c:v>
                </c:pt>
                <c:pt idx="1279">
                  <c:v>3544.1048177001121</c:v>
                </c:pt>
                <c:pt idx="1280">
                  <c:v>3540.5972524262766</c:v>
                </c:pt>
                <c:pt idx="1281">
                  <c:v>3537.5566136331763</c:v>
                </c:pt>
                <c:pt idx="1282">
                  <c:v>3532.111562198374</c:v>
                </c:pt>
                <c:pt idx="1283">
                  <c:v>3531.0980350668397</c:v>
                </c:pt>
                <c:pt idx="1284">
                  <c:v>3526.0244733646196</c:v>
                </c:pt>
                <c:pt idx="1285">
                  <c:v>3523.2900227614477</c:v>
                </c:pt>
                <c:pt idx="1286">
                  <c:v>3519.4158351207598</c:v>
                </c:pt>
                <c:pt idx="1287">
                  <c:v>3519.3370634143566</c:v>
                </c:pt>
                <c:pt idx="1288">
                  <c:v>3514.0679995691962</c:v>
                </c:pt>
                <c:pt idx="1289">
                  <c:v>3512.0623474552804</c:v>
                </c:pt>
                <c:pt idx="1290">
                  <c:v>3513.6280283403025</c:v>
                </c:pt>
                <c:pt idx="1291">
                  <c:v>3510.2705741294671</c:v>
                </c:pt>
                <c:pt idx="1292">
                  <c:v>3506.9941194240478</c:v>
                </c:pt>
                <c:pt idx="1293">
                  <c:v>3503.5617390860079</c:v>
                </c:pt>
                <c:pt idx="1294">
                  <c:v>3499.7186626723815</c:v>
                </c:pt>
                <c:pt idx="1295">
                  <c:v>3496.1380383918131</c:v>
                </c:pt>
                <c:pt idx="1296">
                  <c:v>3496.9675885338224</c:v>
                </c:pt>
                <c:pt idx="1297">
                  <c:v>3491.1802243101502</c:v>
                </c:pt>
                <c:pt idx="1298">
                  <c:v>3487.8241726838205</c:v>
                </c:pt>
                <c:pt idx="1299">
                  <c:v>3486.0558126544611</c:v>
                </c:pt>
                <c:pt idx="1300">
                  <c:v>3483.0180936744846</c:v>
                </c:pt>
                <c:pt idx="1301">
                  <c:v>3478.9610210380197</c:v>
                </c:pt>
                <c:pt idx="1302">
                  <c:v>3477.1613489294032</c:v>
                </c:pt>
                <c:pt idx="1303">
                  <c:v>3476.1866286517725</c:v>
                </c:pt>
                <c:pt idx="1304">
                  <c:v>3474.3572366275739</c:v>
                </c:pt>
                <c:pt idx="1305">
                  <c:v>3471.836998177615</c:v>
                </c:pt>
                <c:pt idx="1306">
                  <c:v>3469.8216756987422</c:v>
                </c:pt>
                <c:pt idx="1307">
                  <c:v>3469.3397249557534</c:v>
                </c:pt>
                <c:pt idx="1308">
                  <c:v>3465.5463825779566</c:v>
                </c:pt>
                <c:pt idx="1309">
                  <c:v>3462.8840505122935</c:v>
                </c:pt>
                <c:pt idx="1310">
                  <c:v>3459.6144768789591</c:v>
                </c:pt>
                <c:pt idx="1311">
                  <c:v>3456.0651390137518</c:v>
                </c:pt>
                <c:pt idx="1312">
                  <c:v>3451.4550530295783</c:v>
                </c:pt>
                <c:pt idx="1313">
                  <c:v>3447.7243083257463</c:v>
                </c:pt>
                <c:pt idx="1314">
                  <c:v>3445.349526067334</c:v>
                </c:pt>
                <c:pt idx="1315">
                  <c:v>3443.8659569430365</c:v>
                </c:pt>
                <c:pt idx="1316">
                  <c:v>3439.1778484045985</c:v>
                </c:pt>
                <c:pt idx="1317">
                  <c:v>3436.4204290039634</c:v>
                </c:pt>
                <c:pt idx="1318">
                  <c:v>3433.289970099856</c:v>
                </c:pt>
                <c:pt idx="1319">
                  <c:v>3433.6598328633245</c:v>
                </c:pt>
                <c:pt idx="1320">
                  <c:v>3430.3920916431871</c:v>
                </c:pt>
                <c:pt idx="1321">
                  <c:v>3427.7679315147552</c:v>
                </c:pt>
                <c:pt idx="1322">
                  <c:v>3425.3969932053151</c:v>
                </c:pt>
                <c:pt idx="1323">
                  <c:v>3422.9796727042667</c:v>
                </c:pt>
                <c:pt idx="1324">
                  <c:v>3420.2253963119501</c:v>
                </c:pt>
                <c:pt idx="1325">
                  <c:v>3419.8014751187752</c:v>
                </c:pt>
                <c:pt idx="1326">
                  <c:v>3419.2393353296516</c:v>
                </c:pt>
                <c:pt idx="1327">
                  <c:v>3416.1024664436163</c:v>
                </c:pt>
                <c:pt idx="1328">
                  <c:v>3413.5420691972067</c:v>
                </c:pt>
                <c:pt idx="1329">
                  <c:v>3408.9700158479041</c:v>
                </c:pt>
                <c:pt idx="1330">
                  <c:v>3407.4782940190753</c:v>
                </c:pt>
                <c:pt idx="1331">
                  <c:v>3405.4153637203685</c:v>
                </c:pt>
                <c:pt idx="1332">
                  <c:v>3402.3083567590547</c:v>
                </c:pt>
                <c:pt idx="1333">
                  <c:v>3399.8244195632278</c:v>
                </c:pt>
                <c:pt idx="1334">
                  <c:v>3396.1446399041179</c:v>
                </c:pt>
                <c:pt idx="1335">
                  <c:v>3394.0146827482831</c:v>
                </c:pt>
                <c:pt idx="1336">
                  <c:v>3389.2085328763696</c:v>
                </c:pt>
                <c:pt idx="1337">
                  <c:v>3386.7828056660514</c:v>
                </c:pt>
                <c:pt idx="1338">
                  <c:v>3383.9855075789374</c:v>
                </c:pt>
                <c:pt idx="1339">
                  <c:v>3380.5741719363546</c:v>
                </c:pt>
                <c:pt idx="1340">
                  <c:v>3379.0379219548686</c:v>
                </c:pt>
                <c:pt idx="1341">
                  <c:v>3375.9787158276072</c:v>
                </c:pt>
                <c:pt idx="1342">
                  <c:v>3372.9151860124975</c:v>
                </c:pt>
                <c:pt idx="1343">
                  <c:v>3370.8382048501589</c:v>
                </c:pt>
                <c:pt idx="1344">
                  <c:v>3368.9901942566621</c:v>
                </c:pt>
                <c:pt idx="1345">
                  <c:v>3366.3355588727177</c:v>
                </c:pt>
                <c:pt idx="1346">
                  <c:v>3364.0692786320005</c:v>
                </c:pt>
                <c:pt idx="1347">
                  <c:v>3360.845908122069</c:v>
                </c:pt>
                <c:pt idx="1348">
                  <c:v>3359.1743014354238</c:v>
                </c:pt>
                <c:pt idx="1349">
                  <c:v>3356.7456116485891</c:v>
                </c:pt>
                <c:pt idx="1350">
                  <c:v>3353.2324917648248</c:v>
                </c:pt>
                <c:pt idx="1351">
                  <c:v>3349.3976059559191</c:v>
                </c:pt>
                <c:pt idx="1352">
                  <c:v>3346.1282791401827</c:v>
                </c:pt>
                <c:pt idx="1353">
                  <c:v>3343.4337667285281</c:v>
                </c:pt>
                <c:pt idx="1354">
                  <c:v>3343.6263869203653</c:v>
                </c:pt>
                <c:pt idx="1355">
                  <c:v>3339.7928751398231</c:v>
                </c:pt>
                <c:pt idx="1356">
                  <c:v>3335.296482149939</c:v>
                </c:pt>
                <c:pt idx="1357">
                  <c:v>3334.8142778995079</c:v>
                </c:pt>
                <c:pt idx="1358">
                  <c:v>3328.0917060116744</c:v>
                </c:pt>
                <c:pt idx="1359">
                  <c:v>3329.179348135176</c:v>
                </c:pt>
                <c:pt idx="1360">
                  <c:v>3323.6845693536316</c:v>
                </c:pt>
                <c:pt idx="1361">
                  <c:v>3323.1712492751258</c:v>
                </c:pt>
                <c:pt idx="1362">
                  <c:v>3319.320973463362</c:v>
                </c:pt>
                <c:pt idx="1363">
                  <c:v>3318.204402343923</c:v>
                </c:pt>
                <c:pt idx="1364">
                  <c:v>3314.2124369347457</c:v>
                </c:pt>
                <c:pt idx="1365">
                  <c:v>3312.0209455532772</c:v>
                </c:pt>
                <c:pt idx="1366">
                  <c:v>3311.0258219717289</c:v>
                </c:pt>
                <c:pt idx="1367">
                  <c:v>3310.700823476076</c:v>
                </c:pt>
                <c:pt idx="1368">
                  <c:v>3308.8758601144127</c:v>
                </c:pt>
                <c:pt idx="1369">
                  <c:v>3306.3003543560153</c:v>
                </c:pt>
                <c:pt idx="1370">
                  <c:v>3303.7920776658607</c:v>
                </c:pt>
                <c:pt idx="1371">
                  <c:v>3300.0225539878684</c:v>
                </c:pt>
                <c:pt idx="1372">
                  <c:v>3296.3628293522652</c:v>
                </c:pt>
                <c:pt idx="1373">
                  <c:v>3293.5487919629359</c:v>
                </c:pt>
                <c:pt idx="1374">
                  <c:v>3291.2261234824941</c:v>
                </c:pt>
                <c:pt idx="1375">
                  <c:v>3289.1866682338296</c:v>
                </c:pt>
                <c:pt idx="1376">
                  <c:v>3285.8206442516293</c:v>
                </c:pt>
                <c:pt idx="1377">
                  <c:v>3282.3953118321119</c:v>
                </c:pt>
                <c:pt idx="1378">
                  <c:v>3281.865531649185</c:v>
                </c:pt>
                <c:pt idx="1379">
                  <c:v>3276.7101561078662</c:v>
                </c:pt>
                <c:pt idx="1380">
                  <c:v>3273.1534134347603</c:v>
                </c:pt>
                <c:pt idx="1381">
                  <c:v>3270.2270475806417</c:v>
                </c:pt>
                <c:pt idx="1382">
                  <c:v>3271.8309923644779</c:v>
                </c:pt>
                <c:pt idx="1383">
                  <c:v>3266.4212454799626</c:v>
                </c:pt>
                <c:pt idx="1384">
                  <c:v>3262.6995501075016</c:v>
                </c:pt>
                <c:pt idx="1385">
                  <c:v>3260.8044782469551</c:v>
                </c:pt>
                <c:pt idx="1386">
                  <c:v>3257.2276869935436</c:v>
                </c:pt>
                <c:pt idx="1387">
                  <c:v>3253.4232895339655</c:v>
                </c:pt>
                <c:pt idx="1388">
                  <c:v>3249.9156879554544</c:v>
                </c:pt>
                <c:pt idx="1389">
                  <c:v>3245.8453345324588</c:v>
                </c:pt>
                <c:pt idx="1390">
                  <c:v>3244.6441187071869</c:v>
                </c:pt>
                <c:pt idx="1391">
                  <c:v>3239.1420950641168</c:v>
                </c:pt>
                <c:pt idx="1392">
                  <c:v>3236.1109328147354</c:v>
                </c:pt>
                <c:pt idx="1393">
                  <c:v>3236.9132579881839</c:v>
                </c:pt>
                <c:pt idx="1394">
                  <c:v>3234.5682756573174</c:v>
                </c:pt>
                <c:pt idx="1395">
                  <c:v>3233.532011928372</c:v>
                </c:pt>
                <c:pt idx="1396">
                  <c:v>3230.9968335592066</c:v>
                </c:pt>
                <c:pt idx="1397">
                  <c:v>3224.6646974907853</c:v>
                </c:pt>
                <c:pt idx="1398">
                  <c:v>3224.5263135659075</c:v>
                </c:pt>
                <c:pt idx="1399">
                  <c:v>3223.8886070042336</c:v>
                </c:pt>
                <c:pt idx="1400">
                  <c:v>3225.4671899613695</c:v>
                </c:pt>
                <c:pt idx="1401">
                  <c:v>3219.496158772301</c:v>
                </c:pt>
                <c:pt idx="1402">
                  <c:v>3217.0111994435997</c:v>
                </c:pt>
                <c:pt idx="1403">
                  <c:v>3216.9878521738165</c:v>
                </c:pt>
                <c:pt idx="1404">
                  <c:v>3212.872875395301</c:v>
                </c:pt>
                <c:pt idx="1405">
                  <c:v>3208.1597935644663</c:v>
                </c:pt>
                <c:pt idx="1406">
                  <c:v>3204.177904100703</c:v>
                </c:pt>
                <c:pt idx="1407">
                  <c:v>3203.5961322954995</c:v>
                </c:pt>
                <c:pt idx="1408">
                  <c:v>3202.6248469956772</c:v>
                </c:pt>
                <c:pt idx="1409">
                  <c:v>3198.7958748600813</c:v>
                </c:pt>
                <c:pt idx="1410">
                  <c:v>3196.0192574299072</c:v>
                </c:pt>
                <c:pt idx="1411">
                  <c:v>3192.624895618856</c:v>
                </c:pt>
                <c:pt idx="1412">
                  <c:v>3187.4226953506964</c:v>
                </c:pt>
                <c:pt idx="1413">
                  <c:v>3188.8404576528001</c:v>
                </c:pt>
                <c:pt idx="1414">
                  <c:v>3185.683289419534</c:v>
                </c:pt>
                <c:pt idx="1415">
                  <c:v>3183.442602035565</c:v>
                </c:pt>
                <c:pt idx="1416">
                  <c:v>3183.8103592758689</c:v>
                </c:pt>
                <c:pt idx="1417">
                  <c:v>3178.525635657671</c:v>
                </c:pt>
                <c:pt idx="1418">
                  <c:v>3177.3935316223656</c:v>
                </c:pt>
                <c:pt idx="1419">
                  <c:v>3173.1964255459748</c:v>
                </c:pt>
                <c:pt idx="1420">
                  <c:v>3168.8688202362864</c:v>
                </c:pt>
                <c:pt idx="1421">
                  <c:v>3169.7684764829028</c:v>
                </c:pt>
                <c:pt idx="1422">
                  <c:v>3165.6231062791999</c:v>
                </c:pt>
                <c:pt idx="1423">
                  <c:v>3163.6875619788416</c:v>
                </c:pt>
                <c:pt idx="1424">
                  <c:v>3161.2578015202344</c:v>
                </c:pt>
                <c:pt idx="1425">
                  <c:v>3155.2630608669474</c:v>
                </c:pt>
                <c:pt idx="1426">
                  <c:v>3155.1501706906047</c:v>
                </c:pt>
                <c:pt idx="1427">
                  <c:v>3151.9326045916309</c:v>
                </c:pt>
                <c:pt idx="1428">
                  <c:v>3150.1522604416823</c:v>
                </c:pt>
                <c:pt idx="1429">
                  <c:v>3149.1642713439824</c:v>
                </c:pt>
                <c:pt idx="1430">
                  <c:v>3145.0850476320302</c:v>
                </c:pt>
                <c:pt idx="1431">
                  <c:v>3144.6010542862314</c:v>
                </c:pt>
                <c:pt idx="1432">
                  <c:v>3142.4190668454621</c:v>
                </c:pt>
                <c:pt idx="1433">
                  <c:v>3141.8598945973172</c:v>
                </c:pt>
                <c:pt idx="1434">
                  <c:v>3137.937373314533</c:v>
                </c:pt>
                <c:pt idx="1435">
                  <c:v>3134.5315887782158</c:v>
                </c:pt>
                <c:pt idx="1436">
                  <c:v>3131.1474536378983</c:v>
                </c:pt>
                <c:pt idx="1437">
                  <c:v>3127.806897400329</c:v>
                </c:pt>
                <c:pt idx="1438">
                  <c:v>3124.7556743933601</c:v>
                </c:pt>
                <c:pt idx="1439">
                  <c:v>3122.3384410294748</c:v>
                </c:pt>
                <c:pt idx="1440">
                  <c:v>3120.6858817269767</c:v>
                </c:pt>
                <c:pt idx="1441">
                  <c:v>3118.7885003752212</c:v>
                </c:pt>
                <c:pt idx="1442">
                  <c:v>3114.6632682107038</c:v>
                </c:pt>
                <c:pt idx="1443">
                  <c:v>3110.8110803751501</c:v>
                </c:pt>
                <c:pt idx="1444">
                  <c:v>3106.9913403987966</c:v>
                </c:pt>
                <c:pt idx="1445">
                  <c:v>3104.9406658666139</c:v>
                </c:pt>
                <c:pt idx="1446">
                  <c:v>3104.830741065467</c:v>
                </c:pt>
                <c:pt idx="1447">
                  <c:v>3101.7787528216031</c:v>
                </c:pt>
                <c:pt idx="1448">
                  <c:v>3102.2019181992409</c:v>
                </c:pt>
                <c:pt idx="1449">
                  <c:v>3098.5547369055789</c:v>
                </c:pt>
                <c:pt idx="1450">
                  <c:v>3096.1480597343343</c:v>
                </c:pt>
                <c:pt idx="1451">
                  <c:v>3093.981642617101</c:v>
                </c:pt>
                <c:pt idx="1452">
                  <c:v>3090.6508054323731</c:v>
                </c:pt>
                <c:pt idx="1453">
                  <c:v>3091.128480108242</c:v>
                </c:pt>
                <c:pt idx="1454">
                  <c:v>3085.1014942530128</c:v>
                </c:pt>
                <c:pt idx="1455">
                  <c:v>3081.7209248199006</c:v>
                </c:pt>
                <c:pt idx="1456">
                  <c:v>3082.5258468300349</c:v>
                </c:pt>
                <c:pt idx="1457">
                  <c:v>3077.6462328165912</c:v>
                </c:pt>
                <c:pt idx="1458">
                  <c:v>3075.2255831491525</c:v>
                </c:pt>
                <c:pt idx="1459">
                  <c:v>3075.8084303986689</c:v>
                </c:pt>
                <c:pt idx="1460">
                  <c:v>3073.554261535367</c:v>
                </c:pt>
                <c:pt idx="1461">
                  <c:v>3068.3169694164267</c:v>
                </c:pt>
                <c:pt idx="1462">
                  <c:v>3066.3717493263584</c:v>
                </c:pt>
                <c:pt idx="1463">
                  <c:v>3066.6427740741874</c:v>
                </c:pt>
                <c:pt idx="1464">
                  <c:v>3063.8270259250035</c:v>
                </c:pt>
                <c:pt idx="1465">
                  <c:v>3061.481447034389</c:v>
                </c:pt>
                <c:pt idx="1466">
                  <c:v>3059.7245998650051</c:v>
                </c:pt>
                <c:pt idx="1467">
                  <c:v>3057.6230240487857</c:v>
                </c:pt>
                <c:pt idx="1468">
                  <c:v>3053.7980432560512</c:v>
                </c:pt>
                <c:pt idx="1469">
                  <c:v>3050.0657495243809</c:v>
                </c:pt>
                <c:pt idx="1470">
                  <c:v>3047.4699520529266</c:v>
                </c:pt>
                <c:pt idx="1471">
                  <c:v>3045.02825082662</c:v>
                </c:pt>
                <c:pt idx="1472">
                  <c:v>3041.6159875860103</c:v>
                </c:pt>
                <c:pt idx="1473">
                  <c:v>3038.8563037193317</c:v>
                </c:pt>
                <c:pt idx="1474">
                  <c:v>3037.3531790394659</c:v>
                </c:pt>
                <c:pt idx="1475">
                  <c:v>3036.4815637411666</c:v>
                </c:pt>
                <c:pt idx="1476">
                  <c:v>3032.4391911464277</c:v>
                </c:pt>
                <c:pt idx="1477">
                  <c:v>3030.9456501821605</c:v>
                </c:pt>
                <c:pt idx="1478">
                  <c:v>3027.9702597872879</c:v>
                </c:pt>
                <c:pt idx="1479">
                  <c:v>3026.0748105522034</c:v>
                </c:pt>
                <c:pt idx="1480">
                  <c:v>3024.3362407729846</c:v>
                </c:pt>
                <c:pt idx="1481">
                  <c:v>3022.0974022214596</c:v>
                </c:pt>
                <c:pt idx="1482">
                  <c:v>3021.3645288026746</c:v>
                </c:pt>
                <c:pt idx="1483">
                  <c:v>3019.5513878616612</c:v>
                </c:pt>
                <c:pt idx="1484">
                  <c:v>3016.3012242596506</c:v>
                </c:pt>
                <c:pt idx="1485">
                  <c:v>3012.8137755181128</c:v>
                </c:pt>
                <c:pt idx="1486">
                  <c:v>3012.6068692829858</c:v>
                </c:pt>
                <c:pt idx="1487">
                  <c:v>3009.0314290478145</c:v>
                </c:pt>
                <c:pt idx="1488">
                  <c:v>3004.6764726676829</c:v>
                </c:pt>
                <c:pt idx="1489">
                  <c:v>3002.4973026249299</c:v>
                </c:pt>
                <c:pt idx="1490">
                  <c:v>2999.5139779819465</c:v>
                </c:pt>
                <c:pt idx="1491">
                  <c:v>2996.8246192059232</c:v>
                </c:pt>
                <c:pt idx="1492">
                  <c:v>2996.6562975060019</c:v>
                </c:pt>
                <c:pt idx="1493">
                  <c:v>2992.6267194874445</c:v>
                </c:pt>
                <c:pt idx="1494">
                  <c:v>2991.5030252199376</c:v>
                </c:pt>
                <c:pt idx="1495">
                  <c:v>2988.3868584080546</c:v>
                </c:pt>
                <c:pt idx="1496">
                  <c:v>2985.5931382085696</c:v>
                </c:pt>
                <c:pt idx="1497">
                  <c:v>2983.6485200552665</c:v>
                </c:pt>
                <c:pt idx="1498">
                  <c:v>2983.5511707194346</c:v>
                </c:pt>
                <c:pt idx="1499">
                  <c:v>2977.9922399463258</c:v>
                </c:pt>
                <c:pt idx="1500">
                  <c:v>2975.7155946565872</c:v>
                </c:pt>
                <c:pt idx="1501">
                  <c:v>2973.5802209159133</c:v>
                </c:pt>
                <c:pt idx="1502">
                  <c:v>2975.7125075361714</c:v>
                </c:pt>
                <c:pt idx="1503">
                  <c:v>2967.9426931998337</c:v>
                </c:pt>
                <c:pt idx="1504">
                  <c:v>2967.3622845930404</c:v>
                </c:pt>
                <c:pt idx="1505">
                  <c:v>2963.618042400898</c:v>
                </c:pt>
                <c:pt idx="1506">
                  <c:v>2961.1768874628633</c:v>
                </c:pt>
                <c:pt idx="1507">
                  <c:v>2956.9597321142005</c:v>
                </c:pt>
                <c:pt idx="1508">
                  <c:v>2954.5678613159635</c:v>
                </c:pt>
                <c:pt idx="1509">
                  <c:v>2955.0369977359187</c:v>
                </c:pt>
                <c:pt idx="1510">
                  <c:v>2951.4256343512216</c:v>
                </c:pt>
                <c:pt idx="1511">
                  <c:v>2948.8340723697092</c:v>
                </c:pt>
                <c:pt idx="1512">
                  <c:v>2946.4770772772808</c:v>
                </c:pt>
                <c:pt idx="1513">
                  <c:v>2946.6848661730369</c:v>
                </c:pt>
                <c:pt idx="1514">
                  <c:v>2942.7680514445528</c:v>
                </c:pt>
                <c:pt idx="1515">
                  <c:v>2940.8113104377508</c:v>
                </c:pt>
                <c:pt idx="1516">
                  <c:v>2938.8395383604939</c:v>
                </c:pt>
                <c:pt idx="1517">
                  <c:v>2938.1737714327301</c:v>
                </c:pt>
                <c:pt idx="1518">
                  <c:v>2934.7697139110942</c:v>
                </c:pt>
                <c:pt idx="1519">
                  <c:v>2933.8103473835381</c:v>
                </c:pt>
                <c:pt idx="1520">
                  <c:v>2931.0917749893624</c:v>
                </c:pt>
                <c:pt idx="1521">
                  <c:v>2926.9231982029128</c:v>
                </c:pt>
                <c:pt idx="1522">
                  <c:v>2923.6225272051574</c:v>
                </c:pt>
                <c:pt idx="1523">
                  <c:v>2921.4660645793001</c:v>
                </c:pt>
                <c:pt idx="1524">
                  <c:v>2917.6014679883297</c:v>
                </c:pt>
                <c:pt idx="1525">
                  <c:v>2918.6603248348038</c:v>
                </c:pt>
                <c:pt idx="1526">
                  <c:v>2914.2394359172308</c:v>
                </c:pt>
                <c:pt idx="1527">
                  <c:v>2911.8588828138891</c:v>
                </c:pt>
                <c:pt idx="1528">
                  <c:v>2909.803582994969</c:v>
                </c:pt>
                <c:pt idx="1529">
                  <c:v>2905.4924943619881</c:v>
                </c:pt>
                <c:pt idx="1530">
                  <c:v>2903.3974989827998</c:v>
                </c:pt>
                <c:pt idx="1531">
                  <c:v>2900.5903476743706</c:v>
                </c:pt>
                <c:pt idx="1532">
                  <c:v>2899.0492962956696</c:v>
                </c:pt>
                <c:pt idx="1533">
                  <c:v>2897.8599156943092</c:v>
                </c:pt>
                <c:pt idx="1534">
                  <c:v>2894.1016175212385</c:v>
                </c:pt>
                <c:pt idx="1535">
                  <c:v>2893.0276859643218</c:v>
                </c:pt>
                <c:pt idx="1536">
                  <c:v>2890.1486444788497</c:v>
                </c:pt>
                <c:pt idx="1537">
                  <c:v>2887.3893764616237</c:v>
                </c:pt>
                <c:pt idx="1538">
                  <c:v>2885.5469283965667</c:v>
                </c:pt>
                <c:pt idx="1539">
                  <c:v>2882.1839502771404</c:v>
                </c:pt>
                <c:pt idx="1540">
                  <c:v>2879.7279854189646</c:v>
                </c:pt>
                <c:pt idx="1541">
                  <c:v>2879.8773771456636</c:v>
                </c:pt>
                <c:pt idx="1542">
                  <c:v>2879.1742824787934</c:v>
                </c:pt>
                <c:pt idx="1543">
                  <c:v>2873.5950207879641</c:v>
                </c:pt>
                <c:pt idx="1544">
                  <c:v>2871.1067992362659</c:v>
                </c:pt>
                <c:pt idx="1545">
                  <c:v>2868.895623990381</c:v>
                </c:pt>
                <c:pt idx="1546">
                  <c:v>2871.5991439931713</c:v>
                </c:pt>
                <c:pt idx="1547">
                  <c:v>2865.4773805345253</c:v>
                </c:pt>
                <c:pt idx="1548">
                  <c:v>2863.7910979474873</c:v>
                </c:pt>
                <c:pt idx="1549">
                  <c:v>2860.202723197267</c:v>
                </c:pt>
                <c:pt idx="1550">
                  <c:v>2861.2043028695957</c:v>
                </c:pt>
                <c:pt idx="1551">
                  <c:v>2857.5309783017356</c:v>
                </c:pt>
                <c:pt idx="1552">
                  <c:v>2854.7744813252966</c:v>
                </c:pt>
                <c:pt idx="1553">
                  <c:v>2853.5482568602747</c:v>
                </c:pt>
                <c:pt idx="1554">
                  <c:v>2850.6374713886808</c:v>
                </c:pt>
                <c:pt idx="1555">
                  <c:v>2845.3772621963112</c:v>
                </c:pt>
                <c:pt idx="1556">
                  <c:v>2844.5280826103217</c:v>
                </c:pt>
                <c:pt idx="1557">
                  <c:v>2840.6398330024181</c:v>
                </c:pt>
                <c:pt idx="1558">
                  <c:v>2839.0855892650561</c:v>
                </c:pt>
                <c:pt idx="1559">
                  <c:v>2837.6031009328658</c:v>
                </c:pt>
                <c:pt idx="1560">
                  <c:v>2833.9220201777716</c:v>
                </c:pt>
                <c:pt idx="1561">
                  <c:v>2833.3646185262669</c:v>
                </c:pt>
                <c:pt idx="1562">
                  <c:v>2830.1103029469168</c:v>
                </c:pt>
                <c:pt idx="1563">
                  <c:v>2826.4688632568332</c:v>
                </c:pt>
                <c:pt idx="1564">
                  <c:v>2826.3914721322276</c:v>
                </c:pt>
                <c:pt idx="1565">
                  <c:v>2824.7054991759805</c:v>
                </c:pt>
                <c:pt idx="1566">
                  <c:v>2821.8083029209001</c:v>
                </c:pt>
                <c:pt idx="1567">
                  <c:v>2818.5836362500336</c:v>
                </c:pt>
                <c:pt idx="1568">
                  <c:v>2817.7343018838528</c:v>
                </c:pt>
                <c:pt idx="1569">
                  <c:v>2815.4039950362576</c:v>
                </c:pt>
                <c:pt idx="1570">
                  <c:v>2813.588303547599</c:v>
                </c:pt>
                <c:pt idx="1571">
                  <c:v>2806.9687111119902</c:v>
                </c:pt>
                <c:pt idx="1572">
                  <c:v>2804.6136527810022</c:v>
                </c:pt>
                <c:pt idx="1573">
                  <c:v>2807.8937776906378</c:v>
                </c:pt>
                <c:pt idx="1574">
                  <c:v>2801.619589208914</c:v>
                </c:pt>
                <c:pt idx="1575">
                  <c:v>2798.7731664614703</c:v>
                </c:pt>
                <c:pt idx="1576">
                  <c:v>2797.2199650780694</c:v>
                </c:pt>
                <c:pt idx="1577">
                  <c:v>2796.4519114074114</c:v>
                </c:pt>
                <c:pt idx="1578">
                  <c:v>2790.1957058339676</c:v>
                </c:pt>
                <c:pt idx="1579">
                  <c:v>2789.2150179796149</c:v>
                </c:pt>
                <c:pt idx="1580">
                  <c:v>2789.4260932230845</c:v>
                </c:pt>
                <c:pt idx="1581">
                  <c:v>2788.1898557605782</c:v>
                </c:pt>
                <c:pt idx="1582">
                  <c:v>2785.1008505584132</c:v>
                </c:pt>
                <c:pt idx="1583">
                  <c:v>2781.3603080910616</c:v>
                </c:pt>
                <c:pt idx="1584">
                  <c:v>2781.3619123244325</c:v>
                </c:pt>
                <c:pt idx="1585">
                  <c:v>2777.7310706401481</c:v>
                </c:pt>
                <c:pt idx="1586">
                  <c:v>2775.4975975392645</c:v>
                </c:pt>
                <c:pt idx="1587">
                  <c:v>2774.3613976276738</c:v>
                </c:pt>
                <c:pt idx="1588">
                  <c:v>2768.927970490568</c:v>
                </c:pt>
                <c:pt idx="1589">
                  <c:v>2768.218403066453</c:v>
                </c:pt>
                <c:pt idx="1590">
                  <c:v>2765.9338202255221</c:v>
                </c:pt>
                <c:pt idx="1591">
                  <c:v>2762.4855008193845</c:v>
                </c:pt>
                <c:pt idx="1592">
                  <c:v>2761.6920343162619</c:v>
                </c:pt>
                <c:pt idx="1593">
                  <c:v>2761.5558533657227</c:v>
                </c:pt>
                <c:pt idx="1594">
                  <c:v>2758.4572506239983</c:v>
                </c:pt>
                <c:pt idx="1595">
                  <c:v>2759.385485966051</c:v>
                </c:pt>
                <c:pt idx="1596">
                  <c:v>2755.3094343207285</c:v>
                </c:pt>
                <c:pt idx="1597">
                  <c:v>2753.6705189371369</c:v>
                </c:pt>
                <c:pt idx="1598">
                  <c:v>2754.539018366273</c:v>
                </c:pt>
                <c:pt idx="1599">
                  <c:v>2753.1641786887458</c:v>
                </c:pt>
                <c:pt idx="1600">
                  <c:v>2752.0904407974695</c:v>
                </c:pt>
                <c:pt idx="1601">
                  <c:v>2744.5131709513735</c:v>
                </c:pt>
                <c:pt idx="1602">
                  <c:v>2744.1795451716735</c:v>
                </c:pt>
                <c:pt idx="1603">
                  <c:v>2740.9623420324037</c:v>
                </c:pt>
                <c:pt idx="1604">
                  <c:v>2735.8681790813171</c:v>
                </c:pt>
                <c:pt idx="1605">
                  <c:v>2730.5756941875848</c:v>
                </c:pt>
                <c:pt idx="1606">
                  <c:v>2729.5039392298513</c:v>
                </c:pt>
                <c:pt idx="1607">
                  <c:v>2725.537087288475</c:v>
                </c:pt>
                <c:pt idx="1608">
                  <c:v>2720.4203790878591</c:v>
                </c:pt>
                <c:pt idx="1609">
                  <c:v>2720.7457579350616</c:v>
                </c:pt>
                <c:pt idx="1610">
                  <c:v>2720.9883084064231</c:v>
                </c:pt>
                <c:pt idx="1611">
                  <c:v>2716.6285399052636</c:v>
                </c:pt>
                <c:pt idx="1612">
                  <c:v>2717.3097460834088</c:v>
                </c:pt>
                <c:pt idx="1613">
                  <c:v>2715.0915754213611</c:v>
                </c:pt>
                <c:pt idx="1614">
                  <c:v>2710.1288542129041</c:v>
                </c:pt>
                <c:pt idx="1615">
                  <c:v>2706.8301231705955</c:v>
                </c:pt>
                <c:pt idx="1616">
                  <c:v>2707.2772022440649</c:v>
                </c:pt>
                <c:pt idx="1617">
                  <c:v>2706.08864633954</c:v>
                </c:pt>
                <c:pt idx="1618">
                  <c:v>2700.6579374440653</c:v>
                </c:pt>
                <c:pt idx="1619">
                  <c:v>2699.0604654785866</c:v>
                </c:pt>
                <c:pt idx="1620">
                  <c:v>2697.8807635054627</c:v>
                </c:pt>
                <c:pt idx="1621">
                  <c:v>2695.3179856860024</c:v>
                </c:pt>
                <c:pt idx="1622">
                  <c:v>2691.4388223091055</c:v>
                </c:pt>
                <c:pt idx="1623">
                  <c:v>2688.6018923424963</c:v>
                </c:pt>
                <c:pt idx="1624">
                  <c:v>2688.4025210239279</c:v>
                </c:pt>
                <c:pt idx="1625">
                  <c:v>2685.942748096415</c:v>
                </c:pt>
                <c:pt idx="1626">
                  <c:v>2685.1706194340895</c:v>
                </c:pt>
                <c:pt idx="1627">
                  <c:v>2682.6359691772409</c:v>
                </c:pt>
                <c:pt idx="1628">
                  <c:v>2680.1072633682206</c:v>
                </c:pt>
                <c:pt idx="1629">
                  <c:v>2679.1805581308818</c:v>
                </c:pt>
                <c:pt idx="1630">
                  <c:v>2675.7039358552379</c:v>
                </c:pt>
                <c:pt idx="1631">
                  <c:v>2672.7745531883852</c:v>
                </c:pt>
                <c:pt idx="1632">
                  <c:v>2670.6831138526804</c:v>
                </c:pt>
                <c:pt idx="1633">
                  <c:v>2668.6399976544453</c:v>
                </c:pt>
                <c:pt idx="1634">
                  <c:v>2665.8424593664104</c:v>
                </c:pt>
                <c:pt idx="1635">
                  <c:v>2665.0857316296169</c:v>
                </c:pt>
                <c:pt idx="1636">
                  <c:v>2662.554760364611</c:v>
                </c:pt>
                <c:pt idx="1637">
                  <c:v>2660.6417059392838</c:v>
                </c:pt>
                <c:pt idx="1638">
                  <c:v>2659.9175095201681</c:v>
                </c:pt>
                <c:pt idx="1639">
                  <c:v>2656.049879895103</c:v>
                </c:pt>
                <c:pt idx="1640">
                  <c:v>2653.913731251575</c:v>
                </c:pt>
                <c:pt idx="1641">
                  <c:v>2651.7930094830699</c:v>
                </c:pt>
                <c:pt idx="1642">
                  <c:v>2651.2190705027001</c:v>
                </c:pt>
                <c:pt idx="1643">
                  <c:v>2647.5874314321727</c:v>
                </c:pt>
                <c:pt idx="1644">
                  <c:v>2643.3499472608009</c:v>
                </c:pt>
                <c:pt idx="1645">
                  <c:v>2642.909937319308</c:v>
                </c:pt>
                <c:pt idx="1646">
                  <c:v>2639.7395171029016</c:v>
                </c:pt>
                <c:pt idx="1647">
                  <c:v>2637.9280949515114</c:v>
                </c:pt>
                <c:pt idx="1648">
                  <c:v>2635.7861302902375</c:v>
                </c:pt>
                <c:pt idx="1649">
                  <c:v>2633.3580618431661</c:v>
                </c:pt>
                <c:pt idx="1650">
                  <c:v>2631.679926623121</c:v>
                </c:pt>
                <c:pt idx="1651">
                  <c:v>2629.3276542596677</c:v>
                </c:pt>
                <c:pt idx="1652">
                  <c:v>2625.1555323438688</c:v>
                </c:pt>
                <c:pt idx="1653">
                  <c:v>2625.3837925827956</c:v>
                </c:pt>
                <c:pt idx="1654">
                  <c:v>2623.4315170478476</c:v>
                </c:pt>
                <c:pt idx="1655">
                  <c:v>2621.7973045118224</c:v>
                </c:pt>
                <c:pt idx="1656">
                  <c:v>2617.3559842713184</c:v>
                </c:pt>
                <c:pt idx="1657">
                  <c:v>2615.5620165970686</c:v>
                </c:pt>
                <c:pt idx="1658">
                  <c:v>2611.9250764777535</c:v>
                </c:pt>
                <c:pt idx="1659">
                  <c:v>2608.395453460892</c:v>
                </c:pt>
                <c:pt idx="1660">
                  <c:v>2606.4364043615496</c:v>
                </c:pt>
                <c:pt idx="1661">
                  <c:v>2607.7880130842318</c:v>
                </c:pt>
                <c:pt idx="1662">
                  <c:v>2604.5790162335052</c:v>
                </c:pt>
                <c:pt idx="1663">
                  <c:v>2602.4827384433056</c:v>
                </c:pt>
                <c:pt idx="1664">
                  <c:v>2599.590141186145</c:v>
                </c:pt>
                <c:pt idx="1665">
                  <c:v>2596.9384306796346</c:v>
                </c:pt>
                <c:pt idx="1666">
                  <c:v>2595.2622496746108</c:v>
                </c:pt>
                <c:pt idx="1667">
                  <c:v>2593.6623075130824</c:v>
                </c:pt>
                <c:pt idx="1668">
                  <c:v>2591.8977446679182</c:v>
                </c:pt>
                <c:pt idx="1669">
                  <c:v>2590.7840163467204</c:v>
                </c:pt>
                <c:pt idx="1670">
                  <c:v>2587.3462307516702</c:v>
                </c:pt>
                <c:pt idx="1671">
                  <c:v>2584.3748080275245</c:v>
                </c:pt>
                <c:pt idx="1672">
                  <c:v>2583.4663646067233</c:v>
                </c:pt>
                <c:pt idx="1673">
                  <c:v>2579.4805132349693</c:v>
                </c:pt>
                <c:pt idx="1674">
                  <c:v>2578.1561861369037</c:v>
                </c:pt>
                <c:pt idx="1675">
                  <c:v>2577.2086174301821</c:v>
                </c:pt>
                <c:pt idx="1676">
                  <c:v>2575.0406297229897</c:v>
                </c:pt>
                <c:pt idx="1677">
                  <c:v>2572.8886582484884</c:v>
                </c:pt>
                <c:pt idx="1678">
                  <c:v>2569.9782444148877</c:v>
                </c:pt>
                <c:pt idx="1679">
                  <c:v>2568.0038738988005</c:v>
                </c:pt>
                <c:pt idx="1680">
                  <c:v>2566.2995365497773</c:v>
                </c:pt>
                <c:pt idx="1681">
                  <c:v>2566.668430861122</c:v>
                </c:pt>
                <c:pt idx="1682">
                  <c:v>2562.5480107754547</c:v>
                </c:pt>
                <c:pt idx="1683">
                  <c:v>2560.5447048761844</c:v>
                </c:pt>
                <c:pt idx="1684">
                  <c:v>2555.3148634412505</c:v>
                </c:pt>
                <c:pt idx="1685">
                  <c:v>2557.304252604376</c:v>
                </c:pt>
                <c:pt idx="1686">
                  <c:v>2549.8776052221056</c:v>
                </c:pt>
                <c:pt idx="1687">
                  <c:v>2548.5173294364699</c:v>
                </c:pt>
                <c:pt idx="1688">
                  <c:v>2546.1693801656666</c:v>
                </c:pt>
                <c:pt idx="1689">
                  <c:v>2545.0610609297646</c:v>
                </c:pt>
                <c:pt idx="1690">
                  <c:v>2540.6400743458698</c:v>
                </c:pt>
                <c:pt idx="1691">
                  <c:v>2537.9154176831444</c:v>
                </c:pt>
                <c:pt idx="1692">
                  <c:v>2537.4553145829441</c:v>
                </c:pt>
                <c:pt idx="1693">
                  <c:v>2535.6995495307101</c:v>
                </c:pt>
                <c:pt idx="1694">
                  <c:v>2533.7717316850994</c:v>
                </c:pt>
                <c:pt idx="1695">
                  <c:v>2533.6626699999779</c:v>
                </c:pt>
                <c:pt idx="1696">
                  <c:v>2530.4043810532585</c:v>
                </c:pt>
                <c:pt idx="1697">
                  <c:v>2529.7624593367109</c:v>
                </c:pt>
                <c:pt idx="1698">
                  <c:v>2527.3032911069849</c:v>
                </c:pt>
                <c:pt idx="1699">
                  <c:v>2525.268151047932</c:v>
                </c:pt>
                <c:pt idx="1700">
                  <c:v>2522.7429063543914</c:v>
                </c:pt>
                <c:pt idx="1701">
                  <c:v>2520.6128705619494</c:v>
                </c:pt>
                <c:pt idx="1702">
                  <c:v>2518.9198231979753</c:v>
                </c:pt>
                <c:pt idx="1703">
                  <c:v>2517.2329400598401</c:v>
                </c:pt>
                <c:pt idx="1704">
                  <c:v>2516.539849709533</c:v>
                </c:pt>
                <c:pt idx="1705">
                  <c:v>2513.0706183147895</c:v>
                </c:pt>
                <c:pt idx="1706">
                  <c:v>2511.2384568165444</c:v>
                </c:pt>
                <c:pt idx="1707">
                  <c:v>2507.68177820342</c:v>
                </c:pt>
                <c:pt idx="1708">
                  <c:v>2505.7856563405535</c:v>
                </c:pt>
                <c:pt idx="1709">
                  <c:v>2503.8762736941926</c:v>
                </c:pt>
                <c:pt idx="1710">
                  <c:v>2501.7354815590325</c:v>
                </c:pt>
                <c:pt idx="1711">
                  <c:v>2498.5299113392834</c:v>
                </c:pt>
                <c:pt idx="1712">
                  <c:v>2497.5321814446197</c:v>
                </c:pt>
                <c:pt idx="1713">
                  <c:v>2494.3203774747994</c:v>
                </c:pt>
                <c:pt idx="1714">
                  <c:v>2490.5961793206188</c:v>
                </c:pt>
                <c:pt idx="1715">
                  <c:v>2487.9125605645713</c:v>
                </c:pt>
                <c:pt idx="1716">
                  <c:v>2486.4106956287978</c:v>
                </c:pt>
                <c:pt idx="1717">
                  <c:v>2483.050504496236</c:v>
                </c:pt>
              </c:numCache>
            </c:numRef>
          </c:xVal>
          <c:yVal>
            <c:numRef>
              <c:f>Presentation!$BG$81:$BG$1798</c:f>
              <c:numCache>
                <c:formatCode>General</c:formatCode>
                <c:ptCount val="1718"/>
                <c:pt idx="0">
                  <c:v>0.48645443092846674</c:v>
                </c:pt>
                <c:pt idx="1">
                  <c:v>0.48859760319302753</c:v>
                </c:pt>
                <c:pt idx="2">
                  <c:v>0.49046031434735099</c:v>
                </c:pt>
                <c:pt idx="3">
                  <c:v>0.49286226626390439</c:v>
                </c:pt>
                <c:pt idx="4">
                  <c:v>0.49471189075871219</c:v>
                </c:pt>
                <c:pt idx="5">
                  <c:v>0.49719818296362606</c:v>
                </c:pt>
                <c:pt idx="6">
                  <c:v>0.50029577953205639</c:v>
                </c:pt>
                <c:pt idx="7">
                  <c:v>0.50139023873842847</c:v>
                </c:pt>
                <c:pt idx="8">
                  <c:v>0.50345337182324257</c:v>
                </c:pt>
                <c:pt idx="9">
                  <c:v>0.50489449224352279</c:v>
                </c:pt>
                <c:pt idx="10">
                  <c:v>0.50598224623697419</c:v>
                </c:pt>
                <c:pt idx="11">
                  <c:v>0.50754743747531794</c:v>
                </c:pt>
                <c:pt idx="12">
                  <c:v>0.50923518634144338</c:v>
                </c:pt>
                <c:pt idx="13">
                  <c:v>0.50990361217654301</c:v>
                </c:pt>
                <c:pt idx="14">
                  <c:v>0.51008235642035704</c:v>
                </c:pt>
                <c:pt idx="15">
                  <c:v>0.51167566667307229</c:v>
                </c:pt>
                <c:pt idx="16">
                  <c:v>0.51239155306781048</c:v>
                </c:pt>
                <c:pt idx="17">
                  <c:v>0.51415788521521344</c:v>
                </c:pt>
                <c:pt idx="18">
                  <c:v>0.51510569170396825</c:v>
                </c:pt>
                <c:pt idx="19">
                  <c:v>0.51698532481294757</c:v>
                </c:pt>
                <c:pt idx="20">
                  <c:v>0.51829270641654024</c:v>
                </c:pt>
                <c:pt idx="21">
                  <c:v>0.5185040953846114</c:v>
                </c:pt>
                <c:pt idx="22">
                  <c:v>0.520373469658163</c:v>
                </c:pt>
                <c:pt idx="23">
                  <c:v>0.52154646499487756</c:v>
                </c:pt>
                <c:pt idx="24">
                  <c:v>0.52235565314256638</c:v>
                </c:pt>
                <c:pt idx="25">
                  <c:v>0.52326564162820843</c:v>
                </c:pt>
                <c:pt idx="26">
                  <c:v>0.52428313413767891</c:v>
                </c:pt>
                <c:pt idx="27">
                  <c:v>0.52558991668579125</c:v>
                </c:pt>
                <c:pt idx="28">
                  <c:v>0.52528714135544907</c:v>
                </c:pt>
                <c:pt idx="29">
                  <c:v>0.52586171294647233</c:v>
                </c:pt>
                <c:pt idx="30">
                  <c:v>0.52692031401003625</c:v>
                </c:pt>
                <c:pt idx="31">
                  <c:v>0.52787570178874521</c:v>
                </c:pt>
                <c:pt idx="32">
                  <c:v>0.52909189917722887</c:v>
                </c:pt>
                <c:pt idx="33">
                  <c:v>0.52995781136763642</c:v>
                </c:pt>
                <c:pt idx="34">
                  <c:v>0.53044945245882102</c:v>
                </c:pt>
                <c:pt idx="35">
                  <c:v>0.53146254206300148</c:v>
                </c:pt>
                <c:pt idx="36">
                  <c:v>0.53170894872220376</c:v>
                </c:pt>
                <c:pt idx="37">
                  <c:v>0.53281934357424221</c:v>
                </c:pt>
                <c:pt idx="38">
                  <c:v>0.53281357005001351</c:v>
                </c:pt>
                <c:pt idx="39">
                  <c:v>0.53361213026396948</c:v>
                </c:pt>
                <c:pt idx="40">
                  <c:v>0.53377352733033379</c:v>
                </c:pt>
                <c:pt idx="41">
                  <c:v>0.53379830138139417</c:v>
                </c:pt>
                <c:pt idx="42">
                  <c:v>0.53379608867744255</c:v>
                </c:pt>
                <c:pt idx="43">
                  <c:v>0.53474177487064334</c:v>
                </c:pt>
                <c:pt idx="44">
                  <c:v>0.53587615209547013</c:v>
                </c:pt>
                <c:pt idx="45">
                  <c:v>0.53622313702690794</c:v>
                </c:pt>
                <c:pt idx="46">
                  <c:v>0.53712867740443793</c:v>
                </c:pt>
                <c:pt idx="47">
                  <c:v>0.53750870067337342</c:v>
                </c:pt>
                <c:pt idx="48">
                  <c:v>0.53774923660783647</c:v>
                </c:pt>
                <c:pt idx="49">
                  <c:v>0.53843885226305876</c:v>
                </c:pt>
                <c:pt idx="50">
                  <c:v>0.53845018353777208</c:v>
                </c:pt>
                <c:pt idx="51">
                  <c:v>0.5386720270422064</c:v>
                </c:pt>
                <c:pt idx="52">
                  <c:v>0.53919717573221759</c:v>
                </c:pt>
                <c:pt idx="53">
                  <c:v>0.53886233300855957</c:v>
                </c:pt>
                <c:pt idx="54">
                  <c:v>0.53865747618717275</c:v>
                </c:pt>
                <c:pt idx="55">
                  <c:v>0.5400396368499577</c:v>
                </c:pt>
                <c:pt idx="56">
                  <c:v>0.54033311967744513</c:v>
                </c:pt>
                <c:pt idx="57">
                  <c:v>0.54062313909532811</c:v>
                </c:pt>
                <c:pt idx="58">
                  <c:v>0.54106776045939298</c:v>
                </c:pt>
                <c:pt idx="59">
                  <c:v>0.54140459289749465</c:v>
                </c:pt>
                <c:pt idx="60">
                  <c:v>0.54138140789409717</c:v>
                </c:pt>
                <c:pt idx="61">
                  <c:v>0.54074651242544935</c:v>
                </c:pt>
                <c:pt idx="62">
                  <c:v>0.5411605298814739</c:v>
                </c:pt>
                <c:pt idx="63">
                  <c:v>0.54166705058963993</c:v>
                </c:pt>
                <c:pt idx="64">
                  <c:v>0.54222332863109568</c:v>
                </c:pt>
                <c:pt idx="65">
                  <c:v>0.54262364435025678</c:v>
                </c:pt>
                <c:pt idx="66">
                  <c:v>0.54244768768562912</c:v>
                </c:pt>
                <c:pt idx="67">
                  <c:v>0.54309060658158104</c:v>
                </c:pt>
                <c:pt idx="68">
                  <c:v>0.54333928894487959</c:v>
                </c:pt>
                <c:pt idx="69">
                  <c:v>0.54350511650030064</c:v>
                </c:pt>
                <c:pt idx="70">
                  <c:v>0.54387126969269095</c:v>
                </c:pt>
                <c:pt idx="71">
                  <c:v>0.54415338521627143</c:v>
                </c:pt>
                <c:pt idx="72">
                  <c:v>0.5421374328579367</c:v>
                </c:pt>
                <c:pt idx="73">
                  <c:v>0.5440973178534354</c:v>
                </c:pt>
                <c:pt idx="74">
                  <c:v>0.54392397783261015</c:v>
                </c:pt>
                <c:pt idx="75">
                  <c:v>0.54391683481984721</c:v>
                </c:pt>
                <c:pt idx="76">
                  <c:v>0.54383126578532093</c:v>
                </c:pt>
                <c:pt idx="77">
                  <c:v>0.54434823247008091</c:v>
                </c:pt>
                <c:pt idx="78">
                  <c:v>0.54509724225688105</c:v>
                </c:pt>
                <c:pt idx="79">
                  <c:v>0.54486819966348854</c:v>
                </c:pt>
                <c:pt idx="80">
                  <c:v>0.54531636404292183</c:v>
                </c:pt>
                <c:pt idx="81">
                  <c:v>0.54455041960836548</c:v>
                </c:pt>
                <c:pt idx="82">
                  <c:v>0.54457727686727353</c:v>
                </c:pt>
                <c:pt idx="83">
                  <c:v>0.54359120593874966</c:v>
                </c:pt>
                <c:pt idx="84">
                  <c:v>0.54327958352123096</c:v>
                </c:pt>
                <c:pt idx="85">
                  <c:v>0.54347695450994526</c:v>
                </c:pt>
                <c:pt idx="86">
                  <c:v>0.54372841425400453</c:v>
                </c:pt>
                <c:pt idx="87">
                  <c:v>0.5442988277963694</c:v>
                </c:pt>
                <c:pt idx="88">
                  <c:v>0.54474368603510537</c:v>
                </c:pt>
                <c:pt idx="89">
                  <c:v>0.54492043965340675</c:v>
                </c:pt>
                <c:pt idx="90">
                  <c:v>0.54531076893434594</c:v>
                </c:pt>
                <c:pt idx="91">
                  <c:v>0.54498775574689939</c:v>
                </c:pt>
                <c:pt idx="92">
                  <c:v>0.54476990026421146</c:v>
                </c:pt>
                <c:pt idx="93">
                  <c:v>0.54478251366706398</c:v>
                </c:pt>
                <c:pt idx="94">
                  <c:v>0.54480463784612365</c:v>
                </c:pt>
                <c:pt idx="95">
                  <c:v>0.54484454267858728</c:v>
                </c:pt>
                <c:pt idx="96">
                  <c:v>0.54487405976401238</c:v>
                </c:pt>
                <c:pt idx="97">
                  <c:v>0.5449322866319708</c:v>
                </c:pt>
                <c:pt idx="98">
                  <c:v>0.54504839009112993</c:v>
                </c:pt>
                <c:pt idx="99">
                  <c:v>0.54460828501083047</c:v>
                </c:pt>
                <c:pt idx="100">
                  <c:v>0.54485299565554168</c:v>
                </c:pt>
                <c:pt idx="101">
                  <c:v>0.54474987033806399</c:v>
                </c:pt>
                <c:pt idx="102">
                  <c:v>0.54420021704109633</c:v>
                </c:pt>
                <c:pt idx="103">
                  <c:v>0.54486142135062721</c:v>
                </c:pt>
                <c:pt idx="104">
                  <c:v>0.54506602355756184</c:v>
                </c:pt>
                <c:pt idx="105">
                  <c:v>0.54523757073332924</c:v>
                </c:pt>
                <c:pt idx="106">
                  <c:v>0.54541434641150399</c:v>
                </c:pt>
                <c:pt idx="107">
                  <c:v>0.54562653256756821</c:v>
                </c:pt>
                <c:pt idx="108">
                  <c:v>0.54555460636493247</c:v>
                </c:pt>
                <c:pt idx="109">
                  <c:v>0.54530403208324296</c:v>
                </c:pt>
                <c:pt idx="110">
                  <c:v>0.5449406765997401</c:v>
                </c:pt>
                <c:pt idx="111">
                  <c:v>0.54565205009072626</c:v>
                </c:pt>
                <c:pt idx="112">
                  <c:v>0.54582858787325106</c:v>
                </c:pt>
                <c:pt idx="113">
                  <c:v>0.54618596031525146</c:v>
                </c:pt>
                <c:pt idx="114">
                  <c:v>0.54644782761670196</c:v>
                </c:pt>
                <c:pt idx="115">
                  <c:v>0.54596249480000758</c:v>
                </c:pt>
                <c:pt idx="116">
                  <c:v>0.54597747303229327</c:v>
                </c:pt>
                <c:pt idx="117">
                  <c:v>0.54595099195900165</c:v>
                </c:pt>
                <c:pt idx="118">
                  <c:v>0.54591739445482634</c:v>
                </c:pt>
                <c:pt idx="119">
                  <c:v>0.54577973887649578</c:v>
                </c:pt>
                <c:pt idx="120">
                  <c:v>0.54587611295182781</c:v>
                </c:pt>
                <c:pt idx="121">
                  <c:v>0.54510123093982399</c:v>
                </c:pt>
                <c:pt idx="122">
                  <c:v>0.54563044223330071</c:v>
                </c:pt>
                <c:pt idx="123">
                  <c:v>0.54555454138017734</c:v>
                </c:pt>
                <c:pt idx="124">
                  <c:v>0.54599571394555124</c:v>
                </c:pt>
                <c:pt idx="125">
                  <c:v>0.5451575179455157</c:v>
                </c:pt>
                <c:pt idx="126">
                  <c:v>0.54519373833747553</c:v>
                </c:pt>
                <c:pt idx="127">
                  <c:v>0.54478753847650174</c:v>
                </c:pt>
                <c:pt idx="128">
                  <c:v>0.54488614540466396</c:v>
                </c:pt>
                <c:pt idx="129">
                  <c:v>0.54446681239355033</c:v>
                </c:pt>
                <c:pt idx="130">
                  <c:v>0.544154989830406</c:v>
                </c:pt>
                <c:pt idx="131">
                  <c:v>0.5444001235796917</c:v>
                </c:pt>
                <c:pt idx="132">
                  <c:v>0.54449162736157064</c:v>
                </c:pt>
                <c:pt idx="133">
                  <c:v>0.5445255474452555</c:v>
                </c:pt>
                <c:pt idx="134">
                  <c:v>0.54447828067312232</c:v>
                </c:pt>
                <c:pt idx="135">
                  <c:v>0.54347930858322346</c:v>
                </c:pt>
                <c:pt idx="136">
                  <c:v>0.54390032434012014</c:v>
                </c:pt>
                <c:pt idx="137">
                  <c:v>0.54396709399233634</c:v>
                </c:pt>
                <c:pt idx="138">
                  <c:v>0.54456681087438463</c:v>
                </c:pt>
                <c:pt idx="139">
                  <c:v>0.54454759040388068</c:v>
                </c:pt>
                <c:pt idx="140">
                  <c:v>0.54447411781618715</c:v>
                </c:pt>
                <c:pt idx="141">
                  <c:v>0.54444679565109755</c:v>
                </c:pt>
                <c:pt idx="142">
                  <c:v>0.54357165580867817</c:v>
                </c:pt>
                <c:pt idx="143">
                  <c:v>0.5443427320056422</c:v>
                </c:pt>
                <c:pt idx="144">
                  <c:v>0.54443336518620078</c:v>
                </c:pt>
                <c:pt idx="145">
                  <c:v>0.54440111621407694</c:v>
                </c:pt>
                <c:pt idx="146">
                  <c:v>0.54410405827263264</c:v>
                </c:pt>
                <c:pt idx="147">
                  <c:v>0.54428052478976185</c:v>
                </c:pt>
                <c:pt idx="148">
                  <c:v>0.54455492305854447</c:v>
                </c:pt>
                <c:pt idx="149">
                  <c:v>0.54448430231507672</c:v>
                </c:pt>
                <c:pt idx="150">
                  <c:v>0.54450554493946046</c:v>
                </c:pt>
                <c:pt idx="151">
                  <c:v>0.54456271160014247</c:v>
                </c:pt>
                <c:pt idx="152">
                  <c:v>0.54419210203854296</c:v>
                </c:pt>
                <c:pt idx="153">
                  <c:v>0.54399493447028813</c:v>
                </c:pt>
                <c:pt idx="154">
                  <c:v>0.54248997394689857</c:v>
                </c:pt>
                <c:pt idx="155">
                  <c:v>0.54363934137831371</c:v>
                </c:pt>
                <c:pt idx="156">
                  <c:v>0.54350289432466448</c:v>
                </c:pt>
                <c:pt idx="157">
                  <c:v>0.54288197622504453</c:v>
                </c:pt>
                <c:pt idx="158">
                  <c:v>0.54339411182721165</c:v>
                </c:pt>
                <c:pt idx="159">
                  <c:v>0.5433948599502828</c:v>
                </c:pt>
                <c:pt idx="160">
                  <c:v>0.5431438772826227</c:v>
                </c:pt>
                <c:pt idx="161">
                  <c:v>0.54246829977030542</c:v>
                </c:pt>
                <c:pt idx="162">
                  <c:v>0.54309638204769295</c:v>
                </c:pt>
                <c:pt idx="163">
                  <c:v>0.54299581772923999</c:v>
                </c:pt>
                <c:pt idx="164">
                  <c:v>0.54335582899555235</c:v>
                </c:pt>
                <c:pt idx="165">
                  <c:v>0.5423671676047257</c:v>
                </c:pt>
                <c:pt idx="166">
                  <c:v>0.54167257891623899</c:v>
                </c:pt>
                <c:pt idx="167">
                  <c:v>0.54143474833377137</c:v>
                </c:pt>
                <c:pt idx="168">
                  <c:v>0.54126357659859958</c:v>
                </c:pt>
                <c:pt idx="169">
                  <c:v>0.54135838016002968</c:v>
                </c:pt>
                <c:pt idx="170">
                  <c:v>0.54109716410971642</c:v>
                </c:pt>
                <c:pt idx="171">
                  <c:v>0.54094572340593527</c:v>
                </c:pt>
                <c:pt idx="172">
                  <c:v>0.54020925744082893</c:v>
                </c:pt>
                <c:pt idx="173">
                  <c:v>0.54009170918475391</c:v>
                </c:pt>
                <c:pt idx="174">
                  <c:v>0.53979415695038124</c:v>
                </c:pt>
                <c:pt idx="175">
                  <c:v>0.53960866757937065</c:v>
                </c:pt>
                <c:pt idx="176">
                  <c:v>0.53979989393671557</c:v>
                </c:pt>
                <c:pt idx="177">
                  <c:v>0.53999606542713474</c:v>
                </c:pt>
                <c:pt idx="178">
                  <c:v>0.53986504471137242</c:v>
                </c:pt>
                <c:pt idx="179">
                  <c:v>0.53922642073340876</c:v>
                </c:pt>
                <c:pt idx="180">
                  <c:v>0.53914291264503744</c:v>
                </c:pt>
                <c:pt idx="181">
                  <c:v>0.53915631881228587</c:v>
                </c:pt>
                <c:pt idx="182">
                  <c:v>0.53940872360576086</c:v>
                </c:pt>
                <c:pt idx="183">
                  <c:v>0.53944369935101089</c:v>
                </c:pt>
                <c:pt idx="184">
                  <c:v>0.53946850491606657</c:v>
                </c:pt>
                <c:pt idx="185">
                  <c:v>0.53966808698311974</c:v>
                </c:pt>
                <c:pt idx="186">
                  <c:v>0.53962455996445535</c:v>
                </c:pt>
                <c:pt idx="187">
                  <c:v>0.5397178197309761</c:v>
                </c:pt>
                <c:pt idx="188">
                  <c:v>0.53935660116144279</c:v>
                </c:pt>
                <c:pt idx="189">
                  <c:v>0.53916236740477586</c:v>
                </c:pt>
                <c:pt idx="190">
                  <c:v>0.53874954323299684</c:v>
                </c:pt>
                <c:pt idx="191">
                  <c:v>0.53891938647049242</c:v>
                </c:pt>
                <c:pt idx="192">
                  <c:v>0.53890041715997039</c:v>
                </c:pt>
                <c:pt idx="193">
                  <c:v>0.5388459609203845</c:v>
                </c:pt>
                <c:pt idx="194">
                  <c:v>0.5388549125576616</c:v>
                </c:pt>
                <c:pt idx="195">
                  <c:v>0.5383698695867023</c:v>
                </c:pt>
                <c:pt idx="196">
                  <c:v>0.53842916046271894</c:v>
                </c:pt>
                <c:pt idx="197">
                  <c:v>0.53595846251712098</c:v>
                </c:pt>
                <c:pt idx="198">
                  <c:v>0.53781576453688817</c:v>
                </c:pt>
                <c:pt idx="199">
                  <c:v>0.53846330410132737</c:v>
                </c:pt>
                <c:pt idx="200">
                  <c:v>0.53836678085436906</c:v>
                </c:pt>
                <c:pt idx="201">
                  <c:v>0.53875488908494717</c:v>
                </c:pt>
                <c:pt idx="202">
                  <c:v>0.53862106729098491</c:v>
                </c:pt>
                <c:pt idx="203">
                  <c:v>0.53838874827427519</c:v>
                </c:pt>
                <c:pt idx="204">
                  <c:v>0.5376150828711791</c:v>
                </c:pt>
                <c:pt idx="205">
                  <c:v>0.53836367068234903</c:v>
                </c:pt>
                <c:pt idx="206">
                  <c:v>0.53796252113754217</c:v>
                </c:pt>
                <c:pt idx="207">
                  <c:v>0.53788288658722905</c:v>
                </c:pt>
                <c:pt idx="208">
                  <c:v>0.53761567223433282</c:v>
                </c:pt>
                <c:pt idx="209">
                  <c:v>0.53751704532322564</c:v>
                </c:pt>
                <c:pt idx="210">
                  <c:v>0.53782301682692302</c:v>
                </c:pt>
                <c:pt idx="211">
                  <c:v>0.53776126980269978</c:v>
                </c:pt>
                <c:pt idx="212">
                  <c:v>0.53779741701849892</c:v>
                </c:pt>
                <c:pt idx="213">
                  <c:v>0.53778812923485153</c:v>
                </c:pt>
                <c:pt idx="214">
                  <c:v>0.53769343810415438</c:v>
                </c:pt>
                <c:pt idx="215">
                  <c:v>0.53692622291528691</c:v>
                </c:pt>
                <c:pt idx="216">
                  <c:v>0.53653273000195789</c:v>
                </c:pt>
                <c:pt idx="217">
                  <c:v>0.53674473986089133</c:v>
                </c:pt>
                <c:pt idx="218">
                  <c:v>0.53681812369959669</c:v>
                </c:pt>
                <c:pt idx="219">
                  <c:v>0.53668581400421722</c:v>
                </c:pt>
                <c:pt idx="220">
                  <c:v>0.53634358669971949</c:v>
                </c:pt>
                <c:pt idx="221">
                  <c:v>0.53638182254650202</c:v>
                </c:pt>
                <c:pt idx="222">
                  <c:v>0.53628824998361879</c:v>
                </c:pt>
                <c:pt idx="223">
                  <c:v>0.53576936644869</c:v>
                </c:pt>
                <c:pt idx="224">
                  <c:v>0.53542010845553656</c:v>
                </c:pt>
                <c:pt idx="225">
                  <c:v>0.53463279259719687</c:v>
                </c:pt>
                <c:pt idx="226">
                  <c:v>0.53464323251197021</c:v>
                </c:pt>
                <c:pt idx="227">
                  <c:v>0.53465706607466257</c:v>
                </c:pt>
                <c:pt idx="228">
                  <c:v>0.53424577419793462</c:v>
                </c:pt>
                <c:pt idx="229">
                  <c:v>0.534179284767902</c:v>
                </c:pt>
                <c:pt idx="230">
                  <c:v>0.53410414447727783</c:v>
                </c:pt>
                <c:pt idx="231">
                  <c:v>0.53434947982396297</c:v>
                </c:pt>
                <c:pt idx="232">
                  <c:v>0.53419563554740268</c:v>
                </c:pt>
                <c:pt idx="233">
                  <c:v>0.53390152320434447</c:v>
                </c:pt>
                <c:pt idx="234">
                  <c:v>0.53417470429263514</c:v>
                </c:pt>
                <c:pt idx="235">
                  <c:v>0.53452600954982543</c:v>
                </c:pt>
                <c:pt idx="236">
                  <c:v>0.53401981862562842</c:v>
                </c:pt>
                <c:pt idx="237">
                  <c:v>0.53395838971981313</c:v>
                </c:pt>
                <c:pt idx="238">
                  <c:v>0.53374715923716776</c:v>
                </c:pt>
                <c:pt idx="239">
                  <c:v>0.53389448701111308</c:v>
                </c:pt>
                <c:pt idx="240">
                  <c:v>0.53371397939091714</c:v>
                </c:pt>
                <c:pt idx="241">
                  <c:v>0.53365904702952049</c:v>
                </c:pt>
                <c:pt idx="242">
                  <c:v>0.53173713793652566</c:v>
                </c:pt>
                <c:pt idx="243">
                  <c:v>0.53356375748792417</c:v>
                </c:pt>
                <c:pt idx="244">
                  <c:v>0.53326409622677473</c:v>
                </c:pt>
                <c:pt idx="245">
                  <c:v>0.53306438141304713</c:v>
                </c:pt>
                <c:pt idx="246">
                  <c:v>0.53321350375761878</c:v>
                </c:pt>
                <c:pt idx="247">
                  <c:v>0.5334049889481578</c:v>
                </c:pt>
                <c:pt idx="248">
                  <c:v>0.53332770415403807</c:v>
                </c:pt>
                <c:pt idx="249">
                  <c:v>0.53328461137069805</c:v>
                </c:pt>
                <c:pt idx="250">
                  <c:v>0.53337694199454733</c:v>
                </c:pt>
                <c:pt idx="251">
                  <c:v>0.53312800792817172</c:v>
                </c:pt>
                <c:pt idx="252">
                  <c:v>0.53296085568867524</c:v>
                </c:pt>
                <c:pt idx="253">
                  <c:v>0.53277837442792142</c:v>
                </c:pt>
                <c:pt idx="254">
                  <c:v>0.53252499550400467</c:v>
                </c:pt>
                <c:pt idx="255">
                  <c:v>0.53095147086601058</c:v>
                </c:pt>
                <c:pt idx="256">
                  <c:v>0.53258245579547303</c:v>
                </c:pt>
                <c:pt idx="257">
                  <c:v>0.53317779843630819</c:v>
                </c:pt>
                <c:pt idx="258">
                  <c:v>0.53313107972121798</c:v>
                </c:pt>
                <c:pt idx="259">
                  <c:v>0.53319903015409575</c:v>
                </c:pt>
                <c:pt idx="260">
                  <c:v>0.53319971504057084</c:v>
                </c:pt>
                <c:pt idx="261">
                  <c:v>0.53360170650657957</c:v>
                </c:pt>
                <c:pt idx="262">
                  <c:v>0.53258945311507933</c:v>
                </c:pt>
                <c:pt idx="263">
                  <c:v>0.53283417630868002</c:v>
                </c:pt>
                <c:pt idx="264">
                  <c:v>0.53244098306190679</c:v>
                </c:pt>
                <c:pt idx="265">
                  <c:v>0.53246817418178216</c:v>
                </c:pt>
                <c:pt idx="266">
                  <c:v>0.53239977170283614</c:v>
                </c:pt>
                <c:pt idx="267">
                  <c:v>0.5322272622341877</c:v>
                </c:pt>
                <c:pt idx="268">
                  <c:v>0.53235675403165295</c:v>
                </c:pt>
                <c:pt idx="269">
                  <c:v>0.53205819370068819</c:v>
                </c:pt>
                <c:pt idx="270">
                  <c:v>0.53180556473465079</c:v>
                </c:pt>
                <c:pt idx="271">
                  <c:v>0.53120668244265168</c:v>
                </c:pt>
                <c:pt idx="272">
                  <c:v>0.53092347729289824</c:v>
                </c:pt>
                <c:pt idx="273">
                  <c:v>0.53081886424156255</c:v>
                </c:pt>
                <c:pt idx="274">
                  <c:v>0.53074857445962076</c:v>
                </c:pt>
                <c:pt idx="275">
                  <c:v>0.53079316833116219</c:v>
                </c:pt>
                <c:pt idx="276">
                  <c:v>0.53040760672828635</c:v>
                </c:pt>
                <c:pt idx="277">
                  <c:v>0.53055900283532476</c:v>
                </c:pt>
                <c:pt idx="278">
                  <c:v>0.53042349431547708</c:v>
                </c:pt>
                <c:pt idx="279">
                  <c:v>0.5302255484526327</c:v>
                </c:pt>
                <c:pt idx="280">
                  <c:v>0.53013039663570638</c:v>
                </c:pt>
                <c:pt idx="281">
                  <c:v>0.53010395293725721</c:v>
                </c:pt>
                <c:pt idx="282">
                  <c:v>0.53002914038147686</c:v>
                </c:pt>
                <c:pt idx="283">
                  <c:v>0.53050713273901429</c:v>
                </c:pt>
                <c:pt idx="284">
                  <c:v>0.53093102663328029</c:v>
                </c:pt>
                <c:pt idx="285">
                  <c:v>0.53080498905815043</c:v>
                </c:pt>
                <c:pt idx="286">
                  <c:v>0.53069682996680312</c:v>
                </c:pt>
                <c:pt idx="287">
                  <c:v>0.52860603886688418</c:v>
                </c:pt>
                <c:pt idx="288">
                  <c:v>0.5306823730561594</c:v>
                </c:pt>
                <c:pt idx="289">
                  <c:v>0.53060220634369504</c:v>
                </c:pt>
                <c:pt idx="290">
                  <c:v>0.5306388963810551</c:v>
                </c:pt>
                <c:pt idx="291">
                  <c:v>0.53079035284426346</c:v>
                </c:pt>
                <c:pt idx="292">
                  <c:v>0.53036664081535456</c:v>
                </c:pt>
                <c:pt idx="293">
                  <c:v>0.53042396299293149</c:v>
                </c:pt>
                <c:pt idx="294">
                  <c:v>0.53054992461240691</c:v>
                </c:pt>
                <c:pt idx="295">
                  <c:v>0.53014858393593811</c:v>
                </c:pt>
                <c:pt idx="296">
                  <c:v>0.5307699486415326</c:v>
                </c:pt>
                <c:pt idx="297">
                  <c:v>0.53056857129298962</c:v>
                </c:pt>
                <c:pt idx="298">
                  <c:v>0.52859352743869759</c:v>
                </c:pt>
                <c:pt idx="299">
                  <c:v>0.52961662326195957</c:v>
                </c:pt>
                <c:pt idx="300">
                  <c:v>0.52968334189718769</c:v>
                </c:pt>
                <c:pt idx="301">
                  <c:v>0.52982847417743029</c:v>
                </c:pt>
                <c:pt idx="302">
                  <c:v>0.52977644994021655</c:v>
                </c:pt>
                <c:pt idx="303">
                  <c:v>0.52920540633608815</c:v>
                </c:pt>
                <c:pt idx="304">
                  <c:v>0.52912998705470726</c:v>
                </c:pt>
                <c:pt idx="305">
                  <c:v>0.52794942089699359</c:v>
                </c:pt>
                <c:pt idx="306">
                  <c:v>0.52831313423823634</c:v>
                </c:pt>
                <c:pt idx="307">
                  <c:v>0.52728903768166868</c:v>
                </c:pt>
                <c:pt idx="308">
                  <c:v>0.52750682673145821</c:v>
                </c:pt>
                <c:pt idx="309">
                  <c:v>0.52648607430024197</c:v>
                </c:pt>
                <c:pt idx="310">
                  <c:v>0.52837195507200929</c:v>
                </c:pt>
                <c:pt idx="311">
                  <c:v>0.52783483786342289</c:v>
                </c:pt>
                <c:pt idx="312">
                  <c:v>0.5278181477680941</c:v>
                </c:pt>
                <c:pt idx="313">
                  <c:v>0.52771191441186804</c:v>
                </c:pt>
                <c:pt idx="314">
                  <c:v>0.52779155558311108</c:v>
                </c:pt>
                <c:pt idx="315">
                  <c:v>0.52755766286823036</c:v>
                </c:pt>
                <c:pt idx="316">
                  <c:v>0.52782011367057879</c:v>
                </c:pt>
                <c:pt idx="317">
                  <c:v>0.52709304545856761</c:v>
                </c:pt>
                <c:pt idx="318">
                  <c:v>0.52707581788538027</c:v>
                </c:pt>
                <c:pt idx="319">
                  <c:v>0.52738402963764797</c:v>
                </c:pt>
                <c:pt idx="320">
                  <c:v>0.52752553474312724</c:v>
                </c:pt>
                <c:pt idx="321">
                  <c:v>0.52800883522125441</c:v>
                </c:pt>
                <c:pt idx="322">
                  <c:v>0.52795604224309256</c:v>
                </c:pt>
                <c:pt idx="323">
                  <c:v>0.52777829747427507</c:v>
                </c:pt>
                <c:pt idx="324">
                  <c:v>0.52583612235822785</c:v>
                </c:pt>
                <c:pt idx="325">
                  <c:v>0.5276573879281129</c:v>
                </c:pt>
                <c:pt idx="326">
                  <c:v>0.52751971721597746</c:v>
                </c:pt>
                <c:pt idx="327">
                  <c:v>0.52752357453652787</c:v>
                </c:pt>
                <c:pt idx="328">
                  <c:v>0.52812599292839324</c:v>
                </c:pt>
                <c:pt idx="329">
                  <c:v>0.52837553155664851</c:v>
                </c:pt>
                <c:pt idx="330">
                  <c:v>0.52837652175139072</c:v>
                </c:pt>
                <c:pt idx="331">
                  <c:v>0.52874662369239112</c:v>
                </c:pt>
                <c:pt idx="332">
                  <c:v>0.52838473175110323</c:v>
                </c:pt>
                <c:pt idx="333">
                  <c:v>0.5274263790958108</c:v>
                </c:pt>
                <c:pt idx="334">
                  <c:v>0.52730884125405231</c:v>
                </c:pt>
                <c:pt idx="335">
                  <c:v>0.52693295400186302</c:v>
                </c:pt>
                <c:pt idx="336">
                  <c:v>0.52657750531991132</c:v>
                </c:pt>
                <c:pt idx="337">
                  <c:v>0.52667931856298</c:v>
                </c:pt>
                <c:pt idx="338">
                  <c:v>0.52678551732179502</c:v>
                </c:pt>
                <c:pt idx="339">
                  <c:v>0.52686115875498163</c:v>
                </c:pt>
                <c:pt idx="340">
                  <c:v>0.5265037359556326</c:v>
                </c:pt>
                <c:pt idx="341">
                  <c:v>0.52642644728285226</c:v>
                </c:pt>
                <c:pt idx="342">
                  <c:v>0.52589635137100188</c:v>
                </c:pt>
                <c:pt idx="343">
                  <c:v>0.52576983876067029</c:v>
                </c:pt>
                <c:pt idx="344">
                  <c:v>0.52556744910956565</c:v>
                </c:pt>
                <c:pt idx="345">
                  <c:v>0.5257504409701661</c:v>
                </c:pt>
                <c:pt idx="346">
                  <c:v>0.52599219742851078</c:v>
                </c:pt>
                <c:pt idx="347">
                  <c:v>0.52503194184206936</c:v>
                </c:pt>
                <c:pt idx="348">
                  <c:v>0.52510485814989427</c:v>
                </c:pt>
                <c:pt idx="349">
                  <c:v>0.52479088913194982</c:v>
                </c:pt>
                <c:pt idx="350">
                  <c:v>0.52531497696182128</c:v>
                </c:pt>
                <c:pt idx="351">
                  <c:v>0.52534398763219126</c:v>
                </c:pt>
                <c:pt idx="352">
                  <c:v>0.52508651345216528</c:v>
                </c:pt>
                <c:pt idx="353">
                  <c:v>0.52485632550079009</c:v>
                </c:pt>
                <c:pt idx="354">
                  <c:v>0.52501569055985831</c:v>
                </c:pt>
                <c:pt idx="355">
                  <c:v>0.52452890944189656</c:v>
                </c:pt>
                <c:pt idx="356">
                  <c:v>0.52438841458549423</c:v>
                </c:pt>
                <c:pt idx="357">
                  <c:v>0.52396899848761425</c:v>
                </c:pt>
                <c:pt idx="358">
                  <c:v>0.52409906237912107</c:v>
                </c:pt>
                <c:pt idx="359">
                  <c:v>0.52399367930805052</c:v>
                </c:pt>
                <c:pt idx="360">
                  <c:v>0.52395524406580551</c:v>
                </c:pt>
                <c:pt idx="361">
                  <c:v>0.52362312550150791</c:v>
                </c:pt>
                <c:pt idx="362">
                  <c:v>0.52354429892820897</c:v>
                </c:pt>
                <c:pt idx="363">
                  <c:v>0.52376570325576022</c:v>
                </c:pt>
                <c:pt idx="364">
                  <c:v>0.52428033176837796</c:v>
                </c:pt>
                <c:pt idx="365">
                  <c:v>0.5244378287762298</c:v>
                </c:pt>
                <c:pt idx="366">
                  <c:v>0.5245419479267116</c:v>
                </c:pt>
                <c:pt idx="367">
                  <c:v>0.52474567437311381</c:v>
                </c:pt>
                <c:pt idx="368">
                  <c:v>0.52432378541875369</c:v>
                </c:pt>
                <c:pt idx="369">
                  <c:v>0.52396450513703319</c:v>
                </c:pt>
                <c:pt idx="370">
                  <c:v>0.52424755091518427</c:v>
                </c:pt>
                <c:pt idx="371">
                  <c:v>0.5245916695266315</c:v>
                </c:pt>
                <c:pt idx="372">
                  <c:v>0.52394539861656697</c:v>
                </c:pt>
                <c:pt idx="373">
                  <c:v>0.52397306723503201</c:v>
                </c:pt>
                <c:pt idx="374">
                  <c:v>0.52269989957796925</c:v>
                </c:pt>
                <c:pt idx="375">
                  <c:v>0.52447373782781237</c:v>
                </c:pt>
                <c:pt idx="376">
                  <c:v>0.52488777054736913</c:v>
                </c:pt>
                <c:pt idx="377">
                  <c:v>0.5227405087454785</c:v>
                </c:pt>
                <c:pt idx="378">
                  <c:v>0.52331945935182433</c:v>
                </c:pt>
                <c:pt idx="379">
                  <c:v>0.52280310555885967</c:v>
                </c:pt>
                <c:pt idx="380">
                  <c:v>0.5224254202890557</c:v>
                </c:pt>
                <c:pt idx="381">
                  <c:v>0.52222597271086757</c:v>
                </c:pt>
                <c:pt idx="382">
                  <c:v>0.52270716770305303</c:v>
                </c:pt>
                <c:pt idx="383">
                  <c:v>0.52292095974205799</c:v>
                </c:pt>
                <c:pt idx="384">
                  <c:v>0.52284478622302688</c:v>
                </c:pt>
                <c:pt idx="385">
                  <c:v>0.52288445328238853</c:v>
                </c:pt>
                <c:pt idx="386">
                  <c:v>0.52331195209908554</c:v>
                </c:pt>
                <c:pt idx="387">
                  <c:v>0.52330915749483586</c:v>
                </c:pt>
                <c:pt idx="388">
                  <c:v>0.5224113928383961</c:v>
                </c:pt>
                <c:pt idx="389">
                  <c:v>0.52231001114725317</c:v>
                </c:pt>
                <c:pt idx="390">
                  <c:v>0.52219756098755998</c:v>
                </c:pt>
                <c:pt idx="391">
                  <c:v>0.52264184246481316</c:v>
                </c:pt>
                <c:pt idx="392">
                  <c:v>0.52294560762520326</c:v>
                </c:pt>
                <c:pt idx="393">
                  <c:v>0.52290327909338774</c:v>
                </c:pt>
                <c:pt idx="394">
                  <c:v>0.52308586681514113</c:v>
                </c:pt>
                <c:pt idx="395">
                  <c:v>0.52222384252014942</c:v>
                </c:pt>
                <c:pt idx="396">
                  <c:v>0.52184223992022782</c:v>
                </c:pt>
                <c:pt idx="397">
                  <c:v>0.52174426519917005</c:v>
                </c:pt>
                <c:pt idx="398">
                  <c:v>0.52144593351727764</c:v>
                </c:pt>
                <c:pt idx="399">
                  <c:v>0.52119756070707279</c:v>
                </c:pt>
                <c:pt idx="400">
                  <c:v>0.52090466276595404</c:v>
                </c:pt>
                <c:pt idx="401">
                  <c:v>0.5207862626196138</c:v>
                </c:pt>
                <c:pt idx="402">
                  <c:v>0.52061380400421498</c:v>
                </c:pt>
                <c:pt idx="403">
                  <c:v>0.51985251476170402</c:v>
                </c:pt>
                <c:pt idx="404">
                  <c:v>0.51989775064606303</c:v>
                </c:pt>
                <c:pt idx="405">
                  <c:v>0.51976818613735953</c:v>
                </c:pt>
                <c:pt idx="406">
                  <c:v>0.51989391233739446</c:v>
                </c:pt>
                <c:pt idx="407">
                  <c:v>0.52016016465772563</c:v>
                </c:pt>
                <c:pt idx="408">
                  <c:v>0.52009829763956761</c:v>
                </c:pt>
                <c:pt idx="409">
                  <c:v>0.51985531503876792</c:v>
                </c:pt>
                <c:pt idx="410">
                  <c:v>0.51980618288511471</c:v>
                </c:pt>
                <c:pt idx="411">
                  <c:v>0.52022551582686372</c:v>
                </c:pt>
                <c:pt idx="412">
                  <c:v>0.52007179210121157</c:v>
                </c:pt>
                <c:pt idx="413">
                  <c:v>0.51510790651252325</c:v>
                </c:pt>
                <c:pt idx="414">
                  <c:v>0.51941561512232759</c:v>
                </c:pt>
                <c:pt idx="415">
                  <c:v>0.5183985307743656</c:v>
                </c:pt>
                <c:pt idx="416">
                  <c:v>0.51866271196297864</c:v>
                </c:pt>
                <c:pt idx="417">
                  <c:v>0.51867330975999415</c:v>
                </c:pt>
                <c:pt idx="418">
                  <c:v>0.51899767966001609</c:v>
                </c:pt>
                <c:pt idx="419">
                  <c:v>0.51904991760848207</c:v>
                </c:pt>
                <c:pt idx="420">
                  <c:v>0.51929067098420567</c:v>
                </c:pt>
                <c:pt idx="421">
                  <c:v>0.51930354149815294</c:v>
                </c:pt>
                <c:pt idx="422">
                  <c:v>0.51926138544465394</c:v>
                </c:pt>
                <c:pt idx="423">
                  <c:v>0.5190276023302034</c:v>
                </c:pt>
                <c:pt idx="424">
                  <c:v>0.51838862780856199</c:v>
                </c:pt>
                <c:pt idx="425">
                  <c:v>0.5183443447325834</c:v>
                </c:pt>
                <c:pt idx="426">
                  <c:v>0.51841978958845825</c:v>
                </c:pt>
                <c:pt idx="427">
                  <c:v>0.51882988072818581</c:v>
                </c:pt>
                <c:pt idx="428">
                  <c:v>0.51917915174098506</c:v>
                </c:pt>
                <c:pt idx="429">
                  <c:v>0.51937531878338838</c:v>
                </c:pt>
                <c:pt idx="430">
                  <c:v>0.5193982740673585</c:v>
                </c:pt>
                <c:pt idx="431">
                  <c:v>0.51962882455509674</c:v>
                </c:pt>
                <c:pt idx="432">
                  <c:v>0.51951366208351812</c:v>
                </c:pt>
                <c:pt idx="433">
                  <c:v>0.51806259189245951</c:v>
                </c:pt>
                <c:pt idx="434">
                  <c:v>0.5186560325011309</c:v>
                </c:pt>
                <c:pt idx="435">
                  <c:v>0.51837293317127531</c:v>
                </c:pt>
                <c:pt idx="436">
                  <c:v>0.5184861393960527</c:v>
                </c:pt>
                <c:pt idx="437">
                  <c:v>0.51848587840991622</c:v>
                </c:pt>
                <c:pt idx="438">
                  <c:v>0.51854324959615283</c:v>
                </c:pt>
                <c:pt idx="439">
                  <c:v>0.5184192357489994</c:v>
                </c:pt>
                <c:pt idx="440">
                  <c:v>0.51812163545859147</c:v>
                </c:pt>
                <c:pt idx="441">
                  <c:v>0.51809978463504591</c:v>
                </c:pt>
                <c:pt idx="442">
                  <c:v>0.51725554573104238</c:v>
                </c:pt>
                <c:pt idx="443">
                  <c:v>0.5176187712461654</c:v>
                </c:pt>
                <c:pt idx="444">
                  <c:v>0.51751287686634129</c:v>
                </c:pt>
                <c:pt idx="445">
                  <c:v>0.51707033428662974</c:v>
                </c:pt>
                <c:pt idx="446">
                  <c:v>0.51686442689087031</c:v>
                </c:pt>
                <c:pt idx="447">
                  <c:v>0.51717427413348183</c:v>
                </c:pt>
                <c:pt idx="448">
                  <c:v>0.51540040022200617</c:v>
                </c:pt>
                <c:pt idx="449">
                  <c:v>0.51675605152781012</c:v>
                </c:pt>
                <c:pt idx="450">
                  <c:v>0.51663468288462555</c:v>
                </c:pt>
                <c:pt idx="451">
                  <c:v>0.51640187702716722</c:v>
                </c:pt>
                <c:pt idx="452">
                  <c:v>0.51664724601535927</c:v>
                </c:pt>
                <c:pt idx="453">
                  <c:v>0.51581350575447027</c:v>
                </c:pt>
                <c:pt idx="454">
                  <c:v>0.51613310343298524</c:v>
                </c:pt>
                <c:pt idx="455">
                  <c:v>0.51593735605711655</c:v>
                </c:pt>
                <c:pt idx="456">
                  <c:v>0.51544391984768667</c:v>
                </c:pt>
                <c:pt idx="457">
                  <c:v>0.51566288943611549</c:v>
                </c:pt>
                <c:pt idx="458">
                  <c:v>0.51569169311590235</c:v>
                </c:pt>
                <c:pt idx="459">
                  <c:v>0.51583125192459023</c:v>
                </c:pt>
                <c:pt idx="460">
                  <c:v>0.51560467472717064</c:v>
                </c:pt>
                <c:pt idx="461">
                  <c:v>0.51630125626246504</c:v>
                </c:pt>
                <c:pt idx="462">
                  <c:v>0.51645489308434933</c:v>
                </c:pt>
                <c:pt idx="463">
                  <c:v>0.51664178464178467</c:v>
                </c:pt>
                <c:pt idx="464">
                  <c:v>0.51636645893402067</c:v>
                </c:pt>
                <c:pt idx="465">
                  <c:v>0.51616012866930028</c:v>
                </c:pt>
                <c:pt idx="466">
                  <c:v>0.51445378757804328</c:v>
                </c:pt>
                <c:pt idx="467">
                  <c:v>0.5152168229571582</c:v>
                </c:pt>
                <c:pt idx="468">
                  <c:v>0.51511186481530913</c:v>
                </c:pt>
                <c:pt idx="469">
                  <c:v>0.51520459375764283</c:v>
                </c:pt>
                <c:pt idx="470">
                  <c:v>0.51532966446005879</c:v>
                </c:pt>
                <c:pt idx="471">
                  <c:v>0.51568311516247234</c:v>
                </c:pt>
                <c:pt idx="472">
                  <c:v>0.51578180235660631</c:v>
                </c:pt>
                <c:pt idx="473">
                  <c:v>0.51544336855777828</c:v>
                </c:pt>
                <c:pt idx="474">
                  <c:v>0.51533755051896957</c:v>
                </c:pt>
                <c:pt idx="475">
                  <c:v>0.51499955039392409</c:v>
                </c:pt>
                <c:pt idx="476">
                  <c:v>0.51496441989715525</c:v>
                </c:pt>
                <c:pt idx="477">
                  <c:v>0.51542761687247218</c:v>
                </c:pt>
                <c:pt idx="478">
                  <c:v>0.51579480016705459</c:v>
                </c:pt>
                <c:pt idx="479">
                  <c:v>0.51559873584774607</c:v>
                </c:pt>
                <c:pt idx="480">
                  <c:v>0.51596180697866667</c:v>
                </c:pt>
                <c:pt idx="481">
                  <c:v>0.51540480040012004</c:v>
                </c:pt>
                <c:pt idx="482">
                  <c:v>0.51596586069634442</c:v>
                </c:pt>
                <c:pt idx="483">
                  <c:v>0.5151835482872652</c:v>
                </c:pt>
                <c:pt idx="484">
                  <c:v>0.51531511468284963</c:v>
                </c:pt>
                <c:pt idx="485">
                  <c:v>0.51518132450723164</c:v>
                </c:pt>
                <c:pt idx="486">
                  <c:v>0.51562290325110449</c:v>
                </c:pt>
                <c:pt idx="487">
                  <c:v>0.51567953366926722</c:v>
                </c:pt>
                <c:pt idx="488">
                  <c:v>0.51512412513893957</c:v>
                </c:pt>
                <c:pt idx="489">
                  <c:v>0.51535641234801233</c:v>
                </c:pt>
                <c:pt idx="490">
                  <c:v>0.51488934972544897</c:v>
                </c:pt>
                <c:pt idx="491">
                  <c:v>0.5143573134860816</c:v>
                </c:pt>
                <c:pt idx="492">
                  <c:v>0.51396494544054461</c:v>
                </c:pt>
                <c:pt idx="493">
                  <c:v>0.51390972639215438</c:v>
                </c:pt>
                <c:pt idx="494">
                  <c:v>0.5132530247182977</c:v>
                </c:pt>
                <c:pt idx="495">
                  <c:v>0.51345453398163765</c:v>
                </c:pt>
                <c:pt idx="496">
                  <c:v>0.51372663910052752</c:v>
                </c:pt>
                <c:pt idx="497">
                  <c:v>0.51333062874624835</c:v>
                </c:pt>
                <c:pt idx="498">
                  <c:v>0.51329359081610415</c:v>
                </c:pt>
                <c:pt idx="499">
                  <c:v>0.5128867202536741</c:v>
                </c:pt>
                <c:pt idx="500">
                  <c:v>0.51264878333767394</c:v>
                </c:pt>
                <c:pt idx="501">
                  <c:v>0.51266860507096423</c:v>
                </c:pt>
                <c:pt idx="502">
                  <c:v>0.5128235387365806</c:v>
                </c:pt>
                <c:pt idx="503">
                  <c:v>0.51292062114911885</c:v>
                </c:pt>
                <c:pt idx="504">
                  <c:v>0.51306360054789113</c:v>
                </c:pt>
                <c:pt idx="505">
                  <c:v>0.51269005951224678</c:v>
                </c:pt>
                <c:pt idx="506">
                  <c:v>0.51204108175353769</c:v>
                </c:pt>
                <c:pt idx="507">
                  <c:v>0.51185453208492349</c:v>
                </c:pt>
                <c:pt idx="508">
                  <c:v>0.51136619003045258</c:v>
                </c:pt>
                <c:pt idx="509">
                  <c:v>0.51150908723962485</c:v>
                </c:pt>
                <c:pt idx="510">
                  <c:v>0.5122855391071055</c:v>
                </c:pt>
                <c:pt idx="511">
                  <c:v>0.51153151332386637</c:v>
                </c:pt>
                <c:pt idx="512">
                  <c:v>0.51182672469002854</c:v>
                </c:pt>
                <c:pt idx="513">
                  <c:v>0.51129207788080688</c:v>
                </c:pt>
                <c:pt idx="514">
                  <c:v>0.51280156464554771</c:v>
                </c:pt>
                <c:pt idx="515">
                  <c:v>0.51280879942835011</c:v>
                </c:pt>
                <c:pt idx="516">
                  <c:v>0.51282215474811943</c:v>
                </c:pt>
                <c:pt idx="517">
                  <c:v>0.51268671331161308</c:v>
                </c:pt>
                <c:pt idx="518">
                  <c:v>0.51288765385917101</c:v>
                </c:pt>
                <c:pt idx="519">
                  <c:v>0.51330164661584432</c:v>
                </c:pt>
                <c:pt idx="520">
                  <c:v>0.51307777037895275</c:v>
                </c:pt>
                <c:pt idx="521">
                  <c:v>0.51340047554105295</c:v>
                </c:pt>
                <c:pt idx="522">
                  <c:v>0.51288762548383338</c:v>
                </c:pt>
                <c:pt idx="523">
                  <c:v>0.51211685986510391</c:v>
                </c:pt>
                <c:pt idx="524">
                  <c:v>0.51255115620170566</c:v>
                </c:pt>
                <c:pt idx="525">
                  <c:v>0.51251828810776068</c:v>
                </c:pt>
                <c:pt idx="526">
                  <c:v>0.51264119434649236</c:v>
                </c:pt>
                <c:pt idx="527">
                  <c:v>0.51241762358031173</c:v>
                </c:pt>
                <c:pt idx="528">
                  <c:v>0.51188085946261164</c:v>
                </c:pt>
                <c:pt idx="529">
                  <c:v>0.51120674648112285</c:v>
                </c:pt>
                <c:pt idx="530">
                  <c:v>0.51104408110909705</c:v>
                </c:pt>
                <c:pt idx="531">
                  <c:v>0.51088423758211932</c:v>
                </c:pt>
                <c:pt idx="532">
                  <c:v>0.51096347665944886</c:v>
                </c:pt>
                <c:pt idx="533">
                  <c:v>0.51106463474556285</c:v>
                </c:pt>
                <c:pt idx="534">
                  <c:v>0.51119471561854712</c:v>
                </c:pt>
                <c:pt idx="535">
                  <c:v>0.51076337171770358</c:v>
                </c:pt>
                <c:pt idx="536">
                  <c:v>0.51024594600445994</c:v>
                </c:pt>
                <c:pt idx="537">
                  <c:v>0.510051212461338</c:v>
                </c:pt>
                <c:pt idx="538">
                  <c:v>0.5091766898891138</c:v>
                </c:pt>
                <c:pt idx="539">
                  <c:v>0.50912203569995262</c:v>
                </c:pt>
                <c:pt idx="540">
                  <c:v>0.5091767685905555</c:v>
                </c:pt>
                <c:pt idx="541">
                  <c:v>0.50946011981249895</c:v>
                </c:pt>
                <c:pt idx="542">
                  <c:v>0.51006722351138234</c:v>
                </c:pt>
                <c:pt idx="543">
                  <c:v>0.5096441750705053</c:v>
                </c:pt>
                <c:pt idx="544">
                  <c:v>0.51053384037040794</c:v>
                </c:pt>
                <c:pt idx="545">
                  <c:v>0.50974901548010099</c:v>
                </c:pt>
                <c:pt idx="546">
                  <c:v>0.50965415696106919</c:v>
                </c:pt>
                <c:pt idx="547">
                  <c:v>0.51012977007693172</c:v>
                </c:pt>
                <c:pt idx="548">
                  <c:v>0.50994918096596187</c:v>
                </c:pt>
                <c:pt idx="549">
                  <c:v>0.50984943435559826</c:v>
                </c:pt>
                <c:pt idx="550">
                  <c:v>0.51029125011606669</c:v>
                </c:pt>
                <c:pt idx="551">
                  <c:v>0.5103321531062095</c:v>
                </c:pt>
                <c:pt idx="552">
                  <c:v>0.51029138398728868</c:v>
                </c:pt>
                <c:pt idx="553">
                  <c:v>0.51056564123518766</c:v>
                </c:pt>
                <c:pt idx="554">
                  <c:v>0.5101493414842122</c:v>
                </c:pt>
                <c:pt idx="555">
                  <c:v>0.51059248060924356</c:v>
                </c:pt>
                <c:pt idx="556">
                  <c:v>0.51078045558745022</c:v>
                </c:pt>
                <c:pt idx="557">
                  <c:v>0.5110708195809518</c:v>
                </c:pt>
                <c:pt idx="558">
                  <c:v>0.51138750478408879</c:v>
                </c:pt>
                <c:pt idx="559">
                  <c:v>0.51105779012836761</c:v>
                </c:pt>
                <c:pt idx="560">
                  <c:v>0.51006419662509173</c:v>
                </c:pt>
                <c:pt idx="561">
                  <c:v>0.50962205365891244</c:v>
                </c:pt>
                <c:pt idx="562">
                  <c:v>0.50923984681644785</c:v>
                </c:pt>
                <c:pt idx="563">
                  <c:v>0.50935486361013194</c:v>
                </c:pt>
                <c:pt idx="564">
                  <c:v>0.50942022055307468</c:v>
                </c:pt>
                <c:pt idx="565">
                  <c:v>0.50985973020510589</c:v>
                </c:pt>
                <c:pt idx="566">
                  <c:v>0.50989990555738629</c:v>
                </c:pt>
                <c:pt idx="567">
                  <c:v>0.50998020546506095</c:v>
                </c:pt>
                <c:pt idx="568">
                  <c:v>0.51017196496866413</c:v>
                </c:pt>
                <c:pt idx="569">
                  <c:v>0.5103348845967115</c:v>
                </c:pt>
                <c:pt idx="570">
                  <c:v>0.51053646570291744</c:v>
                </c:pt>
                <c:pt idx="571">
                  <c:v>0.51082282282282288</c:v>
                </c:pt>
                <c:pt idx="572">
                  <c:v>0.51124618373577579</c:v>
                </c:pt>
                <c:pt idx="573">
                  <c:v>0.51129059727796455</c:v>
                </c:pt>
                <c:pt idx="574">
                  <c:v>0.51044579852943905</c:v>
                </c:pt>
                <c:pt idx="575">
                  <c:v>0.50944892834307842</c:v>
                </c:pt>
                <c:pt idx="576">
                  <c:v>0.50984482669099584</c:v>
                </c:pt>
                <c:pt idx="577">
                  <c:v>0.50988005050505047</c:v>
                </c:pt>
                <c:pt idx="578">
                  <c:v>0.50984077060632071</c:v>
                </c:pt>
                <c:pt idx="579">
                  <c:v>0.50950392256352206</c:v>
                </c:pt>
                <c:pt idx="580">
                  <c:v>0.50959294378871522</c:v>
                </c:pt>
                <c:pt idx="581">
                  <c:v>0.50945668501356001</c:v>
                </c:pt>
                <c:pt idx="582">
                  <c:v>0.50886028308935183</c:v>
                </c:pt>
                <c:pt idx="583">
                  <c:v>0.50836847764709825</c:v>
                </c:pt>
                <c:pt idx="584">
                  <c:v>0.50896747239629958</c:v>
                </c:pt>
                <c:pt idx="585">
                  <c:v>0.5086360284164636</c:v>
                </c:pt>
                <c:pt idx="586">
                  <c:v>0.50806837466264965</c:v>
                </c:pt>
                <c:pt idx="587">
                  <c:v>0.50814837808474311</c:v>
                </c:pt>
                <c:pt idx="588">
                  <c:v>0.50848174357554232</c:v>
                </c:pt>
                <c:pt idx="589">
                  <c:v>0.50829386991109027</c:v>
                </c:pt>
                <c:pt idx="590">
                  <c:v>0.50899617753755511</c:v>
                </c:pt>
                <c:pt idx="591">
                  <c:v>0.50909748862813919</c:v>
                </c:pt>
                <c:pt idx="592">
                  <c:v>0.50905962635725532</c:v>
                </c:pt>
                <c:pt idx="593">
                  <c:v>0.50909674778121228</c:v>
                </c:pt>
                <c:pt idx="594">
                  <c:v>0.50948480458202028</c:v>
                </c:pt>
                <c:pt idx="595">
                  <c:v>0.50949977916232037</c:v>
                </c:pt>
                <c:pt idx="596">
                  <c:v>0.50982200324451687</c:v>
                </c:pt>
                <c:pt idx="597">
                  <c:v>0.50982050045948268</c:v>
                </c:pt>
                <c:pt idx="598">
                  <c:v>0.50886299089217513</c:v>
                </c:pt>
                <c:pt idx="599">
                  <c:v>0.50979449562730583</c:v>
                </c:pt>
                <c:pt idx="600">
                  <c:v>0.50930500254750632</c:v>
                </c:pt>
                <c:pt idx="601">
                  <c:v>0.50859185704600263</c:v>
                </c:pt>
                <c:pt idx="602">
                  <c:v>0.50852436518573274</c:v>
                </c:pt>
                <c:pt idx="603">
                  <c:v>0.50783977559055871</c:v>
                </c:pt>
                <c:pt idx="604">
                  <c:v>0.50811415251238834</c:v>
                </c:pt>
                <c:pt idx="605">
                  <c:v>0.50808786904867875</c:v>
                </c:pt>
                <c:pt idx="606">
                  <c:v>0.50782545418712499</c:v>
                </c:pt>
                <c:pt idx="607">
                  <c:v>0.50795168109064637</c:v>
                </c:pt>
                <c:pt idx="608">
                  <c:v>0.50776703451888794</c:v>
                </c:pt>
                <c:pt idx="609">
                  <c:v>0.50809577501148406</c:v>
                </c:pt>
                <c:pt idx="610">
                  <c:v>0.50811363265057996</c:v>
                </c:pt>
                <c:pt idx="611">
                  <c:v>0.5080148645180913</c:v>
                </c:pt>
                <c:pt idx="612">
                  <c:v>0.50844017886522141</c:v>
                </c:pt>
                <c:pt idx="613">
                  <c:v>0.50835019760736921</c:v>
                </c:pt>
                <c:pt idx="614">
                  <c:v>0.50854594949063636</c:v>
                </c:pt>
                <c:pt idx="615">
                  <c:v>0.50841558084682492</c:v>
                </c:pt>
                <c:pt idx="616">
                  <c:v>0.50799887842124447</c:v>
                </c:pt>
                <c:pt idx="617">
                  <c:v>0.50753155808749972</c:v>
                </c:pt>
                <c:pt idx="618">
                  <c:v>0.50731279418875086</c:v>
                </c:pt>
                <c:pt idx="619">
                  <c:v>0.50680901850675919</c:v>
                </c:pt>
                <c:pt idx="620">
                  <c:v>0.50653380935434866</c:v>
                </c:pt>
                <c:pt idx="621">
                  <c:v>0.50743094504316533</c:v>
                </c:pt>
                <c:pt idx="622">
                  <c:v>0.50771196897585047</c:v>
                </c:pt>
                <c:pt idx="623">
                  <c:v>0.50777565756038634</c:v>
                </c:pt>
                <c:pt idx="624">
                  <c:v>0.50840339360436104</c:v>
                </c:pt>
                <c:pt idx="625">
                  <c:v>0.50886509158930193</c:v>
                </c:pt>
                <c:pt idx="626">
                  <c:v>0.5082303183029987</c:v>
                </c:pt>
                <c:pt idx="627">
                  <c:v>0.50869348656793345</c:v>
                </c:pt>
                <c:pt idx="628">
                  <c:v>0.5087932686941159</c:v>
                </c:pt>
                <c:pt idx="629">
                  <c:v>0.50784252962722731</c:v>
                </c:pt>
                <c:pt idx="630">
                  <c:v>0.50935295330557095</c:v>
                </c:pt>
                <c:pt idx="631">
                  <c:v>0.50886886956387578</c:v>
                </c:pt>
                <c:pt idx="632">
                  <c:v>0.50899078531363529</c:v>
                </c:pt>
                <c:pt idx="633">
                  <c:v>0.50874930748724523</c:v>
                </c:pt>
                <c:pt idx="634">
                  <c:v>0.5080105506226994</c:v>
                </c:pt>
                <c:pt idx="635">
                  <c:v>0.50792416779316518</c:v>
                </c:pt>
                <c:pt idx="636">
                  <c:v>0.50799617515320683</c:v>
                </c:pt>
                <c:pt idx="637">
                  <c:v>0.5079303285435659</c:v>
                </c:pt>
                <c:pt idx="638">
                  <c:v>0.5077667608209635</c:v>
                </c:pt>
                <c:pt idx="639">
                  <c:v>0.50805371992223725</c:v>
                </c:pt>
                <c:pt idx="640">
                  <c:v>0.50755669216933053</c:v>
                </c:pt>
                <c:pt idx="641">
                  <c:v>0.50739456793000648</c:v>
                </c:pt>
                <c:pt idx="642">
                  <c:v>0.50766899178114133</c:v>
                </c:pt>
                <c:pt idx="643">
                  <c:v>0.5074292629494086</c:v>
                </c:pt>
                <c:pt idx="644">
                  <c:v>0.50835496983874384</c:v>
                </c:pt>
                <c:pt idx="645">
                  <c:v>0.50791750377672917</c:v>
                </c:pt>
                <c:pt idx="646">
                  <c:v>0.50817554680605259</c:v>
                </c:pt>
                <c:pt idx="647">
                  <c:v>0.50787098334155567</c:v>
                </c:pt>
                <c:pt idx="648">
                  <c:v>0.50561786790302676</c:v>
                </c:pt>
                <c:pt idx="649">
                  <c:v>0.50756837130056398</c:v>
                </c:pt>
                <c:pt idx="650">
                  <c:v>0.50715723639206489</c:v>
                </c:pt>
                <c:pt idx="651">
                  <c:v>0.50788194879178672</c:v>
                </c:pt>
                <c:pt idx="652">
                  <c:v>0.50781990150251721</c:v>
                </c:pt>
                <c:pt idx="653">
                  <c:v>0.50712400228720023</c:v>
                </c:pt>
                <c:pt idx="654">
                  <c:v>0.50780614495026211</c:v>
                </c:pt>
                <c:pt idx="655">
                  <c:v>0.50664068167469878</c:v>
                </c:pt>
                <c:pt idx="656">
                  <c:v>0.50679217952316369</c:v>
                </c:pt>
                <c:pt idx="657">
                  <c:v>0.50704679195606683</c:v>
                </c:pt>
                <c:pt idx="658">
                  <c:v>0.50705809262419488</c:v>
                </c:pt>
                <c:pt idx="659">
                  <c:v>0.50712612663993339</c:v>
                </c:pt>
                <c:pt idx="660">
                  <c:v>0.5074716208366562</c:v>
                </c:pt>
                <c:pt idx="661">
                  <c:v>0.50731560248050656</c:v>
                </c:pt>
                <c:pt idx="662">
                  <c:v>0.50718227032314289</c:v>
                </c:pt>
                <c:pt idx="663">
                  <c:v>0.50717761893296809</c:v>
                </c:pt>
                <c:pt idx="664">
                  <c:v>0.50682295449521575</c:v>
                </c:pt>
                <c:pt idx="665">
                  <c:v>0.50724881096579022</c:v>
                </c:pt>
                <c:pt idx="666">
                  <c:v>0.50764836886221876</c:v>
                </c:pt>
                <c:pt idx="667">
                  <c:v>0.50782457591728725</c:v>
                </c:pt>
                <c:pt idx="668">
                  <c:v>0.50722130284338796</c:v>
                </c:pt>
                <c:pt idx="669">
                  <c:v>0.50842858643537692</c:v>
                </c:pt>
                <c:pt idx="670">
                  <c:v>0.50800903074261583</c:v>
                </c:pt>
                <c:pt idx="671">
                  <c:v>0.50792298957365545</c:v>
                </c:pt>
                <c:pt idx="672">
                  <c:v>0.50713047690710233</c:v>
                </c:pt>
                <c:pt idx="673">
                  <c:v>0.50660157881131818</c:v>
                </c:pt>
                <c:pt idx="674">
                  <c:v>0.50644735324416024</c:v>
                </c:pt>
                <c:pt idx="675">
                  <c:v>0.50587630775481429</c:v>
                </c:pt>
                <c:pt idx="676">
                  <c:v>0.50560335982435844</c:v>
                </c:pt>
                <c:pt idx="677">
                  <c:v>0.50563326956798982</c:v>
                </c:pt>
                <c:pt idx="678">
                  <c:v>0.50568127432837728</c:v>
                </c:pt>
                <c:pt idx="679">
                  <c:v>0.50551676786063571</c:v>
                </c:pt>
                <c:pt idx="680">
                  <c:v>0.50548325837081454</c:v>
                </c:pt>
                <c:pt idx="681">
                  <c:v>0.50541099562319469</c:v>
                </c:pt>
                <c:pt idx="682">
                  <c:v>0.50569729031070498</c:v>
                </c:pt>
                <c:pt idx="683">
                  <c:v>0.50601750875738294</c:v>
                </c:pt>
                <c:pt idx="684">
                  <c:v>0.50633228513421158</c:v>
                </c:pt>
                <c:pt idx="685">
                  <c:v>0.50631949844868629</c:v>
                </c:pt>
                <c:pt idx="686">
                  <c:v>0.50658466354305653</c:v>
                </c:pt>
                <c:pt idx="687">
                  <c:v>0.5065947639562558</c:v>
                </c:pt>
                <c:pt idx="688">
                  <c:v>0.50358957877186994</c:v>
                </c:pt>
                <c:pt idx="689">
                  <c:v>0.50574192692312336</c:v>
                </c:pt>
                <c:pt idx="690">
                  <c:v>0.50553349581289753</c:v>
                </c:pt>
                <c:pt idx="691">
                  <c:v>0.50559684208406341</c:v>
                </c:pt>
                <c:pt idx="692">
                  <c:v>0.5051688435165862</c:v>
                </c:pt>
                <c:pt idx="693">
                  <c:v>0.50624071052743036</c:v>
                </c:pt>
                <c:pt idx="694">
                  <c:v>0.50609372098468397</c:v>
                </c:pt>
                <c:pt idx="695">
                  <c:v>0.50628142479965899</c:v>
                </c:pt>
                <c:pt idx="696">
                  <c:v>0.50597351036217053</c:v>
                </c:pt>
                <c:pt idx="697">
                  <c:v>0.50580811963391248</c:v>
                </c:pt>
                <c:pt idx="698">
                  <c:v>0.50569676788177464</c:v>
                </c:pt>
                <c:pt idx="699">
                  <c:v>0.50597622477656268</c:v>
                </c:pt>
                <c:pt idx="700">
                  <c:v>0.50621510149069193</c:v>
                </c:pt>
                <c:pt idx="701">
                  <c:v>0.50634701334323384</c:v>
                </c:pt>
                <c:pt idx="702">
                  <c:v>0.50651822035017025</c:v>
                </c:pt>
                <c:pt idx="703">
                  <c:v>0.50667755719048868</c:v>
                </c:pt>
                <c:pt idx="704">
                  <c:v>0.50605010417195995</c:v>
                </c:pt>
                <c:pt idx="705">
                  <c:v>0.50669270912808617</c:v>
                </c:pt>
                <c:pt idx="706">
                  <c:v>0.50605132632367678</c:v>
                </c:pt>
                <c:pt idx="707">
                  <c:v>0.50571607835468202</c:v>
                </c:pt>
                <c:pt idx="708">
                  <c:v>0.5060520988152688</c:v>
                </c:pt>
                <c:pt idx="709">
                  <c:v>0.5053932740297824</c:v>
                </c:pt>
                <c:pt idx="710">
                  <c:v>0.50509486102232171</c:v>
                </c:pt>
                <c:pt idx="711">
                  <c:v>0.50510683498794784</c:v>
                </c:pt>
                <c:pt idx="712">
                  <c:v>0.50476091101781606</c:v>
                </c:pt>
                <c:pt idx="713">
                  <c:v>0.50460067454730018</c:v>
                </c:pt>
                <c:pt idx="714">
                  <c:v>0.50444106519983756</c:v>
                </c:pt>
                <c:pt idx="715">
                  <c:v>0.50441502008690664</c:v>
                </c:pt>
                <c:pt idx="716">
                  <c:v>0.50453692949804441</c:v>
                </c:pt>
                <c:pt idx="717">
                  <c:v>0.50310982153666839</c:v>
                </c:pt>
                <c:pt idx="718">
                  <c:v>0.50337839225495873</c:v>
                </c:pt>
                <c:pt idx="719">
                  <c:v>0.50383170919322273</c:v>
                </c:pt>
                <c:pt idx="720">
                  <c:v>0.50434424711378179</c:v>
                </c:pt>
                <c:pt idx="721">
                  <c:v>0.50455421408923951</c:v>
                </c:pt>
                <c:pt idx="722">
                  <c:v>0.50425097877601488</c:v>
                </c:pt>
                <c:pt idx="723">
                  <c:v>0.5048460402695637</c:v>
                </c:pt>
                <c:pt idx="724">
                  <c:v>0.50518614825821362</c:v>
                </c:pt>
                <c:pt idx="725">
                  <c:v>0.5053094914000904</c:v>
                </c:pt>
                <c:pt idx="726">
                  <c:v>0.50510657285335947</c:v>
                </c:pt>
                <c:pt idx="727">
                  <c:v>0.5053874428831765</c:v>
                </c:pt>
                <c:pt idx="728">
                  <c:v>0.50515169394155823</c:v>
                </c:pt>
                <c:pt idx="729">
                  <c:v>0.50506814495329599</c:v>
                </c:pt>
                <c:pt idx="730">
                  <c:v>0.50483949224727442</c:v>
                </c:pt>
                <c:pt idx="731">
                  <c:v>0.50474712755740225</c:v>
                </c:pt>
                <c:pt idx="732">
                  <c:v>0.50456684483102066</c:v>
                </c:pt>
                <c:pt idx="733">
                  <c:v>0.50413159638072569</c:v>
                </c:pt>
                <c:pt idx="734">
                  <c:v>0.50466524016577352</c:v>
                </c:pt>
                <c:pt idx="735">
                  <c:v>0.50464901400947282</c:v>
                </c:pt>
                <c:pt idx="736">
                  <c:v>0.50506935477152493</c:v>
                </c:pt>
                <c:pt idx="737">
                  <c:v>0.50533568345083912</c:v>
                </c:pt>
                <c:pt idx="738">
                  <c:v>0.50541477849770911</c:v>
                </c:pt>
                <c:pt idx="739">
                  <c:v>0.50560475177763819</c:v>
                </c:pt>
                <c:pt idx="740">
                  <c:v>0.50497279588135502</c:v>
                </c:pt>
                <c:pt idx="741">
                  <c:v>0.50439975910064239</c:v>
                </c:pt>
                <c:pt idx="742">
                  <c:v>0.50415541438047407</c:v>
                </c:pt>
                <c:pt idx="743">
                  <c:v>0.50336619329355548</c:v>
                </c:pt>
                <c:pt idx="744">
                  <c:v>0.5029960827711093</c:v>
                </c:pt>
                <c:pt idx="745">
                  <c:v>0.50329575930271542</c:v>
                </c:pt>
                <c:pt idx="746">
                  <c:v>0.50296590260764507</c:v>
                </c:pt>
                <c:pt idx="747">
                  <c:v>0.50288299327721209</c:v>
                </c:pt>
                <c:pt idx="748">
                  <c:v>0.50202193686013996</c:v>
                </c:pt>
                <c:pt idx="749">
                  <c:v>0.50231436208357771</c:v>
                </c:pt>
                <c:pt idx="750">
                  <c:v>0.50228195259427511</c:v>
                </c:pt>
                <c:pt idx="751">
                  <c:v>0.50233330596934811</c:v>
                </c:pt>
                <c:pt idx="752">
                  <c:v>0.50208626017065006</c:v>
                </c:pt>
                <c:pt idx="753">
                  <c:v>0.50220235522334555</c:v>
                </c:pt>
                <c:pt idx="754">
                  <c:v>0.50165766609898721</c:v>
                </c:pt>
                <c:pt idx="755">
                  <c:v>0.50166272890234564</c:v>
                </c:pt>
                <c:pt idx="756">
                  <c:v>0.50212718292505087</c:v>
                </c:pt>
                <c:pt idx="757">
                  <c:v>0.50208441676496829</c:v>
                </c:pt>
                <c:pt idx="758">
                  <c:v>0.50211965298222372</c:v>
                </c:pt>
                <c:pt idx="759">
                  <c:v>0.50207032102154192</c:v>
                </c:pt>
                <c:pt idx="760">
                  <c:v>0.50208593014677827</c:v>
                </c:pt>
                <c:pt idx="761">
                  <c:v>0.50206954783933266</c:v>
                </c:pt>
                <c:pt idx="762">
                  <c:v>0.50246147510184502</c:v>
                </c:pt>
                <c:pt idx="763">
                  <c:v>0.50261747846741545</c:v>
                </c:pt>
                <c:pt idx="764">
                  <c:v>0.50212061587104628</c:v>
                </c:pt>
                <c:pt idx="765">
                  <c:v>0.50315020590137161</c:v>
                </c:pt>
                <c:pt idx="766">
                  <c:v>0.50350320301971641</c:v>
                </c:pt>
                <c:pt idx="767">
                  <c:v>0.50395877843408321</c:v>
                </c:pt>
                <c:pt idx="768">
                  <c:v>0.50423079300986429</c:v>
                </c:pt>
                <c:pt idx="769">
                  <c:v>0.50392266442555045</c:v>
                </c:pt>
                <c:pt idx="770">
                  <c:v>0.50340018441678192</c:v>
                </c:pt>
                <c:pt idx="771">
                  <c:v>0.50322413907263552</c:v>
                </c:pt>
                <c:pt idx="772">
                  <c:v>0.50302867027156473</c:v>
                </c:pt>
                <c:pt idx="773">
                  <c:v>0.50255770617293982</c:v>
                </c:pt>
                <c:pt idx="774">
                  <c:v>0.50275038342572675</c:v>
                </c:pt>
                <c:pt idx="775">
                  <c:v>0.50361614216702655</c:v>
                </c:pt>
                <c:pt idx="776">
                  <c:v>0.50360060799787332</c:v>
                </c:pt>
                <c:pt idx="777">
                  <c:v>0.50359605657509432</c:v>
                </c:pt>
                <c:pt idx="778">
                  <c:v>0.50404964356265569</c:v>
                </c:pt>
                <c:pt idx="779">
                  <c:v>0.50381526665992604</c:v>
                </c:pt>
                <c:pt idx="780">
                  <c:v>0.50364039797954141</c:v>
                </c:pt>
                <c:pt idx="781">
                  <c:v>0.50209491493310487</c:v>
                </c:pt>
                <c:pt idx="782">
                  <c:v>0.50312541762045793</c:v>
                </c:pt>
                <c:pt idx="783">
                  <c:v>0.50341276700295046</c:v>
                </c:pt>
                <c:pt idx="784">
                  <c:v>0.5014373176396506</c:v>
                </c:pt>
                <c:pt idx="785">
                  <c:v>0.50333939187234766</c:v>
                </c:pt>
                <c:pt idx="786">
                  <c:v>0.50321921330204877</c:v>
                </c:pt>
                <c:pt idx="787">
                  <c:v>0.50286267794440687</c:v>
                </c:pt>
                <c:pt idx="788">
                  <c:v>0.50285647510971454</c:v>
                </c:pt>
                <c:pt idx="789">
                  <c:v>0.50277714619807057</c:v>
                </c:pt>
                <c:pt idx="790">
                  <c:v>0.50308118149166903</c:v>
                </c:pt>
                <c:pt idx="791">
                  <c:v>0.50359763729481977</c:v>
                </c:pt>
                <c:pt idx="792">
                  <c:v>0.5037804250998531</c:v>
                </c:pt>
                <c:pt idx="793">
                  <c:v>0.50364984112711797</c:v>
                </c:pt>
                <c:pt idx="794">
                  <c:v>0.50343416598360202</c:v>
                </c:pt>
                <c:pt idx="795">
                  <c:v>0.5030613310589116</c:v>
                </c:pt>
                <c:pt idx="796">
                  <c:v>0.50282937322687904</c:v>
                </c:pt>
                <c:pt idx="797">
                  <c:v>0.5024159849139761</c:v>
                </c:pt>
                <c:pt idx="798">
                  <c:v>0.50292428266757383</c:v>
                </c:pt>
                <c:pt idx="799">
                  <c:v>0.50311383046971492</c:v>
                </c:pt>
                <c:pt idx="800">
                  <c:v>0.50286062427119593</c:v>
                </c:pt>
                <c:pt idx="801">
                  <c:v>0.5026299400150781</c:v>
                </c:pt>
                <c:pt idx="802">
                  <c:v>0.50212733394551579</c:v>
                </c:pt>
                <c:pt idx="803">
                  <c:v>0.50194998501694066</c:v>
                </c:pt>
                <c:pt idx="804">
                  <c:v>0.50262387860947566</c:v>
                </c:pt>
                <c:pt idx="805">
                  <c:v>0.50297311810281531</c:v>
                </c:pt>
                <c:pt idx="806">
                  <c:v>0.50303902365196107</c:v>
                </c:pt>
                <c:pt idx="807">
                  <c:v>0.50249128598646142</c:v>
                </c:pt>
                <c:pt idx="808">
                  <c:v>0.5021268839448263</c:v>
                </c:pt>
                <c:pt idx="809">
                  <c:v>0.50198778539389799</c:v>
                </c:pt>
                <c:pt idx="810">
                  <c:v>0.50234391834544878</c:v>
                </c:pt>
                <c:pt idx="811">
                  <c:v>0.50288933325111651</c:v>
                </c:pt>
                <c:pt idx="812">
                  <c:v>0.50237761190413799</c:v>
                </c:pt>
                <c:pt idx="813">
                  <c:v>0.50170851612618761</c:v>
                </c:pt>
                <c:pt idx="814">
                  <c:v>0.50168779536418873</c:v>
                </c:pt>
                <c:pt idx="815">
                  <c:v>0.50189457125244963</c:v>
                </c:pt>
                <c:pt idx="816">
                  <c:v>0.50167803782328213</c:v>
                </c:pt>
                <c:pt idx="817">
                  <c:v>0.5016119688131575</c:v>
                </c:pt>
                <c:pt idx="818">
                  <c:v>0.50163749294184079</c:v>
                </c:pt>
                <c:pt idx="819">
                  <c:v>0.50161711931239206</c:v>
                </c:pt>
                <c:pt idx="820">
                  <c:v>0.50156345915615308</c:v>
                </c:pt>
                <c:pt idx="821">
                  <c:v>0.502459742109853</c:v>
                </c:pt>
                <c:pt idx="822">
                  <c:v>0.50281140908000754</c:v>
                </c:pt>
                <c:pt idx="823">
                  <c:v>0.5021549904691659</c:v>
                </c:pt>
                <c:pt idx="824">
                  <c:v>0.5013759775219957</c:v>
                </c:pt>
                <c:pt idx="825">
                  <c:v>0.501428851221423</c:v>
                </c:pt>
                <c:pt idx="826">
                  <c:v>0.50169326235213174</c:v>
                </c:pt>
                <c:pt idx="827">
                  <c:v>0.50203995231569698</c:v>
                </c:pt>
                <c:pt idx="828">
                  <c:v>0.50214846842186245</c:v>
                </c:pt>
                <c:pt idx="829">
                  <c:v>0.50157140051070515</c:v>
                </c:pt>
                <c:pt idx="830">
                  <c:v>0.50128798321712054</c:v>
                </c:pt>
                <c:pt idx="831">
                  <c:v>0.5011094996860328</c:v>
                </c:pt>
                <c:pt idx="832">
                  <c:v>0.50068341002588235</c:v>
                </c:pt>
                <c:pt idx="833">
                  <c:v>0.50053971012415566</c:v>
                </c:pt>
                <c:pt idx="834">
                  <c:v>0.50042118846839734</c:v>
                </c:pt>
                <c:pt idx="835">
                  <c:v>0.50018830365309075</c:v>
                </c:pt>
                <c:pt idx="836">
                  <c:v>0.50042642966154949</c:v>
                </c:pt>
                <c:pt idx="837">
                  <c:v>0.50090723316341412</c:v>
                </c:pt>
                <c:pt idx="838">
                  <c:v>0.5008356208078566</c:v>
                </c:pt>
                <c:pt idx="839">
                  <c:v>0.50073314112741818</c:v>
                </c:pt>
                <c:pt idx="840">
                  <c:v>0.50107332352266132</c:v>
                </c:pt>
                <c:pt idx="841">
                  <c:v>0.50098039215686285</c:v>
                </c:pt>
                <c:pt idx="842">
                  <c:v>0.50086426625260017</c:v>
                </c:pt>
                <c:pt idx="843">
                  <c:v>0.50083463039408094</c:v>
                </c:pt>
                <c:pt idx="844">
                  <c:v>0.50098803740766085</c:v>
                </c:pt>
                <c:pt idx="845">
                  <c:v>0.50040877903799175</c:v>
                </c:pt>
                <c:pt idx="846">
                  <c:v>0.50033820239207505</c:v>
                </c:pt>
                <c:pt idx="847">
                  <c:v>0.50059540249661538</c:v>
                </c:pt>
                <c:pt idx="848">
                  <c:v>0.50073964329484466</c:v>
                </c:pt>
                <c:pt idx="849">
                  <c:v>0.50010084323069992</c:v>
                </c:pt>
                <c:pt idx="850">
                  <c:v>0.50049339306981233</c:v>
                </c:pt>
                <c:pt idx="851">
                  <c:v>0.50014303423285977</c:v>
                </c:pt>
                <c:pt idx="852">
                  <c:v>0.50071432627335188</c:v>
                </c:pt>
                <c:pt idx="853">
                  <c:v>0.50094131128755015</c:v>
                </c:pt>
                <c:pt idx="854">
                  <c:v>0.5006224977751681</c:v>
                </c:pt>
                <c:pt idx="855">
                  <c:v>0.50080974518651467</c:v>
                </c:pt>
                <c:pt idx="856">
                  <c:v>0.50062202941082645</c:v>
                </c:pt>
                <c:pt idx="857">
                  <c:v>0.50075372128504347</c:v>
                </c:pt>
                <c:pt idx="858">
                  <c:v>0.50104836152159582</c:v>
                </c:pt>
                <c:pt idx="859">
                  <c:v>0.50136425180777622</c:v>
                </c:pt>
                <c:pt idx="860">
                  <c:v>0.50097633474334058</c:v>
                </c:pt>
                <c:pt idx="861">
                  <c:v>0.50121733559104853</c:v>
                </c:pt>
                <c:pt idx="862">
                  <c:v>0.50115293638126812</c:v>
                </c:pt>
                <c:pt idx="863">
                  <c:v>0.5006929443376712</c:v>
                </c:pt>
                <c:pt idx="864">
                  <c:v>0.50134146005888669</c:v>
                </c:pt>
                <c:pt idx="865">
                  <c:v>0.50180645457466833</c:v>
                </c:pt>
                <c:pt idx="866">
                  <c:v>0.50180244967730525</c:v>
                </c:pt>
                <c:pt idx="867">
                  <c:v>0.50165431582142117</c:v>
                </c:pt>
                <c:pt idx="868">
                  <c:v>0.50144400347664531</c:v>
                </c:pt>
                <c:pt idx="869">
                  <c:v>0.50217319700658536</c:v>
                </c:pt>
                <c:pt idx="870">
                  <c:v>0.50129958109247774</c:v>
                </c:pt>
                <c:pt idx="871">
                  <c:v>0.50164933519104604</c:v>
                </c:pt>
                <c:pt idx="872">
                  <c:v>0.5010459889150547</c:v>
                </c:pt>
                <c:pt idx="873">
                  <c:v>0.50106637860595227</c:v>
                </c:pt>
                <c:pt idx="874">
                  <c:v>0.50070144703785968</c:v>
                </c:pt>
                <c:pt idx="875">
                  <c:v>0.50029485290886855</c:v>
                </c:pt>
                <c:pt idx="876">
                  <c:v>0.49969547426120653</c:v>
                </c:pt>
                <c:pt idx="877">
                  <c:v>0.49929256042182391</c:v>
                </c:pt>
                <c:pt idx="878">
                  <c:v>0.49934423950319784</c:v>
                </c:pt>
                <c:pt idx="879">
                  <c:v>0.50015773163354293</c:v>
                </c:pt>
                <c:pt idx="880">
                  <c:v>0.50035893087386307</c:v>
                </c:pt>
                <c:pt idx="881">
                  <c:v>0.5008619047397791</c:v>
                </c:pt>
                <c:pt idx="882">
                  <c:v>0.50091179330204072</c:v>
                </c:pt>
                <c:pt idx="883">
                  <c:v>0.50010125910459013</c:v>
                </c:pt>
                <c:pt idx="884">
                  <c:v>0.49984634081606999</c:v>
                </c:pt>
                <c:pt idx="885">
                  <c:v>0.50066881058911272</c:v>
                </c:pt>
                <c:pt idx="886">
                  <c:v>0.50020634998356195</c:v>
                </c:pt>
                <c:pt idx="887">
                  <c:v>0.50037347923922282</c:v>
                </c:pt>
                <c:pt idx="888">
                  <c:v>0.50013434422495062</c:v>
                </c:pt>
                <c:pt idx="889">
                  <c:v>0.5001590226654069</c:v>
                </c:pt>
                <c:pt idx="890">
                  <c:v>0.50021998595834294</c:v>
                </c:pt>
                <c:pt idx="891">
                  <c:v>0.50008899922711192</c:v>
                </c:pt>
                <c:pt idx="892">
                  <c:v>0.49991444717640526</c:v>
                </c:pt>
                <c:pt idx="893">
                  <c:v>0.4995194291286898</c:v>
                </c:pt>
                <c:pt idx="894">
                  <c:v>0.49919281795698467</c:v>
                </c:pt>
                <c:pt idx="895">
                  <c:v>0.4990172665215461</c:v>
                </c:pt>
                <c:pt idx="896">
                  <c:v>0.49914783479513947</c:v>
                </c:pt>
                <c:pt idx="897">
                  <c:v>0.49892341035361559</c:v>
                </c:pt>
                <c:pt idx="898">
                  <c:v>0.49880348966478871</c:v>
                </c:pt>
                <c:pt idx="899">
                  <c:v>0.49846764143987521</c:v>
                </c:pt>
                <c:pt idx="900">
                  <c:v>0.49866882986726019</c:v>
                </c:pt>
                <c:pt idx="901">
                  <c:v>0.49837168910117247</c:v>
                </c:pt>
                <c:pt idx="902">
                  <c:v>0.4991590087642625</c:v>
                </c:pt>
                <c:pt idx="903">
                  <c:v>0.49943956527291045</c:v>
                </c:pt>
                <c:pt idx="904">
                  <c:v>0.49959787678944834</c:v>
                </c:pt>
                <c:pt idx="905">
                  <c:v>0.5006168498272584</c:v>
                </c:pt>
                <c:pt idx="906">
                  <c:v>0.50008295018249038</c:v>
                </c:pt>
                <c:pt idx="907">
                  <c:v>0.49924494754933918</c:v>
                </c:pt>
                <c:pt idx="908">
                  <c:v>0.4989474733427155</c:v>
                </c:pt>
                <c:pt idx="909">
                  <c:v>0.4994740279014544</c:v>
                </c:pt>
                <c:pt idx="910">
                  <c:v>0.49930006440833452</c:v>
                </c:pt>
                <c:pt idx="911">
                  <c:v>0.49959309934562757</c:v>
                </c:pt>
                <c:pt idx="912">
                  <c:v>0.49971665047526526</c:v>
                </c:pt>
                <c:pt idx="913">
                  <c:v>0.49920453462894154</c:v>
                </c:pt>
                <c:pt idx="914">
                  <c:v>0.49950406759940108</c:v>
                </c:pt>
                <c:pt idx="915">
                  <c:v>0.49981619051256587</c:v>
                </c:pt>
                <c:pt idx="916">
                  <c:v>0.4986297641953088</c:v>
                </c:pt>
                <c:pt idx="917">
                  <c:v>0.49932753155107296</c:v>
                </c:pt>
                <c:pt idx="918">
                  <c:v>0.50002870346450823</c:v>
                </c:pt>
                <c:pt idx="919">
                  <c:v>0.50024655304481036</c:v>
                </c:pt>
                <c:pt idx="920">
                  <c:v>0.50009219149970419</c:v>
                </c:pt>
                <c:pt idx="921">
                  <c:v>0.50068068298388413</c:v>
                </c:pt>
                <c:pt idx="922">
                  <c:v>0.50051109287493345</c:v>
                </c:pt>
                <c:pt idx="923">
                  <c:v>0.50002041036846723</c:v>
                </c:pt>
                <c:pt idx="924">
                  <c:v>0.49937074895284933</c:v>
                </c:pt>
                <c:pt idx="925">
                  <c:v>0.49877647171942979</c:v>
                </c:pt>
                <c:pt idx="926">
                  <c:v>0.49821167250741316</c:v>
                </c:pt>
                <c:pt idx="927">
                  <c:v>0.49813067001989769</c:v>
                </c:pt>
                <c:pt idx="928">
                  <c:v>0.49836444148750242</c:v>
                </c:pt>
                <c:pt idx="929">
                  <c:v>0.49864954156759278</c:v>
                </c:pt>
                <c:pt idx="930">
                  <c:v>0.4989715759030095</c:v>
                </c:pt>
                <c:pt idx="931">
                  <c:v>0.49898742375470034</c:v>
                </c:pt>
                <c:pt idx="932">
                  <c:v>0.4987638013953804</c:v>
                </c:pt>
                <c:pt idx="933">
                  <c:v>0.49915913111021315</c:v>
                </c:pt>
                <c:pt idx="934">
                  <c:v>0.49937765766812936</c:v>
                </c:pt>
                <c:pt idx="935">
                  <c:v>0.49981088249984246</c:v>
                </c:pt>
                <c:pt idx="936">
                  <c:v>0.4989064068554469</c:v>
                </c:pt>
                <c:pt idx="937">
                  <c:v>0.49888341926150326</c:v>
                </c:pt>
                <c:pt idx="938">
                  <c:v>0.49861823060600979</c:v>
                </c:pt>
                <c:pt idx="939">
                  <c:v>0.49886080412396216</c:v>
                </c:pt>
                <c:pt idx="940">
                  <c:v>0.49904040981433334</c:v>
                </c:pt>
                <c:pt idx="941">
                  <c:v>0.49915772459054703</c:v>
                </c:pt>
                <c:pt idx="942">
                  <c:v>0.49899299730815749</c:v>
                </c:pt>
                <c:pt idx="943">
                  <c:v>0.49855754575494138</c:v>
                </c:pt>
                <c:pt idx="944">
                  <c:v>0.49889565461445534</c:v>
                </c:pt>
                <c:pt idx="945">
                  <c:v>0.49848366735009564</c:v>
                </c:pt>
                <c:pt idx="946">
                  <c:v>0.49905398402284123</c:v>
                </c:pt>
                <c:pt idx="947">
                  <c:v>0.49868777317676294</c:v>
                </c:pt>
                <c:pt idx="948">
                  <c:v>0.49909145230491925</c:v>
                </c:pt>
                <c:pt idx="949">
                  <c:v>0.49777932382676515</c:v>
                </c:pt>
                <c:pt idx="950">
                  <c:v>0.49833362352889249</c:v>
                </c:pt>
                <c:pt idx="951">
                  <c:v>0.49879337645917982</c:v>
                </c:pt>
                <c:pt idx="952">
                  <c:v>0.49880355151116113</c:v>
                </c:pt>
                <c:pt idx="953">
                  <c:v>0.49888529199942</c:v>
                </c:pt>
                <c:pt idx="954">
                  <c:v>0.49814329482115832</c:v>
                </c:pt>
                <c:pt idx="955">
                  <c:v>0.49826126361312378</c:v>
                </c:pt>
                <c:pt idx="956">
                  <c:v>0.49806870864597758</c:v>
                </c:pt>
                <c:pt idx="957">
                  <c:v>0.49863654743236974</c:v>
                </c:pt>
                <c:pt idx="958">
                  <c:v>0.49848979873853771</c:v>
                </c:pt>
                <c:pt idx="959">
                  <c:v>0.49735077427510471</c:v>
                </c:pt>
                <c:pt idx="960">
                  <c:v>0.49850410444070808</c:v>
                </c:pt>
                <c:pt idx="961">
                  <c:v>0.49862540489311308</c:v>
                </c:pt>
                <c:pt idx="962">
                  <c:v>0.49884091854728457</c:v>
                </c:pt>
                <c:pt idx="963">
                  <c:v>0.49968275684303393</c:v>
                </c:pt>
                <c:pt idx="964">
                  <c:v>0.498290765672526</c:v>
                </c:pt>
                <c:pt idx="965">
                  <c:v>0.49954818529367956</c:v>
                </c:pt>
                <c:pt idx="966">
                  <c:v>0.50016277619143479</c:v>
                </c:pt>
                <c:pt idx="967">
                  <c:v>0.49959360606881609</c:v>
                </c:pt>
                <c:pt idx="968">
                  <c:v>0.49978970526383898</c:v>
                </c:pt>
                <c:pt idx="969">
                  <c:v>0.49984321259873865</c:v>
                </c:pt>
                <c:pt idx="970">
                  <c:v>0.49945038373434963</c:v>
                </c:pt>
                <c:pt idx="971">
                  <c:v>0.49854035525085688</c:v>
                </c:pt>
                <c:pt idx="972">
                  <c:v>0.49840171083068618</c:v>
                </c:pt>
                <c:pt idx="973">
                  <c:v>0.49856015025387806</c:v>
                </c:pt>
                <c:pt idx="974">
                  <c:v>0.49869848264560251</c:v>
                </c:pt>
                <c:pt idx="975">
                  <c:v>0.49787372504849514</c:v>
                </c:pt>
                <c:pt idx="976">
                  <c:v>0.49795791707541692</c:v>
                </c:pt>
                <c:pt idx="977">
                  <c:v>0.49797430867176284</c:v>
                </c:pt>
                <c:pt idx="978">
                  <c:v>0.4978884129637659</c:v>
                </c:pt>
                <c:pt idx="979">
                  <c:v>0.49893384843087568</c:v>
                </c:pt>
                <c:pt idx="980">
                  <c:v>0.49922764115328871</c:v>
                </c:pt>
                <c:pt idx="981">
                  <c:v>0.49945242090245051</c:v>
                </c:pt>
                <c:pt idx="982">
                  <c:v>0.49991073516506457</c:v>
                </c:pt>
                <c:pt idx="983">
                  <c:v>0.50012585455241088</c:v>
                </c:pt>
                <c:pt idx="984">
                  <c:v>0.50008439456347853</c:v>
                </c:pt>
                <c:pt idx="985">
                  <c:v>0.49699778014629364</c:v>
                </c:pt>
                <c:pt idx="986">
                  <c:v>0.49906940381317461</c:v>
                </c:pt>
                <c:pt idx="987">
                  <c:v>0.49944332660949292</c:v>
                </c:pt>
                <c:pt idx="988">
                  <c:v>0.49945932835443801</c:v>
                </c:pt>
                <c:pt idx="989">
                  <c:v>0.498795540085892</c:v>
                </c:pt>
                <c:pt idx="990">
                  <c:v>0.49990258713391106</c:v>
                </c:pt>
                <c:pt idx="991">
                  <c:v>0.49997467508129301</c:v>
                </c:pt>
                <c:pt idx="992">
                  <c:v>0.4998453880000811</c:v>
                </c:pt>
                <c:pt idx="993">
                  <c:v>0.49954980889070377</c:v>
                </c:pt>
                <c:pt idx="994">
                  <c:v>0.49927687732794751</c:v>
                </c:pt>
                <c:pt idx="995">
                  <c:v>0.49945143693048488</c:v>
                </c:pt>
                <c:pt idx="996">
                  <c:v>0.49990597491309036</c:v>
                </c:pt>
                <c:pt idx="997">
                  <c:v>0.50065630819011575</c:v>
                </c:pt>
                <c:pt idx="998">
                  <c:v>0.50070026584637961</c:v>
                </c:pt>
                <c:pt idx="999">
                  <c:v>0.50147784255371197</c:v>
                </c:pt>
                <c:pt idx="1000">
                  <c:v>0.50089755162196758</c:v>
                </c:pt>
                <c:pt idx="1001">
                  <c:v>0.49964919084273296</c:v>
                </c:pt>
                <c:pt idx="1002">
                  <c:v>0.50051864039569971</c:v>
                </c:pt>
                <c:pt idx="1003">
                  <c:v>0.5005661009065282</c:v>
                </c:pt>
                <c:pt idx="1004">
                  <c:v>0.50044369656780885</c:v>
                </c:pt>
                <c:pt idx="1005">
                  <c:v>0.50091002874718094</c:v>
                </c:pt>
                <c:pt idx="1006">
                  <c:v>0.50077230264017358</c:v>
                </c:pt>
                <c:pt idx="1007">
                  <c:v>0.50178762273087241</c:v>
                </c:pt>
                <c:pt idx="1008">
                  <c:v>0.50152111346531714</c:v>
                </c:pt>
                <c:pt idx="1009">
                  <c:v>0.50132647793783403</c:v>
                </c:pt>
                <c:pt idx="1010">
                  <c:v>0.50108345564515089</c:v>
                </c:pt>
                <c:pt idx="1011">
                  <c:v>0.50047073470626668</c:v>
                </c:pt>
                <c:pt idx="1012">
                  <c:v>0.50110184327051799</c:v>
                </c:pt>
                <c:pt idx="1013">
                  <c:v>0.50078342842711276</c:v>
                </c:pt>
                <c:pt idx="1014">
                  <c:v>0.49980798226735568</c:v>
                </c:pt>
                <c:pt idx="1015">
                  <c:v>0.50036789478983523</c:v>
                </c:pt>
                <c:pt idx="1016">
                  <c:v>0.50021428977140703</c:v>
                </c:pt>
                <c:pt idx="1017">
                  <c:v>0.49904274202091242</c:v>
                </c:pt>
                <c:pt idx="1018">
                  <c:v>0.49940496825635</c:v>
                </c:pt>
                <c:pt idx="1019">
                  <c:v>0.4999663388589391</c:v>
                </c:pt>
                <c:pt idx="1020">
                  <c:v>0.50004274688919226</c:v>
                </c:pt>
                <c:pt idx="1021">
                  <c:v>0.50026705939089722</c:v>
                </c:pt>
                <c:pt idx="1022">
                  <c:v>0.5000025944106018</c:v>
                </c:pt>
                <c:pt idx="1023">
                  <c:v>0.50033615146803445</c:v>
                </c:pt>
                <c:pt idx="1024">
                  <c:v>0.49983887985114578</c:v>
                </c:pt>
                <c:pt idx="1025">
                  <c:v>0.49871076408022375</c:v>
                </c:pt>
                <c:pt idx="1026">
                  <c:v>0.49952638207954697</c:v>
                </c:pt>
                <c:pt idx="1027">
                  <c:v>0.49933321178339796</c:v>
                </c:pt>
                <c:pt idx="1028">
                  <c:v>0.49952941483190599</c:v>
                </c:pt>
                <c:pt idx="1029">
                  <c:v>0.49958127558327919</c:v>
                </c:pt>
                <c:pt idx="1030">
                  <c:v>0.49953910071106444</c:v>
                </c:pt>
                <c:pt idx="1031">
                  <c:v>0.49945116405490447</c:v>
                </c:pt>
                <c:pt idx="1032">
                  <c:v>0.49953055817809494</c:v>
                </c:pt>
                <c:pt idx="1033">
                  <c:v>0.49855962071320364</c:v>
                </c:pt>
                <c:pt idx="1034">
                  <c:v>0.50097440867538057</c:v>
                </c:pt>
                <c:pt idx="1035">
                  <c:v>0.5006131946919351</c:v>
                </c:pt>
                <c:pt idx="1036">
                  <c:v>0.50008652741870352</c:v>
                </c:pt>
                <c:pt idx="1037">
                  <c:v>0.50048458647307714</c:v>
                </c:pt>
                <c:pt idx="1038">
                  <c:v>0.49961522197620944</c:v>
                </c:pt>
                <c:pt idx="1039">
                  <c:v>0.499554347283096</c:v>
                </c:pt>
                <c:pt idx="1040">
                  <c:v>0.49940683962574339</c:v>
                </c:pt>
                <c:pt idx="1041">
                  <c:v>0.49994467977492568</c:v>
                </c:pt>
                <c:pt idx="1042">
                  <c:v>0.50018328204073337</c:v>
                </c:pt>
                <c:pt idx="1043">
                  <c:v>0.49948707400111281</c:v>
                </c:pt>
                <c:pt idx="1044">
                  <c:v>0.50127809700861925</c:v>
                </c:pt>
                <c:pt idx="1045">
                  <c:v>0.50192335655461406</c:v>
                </c:pt>
                <c:pt idx="1046">
                  <c:v>0.50182392449296487</c:v>
                </c:pt>
                <c:pt idx="1047">
                  <c:v>0.50187705178439057</c:v>
                </c:pt>
                <c:pt idx="1048">
                  <c:v>0.50137211273574911</c:v>
                </c:pt>
                <c:pt idx="1049">
                  <c:v>0.50092626702462884</c:v>
                </c:pt>
                <c:pt idx="1050">
                  <c:v>0.50029173075903044</c:v>
                </c:pt>
                <c:pt idx="1051">
                  <c:v>0.50033984165502887</c:v>
                </c:pt>
                <c:pt idx="1052">
                  <c:v>0.50073222785974181</c:v>
                </c:pt>
                <c:pt idx="1053">
                  <c:v>0.50070023358835836</c:v>
                </c:pt>
                <c:pt idx="1054">
                  <c:v>0.50045207475720932</c:v>
                </c:pt>
                <c:pt idx="1055">
                  <c:v>0.49994544259363249</c:v>
                </c:pt>
                <c:pt idx="1056">
                  <c:v>0.49997469992782823</c:v>
                </c:pt>
                <c:pt idx="1057">
                  <c:v>0.49985882027021267</c:v>
                </c:pt>
                <c:pt idx="1058">
                  <c:v>0.49951598063922559</c:v>
                </c:pt>
                <c:pt idx="1059">
                  <c:v>0.4984824824824825</c:v>
                </c:pt>
                <c:pt idx="1060">
                  <c:v>0.49935087138170897</c:v>
                </c:pt>
                <c:pt idx="1061">
                  <c:v>0.49929945025562039</c:v>
                </c:pt>
                <c:pt idx="1062">
                  <c:v>0.498974003633124</c:v>
                </c:pt>
                <c:pt idx="1063">
                  <c:v>0.49897076655807743</c:v>
                </c:pt>
                <c:pt idx="1064">
                  <c:v>0.49865235609949521</c:v>
                </c:pt>
                <c:pt idx="1065">
                  <c:v>0.4980372704115833</c:v>
                </c:pt>
                <c:pt idx="1066">
                  <c:v>0.4976715613951318</c:v>
                </c:pt>
                <c:pt idx="1067">
                  <c:v>0.4979171646581384</c:v>
                </c:pt>
                <c:pt idx="1068">
                  <c:v>0.49814235327010348</c:v>
                </c:pt>
                <c:pt idx="1069">
                  <c:v>0.49755133325265244</c:v>
                </c:pt>
                <c:pt idx="1070">
                  <c:v>0.49667523311042633</c:v>
                </c:pt>
                <c:pt idx="1071">
                  <c:v>0.49858759724574725</c:v>
                </c:pt>
                <c:pt idx="1072">
                  <c:v>0.49928944139576903</c:v>
                </c:pt>
                <c:pt idx="1073">
                  <c:v>0.50024807071093835</c:v>
                </c:pt>
                <c:pt idx="1074">
                  <c:v>0.4994734994734995</c:v>
                </c:pt>
                <c:pt idx="1075">
                  <c:v>0.49953909327076174</c:v>
                </c:pt>
                <c:pt idx="1076">
                  <c:v>0.49918902699458806</c:v>
                </c:pt>
                <c:pt idx="1077">
                  <c:v>0.49907996709529373</c:v>
                </c:pt>
                <c:pt idx="1078">
                  <c:v>0.49901559609921486</c:v>
                </c:pt>
                <c:pt idx="1079">
                  <c:v>0.49917719683024225</c:v>
                </c:pt>
                <c:pt idx="1080">
                  <c:v>0.49809216717334298</c:v>
                </c:pt>
                <c:pt idx="1081">
                  <c:v>0.49946371888551283</c:v>
                </c:pt>
                <c:pt idx="1082">
                  <c:v>0.49896446568059877</c:v>
                </c:pt>
                <c:pt idx="1083">
                  <c:v>0.49916771835153839</c:v>
                </c:pt>
                <c:pt idx="1084">
                  <c:v>0.49955765100433636</c:v>
                </c:pt>
                <c:pt idx="1085">
                  <c:v>0.49993598003666845</c:v>
                </c:pt>
                <c:pt idx="1086">
                  <c:v>0.49880625327053896</c:v>
                </c:pt>
                <c:pt idx="1087">
                  <c:v>0.49993314796674321</c:v>
                </c:pt>
                <c:pt idx="1088">
                  <c:v>0.50009148281351978</c:v>
                </c:pt>
                <c:pt idx="1089">
                  <c:v>0.50013256473122158</c:v>
                </c:pt>
                <c:pt idx="1090">
                  <c:v>0.49988647958136956</c:v>
                </c:pt>
                <c:pt idx="1091">
                  <c:v>0.49899301679035052</c:v>
                </c:pt>
                <c:pt idx="1092">
                  <c:v>0.49946317254072764</c:v>
                </c:pt>
                <c:pt idx="1093">
                  <c:v>0.49943781091798622</c:v>
                </c:pt>
                <c:pt idx="1094">
                  <c:v>0.49959797036780906</c:v>
                </c:pt>
                <c:pt idx="1095">
                  <c:v>0.49988879278388731</c:v>
                </c:pt>
                <c:pt idx="1096">
                  <c:v>0.50030094902006061</c:v>
                </c:pt>
                <c:pt idx="1097">
                  <c:v>0.50036309821806801</c:v>
                </c:pt>
                <c:pt idx="1098">
                  <c:v>0.50069229011773064</c:v>
                </c:pt>
                <c:pt idx="1099">
                  <c:v>0.50033049293020537</c:v>
                </c:pt>
                <c:pt idx="1100">
                  <c:v>0.5002716574413455</c:v>
                </c:pt>
                <c:pt idx="1101">
                  <c:v>0.50004553822036635</c:v>
                </c:pt>
                <c:pt idx="1102">
                  <c:v>0.49905987271698166</c:v>
                </c:pt>
                <c:pt idx="1103">
                  <c:v>0.49978032302187103</c:v>
                </c:pt>
                <c:pt idx="1104">
                  <c:v>0.49950475874280659</c:v>
                </c:pt>
                <c:pt idx="1105">
                  <c:v>0.49934135879341363</c:v>
                </c:pt>
                <c:pt idx="1106">
                  <c:v>0.498420744676426</c:v>
                </c:pt>
                <c:pt idx="1107">
                  <c:v>0.49839723148081394</c:v>
                </c:pt>
                <c:pt idx="1108">
                  <c:v>0.4976049982644915</c:v>
                </c:pt>
                <c:pt idx="1109">
                  <c:v>0.49801024729585242</c:v>
                </c:pt>
                <c:pt idx="1110">
                  <c:v>0.49769118926687961</c:v>
                </c:pt>
                <c:pt idx="1111">
                  <c:v>0.49761344481716985</c:v>
                </c:pt>
                <c:pt idx="1112">
                  <c:v>0.49868121645596769</c:v>
                </c:pt>
                <c:pt idx="1113">
                  <c:v>0.49759053270270037</c:v>
                </c:pt>
                <c:pt idx="1114">
                  <c:v>0.49906530582635339</c:v>
                </c:pt>
                <c:pt idx="1115">
                  <c:v>0.49959258618476493</c:v>
                </c:pt>
                <c:pt idx="1116">
                  <c:v>0.49969683676406074</c:v>
                </c:pt>
                <c:pt idx="1117">
                  <c:v>0.4997903317789929</c:v>
                </c:pt>
                <c:pt idx="1118">
                  <c:v>0.49908772401132789</c:v>
                </c:pt>
                <c:pt idx="1119">
                  <c:v>0.49999159418990408</c:v>
                </c:pt>
                <c:pt idx="1120">
                  <c:v>0.50010656974428869</c:v>
                </c:pt>
                <c:pt idx="1121">
                  <c:v>0.49965476010037224</c:v>
                </c:pt>
                <c:pt idx="1122">
                  <c:v>0.49899039825208308</c:v>
                </c:pt>
                <c:pt idx="1123">
                  <c:v>0.49910596305771876</c:v>
                </c:pt>
                <c:pt idx="1124">
                  <c:v>0.49937968925385479</c:v>
                </c:pt>
                <c:pt idx="1125">
                  <c:v>0.49922960133629657</c:v>
                </c:pt>
                <c:pt idx="1126">
                  <c:v>0.49882153268414253</c:v>
                </c:pt>
                <c:pt idx="1127">
                  <c:v>0.49873057067900356</c:v>
                </c:pt>
                <c:pt idx="1128">
                  <c:v>0.4981396478034294</c:v>
                </c:pt>
                <c:pt idx="1129">
                  <c:v>0.49803283136616477</c:v>
                </c:pt>
                <c:pt idx="1130">
                  <c:v>0.49843811011323702</c:v>
                </c:pt>
                <c:pt idx="1131">
                  <c:v>0.49912536938283353</c:v>
                </c:pt>
                <c:pt idx="1132">
                  <c:v>0.49957602484295899</c:v>
                </c:pt>
                <c:pt idx="1133">
                  <c:v>0.49893703078211266</c:v>
                </c:pt>
                <c:pt idx="1134">
                  <c:v>0.49892030117914471</c:v>
                </c:pt>
                <c:pt idx="1135">
                  <c:v>0.49845165176085549</c:v>
                </c:pt>
                <c:pt idx="1136">
                  <c:v>0.49902969530725366</c:v>
                </c:pt>
                <c:pt idx="1137">
                  <c:v>0.50000853873740536</c:v>
                </c:pt>
                <c:pt idx="1138">
                  <c:v>0.49968805107415837</c:v>
                </c:pt>
                <c:pt idx="1139">
                  <c:v>0.5011575130006386</c:v>
                </c:pt>
                <c:pt idx="1140">
                  <c:v>0.50077832458848759</c:v>
                </c:pt>
                <c:pt idx="1141">
                  <c:v>0.50084021125311506</c:v>
                </c:pt>
                <c:pt idx="1142">
                  <c:v>0.50118667718949084</c:v>
                </c:pt>
                <c:pt idx="1143">
                  <c:v>0.50114716674161686</c:v>
                </c:pt>
                <c:pt idx="1144">
                  <c:v>0.50059558579298813</c:v>
                </c:pt>
                <c:pt idx="1145">
                  <c:v>0.50063362634968145</c:v>
                </c:pt>
                <c:pt idx="1146">
                  <c:v>0.50073210645689181</c:v>
                </c:pt>
                <c:pt idx="1147">
                  <c:v>0.50015515368834795</c:v>
                </c:pt>
                <c:pt idx="1148">
                  <c:v>0.49987206651391314</c:v>
                </c:pt>
                <c:pt idx="1149">
                  <c:v>0.49987050881403333</c:v>
                </c:pt>
                <c:pt idx="1150">
                  <c:v>0.49966579080809476</c:v>
                </c:pt>
                <c:pt idx="1151">
                  <c:v>0.49950398828028131</c:v>
                </c:pt>
                <c:pt idx="1152">
                  <c:v>0.49944306573555725</c:v>
                </c:pt>
                <c:pt idx="1153">
                  <c:v>0.49968938446113259</c:v>
                </c:pt>
                <c:pt idx="1154">
                  <c:v>0.50018364330974407</c:v>
                </c:pt>
                <c:pt idx="1155">
                  <c:v>0.50011139369424895</c:v>
                </c:pt>
                <c:pt idx="1156">
                  <c:v>0.4998406452996158</c:v>
                </c:pt>
                <c:pt idx="1157">
                  <c:v>0.49923727879635055</c:v>
                </c:pt>
                <c:pt idx="1158">
                  <c:v>0.49867338585602899</c:v>
                </c:pt>
                <c:pt idx="1159">
                  <c:v>0.4979179491944758</c:v>
                </c:pt>
                <c:pt idx="1160">
                  <c:v>0.49838758923508625</c:v>
                </c:pt>
                <c:pt idx="1161">
                  <c:v>0.49841089670828603</c:v>
                </c:pt>
                <c:pt idx="1162">
                  <c:v>0.49724257212406392</c:v>
                </c:pt>
                <c:pt idx="1163">
                  <c:v>0.4987779981334578</c:v>
                </c:pt>
                <c:pt idx="1164">
                  <c:v>0.49874053209964825</c:v>
                </c:pt>
                <c:pt idx="1165">
                  <c:v>0.49866116141692041</c:v>
                </c:pt>
                <c:pt idx="1166">
                  <c:v>0.49813589827497551</c:v>
                </c:pt>
                <c:pt idx="1167">
                  <c:v>0.49787728327369446</c:v>
                </c:pt>
                <c:pt idx="1168">
                  <c:v>0.49784937415029773</c:v>
                </c:pt>
                <c:pt idx="1169">
                  <c:v>0.49851718135516726</c:v>
                </c:pt>
                <c:pt idx="1170">
                  <c:v>0.49872006521363044</c:v>
                </c:pt>
                <c:pt idx="1171">
                  <c:v>0.49830556215726141</c:v>
                </c:pt>
                <c:pt idx="1172">
                  <c:v>0.49999265533237558</c:v>
                </c:pt>
                <c:pt idx="1173">
                  <c:v>0.4990320454732679</c:v>
                </c:pt>
                <c:pt idx="1174">
                  <c:v>0.49739401698082675</c:v>
                </c:pt>
                <c:pt idx="1175">
                  <c:v>0.49978497664198318</c:v>
                </c:pt>
                <c:pt idx="1176">
                  <c:v>0.50013273866411811</c:v>
                </c:pt>
                <c:pt idx="1177">
                  <c:v>0.50067873837291665</c:v>
                </c:pt>
                <c:pt idx="1178">
                  <c:v>0.50019203157589975</c:v>
                </c:pt>
                <c:pt idx="1179">
                  <c:v>0.49984928810794516</c:v>
                </c:pt>
                <c:pt idx="1180">
                  <c:v>0.50040390709840832</c:v>
                </c:pt>
                <c:pt idx="1181">
                  <c:v>0.49939581334186306</c:v>
                </c:pt>
                <c:pt idx="1182">
                  <c:v>0.49920297240921596</c:v>
                </c:pt>
                <c:pt idx="1183">
                  <c:v>0.49919012726571543</c:v>
                </c:pt>
                <c:pt idx="1184">
                  <c:v>0.49906171314551756</c:v>
                </c:pt>
                <c:pt idx="1185">
                  <c:v>0.49916231486267315</c:v>
                </c:pt>
                <c:pt idx="1186">
                  <c:v>0.49893371800782238</c:v>
                </c:pt>
                <c:pt idx="1187">
                  <c:v>0.49892566558142032</c:v>
                </c:pt>
                <c:pt idx="1188">
                  <c:v>0.49854500072973351</c:v>
                </c:pt>
                <c:pt idx="1189">
                  <c:v>0.49909942685377906</c:v>
                </c:pt>
                <c:pt idx="1190">
                  <c:v>0.49916706969745822</c:v>
                </c:pt>
                <c:pt idx="1191">
                  <c:v>0.4993277561995817</c:v>
                </c:pt>
                <c:pt idx="1192">
                  <c:v>0.49981156793424619</c:v>
                </c:pt>
                <c:pt idx="1193">
                  <c:v>0.49920246592150352</c:v>
                </c:pt>
                <c:pt idx="1194">
                  <c:v>0.49890392251990007</c:v>
                </c:pt>
                <c:pt idx="1195">
                  <c:v>0.4993720645140019</c:v>
                </c:pt>
                <c:pt idx="1196">
                  <c:v>0.49904871651752225</c:v>
                </c:pt>
                <c:pt idx="1197">
                  <c:v>0.4991008517140858</c:v>
                </c:pt>
                <c:pt idx="1198">
                  <c:v>0.49858198642071749</c:v>
                </c:pt>
                <c:pt idx="1199">
                  <c:v>0.49741478418413715</c:v>
                </c:pt>
                <c:pt idx="1200">
                  <c:v>0.49623847468643922</c:v>
                </c:pt>
                <c:pt idx="1201">
                  <c:v>0.4949068412777774</c:v>
                </c:pt>
                <c:pt idx="1202">
                  <c:v>0.49692687222543908</c:v>
                </c:pt>
                <c:pt idx="1203">
                  <c:v>0.49648499257775253</c:v>
                </c:pt>
                <c:pt idx="1204">
                  <c:v>0.49733264862252291</c:v>
                </c:pt>
                <c:pt idx="1205">
                  <c:v>0.49783685895594809</c:v>
                </c:pt>
                <c:pt idx="1206">
                  <c:v>0.49724452460861951</c:v>
                </c:pt>
                <c:pt idx="1207">
                  <c:v>0.49629075172886128</c:v>
                </c:pt>
                <c:pt idx="1208">
                  <c:v>0.49710598843608161</c:v>
                </c:pt>
                <c:pt idx="1209">
                  <c:v>0.49811184547768028</c:v>
                </c:pt>
                <c:pt idx="1210">
                  <c:v>0.49863627804134292</c:v>
                </c:pt>
                <c:pt idx="1211">
                  <c:v>0.49897283794543273</c:v>
                </c:pt>
                <c:pt idx="1212">
                  <c:v>0.49948887076949289</c:v>
                </c:pt>
                <c:pt idx="1213">
                  <c:v>0.49892953182625216</c:v>
                </c:pt>
                <c:pt idx="1214">
                  <c:v>0.49857207733031794</c:v>
                </c:pt>
                <c:pt idx="1215">
                  <c:v>0.49807745669322551</c:v>
                </c:pt>
                <c:pt idx="1216">
                  <c:v>0.49827528312830066</c:v>
                </c:pt>
                <c:pt idx="1217">
                  <c:v>0.49790952152627832</c:v>
                </c:pt>
                <c:pt idx="1218">
                  <c:v>0.49849714871042211</c:v>
                </c:pt>
                <c:pt idx="1219">
                  <c:v>0.49839388636669563</c:v>
                </c:pt>
                <c:pt idx="1220">
                  <c:v>0.49815177212437484</c:v>
                </c:pt>
                <c:pt idx="1221">
                  <c:v>0.49800850562800297</c:v>
                </c:pt>
                <c:pt idx="1222">
                  <c:v>0.4977599116239107</c:v>
                </c:pt>
                <c:pt idx="1223">
                  <c:v>0.49776292879757045</c:v>
                </c:pt>
                <c:pt idx="1224">
                  <c:v>0.49801968333369184</c:v>
                </c:pt>
                <c:pt idx="1225">
                  <c:v>0.49780593781541566</c:v>
                </c:pt>
                <c:pt idx="1226">
                  <c:v>0.49786366882557193</c:v>
                </c:pt>
                <c:pt idx="1227">
                  <c:v>0.49766805700168193</c:v>
                </c:pt>
                <c:pt idx="1228">
                  <c:v>0.49399554906203563</c:v>
                </c:pt>
                <c:pt idx="1229">
                  <c:v>0.49722058464947888</c:v>
                </c:pt>
                <c:pt idx="1230">
                  <c:v>0.49697456658116757</c:v>
                </c:pt>
                <c:pt idx="1231">
                  <c:v>0.49491689926218541</c:v>
                </c:pt>
                <c:pt idx="1232">
                  <c:v>0.49744850564177512</c:v>
                </c:pt>
                <c:pt idx="1233">
                  <c:v>0.49830513726219255</c:v>
                </c:pt>
                <c:pt idx="1234">
                  <c:v>0.49876518726702013</c:v>
                </c:pt>
                <c:pt idx="1235">
                  <c:v>0.49848947283532463</c:v>
                </c:pt>
                <c:pt idx="1236">
                  <c:v>0.49780226948680273</c:v>
                </c:pt>
                <c:pt idx="1237">
                  <c:v>0.49519732591083054</c:v>
                </c:pt>
                <c:pt idx="1238">
                  <c:v>0.49790288555480189</c:v>
                </c:pt>
                <c:pt idx="1239">
                  <c:v>0.49792275255529461</c:v>
                </c:pt>
                <c:pt idx="1240">
                  <c:v>0.49811465396888716</c:v>
                </c:pt>
                <c:pt idx="1241">
                  <c:v>0.49835033928749634</c:v>
                </c:pt>
                <c:pt idx="1242">
                  <c:v>0.49809280635273401</c:v>
                </c:pt>
                <c:pt idx="1243">
                  <c:v>0.4978024346587448</c:v>
                </c:pt>
                <c:pt idx="1244">
                  <c:v>0.49793292231350211</c:v>
                </c:pt>
                <c:pt idx="1245">
                  <c:v>0.49777809767607789</c:v>
                </c:pt>
                <c:pt idx="1246">
                  <c:v>0.49744768537946504</c:v>
                </c:pt>
                <c:pt idx="1247">
                  <c:v>0.49788593117757868</c:v>
                </c:pt>
                <c:pt idx="1248">
                  <c:v>0.49760587008670293</c:v>
                </c:pt>
                <c:pt idx="1249">
                  <c:v>0.49749073344653016</c:v>
                </c:pt>
                <c:pt idx="1250">
                  <c:v>0.49700064417804457</c:v>
                </c:pt>
                <c:pt idx="1251">
                  <c:v>0.49685059921948954</c:v>
                </c:pt>
                <c:pt idx="1252">
                  <c:v>0.49672209056031325</c:v>
                </c:pt>
                <c:pt idx="1253">
                  <c:v>0.49708582482184149</c:v>
                </c:pt>
                <c:pt idx="1254">
                  <c:v>0.49758588174447244</c:v>
                </c:pt>
                <c:pt idx="1255">
                  <c:v>0.4977601675773215</c:v>
                </c:pt>
                <c:pt idx="1256">
                  <c:v>0.49783868268578013</c:v>
                </c:pt>
                <c:pt idx="1257">
                  <c:v>0.49716450305349053</c:v>
                </c:pt>
                <c:pt idx="1258">
                  <c:v>0.49693030203296285</c:v>
                </c:pt>
                <c:pt idx="1259">
                  <c:v>0.49698774191504863</c:v>
                </c:pt>
                <c:pt idx="1260">
                  <c:v>0.49690192983623804</c:v>
                </c:pt>
                <c:pt idx="1261">
                  <c:v>0.49711109068608028</c:v>
                </c:pt>
                <c:pt idx="1262">
                  <c:v>0.49754744877562807</c:v>
                </c:pt>
                <c:pt idx="1263">
                  <c:v>0.49755829433276455</c:v>
                </c:pt>
                <c:pt idx="1264">
                  <c:v>0.49756725815684033</c:v>
                </c:pt>
                <c:pt idx="1265">
                  <c:v>0.49307536483525571</c:v>
                </c:pt>
                <c:pt idx="1266">
                  <c:v>0.4974020802472085</c:v>
                </c:pt>
                <c:pt idx="1267">
                  <c:v>0.4977129505965453</c:v>
                </c:pt>
                <c:pt idx="1268">
                  <c:v>0.49809575452138688</c:v>
                </c:pt>
                <c:pt idx="1269">
                  <c:v>0.49817727951785684</c:v>
                </c:pt>
                <c:pt idx="1270">
                  <c:v>0.49811426801345088</c:v>
                </c:pt>
                <c:pt idx="1271">
                  <c:v>0.49735211159506487</c:v>
                </c:pt>
                <c:pt idx="1272">
                  <c:v>0.49710622042634056</c:v>
                </c:pt>
                <c:pt idx="1273">
                  <c:v>0.49663354665949172</c:v>
                </c:pt>
                <c:pt idx="1274">
                  <c:v>0.49691829886251099</c:v>
                </c:pt>
                <c:pt idx="1275">
                  <c:v>0.49672424635207457</c:v>
                </c:pt>
                <c:pt idx="1276">
                  <c:v>0.49639562725072689</c:v>
                </c:pt>
                <c:pt idx="1277">
                  <c:v>0.4958705030886903</c:v>
                </c:pt>
                <c:pt idx="1278">
                  <c:v>0.49538700904596272</c:v>
                </c:pt>
                <c:pt idx="1279">
                  <c:v>0.49556619168858096</c:v>
                </c:pt>
                <c:pt idx="1280">
                  <c:v>0.49549169369932389</c:v>
                </c:pt>
                <c:pt idx="1281">
                  <c:v>0.49656159165759001</c:v>
                </c:pt>
                <c:pt idx="1282">
                  <c:v>0.49612132946111648</c:v>
                </c:pt>
                <c:pt idx="1283">
                  <c:v>0.49539572850129587</c:v>
                </c:pt>
                <c:pt idx="1284">
                  <c:v>0.49645474876223233</c:v>
                </c:pt>
                <c:pt idx="1285">
                  <c:v>0.4970116042898356</c:v>
                </c:pt>
                <c:pt idx="1286">
                  <c:v>0.49782233491031908</c:v>
                </c:pt>
                <c:pt idx="1287">
                  <c:v>0.49806800993687433</c:v>
                </c:pt>
                <c:pt idx="1288">
                  <c:v>0.4982664396335037</c:v>
                </c:pt>
                <c:pt idx="1289">
                  <c:v>0.49780061745027443</c:v>
                </c:pt>
                <c:pt idx="1290">
                  <c:v>0.4973915132469573</c:v>
                </c:pt>
                <c:pt idx="1291">
                  <c:v>0.49734287190854931</c:v>
                </c:pt>
                <c:pt idx="1292">
                  <c:v>0.49719868816616564</c:v>
                </c:pt>
                <c:pt idx="1293">
                  <c:v>0.49689485493582913</c:v>
                </c:pt>
                <c:pt idx="1294">
                  <c:v>0.49677263717921966</c:v>
                </c:pt>
                <c:pt idx="1295">
                  <c:v>0.49688214813630444</c:v>
                </c:pt>
                <c:pt idx="1296">
                  <c:v>0.49651577038013334</c:v>
                </c:pt>
                <c:pt idx="1297">
                  <c:v>0.49779201860452965</c:v>
                </c:pt>
                <c:pt idx="1298">
                  <c:v>0.49807158032358223</c:v>
                </c:pt>
                <c:pt idx="1299">
                  <c:v>0.49770279947810225</c:v>
                </c:pt>
                <c:pt idx="1300">
                  <c:v>0.49796406009623262</c:v>
                </c:pt>
                <c:pt idx="1301">
                  <c:v>0.49841841133105846</c:v>
                </c:pt>
                <c:pt idx="1302">
                  <c:v>0.49895842559878228</c:v>
                </c:pt>
                <c:pt idx="1303">
                  <c:v>0.49905794770460915</c:v>
                </c:pt>
                <c:pt idx="1304">
                  <c:v>0.49912795567190116</c:v>
                </c:pt>
                <c:pt idx="1305">
                  <c:v>0.49827545957604913</c:v>
                </c:pt>
                <c:pt idx="1306">
                  <c:v>0.49767526036096799</c:v>
                </c:pt>
                <c:pt idx="1307">
                  <c:v>0.49729107007669276</c:v>
                </c:pt>
                <c:pt idx="1308">
                  <c:v>0.49760256253933943</c:v>
                </c:pt>
                <c:pt idx="1309">
                  <c:v>0.49730494675867898</c:v>
                </c:pt>
                <c:pt idx="1310">
                  <c:v>0.49747101238741709</c:v>
                </c:pt>
                <c:pt idx="1311">
                  <c:v>0.49762777942974201</c:v>
                </c:pt>
                <c:pt idx="1312">
                  <c:v>0.49792815167318705</c:v>
                </c:pt>
                <c:pt idx="1313">
                  <c:v>0.49784360777823755</c:v>
                </c:pt>
                <c:pt idx="1314">
                  <c:v>0.49764368862910036</c:v>
                </c:pt>
                <c:pt idx="1315">
                  <c:v>0.49711741083853517</c:v>
                </c:pt>
                <c:pt idx="1316">
                  <c:v>0.49798133606690625</c:v>
                </c:pt>
                <c:pt idx="1317">
                  <c:v>0.49877136823090307</c:v>
                </c:pt>
                <c:pt idx="1318">
                  <c:v>0.49967922402130088</c:v>
                </c:pt>
                <c:pt idx="1319">
                  <c:v>0.49946310732866817</c:v>
                </c:pt>
                <c:pt idx="1320">
                  <c:v>0.49985692991562192</c:v>
                </c:pt>
                <c:pt idx="1321">
                  <c:v>0.4996503403354069</c:v>
                </c:pt>
                <c:pt idx="1322">
                  <c:v>0.49886817110452508</c:v>
                </c:pt>
                <c:pt idx="1323">
                  <c:v>0.49849130161951427</c:v>
                </c:pt>
                <c:pt idx="1324">
                  <c:v>0.49843275901247114</c:v>
                </c:pt>
                <c:pt idx="1325">
                  <c:v>0.49836220093454819</c:v>
                </c:pt>
                <c:pt idx="1326">
                  <c:v>0.49822129497749873</c:v>
                </c:pt>
                <c:pt idx="1327">
                  <c:v>0.49850417625957066</c:v>
                </c:pt>
                <c:pt idx="1328">
                  <c:v>0.49776453055141578</c:v>
                </c:pt>
                <c:pt idx="1329">
                  <c:v>0.49814261000174331</c:v>
                </c:pt>
                <c:pt idx="1330">
                  <c:v>0.49806938149759628</c:v>
                </c:pt>
                <c:pt idx="1331">
                  <c:v>0.49802079591199511</c:v>
                </c:pt>
                <c:pt idx="1332">
                  <c:v>0.49780888945645674</c:v>
                </c:pt>
                <c:pt idx="1333">
                  <c:v>0.49735305592552231</c:v>
                </c:pt>
                <c:pt idx="1334">
                  <c:v>0.49756923636314665</c:v>
                </c:pt>
                <c:pt idx="1335">
                  <c:v>0.49693249466850392</c:v>
                </c:pt>
                <c:pt idx="1336">
                  <c:v>0.49732815156667476</c:v>
                </c:pt>
                <c:pt idx="1337">
                  <c:v>0.49769779704156786</c:v>
                </c:pt>
                <c:pt idx="1338">
                  <c:v>0.4974223321306469</c:v>
                </c:pt>
                <c:pt idx="1339">
                  <c:v>0.49783763495761496</c:v>
                </c:pt>
                <c:pt idx="1340">
                  <c:v>0.49805663332442551</c:v>
                </c:pt>
                <c:pt idx="1341">
                  <c:v>0.49795647477507676</c:v>
                </c:pt>
                <c:pt idx="1342">
                  <c:v>0.49827120988189988</c:v>
                </c:pt>
                <c:pt idx="1343">
                  <c:v>0.4981850502418802</c:v>
                </c:pt>
                <c:pt idx="1344">
                  <c:v>0.49811954787685414</c:v>
                </c:pt>
                <c:pt idx="1345">
                  <c:v>0.49795448213060056</c:v>
                </c:pt>
                <c:pt idx="1346">
                  <c:v>0.49774178847631934</c:v>
                </c:pt>
                <c:pt idx="1347">
                  <c:v>0.49758121895670715</c:v>
                </c:pt>
                <c:pt idx="1348">
                  <c:v>0.49746434933058142</c:v>
                </c:pt>
                <c:pt idx="1349">
                  <c:v>0.49778329068027927</c:v>
                </c:pt>
                <c:pt idx="1350">
                  <c:v>0.49735588733009445</c:v>
                </c:pt>
                <c:pt idx="1351">
                  <c:v>0.49761572935453902</c:v>
                </c:pt>
                <c:pt idx="1352">
                  <c:v>0.49781707162808497</c:v>
                </c:pt>
                <c:pt idx="1353">
                  <c:v>0.49842789351416261</c:v>
                </c:pt>
                <c:pt idx="1354">
                  <c:v>0.49827867057245329</c:v>
                </c:pt>
                <c:pt idx="1355">
                  <c:v>0.49824062494646498</c:v>
                </c:pt>
                <c:pt idx="1356">
                  <c:v>0.49792417224223712</c:v>
                </c:pt>
                <c:pt idx="1357">
                  <c:v>0.49811973319425762</c:v>
                </c:pt>
                <c:pt idx="1358">
                  <c:v>0.49771706766968993</c:v>
                </c:pt>
                <c:pt idx="1359">
                  <c:v>0.49768188363708843</c:v>
                </c:pt>
                <c:pt idx="1360">
                  <c:v>0.49756250387314005</c:v>
                </c:pt>
                <c:pt idx="1361">
                  <c:v>0.49758249478273447</c:v>
                </c:pt>
                <c:pt idx="1362">
                  <c:v>0.498539720633213</c:v>
                </c:pt>
                <c:pt idx="1363">
                  <c:v>0.49911015458477331</c:v>
                </c:pt>
                <c:pt idx="1364">
                  <c:v>0.49975834904064576</c:v>
                </c:pt>
                <c:pt idx="1365">
                  <c:v>0.49911360078514577</c:v>
                </c:pt>
                <c:pt idx="1366">
                  <c:v>0.49854416941580043</c:v>
                </c:pt>
                <c:pt idx="1367">
                  <c:v>0.49736302981645031</c:v>
                </c:pt>
                <c:pt idx="1368">
                  <c:v>0.49794972674567606</c:v>
                </c:pt>
                <c:pt idx="1369">
                  <c:v>0.49813293761549959</c:v>
                </c:pt>
                <c:pt idx="1370">
                  <c:v>0.49734316702819958</c:v>
                </c:pt>
                <c:pt idx="1371">
                  <c:v>0.49715097735374442</c:v>
                </c:pt>
                <c:pt idx="1372">
                  <c:v>0.49699201580148006</c:v>
                </c:pt>
                <c:pt idx="1373">
                  <c:v>0.49687675084649618</c:v>
                </c:pt>
                <c:pt idx="1374">
                  <c:v>0.49664221474499637</c:v>
                </c:pt>
                <c:pt idx="1375">
                  <c:v>0.49637429916474723</c:v>
                </c:pt>
                <c:pt idx="1376">
                  <c:v>0.49611362376251428</c:v>
                </c:pt>
                <c:pt idx="1377">
                  <c:v>0.49682255913182544</c:v>
                </c:pt>
                <c:pt idx="1378">
                  <c:v>0.4968512380240514</c:v>
                </c:pt>
                <c:pt idx="1379">
                  <c:v>0.49691374215321132</c:v>
                </c:pt>
                <c:pt idx="1380">
                  <c:v>0.49794353921276929</c:v>
                </c:pt>
                <c:pt idx="1381">
                  <c:v>0.49805013927576602</c:v>
                </c:pt>
                <c:pt idx="1382">
                  <c:v>0.49517870850376977</c:v>
                </c:pt>
                <c:pt idx="1383">
                  <c:v>0.49717672739013097</c:v>
                </c:pt>
                <c:pt idx="1384">
                  <c:v>0.49703345920786862</c:v>
                </c:pt>
                <c:pt idx="1385">
                  <c:v>0.49668513336801695</c:v>
                </c:pt>
                <c:pt idx="1386">
                  <c:v>0.49668587439763173</c:v>
                </c:pt>
                <c:pt idx="1387">
                  <c:v>0.49670815089314957</c:v>
                </c:pt>
                <c:pt idx="1388">
                  <c:v>0.4972293700870668</c:v>
                </c:pt>
                <c:pt idx="1389">
                  <c:v>0.49832891593053091</c:v>
                </c:pt>
                <c:pt idx="1390">
                  <c:v>0.4981570399661065</c:v>
                </c:pt>
                <c:pt idx="1391">
                  <c:v>0.49825318246110323</c:v>
                </c:pt>
                <c:pt idx="1392">
                  <c:v>0.49863590523876089</c:v>
                </c:pt>
                <c:pt idx="1393">
                  <c:v>0.49858493235976681</c:v>
                </c:pt>
                <c:pt idx="1394">
                  <c:v>0.49880844042025041</c:v>
                </c:pt>
                <c:pt idx="1395">
                  <c:v>0.49874490338592442</c:v>
                </c:pt>
                <c:pt idx="1396">
                  <c:v>0.49935425728944177</c:v>
                </c:pt>
                <c:pt idx="1397">
                  <c:v>0.49995913769884837</c:v>
                </c:pt>
                <c:pt idx="1398">
                  <c:v>0.50035007659036068</c:v>
                </c:pt>
                <c:pt idx="1399">
                  <c:v>0.49982752550666615</c:v>
                </c:pt>
                <c:pt idx="1400">
                  <c:v>0.4963868024892103</c:v>
                </c:pt>
                <c:pt idx="1401">
                  <c:v>0.49937478402439583</c:v>
                </c:pt>
                <c:pt idx="1402">
                  <c:v>0.4991618936211189</c:v>
                </c:pt>
                <c:pt idx="1403">
                  <c:v>0.49891912331269078</c:v>
                </c:pt>
                <c:pt idx="1404">
                  <c:v>0.49868372642941589</c:v>
                </c:pt>
                <c:pt idx="1405">
                  <c:v>0.49854697402425641</c:v>
                </c:pt>
                <c:pt idx="1406">
                  <c:v>0.49847752425048042</c:v>
                </c:pt>
                <c:pt idx="1407">
                  <c:v>0.49831138552339882</c:v>
                </c:pt>
                <c:pt idx="1408">
                  <c:v>0.49879449875867399</c:v>
                </c:pt>
                <c:pt idx="1409">
                  <c:v>0.49886829541256106</c:v>
                </c:pt>
                <c:pt idx="1410">
                  <c:v>0.49981334845689429</c:v>
                </c:pt>
                <c:pt idx="1411">
                  <c:v>0.50000359262505922</c:v>
                </c:pt>
                <c:pt idx="1412">
                  <c:v>0.49925500978924336</c:v>
                </c:pt>
                <c:pt idx="1413">
                  <c:v>0.49934703539679742</c:v>
                </c:pt>
                <c:pt idx="1414">
                  <c:v>0.49845083006686652</c:v>
                </c:pt>
                <c:pt idx="1415">
                  <c:v>0.49894158333363381</c:v>
                </c:pt>
                <c:pt idx="1416">
                  <c:v>0.4989215120473236</c:v>
                </c:pt>
                <c:pt idx="1417">
                  <c:v>0.49924492582931712</c:v>
                </c:pt>
                <c:pt idx="1418">
                  <c:v>0.49944168801743238</c:v>
                </c:pt>
                <c:pt idx="1419">
                  <c:v>0.498901965608188</c:v>
                </c:pt>
                <c:pt idx="1420">
                  <c:v>0.49884990020393899</c:v>
                </c:pt>
                <c:pt idx="1421">
                  <c:v>0.49825232449896939</c:v>
                </c:pt>
                <c:pt idx="1422">
                  <c:v>0.49762610307319</c:v>
                </c:pt>
                <c:pt idx="1423">
                  <c:v>0.49872990528722283</c:v>
                </c:pt>
                <c:pt idx="1424">
                  <c:v>0.49882673447148562</c:v>
                </c:pt>
                <c:pt idx="1425">
                  <c:v>0.49935957615585586</c:v>
                </c:pt>
                <c:pt idx="1426">
                  <c:v>0.49982354460683187</c:v>
                </c:pt>
                <c:pt idx="1427">
                  <c:v>0.50015656859889301</c:v>
                </c:pt>
                <c:pt idx="1428">
                  <c:v>0.49952066953171426</c:v>
                </c:pt>
                <c:pt idx="1429">
                  <c:v>0.49899863201094385</c:v>
                </c:pt>
                <c:pt idx="1430">
                  <c:v>0.49912522599850251</c:v>
                </c:pt>
                <c:pt idx="1431">
                  <c:v>0.49907746718158008</c:v>
                </c:pt>
                <c:pt idx="1432">
                  <c:v>0.49894677559737566</c:v>
                </c:pt>
                <c:pt idx="1433">
                  <c:v>0.49803842634949674</c:v>
                </c:pt>
                <c:pt idx="1434">
                  <c:v>0.49883661706563681</c:v>
                </c:pt>
                <c:pt idx="1435">
                  <c:v>0.4986757639118154</c:v>
                </c:pt>
                <c:pt idx="1436">
                  <c:v>0.49949522575339844</c:v>
                </c:pt>
                <c:pt idx="1437">
                  <c:v>0.49916959390937543</c:v>
                </c:pt>
                <c:pt idx="1438">
                  <c:v>0.49787243432497147</c:v>
                </c:pt>
                <c:pt idx="1439">
                  <c:v>0.49710331627958332</c:v>
                </c:pt>
                <c:pt idx="1440">
                  <c:v>0.49748854748191906</c:v>
                </c:pt>
                <c:pt idx="1441">
                  <c:v>0.49807275621655889</c:v>
                </c:pt>
                <c:pt idx="1442">
                  <c:v>0.49919573221572083</c:v>
                </c:pt>
                <c:pt idx="1443">
                  <c:v>0.49963440844331863</c:v>
                </c:pt>
                <c:pt idx="1444">
                  <c:v>0.5002734845629051</c:v>
                </c:pt>
                <c:pt idx="1445">
                  <c:v>0.49979472043141998</c:v>
                </c:pt>
                <c:pt idx="1446">
                  <c:v>0.49970213317052409</c:v>
                </c:pt>
                <c:pt idx="1447">
                  <c:v>0.49986662418399941</c:v>
                </c:pt>
                <c:pt idx="1448">
                  <c:v>0.49927547242533282</c:v>
                </c:pt>
                <c:pt idx="1449">
                  <c:v>0.49966229756408931</c:v>
                </c:pt>
                <c:pt idx="1450">
                  <c:v>0.49954308724433316</c:v>
                </c:pt>
                <c:pt idx="1451">
                  <c:v>0.4993623705686614</c:v>
                </c:pt>
                <c:pt idx="1452">
                  <c:v>0.4997599508736672</c:v>
                </c:pt>
                <c:pt idx="1453">
                  <c:v>0.49906391784809045</c:v>
                </c:pt>
                <c:pt idx="1454">
                  <c:v>0.49964025692738412</c:v>
                </c:pt>
                <c:pt idx="1455">
                  <c:v>0.49893840510759607</c:v>
                </c:pt>
                <c:pt idx="1456">
                  <c:v>0.49864559314065682</c:v>
                </c:pt>
                <c:pt idx="1457">
                  <c:v>0.49916461402177614</c:v>
                </c:pt>
                <c:pt idx="1458">
                  <c:v>0.49877091042425103</c:v>
                </c:pt>
                <c:pt idx="1459">
                  <c:v>0.49992893157981355</c:v>
                </c:pt>
                <c:pt idx="1460">
                  <c:v>0.50025082547787858</c:v>
                </c:pt>
                <c:pt idx="1461">
                  <c:v>0.49982560429050954</c:v>
                </c:pt>
                <c:pt idx="1462">
                  <c:v>0.49940319795811122</c:v>
                </c:pt>
                <c:pt idx="1463">
                  <c:v>0.49892096186397733</c:v>
                </c:pt>
                <c:pt idx="1464">
                  <c:v>0.49826772482000875</c:v>
                </c:pt>
                <c:pt idx="1465">
                  <c:v>0.49784623024457036</c:v>
                </c:pt>
                <c:pt idx="1466">
                  <c:v>0.49791845461252382</c:v>
                </c:pt>
                <c:pt idx="1467">
                  <c:v>0.49791149562525194</c:v>
                </c:pt>
                <c:pt idx="1468">
                  <c:v>0.49855215630679206</c:v>
                </c:pt>
                <c:pt idx="1469">
                  <c:v>0.49899795061085384</c:v>
                </c:pt>
                <c:pt idx="1470">
                  <c:v>0.49917299820249844</c:v>
                </c:pt>
                <c:pt idx="1471">
                  <c:v>0.4986110638683855</c:v>
                </c:pt>
                <c:pt idx="1472">
                  <c:v>0.49863218951837168</c:v>
                </c:pt>
                <c:pt idx="1473">
                  <c:v>0.49891301877788463</c:v>
                </c:pt>
                <c:pt idx="1474">
                  <c:v>0.49874731364158392</c:v>
                </c:pt>
                <c:pt idx="1475">
                  <c:v>0.49885490683795036</c:v>
                </c:pt>
                <c:pt idx="1476">
                  <c:v>0.49923689625585616</c:v>
                </c:pt>
                <c:pt idx="1477">
                  <c:v>0.49953658332763556</c:v>
                </c:pt>
                <c:pt idx="1478">
                  <c:v>0.49946372335732003</c:v>
                </c:pt>
                <c:pt idx="1479">
                  <c:v>0.49967644439030701</c:v>
                </c:pt>
                <c:pt idx="1480">
                  <c:v>0.49980761831473647</c:v>
                </c:pt>
                <c:pt idx="1481">
                  <c:v>0.49959965532229655</c:v>
                </c:pt>
                <c:pt idx="1482">
                  <c:v>0.49862290479351207</c:v>
                </c:pt>
                <c:pt idx="1483">
                  <c:v>0.49827819221635994</c:v>
                </c:pt>
                <c:pt idx="1484">
                  <c:v>0.49780809875976995</c:v>
                </c:pt>
                <c:pt idx="1485">
                  <c:v>0.49773445692023915</c:v>
                </c:pt>
                <c:pt idx="1486">
                  <c:v>0.49810160980426671</c:v>
                </c:pt>
                <c:pt idx="1487">
                  <c:v>0.49840638671171683</c:v>
                </c:pt>
                <c:pt idx="1488">
                  <c:v>0.49839483585902183</c:v>
                </c:pt>
                <c:pt idx="1489">
                  <c:v>0.49891987092169732</c:v>
                </c:pt>
                <c:pt idx="1490">
                  <c:v>0.49821761944638643</c:v>
                </c:pt>
                <c:pt idx="1491">
                  <c:v>0.49866965034104627</c:v>
                </c:pt>
                <c:pt idx="1492">
                  <c:v>0.49854416917638827</c:v>
                </c:pt>
                <c:pt idx="1493">
                  <c:v>0.4991199047879491</c:v>
                </c:pt>
                <c:pt idx="1494">
                  <c:v>0.4990750660942353</c:v>
                </c:pt>
                <c:pt idx="1495">
                  <c:v>0.49880009877000475</c:v>
                </c:pt>
                <c:pt idx="1496">
                  <c:v>0.49903853579426993</c:v>
                </c:pt>
                <c:pt idx="1497">
                  <c:v>0.49888835186080233</c:v>
                </c:pt>
                <c:pt idx="1498">
                  <c:v>0.49840098686373008</c:v>
                </c:pt>
                <c:pt idx="1499">
                  <c:v>0.4985401968604552</c:v>
                </c:pt>
                <c:pt idx="1500">
                  <c:v>0.49879472313511497</c:v>
                </c:pt>
                <c:pt idx="1501">
                  <c:v>0.4988111261525095</c:v>
                </c:pt>
                <c:pt idx="1502">
                  <c:v>0.49571684629530482</c:v>
                </c:pt>
                <c:pt idx="1503">
                  <c:v>0.49978241611364099</c:v>
                </c:pt>
                <c:pt idx="1504">
                  <c:v>0.49916432158460172</c:v>
                </c:pt>
                <c:pt idx="1505">
                  <c:v>0.499023057402189</c:v>
                </c:pt>
                <c:pt idx="1506">
                  <c:v>0.49872422645272624</c:v>
                </c:pt>
                <c:pt idx="1507">
                  <c:v>0.49851262997430734</c:v>
                </c:pt>
                <c:pt idx="1508">
                  <c:v>0.49882934138746449</c:v>
                </c:pt>
                <c:pt idx="1509">
                  <c:v>0.49847119879101692</c:v>
                </c:pt>
                <c:pt idx="1510">
                  <c:v>0.49900520265331416</c:v>
                </c:pt>
                <c:pt idx="1511">
                  <c:v>0.49922540666150278</c:v>
                </c:pt>
                <c:pt idx="1512">
                  <c:v>0.5000548142579716</c:v>
                </c:pt>
                <c:pt idx="1513">
                  <c:v>0.49948493382476783</c:v>
                </c:pt>
                <c:pt idx="1514">
                  <c:v>0.49954115127889381</c:v>
                </c:pt>
                <c:pt idx="1515">
                  <c:v>0.49970769067788295</c:v>
                </c:pt>
                <c:pt idx="1516">
                  <c:v>0.49892563509303967</c:v>
                </c:pt>
                <c:pt idx="1517">
                  <c:v>0.49829185160141376</c:v>
                </c:pt>
                <c:pt idx="1518">
                  <c:v>0.49793540514475787</c:v>
                </c:pt>
                <c:pt idx="1519">
                  <c:v>0.49866747497332992</c:v>
                </c:pt>
                <c:pt idx="1520">
                  <c:v>0.49898540160365645</c:v>
                </c:pt>
                <c:pt idx="1521">
                  <c:v>0.49843162475783898</c:v>
                </c:pt>
                <c:pt idx="1522">
                  <c:v>0.49840053710358995</c:v>
                </c:pt>
                <c:pt idx="1523">
                  <c:v>0.4989707503447296</c:v>
                </c:pt>
                <c:pt idx="1524">
                  <c:v>0.49874553815226086</c:v>
                </c:pt>
                <c:pt idx="1525">
                  <c:v>0.49900292001994151</c:v>
                </c:pt>
                <c:pt idx="1526">
                  <c:v>0.49916211408717975</c:v>
                </c:pt>
                <c:pt idx="1527">
                  <c:v>0.49892963330029733</c:v>
                </c:pt>
                <c:pt idx="1528">
                  <c:v>0.49903192274426095</c:v>
                </c:pt>
                <c:pt idx="1529">
                  <c:v>0.49912376562220589</c:v>
                </c:pt>
                <c:pt idx="1530">
                  <c:v>0.49959242101914625</c:v>
                </c:pt>
                <c:pt idx="1531">
                  <c:v>0.49993035186239121</c:v>
                </c:pt>
                <c:pt idx="1532">
                  <c:v>0.50000199116718247</c:v>
                </c:pt>
                <c:pt idx="1533">
                  <c:v>0.49994621149639618</c:v>
                </c:pt>
                <c:pt idx="1534">
                  <c:v>0.49981249950132844</c:v>
                </c:pt>
                <c:pt idx="1535">
                  <c:v>0.50026741169427258</c:v>
                </c:pt>
                <c:pt idx="1536">
                  <c:v>0.50074123208356147</c:v>
                </c:pt>
                <c:pt idx="1537">
                  <c:v>0.50015001740201859</c:v>
                </c:pt>
                <c:pt idx="1538">
                  <c:v>0.5006464628674131</c:v>
                </c:pt>
                <c:pt idx="1539">
                  <c:v>0.50063515089341881</c:v>
                </c:pt>
                <c:pt idx="1540">
                  <c:v>0.50034493823199111</c:v>
                </c:pt>
                <c:pt idx="1541">
                  <c:v>0.50038538120624321</c:v>
                </c:pt>
                <c:pt idx="1542">
                  <c:v>0.50050994595375953</c:v>
                </c:pt>
                <c:pt idx="1543">
                  <c:v>0.50050867972479018</c:v>
                </c:pt>
                <c:pt idx="1544">
                  <c:v>0.50136037994043303</c:v>
                </c:pt>
                <c:pt idx="1545">
                  <c:v>0.50131326640777329</c:v>
                </c:pt>
                <c:pt idx="1546">
                  <c:v>0.49741097585054989</c:v>
                </c:pt>
                <c:pt idx="1547">
                  <c:v>0.50098863673047744</c:v>
                </c:pt>
                <c:pt idx="1548">
                  <c:v>0.5004260096023776</c:v>
                </c:pt>
                <c:pt idx="1549">
                  <c:v>0.50059029490486551</c:v>
                </c:pt>
                <c:pt idx="1550">
                  <c:v>0.49950456407705335</c:v>
                </c:pt>
                <c:pt idx="1551">
                  <c:v>0.49917028906319555</c:v>
                </c:pt>
                <c:pt idx="1552">
                  <c:v>0.49913309081481355</c:v>
                </c:pt>
                <c:pt idx="1553">
                  <c:v>0.49999797279490771</c:v>
                </c:pt>
                <c:pt idx="1554">
                  <c:v>0.49964690698637149</c:v>
                </c:pt>
                <c:pt idx="1555">
                  <c:v>0.49967883567769728</c:v>
                </c:pt>
                <c:pt idx="1556">
                  <c:v>0.50005691241991601</c:v>
                </c:pt>
                <c:pt idx="1557">
                  <c:v>0.49974966520264907</c:v>
                </c:pt>
                <c:pt idx="1558">
                  <c:v>0.49959463698621759</c:v>
                </c:pt>
                <c:pt idx="1559">
                  <c:v>0.49999388466477768</c:v>
                </c:pt>
                <c:pt idx="1560">
                  <c:v>0.50018369446304056</c:v>
                </c:pt>
                <c:pt idx="1561">
                  <c:v>0.50044103594442946</c:v>
                </c:pt>
                <c:pt idx="1562">
                  <c:v>0.50078698952997303</c:v>
                </c:pt>
                <c:pt idx="1563">
                  <c:v>0.50043585199857576</c:v>
                </c:pt>
                <c:pt idx="1564">
                  <c:v>0.49962752545924888</c:v>
                </c:pt>
                <c:pt idx="1565">
                  <c:v>0.49943448648914462</c:v>
                </c:pt>
                <c:pt idx="1566">
                  <c:v>0.49925134655065612</c:v>
                </c:pt>
                <c:pt idx="1567">
                  <c:v>0.49983579908375875</c:v>
                </c:pt>
                <c:pt idx="1568">
                  <c:v>0.50081364290117114</c:v>
                </c:pt>
                <c:pt idx="1569">
                  <c:v>0.50088822363497287</c:v>
                </c:pt>
                <c:pt idx="1570">
                  <c:v>0.4984717279963799</c:v>
                </c:pt>
                <c:pt idx="1571">
                  <c:v>0.50199370582129155</c:v>
                </c:pt>
                <c:pt idx="1572">
                  <c:v>0.50143490953472636</c:v>
                </c:pt>
                <c:pt idx="1573">
                  <c:v>0.49664606727667271</c:v>
                </c:pt>
                <c:pt idx="1574">
                  <c:v>0.50125575208810103</c:v>
                </c:pt>
                <c:pt idx="1575">
                  <c:v>0.50115744568272769</c:v>
                </c:pt>
                <c:pt idx="1576">
                  <c:v>0.50144392681897543</c:v>
                </c:pt>
                <c:pt idx="1577">
                  <c:v>0.50176802808970156</c:v>
                </c:pt>
                <c:pt idx="1578">
                  <c:v>0.50144926334296736</c:v>
                </c:pt>
                <c:pt idx="1579">
                  <c:v>0.50156986847944662</c:v>
                </c:pt>
                <c:pt idx="1580">
                  <c:v>0.50118513414224097</c:v>
                </c:pt>
                <c:pt idx="1581">
                  <c:v>0.50082662479542084</c:v>
                </c:pt>
                <c:pt idx="1582">
                  <c:v>0.50095453581276961</c:v>
                </c:pt>
                <c:pt idx="1583">
                  <c:v>0.50094550240749069</c:v>
                </c:pt>
                <c:pt idx="1584">
                  <c:v>0.50145966858651614</c:v>
                </c:pt>
                <c:pt idx="1585">
                  <c:v>0.5011760780715655</c:v>
                </c:pt>
                <c:pt idx="1586">
                  <c:v>0.50134386164067979</c:v>
                </c:pt>
                <c:pt idx="1587">
                  <c:v>0.50071402921256358</c:v>
                </c:pt>
                <c:pt idx="1588">
                  <c:v>0.50128213172700831</c:v>
                </c:pt>
                <c:pt idx="1589">
                  <c:v>0.50124911599412469</c:v>
                </c:pt>
                <c:pt idx="1590">
                  <c:v>0.50104504806383388</c:v>
                </c:pt>
                <c:pt idx="1591">
                  <c:v>0.50133988668626528</c:v>
                </c:pt>
                <c:pt idx="1592">
                  <c:v>0.50144956722761358</c:v>
                </c:pt>
                <c:pt idx="1593">
                  <c:v>0.50098649136505224</c:v>
                </c:pt>
                <c:pt idx="1594">
                  <c:v>0.50194181286303896</c:v>
                </c:pt>
                <c:pt idx="1595">
                  <c:v>0.50161685736752903</c:v>
                </c:pt>
                <c:pt idx="1596">
                  <c:v>0.50187595534763085</c:v>
                </c:pt>
                <c:pt idx="1597">
                  <c:v>0.50078187236302474</c:v>
                </c:pt>
                <c:pt idx="1598">
                  <c:v>0.49986501877082723</c:v>
                </c:pt>
                <c:pt idx="1599">
                  <c:v>0.49917501149920024</c:v>
                </c:pt>
                <c:pt idx="1600">
                  <c:v>0.49577241128821092</c:v>
                </c:pt>
                <c:pt idx="1601">
                  <c:v>0.49989213882367878</c:v>
                </c:pt>
                <c:pt idx="1602">
                  <c:v>0.49641030851027795</c:v>
                </c:pt>
                <c:pt idx="1603">
                  <c:v>0.49578617764576766</c:v>
                </c:pt>
                <c:pt idx="1604">
                  <c:v>0.4988847426002882</c:v>
                </c:pt>
                <c:pt idx="1605">
                  <c:v>0.49931232383604435</c:v>
                </c:pt>
                <c:pt idx="1606">
                  <c:v>0.49948193129219925</c:v>
                </c:pt>
                <c:pt idx="1607">
                  <c:v>0.50011693320350203</c:v>
                </c:pt>
                <c:pt idx="1608">
                  <c:v>0.50020432835566753</c:v>
                </c:pt>
                <c:pt idx="1609">
                  <c:v>0.50019166226553313</c:v>
                </c:pt>
                <c:pt idx="1610">
                  <c:v>0.50070742454848416</c:v>
                </c:pt>
                <c:pt idx="1611">
                  <c:v>0.50093033577439772</c:v>
                </c:pt>
                <c:pt idx="1612">
                  <c:v>0.50099875369197411</c:v>
                </c:pt>
                <c:pt idx="1613">
                  <c:v>0.50095720768842888</c:v>
                </c:pt>
                <c:pt idx="1614">
                  <c:v>0.50076395338386404</c:v>
                </c:pt>
                <c:pt idx="1615">
                  <c:v>0.50097700607629225</c:v>
                </c:pt>
                <c:pt idx="1616">
                  <c:v>0.50226628167010823</c:v>
                </c:pt>
                <c:pt idx="1617">
                  <c:v>0.49949596557981119</c:v>
                </c:pt>
                <c:pt idx="1618">
                  <c:v>0.50148415115574774</c:v>
                </c:pt>
                <c:pt idx="1619">
                  <c:v>0.50187133950094753</c:v>
                </c:pt>
                <c:pt idx="1620">
                  <c:v>0.50173037156773814</c:v>
                </c:pt>
                <c:pt idx="1621">
                  <c:v>0.50145974714940222</c:v>
                </c:pt>
                <c:pt idx="1622">
                  <c:v>0.50234474673287133</c:v>
                </c:pt>
                <c:pt idx="1623">
                  <c:v>0.50241558396742414</c:v>
                </c:pt>
                <c:pt idx="1624">
                  <c:v>0.50269537707224632</c:v>
                </c:pt>
                <c:pt idx="1625">
                  <c:v>0.5021952378894603</c:v>
                </c:pt>
                <c:pt idx="1626">
                  <c:v>0.501653432006121</c:v>
                </c:pt>
                <c:pt idx="1627">
                  <c:v>0.50231036810134477</c:v>
                </c:pt>
                <c:pt idx="1628">
                  <c:v>0.50228723911178885</c:v>
                </c:pt>
                <c:pt idx="1629">
                  <c:v>0.50197661011365502</c:v>
                </c:pt>
                <c:pt idx="1630">
                  <c:v>0.50242801657734282</c:v>
                </c:pt>
                <c:pt idx="1631">
                  <c:v>0.50261050107721172</c:v>
                </c:pt>
                <c:pt idx="1632">
                  <c:v>0.50245650037825751</c:v>
                </c:pt>
                <c:pt idx="1633">
                  <c:v>0.50225852495256662</c:v>
                </c:pt>
                <c:pt idx="1634">
                  <c:v>0.50238081753745478</c:v>
                </c:pt>
                <c:pt idx="1635">
                  <c:v>0.50238392008855803</c:v>
                </c:pt>
                <c:pt idx="1636">
                  <c:v>0.50222730267319959</c:v>
                </c:pt>
                <c:pt idx="1637">
                  <c:v>0.50255682438481175</c:v>
                </c:pt>
                <c:pt idx="1638">
                  <c:v>0.50226287831131622</c:v>
                </c:pt>
                <c:pt idx="1639">
                  <c:v>0.50210645586067204</c:v>
                </c:pt>
                <c:pt idx="1640">
                  <c:v>0.50239043824701202</c:v>
                </c:pt>
                <c:pt idx="1641">
                  <c:v>0.50221935947489038</c:v>
                </c:pt>
                <c:pt idx="1642">
                  <c:v>0.50106542498618889</c:v>
                </c:pt>
                <c:pt idx="1643">
                  <c:v>0.50201481923691471</c:v>
                </c:pt>
                <c:pt idx="1644">
                  <c:v>0.50213445060428485</c:v>
                </c:pt>
                <c:pt idx="1645">
                  <c:v>0.50239638387871222</c:v>
                </c:pt>
                <c:pt idx="1646">
                  <c:v>0.50228509536640775</c:v>
                </c:pt>
                <c:pt idx="1647">
                  <c:v>0.5024275908253808</c:v>
                </c:pt>
                <c:pt idx="1648">
                  <c:v>0.50245621152523223</c:v>
                </c:pt>
                <c:pt idx="1649">
                  <c:v>0.50259979872526006</c:v>
                </c:pt>
                <c:pt idx="1650">
                  <c:v>0.50236315770875295</c:v>
                </c:pt>
                <c:pt idx="1651">
                  <c:v>0.50244025357417577</c:v>
                </c:pt>
                <c:pt idx="1652">
                  <c:v>0.5018889484337008</c:v>
                </c:pt>
                <c:pt idx="1653">
                  <c:v>0.50207715133531161</c:v>
                </c:pt>
                <c:pt idx="1654">
                  <c:v>0.50209676132384107</c:v>
                </c:pt>
                <c:pt idx="1655">
                  <c:v>0.50259963800262619</c:v>
                </c:pt>
                <c:pt idx="1656">
                  <c:v>0.50303197231465002</c:v>
                </c:pt>
                <c:pt idx="1657">
                  <c:v>0.50245131811130728</c:v>
                </c:pt>
                <c:pt idx="1658">
                  <c:v>0.5030574915218029</c:v>
                </c:pt>
                <c:pt idx="1659">
                  <c:v>0.50244085115489046</c:v>
                </c:pt>
                <c:pt idx="1660">
                  <c:v>0.50254341656701229</c:v>
                </c:pt>
                <c:pt idx="1661">
                  <c:v>0.50300627124238384</c:v>
                </c:pt>
                <c:pt idx="1662">
                  <c:v>0.50315538425121586</c:v>
                </c:pt>
                <c:pt idx="1663">
                  <c:v>0.50294405622543825</c:v>
                </c:pt>
                <c:pt idx="1664">
                  <c:v>0.50313716715148804</c:v>
                </c:pt>
                <c:pt idx="1665">
                  <c:v>0.50312653975363941</c:v>
                </c:pt>
                <c:pt idx="1666">
                  <c:v>0.50291427546628398</c:v>
                </c:pt>
                <c:pt idx="1667">
                  <c:v>0.50255335571072135</c:v>
                </c:pt>
                <c:pt idx="1668">
                  <c:v>0.5021892696596415</c:v>
                </c:pt>
                <c:pt idx="1669">
                  <c:v>0.50233636461665643</c:v>
                </c:pt>
                <c:pt idx="1670">
                  <c:v>0.50236875137783499</c:v>
                </c:pt>
                <c:pt idx="1671">
                  <c:v>0.50287728967417733</c:v>
                </c:pt>
                <c:pt idx="1672">
                  <c:v>0.50253804820264758</c:v>
                </c:pt>
                <c:pt idx="1673">
                  <c:v>0.50299676646868619</c:v>
                </c:pt>
                <c:pt idx="1674">
                  <c:v>0.5026314364122193</c:v>
                </c:pt>
                <c:pt idx="1675">
                  <c:v>0.50312982684334606</c:v>
                </c:pt>
                <c:pt idx="1676">
                  <c:v>0.50320325886943273</c:v>
                </c:pt>
                <c:pt idx="1677">
                  <c:v>0.50384387400961983</c:v>
                </c:pt>
                <c:pt idx="1678">
                  <c:v>0.50381420042218938</c:v>
                </c:pt>
                <c:pt idx="1679">
                  <c:v>0.50306959873044665</c:v>
                </c:pt>
                <c:pt idx="1680">
                  <c:v>0.50245904989396339</c:v>
                </c:pt>
                <c:pt idx="1681">
                  <c:v>0.50235236417140461</c:v>
                </c:pt>
                <c:pt idx="1682">
                  <c:v>0.50232109812266124</c:v>
                </c:pt>
                <c:pt idx="1683">
                  <c:v>0.50299845299845292</c:v>
                </c:pt>
                <c:pt idx="1684">
                  <c:v>0.50330911510797927</c:v>
                </c:pt>
                <c:pt idx="1685">
                  <c:v>0.49964452060413256</c:v>
                </c:pt>
                <c:pt idx="1686">
                  <c:v>0.503346359635507</c:v>
                </c:pt>
                <c:pt idx="1687">
                  <c:v>0.50321826163621985</c:v>
                </c:pt>
                <c:pt idx="1688">
                  <c:v>0.50355748214400031</c:v>
                </c:pt>
                <c:pt idx="1689">
                  <c:v>0.50366469630144772</c:v>
                </c:pt>
                <c:pt idx="1690">
                  <c:v>0.5040535341321315</c:v>
                </c:pt>
                <c:pt idx="1691">
                  <c:v>0.50433753943217663</c:v>
                </c:pt>
                <c:pt idx="1692">
                  <c:v>0.50428840867685742</c:v>
                </c:pt>
                <c:pt idx="1693">
                  <c:v>0.50439096086716895</c:v>
                </c:pt>
                <c:pt idx="1694">
                  <c:v>0.50443910086942922</c:v>
                </c:pt>
                <c:pt idx="1695">
                  <c:v>0.50412314711333694</c:v>
                </c:pt>
                <c:pt idx="1696">
                  <c:v>0.50451076920242977</c:v>
                </c:pt>
                <c:pt idx="1697">
                  <c:v>0.50435459790242021</c:v>
                </c:pt>
                <c:pt idx="1698">
                  <c:v>0.50391782263200158</c:v>
                </c:pt>
                <c:pt idx="1699">
                  <c:v>0.50403879459646683</c:v>
                </c:pt>
                <c:pt idx="1700">
                  <c:v>0.5039778479403485</c:v>
                </c:pt>
                <c:pt idx="1701">
                  <c:v>0.50407625040484894</c:v>
                </c:pt>
                <c:pt idx="1702">
                  <c:v>0.5030481025793061</c:v>
                </c:pt>
                <c:pt idx="1703">
                  <c:v>0.50268170460919426</c:v>
                </c:pt>
                <c:pt idx="1704">
                  <c:v>0.50269859228072777</c:v>
                </c:pt>
                <c:pt idx="1705">
                  <c:v>0.50335009541851816</c:v>
                </c:pt>
                <c:pt idx="1706">
                  <c:v>0.50303261278763345</c:v>
                </c:pt>
                <c:pt idx="1707">
                  <c:v>0.50309868329223462</c:v>
                </c:pt>
                <c:pt idx="1708">
                  <c:v>0.50266705144197654</c:v>
                </c:pt>
                <c:pt idx="1709">
                  <c:v>0.50261121541478948</c:v>
                </c:pt>
                <c:pt idx="1710">
                  <c:v>0.50233688452711911</c:v>
                </c:pt>
                <c:pt idx="1711">
                  <c:v>0.50249660191227108</c:v>
                </c:pt>
                <c:pt idx="1712">
                  <c:v>0.50344076878874677</c:v>
                </c:pt>
                <c:pt idx="1713">
                  <c:v>0.50346472155982613</c:v>
                </c:pt>
                <c:pt idx="1714">
                  <c:v>0.50329541731030292</c:v>
                </c:pt>
                <c:pt idx="1715">
                  <c:v>0.50327529332383714</c:v>
                </c:pt>
                <c:pt idx="1716">
                  <c:v>0.50259521654937012</c:v>
                </c:pt>
                <c:pt idx="1717">
                  <c:v>0.50301371663552807</c:v>
                </c:pt>
              </c:numCache>
            </c:numRef>
          </c:yVal>
          <c:smooth val="0"/>
          <c:extLst>
            <c:ext xmlns:c16="http://schemas.microsoft.com/office/drawing/2014/chart" uri="{C3380CC4-5D6E-409C-BE32-E72D297353CC}">
              <c16:uniqueId val="{00000002-DB62-4340-A357-4938D4904728}"/>
            </c:ext>
          </c:extLst>
        </c:ser>
        <c:ser>
          <c:idx val="3"/>
          <c:order val="3"/>
          <c:tx>
            <c:strRef>
              <c:f>Presentation!$BK$1</c:f>
              <c:strCache>
                <c:ptCount val="1"/>
                <c:pt idx="0">
                  <c:v>NF270_MC2_061114_S3CaCl3</c:v>
                </c:pt>
              </c:strCache>
            </c:strRef>
          </c:tx>
          <c:spPr>
            <a:ln w="25400" cap="rnd">
              <a:noFill/>
              <a:round/>
            </a:ln>
            <a:effectLst/>
          </c:spPr>
          <c:marker>
            <c:symbol val="circle"/>
            <c:size val="2"/>
            <c:spPr>
              <a:solidFill>
                <a:schemeClr val="accent4"/>
              </a:solidFill>
              <a:ln w="9525">
                <a:solidFill>
                  <a:schemeClr val="accent4"/>
                </a:solidFill>
              </a:ln>
              <a:effectLst/>
            </c:spPr>
          </c:marker>
          <c:xVal>
            <c:numRef>
              <c:f>Presentation!$BN$164:$BN$2256</c:f>
              <c:numCache>
                <c:formatCode>0.00E+00</c:formatCode>
                <c:ptCount val="2093"/>
                <c:pt idx="0">
                  <c:v>406.54956131837719</c:v>
                </c:pt>
                <c:pt idx="1">
                  <c:v>412.04763170053184</c:v>
                </c:pt>
                <c:pt idx="2">
                  <c:v>417.53347064181952</c:v>
                </c:pt>
                <c:pt idx="3">
                  <c:v>422.81957787728265</c:v>
                </c:pt>
                <c:pt idx="4">
                  <c:v>428.28512464060316</c:v>
                </c:pt>
                <c:pt idx="5">
                  <c:v>434.02040670849715</c:v>
                </c:pt>
                <c:pt idx="6">
                  <c:v>439.15040726466293</c:v>
                </c:pt>
                <c:pt idx="7">
                  <c:v>445.06544483920152</c:v>
                </c:pt>
                <c:pt idx="8">
                  <c:v>450.81888185394331</c:v>
                </c:pt>
                <c:pt idx="9">
                  <c:v>457.9041700402467</c:v>
                </c:pt>
                <c:pt idx="10">
                  <c:v>463.9064322442926</c:v>
                </c:pt>
                <c:pt idx="11">
                  <c:v>468.96806056338357</c:v>
                </c:pt>
                <c:pt idx="12">
                  <c:v>475.84288589341713</c:v>
                </c:pt>
                <c:pt idx="13">
                  <c:v>482.59707417922743</c:v>
                </c:pt>
                <c:pt idx="14">
                  <c:v>488.88027824110384</c:v>
                </c:pt>
                <c:pt idx="15">
                  <c:v>496.86571396470509</c:v>
                </c:pt>
                <c:pt idx="16">
                  <c:v>502.9140309593318</c:v>
                </c:pt>
                <c:pt idx="17">
                  <c:v>510.01649542243194</c:v>
                </c:pt>
                <c:pt idx="18">
                  <c:v>516.88283417795003</c:v>
                </c:pt>
                <c:pt idx="19">
                  <c:v>524.3733312874142</c:v>
                </c:pt>
                <c:pt idx="20">
                  <c:v>530.68732124284202</c:v>
                </c:pt>
                <c:pt idx="21">
                  <c:v>537.04005776510076</c:v>
                </c:pt>
                <c:pt idx="22">
                  <c:v>543.5289547066285</c:v>
                </c:pt>
                <c:pt idx="23">
                  <c:v>550.22606862018927</c:v>
                </c:pt>
                <c:pt idx="24">
                  <c:v>556.1013597655874</c:v>
                </c:pt>
                <c:pt idx="25">
                  <c:v>563.00536408754647</c:v>
                </c:pt>
                <c:pt idx="26">
                  <c:v>568.78804957552268</c:v>
                </c:pt>
                <c:pt idx="27">
                  <c:v>576.11531143629611</c:v>
                </c:pt>
                <c:pt idx="28">
                  <c:v>582.29112441059897</c:v>
                </c:pt>
                <c:pt idx="29">
                  <c:v>589.18822669661972</c:v>
                </c:pt>
                <c:pt idx="30">
                  <c:v>595.56796058566738</c:v>
                </c:pt>
                <c:pt idx="31">
                  <c:v>602.5096972815254</c:v>
                </c:pt>
                <c:pt idx="32">
                  <c:v>609.91451420260307</c:v>
                </c:pt>
                <c:pt idx="33">
                  <c:v>617.07420022699728</c:v>
                </c:pt>
                <c:pt idx="34">
                  <c:v>622.47269137748776</c:v>
                </c:pt>
                <c:pt idx="35">
                  <c:v>627.40903194257851</c:v>
                </c:pt>
                <c:pt idx="36">
                  <c:v>637.04371788093135</c:v>
                </c:pt>
                <c:pt idx="37">
                  <c:v>641.29178738491737</c:v>
                </c:pt>
                <c:pt idx="38">
                  <c:v>647.64033256514813</c:v>
                </c:pt>
                <c:pt idx="39">
                  <c:v>655.31192864346508</c:v>
                </c:pt>
                <c:pt idx="40">
                  <c:v>662.70198175122096</c:v>
                </c:pt>
                <c:pt idx="41">
                  <c:v>669.61725307592724</c:v>
                </c:pt>
                <c:pt idx="42">
                  <c:v>677.56570312127212</c:v>
                </c:pt>
                <c:pt idx="43">
                  <c:v>683.15502582107354</c:v>
                </c:pt>
                <c:pt idx="44">
                  <c:v>688.93990797976073</c:v>
                </c:pt>
                <c:pt idx="45">
                  <c:v>695.86253227732527</c:v>
                </c:pt>
                <c:pt idx="46">
                  <c:v>702.83185869629301</c:v>
                </c:pt>
                <c:pt idx="47">
                  <c:v>708.57435432191096</c:v>
                </c:pt>
                <c:pt idx="48">
                  <c:v>715.38502769332069</c:v>
                </c:pt>
                <c:pt idx="49">
                  <c:v>720.18993637919334</c:v>
                </c:pt>
                <c:pt idx="50">
                  <c:v>727.80295840293797</c:v>
                </c:pt>
                <c:pt idx="51">
                  <c:v>734.31377833979036</c:v>
                </c:pt>
                <c:pt idx="52">
                  <c:v>741.81420279096142</c:v>
                </c:pt>
                <c:pt idx="53">
                  <c:v>748.18306083223467</c:v>
                </c:pt>
                <c:pt idx="54">
                  <c:v>757.13354441977071</c:v>
                </c:pt>
                <c:pt idx="55">
                  <c:v>764.63572525103837</c:v>
                </c:pt>
                <c:pt idx="56">
                  <c:v>770.3656919626585</c:v>
                </c:pt>
                <c:pt idx="57">
                  <c:v>776.94475567577956</c:v>
                </c:pt>
                <c:pt idx="58">
                  <c:v>783.52323042821467</c:v>
                </c:pt>
                <c:pt idx="59">
                  <c:v>790.35998438157276</c:v>
                </c:pt>
                <c:pt idx="60">
                  <c:v>796.53980346596575</c:v>
                </c:pt>
                <c:pt idx="61">
                  <c:v>802.6476691883754</c:v>
                </c:pt>
                <c:pt idx="62">
                  <c:v>808.24046666720096</c:v>
                </c:pt>
                <c:pt idx="63">
                  <c:v>815.36503695873319</c:v>
                </c:pt>
                <c:pt idx="64">
                  <c:v>820.24250135409534</c:v>
                </c:pt>
                <c:pt idx="65">
                  <c:v>827.09995591654933</c:v>
                </c:pt>
                <c:pt idx="66">
                  <c:v>833.76720851886819</c:v>
                </c:pt>
                <c:pt idx="67">
                  <c:v>839.54719735942467</c:v>
                </c:pt>
                <c:pt idx="68">
                  <c:v>845.58305899395032</c:v>
                </c:pt>
                <c:pt idx="69">
                  <c:v>852.1905069846473</c:v>
                </c:pt>
                <c:pt idx="70">
                  <c:v>856.40653109110258</c:v>
                </c:pt>
                <c:pt idx="71">
                  <c:v>863.37051991212809</c:v>
                </c:pt>
                <c:pt idx="72">
                  <c:v>870.84050927736712</c:v>
                </c:pt>
                <c:pt idx="73">
                  <c:v>874.96358996102117</c:v>
                </c:pt>
                <c:pt idx="74">
                  <c:v>881.66718682463807</c:v>
                </c:pt>
                <c:pt idx="75">
                  <c:v>886.27898094350587</c:v>
                </c:pt>
                <c:pt idx="76">
                  <c:v>893.65430346688254</c:v>
                </c:pt>
                <c:pt idx="77">
                  <c:v>900.88465777669728</c:v>
                </c:pt>
                <c:pt idx="78">
                  <c:v>906.2492733403376</c:v>
                </c:pt>
                <c:pt idx="79">
                  <c:v>913.51252444222132</c:v>
                </c:pt>
                <c:pt idx="80">
                  <c:v>922.93091094389411</c:v>
                </c:pt>
                <c:pt idx="81">
                  <c:v>929.11243336687846</c:v>
                </c:pt>
                <c:pt idx="82">
                  <c:v>935.87139074281072</c:v>
                </c:pt>
                <c:pt idx="83">
                  <c:v>941.85016329618679</c:v>
                </c:pt>
                <c:pt idx="84">
                  <c:v>948.14184084450085</c:v>
                </c:pt>
                <c:pt idx="85">
                  <c:v>954.11597118209522</c:v>
                </c:pt>
                <c:pt idx="86">
                  <c:v>961.64044437193661</c:v>
                </c:pt>
                <c:pt idx="87">
                  <c:v>967.46995440397893</c:v>
                </c:pt>
                <c:pt idx="88">
                  <c:v>974.93532133797817</c:v>
                </c:pt>
                <c:pt idx="89">
                  <c:v>980.23054295013981</c:v>
                </c:pt>
                <c:pt idx="90">
                  <c:v>985.82388895855206</c:v>
                </c:pt>
                <c:pt idx="91">
                  <c:v>992.45770143997197</c:v>
                </c:pt>
                <c:pt idx="92">
                  <c:v>997.8734546163231</c:v>
                </c:pt>
                <c:pt idx="93">
                  <c:v>1004.159411508994</c:v>
                </c:pt>
                <c:pt idx="94">
                  <c:v>1010.7923408369129</c:v>
                </c:pt>
                <c:pt idx="95">
                  <c:v>1016.7799711581757</c:v>
                </c:pt>
                <c:pt idx="96">
                  <c:v>1020.663302230543</c:v>
                </c:pt>
                <c:pt idx="97">
                  <c:v>1027.1761846580723</c:v>
                </c:pt>
                <c:pt idx="98">
                  <c:v>1032.792704204363</c:v>
                </c:pt>
                <c:pt idx="99">
                  <c:v>1039.6214023544412</c:v>
                </c:pt>
                <c:pt idx="100">
                  <c:v>1045.4974428996193</c:v>
                </c:pt>
                <c:pt idx="101">
                  <c:v>1049.9128857810615</c:v>
                </c:pt>
                <c:pt idx="102">
                  <c:v>1057.1096944140459</c:v>
                </c:pt>
                <c:pt idx="103">
                  <c:v>1063.7231975209702</c:v>
                </c:pt>
                <c:pt idx="104">
                  <c:v>1069.7923780772005</c:v>
                </c:pt>
                <c:pt idx="105">
                  <c:v>1075.9147887043546</c:v>
                </c:pt>
                <c:pt idx="106">
                  <c:v>1083.2489168653296</c:v>
                </c:pt>
                <c:pt idx="107">
                  <c:v>1088.8628741540294</c:v>
                </c:pt>
                <c:pt idx="108">
                  <c:v>1094.7830058609272</c:v>
                </c:pt>
                <c:pt idx="109">
                  <c:v>1100.3890080516376</c:v>
                </c:pt>
                <c:pt idx="110">
                  <c:v>1107.2746179152789</c:v>
                </c:pt>
                <c:pt idx="111">
                  <c:v>1113.4044823327351</c:v>
                </c:pt>
                <c:pt idx="112">
                  <c:v>1118.0756883948861</c:v>
                </c:pt>
                <c:pt idx="113">
                  <c:v>1123.3990378900467</c:v>
                </c:pt>
                <c:pt idx="114">
                  <c:v>1130.6581711866488</c:v>
                </c:pt>
                <c:pt idx="115">
                  <c:v>1137.1155531418701</c:v>
                </c:pt>
                <c:pt idx="116">
                  <c:v>1145.1322488706257</c:v>
                </c:pt>
                <c:pt idx="117">
                  <c:v>1153.0006572914351</c:v>
                </c:pt>
                <c:pt idx="118">
                  <c:v>1158.8853616096776</c:v>
                </c:pt>
                <c:pt idx="119">
                  <c:v>1164.973253348154</c:v>
                </c:pt>
                <c:pt idx="120">
                  <c:v>1170.1993544623999</c:v>
                </c:pt>
                <c:pt idx="121">
                  <c:v>1175.4666325538458</c:v>
                </c:pt>
                <c:pt idx="122">
                  <c:v>1181.6113055040405</c:v>
                </c:pt>
                <c:pt idx="123">
                  <c:v>1187.4612945672036</c:v>
                </c:pt>
                <c:pt idx="124">
                  <c:v>1191.8193097950048</c:v>
                </c:pt>
                <c:pt idx="125">
                  <c:v>1198.0598314041408</c:v>
                </c:pt>
                <c:pt idx="126">
                  <c:v>1202.6895618811359</c:v>
                </c:pt>
                <c:pt idx="127">
                  <c:v>1208.420804959884</c:v>
                </c:pt>
                <c:pt idx="128">
                  <c:v>1214.7995651772928</c:v>
                </c:pt>
                <c:pt idx="129">
                  <c:v>1221.9881291685597</c:v>
                </c:pt>
                <c:pt idx="130">
                  <c:v>1227.8339223992041</c:v>
                </c:pt>
                <c:pt idx="131">
                  <c:v>1234.714508993824</c:v>
                </c:pt>
                <c:pt idx="132">
                  <c:v>1240.8265981081245</c:v>
                </c:pt>
                <c:pt idx="133">
                  <c:v>1246.2004692124428</c:v>
                </c:pt>
                <c:pt idx="134">
                  <c:v>1249.4452948080616</c:v>
                </c:pt>
                <c:pt idx="135">
                  <c:v>1254.684928173856</c:v>
                </c:pt>
                <c:pt idx="136">
                  <c:v>1260.129080181918</c:v>
                </c:pt>
                <c:pt idx="137">
                  <c:v>1265.4557205209101</c:v>
                </c:pt>
                <c:pt idx="138">
                  <c:v>1270.5171301072814</c:v>
                </c:pt>
                <c:pt idx="139">
                  <c:v>1274.8946857116118</c:v>
                </c:pt>
                <c:pt idx="140">
                  <c:v>1280.6387017051341</c:v>
                </c:pt>
                <c:pt idx="141">
                  <c:v>1286.9950191387372</c:v>
                </c:pt>
                <c:pt idx="142">
                  <c:v>1292.888463380199</c:v>
                </c:pt>
                <c:pt idx="143">
                  <c:v>1299.4435080636315</c:v>
                </c:pt>
                <c:pt idx="144">
                  <c:v>1304.6728056277482</c:v>
                </c:pt>
                <c:pt idx="145">
                  <c:v>1311.9299139201294</c:v>
                </c:pt>
                <c:pt idx="146">
                  <c:v>1318.4291368692361</c:v>
                </c:pt>
                <c:pt idx="147">
                  <c:v>1324.7592942103233</c:v>
                </c:pt>
                <c:pt idx="148">
                  <c:v>1329.4167090209501</c:v>
                </c:pt>
                <c:pt idx="149">
                  <c:v>1335.9510692492299</c:v>
                </c:pt>
                <c:pt idx="150">
                  <c:v>1341.4743776193031</c:v>
                </c:pt>
                <c:pt idx="151">
                  <c:v>1346.0517747326662</c:v>
                </c:pt>
                <c:pt idx="152">
                  <c:v>1351.5597143634659</c:v>
                </c:pt>
                <c:pt idx="153">
                  <c:v>1356.6637241541025</c:v>
                </c:pt>
                <c:pt idx="154">
                  <c:v>1362.3099177146432</c:v>
                </c:pt>
                <c:pt idx="155">
                  <c:v>1367.4069387989425</c:v>
                </c:pt>
                <c:pt idx="156">
                  <c:v>1373.7889293227349</c:v>
                </c:pt>
                <c:pt idx="157">
                  <c:v>1377.9932660021061</c:v>
                </c:pt>
                <c:pt idx="158">
                  <c:v>1384.121717825172</c:v>
                </c:pt>
                <c:pt idx="159">
                  <c:v>1389.9758832067532</c:v>
                </c:pt>
                <c:pt idx="160">
                  <c:v>1394.8187737889875</c:v>
                </c:pt>
                <c:pt idx="161">
                  <c:v>1401.0763324926734</c:v>
                </c:pt>
                <c:pt idx="162">
                  <c:v>1406.6126625829609</c:v>
                </c:pt>
                <c:pt idx="163">
                  <c:v>1412.7387710385174</c:v>
                </c:pt>
                <c:pt idx="164">
                  <c:v>1417.6033271945796</c:v>
                </c:pt>
                <c:pt idx="165">
                  <c:v>1423.6323843723601</c:v>
                </c:pt>
                <c:pt idx="166">
                  <c:v>1428.6720286259128</c:v>
                </c:pt>
                <c:pt idx="167">
                  <c:v>1433.7907348778076</c:v>
                </c:pt>
                <c:pt idx="168">
                  <c:v>1439.3059171756236</c:v>
                </c:pt>
                <c:pt idx="169">
                  <c:v>1443.9694188504618</c:v>
                </c:pt>
                <c:pt idx="170">
                  <c:v>1450.537711448776</c:v>
                </c:pt>
                <c:pt idx="171">
                  <c:v>1457.4299995079236</c:v>
                </c:pt>
                <c:pt idx="172">
                  <c:v>1462.4906602536148</c:v>
                </c:pt>
                <c:pt idx="173">
                  <c:v>1467.5260688984081</c:v>
                </c:pt>
                <c:pt idx="174">
                  <c:v>1473.868114034465</c:v>
                </c:pt>
                <c:pt idx="175">
                  <c:v>1480.17923250577</c:v>
                </c:pt>
                <c:pt idx="176">
                  <c:v>1485.5932563779261</c:v>
                </c:pt>
                <c:pt idx="177">
                  <c:v>1490.9224198011693</c:v>
                </c:pt>
                <c:pt idx="178">
                  <c:v>1496.844304740674</c:v>
                </c:pt>
                <c:pt idx="179">
                  <c:v>1500.7789567487616</c:v>
                </c:pt>
                <c:pt idx="180">
                  <c:v>1505.1188214721324</c:v>
                </c:pt>
                <c:pt idx="181">
                  <c:v>1507.3564464950518</c:v>
                </c:pt>
                <c:pt idx="182">
                  <c:v>1513.8819566265856</c:v>
                </c:pt>
                <c:pt idx="183">
                  <c:v>1518.9433966121092</c:v>
                </c:pt>
                <c:pt idx="184">
                  <c:v>1526.0345730396907</c:v>
                </c:pt>
                <c:pt idx="185">
                  <c:v>1532.1812890828724</c:v>
                </c:pt>
                <c:pt idx="186">
                  <c:v>1538.3970094196256</c:v>
                </c:pt>
                <c:pt idx="187">
                  <c:v>1543.6681501555065</c:v>
                </c:pt>
                <c:pt idx="188">
                  <c:v>1549.794884304486</c:v>
                </c:pt>
                <c:pt idx="189">
                  <c:v>1553.7100553671289</c:v>
                </c:pt>
                <c:pt idx="190">
                  <c:v>1561.0213209013955</c:v>
                </c:pt>
                <c:pt idx="191">
                  <c:v>1563.4680476382985</c:v>
                </c:pt>
                <c:pt idx="192">
                  <c:v>1568.2752287952508</c:v>
                </c:pt>
                <c:pt idx="193">
                  <c:v>1573.5902053815269</c:v>
                </c:pt>
                <c:pt idx="194">
                  <c:v>1579.4560022735918</c:v>
                </c:pt>
                <c:pt idx="195">
                  <c:v>1584.6705767554247</c:v>
                </c:pt>
                <c:pt idx="196">
                  <c:v>1590.3151970882604</c:v>
                </c:pt>
                <c:pt idx="197">
                  <c:v>1595.3679169333923</c:v>
                </c:pt>
                <c:pt idx="198">
                  <c:v>1597.8834777099896</c:v>
                </c:pt>
                <c:pt idx="199">
                  <c:v>1602.614506849992</c:v>
                </c:pt>
                <c:pt idx="200">
                  <c:v>1607.7705261577003</c:v>
                </c:pt>
                <c:pt idx="201">
                  <c:v>1612.7809894438687</c:v>
                </c:pt>
                <c:pt idx="202">
                  <c:v>1618.2383961851237</c:v>
                </c:pt>
                <c:pt idx="203">
                  <c:v>1623.4373690047526</c:v>
                </c:pt>
                <c:pt idx="204">
                  <c:v>1628.5496795124345</c:v>
                </c:pt>
                <c:pt idx="205">
                  <c:v>1632.3640953008585</c:v>
                </c:pt>
                <c:pt idx="206">
                  <c:v>1637.5738868140857</c:v>
                </c:pt>
                <c:pt idx="207">
                  <c:v>1642.8393319043541</c:v>
                </c:pt>
                <c:pt idx="208">
                  <c:v>1648.329349462465</c:v>
                </c:pt>
                <c:pt idx="209">
                  <c:v>1652.9937599636787</c:v>
                </c:pt>
                <c:pt idx="210">
                  <c:v>1658.6578790892318</c:v>
                </c:pt>
                <c:pt idx="211">
                  <c:v>1664.4512077673908</c:v>
                </c:pt>
                <c:pt idx="212">
                  <c:v>1670.8033326896959</c:v>
                </c:pt>
                <c:pt idx="213">
                  <c:v>1677.1439477047052</c:v>
                </c:pt>
                <c:pt idx="214">
                  <c:v>1683.7936677081545</c:v>
                </c:pt>
                <c:pt idx="215">
                  <c:v>1688.5755283947105</c:v>
                </c:pt>
                <c:pt idx="216">
                  <c:v>1693.8199650563517</c:v>
                </c:pt>
                <c:pt idx="217">
                  <c:v>1699.1872352539078</c:v>
                </c:pt>
                <c:pt idx="218">
                  <c:v>1704.0404719904154</c:v>
                </c:pt>
                <c:pt idx="219">
                  <c:v>1710.0369781908807</c:v>
                </c:pt>
                <c:pt idx="220">
                  <c:v>1715.4552969768833</c:v>
                </c:pt>
                <c:pt idx="221">
                  <c:v>1721.0999844110079</c:v>
                </c:pt>
                <c:pt idx="222">
                  <c:v>1725.2442480350871</c:v>
                </c:pt>
                <c:pt idx="223">
                  <c:v>1731.9185887634646</c:v>
                </c:pt>
                <c:pt idx="224">
                  <c:v>1738.4808231079851</c:v>
                </c:pt>
                <c:pt idx="225">
                  <c:v>1743.982722495829</c:v>
                </c:pt>
                <c:pt idx="226">
                  <c:v>1748.3234851833192</c:v>
                </c:pt>
                <c:pt idx="227">
                  <c:v>1753.8599766763916</c:v>
                </c:pt>
                <c:pt idx="228">
                  <c:v>1758.6198579741852</c:v>
                </c:pt>
                <c:pt idx="229">
                  <c:v>1762.4623645715424</c:v>
                </c:pt>
                <c:pt idx="230">
                  <c:v>1765.7286458639971</c:v>
                </c:pt>
                <c:pt idx="231">
                  <c:v>1768.575774742372</c:v>
                </c:pt>
                <c:pt idx="232">
                  <c:v>1772.4972722187747</c:v>
                </c:pt>
                <c:pt idx="233">
                  <c:v>1777.2197229964004</c:v>
                </c:pt>
                <c:pt idx="234">
                  <c:v>1781.632387562287</c:v>
                </c:pt>
                <c:pt idx="235">
                  <c:v>1785.7003109139862</c:v>
                </c:pt>
                <c:pt idx="236">
                  <c:v>1791.8325296776502</c:v>
                </c:pt>
                <c:pt idx="237">
                  <c:v>1797.7563219001963</c:v>
                </c:pt>
                <c:pt idx="238">
                  <c:v>1799.8237188257513</c:v>
                </c:pt>
                <c:pt idx="239">
                  <c:v>1804.5365360321766</c:v>
                </c:pt>
                <c:pt idx="240">
                  <c:v>1811.1563807325911</c:v>
                </c:pt>
                <c:pt idx="241">
                  <c:v>1816.661517600272</c:v>
                </c:pt>
                <c:pt idx="242">
                  <c:v>1821.799100755856</c:v>
                </c:pt>
                <c:pt idx="243">
                  <c:v>1827.4785180692227</c:v>
                </c:pt>
                <c:pt idx="244">
                  <c:v>1832.8430351656784</c:v>
                </c:pt>
                <c:pt idx="245">
                  <c:v>1837.8553295627362</c:v>
                </c:pt>
                <c:pt idx="246">
                  <c:v>1841.2686563816746</c:v>
                </c:pt>
                <c:pt idx="247">
                  <c:v>1847.0205754205494</c:v>
                </c:pt>
                <c:pt idx="248">
                  <c:v>1852.9535168743764</c:v>
                </c:pt>
                <c:pt idx="249">
                  <c:v>1855.4169859684373</c:v>
                </c:pt>
                <c:pt idx="250">
                  <c:v>1859.8957083749206</c:v>
                </c:pt>
                <c:pt idx="251">
                  <c:v>1863.7032651042309</c:v>
                </c:pt>
                <c:pt idx="252">
                  <c:v>1869.8871646339071</c:v>
                </c:pt>
                <c:pt idx="253">
                  <c:v>1875.2076700439181</c:v>
                </c:pt>
                <c:pt idx="254">
                  <c:v>1880.1296437824979</c:v>
                </c:pt>
                <c:pt idx="255">
                  <c:v>1882.9138130114379</c:v>
                </c:pt>
                <c:pt idx="256">
                  <c:v>1887.6192469160137</c:v>
                </c:pt>
                <c:pt idx="257">
                  <c:v>1892.3333205593563</c:v>
                </c:pt>
                <c:pt idx="258">
                  <c:v>1898.0494925805788</c:v>
                </c:pt>
                <c:pt idx="259">
                  <c:v>1903.3602756127809</c:v>
                </c:pt>
                <c:pt idx="260">
                  <c:v>1906.4581961307831</c:v>
                </c:pt>
                <c:pt idx="261">
                  <c:v>1910.8539154381842</c:v>
                </c:pt>
                <c:pt idx="262">
                  <c:v>1914.3720319587728</c:v>
                </c:pt>
                <c:pt idx="263">
                  <c:v>1921.2604157385636</c:v>
                </c:pt>
                <c:pt idx="264">
                  <c:v>1922.935958385295</c:v>
                </c:pt>
                <c:pt idx="265">
                  <c:v>1927.1271428786661</c:v>
                </c:pt>
                <c:pt idx="266">
                  <c:v>1934.2834109258692</c:v>
                </c:pt>
                <c:pt idx="267">
                  <c:v>1936.6012266212574</c:v>
                </c:pt>
                <c:pt idx="268">
                  <c:v>1943.0028365825797</c:v>
                </c:pt>
                <c:pt idx="269">
                  <c:v>1946.6060505468708</c:v>
                </c:pt>
                <c:pt idx="270">
                  <c:v>1950.351624948529</c:v>
                </c:pt>
                <c:pt idx="271">
                  <c:v>1957.7199356557212</c:v>
                </c:pt>
                <c:pt idx="272">
                  <c:v>1962.6552175335501</c:v>
                </c:pt>
                <c:pt idx="273">
                  <c:v>1966.3636322350721</c:v>
                </c:pt>
                <c:pt idx="274">
                  <c:v>1972.7977373551303</c:v>
                </c:pt>
                <c:pt idx="275">
                  <c:v>1977.0099274039612</c:v>
                </c:pt>
                <c:pt idx="276">
                  <c:v>1983.3246145123451</c:v>
                </c:pt>
                <c:pt idx="277">
                  <c:v>1988.3113536636461</c:v>
                </c:pt>
                <c:pt idx="278">
                  <c:v>1993.9017003732968</c:v>
                </c:pt>
                <c:pt idx="279">
                  <c:v>1998.9327444661249</c:v>
                </c:pt>
                <c:pt idx="280">
                  <c:v>2004.8488861388346</c:v>
                </c:pt>
                <c:pt idx="281">
                  <c:v>2008.8395751994306</c:v>
                </c:pt>
                <c:pt idx="282">
                  <c:v>2012.6790199107841</c:v>
                </c:pt>
                <c:pt idx="283">
                  <c:v>2018.4948961716991</c:v>
                </c:pt>
                <c:pt idx="284">
                  <c:v>2024.8077320355528</c:v>
                </c:pt>
                <c:pt idx="285">
                  <c:v>2028.1562787101288</c:v>
                </c:pt>
                <c:pt idx="286">
                  <c:v>2035.0561346096474</c:v>
                </c:pt>
                <c:pt idx="287">
                  <c:v>2037.1249601320446</c:v>
                </c:pt>
                <c:pt idx="288">
                  <c:v>2041.1459239288481</c:v>
                </c:pt>
                <c:pt idx="289">
                  <c:v>2045.6475187554952</c:v>
                </c:pt>
                <c:pt idx="290">
                  <c:v>2048.5432879768687</c:v>
                </c:pt>
                <c:pt idx="291">
                  <c:v>2053.5088549842017</c:v>
                </c:pt>
                <c:pt idx="292">
                  <c:v>2060.9425009462843</c:v>
                </c:pt>
                <c:pt idx="293">
                  <c:v>2065.2485626481703</c:v>
                </c:pt>
                <c:pt idx="294">
                  <c:v>2068.3640558184798</c:v>
                </c:pt>
                <c:pt idx="295">
                  <c:v>2074.0160213687509</c:v>
                </c:pt>
                <c:pt idx="296">
                  <c:v>2078.5087692888083</c:v>
                </c:pt>
                <c:pt idx="297">
                  <c:v>2085.1907227091051</c:v>
                </c:pt>
                <c:pt idx="298">
                  <c:v>2088.4816365778229</c:v>
                </c:pt>
                <c:pt idx="299">
                  <c:v>2093.0665782625524</c:v>
                </c:pt>
                <c:pt idx="300">
                  <c:v>2097.752315502823</c:v>
                </c:pt>
                <c:pt idx="301">
                  <c:v>2101.6071070582639</c:v>
                </c:pt>
                <c:pt idx="302">
                  <c:v>2100.451129947754</c:v>
                </c:pt>
                <c:pt idx="303">
                  <c:v>2105.7604411900811</c:v>
                </c:pt>
                <c:pt idx="304">
                  <c:v>2109.4564562449737</c:v>
                </c:pt>
                <c:pt idx="305">
                  <c:v>2114.7602085174226</c:v>
                </c:pt>
                <c:pt idx="306">
                  <c:v>2118.8525079778551</c:v>
                </c:pt>
                <c:pt idx="307">
                  <c:v>2124.4272837975318</c:v>
                </c:pt>
                <c:pt idx="308">
                  <c:v>2127.3825218478587</c:v>
                </c:pt>
                <c:pt idx="309">
                  <c:v>2131.7897948208597</c:v>
                </c:pt>
                <c:pt idx="310">
                  <c:v>2134.5714372177863</c:v>
                </c:pt>
                <c:pt idx="311">
                  <c:v>2140.3780675552734</c:v>
                </c:pt>
                <c:pt idx="312">
                  <c:v>2144.620478199869</c:v>
                </c:pt>
                <c:pt idx="313">
                  <c:v>2148.3808981644952</c:v>
                </c:pt>
                <c:pt idx="314">
                  <c:v>2153.267909598093</c:v>
                </c:pt>
                <c:pt idx="315">
                  <c:v>2157.4567792156831</c:v>
                </c:pt>
                <c:pt idx="316">
                  <c:v>2162.4074937631194</c:v>
                </c:pt>
                <c:pt idx="317">
                  <c:v>2167.1351352584379</c:v>
                </c:pt>
                <c:pt idx="318">
                  <c:v>2171.3340905981927</c:v>
                </c:pt>
                <c:pt idx="319">
                  <c:v>2175.6508872392046</c:v>
                </c:pt>
                <c:pt idx="320">
                  <c:v>2179.8485909813935</c:v>
                </c:pt>
                <c:pt idx="321">
                  <c:v>2184.962748490897</c:v>
                </c:pt>
                <c:pt idx="322">
                  <c:v>2189.6235671108179</c:v>
                </c:pt>
                <c:pt idx="323">
                  <c:v>2193.0128731986001</c:v>
                </c:pt>
                <c:pt idx="324">
                  <c:v>2198.8331409963557</c:v>
                </c:pt>
                <c:pt idx="325">
                  <c:v>2202.6276418984662</c:v>
                </c:pt>
                <c:pt idx="326">
                  <c:v>2205.8850788033142</c:v>
                </c:pt>
                <c:pt idx="327">
                  <c:v>2208.3117393902612</c:v>
                </c:pt>
                <c:pt idx="328">
                  <c:v>2214.7380019364823</c:v>
                </c:pt>
                <c:pt idx="329">
                  <c:v>2216.737397268746</c:v>
                </c:pt>
                <c:pt idx="330">
                  <c:v>2221.9063758200982</c:v>
                </c:pt>
                <c:pt idx="331">
                  <c:v>2229.1205589462224</c:v>
                </c:pt>
                <c:pt idx="332">
                  <c:v>2229.9950681289006</c:v>
                </c:pt>
                <c:pt idx="333">
                  <c:v>2235.4680026969277</c:v>
                </c:pt>
                <c:pt idx="334">
                  <c:v>2237.1460794026816</c:v>
                </c:pt>
                <c:pt idx="335">
                  <c:v>2241.1280050574264</c:v>
                </c:pt>
                <c:pt idx="336">
                  <c:v>2247.8367126218377</c:v>
                </c:pt>
                <c:pt idx="337">
                  <c:v>2255.7599077349623</c:v>
                </c:pt>
                <c:pt idx="338">
                  <c:v>2258.6122783914002</c:v>
                </c:pt>
                <c:pt idx="339">
                  <c:v>2261.9998323237519</c:v>
                </c:pt>
                <c:pt idx="340">
                  <c:v>2266.2723658543091</c:v>
                </c:pt>
                <c:pt idx="341">
                  <c:v>2271.9368228415246</c:v>
                </c:pt>
                <c:pt idx="342">
                  <c:v>2272.0297107499168</c:v>
                </c:pt>
                <c:pt idx="343">
                  <c:v>2277.6187439747932</c:v>
                </c:pt>
                <c:pt idx="344">
                  <c:v>2281.0721270353934</c:v>
                </c:pt>
                <c:pt idx="345">
                  <c:v>2286.499489768612</c:v>
                </c:pt>
                <c:pt idx="346">
                  <c:v>2295.1080920574577</c:v>
                </c:pt>
                <c:pt idx="347">
                  <c:v>2299.8386094926022</c:v>
                </c:pt>
                <c:pt idx="348">
                  <c:v>2302.9196839113183</c:v>
                </c:pt>
                <c:pt idx="349">
                  <c:v>2307.522274560919</c:v>
                </c:pt>
                <c:pt idx="350">
                  <c:v>2312.1464159497245</c:v>
                </c:pt>
                <c:pt idx="351">
                  <c:v>2316.1946364600276</c:v>
                </c:pt>
                <c:pt idx="352">
                  <c:v>2319.7659478715946</c:v>
                </c:pt>
                <c:pt idx="353">
                  <c:v>2323.2345429457887</c:v>
                </c:pt>
                <c:pt idx="354">
                  <c:v>2329.1008932786613</c:v>
                </c:pt>
                <c:pt idx="355">
                  <c:v>2331.5860167554388</c:v>
                </c:pt>
                <c:pt idx="356">
                  <c:v>2335.2388855776167</c:v>
                </c:pt>
                <c:pt idx="357">
                  <c:v>2340.2430989962609</c:v>
                </c:pt>
                <c:pt idx="358">
                  <c:v>2342.174315559716</c:v>
                </c:pt>
                <c:pt idx="359">
                  <c:v>2347.8020370870186</c:v>
                </c:pt>
                <c:pt idx="360">
                  <c:v>2354.603516978329</c:v>
                </c:pt>
                <c:pt idx="361">
                  <c:v>2359.7511292918016</c:v>
                </c:pt>
                <c:pt idx="362">
                  <c:v>2363.1687802178767</c:v>
                </c:pt>
                <c:pt idx="363">
                  <c:v>2367.4439310843127</c:v>
                </c:pt>
                <c:pt idx="364">
                  <c:v>2371.994254178659</c:v>
                </c:pt>
                <c:pt idx="365">
                  <c:v>2376.5891287824688</c:v>
                </c:pt>
                <c:pt idx="366">
                  <c:v>2379.6551805507011</c:v>
                </c:pt>
                <c:pt idx="367">
                  <c:v>2383.9447765026234</c:v>
                </c:pt>
                <c:pt idx="368">
                  <c:v>2388.402947995321</c:v>
                </c:pt>
                <c:pt idx="369">
                  <c:v>2388.9208444849746</c:v>
                </c:pt>
                <c:pt idx="370">
                  <c:v>2391.849421180541</c:v>
                </c:pt>
                <c:pt idx="371">
                  <c:v>2393.3585257748518</c:v>
                </c:pt>
                <c:pt idx="372">
                  <c:v>2399.6829840605888</c:v>
                </c:pt>
                <c:pt idx="373">
                  <c:v>2400.4613390748491</c:v>
                </c:pt>
                <c:pt idx="374">
                  <c:v>2405.9760706334278</c:v>
                </c:pt>
                <c:pt idx="375">
                  <c:v>2408.1827514390434</c:v>
                </c:pt>
                <c:pt idx="376">
                  <c:v>2413.3044134711977</c:v>
                </c:pt>
                <c:pt idx="377">
                  <c:v>2417.3945888529665</c:v>
                </c:pt>
                <c:pt idx="378">
                  <c:v>2420.159451618134</c:v>
                </c:pt>
                <c:pt idx="379">
                  <c:v>2423.7475295933345</c:v>
                </c:pt>
                <c:pt idx="380">
                  <c:v>2428.8722720780261</c:v>
                </c:pt>
                <c:pt idx="381">
                  <c:v>2432.9475172387624</c:v>
                </c:pt>
                <c:pt idx="382">
                  <c:v>2437.4147326818884</c:v>
                </c:pt>
                <c:pt idx="383">
                  <c:v>2440.9506995964421</c:v>
                </c:pt>
                <c:pt idx="384">
                  <c:v>2445.3910930999714</c:v>
                </c:pt>
                <c:pt idx="385">
                  <c:v>2448.5763184228763</c:v>
                </c:pt>
                <c:pt idx="386">
                  <c:v>2452.7471653824432</c:v>
                </c:pt>
                <c:pt idx="387">
                  <c:v>2456.585600160357</c:v>
                </c:pt>
                <c:pt idx="388">
                  <c:v>2460.8608575998669</c:v>
                </c:pt>
                <c:pt idx="389">
                  <c:v>2464.3895958115136</c:v>
                </c:pt>
                <c:pt idx="390">
                  <c:v>2469.4524116775096</c:v>
                </c:pt>
                <c:pt idx="391">
                  <c:v>2471.2162951134587</c:v>
                </c:pt>
                <c:pt idx="392">
                  <c:v>2478.6288540086689</c:v>
                </c:pt>
                <c:pt idx="393">
                  <c:v>2481.758876315635</c:v>
                </c:pt>
                <c:pt idx="394">
                  <c:v>2484.220747331492</c:v>
                </c:pt>
                <c:pt idx="395">
                  <c:v>2490.9320267693811</c:v>
                </c:pt>
                <c:pt idx="396">
                  <c:v>2495.7944826090688</c:v>
                </c:pt>
                <c:pt idx="397">
                  <c:v>2496.4733839510118</c:v>
                </c:pt>
                <c:pt idx="398">
                  <c:v>2502.3818015394854</c:v>
                </c:pt>
                <c:pt idx="399">
                  <c:v>2507.935390077726</c:v>
                </c:pt>
                <c:pt idx="400">
                  <c:v>2512.1449044719293</c:v>
                </c:pt>
                <c:pt idx="401">
                  <c:v>2516.2812949385989</c:v>
                </c:pt>
                <c:pt idx="402">
                  <c:v>2519.724908533402</c:v>
                </c:pt>
                <c:pt idx="403">
                  <c:v>2523.2312798323869</c:v>
                </c:pt>
                <c:pt idx="404">
                  <c:v>2523.082798039351</c:v>
                </c:pt>
                <c:pt idx="405">
                  <c:v>2529.116925350012</c:v>
                </c:pt>
                <c:pt idx="406">
                  <c:v>2529.4308094535504</c:v>
                </c:pt>
                <c:pt idx="407">
                  <c:v>2535.6966917812897</c:v>
                </c:pt>
                <c:pt idx="408">
                  <c:v>2540.9420413837474</c:v>
                </c:pt>
                <c:pt idx="409">
                  <c:v>2546.3480536036741</c:v>
                </c:pt>
                <c:pt idx="410">
                  <c:v>2551.7769748457463</c:v>
                </c:pt>
                <c:pt idx="411">
                  <c:v>2559.1616854925287</c:v>
                </c:pt>
                <c:pt idx="412">
                  <c:v>2563.5382222177159</c:v>
                </c:pt>
                <c:pt idx="413">
                  <c:v>2566.9957416967368</c:v>
                </c:pt>
                <c:pt idx="414">
                  <c:v>2571.097893689267</c:v>
                </c:pt>
                <c:pt idx="415">
                  <c:v>2576.0163345803176</c:v>
                </c:pt>
                <c:pt idx="416">
                  <c:v>2579.681771315928</c:v>
                </c:pt>
                <c:pt idx="417">
                  <c:v>2582.1630812608241</c:v>
                </c:pt>
                <c:pt idx="418">
                  <c:v>2584.7359668224562</c:v>
                </c:pt>
                <c:pt idx="419">
                  <c:v>2586.8454212529919</c:v>
                </c:pt>
                <c:pt idx="420">
                  <c:v>2590.5361756000902</c:v>
                </c:pt>
                <c:pt idx="421">
                  <c:v>2593.0418965269951</c:v>
                </c:pt>
                <c:pt idx="422">
                  <c:v>2597.0977090490514</c:v>
                </c:pt>
                <c:pt idx="423">
                  <c:v>2601.7002780706425</c:v>
                </c:pt>
                <c:pt idx="424">
                  <c:v>2605.7242262742898</c:v>
                </c:pt>
                <c:pt idx="425">
                  <c:v>2611.2296020930075</c:v>
                </c:pt>
                <c:pt idx="426">
                  <c:v>2617.4466966962787</c:v>
                </c:pt>
                <c:pt idx="427">
                  <c:v>2621.6501851766479</c:v>
                </c:pt>
                <c:pt idx="428">
                  <c:v>2625.3629543527645</c:v>
                </c:pt>
                <c:pt idx="429">
                  <c:v>2629.2380658534994</c:v>
                </c:pt>
                <c:pt idx="430">
                  <c:v>2633.3600693988401</c:v>
                </c:pt>
                <c:pt idx="431">
                  <c:v>2638.6808526114837</c:v>
                </c:pt>
                <c:pt idx="432">
                  <c:v>2639.7454312045611</c:v>
                </c:pt>
                <c:pt idx="433">
                  <c:v>2641.30766694769</c:v>
                </c:pt>
                <c:pt idx="434">
                  <c:v>2645.232958619521</c:v>
                </c:pt>
                <c:pt idx="435">
                  <c:v>2650.191615969844</c:v>
                </c:pt>
                <c:pt idx="436">
                  <c:v>2652.0721607750038</c:v>
                </c:pt>
                <c:pt idx="437">
                  <c:v>2655.7806381419227</c:v>
                </c:pt>
                <c:pt idx="438">
                  <c:v>2658.4687931594735</c:v>
                </c:pt>
                <c:pt idx="439">
                  <c:v>2659.6993552992485</c:v>
                </c:pt>
                <c:pt idx="440">
                  <c:v>2664.7790833044482</c:v>
                </c:pt>
                <c:pt idx="441">
                  <c:v>2669.455051553462</c:v>
                </c:pt>
                <c:pt idx="442">
                  <c:v>2672.7610889310408</c:v>
                </c:pt>
                <c:pt idx="443">
                  <c:v>2676.5604699135588</c:v>
                </c:pt>
                <c:pt idx="444">
                  <c:v>2680.0640038877382</c:v>
                </c:pt>
                <c:pt idx="445">
                  <c:v>2683.8878834438369</c:v>
                </c:pt>
                <c:pt idx="446">
                  <c:v>2688.3576311738998</c:v>
                </c:pt>
                <c:pt idx="447">
                  <c:v>2691.8057458214389</c:v>
                </c:pt>
                <c:pt idx="448">
                  <c:v>2696.8953959136384</c:v>
                </c:pt>
                <c:pt idx="449">
                  <c:v>2699.2426059869445</c:v>
                </c:pt>
                <c:pt idx="450">
                  <c:v>2701.9013959295544</c:v>
                </c:pt>
                <c:pt idx="451">
                  <c:v>2704.7180718012796</c:v>
                </c:pt>
                <c:pt idx="452">
                  <c:v>2708.8201236151613</c:v>
                </c:pt>
                <c:pt idx="453">
                  <c:v>2712.2004239095004</c:v>
                </c:pt>
                <c:pt idx="454">
                  <c:v>2716.1951897658469</c:v>
                </c:pt>
                <c:pt idx="455">
                  <c:v>2720.0980290111197</c:v>
                </c:pt>
                <c:pt idx="456">
                  <c:v>2723.4887538586468</c:v>
                </c:pt>
                <c:pt idx="457">
                  <c:v>2727.6312570169962</c:v>
                </c:pt>
                <c:pt idx="458">
                  <c:v>2729.9014188596757</c:v>
                </c:pt>
                <c:pt idx="459">
                  <c:v>2735.9256112961593</c:v>
                </c:pt>
                <c:pt idx="460">
                  <c:v>2738.964363987744</c:v>
                </c:pt>
                <c:pt idx="461">
                  <c:v>2739.9554628904712</c:v>
                </c:pt>
                <c:pt idx="462">
                  <c:v>2742.7875696672581</c:v>
                </c:pt>
                <c:pt idx="463">
                  <c:v>2747.2706183103292</c:v>
                </c:pt>
                <c:pt idx="464">
                  <c:v>2757.2717456189484</c:v>
                </c:pt>
                <c:pt idx="465">
                  <c:v>2754.7709967083388</c:v>
                </c:pt>
                <c:pt idx="466">
                  <c:v>2761.1693292929417</c:v>
                </c:pt>
                <c:pt idx="467">
                  <c:v>2765.53895918229</c:v>
                </c:pt>
                <c:pt idx="468">
                  <c:v>2764.7095441550937</c:v>
                </c:pt>
                <c:pt idx="469">
                  <c:v>2770.052377271435</c:v>
                </c:pt>
                <c:pt idx="470">
                  <c:v>2773.5061685134287</c:v>
                </c:pt>
                <c:pt idx="471">
                  <c:v>2780.3859655456527</c:v>
                </c:pt>
                <c:pt idx="472">
                  <c:v>2779.7735404057767</c:v>
                </c:pt>
                <c:pt idx="473">
                  <c:v>2783.9328496676699</c:v>
                </c:pt>
                <c:pt idx="474">
                  <c:v>2786.1255694275078</c:v>
                </c:pt>
                <c:pt idx="475">
                  <c:v>2790.2217184252477</c:v>
                </c:pt>
                <c:pt idx="476">
                  <c:v>2794.3017839679715</c:v>
                </c:pt>
                <c:pt idx="477">
                  <c:v>2798.8587621606766</c:v>
                </c:pt>
                <c:pt idx="478">
                  <c:v>2802.960895653513</c:v>
                </c:pt>
                <c:pt idx="479">
                  <c:v>2807.0331763729473</c:v>
                </c:pt>
                <c:pt idx="480">
                  <c:v>2809.4356167533451</c:v>
                </c:pt>
                <c:pt idx="481">
                  <c:v>2812.7320052778255</c:v>
                </c:pt>
                <c:pt idx="482">
                  <c:v>2816.3435353848217</c:v>
                </c:pt>
                <c:pt idx="483">
                  <c:v>2820.2974488871378</c:v>
                </c:pt>
                <c:pt idx="484">
                  <c:v>2825.6365880836702</c:v>
                </c:pt>
                <c:pt idx="485">
                  <c:v>2831.8825909761545</c:v>
                </c:pt>
                <c:pt idx="486">
                  <c:v>2836.9373631784861</c:v>
                </c:pt>
                <c:pt idx="487">
                  <c:v>2842.470194252769</c:v>
                </c:pt>
                <c:pt idx="488">
                  <c:v>2846.8658519868491</c:v>
                </c:pt>
                <c:pt idx="489">
                  <c:v>2851.7899494338271</c:v>
                </c:pt>
                <c:pt idx="490">
                  <c:v>2855.369316233784</c:v>
                </c:pt>
                <c:pt idx="491">
                  <c:v>2859.2096696265648</c:v>
                </c:pt>
                <c:pt idx="492">
                  <c:v>2862.8586371956708</c:v>
                </c:pt>
                <c:pt idx="493">
                  <c:v>2865.8352397842136</c:v>
                </c:pt>
                <c:pt idx="494">
                  <c:v>2866.9800321922094</c:v>
                </c:pt>
                <c:pt idx="495">
                  <c:v>2867.9766742408942</c:v>
                </c:pt>
                <c:pt idx="496">
                  <c:v>2869.6500802164205</c:v>
                </c:pt>
                <c:pt idx="497">
                  <c:v>2875.8982382914264</c:v>
                </c:pt>
                <c:pt idx="498">
                  <c:v>2879.8481790994938</c:v>
                </c:pt>
                <c:pt idx="499">
                  <c:v>2881.8306851093548</c:v>
                </c:pt>
                <c:pt idx="500">
                  <c:v>2885.22747500994</c:v>
                </c:pt>
                <c:pt idx="501">
                  <c:v>2884.6424879518754</c:v>
                </c:pt>
                <c:pt idx="502">
                  <c:v>2889.4190156362533</c:v>
                </c:pt>
                <c:pt idx="503">
                  <c:v>2893.972862654763</c:v>
                </c:pt>
                <c:pt idx="504">
                  <c:v>2898.5122664374926</c:v>
                </c:pt>
                <c:pt idx="505">
                  <c:v>2902.2784403905307</c:v>
                </c:pt>
                <c:pt idx="506">
                  <c:v>2902.4027302483846</c:v>
                </c:pt>
                <c:pt idx="507">
                  <c:v>2905.813358821486</c:v>
                </c:pt>
                <c:pt idx="508">
                  <c:v>2911.1296424551565</c:v>
                </c:pt>
                <c:pt idx="509">
                  <c:v>2913.8536172364065</c:v>
                </c:pt>
                <c:pt idx="510">
                  <c:v>2916.530607211208</c:v>
                </c:pt>
                <c:pt idx="511">
                  <c:v>2919.4839631747282</c:v>
                </c:pt>
                <c:pt idx="512">
                  <c:v>2922.9605787098581</c:v>
                </c:pt>
                <c:pt idx="513">
                  <c:v>2926.4946995466407</c:v>
                </c:pt>
                <c:pt idx="514">
                  <c:v>2930.6937045674003</c:v>
                </c:pt>
                <c:pt idx="515">
                  <c:v>2933.2030786390378</c:v>
                </c:pt>
                <c:pt idx="516">
                  <c:v>2937.5199612192746</c:v>
                </c:pt>
                <c:pt idx="517">
                  <c:v>2940.6498591402533</c:v>
                </c:pt>
                <c:pt idx="518">
                  <c:v>2942.5818157788435</c:v>
                </c:pt>
                <c:pt idx="519">
                  <c:v>2946.5537900099243</c:v>
                </c:pt>
                <c:pt idx="520">
                  <c:v>2949.9588961507984</c:v>
                </c:pt>
                <c:pt idx="521">
                  <c:v>2953.5047960498077</c:v>
                </c:pt>
                <c:pt idx="522">
                  <c:v>2957.465845462611</c:v>
                </c:pt>
                <c:pt idx="523">
                  <c:v>2959.9136739741512</c:v>
                </c:pt>
                <c:pt idx="524">
                  <c:v>2964.5167044921445</c:v>
                </c:pt>
                <c:pt idx="525">
                  <c:v>2974.5789305879607</c:v>
                </c:pt>
                <c:pt idx="526">
                  <c:v>2978.5260081531596</c:v>
                </c:pt>
                <c:pt idx="527">
                  <c:v>2979.1397706758335</c:v>
                </c:pt>
                <c:pt idx="528">
                  <c:v>2980.5243648656697</c:v>
                </c:pt>
                <c:pt idx="529">
                  <c:v>2986.9501068745117</c:v>
                </c:pt>
                <c:pt idx="530">
                  <c:v>2994.0496515288614</c:v>
                </c:pt>
                <c:pt idx="531">
                  <c:v>2996.330427510426</c:v>
                </c:pt>
                <c:pt idx="532">
                  <c:v>2999.5512222388525</c:v>
                </c:pt>
                <c:pt idx="533">
                  <c:v>3003.06424927838</c:v>
                </c:pt>
                <c:pt idx="534">
                  <c:v>3005.574845218086</c:v>
                </c:pt>
                <c:pt idx="535">
                  <c:v>3002.4595640695006</c:v>
                </c:pt>
                <c:pt idx="536">
                  <c:v>3004.719469337073</c:v>
                </c:pt>
                <c:pt idx="537">
                  <c:v>3013.2938597333405</c:v>
                </c:pt>
                <c:pt idx="538">
                  <c:v>3014.7801686903031</c:v>
                </c:pt>
                <c:pt idx="539">
                  <c:v>3017.7058230820976</c:v>
                </c:pt>
                <c:pt idx="540">
                  <c:v>3020.4376129743741</c:v>
                </c:pt>
                <c:pt idx="541">
                  <c:v>3023.4456219968197</c:v>
                </c:pt>
                <c:pt idx="542">
                  <c:v>3026.9669818818779</c:v>
                </c:pt>
                <c:pt idx="543">
                  <c:v>3032.1641604976353</c:v>
                </c:pt>
                <c:pt idx="544">
                  <c:v>3034.2492196125554</c:v>
                </c:pt>
                <c:pt idx="545">
                  <c:v>3036.9255242224162</c:v>
                </c:pt>
                <c:pt idx="546">
                  <c:v>3040.7088867270518</c:v>
                </c:pt>
                <c:pt idx="547">
                  <c:v>3043.9845494206861</c:v>
                </c:pt>
                <c:pt idx="548">
                  <c:v>3048.3578417155468</c:v>
                </c:pt>
                <c:pt idx="549">
                  <c:v>3051.4044410790984</c:v>
                </c:pt>
                <c:pt idx="550">
                  <c:v>3055.1156593802548</c:v>
                </c:pt>
                <c:pt idx="551">
                  <c:v>3058.0025388318199</c:v>
                </c:pt>
                <c:pt idx="552">
                  <c:v>3062.1087668208775</c:v>
                </c:pt>
                <c:pt idx="553">
                  <c:v>3064.3089630239529</c:v>
                </c:pt>
                <c:pt idx="554">
                  <c:v>3066.4637524125937</c:v>
                </c:pt>
                <c:pt idx="555">
                  <c:v>3068.9849695724779</c:v>
                </c:pt>
                <c:pt idx="556">
                  <c:v>3076.4918929142532</c:v>
                </c:pt>
                <c:pt idx="557">
                  <c:v>3080.1293331129636</c:v>
                </c:pt>
                <c:pt idx="558">
                  <c:v>3083.2740364496303</c:v>
                </c:pt>
                <c:pt idx="559">
                  <c:v>3084.9432082438998</c:v>
                </c:pt>
                <c:pt idx="560">
                  <c:v>3085.1381279517418</c:v>
                </c:pt>
                <c:pt idx="561">
                  <c:v>3088.9199623490103</c:v>
                </c:pt>
                <c:pt idx="562">
                  <c:v>3097.1290440805742</c:v>
                </c:pt>
                <c:pt idx="563">
                  <c:v>3096.3908314819746</c:v>
                </c:pt>
                <c:pt idx="564">
                  <c:v>3098.9893519648267</c:v>
                </c:pt>
                <c:pt idx="565">
                  <c:v>3093.9938000932525</c:v>
                </c:pt>
                <c:pt idx="566">
                  <c:v>3099.3757258650248</c:v>
                </c:pt>
                <c:pt idx="567">
                  <c:v>3108.5816226149846</c:v>
                </c:pt>
                <c:pt idx="568">
                  <c:v>3113.5875041339777</c:v>
                </c:pt>
                <c:pt idx="569">
                  <c:v>3114.4973194396662</c:v>
                </c:pt>
                <c:pt idx="570">
                  <c:v>3113.5745373315312</c:v>
                </c:pt>
                <c:pt idx="571">
                  <c:v>3115.2549538621661</c:v>
                </c:pt>
                <c:pt idx="572">
                  <c:v>3119.851371398534</c:v>
                </c:pt>
                <c:pt idx="573">
                  <c:v>3124.3552184960072</c:v>
                </c:pt>
                <c:pt idx="574">
                  <c:v>3126.130526150992</c:v>
                </c:pt>
                <c:pt idx="575">
                  <c:v>3130.2254388006231</c:v>
                </c:pt>
                <c:pt idx="576">
                  <c:v>3136.3675085779651</c:v>
                </c:pt>
                <c:pt idx="577">
                  <c:v>3138.7390170744184</c:v>
                </c:pt>
                <c:pt idx="578">
                  <c:v>3140.7517852153114</c:v>
                </c:pt>
                <c:pt idx="579">
                  <c:v>3149.9784851063891</c:v>
                </c:pt>
                <c:pt idx="580">
                  <c:v>3154.7432443583302</c:v>
                </c:pt>
                <c:pt idx="581">
                  <c:v>3158.6674716911698</c:v>
                </c:pt>
                <c:pt idx="582">
                  <c:v>3159.8513372978477</c:v>
                </c:pt>
                <c:pt idx="583">
                  <c:v>3164.4246273774665</c:v>
                </c:pt>
                <c:pt idx="584">
                  <c:v>3168.6722080345303</c:v>
                </c:pt>
                <c:pt idx="585">
                  <c:v>3169.4724097080989</c:v>
                </c:pt>
                <c:pt idx="586">
                  <c:v>3169.3293693161195</c:v>
                </c:pt>
                <c:pt idx="587">
                  <c:v>3173.4747267044008</c:v>
                </c:pt>
                <c:pt idx="588">
                  <c:v>3178.5866660470151</c:v>
                </c:pt>
                <c:pt idx="589">
                  <c:v>3181.4899761307906</c:v>
                </c:pt>
                <c:pt idx="590">
                  <c:v>3181.0971062905046</c:v>
                </c:pt>
                <c:pt idx="591">
                  <c:v>3184.8699676489459</c:v>
                </c:pt>
                <c:pt idx="592">
                  <c:v>3183.7809193215171</c:v>
                </c:pt>
                <c:pt idx="593">
                  <c:v>3188.150941436621</c:v>
                </c:pt>
                <c:pt idx="594">
                  <c:v>3200.0858938056463</c:v>
                </c:pt>
                <c:pt idx="595">
                  <c:v>3199.0232586510774</c:v>
                </c:pt>
                <c:pt idx="596">
                  <c:v>3200.5524736347706</c:v>
                </c:pt>
                <c:pt idx="597">
                  <c:v>3204.4384740413816</c:v>
                </c:pt>
                <c:pt idx="598">
                  <c:v>3208.4682118733026</c:v>
                </c:pt>
                <c:pt idx="599">
                  <c:v>3212.2879815630695</c:v>
                </c:pt>
                <c:pt idx="600">
                  <c:v>3214.6171600158091</c:v>
                </c:pt>
                <c:pt idx="601">
                  <c:v>3217.286129653633</c:v>
                </c:pt>
                <c:pt idx="602">
                  <c:v>3221.2977575131808</c:v>
                </c:pt>
                <c:pt idx="603">
                  <c:v>3220.1164862372375</c:v>
                </c:pt>
                <c:pt idx="604">
                  <c:v>3218.8417223307697</c:v>
                </c:pt>
                <c:pt idx="605">
                  <c:v>3223.7682917443917</c:v>
                </c:pt>
                <c:pt idx="606">
                  <c:v>3228.0731110250649</c:v>
                </c:pt>
                <c:pt idx="607">
                  <c:v>3232.4918925757311</c:v>
                </c:pt>
                <c:pt idx="608">
                  <c:v>3233.2761464440209</c:v>
                </c:pt>
                <c:pt idx="609">
                  <c:v>3235.7554026260959</c:v>
                </c:pt>
                <c:pt idx="610">
                  <c:v>3239.1447130809829</c:v>
                </c:pt>
                <c:pt idx="611">
                  <c:v>3241.7851140461153</c:v>
                </c:pt>
                <c:pt idx="612">
                  <c:v>3244.7805810531299</c:v>
                </c:pt>
                <c:pt idx="613">
                  <c:v>3246.583236061233</c:v>
                </c:pt>
                <c:pt idx="614">
                  <c:v>3248.733323592151</c:v>
                </c:pt>
                <c:pt idx="615">
                  <c:v>3252.6596863310124</c:v>
                </c:pt>
                <c:pt idx="616">
                  <c:v>3254.6197484533996</c:v>
                </c:pt>
                <c:pt idx="617">
                  <c:v>3258.4494040347763</c:v>
                </c:pt>
                <c:pt idx="618">
                  <c:v>3262.2754455442696</c:v>
                </c:pt>
                <c:pt idx="619">
                  <c:v>3264.2362277084603</c:v>
                </c:pt>
                <c:pt idx="620">
                  <c:v>3265.4440099732128</c:v>
                </c:pt>
                <c:pt idx="621">
                  <c:v>3267.6100331752223</c:v>
                </c:pt>
                <c:pt idx="622">
                  <c:v>3270.8869079600317</c:v>
                </c:pt>
                <c:pt idx="623">
                  <c:v>3275.0527677357413</c:v>
                </c:pt>
                <c:pt idx="624">
                  <c:v>3279.2190847287584</c:v>
                </c:pt>
                <c:pt idx="625">
                  <c:v>3279.2567781773596</c:v>
                </c:pt>
                <c:pt idx="626">
                  <c:v>3282.7183985828206</c:v>
                </c:pt>
                <c:pt idx="627">
                  <c:v>3285.3754117722347</c:v>
                </c:pt>
                <c:pt idx="628">
                  <c:v>3286.423255647228</c:v>
                </c:pt>
                <c:pt idx="629">
                  <c:v>3293.951185413307</c:v>
                </c:pt>
                <c:pt idx="630">
                  <c:v>3293.6959742299377</c:v>
                </c:pt>
                <c:pt idx="631">
                  <c:v>3302.7102858082562</c:v>
                </c:pt>
                <c:pt idx="632">
                  <c:v>3304.9413114661393</c:v>
                </c:pt>
                <c:pt idx="633">
                  <c:v>3308.2060463753423</c:v>
                </c:pt>
                <c:pt idx="634">
                  <c:v>3312.5293208071885</c:v>
                </c:pt>
                <c:pt idx="635">
                  <c:v>3313.6808992378628</c:v>
                </c:pt>
                <c:pt idx="636">
                  <c:v>3315.7954115899838</c:v>
                </c:pt>
                <c:pt idx="637">
                  <c:v>3320.949447555804</c:v>
                </c:pt>
                <c:pt idx="638">
                  <c:v>3324.5992348484488</c:v>
                </c:pt>
                <c:pt idx="639">
                  <c:v>3328.2714120043156</c:v>
                </c:pt>
                <c:pt idx="640">
                  <c:v>3331.7419390425366</c:v>
                </c:pt>
                <c:pt idx="641">
                  <c:v>3334.8281234763981</c:v>
                </c:pt>
                <c:pt idx="642">
                  <c:v>3339.3258116050119</c:v>
                </c:pt>
                <c:pt idx="643">
                  <c:v>3343.1730628980076</c:v>
                </c:pt>
                <c:pt idx="644">
                  <c:v>3347.0672858417074</c:v>
                </c:pt>
                <c:pt idx="645">
                  <c:v>3351.3769840050477</c:v>
                </c:pt>
                <c:pt idx="646">
                  <c:v>3354.4938309868994</c:v>
                </c:pt>
                <c:pt idx="647">
                  <c:v>3358.4278508972629</c:v>
                </c:pt>
                <c:pt idx="648">
                  <c:v>3361.843402079593</c:v>
                </c:pt>
                <c:pt idx="649">
                  <c:v>3366.2642125573393</c:v>
                </c:pt>
                <c:pt idx="650">
                  <c:v>3371.1256209524618</c:v>
                </c:pt>
                <c:pt idx="651">
                  <c:v>3374.9029419876388</c:v>
                </c:pt>
                <c:pt idx="652">
                  <c:v>3378.2137177671029</c:v>
                </c:pt>
                <c:pt idx="653">
                  <c:v>3383.8083156763651</c:v>
                </c:pt>
                <c:pt idx="654">
                  <c:v>3386.3005466920013</c:v>
                </c:pt>
                <c:pt idx="655">
                  <c:v>3390.9043041526197</c:v>
                </c:pt>
                <c:pt idx="656">
                  <c:v>3393.0436267424575</c:v>
                </c:pt>
                <c:pt idx="657">
                  <c:v>3392.6346340802002</c:v>
                </c:pt>
                <c:pt idx="658">
                  <c:v>3401.5485572112057</c:v>
                </c:pt>
                <c:pt idx="659">
                  <c:v>3400.8411321605527</c:v>
                </c:pt>
                <c:pt idx="660">
                  <c:v>3405.1772484341354</c:v>
                </c:pt>
                <c:pt idx="661">
                  <c:v>3412.6778934053118</c:v>
                </c:pt>
                <c:pt idx="662">
                  <c:v>3418.3279102704223</c:v>
                </c:pt>
                <c:pt idx="663">
                  <c:v>3421.5129191308715</c:v>
                </c:pt>
                <c:pt idx="664">
                  <c:v>3421.5044858735432</c:v>
                </c:pt>
                <c:pt idx="665">
                  <c:v>3420.1807196297677</c:v>
                </c:pt>
                <c:pt idx="666">
                  <c:v>3430.8735243624651</c:v>
                </c:pt>
                <c:pt idx="667">
                  <c:v>3437.1100720343629</c:v>
                </c:pt>
                <c:pt idx="668">
                  <c:v>3443.9760540614216</c:v>
                </c:pt>
                <c:pt idx="669">
                  <c:v>3444.3997216051812</c:v>
                </c:pt>
                <c:pt idx="670">
                  <c:v>3450.7514580089937</c:v>
                </c:pt>
                <c:pt idx="671">
                  <c:v>3457.8806579641059</c:v>
                </c:pt>
                <c:pt idx="672">
                  <c:v>3463.7785922787621</c:v>
                </c:pt>
                <c:pt idx="673">
                  <c:v>3466.4822007110793</c:v>
                </c:pt>
                <c:pt idx="674">
                  <c:v>3470.6003004962322</c:v>
                </c:pt>
                <c:pt idx="675">
                  <c:v>3474.8001992466998</c:v>
                </c:pt>
                <c:pt idx="676">
                  <c:v>3476.8292877191816</c:v>
                </c:pt>
                <c:pt idx="677">
                  <c:v>3474.5820405992167</c:v>
                </c:pt>
                <c:pt idx="678">
                  <c:v>3479.725841967308</c:v>
                </c:pt>
                <c:pt idx="679">
                  <c:v>3485.5857408054808</c:v>
                </c:pt>
                <c:pt idx="680">
                  <c:v>3490.1559785776926</c:v>
                </c:pt>
                <c:pt idx="681">
                  <c:v>3490.1512390361149</c:v>
                </c:pt>
                <c:pt idx="682">
                  <c:v>3491.902522699711</c:v>
                </c:pt>
                <c:pt idx="683">
                  <c:v>3495.7045947271063</c:v>
                </c:pt>
                <c:pt idx="684">
                  <c:v>3496.8912292965433</c:v>
                </c:pt>
                <c:pt idx="685">
                  <c:v>3502.4676146768197</c:v>
                </c:pt>
                <c:pt idx="686">
                  <c:v>3503.0579888021075</c:v>
                </c:pt>
                <c:pt idx="687">
                  <c:v>3510.8018446016454</c:v>
                </c:pt>
                <c:pt idx="688">
                  <c:v>3510.2342751073866</c:v>
                </c:pt>
                <c:pt idx="689">
                  <c:v>3514.3723770920233</c:v>
                </c:pt>
                <c:pt idx="690">
                  <c:v>3518.1263624913636</c:v>
                </c:pt>
                <c:pt idx="691">
                  <c:v>3521.4015902703427</c:v>
                </c:pt>
                <c:pt idx="692">
                  <c:v>3518.7735543241456</c:v>
                </c:pt>
                <c:pt idx="693">
                  <c:v>3521.6975696660193</c:v>
                </c:pt>
                <c:pt idx="694">
                  <c:v>3532.8823717723558</c:v>
                </c:pt>
                <c:pt idx="695">
                  <c:v>3543.2180523890429</c:v>
                </c:pt>
                <c:pt idx="696">
                  <c:v>3545.8296034279101</c:v>
                </c:pt>
                <c:pt idx="697">
                  <c:v>3552.9884341337879</c:v>
                </c:pt>
                <c:pt idx="698">
                  <c:v>3556.2752688186702</c:v>
                </c:pt>
                <c:pt idx="699">
                  <c:v>3557.9674267492592</c:v>
                </c:pt>
                <c:pt idx="700">
                  <c:v>3562.7246998824785</c:v>
                </c:pt>
                <c:pt idx="701">
                  <c:v>3565.9224227551222</c:v>
                </c:pt>
                <c:pt idx="702">
                  <c:v>3569.4185077126795</c:v>
                </c:pt>
                <c:pt idx="703">
                  <c:v>3566.1824331054759</c:v>
                </c:pt>
                <c:pt idx="704">
                  <c:v>3565.9262082746518</c:v>
                </c:pt>
                <c:pt idx="705">
                  <c:v>3565.9774742180989</c:v>
                </c:pt>
                <c:pt idx="706">
                  <c:v>3568.7659426209048</c:v>
                </c:pt>
                <c:pt idx="707">
                  <c:v>3568.6909603346567</c:v>
                </c:pt>
                <c:pt idx="708">
                  <c:v>3573.4196953685905</c:v>
                </c:pt>
                <c:pt idx="709">
                  <c:v>3580.7027982377749</c:v>
                </c:pt>
                <c:pt idx="710">
                  <c:v>3584.3489780905493</c:v>
                </c:pt>
                <c:pt idx="711">
                  <c:v>3588.063082584832</c:v>
                </c:pt>
                <c:pt idx="712">
                  <c:v>3592.3511090334678</c:v>
                </c:pt>
                <c:pt idx="713">
                  <c:v>3597.0295694837719</c:v>
                </c:pt>
                <c:pt idx="714">
                  <c:v>3601.0424358858108</c:v>
                </c:pt>
                <c:pt idx="715">
                  <c:v>3605.8974410862834</c:v>
                </c:pt>
                <c:pt idx="716">
                  <c:v>3610.4908862105849</c:v>
                </c:pt>
                <c:pt idx="717">
                  <c:v>3613.3386185974787</c:v>
                </c:pt>
                <c:pt idx="718">
                  <c:v>3616.1017198379996</c:v>
                </c:pt>
                <c:pt idx="719">
                  <c:v>3620.8625955222869</c:v>
                </c:pt>
                <c:pt idx="720">
                  <c:v>3619.9676972334969</c:v>
                </c:pt>
                <c:pt idx="721">
                  <c:v>3624.7465080497286</c:v>
                </c:pt>
                <c:pt idx="722">
                  <c:v>3625.5257096442656</c:v>
                </c:pt>
                <c:pt idx="723">
                  <c:v>3630.5611664509861</c:v>
                </c:pt>
                <c:pt idx="724">
                  <c:v>3631.0572834437044</c:v>
                </c:pt>
                <c:pt idx="725">
                  <c:v>3632.4358116734265</c:v>
                </c:pt>
                <c:pt idx="726">
                  <c:v>3638.4350826567052</c:v>
                </c:pt>
                <c:pt idx="727">
                  <c:v>3639.7044819391767</c:v>
                </c:pt>
                <c:pt idx="728">
                  <c:v>3645.9717750506093</c:v>
                </c:pt>
                <c:pt idx="729">
                  <c:v>3647.984076073089</c:v>
                </c:pt>
                <c:pt idx="730">
                  <c:v>3647.8546504804654</c:v>
                </c:pt>
                <c:pt idx="731">
                  <c:v>3654.9685059563531</c:v>
                </c:pt>
                <c:pt idx="732">
                  <c:v>3655.4000008842272</c:v>
                </c:pt>
                <c:pt idx="733">
                  <c:v>3658.8961568145737</c:v>
                </c:pt>
                <c:pt idx="734">
                  <c:v>3663.395227232239</c:v>
                </c:pt>
                <c:pt idx="735">
                  <c:v>3666.5411140430833</c:v>
                </c:pt>
                <c:pt idx="736">
                  <c:v>3669.1343685070515</c:v>
                </c:pt>
                <c:pt idx="737">
                  <c:v>3674.4207269411345</c:v>
                </c:pt>
                <c:pt idx="738">
                  <c:v>3678.9051408899986</c:v>
                </c:pt>
                <c:pt idx="739">
                  <c:v>3681.7563587472087</c:v>
                </c:pt>
                <c:pt idx="740">
                  <c:v>3686.746949810401</c:v>
                </c:pt>
                <c:pt idx="741">
                  <c:v>3689.6560574593577</c:v>
                </c:pt>
                <c:pt idx="742">
                  <c:v>3684.6440635757899</c:v>
                </c:pt>
                <c:pt idx="743">
                  <c:v>3687.3375587500095</c:v>
                </c:pt>
                <c:pt idx="744">
                  <c:v>3690.5671212530037</c:v>
                </c:pt>
                <c:pt idx="745">
                  <c:v>3693.4958502533095</c:v>
                </c:pt>
                <c:pt idx="746">
                  <c:v>3694.0094532698695</c:v>
                </c:pt>
                <c:pt idx="747">
                  <c:v>3699.0737957255478</c:v>
                </c:pt>
                <c:pt idx="748">
                  <c:v>3700.7411383105114</c:v>
                </c:pt>
                <c:pt idx="749">
                  <c:v>3699.0799769204068</c:v>
                </c:pt>
                <c:pt idx="750">
                  <c:v>3706.1616064608634</c:v>
                </c:pt>
                <c:pt idx="751">
                  <c:v>3709.5709282613539</c:v>
                </c:pt>
                <c:pt idx="752">
                  <c:v>3708.3814427062071</c:v>
                </c:pt>
                <c:pt idx="753">
                  <c:v>3710.2555562184984</c:v>
                </c:pt>
                <c:pt idx="754">
                  <c:v>3719.6987813572459</c:v>
                </c:pt>
                <c:pt idx="755">
                  <c:v>3725.1436127074135</c:v>
                </c:pt>
                <c:pt idx="756">
                  <c:v>3733.607149346014</c:v>
                </c:pt>
                <c:pt idx="757">
                  <c:v>3736.0847277359253</c:v>
                </c:pt>
                <c:pt idx="758">
                  <c:v>3739.735976786068</c:v>
                </c:pt>
                <c:pt idx="759">
                  <c:v>3743.1300010268706</c:v>
                </c:pt>
                <c:pt idx="760">
                  <c:v>3746.8707813234978</c:v>
                </c:pt>
                <c:pt idx="761">
                  <c:v>3750.1156442085148</c:v>
                </c:pt>
                <c:pt idx="762">
                  <c:v>3752.3170415258032</c:v>
                </c:pt>
                <c:pt idx="763">
                  <c:v>3754.1575242486369</c:v>
                </c:pt>
                <c:pt idx="764">
                  <c:v>3757.3690241898357</c:v>
                </c:pt>
                <c:pt idx="765">
                  <c:v>3758.458773460221</c:v>
                </c:pt>
                <c:pt idx="766">
                  <c:v>3760.2013757544637</c:v>
                </c:pt>
                <c:pt idx="767">
                  <c:v>3763.2451229424078</c:v>
                </c:pt>
                <c:pt idx="768">
                  <c:v>3765.7268071471844</c:v>
                </c:pt>
                <c:pt idx="769">
                  <c:v>3768.9986566279558</c:v>
                </c:pt>
                <c:pt idx="770">
                  <c:v>3771.2738342239163</c:v>
                </c:pt>
                <c:pt idx="771">
                  <c:v>3774.0849625624433</c:v>
                </c:pt>
                <c:pt idx="772">
                  <c:v>3776.7858940887663</c:v>
                </c:pt>
                <c:pt idx="773">
                  <c:v>3780.0082925569241</c:v>
                </c:pt>
                <c:pt idx="774">
                  <c:v>3783.0879524116608</c:v>
                </c:pt>
                <c:pt idx="775">
                  <c:v>3785.5300399099215</c:v>
                </c:pt>
                <c:pt idx="776">
                  <c:v>3787.9949358335534</c:v>
                </c:pt>
                <c:pt idx="777">
                  <c:v>3790.8819257778905</c:v>
                </c:pt>
                <c:pt idx="778">
                  <c:v>3792.7998267435928</c:v>
                </c:pt>
                <c:pt idx="779">
                  <c:v>3797.4246251448913</c:v>
                </c:pt>
                <c:pt idx="780">
                  <c:v>3799.6555182381544</c:v>
                </c:pt>
                <c:pt idx="781">
                  <c:v>3804.6979854697338</c:v>
                </c:pt>
                <c:pt idx="782">
                  <c:v>3806.4077276440948</c:v>
                </c:pt>
                <c:pt idx="783">
                  <c:v>3810.4505079452324</c:v>
                </c:pt>
                <c:pt idx="784">
                  <c:v>3811.1496626595799</c:v>
                </c:pt>
                <c:pt idx="785">
                  <c:v>3816.1006444137292</c:v>
                </c:pt>
                <c:pt idx="786">
                  <c:v>3824.9848530136433</c:v>
                </c:pt>
                <c:pt idx="787">
                  <c:v>3826.2530713393085</c:v>
                </c:pt>
                <c:pt idx="788">
                  <c:v>3825.9674705126508</c:v>
                </c:pt>
                <c:pt idx="789">
                  <c:v>3827.8497883771124</c:v>
                </c:pt>
                <c:pt idx="790">
                  <c:v>3833.0264090761284</c:v>
                </c:pt>
                <c:pt idx="791">
                  <c:v>3823.059563416914</c:v>
                </c:pt>
                <c:pt idx="792">
                  <c:v>3837.0112799204876</c:v>
                </c:pt>
                <c:pt idx="793">
                  <c:v>3832.4273093237784</c:v>
                </c:pt>
                <c:pt idx="794">
                  <c:v>3835.3230317471634</c:v>
                </c:pt>
                <c:pt idx="795">
                  <c:v>3834.1537733907662</c:v>
                </c:pt>
                <c:pt idx="796">
                  <c:v>3838.3942560177279</c:v>
                </c:pt>
                <c:pt idx="797">
                  <c:v>3844.3933975357977</c:v>
                </c:pt>
                <c:pt idx="798">
                  <c:v>3846.3531307178396</c:v>
                </c:pt>
                <c:pt idx="799">
                  <c:v>3846.7182332999714</c:v>
                </c:pt>
                <c:pt idx="800">
                  <c:v>3850.0193274552994</c:v>
                </c:pt>
                <c:pt idx="801">
                  <c:v>3856.1695860404479</c:v>
                </c:pt>
                <c:pt idx="802">
                  <c:v>3858.3561657982</c:v>
                </c:pt>
                <c:pt idx="803">
                  <c:v>3864.5022261594704</c:v>
                </c:pt>
                <c:pt idx="804">
                  <c:v>3870.8327718893943</c:v>
                </c:pt>
                <c:pt idx="805">
                  <c:v>3874.4718705313871</c:v>
                </c:pt>
                <c:pt idx="806">
                  <c:v>3876.7768972691633</c:v>
                </c:pt>
                <c:pt idx="807">
                  <c:v>3879.1500373776548</c:v>
                </c:pt>
                <c:pt idx="808">
                  <c:v>3882.8426007860871</c:v>
                </c:pt>
                <c:pt idx="809">
                  <c:v>3887.1533195240554</c:v>
                </c:pt>
                <c:pt idx="810">
                  <c:v>3888.5234916736381</c:v>
                </c:pt>
                <c:pt idx="811">
                  <c:v>3890.0539892880711</c:v>
                </c:pt>
                <c:pt idx="812">
                  <c:v>3894.0734518320851</c:v>
                </c:pt>
                <c:pt idx="813">
                  <c:v>3896.1246763685167</c:v>
                </c:pt>
                <c:pt idx="814">
                  <c:v>3900.1851633087663</c:v>
                </c:pt>
                <c:pt idx="815">
                  <c:v>3901.0401943302795</c:v>
                </c:pt>
                <c:pt idx="816">
                  <c:v>3903.2502615980275</c:v>
                </c:pt>
                <c:pt idx="817">
                  <c:v>3906.794151068063</c:v>
                </c:pt>
                <c:pt idx="818">
                  <c:v>3911.8491915375616</c:v>
                </c:pt>
                <c:pt idx="819">
                  <c:v>3910.810904286071</c:v>
                </c:pt>
                <c:pt idx="820">
                  <c:v>3916.8138938600878</c:v>
                </c:pt>
                <c:pt idx="821">
                  <c:v>3917.5146750083013</c:v>
                </c:pt>
                <c:pt idx="822">
                  <c:v>3920.4262576420915</c:v>
                </c:pt>
                <c:pt idx="823">
                  <c:v>3920.9665991168922</c:v>
                </c:pt>
                <c:pt idx="824">
                  <c:v>3923.7820102946171</c:v>
                </c:pt>
                <c:pt idx="825">
                  <c:v>3928.7489612103691</c:v>
                </c:pt>
                <c:pt idx="826">
                  <c:v>3934.2905620551655</c:v>
                </c:pt>
                <c:pt idx="827">
                  <c:v>3936.1887823786105</c:v>
                </c:pt>
                <c:pt idx="828">
                  <c:v>3940.4027948700505</c:v>
                </c:pt>
                <c:pt idx="829">
                  <c:v>3942.311672208546</c:v>
                </c:pt>
                <c:pt idx="830">
                  <c:v>3938.557286445237</c:v>
                </c:pt>
                <c:pt idx="831">
                  <c:v>3941.7691442276337</c:v>
                </c:pt>
                <c:pt idx="832">
                  <c:v>3944.5671466959375</c:v>
                </c:pt>
                <c:pt idx="833">
                  <c:v>3947.5598517970452</c:v>
                </c:pt>
                <c:pt idx="834">
                  <c:v>3949.8360884423032</c:v>
                </c:pt>
                <c:pt idx="835">
                  <c:v>3951.0851255799812</c:v>
                </c:pt>
                <c:pt idx="836">
                  <c:v>3952.4650194773994</c:v>
                </c:pt>
                <c:pt idx="837">
                  <c:v>3955.4391118438862</c:v>
                </c:pt>
                <c:pt idx="838">
                  <c:v>3958.5632453618828</c:v>
                </c:pt>
                <c:pt idx="839">
                  <c:v>3960.376982176831</c:v>
                </c:pt>
                <c:pt idx="840">
                  <c:v>3961.4681865019684</c:v>
                </c:pt>
                <c:pt idx="841">
                  <c:v>3964.9222251217334</c:v>
                </c:pt>
                <c:pt idx="842">
                  <c:v>3963.8738614636814</c:v>
                </c:pt>
                <c:pt idx="843">
                  <c:v>3968.4131530152617</c:v>
                </c:pt>
                <c:pt idx="844">
                  <c:v>3970.6056459106335</c:v>
                </c:pt>
                <c:pt idx="845">
                  <c:v>3983.1982678812051</c:v>
                </c:pt>
                <c:pt idx="846">
                  <c:v>3973.6469022599031</c:v>
                </c:pt>
                <c:pt idx="847">
                  <c:v>3988.5487972652445</c:v>
                </c:pt>
                <c:pt idx="848">
                  <c:v>3993.3155662058402</c:v>
                </c:pt>
                <c:pt idx="849">
                  <c:v>3986.8154210882894</c:v>
                </c:pt>
                <c:pt idx="850">
                  <c:v>3986.3686548141777</c:v>
                </c:pt>
                <c:pt idx="851">
                  <c:v>3992.4874248704755</c:v>
                </c:pt>
                <c:pt idx="852">
                  <c:v>3989.9541163354543</c:v>
                </c:pt>
                <c:pt idx="853">
                  <c:v>3997.3873566765637</c:v>
                </c:pt>
                <c:pt idx="854">
                  <c:v>4007.6316893595576</c:v>
                </c:pt>
                <c:pt idx="855">
                  <c:v>4002.5934484527197</c:v>
                </c:pt>
                <c:pt idx="856">
                  <c:v>4007.7548017253494</c:v>
                </c:pt>
                <c:pt idx="857">
                  <c:v>4012.1135634236498</c:v>
                </c:pt>
                <c:pt idx="858">
                  <c:v>4006.0213210121742</c:v>
                </c:pt>
                <c:pt idx="859">
                  <c:v>4015.2824446297709</c:v>
                </c:pt>
                <c:pt idx="860">
                  <c:v>4019.8452867181477</c:v>
                </c:pt>
                <c:pt idx="861">
                  <c:v>4021.4084128867098</c:v>
                </c:pt>
                <c:pt idx="862">
                  <c:v>4023.0693545936933</c:v>
                </c:pt>
                <c:pt idx="863">
                  <c:v>4024.8889818720518</c:v>
                </c:pt>
                <c:pt idx="864">
                  <c:v>4028.8176493524993</c:v>
                </c:pt>
                <c:pt idx="865">
                  <c:v>4031.8946556744645</c:v>
                </c:pt>
                <c:pt idx="866">
                  <c:v>4033.7168545349059</c:v>
                </c:pt>
                <c:pt idx="867">
                  <c:v>4035.6491415318073</c:v>
                </c:pt>
                <c:pt idx="868">
                  <c:v>4037.0963064121188</c:v>
                </c:pt>
                <c:pt idx="869">
                  <c:v>4039.981434363136</c:v>
                </c:pt>
                <c:pt idx="870">
                  <c:v>4043.6076959388156</c:v>
                </c:pt>
                <c:pt idx="871">
                  <c:v>4046.610597209215</c:v>
                </c:pt>
                <c:pt idx="872">
                  <c:v>4050.839796582351</c:v>
                </c:pt>
                <c:pt idx="873">
                  <c:v>4060.9617061132749</c:v>
                </c:pt>
                <c:pt idx="874">
                  <c:v>4064.5615236948092</c:v>
                </c:pt>
                <c:pt idx="875">
                  <c:v>4066.4337794965377</c:v>
                </c:pt>
                <c:pt idx="876">
                  <c:v>4069.9644120866014</c:v>
                </c:pt>
                <c:pt idx="877">
                  <c:v>4073.7211480136548</c:v>
                </c:pt>
                <c:pt idx="878">
                  <c:v>4075.9213778334824</c:v>
                </c:pt>
                <c:pt idx="879">
                  <c:v>4079.3671131754331</c:v>
                </c:pt>
                <c:pt idx="880">
                  <c:v>4081.8780624430465</c:v>
                </c:pt>
                <c:pt idx="881">
                  <c:v>4082.9774929999294</c:v>
                </c:pt>
                <c:pt idx="882">
                  <c:v>4087.5775987454854</c:v>
                </c:pt>
                <c:pt idx="883">
                  <c:v>4090.0250075539461</c:v>
                </c:pt>
                <c:pt idx="884">
                  <c:v>4091.7895350618364</c:v>
                </c:pt>
                <c:pt idx="885">
                  <c:v>4095.3790138977383</c:v>
                </c:pt>
                <c:pt idx="886">
                  <c:v>4097.6928448481012</c:v>
                </c:pt>
                <c:pt idx="887">
                  <c:v>4101.9820255160193</c:v>
                </c:pt>
                <c:pt idx="888">
                  <c:v>4104.0016607484868</c:v>
                </c:pt>
                <c:pt idx="889">
                  <c:v>4106.7344510139665</c:v>
                </c:pt>
                <c:pt idx="890">
                  <c:v>4108.2480533705784</c:v>
                </c:pt>
                <c:pt idx="891">
                  <c:v>4110.0348863511417</c:v>
                </c:pt>
                <c:pt idx="892">
                  <c:v>4111.5122202107386</c:v>
                </c:pt>
                <c:pt idx="893">
                  <c:v>4116.9696983619697</c:v>
                </c:pt>
                <c:pt idx="894">
                  <c:v>4120.7833789193992</c:v>
                </c:pt>
                <c:pt idx="895">
                  <c:v>4122.4714442283184</c:v>
                </c:pt>
                <c:pt idx="896">
                  <c:v>4124.1819401819148</c:v>
                </c:pt>
                <c:pt idx="897">
                  <c:v>4129.5600327803968</c:v>
                </c:pt>
                <c:pt idx="898">
                  <c:v>4133.4117800059839</c:v>
                </c:pt>
                <c:pt idx="899">
                  <c:v>4129.3796296190885</c:v>
                </c:pt>
                <c:pt idx="900">
                  <c:v>4139.8976508939732</c:v>
                </c:pt>
                <c:pt idx="901">
                  <c:v>4143.0997955959256</c:v>
                </c:pt>
                <c:pt idx="902">
                  <c:v>4146.6558346815063</c:v>
                </c:pt>
                <c:pt idx="903">
                  <c:v>4147.7850095884978</c:v>
                </c:pt>
                <c:pt idx="904">
                  <c:v>4148.8202791100875</c:v>
                </c:pt>
                <c:pt idx="905">
                  <c:v>4153.3541750804943</c:v>
                </c:pt>
                <c:pt idx="906">
                  <c:v>4155.9025703509651</c:v>
                </c:pt>
                <c:pt idx="907">
                  <c:v>4156.802640241458</c:v>
                </c:pt>
                <c:pt idx="908">
                  <c:v>4157.7522431028001</c:v>
                </c:pt>
                <c:pt idx="909">
                  <c:v>4160.6428180492485</c:v>
                </c:pt>
                <c:pt idx="910">
                  <c:v>4163.570510874054</c:v>
                </c:pt>
                <c:pt idx="911">
                  <c:v>4164.193992372253</c:v>
                </c:pt>
                <c:pt idx="912">
                  <c:v>4167.8416819622416</c:v>
                </c:pt>
                <c:pt idx="913">
                  <c:v>4170.0613912003028</c:v>
                </c:pt>
                <c:pt idx="914">
                  <c:v>4173.1297020236889</c:v>
                </c:pt>
                <c:pt idx="915">
                  <c:v>4176.3053838167116</c:v>
                </c:pt>
                <c:pt idx="916">
                  <c:v>4174.3430431927991</c:v>
                </c:pt>
                <c:pt idx="917">
                  <c:v>4182.1589814207318</c:v>
                </c:pt>
                <c:pt idx="918">
                  <c:v>4180.7666750699991</c:v>
                </c:pt>
                <c:pt idx="919">
                  <c:v>4184.2639486935932</c:v>
                </c:pt>
                <c:pt idx="920">
                  <c:v>4185.9812872379234</c:v>
                </c:pt>
                <c:pt idx="921">
                  <c:v>4190.0956559270116</c:v>
                </c:pt>
                <c:pt idx="922">
                  <c:v>4191.4667581339518</c:v>
                </c:pt>
                <c:pt idx="923">
                  <c:v>4194.8590717448897</c:v>
                </c:pt>
                <c:pt idx="924">
                  <c:v>4197.3117761692756</c:v>
                </c:pt>
                <c:pt idx="925">
                  <c:v>4201.0802405262984</c:v>
                </c:pt>
                <c:pt idx="926">
                  <c:v>4204.2196975883744</c:v>
                </c:pt>
                <c:pt idx="927">
                  <c:v>4206.6673160417777</c:v>
                </c:pt>
                <c:pt idx="928">
                  <c:v>4208.7459907986322</c:v>
                </c:pt>
                <c:pt idx="929">
                  <c:v>4211.5378424834871</c:v>
                </c:pt>
                <c:pt idx="930">
                  <c:v>4217.3546836346322</c:v>
                </c:pt>
                <c:pt idx="931">
                  <c:v>4221.9273954941345</c:v>
                </c:pt>
                <c:pt idx="932">
                  <c:v>4223.0399406681972</c:v>
                </c:pt>
                <c:pt idx="933">
                  <c:v>4226.5473661684009</c:v>
                </c:pt>
                <c:pt idx="934">
                  <c:v>4229.7736513166446</c:v>
                </c:pt>
                <c:pt idx="935">
                  <c:v>4232.2606778847867</c:v>
                </c:pt>
                <c:pt idx="936">
                  <c:v>4226.4175630021055</c:v>
                </c:pt>
                <c:pt idx="937">
                  <c:v>4229.2760150566573</c:v>
                </c:pt>
                <c:pt idx="938">
                  <c:v>4230.8173745017521</c:v>
                </c:pt>
                <c:pt idx="939">
                  <c:v>4237.506480605306</c:v>
                </c:pt>
                <c:pt idx="940">
                  <c:v>4236.9880389875489</c:v>
                </c:pt>
                <c:pt idx="941">
                  <c:v>4229.3149131662176</c:v>
                </c:pt>
                <c:pt idx="942">
                  <c:v>4232.5319599127724</c:v>
                </c:pt>
                <c:pt idx="943">
                  <c:v>4234.9904494607927</c:v>
                </c:pt>
                <c:pt idx="944">
                  <c:v>4241.6642495182241</c:v>
                </c:pt>
                <c:pt idx="945">
                  <c:v>4244.0016253958129</c:v>
                </c:pt>
                <c:pt idx="946">
                  <c:v>4249.7018400692987</c:v>
                </c:pt>
                <c:pt idx="947">
                  <c:v>4258.0120118885388</c:v>
                </c:pt>
                <c:pt idx="948">
                  <c:v>4261.4261098304196</c:v>
                </c:pt>
                <c:pt idx="949">
                  <c:v>4264.8423283787006</c:v>
                </c:pt>
                <c:pt idx="950">
                  <c:v>4269.304652917589</c:v>
                </c:pt>
                <c:pt idx="951">
                  <c:v>4271.8347320930861</c:v>
                </c:pt>
                <c:pt idx="952">
                  <c:v>4275.5290693641491</c:v>
                </c:pt>
                <c:pt idx="953">
                  <c:v>4278.9497489460045</c:v>
                </c:pt>
                <c:pt idx="954">
                  <c:v>4280.2919052971583</c:v>
                </c:pt>
                <c:pt idx="955">
                  <c:v>4282.0196967563079</c:v>
                </c:pt>
                <c:pt idx="956">
                  <c:v>4284.7980077269822</c:v>
                </c:pt>
                <c:pt idx="957">
                  <c:v>4285.0385078183672</c:v>
                </c:pt>
                <c:pt idx="958">
                  <c:v>4287.2220105411452</c:v>
                </c:pt>
                <c:pt idx="959">
                  <c:v>4290.1850372500885</c:v>
                </c:pt>
                <c:pt idx="960">
                  <c:v>4292.5610838001339</c:v>
                </c:pt>
                <c:pt idx="961">
                  <c:v>4294.8233408347942</c:v>
                </c:pt>
                <c:pt idx="962">
                  <c:v>4297.209395682492</c:v>
                </c:pt>
                <c:pt idx="963">
                  <c:v>4300.1938659573007</c:v>
                </c:pt>
                <c:pt idx="964">
                  <c:v>4303.8872058901161</c:v>
                </c:pt>
                <c:pt idx="965">
                  <c:v>4306.1518754732806</c:v>
                </c:pt>
                <c:pt idx="966">
                  <c:v>4311.1928780685148</c:v>
                </c:pt>
                <c:pt idx="967">
                  <c:v>4310.66006328394</c:v>
                </c:pt>
                <c:pt idx="968">
                  <c:v>4312.5670804328302</c:v>
                </c:pt>
                <c:pt idx="969">
                  <c:v>4314.9913626458965</c:v>
                </c:pt>
                <c:pt idx="970">
                  <c:v>4317.3227468198229</c:v>
                </c:pt>
                <c:pt idx="971">
                  <c:v>4320.1555112169062</c:v>
                </c:pt>
                <c:pt idx="972">
                  <c:v>4322.7230652545968</c:v>
                </c:pt>
                <c:pt idx="973">
                  <c:v>4326.5912622510223</c:v>
                </c:pt>
                <c:pt idx="974">
                  <c:v>4330.0217299266833</c:v>
                </c:pt>
                <c:pt idx="975">
                  <c:v>4333.9197828630067</c:v>
                </c:pt>
                <c:pt idx="976">
                  <c:v>4329.4875975979385</c:v>
                </c:pt>
                <c:pt idx="977">
                  <c:v>4340.0682546286871</c:v>
                </c:pt>
                <c:pt idx="978">
                  <c:v>4332.6171814131294</c:v>
                </c:pt>
                <c:pt idx="979">
                  <c:v>4342.3721985438024</c:v>
                </c:pt>
                <c:pt idx="980">
                  <c:v>4347.6227599824706</c:v>
                </c:pt>
                <c:pt idx="981">
                  <c:v>4349.6275623251931</c:v>
                </c:pt>
                <c:pt idx="982">
                  <c:v>4349.8782961840589</c:v>
                </c:pt>
                <c:pt idx="983">
                  <c:v>4351.8611491581833</c:v>
                </c:pt>
                <c:pt idx="984">
                  <c:v>4350.6112627612201</c:v>
                </c:pt>
                <c:pt idx="985">
                  <c:v>4355.4919508510839</c:v>
                </c:pt>
                <c:pt idx="986">
                  <c:v>4359.7648975666898</c:v>
                </c:pt>
                <c:pt idx="987">
                  <c:v>4362.5067026161805</c:v>
                </c:pt>
                <c:pt idx="988">
                  <c:v>4364.1583444513944</c:v>
                </c:pt>
                <c:pt idx="989">
                  <c:v>4366.3493668208457</c:v>
                </c:pt>
                <c:pt idx="990">
                  <c:v>4368.5048791192776</c:v>
                </c:pt>
                <c:pt idx="991">
                  <c:v>4371.6484723422345</c:v>
                </c:pt>
                <c:pt idx="992">
                  <c:v>4373.9342650460121</c:v>
                </c:pt>
                <c:pt idx="993">
                  <c:v>4375.623618428428</c:v>
                </c:pt>
                <c:pt idx="994">
                  <c:v>4378.7322576516472</c:v>
                </c:pt>
                <c:pt idx="995">
                  <c:v>4382.7921478577055</c:v>
                </c:pt>
                <c:pt idx="996">
                  <c:v>4386.7657697244658</c:v>
                </c:pt>
                <c:pt idx="997">
                  <c:v>4396.1252371077317</c:v>
                </c:pt>
                <c:pt idx="998">
                  <c:v>4399.4366214996453</c:v>
                </c:pt>
                <c:pt idx="999">
                  <c:v>4402.0220321642937</c:v>
                </c:pt>
                <c:pt idx="1000">
                  <c:v>4403.7453052438432</c:v>
                </c:pt>
                <c:pt idx="1001">
                  <c:v>4409.5343970290169</c:v>
                </c:pt>
                <c:pt idx="1002">
                  <c:v>4412.9839233832863</c:v>
                </c:pt>
                <c:pt idx="1003">
                  <c:v>4416.7294528340908</c:v>
                </c:pt>
                <c:pt idx="1004">
                  <c:v>4418.2963021325068</c:v>
                </c:pt>
                <c:pt idx="1005">
                  <c:v>4417.84784248711</c:v>
                </c:pt>
                <c:pt idx="1006">
                  <c:v>4417.5091755418389</c:v>
                </c:pt>
                <c:pt idx="1007">
                  <c:v>4419.2710160079223</c:v>
                </c:pt>
                <c:pt idx="1008">
                  <c:v>4421.6588205287426</c:v>
                </c:pt>
                <c:pt idx="1009">
                  <c:v>4430.2251013285386</c:v>
                </c:pt>
                <c:pt idx="1010">
                  <c:v>4432.0727820673483</c:v>
                </c:pt>
                <c:pt idx="1011">
                  <c:v>4435.0372730008276</c:v>
                </c:pt>
                <c:pt idx="1012">
                  <c:v>4437.4239962688571</c:v>
                </c:pt>
                <c:pt idx="1013">
                  <c:v>4440.5714929804662</c:v>
                </c:pt>
                <c:pt idx="1014">
                  <c:v>4444.6228076758898</c:v>
                </c:pt>
                <c:pt idx="1015">
                  <c:v>4446.6521774440444</c:v>
                </c:pt>
                <c:pt idx="1016">
                  <c:v>4447.2810014315119</c:v>
                </c:pt>
                <c:pt idx="1017">
                  <c:v>4447.1265232870192</c:v>
                </c:pt>
                <c:pt idx="1018">
                  <c:v>4450.1598943747294</c:v>
                </c:pt>
                <c:pt idx="1019">
                  <c:v>4452.2452705572523</c:v>
                </c:pt>
                <c:pt idx="1020">
                  <c:v>4454.7843971054863</c:v>
                </c:pt>
                <c:pt idx="1021">
                  <c:v>4457.3223883888259</c:v>
                </c:pt>
                <c:pt idx="1022">
                  <c:v>4458.6063057644851</c:v>
                </c:pt>
                <c:pt idx="1023">
                  <c:v>4461.1879633339322</c:v>
                </c:pt>
                <c:pt idx="1024">
                  <c:v>4464.6215971280189</c:v>
                </c:pt>
                <c:pt idx="1025">
                  <c:v>4460.4036527173257</c:v>
                </c:pt>
                <c:pt idx="1026">
                  <c:v>4463.2784258937263</c:v>
                </c:pt>
                <c:pt idx="1027">
                  <c:v>4466.8388045139855</c:v>
                </c:pt>
                <c:pt idx="1028">
                  <c:v>4468.7710229107906</c:v>
                </c:pt>
                <c:pt idx="1029">
                  <c:v>4472.4079598533508</c:v>
                </c:pt>
                <c:pt idx="1030">
                  <c:v>4475.1101280164257</c:v>
                </c:pt>
                <c:pt idx="1031">
                  <c:v>4476.7251342851878</c:v>
                </c:pt>
                <c:pt idx="1032">
                  <c:v>4477.2887528334122</c:v>
                </c:pt>
                <c:pt idx="1033">
                  <c:v>4483.711670017904</c:v>
                </c:pt>
                <c:pt idx="1034">
                  <c:v>4483.4381405550721</c:v>
                </c:pt>
                <c:pt idx="1035">
                  <c:v>4483.8332793460031</c:v>
                </c:pt>
                <c:pt idx="1036">
                  <c:v>4488.5268914893686</c:v>
                </c:pt>
                <c:pt idx="1037">
                  <c:v>4488.6700127560407</c:v>
                </c:pt>
                <c:pt idx="1038">
                  <c:v>4492.7116501892924</c:v>
                </c:pt>
                <c:pt idx="1039">
                  <c:v>4500.6691913824643</c:v>
                </c:pt>
                <c:pt idx="1040">
                  <c:v>4501.51099516867</c:v>
                </c:pt>
                <c:pt idx="1041">
                  <c:v>4506.3881250461054</c:v>
                </c:pt>
                <c:pt idx="1042">
                  <c:v>4505.4207591973754</c:v>
                </c:pt>
                <c:pt idx="1043">
                  <c:v>4511.9470725102738</c:v>
                </c:pt>
                <c:pt idx="1044">
                  <c:v>4515.0018354922013</c:v>
                </c:pt>
                <c:pt idx="1045">
                  <c:v>4517.9291787372431</c:v>
                </c:pt>
                <c:pt idx="1046">
                  <c:v>4520.5002747828439</c:v>
                </c:pt>
                <c:pt idx="1047">
                  <c:v>4520.748456085139</c:v>
                </c:pt>
                <c:pt idx="1048">
                  <c:v>4524.3450568922926</c:v>
                </c:pt>
                <c:pt idx="1049">
                  <c:v>4527.4594516107409</c:v>
                </c:pt>
                <c:pt idx="1050">
                  <c:v>4530.2080361832341</c:v>
                </c:pt>
                <c:pt idx="1051">
                  <c:v>4532.2318798141987</c:v>
                </c:pt>
                <c:pt idx="1052">
                  <c:v>4533.4614933239773</c:v>
                </c:pt>
                <c:pt idx="1053">
                  <c:v>4536.0547309617587</c:v>
                </c:pt>
                <c:pt idx="1054">
                  <c:v>4538.9204566855024</c:v>
                </c:pt>
                <c:pt idx="1055">
                  <c:v>4541.8726099101123</c:v>
                </c:pt>
                <c:pt idx="1056">
                  <c:v>4544.6699966241795</c:v>
                </c:pt>
                <c:pt idx="1057">
                  <c:v>4547.6894533236818</c:v>
                </c:pt>
                <c:pt idx="1058">
                  <c:v>4551.3283621435758</c:v>
                </c:pt>
                <c:pt idx="1059">
                  <c:v>4552.3357338844025</c:v>
                </c:pt>
                <c:pt idx="1060">
                  <c:v>4556.3490255401503</c:v>
                </c:pt>
                <c:pt idx="1061">
                  <c:v>4558.5706381907321</c:v>
                </c:pt>
                <c:pt idx="1062">
                  <c:v>4561.5722724014577</c:v>
                </c:pt>
                <c:pt idx="1063">
                  <c:v>4566.6627862237528</c:v>
                </c:pt>
                <c:pt idx="1064">
                  <c:v>4569.6703529153801</c:v>
                </c:pt>
                <c:pt idx="1065">
                  <c:v>4569.8640522734031</c:v>
                </c:pt>
                <c:pt idx="1066">
                  <c:v>4569.7642922772566</c:v>
                </c:pt>
                <c:pt idx="1067">
                  <c:v>4575.5156372025813</c:v>
                </c:pt>
                <c:pt idx="1068">
                  <c:v>4575.2215566293489</c:v>
                </c:pt>
                <c:pt idx="1069">
                  <c:v>4583.2098004857253</c:v>
                </c:pt>
                <c:pt idx="1070">
                  <c:v>4585.5462523230653</c:v>
                </c:pt>
                <c:pt idx="1071">
                  <c:v>4586.5473944290616</c:v>
                </c:pt>
                <c:pt idx="1072">
                  <c:v>4590.896191777425</c:v>
                </c:pt>
                <c:pt idx="1073">
                  <c:v>4588.824599734452</c:v>
                </c:pt>
                <c:pt idx="1074">
                  <c:v>4596.1304803762241</c:v>
                </c:pt>
                <c:pt idx="1075">
                  <c:v>4596.4406751486558</c:v>
                </c:pt>
                <c:pt idx="1076">
                  <c:v>4598.599791825487</c:v>
                </c:pt>
                <c:pt idx="1077">
                  <c:v>4604.6098496116865</c:v>
                </c:pt>
                <c:pt idx="1078">
                  <c:v>4605.6072741481266</c:v>
                </c:pt>
                <c:pt idx="1079">
                  <c:v>4607.3927878489285</c:v>
                </c:pt>
                <c:pt idx="1080">
                  <c:v>4611.1299359500481</c:v>
                </c:pt>
                <c:pt idx="1081">
                  <c:v>4613.1502339102663</c:v>
                </c:pt>
                <c:pt idx="1082">
                  <c:v>4616.4901673515433</c:v>
                </c:pt>
                <c:pt idx="1083">
                  <c:v>4619.513737166294</c:v>
                </c:pt>
                <c:pt idx="1084">
                  <c:v>4621.6385308644403</c:v>
                </c:pt>
                <c:pt idx="1085">
                  <c:v>4624.3199934998538</c:v>
                </c:pt>
                <c:pt idx="1086">
                  <c:v>4626.9089532407606</c:v>
                </c:pt>
                <c:pt idx="1087">
                  <c:v>4629.5060416048236</c:v>
                </c:pt>
                <c:pt idx="1088">
                  <c:v>4632.2829330822469</c:v>
                </c:pt>
                <c:pt idx="1089">
                  <c:v>4635.3618937426527</c:v>
                </c:pt>
                <c:pt idx="1090">
                  <c:v>4637.8213926216013</c:v>
                </c:pt>
                <c:pt idx="1091">
                  <c:v>4640.4590831701935</c:v>
                </c:pt>
                <c:pt idx="1092">
                  <c:v>4642.1523712657827</c:v>
                </c:pt>
                <c:pt idx="1093">
                  <c:v>4645.6185491339929</c:v>
                </c:pt>
                <c:pt idx="1094">
                  <c:v>4647.6595343892332</c:v>
                </c:pt>
                <c:pt idx="1095">
                  <c:v>4652.139407778257</c:v>
                </c:pt>
                <c:pt idx="1096">
                  <c:v>4654.7073781354193</c:v>
                </c:pt>
                <c:pt idx="1097">
                  <c:v>4657.1310336211009</c:v>
                </c:pt>
                <c:pt idx="1098">
                  <c:v>4657.3631231762447</c:v>
                </c:pt>
                <c:pt idx="1099">
                  <c:v>4664.1830892407024</c:v>
                </c:pt>
                <c:pt idx="1100">
                  <c:v>4665.048571258003</c:v>
                </c:pt>
                <c:pt idx="1101">
                  <c:v>4670.4518209488124</c:v>
                </c:pt>
                <c:pt idx="1102">
                  <c:v>4673.5551144659394</c:v>
                </c:pt>
                <c:pt idx="1103">
                  <c:v>4678.7520778696398</c:v>
                </c:pt>
                <c:pt idx="1104">
                  <c:v>4681.7643410773808</c:v>
                </c:pt>
                <c:pt idx="1105">
                  <c:v>4684.5841734458645</c:v>
                </c:pt>
                <c:pt idx="1106">
                  <c:v>4687.543447483924</c:v>
                </c:pt>
                <c:pt idx="1107">
                  <c:v>4689.9018686244244</c:v>
                </c:pt>
                <c:pt idx="1108">
                  <c:v>4693.3148096079913</c:v>
                </c:pt>
                <c:pt idx="1109">
                  <c:v>4695.97891939291</c:v>
                </c:pt>
                <c:pt idx="1110">
                  <c:v>4697.2634852750434</c:v>
                </c:pt>
                <c:pt idx="1111">
                  <c:v>4699.2356587735476</c:v>
                </c:pt>
                <c:pt idx="1112">
                  <c:v>4699.2880007931026</c:v>
                </c:pt>
                <c:pt idx="1113">
                  <c:v>4701.4242498577833</c:v>
                </c:pt>
                <c:pt idx="1114">
                  <c:v>4703.8450797791156</c:v>
                </c:pt>
                <c:pt idx="1115">
                  <c:v>4704.3021482207605</c:v>
                </c:pt>
                <c:pt idx="1116">
                  <c:v>4706.6374960708399</c:v>
                </c:pt>
                <c:pt idx="1117">
                  <c:v>4709.571587819968</c:v>
                </c:pt>
                <c:pt idx="1118">
                  <c:v>4712.1820225051397</c:v>
                </c:pt>
                <c:pt idx="1119">
                  <c:v>4715.2358574377095</c:v>
                </c:pt>
                <c:pt idx="1120">
                  <c:v>4720.5870336164699</c:v>
                </c:pt>
                <c:pt idx="1121">
                  <c:v>4723.8618747042792</c:v>
                </c:pt>
                <c:pt idx="1122">
                  <c:v>4726.3793021601632</c:v>
                </c:pt>
                <c:pt idx="1123">
                  <c:v>4727.9008837151068</c:v>
                </c:pt>
                <c:pt idx="1124">
                  <c:v>4731.263788376451</c:v>
                </c:pt>
                <c:pt idx="1125">
                  <c:v>4734.0096323361377</c:v>
                </c:pt>
                <c:pt idx="1126">
                  <c:v>4733.700651697709</c:v>
                </c:pt>
                <c:pt idx="1127">
                  <c:v>4733.9375161439784</c:v>
                </c:pt>
                <c:pt idx="1128">
                  <c:v>4737.800408268412</c:v>
                </c:pt>
                <c:pt idx="1129">
                  <c:v>4736.5703103151454</c:v>
                </c:pt>
                <c:pt idx="1130">
                  <c:v>4740.9185386038698</c:v>
                </c:pt>
                <c:pt idx="1131">
                  <c:v>4743.9894859727701</c:v>
                </c:pt>
                <c:pt idx="1132">
                  <c:v>4745.7397510580013</c:v>
                </c:pt>
                <c:pt idx="1133">
                  <c:v>4748.3739658365239</c:v>
                </c:pt>
                <c:pt idx="1134">
                  <c:v>4745.4031666694937</c:v>
                </c:pt>
                <c:pt idx="1135">
                  <c:v>4749.2577994446365</c:v>
                </c:pt>
                <c:pt idx="1136">
                  <c:v>4754.267084235712</c:v>
                </c:pt>
                <c:pt idx="1137">
                  <c:v>4756.9042193673995</c:v>
                </c:pt>
                <c:pt idx="1138">
                  <c:v>4756.7108461149419</c:v>
                </c:pt>
                <c:pt idx="1139">
                  <c:v>4758.6578611294062</c:v>
                </c:pt>
                <c:pt idx="1140">
                  <c:v>4758.7420912783455</c:v>
                </c:pt>
                <c:pt idx="1141">
                  <c:v>4762.705251887317</c:v>
                </c:pt>
                <c:pt idx="1142">
                  <c:v>4764.8897505830246</c:v>
                </c:pt>
                <c:pt idx="1143">
                  <c:v>4766.6500589996922</c:v>
                </c:pt>
                <c:pt idx="1144">
                  <c:v>4768.4914340879341</c:v>
                </c:pt>
                <c:pt idx="1145">
                  <c:v>4771.6675710797135</c:v>
                </c:pt>
                <c:pt idx="1146">
                  <c:v>4774.5970994578884</c:v>
                </c:pt>
                <c:pt idx="1147">
                  <c:v>4778.1367793658901</c:v>
                </c:pt>
                <c:pt idx="1148">
                  <c:v>4778.8116077644609</c:v>
                </c:pt>
                <c:pt idx="1149">
                  <c:v>4781.7373466471327</c:v>
                </c:pt>
                <c:pt idx="1150">
                  <c:v>4782.4433879855033</c:v>
                </c:pt>
                <c:pt idx="1151">
                  <c:v>4784.8596439418743</c:v>
                </c:pt>
                <c:pt idx="1152">
                  <c:v>4787.0885758593977</c:v>
                </c:pt>
                <c:pt idx="1153">
                  <c:v>4789.1315392360975</c:v>
                </c:pt>
                <c:pt idx="1154">
                  <c:v>4791.4343225271459</c:v>
                </c:pt>
                <c:pt idx="1155">
                  <c:v>4793.9708616627577</c:v>
                </c:pt>
                <c:pt idx="1156">
                  <c:v>4797.4746539163625</c:v>
                </c:pt>
                <c:pt idx="1157">
                  <c:v>4800.9971185787435</c:v>
                </c:pt>
                <c:pt idx="1158">
                  <c:v>4802.2171577173312</c:v>
                </c:pt>
                <c:pt idx="1159">
                  <c:v>4808.5010342859223</c:v>
                </c:pt>
                <c:pt idx="1160">
                  <c:v>4808.5092496604602</c:v>
                </c:pt>
                <c:pt idx="1161">
                  <c:v>4809.5977630530451</c:v>
                </c:pt>
                <c:pt idx="1162">
                  <c:v>4816.4836987334147</c:v>
                </c:pt>
                <c:pt idx="1163">
                  <c:v>4818.6705241301188</c:v>
                </c:pt>
                <c:pt idx="1164">
                  <c:v>4822.5234574352353</c:v>
                </c:pt>
                <c:pt idx="1165">
                  <c:v>4811.5873741789765</c:v>
                </c:pt>
                <c:pt idx="1166">
                  <c:v>4819.911491073075</c:v>
                </c:pt>
                <c:pt idx="1167">
                  <c:v>4816.2514334966099</c:v>
                </c:pt>
                <c:pt idx="1168">
                  <c:v>4825.0744659608017</c:v>
                </c:pt>
                <c:pt idx="1169">
                  <c:v>4814.6888209767167</c:v>
                </c:pt>
                <c:pt idx="1170">
                  <c:v>4815.4462364012834</c:v>
                </c:pt>
                <c:pt idx="1171">
                  <c:v>4827.4791977720042</c:v>
                </c:pt>
                <c:pt idx="1172">
                  <c:v>4828.0667289207122</c:v>
                </c:pt>
                <c:pt idx="1173">
                  <c:v>4825.9158487449358</c:v>
                </c:pt>
                <c:pt idx="1174">
                  <c:v>4829.8608425970624</c:v>
                </c:pt>
                <c:pt idx="1175">
                  <c:v>4830.7277377167702</c:v>
                </c:pt>
                <c:pt idx="1176">
                  <c:v>4833.3307745296588</c:v>
                </c:pt>
                <c:pt idx="1177">
                  <c:v>4836.1681494827026</c:v>
                </c:pt>
                <c:pt idx="1178">
                  <c:v>4837.5896090361402</c:v>
                </c:pt>
                <c:pt idx="1179">
                  <c:v>4839.6895782797947</c:v>
                </c:pt>
                <c:pt idx="1180">
                  <c:v>4841.714630521853</c:v>
                </c:pt>
                <c:pt idx="1181">
                  <c:v>4843.8245309059248</c:v>
                </c:pt>
                <c:pt idx="1182">
                  <c:v>4845.7302311322665</c:v>
                </c:pt>
                <c:pt idx="1183">
                  <c:v>4848.1647521493951</c:v>
                </c:pt>
                <c:pt idx="1184">
                  <c:v>4850.5154697421603</c:v>
                </c:pt>
                <c:pt idx="1185">
                  <c:v>4851.0911789890406</c:v>
                </c:pt>
                <c:pt idx="1186">
                  <c:v>4853.118906597274</c:v>
                </c:pt>
                <c:pt idx="1187">
                  <c:v>4854.4406308030311</c:v>
                </c:pt>
                <c:pt idx="1188">
                  <c:v>4862.6841104990062</c:v>
                </c:pt>
                <c:pt idx="1189">
                  <c:v>4860.9794951552076</c:v>
                </c:pt>
                <c:pt idx="1190">
                  <c:v>4865.7412154939611</c:v>
                </c:pt>
                <c:pt idx="1191">
                  <c:v>4864.1102273633505</c:v>
                </c:pt>
                <c:pt idx="1192">
                  <c:v>4863.9482631449246</c:v>
                </c:pt>
                <c:pt idx="1193">
                  <c:v>4859.1023125778656</c:v>
                </c:pt>
                <c:pt idx="1194">
                  <c:v>4863.8787605766183</c:v>
                </c:pt>
                <c:pt idx="1195">
                  <c:v>4881.3515498500592</c:v>
                </c:pt>
                <c:pt idx="1196">
                  <c:v>4864.2932507340465</c:v>
                </c:pt>
                <c:pt idx="1197">
                  <c:v>4877.6960224432723</c:v>
                </c:pt>
                <c:pt idx="1198">
                  <c:v>4873.962080769249</c:v>
                </c:pt>
                <c:pt idx="1199">
                  <c:v>4884.6445415442431</c:v>
                </c:pt>
                <c:pt idx="1200">
                  <c:v>4890.3145082688889</c:v>
                </c:pt>
                <c:pt idx="1201">
                  <c:v>4892.3781871744332</c:v>
                </c:pt>
                <c:pt idx="1202">
                  <c:v>4892.4155422152489</c:v>
                </c:pt>
                <c:pt idx="1203">
                  <c:v>4886.3710475297694</c:v>
                </c:pt>
                <c:pt idx="1204">
                  <c:v>4896.8537695656451</c:v>
                </c:pt>
                <c:pt idx="1205">
                  <c:v>4891.887502548162</c:v>
                </c:pt>
                <c:pt idx="1206">
                  <c:v>4894.941704841538</c:v>
                </c:pt>
                <c:pt idx="1207">
                  <c:v>4895.8012799944636</c:v>
                </c:pt>
                <c:pt idx="1208">
                  <c:v>4897.0486313705896</c:v>
                </c:pt>
                <c:pt idx="1209">
                  <c:v>4900.3185606961706</c:v>
                </c:pt>
                <c:pt idx="1210">
                  <c:v>4901.9183214130844</c:v>
                </c:pt>
                <c:pt idx="1211">
                  <c:v>4903.3418770331427</c:v>
                </c:pt>
                <c:pt idx="1212">
                  <c:v>4906.246175491513</c:v>
                </c:pt>
                <c:pt idx="1213">
                  <c:v>4912.0161154677708</c:v>
                </c:pt>
                <c:pt idx="1214">
                  <c:v>4923.4917009331994</c:v>
                </c:pt>
                <c:pt idx="1215">
                  <c:v>4927.1042741452529</c:v>
                </c:pt>
                <c:pt idx="1216">
                  <c:v>4929.373912196912</c:v>
                </c:pt>
                <c:pt idx="1217">
                  <c:v>4931.1155599647263</c:v>
                </c:pt>
                <c:pt idx="1218">
                  <c:v>4933.8705942373517</c:v>
                </c:pt>
                <c:pt idx="1219">
                  <c:v>4937.484664845887</c:v>
                </c:pt>
                <c:pt idx="1220">
                  <c:v>4937.1911641402676</c:v>
                </c:pt>
                <c:pt idx="1221">
                  <c:v>4940.2151010155849</c:v>
                </c:pt>
                <c:pt idx="1222">
                  <c:v>4943.868055782511</c:v>
                </c:pt>
                <c:pt idx="1223">
                  <c:v>4944.9377798923124</c:v>
                </c:pt>
                <c:pt idx="1224">
                  <c:v>4950.3707235817974</c:v>
                </c:pt>
                <c:pt idx="1225">
                  <c:v>4949.8836782448179</c:v>
                </c:pt>
                <c:pt idx="1226">
                  <c:v>4955.1722701462522</c:v>
                </c:pt>
                <c:pt idx="1227">
                  <c:v>4956.6082373459367</c:v>
                </c:pt>
                <c:pt idx="1228">
                  <c:v>4958.4589481839002</c:v>
                </c:pt>
                <c:pt idx="1229">
                  <c:v>4961.6968647705498</c:v>
                </c:pt>
                <c:pt idx="1230">
                  <c:v>4963.6561023361883</c:v>
                </c:pt>
                <c:pt idx="1231">
                  <c:v>4967.0637093993446</c:v>
                </c:pt>
                <c:pt idx="1232">
                  <c:v>4965.3248472558171</c:v>
                </c:pt>
                <c:pt idx="1233">
                  <c:v>4969.0752234313231</c:v>
                </c:pt>
                <c:pt idx="1234">
                  <c:v>4965.6523711991504</c:v>
                </c:pt>
                <c:pt idx="1235">
                  <c:v>4963.2134465707604</c:v>
                </c:pt>
                <c:pt idx="1236">
                  <c:v>4968.879567897211</c:v>
                </c:pt>
                <c:pt idx="1237">
                  <c:v>4970.7173119585195</c:v>
                </c:pt>
                <c:pt idx="1238">
                  <c:v>4974.8775964914585</c:v>
                </c:pt>
                <c:pt idx="1239">
                  <c:v>4978.1133310221776</c:v>
                </c:pt>
                <c:pt idx="1240">
                  <c:v>4978.5664350133939</c:v>
                </c:pt>
                <c:pt idx="1241">
                  <c:v>4982.0477496752537</c:v>
                </c:pt>
                <c:pt idx="1242">
                  <c:v>4984.2392418452564</c:v>
                </c:pt>
                <c:pt idx="1243">
                  <c:v>4985.0766380511704</c:v>
                </c:pt>
                <c:pt idx="1244">
                  <c:v>4987.7613203530382</c:v>
                </c:pt>
                <c:pt idx="1245">
                  <c:v>4989.9132399942937</c:v>
                </c:pt>
                <c:pt idx="1246">
                  <c:v>4991.4319803368953</c:v>
                </c:pt>
                <c:pt idx="1247">
                  <c:v>4994.161449614523</c:v>
                </c:pt>
                <c:pt idx="1248">
                  <c:v>4996.0985180034895</c:v>
                </c:pt>
                <c:pt idx="1249">
                  <c:v>4997.7415698811601</c:v>
                </c:pt>
                <c:pt idx="1250">
                  <c:v>4999.2987964280946</c:v>
                </c:pt>
                <c:pt idx="1251">
                  <c:v>5003.8069483168765</c:v>
                </c:pt>
                <c:pt idx="1252">
                  <c:v>5001.1063616011597</c:v>
                </c:pt>
                <c:pt idx="1253">
                  <c:v>5004.1473992916908</c:v>
                </c:pt>
                <c:pt idx="1254">
                  <c:v>5004.0745524875019</c:v>
                </c:pt>
                <c:pt idx="1255">
                  <c:v>5012.7205966710826</c:v>
                </c:pt>
                <c:pt idx="1256">
                  <c:v>5014.2217751498356</c:v>
                </c:pt>
                <c:pt idx="1257">
                  <c:v>5017.7263747269089</c:v>
                </c:pt>
                <c:pt idx="1258">
                  <c:v>5015.1531506367874</c:v>
                </c:pt>
                <c:pt idx="1259">
                  <c:v>5021.3400143389827</c:v>
                </c:pt>
                <c:pt idx="1260">
                  <c:v>5022.4292254027432</c:v>
                </c:pt>
                <c:pt idx="1261">
                  <c:v>5004.2026867205113</c:v>
                </c:pt>
                <c:pt idx="1262">
                  <c:v>5025.1185686638564</c:v>
                </c:pt>
                <c:pt idx="1263">
                  <c:v>5018.8455312193691</c:v>
                </c:pt>
                <c:pt idx="1264">
                  <c:v>5024.867859341668</c:v>
                </c:pt>
                <c:pt idx="1265">
                  <c:v>5025.1222048052532</c:v>
                </c:pt>
                <c:pt idx="1266">
                  <c:v>5011.0893326389887</c:v>
                </c:pt>
                <c:pt idx="1267">
                  <c:v>5028.4059579097229</c:v>
                </c:pt>
                <c:pt idx="1268">
                  <c:v>5023.260774129586</c:v>
                </c:pt>
                <c:pt idx="1269">
                  <c:v>5028.8785046926587</c:v>
                </c:pt>
                <c:pt idx="1270">
                  <c:v>5028.1509497818934</c:v>
                </c:pt>
                <c:pt idx="1271">
                  <c:v>5032.4205178613984</c:v>
                </c:pt>
                <c:pt idx="1272">
                  <c:v>5035.2428245103529</c:v>
                </c:pt>
                <c:pt idx="1273">
                  <c:v>5038.2211533754662</c:v>
                </c:pt>
                <c:pt idx="1274">
                  <c:v>5038.9530256697644</c:v>
                </c:pt>
                <c:pt idx="1275">
                  <c:v>5039.880574672733</c:v>
                </c:pt>
                <c:pt idx="1276">
                  <c:v>5042.2463891916268</c:v>
                </c:pt>
                <c:pt idx="1277">
                  <c:v>5044.4730734950163</c:v>
                </c:pt>
                <c:pt idx="1278">
                  <c:v>5045.9515396188062</c:v>
                </c:pt>
                <c:pt idx="1279">
                  <c:v>5048.3687402322175</c:v>
                </c:pt>
                <c:pt idx="1280">
                  <c:v>5050.0121474220095</c:v>
                </c:pt>
                <c:pt idx="1281">
                  <c:v>5051.4351575614837</c:v>
                </c:pt>
                <c:pt idx="1282">
                  <c:v>5053.8207174054096</c:v>
                </c:pt>
                <c:pt idx="1283">
                  <c:v>5059.3299819800504</c:v>
                </c:pt>
                <c:pt idx="1284">
                  <c:v>5053.6837263297775</c:v>
                </c:pt>
                <c:pt idx="1285">
                  <c:v>5061.4832695908472</c:v>
                </c:pt>
                <c:pt idx="1286">
                  <c:v>5058.0943238026539</c:v>
                </c:pt>
                <c:pt idx="1287">
                  <c:v>5061.1557069730616</c:v>
                </c:pt>
                <c:pt idx="1288">
                  <c:v>5063.6333230199025</c:v>
                </c:pt>
                <c:pt idx="1289">
                  <c:v>5077.3752172904342</c:v>
                </c:pt>
                <c:pt idx="1290">
                  <c:v>5080.0769310231008</c:v>
                </c:pt>
                <c:pt idx="1291">
                  <c:v>5080.8790193939631</c:v>
                </c:pt>
                <c:pt idx="1292">
                  <c:v>5070.1610374609409</c:v>
                </c:pt>
                <c:pt idx="1293">
                  <c:v>5068.1387632528285</c:v>
                </c:pt>
                <c:pt idx="1294">
                  <c:v>5089.4028433695412</c:v>
                </c:pt>
                <c:pt idx="1295">
                  <c:v>5073.5191821065673</c:v>
                </c:pt>
                <c:pt idx="1296">
                  <c:v>5080.8598025528618</c:v>
                </c:pt>
                <c:pt idx="1297">
                  <c:v>5093.409098142748</c:v>
                </c:pt>
                <c:pt idx="1298">
                  <c:v>5084.0105543906593</c:v>
                </c:pt>
                <c:pt idx="1299">
                  <c:v>5092.756348423809</c:v>
                </c:pt>
                <c:pt idx="1300">
                  <c:v>5095.0319509264809</c:v>
                </c:pt>
                <c:pt idx="1301">
                  <c:v>5096.2318594785656</c:v>
                </c:pt>
                <c:pt idx="1302">
                  <c:v>5099.7554308597719</c:v>
                </c:pt>
                <c:pt idx="1303">
                  <c:v>5097.1996589520313</c:v>
                </c:pt>
                <c:pt idx="1304">
                  <c:v>5099.7258634314776</c:v>
                </c:pt>
                <c:pt idx="1305">
                  <c:v>5102.7656466881381</c:v>
                </c:pt>
                <c:pt idx="1306">
                  <c:v>5102.4750102708367</c:v>
                </c:pt>
                <c:pt idx="1307">
                  <c:v>5114.1447038495062</c:v>
                </c:pt>
                <c:pt idx="1308">
                  <c:v>5119.8544105110104</c:v>
                </c:pt>
                <c:pt idx="1309">
                  <c:v>5123.402147333868</c:v>
                </c:pt>
                <c:pt idx="1310">
                  <c:v>5125.1239723593344</c:v>
                </c:pt>
                <c:pt idx="1311">
                  <c:v>5127.2041632471883</c:v>
                </c:pt>
                <c:pt idx="1312">
                  <c:v>5130.8983186621863</c:v>
                </c:pt>
                <c:pt idx="1313">
                  <c:v>5134.8180404718896</c:v>
                </c:pt>
                <c:pt idx="1314">
                  <c:v>5132.4231031244917</c:v>
                </c:pt>
                <c:pt idx="1315">
                  <c:v>5134.1922844033488</c:v>
                </c:pt>
                <c:pt idx="1316">
                  <c:v>5140.6401330009621</c:v>
                </c:pt>
                <c:pt idx="1317">
                  <c:v>5140.3093042371511</c:v>
                </c:pt>
                <c:pt idx="1318">
                  <c:v>5144.8498034838576</c:v>
                </c:pt>
                <c:pt idx="1319">
                  <c:v>5144.8712098541309</c:v>
                </c:pt>
                <c:pt idx="1320">
                  <c:v>5146.9419040421781</c:v>
                </c:pt>
                <c:pt idx="1321">
                  <c:v>5147.7127276173842</c:v>
                </c:pt>
                <c:pt idx="1322">
                  <c:v>5146.2769792393638</c:v>
                </c:pt>
                <c:pt idx="1323">
                  <c:v>5150.0949166763176</c:v>
                </c:pt>
                <c:pt idx="1324">
                  <c:v>5156.5355810579831</c:v>
                </c:pt>
                <c:pt idx="1325">
                  <c:v>5159.2193871045038</c:v>
                </c:pt>
                <c:pt idx="1326">
                  <c:v>5161.8109806309812</c:v>
                </c:pt>
                <c:pt idx="1327">
                  <c:v>5161.643724056471</c:v>
                </c:pt>
                <c:pt idx="1328">
                  <c:v>5164.1852865672145</c:v>
                </c:pt>
                <c:pt idx="1329">
                  <c:v>5164.8111548556135</c:v>
                </c:pt>
                <c:pt idx="1330">
                  <c:v>5168.8540964925069</c:v>
                </c:pt>
                <c:pt idx="1331">
                  <c:v>5166.6770763336453</c:v>
                </c:pt>
                <c:pt idx="1332">
                  <c:v>5167.305469260893</c:v>
                </c:pt>
                <c:pt idx="1333">
                  <c:v>5170.29166061459</c:v>
                </c:pt>
                <c:pt idx="1334">
                  <c:v>5171.0261740435208</c:v>
                </c:pt>
                <c:pt idx="1335">
                  <c:v>5173.2797716145033</c:v>
                </c:pt>
                <c:pt idx="1336">
                  <c:v>5176.5800475523838</c:v>
                </c:pt>
                <c:pt idx="1337">
                  <c:v>5176.2732803534873</c:v>
                </c:pt>
                <c:pt idx="1338">
                  <c:v>5177.840330955175</c:v>
                </c:pt>
                <c:pt idx="1339">
                  <c:v>5179.627275544357</c:v>
                </c:pt>
                <c:pt idx="1340">
                  <c:v>5181.423287839456</c:v>
                </c:pt>
                <c:pt idx="1341">
                  <c:v>5183.6522771654145</c:v>
                </c:pt>
                <c:pt idx="1342">
                  <c:v>5185.7536894806271</c:v>
                </c:pt>
                <c:pt idx="1343">
                  <c:v>5187.5086299517452</c:v>
                </c:pt>
                <c:pt idx="1344">
                  <c:v>5189.4092494285933</c:v>
                </c:pt>
                <c:pt idx="1345">
                  <c:v>5191.8224687019356</c:v>
                </c:pt>
                <c:pt idx="1346">
                  <c:v>5193.605199641157</c:v>
                </c:pt>
                <c:pt idx="1347">
                  <c:v>5195.6656834951482</c:v>
                </c:pt>
                <c:pt idx="1348">
                  <c:v>5199.2561224622405</c:v>
                </c:pt>
                <c:pt idx="1349">
                  <c:v>5202.1878800407167</c:v>
                </c:pt>
                <c:pt idx="1350">
                  <c:v>5204.2054955338635</c:v>
                </c:pt>
                <c:pt idx="1351">
                  <c:v>5205.9763077780453</c:v>
                </c:pt>
                <c:pt idx="1352">
                  <c:v>5207.8073424792801</c:v>
                </c:pt>
                <c:pt idx="1353">
                  <c:v>5206.1466593281721</c:v>
                </c:pt>
                <c:pt idx="1354">
                  <c:v>5207.4138939244476</c:v>
                </c:pt>
                <c:pt idx="1355">
                  <c:v>5208.512571609629</c:v>
                </c:pt>
                <c:pt idx="1356">
                  <c:v>5211.0908865486181</c:v>
                </c:pt>
                <c:pt idx="1357">
                  <c:v>5218.134313048442</c:v>
                </c:pt>
                <c:pt idx="1358">
                  <c:v>5214.6688530498577</c:v>
                </c:pt>
                <c:pt idx="1359">
                  <c:v>5219.5254077160535</c:v>
                </c:pt>
                <c:pt idx="1360">
                  <c:v>5219.860258807259</c:v>
                </c:pt>
                <c:pt idx="1361">
                  <c:v>5221.2959858205268</c:v>
                </c:pt>
                <c:pt idx="1362">
                  <c:v>5223.6613553115076</c:v>
                </c:pt>
                <c:pt idx="1363">
                  <c:v>5226.8116035253124</c:v>
                </c:pt>
                <c:pt idx="1364">
                  <c:v>5230.9308802182532</c:v>
                </c:pt>
                <c:pt idx="1365">
                  <c:v>5232.2358905647252</c:v>
                </c:pt>
                <c:pt idx="1366">
                  <c:v>5233.1572322425309</c:v>
                </c:pt>
                <c:pt idx="1367">
                  <c:v>5234.8806850280916</c:v>
                </c:pt>
                <c:pt idx="1368">
                  <c:v>5236.7301759538486</c:v>
                </c:pt>
                <c:pt idx="1369">
                  <c:v>5238.8592473730105</c:v>
                </c:pt>
                <c:pt idx="1370">
                  <c:v>5240.6773064243844</c:v>
                </c:pt>
                <c:pt idx="1371">
                  <c:v>5242.3035248701181</c:v>
                </c:pt>
                <c:pt idx="1372">
                  <c:v>5244.8719948040643</c:v>
                </c:pt>
                <c:pt idx="1373">
                  <c:v>5246.9799846203359</c:v>
                </c:pt>
                <c:pt idx="1374">
                  <c:v>5248.5867971283751</c:v>
                </c:pt>
                <c:pt idx="1375">
                  <c:v>5250.3866975759356</c:v>
                </c:pt>
                <c:pt idx="1376">
                  <c:v>5252.5039298536276</c:v>
                </c:pt>
                <c:pt idx="1377">
                  <c:v>5254.8490764263533</c:v>
                </c:pt>
                <c:pt idx="1378">
                  <c:v>5258.9361558544551</c:v>
                </c:pt>
                <c:pt idx="1379">
                  <c:v>5262.9338996699544</c:v>
                </c:pt>
                <c:pt idx="1380">
                  <c:v>5265.3239984212505</c:v>
                </c:pt>
                <c:pt idx="1381">
                  <c:v>5266.4902997309919</c:v>
                </c:pt>
                <c:pt idx="1382">
                  <c:v>5268.6223255327532</c:v>
                </c:pt>
                <c:pt idx="1383">
                  <c:v>5271.0603840809172</c:v>
                </c:pt>
                <c:pt idx="1384">
                  <c:v>5273.000282176873</c:v>
                </c:pt>
                <c:pt idx="1385">
                  <c:v>5274.9297903860979</c:v>
                </c:pt>
                <c:pt idx="1386">
                  <c:v>5275.2880421961636</c:v>
                </c:pt>
                <c:pt idx="1387">
                  <c:v>5276.0690098460373</c:v>
                </c:pt>
                <c:pt idx="1388">
                  <c:v>5275.967156733891</c:v>
                </c:pt>
                <c:pt idx="1389">
                  <c:v>5273.7347637217736</c:v>
                </c:pt>
                <c:pt idx="1390">
                  <c:v>5281.2640375603332</c:v>
                </c:pt>
                <c:pt idx="1391">
                  <c:v>5281.2880861036456</c:v>
                </c:pt>
                <c:pt idx="1392">
                  <c:v>5284.6787773025553</c:v>
                </c:pt>
                <c:pt idx="1393">
                  <c:v>5282.127430610929</c:v>
                </c:pt>
                <c:pt idx="1394">
                  <c:v>5284.3740367839864</c:v>
                </c:pt>
                <c:pt idx="1395">
                  <c:v>5289.2436510745729</c:v>
                </c:pt>
                <c:pt idx="1396">
                  <c:v>5290.5840065655248</c:v>
                </c:pt>
                <c:pt idx="1397">
                  <c:v>5292.8411244471663</c:v>
                </c:pt>
                <c:pt idx="1398">
                  <c:v>5293.236737136699</c:v>
                </c:pt>
                <c:pt idx="1399">
                  <c:v>5294.615593710495</c:v>
                </c:pt>
                <c:pt idx="1400">
                  <c:v>5296.7074411583553</c:v>
                </c:pt>
                <c:pt idx="1401">
                  <c:v>5298.3542429944437</c:v>
                </c:pt>
                <c:pt idx="1402">
                  <c:v>5300.7504115908951</c:v>
                </c:pt>
                <c:pt idx="1403">
                  <c:v>5302.1741804371977</c:v>
                </c:pt>
                <c:pt idx="1404">
                  <c:v>5304.661753317082</c:v>
                </c:pt>
                <c:pt idx="1405">
                  <c:v>5306.8520546443651</c:v>
                </c:pt>
                <c:pt idx="1406">
                  <c:v>5308.5386038645283</c:v>
                </c:pt>
                <c:pt idx="1407">
                  <c:v>5310.6922552605156</c:v>
                </c:pt>
                <c:pt idx="1408">
                  <c:v>5313.2135980290641</c:v>
                </c:pt>
                <c:pt idx="1409">
                  <c:v>5315.2698180238895</c:v>
                </c:pt>
                <c:pt idx="1410">
                  <c:v>5316.4580936339007</c:v>
                </c:pt>
                <c:pt idx="1411">
                  <c:v>5318.2314766900245</c:v>
                </c:pt>
                <c:pt idx="1412">
                  <c:v>5319.0632508637718</c:v>
                </c:pt>
                <c:pt idx="1413">
                  <c:v>5322.0337118767538</c:v>
                </c:pt>
                <c:pt idx="1414">
                  <c:v>5324.0415732821511</c:v>
                </c:pt>
                <c:pt idx="1415">
                  <c:v>5328.5706108463801</c:v>
                </c:pt>
                <c:pt idx="1416">
                  <c:v>5327.2298412867594</c:v>
                </c:pt>
                <c:pt idx="1417">
                  <c:v>5326.7796009164549</c:v>
                </c:pt>
                <c:pt idx="1418">
                  <c:v>5327.1451721377916</c:v>
                </c:pt>
                <c:pt idx="1419">
                  <c:v>5330.0851715320614</c:v>
                </c:pt>
                <c:pt idx="1420">
                  <c:v>5332.5286605532037</c:v>
                </c:pt>
                <c:pt idx="1421">
                  <c:v>5337.9520041373908</c:v>
                </c:pt>
                <c:pt idx="1422">
                  <c:v>5341.1400924648851</c:v>
                </c:pt>
                <c:pt idx="1423">
                  <c:v>5338.979541556273</c:v>
                </c:pt>
                <c:pt idx="1424">
                  <c:v>5339.895365465919</c:v>
                </c:pt>
                <c:pt idx="1425">
                  <c:v>5345.1070774349128</c:v>
                </c:pt>
                <c:pt idx="1426">
                  <c:v>5346.9352710521416</c:v>
                </c:pt>
                <c:pt idx="1427">
                  <c:v>5347.1673298567921</c:v>
                </c:pt>
                <c:pt idx="1428">
                  <c:v>5350.9394965407773</c:v>
                </c:pt>
                <c:pt idx="1429">
                  <c:v>5351.790610271858</c:v>
                </c:pt>
                <c:pt idx="1430">
                  <c:v>5355.8541444891471</c:v>
                </c:pt>
                <c:pt idx="1431">
                  <c:v>5354.2225777695567</c:v>
                </c:pt>
                <c:pt idx="1432">
                  <c:v>5354.7556683046614</c:v>
                </c:pt>
                <c:pt idx="1433">
                  <c:v>5356.38270190408</c:v>
                </c:pt>
                <c:pt idx="1434">
                  <c:v>5359.5778054793918</c:v>
                </c:pt>
                <c:pt idx="1435">
                  <c:v>5362.5019325669746</c:v>
                </c:pt>
                <c:pt idx="1436">
                  <c:v>5367.152445446618</c:v>
                </c:pt>
                <c:pt idx="1437">
                  <c:v>5371.9774655413594</c:v>
                </c:pt>
                <c:pt idx="1438">
                  <c:v>5374.1820591506767</c:v>
                </c:pt>
                <c:pt idx="1439">
                  <c:v>5376.6863056242028</c:v>
                </c:pt>
                <c:pt idx="1440">
                  <c:v>5378.3236413244931</c:v>
                </c:pt>
                <c:pt idx="1441">
                  <c:v>5379.065303773099</c:v>
                </c:pt>
                <c:pt idx="1442">
                  <c:v>5383.6501867163934</c:v>
                </c:pt>
                <c:pt idx="1443">
                  <c:v>5386.4713771106899</c:v>
                </c:pt>
                <c:pt idx="1444">
                  <c:v>5386.9876839212675</c:v>
                </c:pt>
                <c:pt idx="1445">
                  <c:v>5382.4947523640203</c:v>
                </c:pt>
                <c:pt idx="1446">
                  <c:v>5387.6304977472118</c:v>
                </c:pt>
                <c:pt idx="1447">
                  <c:v>5387.6612151741956</c:v>
                </c:pt>
                <c:pt idx="1448">
                  <c:v>5382.4519669806105</c:v>
                </c:pt>
                <c:pt idx="1449">
                  <c:v>5390.4819656694308</c:v>
                </c:pt>
                <c:pt idx="1450">
                  <c:v>5390.211654867092</c:v>
                </c:pt>
                <c:pt idx="1451">
                  <c:v>5386.6373370773526</c:v>
                </c:pt>
                <c:pt idx="1452">
                  <c:v>5386.2758273383497</c:v>
                </c:pt>
                <c:pt idx="1453">
                  <c:v>5397.9758114114784</c:v>
                </c:pt>
                <c:pt idx="1454">
                  <c:v>5403.3203588343204</c:v>
                </c:pt>
                <c:pt idx="1455">
                  <c:v>5403.2859531959166</c:v>
                </c:pt>
                <c:pt idx="1456">
                  <c:v>5402.8967808798352</c:v>
                </c:pt>
                <c:pt idx="1457">
                  <c:v>5404.9305513015333</c:v>
                </c:pt>
                <c:pt idx="1458">
                  <c:v>5408.9705184626564</c:v>
                </c:pt>
                <c:pt idx="1459">
                  <c:v>5412.0144154280042</c:v>
                </c:pt>
                <c:pt idx="1460">
                  <c:v>5411.566855837963</c:v>
                </c:pt>
                <c:pt idx="1461">
                  <c:v>5413.9726330392314</c:v>
                </c:pt>
                <c:pt idx="1462">
                  <c:v>5415.3944860236907</c:v>
                </c:pt>
                <c:pt idx="1463">
                  <c:v>5413.0014635807347</c:v>
                </c:pt>
                <c:pt idx="1464">
                  <c:v>5410.6749381251348</c:v>
                </c:pt>
                <c:pt idx="1465">
                  <c:v>5414.6951795072018</c:v>
                </c:pt>
                <c:pt idx="1466">
                  <c:v>5419.4932194799558</c:v>
                </c:pt>
                <c:pt idx="1467">
                  <c:v>5418.4386104910218</c:v>
                </c:pt>
                <c:pt idx="1468">
                  <c:v>5420.1747928831792</c:v>
                </c:pt>
                <c:pt idx="1469">
                  <c:v>5421.3435872873151</c:v>
                </c:pt>
                <c:pt idx="1470">
                  <c:v>5424.1203306921161</c:v>
                </c:pt>
                <c:pt idx="1471">
                  <c:v>5424.7170843582981</c:v>
                </c:pt>
                <c:pt idx="1472">
                  <c:v>5427.1401319778397</c:v>
                </c:pt>
                <c:pt idx="1473">
                  <c:v>5431.0943533514874</c:v>
                </c:pt>
                <c:pt idx="1474">
                  <c:v>5430.125577238332</c:v>
                </c:pt>
                <c:pt idx="1475">
                  <c:v>5432.8398938216096</c:v>
                </c:pt>
                <c:pt idx="1476">
                  <c:v>5437.7778923898813</c:v>
                </c:pt>
                <c:pt idx="1477">
                  <c:v>5439.8373242537036</c:v>
                </c:pt>
                <c:pt idx="1478">
                  <c:v>5436.7868460179234</c:v>
                </c:pt>
                <c:pt idx="1479">
                  <c:v>5438.9524908015082</c:v>
                </c:pt>
                <c:pt idx="1480">
                  <c:v>5442.7494839764104</c:v>
                </c:pt>
                <c:pt idx="1481">
                  <c:v>5445.948311590535</c:v>
                </c:pt>
                <c:pt idx="1482">
                  <c:v>5442.7807012210505</c:v>
                </c:pt>
                <c:pt idx="1483">
                  <c:v>5444.5670498222325</c:v>
                </c:pt>
                <c:pt idx="1484">
                  <c:v>5448.4682288368094</c:v>
                </c:pt>
                <c:pt idx="1485">
                  <c:v>5448.9218156509523</c:v>
                </c:pt>
                <c:pt idx="1486">
                  <c:v>5452.7270104893269</c:v>
                </c:pt>
                <c:pt idx="1487">
                  <c:v>5454.193109359634</c:v>
                </c:pt>
                <c:pt idx="1488">
                  <c:v>5455.9308533240091</c:v>
                </c:pt>
                <c:pt idx="1489">
                  <c:v>5458.5855267283641</c:v>
                </c:pt>
                <c:pt idx="1490">
                  <c:v>5460.2071052631163</c:v>
                </c:pt>
                <c:pt idx="1491">
                  <c:v>5462.0218445000301</c:v>
                </c:pt>
                <c:pt idx="1492">
                  <c:v>5464.0977352404898</c:v>
                </c:pt>
                <c:pt idx="1493">
                  <c:v>5465.239325116986</c:v>
                </c:pt>
                <c:pt idx="1494">
                  <c:v>5466.7773594428991</c:v>
                </c:pt>
                <c:pt idx="1495">
                  <c:v>5468.1648606581402</c:v>
                </c:pt>
                <c:pt idx="1496">
                  <c:v>5469.205422775487</c:v>
                </c:pt>
                <c:pt idx="1497">
                  <c:v>5470.8140030679078</c:v>
                </c:pt>
                <c:pt idx="1498">
                  <c:v>5472.581502508523</c:v>
                </c:pt>
                <c:pt idx="1499">
                  <c:v>5475.0991443151088</c:v>
                </c:pt>
                <c:pt idx="1500">
                  <c:v>5477.2330361090644</c:v>
                </c:pt>
                <c:pt idx="1501">
                  <c:v>5476.6486846372372</c:v>
                </c:pt>
                <c:pt idx="1502">
                  <c:v>5480.7421142346484</c:v>
                </c:pt>
                <c:pt idx="1503">
                  <c:v>5482.5825964624264</c:v>
                </c:pt>
                <c:pt idx="1504">
                  <c:v>5481.3316515585338</c:v>
                </c:pt>
                <c:pt idx="1505">
                  <c:v>5483.6890842807379</c:v>
                </c:pt>
                <c:pt idx="1506">
                  <c:v>5488.2953488527655</c:v>
                </c:pt>
                <c:pt idx="1507">
                  <c:v>5486.9593239511814</c:v>
                </c:pt>
                <c:pt idx="1508">
                  <c:v>5488.6297257206425</c:v>
                </c:pt>
                <c:pt idx="1509">
                  <c:v>5495.067236507577</c:v>
                </c:pt>
                <c:pt idx="1510">
                  <c:v>5495.6901444198475</c:v>
                </c:pt>
                <c:pt idx="1511">
                  <c:v>5495.1041153472997</c:v>
                </c:pt>
                <c:pt idx="1512">
                  <c:v>5498.1365945425268</c:v>
                </c:pt>
                <c:pt idx="1513">
                  <c:v>5496.790764693259</c:v>
                </c:pt>
                <c:pt idx="1514">
                  <c:v>5499.3170362503579</c:v>
                </c:pt>
                <c:pt idx="1515">
                  <c:v>5501.6829442066874</c:v>
                </c:pt>
                <c:pt idx="1516">
                  <c:v>5502.0831782561927</c:v>
                </c:pt>
                <c:pt idx="1517">
                  <c:v>5508.0089162291442</c:v>
                </c:pt>
                <c:pt idx="1518">
                  <c:v>5516.1732262088481</c:v>
                </c:pt>
                <c:pt idx="1519">
                  <c:v>5512.2141190941866</c:v>
                </c:pt>
                <c:pt idx="1520">
                  <c:v>5513.8992107188324</c:v>
                </c:pt>
                <c:pt idx="1521">
                  <c:v>5517.408866483408</c:v>
                </c:pt>
                <c:pt idx="1522">
                  <c:v>5520.4393654441292</c:v>
                </c:pt>
                <c:pt idx="1523">
                  <c:v>5522.0594821674067</c:v>
                </c:pt>
                <c:pt idx="1524">
                  <c:v>5522.6529736970406</c:v>
                </c:pt>
                <c:pt idx="1525">
                  <c:v>5524.0845124608595</c:v>
                </c:pt>
                <c:pt idx="1526">
                  <c:v>5526.3835256234725</c:v>
                </c:pt>
                <c:pt idx="1527">
                  <c:v>5524.6052126902759</c:v>
                </c:pt>
                <c:pt idx="1528">
                  <c:v>5519.7998223509494</c:v>
                </c:pt>
                <c:pt idx="1529">
                  <c:v>5526.8347734332365</c:v>
                </c:pt>
                <c:pt idx="1530">
                  <c:v>5530.0534152752889</c:v>
                </c:pt>
                <c:pt idx="1531">
                  <c:v>5530.7493908559463</c:v>
                </c:pt>
                <c:pt idx="1532">
                  <c:v>5532.3504743435205</c:v>
                </c:pt>
                <c:pt idx="1533">
                  <c:v>5536.9953730892803</c:v>
                </c:pt>
                <c:pt idx="1534">
                  <c:v>5535.4870577249121</c:v>
                </c:pt>
                <c:pt idx="1535">
                  <c:v>5541.6279955310165</c:v>
                </c:pt>
                <c:pt idx="1536">
                  <c:v>5544.5604353684657</c:v>
                </c:pt>
                <c:pt idx="1537">
                  <c:v>5546.6107359375474</c:v>
                </c:pt>
                <c:pt idx="1538">
                  <c:v>5547.9805657155703</c:v>
                </c:pt>
                <c:pt idx="1539">
                  <c:v>5548.0439221262004</c:v>
                </c:pt>
                <c:pt idx="1540">
                  <c:v>5550.1212930239308</c:v>
                </c:pt>
                <c:pt idx="1541">
                  <c:v>5548.9012729252008</c:v>
                </c:pt>
                <c:pt idx="1542">
                  <c:v>5549.3669027904625</c:v>
                </c:pt>
                <c:pt idx="1543">
                  <c:v>5553.0427285381284</c:v>
                </c:pt>
                <c:pt idx="1544">
                  <c:v>5554.8173178156248</c:v>
                </c:pt>
                <c:pt idx="1545">
                  <c:v>5555.4198705590052</c:v>
                </c:pt>
                <c:pt idx="1546">
                  <c:v>5555.4437508912597</c:v>
                </c:pt>
                <c:pt idx="1547">
                  <c:v>5554.4247831267712</c:v>
                </c:pt>
                <c:pt idx="1548">
                  <c:v>5558.6991335790908</c:v>
                </c:pt>
                <c:pt idx="1549">
                  <c:v>5560.5983722678429</c:v>
                </c:pt>
                <c:pt idx="1550">
                  <c:v>5561.3699088514895</c:v>
                </c:pt>
                <c:pt idx="1551">
                  <c:v>5563.5191137154543</c:v>
                </c:pt>
                <c:pt idx="1552">
                  <c:v>5564.9963444868554</c:v>
                </c:pt>
                <c:pt idx="1553">
                  <c:v>5566.8814038783767</c:v>
                </c:pt>
                <c:pt idx="1554">
                  <c:v>5570.3821430409998</c:v>
                </c:pt>
                <c:pt idx="1555">
                  <c:v>5569.1479546854562</c:v>
                </c:pt>
                <c:pt idx="1556">
                  <c:v>5570.886645305698</c:v>
                </c:pt>
                <c:pt idx="1557">
                  <c:v>5572.653530197691</c:v>
                </c:pt>
                <c:pt idx="1558">
                  <c:v>5574.9218546535858</c:v>
                </c:pt>
                <c:pt idx="1559">
                  <c:v>5576.6531980840227</c:v>
                </c:pt>
                <c:pt idx="1560">
                  <c:v>5578.4074126166415</c:v>
                </c:pt>
                <c:pt idx="1561">
                  <c:v>5579.2506488251929</c:v>
                </c:pt>
                <c:pt idx="1562">
                  <c:v>5581.2217160700402</c:v>
                </c:pt>
                <c:pt idx="1563">
                  <c:v>5583.4650659027529</c:v>
                </c:pt>
                <c:pt idx="1564">
                  <c:v>5580.853733821039</c:v>
                </c:pt>
                <c:pt idx="1565">
                  <c:v>5583.6265422185015</c:v>
                </c:pt>
                <c:pt idx="1566">
                  <c:v>5587.3590265560888</c:v>
                </c:pt>
                <c:pt idx="1567">
                  <c:v>5588.0800857171198</c:v>
                </c:pt>
                <c:pt idx="1568">
                  <c:v>5589.8318234249418</c:v>
                </c:pt>
                <c:pt idx="1569">
                  <c:v>5590.5898757165378</c:v>
                </c:pt>
                <c:pt idx="1570">
                  <c:v>5588.3684211001728</c:v>
                </c:pt>
                <c:pt idx="1571">
                  <c:v>5594.1837090557156</c:v>
                </c:pt>
                <c:pt idx="1572">
                  <c:v>5593.6683464744729</c:v>
                </c:pt>
                <c:pt idx="1573">
                  <c:v>5600.7436640564847</c:v>
                </c:pt>
                <c:pt idx="1574">
                  <c:v>5599.4020802346877</c:v>
                </c:pt>
                <c:pt idx="1575">
                  <c:v>5600.9135573585545</c:v>
                </c:pt>
                <c:pt idx="1576">
                  <c:v>5601.1889303025346</c:v>
                </c:pt>
                <c:pt idx="1577">
                  <c:v>5603.8238812759746</c:v>
                </c:pt>
                <c:pt idx="1578">
                  <c:v>5606.7655593857617</c:v>
                </c:pt>
                <c:pt idx="1579">
                  <c:v>5608.5767404239332</c:v>
                </c:pt>
                <c:pt idx="1580">
                  <c:v>5610.1708192127535</c:v>
                </c:pt>
                <c:pt idx="1581">
                  <c:v>5611.6543612458527</c:v>
                </c:pt>
                <c:pt idx="1582">
                  <c:v>5613.3370308888689</c:v>
                </c:pt>
                <c:pt idx="1583">
                  <c:v>5614.9906951524526</c:v>
                </c:pt>
                <c:pt idx="1584">
                  <c:v>5617.1680740912634</c:v>
                </c:pt>
                <c:pt idx="1585">
                  <c:v>5619.2160876693852</c:v>
                </c:pt>
                <c:pt idx="1586">
                  <c:v>5620.473654141696</c:v>
                </c:pt>
                <c:pt idx="1587">
                  <c:v>5621.6420208298423</c:v>
                </c:pt>
                <c:pt idx="1588">
                  <c:v>5623.1411459157744</c:v>
                </c:pt>
                <c:pt idx="1589">
                  <c:v>5625.1336028712058</c:v>
                </c:pt>
                <c:pt idx="1590">
                  <c:v>5626.077172330658</c:v>
                </c:pt>
                <c:pt idx="1591">
                  <c:v>5626.7383207117637</c:v>
                </c:pt>
                <c:pt idx="1592">
                  <c:v>5631.6412708587723</c:v>
                </c:pt>
                <c:pt idx="1593">
                  <c:v>5631.3965546993095</c:v>
                </c:pt>
                <c:pt idx="1594">
                  <c:v>5630.6393192371988</c:v>
                </c:pt>
                <c:pt idx="1595">
                  <c:v>5637.744188162329</c:v>
                </c:pt>
                <c:pt idx="1596">
                  <c:v>5633.2387692042448</c:v>
                </c:pt>
                <c:pt idx="1597">
                  <c:v>5641.9330122143438</c:v>
                </c:pt>
                <c:pt idx="1598">
                  <c:v>5640.1506198491907</c:v>
                </c:pt>
                <c:pt idx="1599">
                  <c:v>5645.1002187249878</c:v>
                </c:pt>
                <c:pt idx="1600">
                  <c:v>5645.1328981772149</c:v>
                </c:pt>
                <c:pt idx="1601">
                  <c:v>5646.9232022134247</c:v>
                </c:pt>
                <c:pt idx="1602">
                  <c:v>5646.2232868939391</c:v>
                </c:pt>
                <c:pt idx="1603">
                  <c:v>5649.7011766164978</c:v>
                </c:pt>
                <c:pt idx="1604">
                  <c:v>5649.1833539986901</c:v>
                </c:pt>
                <c:pt idx="1605">
                  <c:v>5653.1774646870472</c:v>
                </c:pt>
                <c:pt idx="1606">
                  <c:v>5654.5564359094442</c:v>
                </c:pt>
                <c:pt idx="1607">
                  <c:v>5655.2869467218088</c:v>
                </c:pt>
                <c:pt idx="1608">
                  <c:v>5656.7626918979895</c:v>
                </c:pt>
                <c:pt idx="1609">
                  <c:v>5659.7613577387165</c:v>
                </c:pt>
                <c:pt idx="1610">
                  <c:v>5661.5125825703981</c:v>
                </c:pt>
                <c:pt idx="1611">
                  <c:v>5663.3246643853799</c:v>
                </c:pt>
                <c:pt idx="1612">
                  <c:v>5666.5574705865602</c:v>
                </c:pt>
                <c:pt idx="1613">
                  <c:v>5670.4764911418015</c:v>
                </c:pt>
                <c:pt idx="1614">
                  <c:v>5673.3518113961491</c:v>
                </c:pt>
                <c:pt idx="1615">
                  <c:v>5675.2608421362966</c:v>
                </c:pt>
                <c:pt idx="1616">
                  <c:v>5676.8421369433017</c:v>
                </c:pt>
                <c:pt idx="1617">
                  <c:v>5678.993625858584</c:v>
                </c:pt>
                <c:pt idx="1618">
                  <c:v>5680.3967363439442</c:v>
                </c:pt>
                <c:pt idx="1619">
                  <c:v>5679.3811393162596</c:v>
                </c:pt>
                <c:pt idx="1620">
                  <c:v>5681.4275966897294</c:v>
                </c:pt>
                <c:pt idx="1621">
                  <c:v>5684.5393057808233</c:v>
                </c:pt>
                <c:pt idx="1622">
                  <c:v>5682.741373676673</c:v>
                </c:pt>
                <c:pt idx="1623">
                  <c:v>5684.2331691993304</c:v>
                </c:pt>
                <c:pt idx="1624">
                  <c:v>5687.5116444261048</c:v>
                </c:pt>
                <c:pt idx="1625">
                  <c:v>5690.0844566188216</c:v>
                </c:pt>
                <c:pt idx="1626">
                  <c:v>5688.9580636764122</c:v>
                </c:pt>
                <c:pt idx="1627">
                  <c:v>5693.3256699289641</c:v>
                </c:pt>
                <c:pt idx="1628">
                  <c:v>5689.4227317463346</c:v>
                </c:pt>
                <c:pt idx="1629">
                  <c:v>5696.270505182827</c:v>
                </c:pt>
                <c:pt idx="1630">
                  <c:v>5696.879186994277</c:v>
                </c:pt>
                <c:pt idx="1631">
                  <c:v>5696.0594461306709</c:v>
                </c:pt>
                <c:pt idx="1632">
                  <c:v>5702.5396237021196</c:v>
                </c:pt>
                <c:pt idx="1633">
                  <c:v>5703.7766696248291</c:v>
                </c:pt>
                <c:pt idx="1634">
                  <c:v>5700.9382699147509</c:v>
                </c:pt>
                <c:pt idx="1635">
                  <c:v>5703.2828403654012</c:v>
                </c:pt>
                <c:pt idx="1636">
                  <c:v>5704.9465550046989</c:v>
                </c:pt>
                <c:pt idx="1637">
                  <c:v>5707.4085634840239</c:v>
                </c:pt>
                <c:pt idx="1638">
                  <c:v>5708.9147565957064</c:v>
                </c:pt>
                <c:pt idx="1639">
                  <c:v>5709.8381842769886</c:v>
                </c:pt>
                <c:pt idx="1640">
                  <c:v>5712.8367825574005</c:v>
                </c:pt>
                <c:pt idx="1641">
                  <c:v>5711.5673847180169</c:v>
                </c:pt>
                <c:pt idx="1642">
                  <c:v>5713.1184550087291</c:v>
                </c:pt>
                <c:pt idx="1643">
                  <c:v>5715.478336630822</c:v>
                </c:pt>
                <c:pt idx="1644">
                  <c:v>5716.8049989348228</c:v>
                </c:pt>
                <c:pt idx="1645">
                  <c:v>5719.7142709571226</c:v>
                </c:pt>
                <c:pt idx="1646">
                  <c:v>5722.5424042000013</c:v>
                </c:pt>
                <c:pt idx="1647">
                  <c:v>5723.5271805853572</c:v>
                </c:pt>
                <c:pt idx="1648">
                  <c:v>5722.5619574555931</c:v>
                </c:pt>
                <c:pt idx="1649">
                  <c:v>5727.9989891493879</c:v>
                </c:pt>
                <c:pt idx="1650">
                  <c:v>5728.9888197746923</c:v>
                </c:pt>
                <c:pt idx="1651">
                  <c:v>5731.4514326546132</c:v>
                </c:pt>
                <c:pt idx="1652">
                  <c:v>5731.0909680257046</c:v>
                </c:pt>
                <c:pt idx="1653">
                  <c:v>5731.9771387923038</c:v>
                </c:pt>
                <c:pt idx="1654">
                  <c:v>5731.7240491589782</c:v>
                </c:pt>
                <c:pt idx="1655">
                  <c:v>5737.34110141167</c:v>
                </c:pt>
                <c:pt idx="1656">
                  <c:v>5734.6846339950607</c:v>
                </c:pt>
                <c:pt idx="1657">
                  <c:v>5740.1406732961323</c:v>
                </c:pt>
                <c:pt idx="1658">
                  <c:v>5743.0120681501903</c:v>
                </c:pt>
                <c:pt idx="1659">
                  <c:v>5739.3195131198418</c:v>
                </c:pt>
                <c:pt idx="1660">
                  <c:v>5745.3748263792959</c:v>
                </c:pt>
                <c:pt idx="1661">
                  <c:v>5743.1330292304801</c:v>
                </c:pt>
                <c:pt idx="1662">
                  <c:v>5747.1421448670098</c:v>
                </c:pt>
                <c:pt idx="1663">
                  <c:v>5749.0220039330352</c:v>
                </c:pt>
                <c:pt idx="1664">
                  <c:v>5749.9656756744862</c:v>
                </c:pt>
                <c:pt idx="1665">
                  <c:v>5750.9624390129256</c:v>
                </c:pt>
                <c:pt idx="1666">
                  <c:v>5752.6586153929256</c:v>
                </c:pt>
                <c:pt idx="1667">
                  <c:v>5753.4368947525145</c:v>
                </c:pt>
                <c:pt idx="1668">
                  <c:v>5755.4156423507247</c:v>
                </c:pt>
                <c:pt idx="1669">
                  <c:v>5756.5439651997604</c:v>
                </c:pt>
                <c:pt idx="1670">
                  <c:v>5758.4276637741132</c:v>
                </c:pt>
                <c:pt idx="1671">
                  <c:v>5759.7616660072699</c:v>
                </c:pt>
                <c:pt idx="1672">
                  <c:v>5761.8140063644223</c:v>
                </c:pt>
                <c:pt idx="1673">
                  <c:v>5765.838402371669</c:v>
                </c:pt>
                <c:pt idx="1674">
                  <c:v>5770.2194193253399</c:v>
                </c:pt>
                <c:pt idx="1675">
                  <c:v>5773.4926633615696</c:v>
                </c:pt>
                <c:pt idx="1676">
                  <c:v>5774.2236824712454</c:v>
                </c:pt>
                <c:pt idx="1677">
                  <c:v>5777.6597980613442</c:v>
                </c:pt>
                <c:pt idx="1678">
                  <c:v>5780.6046948495659</c:v>
                </c:pt>
                <c:pt idx="1679">
                  <c:v>5782.4204589384281</c:v>
                </c:pt>
                <c:pt idx="1680">
                  <c:v>5781.2799333247513</c:v>
                </c:pt>
                <c:pt idx="1681">
                  <c:v>5784.5828536283807</c:v>
                </c:pt>
                <c:pt idx="1682">
                  <c:v>5781.7591684055751</c:v>
                </c:pt>
                <c:pt idx="1683">
                  <c:v>5784.5423029114572</c:v>
                </c:pt>
                <c:pt idx="1684">
                  <c:v>5784.7259052790896</c:v>
                </c:pt>
                <c:pt idx="1685">
                  <c:v>5788.5556325543093</c:v>
                </c:pt>
                <c:pt idx="1686">
                  <c:v>5786.2403783934033</c:v>
                </c:pt>
                <c:pt idx="1687">
                  <c:v>5789.4067218676955</c:v>
                </c:pt>
                <c:pt idx="1688">
                  <c:v>5790.1159372940137</c:v>
                </c:pt>
                <c:pt idx="1689">
                  <c:v>5788.7573661426004</c:v>
                </c:pt>
                <c:pt idx="1690">
                  <c:v>5791.3260632768379</c:v>
                </c:pt>
                <c:pt idx="1691">
                  <c:v>5792.916185808439</c:v>
                </c:pt>
                <c:pt idx="1692">
                  <c:v>5794.8394100618107</c:v>
                </c:pt>
                <c:pt idx="1693">
                  <c:v>5795.7761687216844</c:v>
                </c:pt>
                <c:pt idx="1694">
                  <c:v>5797.3545996974653</c:v>
                </c:pt>
                <c:pt idx="1695">
                  <c:v>5799.4535980293012</c:v>
                </c:pt>
                <c:pt idx="1696">
                  <c:v>5802.3670093117753</c:v>
                </c:pt>
                <c:pt idx="1697">
                  <c:v>5802.37185220641</c:v>
                </c:pt>
                <c:pt idx="1698">
                  <c:v>5804.2811262752866</c:v>
                </c:pt>
                <c:pt idx="1699">
                  <c:v>5805.9374930942049</c:v>
                </c:pt>
                <c:pt idx="1700">
                  <c:v>5808.2318441729431</c:v>
                </c:pt>
                <c:pt idx="1701">
                  <c:v>5809.8544493772606</c:v>
                </c:pt>
                <c:pt idx="1702">
                  <c:v>5811.7110946943012</c:v>
                </c:pt>
                <c:pt idx="1703">
                  <c:v>5813.17899411894</c:v>
                </c:pt>
                <c:pt idx="1704">
                  <c:v>5814.2364211729882</c:v>
                </c:pt>
                <c:pt idx="1705">
                  <c:v>5816.5822405365934</c:v>
                </c:pt>
                <c:pt idx="1706">
                  <c:v>5818.0586675155891</c:v>
                </c:pt>
                <c:pt idx="1707">
                  <c:v>5821.568446966894</c:v>
                </c:pt>
                <c:pt idx="1708">
                  <c:v>5820.684687488998</c:v>
                </c:pt>
                <c:pt idx="1709">
                  <c:v>5819.6234961672981</c:v>
                </c:pt>
                <c:pt idx="1710">
                  <c:v>5824.604977723151</c:v>
                </c:pt>
                <c:pt idx="1711">
                  <c:v>5820.0925565846128</c:v>
                </c:pt>
                <c:pt idx="1712">
                  <c:v>5821.3164791460867</c:v>
                </c:pt>
                <c:pt idx="1713">
                  <c:v>5830.1749841257933</c:v>
                </c:pt>
                <c:pt idx="1714">
                  <c:v>5829.4428200325701</c:v>
                </c:pt>
                <c:pt idx="1715">
                  <c:v>5830.054090431031</c:v>
                </c:pt>
                <c:pt idx="1716">
                  <c:v>5831.4029908359425</c:v>
                </c:pt>
                <c:pt idx="1717">
                  <c:v>5831.4002069367743</c:v>
                </c:pt>
                <c:pt idx="1718">
                  <c:v>5833.9280390114909</c:v>
                </c:pt>
                <c:pt idx="1719">
                  <c:v>5834.3903619601033</c:v>
                </c:pt>
                <c:pt idx="1720">
                  <c:v>5836.0183579690056</c:v>
                </c:pt>
                <c:pt idx="1721">
                  <c:v>5838.1461902373212</c:v>
                </c:pt>
                <c:pt idx="1722">
                  <c:v>5839.9336435378491</c:v>
                </c:pt>
                <c:pt idx="1723">
                  <c:v>5842.0839914923345</c:v>
                </c:pt>
                <c:pt idx="1724">
                  <c:v>5842.8772250415514</c:v>
                </c:pt>
                <c:pt idx="1725">
                  <c:v>5844.0884727557914</c:v>
                </c:pt>
                <c:pt idx="1726">
                  <c:v>5845.0129420617313</c:v>
                </c:pt>
                <c:pt idx="1727">
                  <c:v>5846.3379601675351</c:v>
                </c:pt>
                <c:pt idx="1728">
                  <c:v>5848.5722205960556</c:v>
                </c:pt>
                <c:pt idx="1729">
                  <c:v>5850.7485145600358</c:v>
                </c:pt>
                <c:pt idx="1730">
                  <c:v>5853.3958457744657</c:v>
                </c:pt>
                <c:pt idx="1731">
                  <c:v>5857.780079209112</c:v>
                </c:pt>
                <c:pt idx="1732">
                  <c:v>5858.3890624339292</c:v>
                </c:pt>
                <c:pt idx="1733">
                  <c:v>5860.3906951816271</c:v>
                </c:pt>
                <c:pt idx="1734">
                  <c:v>5861.7962489908605</c:v>
                </c:pt>
                <c:pt idx="1735">
                  <c:v>5862.8946238943627</c:v>
                </c:pt>
                <c:pt idx="1736">
                  <c:v>5864.8793329383034</c:v>
                </c:pt>
                <c:pt idx="1737">
                  <c:v>5865.5556291207713</c:v>
                </c:pt>
                <c:pt idx="1738">
                  <c:v>5864.5755799530689</c:v>
                </c:pt>
                <c:pt idx="1739">
                  <c:v>5870.9002319456413</c:v>
                </c:pt>
                <c:pt idx="1740">
                  <c:v>5872.9615549280552</c:v>
                </c:pt>
                <c:pt idx="1741">
                  <c:v>5875.5441175176829</c:v>
                </c:pt>
                <c:pt idx="1742">
                  <c:v>5877.3050858785009</c:v>
                </c:pt>
                <c:pt idx="1743">
                  <c:v>5877.7076519363136</c:v>
                </c:pt>
                <c:pt idx="1744">
                  <c:v>5874.2645469819527</c:v>
                </c:pt>
                <c:pt idx="1745">
                  <c:v>5875.0549660300767</c:v>
                </c:pt>
                <c:pt idx="1746">
                  <c:v>5875.7181718982993</c:v>
                </c:pt>
                <c:pt idx="1747">
                  <c:v>5878.9496754117117</c:v>
                </c:pt>
                <c:pt idx="1748">
                  <c:v>5886.5908675961391</c:v>
                </c:pt>
                <c:pt idx="1749">
                  <c:v>5885.5338399004004</c:v>
                </c:pt>
                <c:pt idx="1750">
                  <c:v>5886.8104086645635</c:v>
                </c:pt>
                <c:pt idx="1751">
                  <c:v>5885.8458165611501</c:v>
                </c:pt>
                <c:pt idx="1752">
                  <c:v>5887.679782465214</c:v>
                </c:pt>
                <c:pt idx="1753">
                  <c:v>5889.9345648090903</c:v>
                </c:pt>
                <c:pt idx="1754">
                  <c:v>5891.3181585095263</c:v>
                </c:pt>
                <c:pt idx="1755">
                  <c:v>5892.9353482471815</c:v>
                </c:pt>
                <c:pt idx="1756">
                  <c:v>5893.9216001463174</c:v>
                </c:pt>
                <c:pt idx="1757">
                  <c:v>5895.3117284740438</c:v>
                </c:pt>
                <c:pt idx="1758">
                  <c:v>5897.1300332534029</c:v>
                </c:pt>
                <c:pt idx="1759">
                  <c:v>5897.5858380047648</c:v>
                </c:pt>
                <c:pt idx="1760">
                  <c:v>5898.5872091070314</c:v>
                </c:pt>
                <c:pt idx="1761">
                  <c:v>5901.6127842366423</c:v>
                </c:pt>
                <c:pt idx="1762">
                  <c:v>5902.980034440835</c:v>
                </c:pt>
                <c:pt idx="1763">
                  <c:v>5904.5867646385932</c:v>
                </c:pt>
                <c:pt idx="1764">
                  <c:v>5906.3731224019293</c:v>
                </c:pt>
                <c:pt idx="1765">
                  <c:v>5908.8741864039603</c:v>
                </c:pt>
                <c:pt idx="1766">
                  <c:v>5909.8034254334298</c:v>
                </c:pt>
                <c:pt idx="1767">
                  <c:v>5909.9092525722926</c:v>
                </c:pt>
                <c:pt idx="1768">
                  <c:v>5911.8556998436216</c:v>
                </c:pt>
                <c:pt idx="1769">
                  <c:v>5913.0024363592338</c:v>
                </c:pt>
                <c:pt idx="1770">
                  <c:v>5913.8288638471477</c:v>
                </c:pt>
                <c:pt idx="1771">
                  <c:v>5915.251315772457</c:v>
                </c:pt>
                <c:pt idx="1772">
                  <c:v>5920.0188944602542</c:v>
                </c:pt>
                <c:pt idx="1773">
                  <c:v>5918.457840077117</c:v>
                </c:pt>
                <c:pt idx="1774">
                  <c:v>5922.4323855618977</c:v>
                </c:pt>
                <c:pt idx="1775">
                  <c:v>5921.890167895981</c:v>
                </c:pt>
                <c:pt idx="1776">
                  <c:v>5924.5659997270332</c:v>
                </c:pt>
                <c:pt idx="1777">
                  <c:v>5923.9860934922863</c:v>
                </c:pt>
                <c:pt idx="1778">
                  <c:v>5931.5196552075104</c:v>
                </c:pt>
                <c:pt idx="1779">
                  <c:v>5927.1217712672396</c:v>
                </c:pt>
                <c:pt idx="1780">
                  <c:v>5928.9268213589012</c:v>
                </c:pt>
                <c:pt idx="1781">
                  <c:v>5935.021544582215</c:v>
                </c:pt>
                <c:pt idx="1782">
                  <c:v>5936.2023751902552</c:v>
                </c:pt>
                <c:pt idx="1783">
                  <c:v>5936.2404861496798</c:v>
                </c:pt>
                <c:pt idx="1784">
                  <c:v>5937.5584281861293</c:v>
                </c:pt>
                <c:pt idx="1785">
                  <c:v>5938.1142652486924</c:v>
                </c:pt>
                <c:pt idx="1786">
                  <c:v>5940.3480346438082</c:v>
                </c:pt>
                <c:pt idx="1787">
                  <c:v>5941.8141863964947</c:v>
                </c:pt>
                <c:pt idx="1788">
                  <c:v>5942.42502723707</c:v>
                </c:pt>
                <c:pt idx="1789">
                  <c:v>5943.9347234727302</c:v>
                </c:pt>
                <c:pt idx="1790">
                  <c:v>5945.4671045360856</c:v>
                </c:pt>
                <c:pt idx="1791">
                  <c:v>5947.3317834384334</c:v>
                </c:pt>
                <c:pt idx="1792">
                  <c:v>5950.1841816585875</c:v>
                </c:pt>
                <c:pt idx="1793">
                  <c:v>5954.2268119161217</c:v>
                </c:pt>
                <c:pt idx="1794">
                  <c:v>5956.8434409524662</c:v>
                </c:pt>
                <c:pt idx="1795">
                  <c:v>5956.5460110051599</c:v>
                </c:pt>
                <c:pt idx="1796">
                  <c:v>5957.4413988402193</c:v>
                </c:pt>
                <c:pt idx="1797">
                  <c:v>5958.9773504936138</c:v>
                </c:pt>
                <c:pt idx="1798">
                  <c:v>5959.5703946601734</c:v>
                </c:pt>
                <c:pt idx="1799">
                  <c:v>5959.6936250547078</c:v>
                </c:pt>
                <c:pt idx="1800">
                  <c:v>5962.5211176637767</c:v>
                </c:pt>
                <c:pt idx="1801">
                  <c:v>5958.6744533624096</c:v>
                </c:pt>
                <c:pt idx="1802">
                  <c:v>5960.8712221157612</c:v>
                </c:pt>
                <c:pt idx="1803">
                  <c:v>5964.9438743086994</c:v>
                </c:pt>
                <c:pt idx="1804">
                  <c:v>5960.9833492991784</c:v>
                </c:pt>
                <c:pt idx="1805">
                  <c:v>5969.6170267001326</c:v>
                </c:pt>
                <c:pt idx="1806">
                  <c:v>5970.7936587541562</c:v>
                </c:pt>
                <c:pt idx="1807">
                  <c:v>5970.7814782733003</c:v>
                </c:pt>
                <c:pt idx="1808">
                  <c:v>5967.3165435351793</c:v>
                </c:pt>
                <c:pt idx="1809">
                  <c:v>5966.8649002773545</c:v>
                </c:pt>
                <c:pt idx="1810">
                  <c:v>5973.8929722304701</c:v>
                </c:pt>
                <c:pt idx="1811">
                  <c:v>5976.3985116587764</c:v>
                </c:pt>
                <c:pt idx="1812">
                  <c:v>5973.5869897008197</c:v>
                </c:pt>
                <c:pt idx="1813">
                  <c:v>5978.3510229003914</c:v>
                </c:pt>
                <c:pt idx="1814">
                  <c:v>5978.9777684462779</c:v>
                </c:pt>
                <c:pt idx="1815">
                  <c:v>5980.7296241514196</c:v>
                </c:pt>
                <c:pt idx="1816">
                  <c:v>5980.8892165505604</c:v>
                </c:pt>
                <c:pt idx="1817">
                  <c:v>5981.6259732606868</c:v>
                </c:pt>
                <c:pt idx="1818">
                  <c:v>5982.5192653243212</c:v>
                </c:pt>
                <c:pt idx="1819">
                  <c:v>5990.9767821374853</c:v>
                </c:pt>
                <c:pt idx="1820">
                  <c:v>5995.6576856371894</c:v>
                </c:pt>
                <c:pt idx="1821">
                  <c:v>5993.6960279064342</c:v>
                </c:pt>
                <c:pt idx="1822">
                  <c:v>5996.5201518073936</c:v>
                </c:pt>
                <c:pt idx="1823">
                  <c:v>5997.7742556307385</c:v>
                </c:pt>
                <c:pt idx="1824">
                  <c:v>5999.9117998110587</c:v>
                </c:pt>
                <c:pt idx="1825">
                  <c:v>6000.2436109003502</c:v>
                </c:pt>
                <c:pt idx="1826">
                  <c:v>5999.6338796132022</c:v>
                </c:pt>
                <c:pt idx="1827">
                  <c:v>6003.3467293055492</c:v>
                </c:pt>
                <c:pt idx="1828">
                  <c:v>6002.7947328413065</c:v>
                </c:pt>
                <c:pt idx="1829">
                  <c:v>6001.2635779717202</c:v>
                </c:pt>
                <c:pt idx="1830">
                  <c:v>6001.7473277230438</c:v>
                </c:pt>
                <c:pt idx="1831">
                  <c:v>6007.1455715583998</c:v>
                </c:pt>
                <c:pt idx="1832">
                  <c:v>6008.1161076415556</c:v>
                </c:pt>
                <c:pt idx="1833">
                  <c:v>6006.7553202851459</c:v>
                </c:pt>
                <c:pt idx="1834">
                  <c:v>6008.5724349932971</c:v>
                </c:pt>
                <c:pt idx="1835">
                  <c:v>6010.1516704858041</c:v>
                </c:pt>
                <c:pt idx="1836">
                  <c:v>6011.182040277019</c:v>
                </c:pt>
                <c:pt idx="1837">
                  <c:v>6014.4364872560527</c:v>
                </c:pt>
                <c:pt idx="1838">
                  <c:v>6012.5089767942918</c:v>
                </c:pt>
                <c:pt idx="1839">
                  <c:v>6010.5494262939064</c:v>
                </c:pt>
                <c:pt idx="1840">
                  <c:v>6018.780911461713</c:v>
                </c:pt>
                <c:pt idx="1841">
                  <c:v>6013.669771654012</c:v>
                </c:pt>
                <c:pt idx="1842">
                  <c:v>6019.3484628119204</c:v>
                </c:pt>
                <c:pt idx="1843">
                  <c:v>6020.3042234199966</c:v>
                </c:pt>
                <c:pt idx="1844">
                  <c:v>6023.4843017244466</c:v>
                </c:pt>
                <c:pt idx="1845">
                  <c:v>6029.4152165660835</c:v>
                </c:pt>
                <c:pt idx="1846">
                  <c:v>6029.5586937764047</c:v>
                </c:pt>
                <c:pt idx="1847">
                  <c:v>6032.9205960876907</c:v>
                </c:pt>
                <c:pt idx="1848">
                  <c:v>6030.7284095644964</c:v>
                </c:pt>
                <c:pt idx="1849">
                  <c:v>6037.5478329490215</c:v>
                </c:pt>
                <c:pt idx="1850">
                  <c:v>6044.2068956963158</c:v>
                </c:pt>
                <c:pt idx="1851">
                  <c:v>6045.6864036276838</c:v>
                </c:pt>
                <c:pt idx="1852">
                  <c:v>6048.8640739012098</c:v>
                </c:pt>
                <c:pt idx="1853">
                  <c:v>6049.3174644701867</c:v>
                </c:pt>
                <c:pt idx="1854">
                  <c:v>6051.9828602571815</c:v>
                </c:pt>
                <c:pt idx="1855">
                  <c:v>6059.4947629024464</c:v>
                </c:pt>
                <c:pt idx="1856">
                  <c:v>6064.0479864687204</c:v>
                </c:pt>
                <c:pt idx="1857">
                  <c:v>6059.1571596850645</c:v>
                </c:pt>
                <c:pt idx="1858">
                  <c:v>6053.9305759213339</c:v>
                </c:pt>
                <c:pt idx="1859">
                  <c:v>6051.4073556415406</c:v>
                </c:pt>
                <c:pt idx="1860">
                  <c:v>6050.4648013886072</c:v>
                </c:pt>
                <c:pt idx="1861">
                  <c:v>6048.1295989070932</c:v>
                </c:pt>
                <c:pt idx="1862">
                  <c:v>6047.8061544338161</c:v>
                </c:pt>
                <c:pt idx="1863">
                  <c:v>6049.6527292512674</c:v>
                </c:pt>
                <c:pt idx="1864">
                  <c:v>6053.5747201697377</c:v>
                </c:pt>
                <c:pt idx="1865">
                  <c:v>6043.1109467887582</c:v>
                </c:pt>
                <c:pt idx="1866">
                  <c:v>6043.1516805123556</c:v>
                </c:pt>
                <c:pt idx="1867">
                  <c:v>6049.2513176317298</c:v>
                </c:pt>
                <c:pt idx="1868">
                  <c:v>6057.6700292606674</c:v>
                </c:pt>
                <c:pt idx="1869">
                  <c:v>6062.4462302721431</c:v>
                </c:pt>
                <c:pt idx="1870">
                  <c:v>6062.1189982495953</c:v>
                </c:pt>
                <c:pt idx="1871">
                  <c:v>6059.6812461893278</c:v>
                </c:pt>
                <c:pt idx="1872">
                  <c:v>6063.7378314538764</c:v>
                </c:pt>
                <c:pt idx="1873">
                  <c:v>6069.9722444089648</c:v>
                </c:pt>
                <c:pt idx="1874">
                  <c:v>6072.4646577531448</c:v>
                </c:pt>
                <c:pt idx="1875">
                  <c:v>6072.3718945697055</c:v>
                </c:pt>
                <c:pt idx="1876">
                  <c:v>6072.2808405194683</c:v>
                </c:pt>
                <c:pt idx="1877">
                  <c:v>6076.1653780013721</c:v>
                </c:pt>
                <c:pt idx="1878">
                  <c:v>6075.8701389263979</c:v>
                </c:pt>
                <c:pt idx="1879">
                  <c:v>6078.7621976607779</c:v>
                </c:pt>
                <c:pt idx="1880">
                  <c:v>6078.5415183868281</c:v>
                </c:pt>
                <c:pt idx="1881">
                  <c:v>6077.7004499253208</c:v>
                </c:pt>
                <c:pt idx="1882">
                  <c:v>6079.1675612853332</c:v>
                </c:pt>
                <c:pt idx="1883">
                  <c:v>6080.9884343604363</c:v>
                </c:pt>
                <c:pt idx="1884">
                  <c:v>6082.2030415293239</c:v>
                </c:pt>
                <c:pt idx="1885">
                  <c:v>6086.7274067800554</c:v>
                </c:pt>
                <c:pt idx="1886">
                  <c:v>6087.3677911028553</c:v>
                </c:pt>
                <c:pt idx="1887">
                  <c:v>6086.3651055255332</c:v>
                </c:pt>
                <c:pt idx="1888">
                  <c:v>6087.5077316370816</c:v>
                </c:pt>
                <c:pt idx="1889">
                  <c:v>6091.4743808224612</c:v>
                </c:pt>
                <c:pt idx="1890">
                  <c:v>6092.5154721611152</c:v>
                </c:pt>
                <c:pt idx="1891">
                  <c:v>6089.5508525610257</c:v>
                </c:pt>
                <c:pt idx="1892">
                  <c:v>6090.8486579089022</c:v>
                </c:pt>
                <c:pt idx="1893">
                  <c:v>6092.7916486670256</c:v>
                </c:pt>
                <c:pt idx="1894">
                  <c:v>6094.5537926232391</c:v>
                </c:pt>
                <c:pt idx="1895">
                  <c:v>6095.4182474470981</c:v>
                </c:pt>
                <c:pt idx="1896">
                  <c:v>6097.6470191127291</c:v>
                </c:pt>
                <c:pt idx="1897">
                  <c:v>6099.3659803602977</c:v>
                </c:pt>
                <c:pt idx="1898">
                  <c:v>6093.1434360123721</c:v>
                </c:pt>
                <c:pt idx="1899">
                  <c:v>6095.7733507409284</c:v>
                </c:pt>
                <c:pt idx="1900">
                  <c:v>6091.885382258828</c:v>
                </c:pt>
                <c:pt idx="1901">
                  <c:v>6102.4514871401716</c:v>
                </c:pt>
                <c:pt idx="1902">
                  <c:v>6094.3128868518725</c:v>
                </c:pt>
                <c:pt idx="1903">
                  <c:v>6111.0028954075242</c:v>
                </c:pt>
                <c:pt idx="1904">
                  <c:v>6114.5289718207177</c:v>
                </c:pt>
                <c:pt idx="1905">
                  <c:v>6114.9204544492859</c:v>
                </c:pt>
                <c:pt idx="1906">
                  <c:v>6109.7578782733899</c:v>
                </c:pt>
                <c:pt idx="1907">
                  <c:v>6114.5893650110866</c:v>
                </c:pt>
                <c:pt idx="1908">
                  <c:v>6112.1659055089858</c:v>
                </c:pt>
                <c:pt idx="1909">
                  <c:v>6119.0104299195218</c:v>
                </c:pt>
                <c:pt idx="1910">
                  <c:v>6120.1273483195628</c:v>
                </c:pt>
                <c:pt idx="1911">
                  <c:v>6115.7302991019515</c:v>
                </c:pt>
                <c:pt idx="1912">
                  <c:v>6118.4259814590769</c:v>
                </c:pt>
                <c:pt idx="1913">
                  <c:v>6120.1064195595518</c:v>
                </c:pt>
                <c:pt idx="1914">
                  <c:v>6120.9921746348928</c:v>
                </c:pt>
                <c:pt idx="1915">
                  <c:v>6122.2514950791428</c:v>
                </c:pt>
                <c:pt idx="1916">
                  <c:v>6124.3880575761959</c:v>
                </c:pt>
                <c:pt idx="1917">
                  <c:v>6124.8473410813267</c:v>
                </c:pt>
                <c:pt idx="1918">
                  <c:v>6126.7781400932272</c:v>
                </c:pt>
                <c:pt idx="1919">
                  <c:v>6127.8175397975319</c:v>
                </c:pt>
                <c:pt idx="1920">
                  <c:v>6129.1911392699421</c:v>
                </c:pt>
                <c:pt idx="1921">
                  <c:v>6130.4703049290783</c:v>
                </c:pt>
                <c:pt idx="1922">
                  <c:v>6131.3666656257465</c:v>
                </c:pt>
                <c:pt idx="1923">
                  <c:v>6132.5950758675681</c:v>
                </c:pt>
                <c:pt idx="1924">
                  <c:v>6134.1194328241945</c:v>
                </c:pt>
                <c:pt idx="1925">
                  <c:v>6133.9496306769815</c:v>
                </c:pt>
                <c:pt idx="1926">
                  <c:v>6136.0166098187738</c:v>
                </c:pt>
                <c:pt idx="1927">
                  <c:v>6141.9912258087234</c:v>
                </c:pt>
                <c:pt idx="1928">
                  <c:v>6141.858650240627</c:v>
                </c:pt>
                <c:pt idx="1929">
                  <c:v>6146.4181324299807</c:v>
                </c:pt>
                <c:pt idx="1930">
                  <c:v>6149.4159025231365</c:v>
                </c:pt>
                <c:pt idx="1931">
                  <c:v>6150.0910832491354</c:v>
                </c:pt>
                <c:pt idx="1932">
                  <c:v>6161.9699703485358</c:v>
                </c:pt>
                <c:pt idx="1933">
                  <c:v>6165.0365096375644</c:v>
                </c:pt>
                <c:pt idx="1934">
                  <c:v>6161.7039438867932</c:v>
                </c:pt>
                <c:pt idx="1935">
                  <c:v>6164.5405672328779</c:v>
                </c:pt>
                <c:pt idx="1936">
                  <c:v>6167.0123821443067</c:v>
                </c:pt>
                <c:pt idx="1937">
                  <c:v>6163.7308904108522</c:v>
                </c:pt>
                <c:pt idx="1938">
                  <c:v>6167.2911681253117</c:v>
                </c:pt>
                <c:pt idx="1939">
                  <c:v>6167.3762459830141</c:v>
                </c:pt>
                <c:pt idx="1940">
                  <c:v>6168.8839068505513</c:v>
                </c:pt>
                <c:pt idx="1941">
                  <c:v>6164.0521623943987</c:v>
                </c:pt>
                <c:pt idx="1942">
                  <c:v>6156.8344987901401</c:v>
                </c:pt>
                <c:pt idx="1943">
                  <c:v>6169.0205038309077</c:v>
                </c:pt>
                <c:pt idx="1944">
                  <c:v>6174.6329487258254</c:v>
                </c:pt>
                <c:pt idx="1945">
                  <c:v>6178.7215912991505</c:v>
                </c:pt>
                <c:pt idx="1946">
                  <c:v>6180.0211656468182</c:v>
                </c:pt>
                <c:pt idx="1947">
                  <c:v>6178.2499290985861</c:v>
                </c:pt>
                <c:pt idx="1948">
                  <c:v>6182.1985110562418</c:v>
                </c:pt>
                <c:pt idx="1949">
                  <c:v>6182.7315087782272</c:v>
                </c:pt>
                <c:pt idx="1950">
                  <c:v>6186.0182342616281</c:v>
                </c:pt>
                <c:pt idx="1951">
                  <c:v>6186.4491272232299</c:v>
                </c:pt>
                <c:pt idx="1952">
                  <c:v>6184.7341628553122</c:v>
                </c:pt>
                <c:pt idx="1953">
                  <c:v>6181.3327378254244</c:v>
                </c:pt>
                <c:pt idx="1954">
                  <c:v>6181.5276512023684</c:v>
                </c:pt>
                <c:pt idx="1955">
                  <c:v>6182.4420068674372</c:v>
                </c:pt>
                <c:pt idx="1956">
                  <c:v>6183.3123066751323</c:v>
                </c:pt>
                <c:pt idx="1957">
                  <c:v>6187.4017789821064</c:v>
                </c:pt>
                <c:pt idx="1958">
                  <c:v>6189.594779123403</c:v>
                </c:pt>
                <c:pt idx="1959">
                  <c:v>6193.4043294777048</c:v>
                </c:pt>
                <c:pt idx="1960">
                  <c:v>6189.8488894944458</c:v>
                </c:pt>
                <c:pt idx="1961">
                  <c:v>6194.4844054694622</c:v>
                </c:pt>
                <c:pt idx="1962">
                  <c:v>6192.4001108495386</c:v>
                </c:pt>
                <c:pt idx="1963">
                  <c:v>6193.1201772688673</c:v>
                </c:pt>
                <c:pt idx="1964">
                  <c:v>6196.4637700564863</c:v>
                </c:pt>
                <c:pt idx="1965">
                  <c:v>6200.2434321944365</c:v>
                </c:pt>
                <c:pt idx="1966">
                  <c:v>6203.030519992165</c:v>
                </c:pt>
                <c:pt idx="1967">
                  <c:v>6199.6684427002474</c:v>
                </c:pt>
                <c:pt idx="1968">
                  <c:v>6204.2528953313422</c:v>
                </c:pt>
                <c:pt idx="1969">
                  <c:v>6206.7788526726545</c:v>
                </c:pt>
                <c:pt idx="1970">
                  <c:v>6209.0409785845868</c:v>
                </c:pt>
                <c:pt idx="1971">
                  <c:v>6210.6777028962651</c:v>
                </c:pt>
                <c:pt idx="1972">
                  <c:v>6208.144730834174</c:v>
                </c:pt>
                <c:pt idx="1973">
                  <c:v>6211.7335677858864</c:v>
                </c:pt>
                <c:pt idx="1974">
                  <c:v>6214.8672975568634</c:v>
                </c:pt>
                <c:pt idx="1975">
                  <c:v>6214.4943977557068</c:v>
                </c:pt>
                <c:pt idx="1976">
                  <c:v>6214.7343290196768</c:v>
                </c:pt>
                <c:pt idx="1977">
                  <c:v>6215.3313445209888</c:v>
                </c:pt>
                <c:pt idx="1978">
                  <c:v>6216.4542813259886</c:v>
                </c:pt>
                <c:pt idx="1979">
                  <c:v>6219.1870275638066</c:v>
                </c:pt>
                <c:pt idx="1980">
                  <c:v>6220.7175991149452</c:v>
                </c:pt>
                <c:pt idx="1981">
                  <c:v>6222.7342900115946</c:v>
                </c:pt>
                <c:pt idx="1982">
                  <c:v>6224.7900532330941</c:v>
                </c:pt>
                <c:pt idx="1983">
                  <c:v>6226.165679292938</c:v>
                </c:pt>
                <c:pt idx="1984">
                  <c:v>6226.4369535405312</c:v>
                </c:pt>
                <c:pt idx="1985">
                  <c:v>6229.4196341940997</c:v>
                </c:pt>
                <c:pt idx="1986">
                  <c:v>6229.3638741207669</c:v>
                </c:pt>
                <c:pt idx="1987">
                  <c:v>6233.4404943940044</c:v>
                </c:pt>
                <c:pt idx="1988">
                  <c:v>6232.9433887998193</c:v>
                </c:pt>
                <c:pt idx="1989">
                  <c:v>6232.7021613130546</c:v>
                </c:pt>
                <c:pt idx="1990">
                  <c:v>6238.8425198013347</c:v>
                </c:pt>
                <c:pt idx="1991">
                  <c:v>6239.0519743005198</c:v>
                </c:pt>
                <c:pt idx="1992">
                  <c:v>6241.3997120343538</c:v>
                </c:pt>
                <c:pt idx="1993">
                  <c:v>6242.9823349395447</c:v>
                </c:pt>
                <c:pt idx="1994">
                  <c:v>6237.7232968172902</c:v>
                </c:pt>
                <c:pt idx="1995">
                  <c:v>6243.5186284198844</c:v>
                </c:pt>
                <c:pt idx="1996">
                  <c:v>6245.5335634529929</c:v>
                </c:pt>
                <c:pt idx="1997">
                  <c:v>6248.615524542317</c:v>
                </c:pt>
                <c:pt idx="1998">
                  <c:v>6250.5998086047202</c:v>
                </c:pt>
                <c:pt idx="1999">
                  <c:v>6246.2367672947275</c:v>
                </c:pt>
                <c:pt idx="2000">
                  <c:v>6249.4323187473083</c:v>
                </c:pt>
                <c:pt idx="2001">
                  <c:v>6250.650589690038</c:v>
                </c:pt>
                <c:pt idx="2002">
                  <c:v>6252.8948926339535</c:v>
                </c:pt>
                <c:pt idx="2003">
                  <c:v>6255.6732009797997</c:v>
                </c:pt>
                <c:pt idx="2004">
                  <c:v>6257.1855704805275</c:v>
                </c:pt>
                <c:pt idx="2005">
                  <c:v>6256.4147509081913</c:v>
                </c:pt>
                <c:pt idx="2006">
                  <c:v>6260.0612618463119</c:v>
                </c:pt>
                <c:pt idx="2007">
                  <c:v>6261.4072767420012</c:v>
                </c:pt>
                <c:pt idx="2008">
                  <c:v>6261.9021808223715</c:v>
                </c:pt>
                <c:pt idx="2009">
                  <c:v>6263.3976843663631</c:v>
                </c:pt>
                <c:pt idx="2010">
                  <c:v>6267.6651149027102</c:v>
                </c:pt>
                <c:pt idx="2011">
                  <c:v>6267.2662116065458</c:v>
                </c:pt>
                <c:pt idx="2012">
                  <c:v>6268.6448714937414</c:v>
                </c:pt>
                <c:pt idx="2013">
                  <c:v>6271.9702323313513</c:v>
                </c:pt>
                <c:pt idx="2014">
                  <c:v>6270.7173098174899</c:v>
                </c:pt>
                <c:pt idx="2015">
                  <c:v>6272.6500627685746</c:v>
                </c:pt>
                <c:pt idx="2016">
                  <c:v>6271.6249232244336</c:v>
                </c:pt>
                <c:pt idx="2017">
                  <c:v>6274.6041835561937</c:v>
                </c:pt>
                <c:pt idx="2018">
                  <c:v>6279.655331802941</c:v>
                </c:pt>
                <c:pt idx="2019">
                  <c:v>6278.3592004827369</c:v>
                </c:pt>
                <c:pt idx="2020">
                  <c:v>6281.8554265263665</c:v>
                </c:pt>
                <c:pt idx="2021">
                  <c:v>6283.6374482429273</c:v>
                </c:pt>
                <c:pt idx="2022">
                  <c:v>6280.7189989240896</c:v>
                </c:pt>
                <c:pt idx="2023">
                  <c:v>6281.3813260480547</c:v>
                </c:pt>
                <c:pt idx="2024">
                  <c:v>6289.2539847435346</c:v>
                </c:pt>
                <c:pt idx="2025">
                  <c:v>6284.8660576492121</c:v>
                </c:pt>
                <c:pt idx="2026">
                  <c:v>6286.2953003019638</c:v>
                </c:pt>
                <c:pt idx="2027">
                  <c:v>6290.1313831411489</c:v>
                </c:pt>
                <c:pt idx="2028">
                  <c:v>6292.8965270377739</c:v>
                </c:pt>
                <c:pt idx="2029">
                  <c:v>6292.2039030749884</c:v>
                </c:pt>
                <c:pt idx="2030">
                  <c:v>6290.5122743314259</c:v>
                </c:pt>
                <c:pt idx="2031">
                  <c:v>6293.2345328483361</c:v>
                </c:pt>
                <c:pt idx="2032">
                  <c:v>6296.2251954574131</c:v>
                </c:pt>
                <c:pt idx="2033">
                  <c:v>6296.6355742828928</c:v>
                </c:pt>
                <c:pt idx="2034">
                  <c:v>6297.6076906601156</c:v>
                </c:pt>
                <c:pt idx="2035">
                  <c:v>6300.9118649429138</c:v>
                </c:pt>
                <c:pt idx="2036">
                  <c:v>6304.7217286342229</c:v>
                </c:pt>
                <c:pt idx="2037">
                  <c:v>6305.7377151747005</c:v>
                </c:pt>
                <c:pt idx="2038">
                  <c:v>6307.1520212207915</c:v>
                </c:pt>
                <c:pt idx="2039">
                  <c:v>6304.7444849675348</c:v>
                </c:pt>
                <c:pt idx="2040">
                  <c:v>6307.1174372894193</c:v>
                </c:pt>
                <c:pt idx="2041">
                  <c:v>6310.0873218086645</c:v>
                </c:pt>
                <c:pt idx="2042">
                  <c:v>6311.1661378604658</c:v>
                </c:pt>
                <c:pt idx="2043">
                  <c:v>6309.6089698365768</c:v>
                </c:pt>
                <c:pt idx="2044">
                  <c:v>6312.2546536932614</c:v>
                </c:pt>
                <c:pt idx="2045">
                  <c:v>6309.7228907846766</c:v>
                </c:pt>
                <c:pt idx="2046">
                  <c:v>6310.6425090388866</c:v>
                </c:pt>
                <c:pt idx="2047">
                  <c:v>6313.2343012660294</c:v>
                </c:pt>
                <c:pt idx="2048">
                  <c:v>6315.8102475879496</c:v>
                </c:pt>
                <c:pt idx="2049">
                  <c:v>6318.8009233620032</c:v>
                </c:pt>
                <c:pt idx="2050">
                  <c:v>6317.7886852677739</c:v>
                </c:pt>
                <c:pt idx="2051">
                  <c:v>6320.2242718722064</c:v>
                </c:pt>
                <c:pt idx="2052">
                  <c:v>6318.6755795417748</c:v>
                </c:pt>
                <c:pt idx="2053">
                  <c:v>6319.3796984828714</c:v>
                </c:pt>
                <c:pt idx="2054">
                  <c:v>6322.7404885806027</c:v>
                </c:pt>
                <c:pt idx="2055">
                  <c:v>6328.0924158022208</c:v>
                </c:pt>
                <c:pt idx="2056">
                  <c:v>6327.0729316975649</c:v>
                </c:pt>
                <c:pt idx="2057">
                  <c:v>6330.8271971394743</c:v>
                </c:pt>
                <c:pt idx="2058">
                  <c:v>6326.5504797588519</c:v>
                </c:pt>
                <c:pt idx="2059">
                  <c:v>6326.8039485552408</c:v>
                </c:pt>
                <c:pt idx="2060">
                  <c:v>6327.6954128676325</c:v>
                </c:pt>
                <c:pt idx="2061">
                  <c:v>6328.5635208525018</c:v>
                </c:pt>
                <c:pt idx="2062">
                  <c:v>6337.9434841992916</c:v>
                </c:pt>
                <c:pt idx="2063">
                  <c:v>6334.9262278899887</c:v>
                </c:pt>
                <c:pt idx="2064">
                  <c:v>6332.3171149480404</c:v>
                </c:pt>
                <c:pt idx="2065">
                  <c:v>6337.1694999039964</c:v>
                </c:pt>
                <c:pt idx="2066">
                  <c:v>6340.6265226075757</c:v>
                </c:pt>
                <c:pt idx="2067">
                  <c:v>6341.4638484161824</c:v>
                </c:pt>
                <c:pt idx="2068">
                  <c:v>6349.1101244023066</c:v>
                </c:pt>
                <c:pt idx="2069">
                  <c:v>6351.9905490377332</c:v>
                </c:pt>
                <c:pt idx="2070">
                  <c:v>6350.2266761842038</c:v>
                </c:pt>
                <c:pt idx="2071">
                  <c:v>6354.1116498837273</c:v>
                </c:pt>
                <c:pt idx="2072">
                  <c:v>6354.0833920667483</c:v>
                </c:pt>
                <c:pt idx="2073">
                  <c:v>6355.5531827409268</c:v>
                </c:pt>
                <c:pt idx="2074">
                  <c:v>6356.8431861896361</c:v>
                </c:pt>
                <c:pt idx="2075">
                  <c:v>6355.9912823825334</c:v>
                </c:pt>
                <c:pt idx="2076">
                  <c:v>6356.4360236504117</c:v>
                </c:pt>
                <c:pt idx="2077">
                  <c:v>6358.7408561418115</c:v>
                </c:pt>
                <c:pt idx="2078">
                  <c:v>6356.1286070201604</c:v>
                </c:pt>
                <c:pt idx="2079">
                  <c:v>6355.0700073217904</c:v>
                </c:pt>
                <c:pt idx="2080">
                  <c:v>6364.300857003288</c:v>
                </c:pt>
                <c:pt idx="2081">
                  <c:v>6363.5976602155606</c:v>
                </c:pt>
                <c:pt idx="2082">
                  <c:v>6364.6996926760958</c:v>
                </c:pt>
                <c:pt idx="2083">
                  <c:v>6366.7075299676062</c:v>
                </c:pt>
                <c:pt idx="2084">
                  <c:v>6368.8899519656861</c:v>
                </c:pt>
                <c:pt idx="2085">
                  <c:v>6371.011394130941</c:v>
                </c:pt>
                <c:pt idx="2086">
                  <c:v>6369.5374460003413</c:v>
                </c:pt>
                <c:pt idx="2087">
                  <c:v>6375.4547778831666</c:v>
                </c:pt>
                <c:pt idx="2088">
                  <c:v>6376.5274740688637</c:v>
                </c:pt>
                <c:pt idx="2089">
                  <c:v>6370.4704855022137</c:v>
                </c:pt>
                <c:pt idx="2090">
                  <c:v>6370.8379379567268</c:v>
                </c:pt>
                <c:pt idx="2091">
                  <c:v>6378.2449956914352</c:v>
                </c:pt>
                <c:pt idx="2092">
                  <c:v>6375.4945457647864</c:v>
                </c:pt>
              </c:numCache>
            </c:numRef>
          </c:xVal>
          <c:yVal>
            <c:numRef>
              <c:f>Presentation!$BQ$164:$BQ$2256</c:f>
              <c:numCache>
                <c:formatCode>General</c:formatCode>
                <c:ptCount val="2093"/>
                <c:pt idx="0">
                  <c:v>0.46661736203203102</c:v>
                </c:pt>
                <c:pt idx="1">
                  <c:v>0.4644833484253949</c:v>
                </c:pt>
                <c:pt idx="2">
                  <c:v>0.45777358396861267</c:v>
                </c:pt>
                <c:pt idx="3">
                  <c:v>0.45657981813279735</c:v>
                </c:pt>
                <c:pt idx="4">
                  <c:v>0.45308265582655832</c:v>
                </c:pt>
                <c:pt idx="5">
                  <c:v>0.45092888867663217</c:v>
                </c:pt>
                <c:pt idx="6">
                  <c:v>0.44824573830098691</c:v>
                </c:pt>
                <c:pt idx="7">
                  <c:v>0.44714614793959567</c:v>
                </c:pt>
                <c:pt idx="8">
                  <c:v>0.44494928633714259</c:v>
                </c:pt>
                <c:pt idx="9">
                  <c:v>0.44222594066570187</c:v>
                </c:pt>
                <c:pt idx="10">
                  <c:v>0.44075321835746639</c:v>
                </c:pt>
                <c:pt idx="11">
                  <c:v>0.43933949161136709</c:v>
                </c:pt>
                <c:pt idx="12">
                  <c:v>0.43881654746635945</c:v>
                </c:pt>
                <c:pt idx="13">
                  <c:v>0.43680082293943678</c:v>
                </c:pt>
                <c:pt idx="14">
                  <c:v>0.43539646924346975</c:v>
                </c:pt>
                <c:pt idx="15">
                  <c:v>0.43387843644403651</c:v>
                </c:pt>
                <c:pt idx="16">
                  <c:v>0.43293952702006144</c:v>
                </c:pt>
                <c:pt idx="17">
                  <c:v>0.43141242018788889</c:v>
                </c:pt>
                <c:pt idx="18">
                  <c:v>0.43180359435173299</c:v>
                </c:pt>
                <c:pt idx="19">
                  <c:v>0.42669540968692521</c:v>
                </c:pt>
                <c:pt idx="20">
                  <c:v>0.4224011569957199</c:v>
                </c:pt>
                <c:pt idx="21">
                  <c:v>0.42204280305956893</c:v>
                </c:pt>
                <c:pt idx="22">
                  <c:v>0.42191435768261965</c:v>
                </c:pt>
                <c:pt idx="23">
                  <c:v>0.42134227934940349</c:v>
                </c:pt>
                <c:pt idx="24">
                  <c:v>0.42134496384104975</c:v>
                </c:pt>
                <c:pt idx="25">
                  <c:v>0.42047774038726754</c:v>
                </c:pt>
                <c:pt idx="26">
                  <c:v>0.4208554593729541</c:v>
                </c:pt>
                <c:pt idx="27">
                  <c:v>0.41959699723429478</c:v>
                </c:pt>
                <c:pt idx="28">
                  <c:v>0.42055161880405639</c:v>
                </c:pt>
                <c:pt idx="29">
                  <c:v>0.41933954811186608</c:v>
                </c:pt>
                <c:pt idx="30">
                  <c:v>0.41978247272221836</c:v>
                </c:pt>
                <c:pt idx="31">
                  <c:v>0.41958246059815268</c:v>
                </c:pt>
                <c:pt idx="32">
                  <c:v>0.42005764665988476</c:v>
                </c:pt>
                <c:pt idx="33">
                  <c:v>0.4205362982341399</c:v>
                </c:pt>
                <c:pt idx="34">
                  <c:v>0.4202898550724638</c:v>
                </c:pt>
                <c:pt idx="35">
                  <c:v>0.42014883598406266</c:v>
                </c:pt>
                <c:pt idx="36">
                  <c:v>0.42126527234670869</c:v>
                </c:pt>
                <c:pt idx="37">
                  <c:v>0.42070054967196996</c:v>
                </c:pt>
                <c:pt idx="38">
                  <c:v>0.42105935314964404</c:v>
                </c:pt>
                <c:pt idx="39">
                  <c:v>0.42155454157917172</c:v>
                </c:pt>
                <c:pt idx="40">
                  <c:v>0.42339980651000225</c:v>
                </c:pt>
                <c:pt idx="41">
                  <c:v>0.42322676396017567</c:v>
                </c:pt>
                <c:pt idx="42">
                  <c:v>0.42412344358719734</c:v>
                </c:pt>
                <c:pt idx="43">
                  <c:v>0.41973251745603807</c:v>
                </c:pt>
                <c:pt idx="44">
                  <c:v>0.42123992132250271</c:v>
                </c:pt>
                <c:pt idx="45">
                  <c:v>0.42208738586002792</c:v>
                </c:pt>
                <c:pt idx="46">
                  <c:v>0.42253210036517852</c:v>
                </c:pt>
                <c:pt idx="47">
                  <c:v>0.4234947147112072</c:v>
                </c:pt>
                <c:pt idx="48">
                  <c:v>0.42476162958682456</c:v>
                </c:pt>
                <c:pt idx="49">
                  <c:v>0.42601455921128051</c:v>
                </c:pt>
                <c:pt idx="50">
                  <c:v>0.42663375046111068</c:v>
                </c:pt>
                <c:pt idx="51">
                  <c:v>0.42793248945147677</c:v>
                </c:pt>
                <c:pt idx="52">
                  <c:v>0.42843215086561093</c:v>
                </c:pt>
                <c:pt idx="53">
                  <c:v>0.43019191179518357</c:v>
                </c:pt>
                <c:pt idx="54">
                  <c:v>0.43172034929007747</c:v>
                </c:pt>
                <c:pt idx="55">
                  <c:v>0.42939918230308943</c:v>
                </c:pt>
                <c:pt idx="56">
                  <c:v>0.43062850081265869</c:v>
                </c:pt>
                <c:pt idx="57">
                  <c:v>0.42920872506458568</c:v>
                </c:pt>
                <c:pt idx="58">
                  <c:v>0.43140930029962649</c:v>
                </c:pt>
                <c:pt idx="59">
                  <c:v>0.42947147815836012</c:v>
                </c:pt>
                <c:pt idx="60">
                  <c:v>0.43124366735080932</c:v>
                </c:pt>
                <c:pt idx="61">
                  <c:v>0.43192766428810636</c:v>
                </c:pt>
                <c:pt idx="62">
                  <c:v>0.43444802372552033</c:v>
                </c:pt>
                <c:pt idx="63">
                  <c:v>0.4349109801685358</c:v>
                </c:pt>
                <c:pt idx="64">
                  <c:v>0.43606627552690552</c:v>
                </c:pt>
                <c:pt idx="65">
                  <c:v>0.4371522666600135</c:v>
                </c:pt>
                <c:pt idx="66">
                  <c:v>0.438462300113867</c:v>
                </c:pt>
                <c:pt idx="67">
                  <c:v>0.43962243280115038</c:v>
                </c:pt>
                <c:pt idx="68">
                  <c:v>0.4405453568987403</c:v>
                </c:pt>
                <c:pt idx="69">
                  <c:v>0.44153452933267112</c:v>
                </c:pt>
                <c:pt idx="70">
                  <c:v>0.44190336114192025</c:v>
                </c:pt>
                <c:pt idx="71">
                  <c:v>0.44329785961975365</c:v>
                </c:pt>
                <c:pt idx="72">
                  <c:v>0.44481581567344619</c:v>
                </c:pt>
                <c:pt idx="73">
                  <c:v>0.44502123643227937</c:v>
                </c:pt>
                <c:pt idx="74">
                  <c:v>0.44630797860511934</c:v>
                </c:pt>
                <c:pt idx="75">
                  <c:v>0.44706470903041162</c:v>
                </c:pt>
                <c:pt idx="76">
                  <c:v>0.44834946751433619</c:v>
                </c:pt>
                <c:pt idx="77">
                  <c:v>0.4497302374597647</c:v>
                </c:pt>
                <c:pt idx="78">
                  <c:v>0.45050801895389098</c:v>
                </c:pt>
                <c:pt idx="79">
                  <c:v>0.45268281639121577</c:v>
                </c:pt>
                <c:pt idx="80">
                  <c:v>0.45372655478775908</c:v>
                </c:pt>
                <c:pt idx="81">
                  <c:v>0.45354783364342294</c:v>
                </c:pt>
                <c:pt idx="82">
                  <c:v>0.45296024606941726</c:v>
                </c:pt>
                <c:pt idx="83">
                  <c:v>0.45370716373947639</c:v>
                </c:pt>
                <c:pt idx="84">
                  <c:v>0.44794590874832058</c:v>
                </c:pt>
                <c:pt idx="85">
                  <c:v>0.4510146879888754</c:v>
                </c:pt>
                <c:pt idx="86">
                  <c:v>0.45159445930784492</c:v>
                </c:pt>
                <c:pt idx="87">
                  <c:v>0.45288095620946567</c:v>
                </c:pt>
                <c:pt idx="88">
                  <c:v>0.45396535037808289</c:v>
                </c:pt>
                <c:pt idx="89">
                  <c:v>0.45421709650845959</c:v>
                </c:pt>
                <c:pt idx="90">
                  <c:v>0.45191984892992021</c:v>
                </c:pt>
                <c:pt idx="91">
                  <c:v>0.45276903516268213</c:v>
                </c:pt>
                <c:pt idx="92">
                  <c:v>0.45215804588763442</c:v>
                </c:pt>
                <c:pt idx="93">
                  <c:v>0.45367250847422702</c:v>
                </c:pt>
                <c:pt idx="94">
                  <c:v>0.45533822581140421</c:v>
                </c:pt>
                <c:pt idx="95">
                  <c:v>0.45646448726422284</c:v>
                </c:pt>
                <c:pt idx="96">
                  <c:v>0.45746768353124434</c:v>
                </c:pt>
                <c:pt idx="97">
                  <c:v>0.45861286305387056</c:v>
                </c:pt>
                <c:pt idx="98">
                  <c:v>0.45970149253731341</c:v>
                </c:pt>
                <c:pt idx="99">
                  <c:v>0.46064472600633022</c:v>
                </c:pt>
                <c:pt idx="100">
                  <c:v>0.46220477101872498</c:v>
                </c:pt>
                <c:pt idx="101">
                  <c:v>0.46376356535902818</c:v>
                </c:pt>
                <c:pt idx="102">
                  <c:v>0.46571963418676748</c:v>
                </c:pt>
                <c:pt idx="103">
                  <c:v>0.46684962325811424</c:v>
                </c:pt>
                <c:pt idx="104">
                  <c:v>0.46752608133906709</c:v>
                </c:pt>
                <c:pt idx="105">
                  <c:v>0.46890525790796256</c:v>
                </c:pt>
                <c:pt idx="106">
                  <c:v>0.47109187292628046</c:v>
                </c:pt>
                <c:pt idx="107">
                  <c:v>0.46848360577927128</c:v>
                </c:pt>
                <c:pt idx="108">
                  <c:v>0.4692970453065578</c:v>
                </c:pt>
                <c:pt idx="109">
                  <c:v>0.46990540895612032</c:v>
                </c:pt>
                <c:pt idx="110">
                  <c:v>0.47102348539277616</c:v>
                </c:pt>
                <c:pt idx="111">
                  <c:v>0.47269925551863051</c:v>
                </c:pt>
                <c:pt idx="112">
                  <c:v>0.47329118013569016</c:v>
                </c:pt>
                <c:pt idx="113">
                  <c:v>0.47466965408949419</c:v>
                </c:pt>
                <c:pt idx="114">
                  <c:v>0.47541732110896001</c:v>
                </c:pt>
                <c:pt idx="115">
                  <c:v>0.47643746025978739</c:v>
                </c:pt>
                <c:pt idx="116">
                  <c:v>0.47768107044186431</c:v>
                </c:pt>
                <c:pt idx="117">
                  <c:v>0.47869669691209699</c:v>
                </c:pt>
                <c:pt idx="118">
                  <c:v>0.4766734460857775</c:v>
                </c:pt>
                <c:pt idx="119">
                  <c:v>0.4765948761636008</c:v>
                </c:pt>
                <c:pt idx="120">
                  <c:v>0.47685446838572937</c:v>
                </c:pt>
                <c:pt idx="121">
                  <c:v>0.47603850718712909</c:v>
                </c:pt>
                <c:pt idx="122">
                  <c:v>0.47784940217438837</c:v>
                </c:pt>
                <c:pt idx="123">
                  <c:v>0.47855968402829124</c:v>
                </c:pt>
                <c:pt idx="124">
                  <c:v>0.48002978432340238</c:v>
                </c:pt>
                <c:pt idx="125">
                  <c:v>0.48158893872736824</c:v>
                </c:pt>
                <c:pt idx="126">
                  <c:v>0.48272493573264774</c:v>
                </c:pt>
                <c:pt idx="127">
                  <c:v>0.48367985406064329</c:v>
                </c:pt>
                <c:pt idx="128">
                  <c:v>0.48537485680342823</c:v>
                </c:pt>
                <c:pt idx="129">
                  <c:v>0.48613514540159536</c:v>
                </c:pt>
                <c:pt idx="130">
                  <c:v>0.48763886321238303</c:v>
                </c:pt>
                <c:pt idx="131">
                  <c:v>0.48835459546222137</c:v>
                </c:pt>
                <c:pt idx="132">
                  <c:v>0.48976129085918663</c:v>
                </c:pt>
                <c:pt idx="133">
                  <c:v>0.48748561445922794</c:v>
                </c:pt>
                <c:pt idx="134">
                  <c:v>0.48886778429267486</c:v>
                </c:pt>
                <c:pt idx="135">
                  <c:v>0.49007902245685009</c:v>
                </c:pt>
                <c:pt idx="136">
                  <c:v>0.49100227603936408</c:v>
                </c:pt>
                <c:pt idx="137">
                  <c:v>0.49194534574684906</c:v>
                </c:pt>
                <c:pt idx="138">
                  <c:v>0.49284346499626763</c:v>
                </c:pt>
                <c:pt idx="139">
                  <c:v>0.49359621833461276</c:v>
                </c:pt>
                <c:pt idx="140">
                  <c:v>0.49516774094907018</c:v>
                </c:pt>
                <c:pt idx="141">
                  <c:v>0.49586359886919684</c:v>
                </c:pt>
                <c:pt idx="142">
                  <c:v>0.49748399084507605</c:v>
                </c:pt>
                <c:pt idx="143">
                  <c:v>0.49793663894355911</c:v>
                </c:pt>
                <c:pt idx="144">
                  <c:v>0.49922974222039634</c:v>
                </c:pt>
                <c:pt idx="145">
                  <c:v>0.49994108544181987</c:v>
                </c:pt>
                <c:pt idx="146">
                  <c:v>0.49914762508015448</c:v>
                </c:pt>
                <c:pt idx="147">
                  <c:v>0.49862966769441591</c:v>
                </c:pt>
                <c:pt idx="148">
                  <c:v>0.50057022273598295</c:v>
                </c:pt>
                <c:pt idx="149">
                  <c:v>0.50203445054393558</c:v>
                </c:pt>
                <c:pt idx="150">
                  <c:v>0.50329430396777197</c:v>
                </c:pt>
                <c:pt idx="151">
                  <c:v>0.50284991955872216</c:v>
                </c:pt>
                <c:pt idx="152">
                  <c:v>0.5034817826116802</c:v>
                </c:pt>
                <c:pt idx="153">
                  <c:v>0.50482679001374742</c:v>
                </c:pt>
                <c:pt idx="154">
                  <c:v>0.50518465855374117</c:v>
                </c:pt>
                <c:pt idx="155">
                  <c:v>0.5068226855235497</c:v>
                </c:pt>
                <c:pt idx="156">
                  <c:v>0.50713466253758532</c:v>
                </c:pt>
                <c:pt idx="157">
                  <c:v>0.50865669857353157</c:v>
                </c:pt>
                <c:pt idx="158">
                  <c:v>0.50962683013926913</c:v>
                </c:pt>
                <c:pt idx="159">
                  <c:v>0.51027590090090091</c:v>
                </c:pt>
                <c:pt idx="160">
                  <c:v>0.5117677882167132</c:v>
                </c:pt>
                <c:pt idx="161">
                  <c:v>0.51219099967667026</c:v>
                </c:pt>
                <c:pt idx="162">
                  <c:v>0.51333762792263882</c:v>
                </c:pt>
                <c:pt idx="163">
                  <c:v>0.5145941769088338</c:v>
                </c:pt>
                <c:pt idx="164">
                  <c:v>0.51523163415023887</c:v>
                </c:pt>
                <c:pt idx="165">
                  <c:v>0.51548539720893882</c:v>
                </c:pt>
                <c:pt idx="166">
                  <c:v>0.51681756581413452</c:v>
                </c:pt>
                <c:pt idx="167">
                  <c:v>0.51732852763158843</c:v>
                </c:pt>
                <c:pt idx="168">
                  <c:v>0.51796790602173459</c:v>
                </c:pt>
                <c:pt idx="169">
                  <c:v>0.5187558812626536</c:v>
                </c:pt>
                <c:pt idx="170">
                  <c:v>0.51964169010882844</c:v>
                </c:pt>
                <c:pt idx="171">
                  <c:v>0.52023129569470106</c:v>
                </c:pt>
                <c:pt idx="172">
                  <c:v>0.52065171392297926</c:v>
                </c:pt>
                <c:pt idx="173">
                  <c:v>0.52168780522081304</c:v>
                </c:pt>
                <c:pt idx="174">
                  <c:v>0.52237803811855221</c:v>
                </c:pt>
                <c:pt idx="175">
                  <c:v>0.51738800092011072</c:v>
                </c:pt>
                <c:pt idx="176">
                  <c:v>0.51949747557172932</c:v>
                </c:pt>
                <c:pt idx="177">
                  <c:v>0.51879022769741845</c:v>
                </c:pt>
                <c:pt idx="178">
                  <c:v>0.52139726556039478</c:v>
                </c:pt>
                <c:pt idx="179">
                  <c:v>0.5218320652659505</c:v>
                </c:pt>
                <c:pt idx="180">
                  <c:v>0.52286879524832686</c:v>
                </c:pt>
                <c:pt idx="181">
                  <c:v>0.52285885951496625</c:v>
                </c:pt>
                <c:pt idx="182">
                  <c:v>0.52388563189466386</c:v>
                </c:pt>
                <c:pt idx="183">
                  <c:v>0.52492730242867502</c:v>
                </c:pt>
                <c:pt idx="184">
                  <c:v>0.52564318938222765</c:v>
                </c:pt>
                <c:pt idx="185">
                  <c:v>0.52772717188897034</c:v>
                </c:pt>
                <c:pt idx="186">
                  <c:v>0.52566326633132177</c:v>
                </c:pt>
                <c:pt idx="187">
                  <c:v>0.52708810393286565</c:v>
                </c:pt>
                <c:pt idx="188">
                  <c:v>0.52696088211430769</c:v>
                </c:pt>
                <c:pt idx="189">
                  <c:v>0.52711013221704017</c:v>
                </c:pt>
                <c:pt idx="190">
                  <c:v>0.52811096433289306</c:v>
                </c:pt>
                <c:pt idx="191">
                  <c:v>0.52770928653366911</c:v>
                </c:pt>
                <c:pt idx="192">
                  <c:v>0.52806553112662824</c:v>
                </c:pt>
                <c:pt idx="193">
                  <c:v>0.52894953966237557</c:v>
                </c:pt>
                <c:pt idx="194">
                  <c:v>0.52950884906681972</c:v>
                </c:pt>
                <c:pt idx="195">
                  <c:v>0.53048181883195822</c:v>
                </c:pt>
                <c:pt idx="196">
                  <c:v>0.53092977160549815</c:v>
                </c:pt>
                <c:pt idx="197">
                  <c:v>0.53225140349745104</c:v>
                </c:pt>
                <c:pt idx="198">
                  <c:v>0.53144119427592507</c:v>
                </c:pt>
                <c:pt idx="199">
                  <c:v>0.53252698009154931</c:v>
                </c:pt>
                <c:pt idx="200">
                  <c:v>0.53309225895228651</c:v>
                </c:pt>
                <c:pt idx="201">
                  <c:v>0.53410961526191547</c:v>
                </c:pt>
                <c:pt idx="202">
                  <c:v>0.53433997786569298</c:v>
                </c:pt>
                <c:pt idx="203">
                  <c:v>0.53549708603643886</c:v>
                </c:pt>
                <c:pt idx="204">
                  <c:v>0.5359494470774091</c:v>
                </c:pt>
                <c:pt idx="205">
                  <c:v>0.53655754749677054</c:v>
                </c:pt>
                <c:pt idx="206">
                  <c:v>0.53720082919781387</c:v>
                </c:pt>
                <c:pt idx="207">
                  <c:v>0.53793440404900905</c:v>
                </c:pt>
                <c:pt idx="208">
                  <c:v>0.53826898467492745</c:v>
                </c:pt>
                <c:pt idx="209">
                  <c:v>0.53915619534843195</c:v>
                </c:pt>
                <c:pt idx="210">
                  <c:v>0.5392030967934045</c:v>
                </c:pt>
                <c:pt idx="211">
                  <c:v>0.54000692760651203</c:v>
                </c:pt>
                <c:pt idx="212">
                  <c:v>0.54061369058995434</c:v>
                </c:pt>
                <c:pt idx="213">
                  <c:v>0.54179285095613394</c:v>
                </c:pt>
                <c:pt idx="214">
                  <c:v>0.54204583703069065</c:v>
                </c:pt>
                <c:pt idx="215">
                  <c:v>0.54138090937934746</c:v>
                </c:pt>
                <c:pt idx="216">
                  <c:v>0.53969074673349715</c:v>
                </c:pt>
                <c:pt idx="217">
                  <c:v>0.53973702724339523</c:v>
                </c:pt>
                <c:pt idx="218">
                  <c:v>0.54007754798357088</c:v>
                </c:pt>
                <c:pt idx="219">
                  <c:v>0.54057867885615041</c:v>
                </c:pt>
                <c:pt idx="220">
                  <c:v>0.54133692540831801</c:v>
                </c:pt>
                <c:pt idx="221">
                  <c:v>0.54174008942592389</c:v>
                </c:pt>
                <c:pt idx="222">
                  <c:v>0.54240348171263919</c:v>
                </c:pt>
                <c:pt idx="223">
                  <c:v>0.5428782402086596</c:v>
                </c:pt>
                <c:pt idx="224">
                  <c:v>0.54124008095483978</c:v>
                </c:pt>
                <c:pt idx="225">
                  <c:v>0.54006106797954934</c:v>
                </c:pt>
                <c:pt idx="226">
                  <c:v>0.53915932859604798</c:v>
                </c:pt>
                <c:pt idx="227">
                  <c:v>0.53908157561850967</c:v>
                </c:pt>
                <c:pt idx="228">
                  <c:v>0.53972631677776739</c:v>
                </c:pt>
                <c:pt idx="229">
                  <c:v>0.53951489675602571</c:v>
                </c:pt>
                <c:pt idx="230">
                  <c:v>0.54019163061185171</c:v>
                </c:pt>
                <c:pt idx="231">
                  <c:v>0.54095744990595529</c:v>
                </c:pt>
                <c:pt idx="232">
                  <c:v>0.54144503031288482</c:v>
                </c:pt>
                <c:pt idx="233">
                  <c:v>0.5416688385777747</c:v>
                </c:pt>
                <c:pt idx="234">
                  <c:v>0.54219623792577532</c:v>
                </c:pt>
                <c:pt idx="235">
                  <c:v>0.5428652099755682</c:v>
                </c:pt>
                <c:pt idx="236">
                  <c:v>0.54336236413355699</c:v>
                </c:pt>
                <c:pt idx="237">
                  <c:v>0.54374463212138557</c:v>
                </c:pt>
                <c:pt idx="238">
                  <c:v>0.54384551200722375</c:v>
                </c:pt>
                <c:pt idx="239">
                  <c:v>0.54474668247526103</c:v>
                </c:pt>
                <c:pt idx="240">
                  <c:v>0.544990565394321</c:v>
                </c:pt>
                <c:pt idx="241">
                  <c:v>0.54572876858351382</c:v>
                </c:pt>
                <c:pt idx="242">
                  <c:v>0.54592733706804453</c:v>
                </c:pt>
                <c:pt idx="243">
                  <c:v>0.54787135155233313</c:v>
                </c:pt>
                <c:pt idx="244">
                  <c:v>0.54713503916214368</c:v>
                </c:pt>
                <c:pt idx="245">
                  <c:v>0.54553961672083384</c:v>
                </c:pt>
                <c:pt idx="246">
                  <c:v>0.54563862754091763</c:v>
                </c:pt>
                <c:pt idx="247">
                  <c:v>0.54718569819443053</c:v>
                </c:pt>
                <c:pt idx="248">
                  <c:v>0.54667971356135747</c:v>
                </c:pt>
                <c:pt idx="249">
                  <c:v>0.54738139385124407</c:v>
                </c:pt>
                <c:pt idx="250">
                  <c:v>0.54783571349496296</c:v>
                </c:pt>
                <c:pt idx="251">
                  <c:v>0.54824922276645438</c:v>
                </c:pt>
                <c:pt idx="252">
                  <c:v>0.54821714644337649</c:v>
                </c:pt>
                <c:pt idx="253">
                  <c:v>0.54929631581258509</c:v>
                </c:pt>
                <c:pt idx="254">
                  <c:v>0.54988891685727725</c:v>
                </c:pt>
                <c:pt idx="255">
                  <c:v>0.54955846029421407</c:v>
                </c:pt>
                <c:pt idx="256">
                  <c:v>0.54991741754018741</c:v>
                </c:pt>
                <c:pt idx="257">
                  <c:v>0.55036643977121968</c:v>
                </c:pt>
                <c:pt idx="258">
                  <c:v>0.55089119215924365</c:v>
                </c:pt>
                <c:pt idx="259">
                  <c:v>0.55175079606212807</c:v>
                </c:pt>
                <c:pt idx="260">
                  <c:v>0.55187136333703968</c:v>
                </c:pt>
                <c:pt idx="261">
                  <c:v>0.55265111974430436</c:v>
                </c:pt>
                <c:pt idx="262">
                  <c:v>0.55218414014586004</c:v>
                </c:pt>
                <c:pt idx="263">
                  <c:v>0.55372360926726916</c:v>
                </c:pt>
                <c:pt idx="264">
                  <c:v>0.5540239964069551</c:v>
                </c:pt>
                <c:pt idx="265">
                  <c:v>0.55418351344719807</c:v>
                </c:pt>
                <c:pt idx="266">
                  <c:v>0.55627358239889468</c:v>
                </c:pt>
                <c:pt idx="267">
                  <c:v>0.5554004638598018</c:v>
                </c:pt>
                <c:pt idx="268">
                  <c:v>0.55527456073985115</c:v>
                </c:pt>
                <c:pt idx="269">
                  <c:v>0.55661577944057494</c:v>
                </c:pt>
                <c:pt idx="270">
                  <c:v>0.55712562104520003</c:v>
                </c:pt>
                <c:pt idx="271">
                  <c:v>0.55794913269298441</c:v>
                </c:pt>
                <c:pt idx="272">
                  <c:v>0.55799238396547124</c:v>
                </c:pt>
                <c:pt idx="273">
                  <c:v>0.55849782334895925</c:v>
                </c:pt>
                <c:pt idx="274">
                  <c:v>0.55874355368026252</c:v>
                </c:pt>
                <c:pt idx="275">
                  <c:v>0.55947102213951161</c:v>
                </c:pt>
                <c:pt idx="276">
                  <c:v>0.55986253155502108</c:v>
                </c:pt>
                <c:pt idx="277">
                  <c:v>0.560004347578554</c:v>
                </c:pt>
                <c:pt idx="278">
                  <c:v>0.560340022296544</c:v>
                </c:pt>
                <c:pt idx="279">
                  <c:v>0.56088167602885375</c:v>
                </c:pt>
                <c:pt idx="280">
                  <c:v>0.56137368591340242</c:v>
                </c:pt>
                <c:pt idx="281">
                  <c:v>0.56218143444785396</c:v>
                </c:pt>
                <c:pt idx="282">
                  <c:v>0.55729496962134084</c:v>
                </c:pt>
                <c:pt idx="283">
                  <c:v>0.56118167124698548</c:v>
                </c:pt>
                <c:pt idx="284">
                  <c:v>0.55749403620494087</c:v>
                </c:pt>
                <c:pt idx="285">
                  <c:v>0.56030835952933533</c:v>
                </c:pt>
                <c:pt idx="286">
                  <c:v>0.56068881386131597</c:v>
                </c:pt>
                <c:pt idx="287">
                  <c:v>0.56079538567214837</c:v>
                </c:pt>
                <c:pt idx="288">
                  <c:v>0.56080168521206264</c:v>
                </c:pt>
                <c:pt idx="289">
                  <c:v>0.56073878150330869</c:v>
                </c:pt>
                <c:pt idx="290">
                  <c:v>0.56047077718386906</c:v>
                </c:pt>
                <c:pt idx="291">
                  <c:v>0.56129578339502062</c:v>
                </c:pt>
                <c:pt idx="292">
                  <c:v>0.56144943028837757</c:v>
                </c:pt>
                <c:pt idx="293">
                  <c:v>0.56160182701225669</c:v>
                </c:pt>
                <c:pt idx="294">
                  <c:v>0.56252799203782045</c:v>
                </c:pt>
                <c:pt idx="295">
                  <c:v>0.56264082025628048</c:v>
                </c:pt>
                <c:pt idx="296">
                  <c:v>0.56300990099009895</c:v>
                </c:pt>
                <c:pt idx="297">
                  <c:v>0.55880943796027838</c:v>
                </c:pt>
                <c:pt idx="298">
                  <c:v>0.56171171615371718</c:v>
                </c:pt>
                <c:pt idx="299">
                  <c:v>0.56110493541754791</c:v>
                </c:pt>
                <c:pt idx="300">
                  <c:v>0.56072504883723207</c:v>
                </c:pt>
                <c:pt idx="301">
                  <c:v>0.56169449846431185</c:v>
                </c:pt>
                <c:pt idx="302">
                  <c:v>0.56107223481824997</c:v>
                </c:pt>
                <c:pt idx="303">
                  <c:v>0.5622601154375787</c:v>
                </c:pt>
                <c:pt idx="304">
                  <c:v>0.56205080696279675</c:v>
                </c:pt>
                <c:pt idx="305">
                  <c:v>0.5626737562455042</c:v>
                </c:pt>
                <c:pt idx="306">
                  <c:v>0.56279658796471521</c:v>
                </c:pt>
                <c:pt idx="307">
                  <c:v>0.56347950627319487</c:v>
                </c:pt>
                <c:pt idx="308">
                  <c:v>0.56370820492508045</c:v>
                </c:pt>
                <c:pt idx="309">
                  <c:v>0.5644048192771085</c:v>
                </c:pt>
                <c:pt idx="310">
                  <c:v>0.56509186099107855</c:v>
                </c:pt>
                <c:pt idx="311">
                  <c:v>0.56531839628301672</c:v>
                </c:pt>
                <c:pt idx="312">
                  <c:v>0.56572298879751715</c:v>
                </c:pt>
                <c:pt idx="313">
                  <c:v>0.56637887349530069</c:v>
                </c:pt>
                <c:pt idx="314">
                  <c:v>0.56673837450571674</c:v>
                </c:pt>
                <c:pt idx="315">
                  <c:v>0.56758519562381571</c:v>
                </c:pt>
                <c:pt idx="316">
                  <c:v>0.5678941967848592</c:v>
                </c:pt>
                <c:pt idx="317">
                  <c:v>0.56829191987182526</c:v>
                </c:pt>
                <c:pt idx="318">
                  <c:v>0.5686427567805391</c:v>
                </c:pt>
                <c:pt idx="319">
                  <c:v>0.56897976140456896</c:v>
                </c:pt>
                <c:pt idx="320">
                  <c:v>0.56931637744596841</c:v>
                </c:pt>
                <c:pt idx="321">
                  <c:v>0.56971839926273171</c:v>
                </c:pt>
                <c:pt idx="322">
                  <c:v>0.56989459259050679</c:v>
                </c:pt>
                <c:pt idx="323">
                  <c:v>0.5701898212344938</c:v>
                </c:pt>
                <c:pt idx="324">
                  <c:v>0.57060161933105646</c:v>
                </c:pt>
                <c:pt idx="325">
                  <c:v>0.57114940652473023</c:v>
                </c:pt>
                <c:pt idx="326">
                  <c:v>0.5713780277179048</c:v>
                </c:pt>
                <c:pt idx="327">
                  <c:v>0.57164574616457464</c:v>
                </c:pt>
                <c:pt idx="328">
                  <c:v>0.57222387035766609</c:v>
                </c:pt>
                <c:pt idx="329">
                  <c:v>0.57259383120342022</c:v>
                </c:pt>
                <c:pt idx="330">
                  <c:v>0.57316216565925426</c:v>
                </c:pt>
                <c:pt idx="331">
                  <c:v>0.5739218955844011</c:v>
                </c:pt>
                <c:pt idx="332">
                  <c:v>0.57436369494177753</c:v>
                </c:pt>
                <c:pt idx="333">
                  <c:v>0.57463745162578672</c:v>
                </c:pt>
                <c:pt idx="334">
                  <c:v>0.57446047126183664</c:v>
                </c:pt>
                <c:pt idx="335">
                  <c:v>0.57512066012766627</c:v>
                </c:pt>
                <c:pt idx="336">
                  <c:v>0.57596553189350719</c:v>
                </c:pt>
                <c:pt idx="337">
                  <c:v>0.57602758758922912</c:v>
                </c:pt>
                <c:pt idx="338">
                  <c:v>0.57595999399363873</c:v>
                </c:pt>
                <c:pt idx="339">
                  <c:v>0.57657403958831066</c:v>
                </c:pt>
                <c:pt idx="340">
                  <c:v>0.57674667343461083</c:v>
                </c:pt>
                <c:pt idx="341">
                  <c:v>0.57569318546582338</c:v>
                </c:pt>
                <c:pt idx="342">
                  <c:v>0.57644781357986719</c:v>
                </c:pt>
                <c:pt idx="343">
                  <c:v>0.5766526464004621</c:v>
                </c:pt>
                <c:pt idx="344">
                  <c:v>0.57732121299482875</c:v>
                </c:pt>
                <c:pt idx="345">
                  <c:v>0.57764271135846657</c:v>
                </c:pt>
                <c:pt idx="346">
                  <c:v>0.57799036205012444</c:v>
                </c:pt>
                <c:pt idx="347">
                  <c:v>0.57510614525139658</c:v>
                </c:pt>
                <c:pt idx="348">
                  <c:v>0.5769982507496787</c:v>
                </c:pt>
                <c:pt idx="349">
                  <c:v>0.57681190403021432</c:v>
                </c:pt>
                <c:pt idx="350">
                  <c:v>0.57649788635666555</c:v>
                </c:pt>
                <c:pt idx="351">
                  <c:v>0.57626877926458508</c:v>
                </c:pt>
                <c:pt idx="352">
                  <c:v>0.57643269776013595</c:v>
                </c:pt>
                <c:pt idx="353">
                  <c:v>0.57683019602292829</c:v>
                </c:pt>
                <c:pt idx="354">
                  <c:v>0.57708109921049966</c:v>
                </c:pt>
                <c:pt idx="355">
                  <c:v>0.5772397137115256</c:v>
                </c:pt>
                <c:pt idx="356">
                  <c:v>0.57758503147033091</c:v>
                </c:pt>
                <c:pt idx="357">
                  <c:v>0.57724230254350739</c:v>
                </c:pt>
                <c:pt idx="358">
                  <c:v>0.57744792808594603</c:v>
                </c:pt>
                <c:pt idx="359">
                  <c:v>0.57747575874260515</c:v>
                </c:pt>
                <c:pt idx="360">
                  <c:v>0.57778680008032768</c:v>
                </c:pt>
                <c:pt idx="361">
                  <c:v>0.57871167007183522</c:v>
                </c:pt>
                <c:pt idx="362">
                  <c:v>0.5779681219440046</c:v>
                </c:pt>
                <c:pt idx="363">
                  <c:v>0.57871206333773173</c:v>
                </c:pt>
                <c:pt idx="364">
                  <c:v>0.57725955101457194</c:v>
                </c:pt>
                <c:pt idx="365">
                  <c:v>0.57667817315095993</c:v>
                </c:pt>
                <c:pt idx="366">
                  <c:v>0.57666318145290207</c:v>
                </c:pt>
                <c:pt idx="367">
                  <c:v>0.5771451487018503</c:v>
                </c:pt>
                <c:pt idx="368">
                  <c:v>0.57736368722296338</c:v>
                </c:pt>
                <c:pt idx="369">
                  <c:v>0.5773874296233531</c:v>
                </c:pt>
                <c:pt idx="370">
                  <c:v>0.57760445060676435</c:v>
                </c:pt>
                <c:pt idx="371">
                  <c:v>0.57802831155576317</c:v>
                </c:pt>
                <c:pt idx="372">
                  <c:v>0.57906599775031975</c:v>
                </c:pt>
                <c:pt idx="373">
                  <c:v>0.57886792775535334</c:v>
                </c:pt>
                <c:pt idx="374">
                  <c:v>0.57957317593271818</c:v>
                </c:pt>
                <c:pt idx="375">
                  <c:v>0.57983046515590397</c:v>
                </c:pt>
                <c:pt idx="376">
                  <c:v>0.58028868222853169</c:v>
                </c:pt>
                <c:pt idx="377">
                  <c:v>0.58100577627440919</c:v>
                </c:pt>
                <c:pt idx="378">
                  <c:v>0.58145201961341064</c:v>
                </c:pt>
                <c:pt idx="379">
                  <c:v>0.58207881665016548</c:v>
                </c:pt>
                <c:pt idx="380">
                  <c:v>0.58248589479374313</c:v>
                </c:pt>
                <c:pt idx="381">
                  <c:v>0.58248526597134986</c:v>
                </c:pt>
                <c:pt idx="382">
                  <c:v>0.58303946404975726</c:v>
                </c:pt>
                <c:pt idx="383">
                  <c:v>0.58361100723142667</c:v>
                </c:pt>
                <c:pt idx="384">
                  <c:v>0.58373665271475184</c:v>
                </c:pt>
                <c:pt idx="385">
                  <c:v>0.58422782954664432</c:v>
                </c:pt>
                <c:pt idx="386">
                  <c:v>0.58455865445317301</c:v>
                </c:pt>
                <c:pt idx="387">
                  <c:v>0.58513942227416937</c:v>
                </c:pt>
                <c:pt idx="388">
                  <c:v>0.58534969478530807</c:v>
                </c:pt>
                <c:pt idx="389">
                  <c:v>0.58579167672195009</c:v>
                </c:pt>
                <c:pt idx="390">
                  <c:v>0.58613732319814671</c:v>
                </c:pt>
                <c:pt idx="391">
                  <c:v>0.58653630775101839</c:v>
                </c:pt>
                <c:pt idx="392">
                  <c:v>0.58650815318557492</c:v>
                </c:pt>
                <c:pt idx="393">
                  <c:v>0.58756644459955631</c:v>
                </c:pt>
                <c:pt idx="394">
                  <c:v>0.58801226168717846</c:v>
                </c:pt>
                <c:pt idx="395">
                  <c:v>0.58836462450592886</c:v>
                </c:pt>
                <c:pt idx="396">
                  <c:v>0.58838052904662319</c:v>
                </c:pt>
                <c:pt idx="397">
                  <c:v>0.58882477983601578</c:v>
                </c:pt>
                <c:pt idx="398">
                  <c:v>0.58939043968285176</c:v>
                </c:pt>
                <c:pt idx="399">
                  <c:v>0.58958986795130275</c:v>
                </c:pt>
                <c:pt idx="400">
                  <c:v>0.58818100138854856</c:v>
                </c:pt>
                <c:pt idx="401">
                  <c:v>0.5901038758868572</c:v>
                </c:pt>
                <c:pt idx="402">
                  <c:v>0.59062937518314718</c:v>
                </c:pt>
                <c:pt idx="403">
                  <c:v>0.59047560975609759</c:v>
                </c:pt>
                <c:pt idx="404">
                  <c:v>0.5906517365415489</c:v>
                </c:pt>
                <c:pt idx="405">
                  <c:v>0.59106458176276511</c:v>
                </c:pt>
                <c:pt idx="406">
                  <c:v>0.59231660669713759</c:v>
                </c:pt>
                <c:pt idx="407">
                  <c:v>0.59140489450248124</c:v>
                </c:pt>
                <c:pt idx="408">
                  <c:v>0.59224289025838195</c:v>
                </c:pt>
                <c:pt idx="409">
                  <c:v>0.59209598310542577</c:v>
                </c:pt>
                <c:pt idx="410">
                  <c:v>0.59308600472889283</c:v>
                </c:pt>
                <c:pt idx="411">
                  <c:v>0.5930551654964894</c:v>
                </c:pt>
                <c:pt idx="412">
                  <c:v>0.59155770278498865</c:v>
                </c:pt>
                <c:pt idx="413">
                  <c:v>0.58977128615035035</c:v>
                </c:pt>
                <c:pt idx="414">
                  <c:v>0.59041289039251954</c:v>
                </c:pt>
                <c:pt idx="415">
                  <c:v>0.59006424187804807</c:v>
                </c:pt>
                <c:pt idx="416">
                  <c:v>0.58922874088354427</c:v>
                </c:pt>
                <c:pt idx="417">
                  <c:v>0.58976225712512531</c:v>
                </c:pt>
                <c:pt idx="418">
                  <c:v>0.58998748932621081</c:v>
                </c:pt>
                <c:pt idx="419">
                  <c:v>0.59029573688302217</c:v>
                </c:pt>
                <c:pt idx="420">
                  <c:v>0.59037914729480345</c:v>
                </c:pt>
                <c:pt idx="421">
                  <c:v>0.59077698120519284</c:v>
                </c:pt>
                <c:pt idx="422">
                  <c:v>0.59065532734781545</c:v>
                </c:pt>
                <c:pt idx="423">
                  <c:v>0.59113150932311331</c:v>
                </c:pt>
                <c:pt idx="424">
                  <c:v>0.59153287890780359</c:v>
                </c:pt>
                <c:pt idx="425">
                  <c:v>0.59179125595434601</c:v>
                </c:pt>
                <c:pt idx="426">
                  <c:v>0.59202481656215311</c:v>
                </c:pt>
                <c:pt idx="427">
                  <c:v>0.59073712902695197</c:v>
                </c:pt>
                <c:pt idx="428">
                  <c:v>0.59043622454965705</c:v>
                </c:pt>
                <c:pt idx="429">
                  <c:v>0.58985095147329936</c:v>
                </c:pt>
                <c:pt idx="430">
                  <c:v>0.58974538987175884</c:v>
                </c:pt>
                <c:pt idx="431">
                  <c:v>0.58935939957334837</c:v>
                </c:pt>
                <c:pt idx="432">
                  <c:v>0.58910221005219798</c:v>
                </c:pt>
                <c:pt idx="433">
                  <c:v>0.58938089540178096</c:v>
                </c:pt>
                <c:pt idx="434">
                  <c:v>0.58993762896994695</c:v>
                </c:pt>
                <c:pt idx="435">
                  <c:v>0.5897451778103795</c:v>
                </c:pt>
                <c:pt idx="436">
                  <c:v>0.59029716291765577</c:v>
                </c:pt>
                <c:pt idx="437">
                  <c:v>0.59058151429178007</c:v>
                </c:pt>
                <c:pt idx="438">
                  <c:v>0.59099916723212631</c:v>
                </c:pt>
                <c:pt idx="439">
                  <c:v>0.59114923526895646</c:v>
                </c:pt>
                <c:pt idx="440">
                  <c:v>0.59200135400759324</c:v>
                </c:pt>
                <c:pt idx="441">
                  <c:v>0.59188288502737441</c:v>
                </c:pt>
                <c:pt idx="442">
                  <c:v>0.59190293957497719</c:v>
                </c:pt>
                <c:pt idx="443">
                  <c:v>0.59249786544860039</c:v>
                </c:pt>
                <c:pt idx="444">
                  <c:v>0.59270956000428221</c:v>
                </c:pt>
                <c:pt idx="445">
                  <c:v>0.59316162935465888</c:v>
                </c:pt>
                <c:pt idx="446">
                  <c:v>0.5932415376226412</c:v>
                </c:pt>
                <c:pt idx="447">
                  <c:v>0.59377748670167196</c:v>
                </c:pt>
                <c:pt idx="448">
                  <c:v>0.5939669883208738</c:v>
                </c:pt>
                <c:pt idx="449">
                  <c:v>0.59405271371992086</c:v>
                </c:pt>
                <c:pt idx="450">
                  <c:v>0.59408426770243827</c:v>
                </c:pt>
                <c:pt idx="451">
                  <c:v>0.59453633477546008</c:v>
                </c:pt>
                <c:pt idx="452">
                  <c:v>0.59454991810502977</c:v>
                </c:pt>
                <c:pt idx="453">
                  <c:v>0.59514841498014703</c:v>
                </c:pt>
                <c:pt idx="454">
                  <c:v>0.59549048603461541</c:v>
                </c:pt>
                <c:pt idx="455">
                  <c:v>0.59565412270756679</c:v>
                </c:pt>
                <c:pt idx="456">
                  <c:v>0.59627104871111913</c:v>
                </c:pt>
                <c:pt idx="457">
                  <c:v>0.59641189924474869</c:v>
                </c:pt>
                <c:pt idx="458">
                  <c:v>0.59710167767984124</c:v>
                </c:pt>
                <c:pt idx="459">
                  <c:v>0.5967351036293691</c:v>
                </c:pt>
                <c:pt idx="460">
                  <c:v>0.5976681621061376</c:v>
                </c:pt>
                <c:pt idx="461">
                  <c:v>0.59716566642361701</c:v>
                </c:pt>
                <c:pt idx="462">
                  <c:v>0.59857874237745112</c:v>
                </c:pt>
                <c:pt idx="463">
                  <c:v>0.59733095620843613</c:v>
                </c:pt>
                <c:pt idx="464">
                  <c:v>0.59620258809713167</c:v>
                </c:pt>
                <c:pt idx="465">
                  <c:v>0.59761531080548347</c:v>
                </c:pt>
                <c:pt idx="466">
                  <c:v>0.59886500621279282</c:v>
                </c:pt>
                <c:pt idx="467">
                  <c:v>0.59856069276383284</c:v>
                </c:pt>
                <c:pt idx="468">
                  <c:v>0.59872925311203318</c:v>
                </c:pt>
                <c:pt idx="469">
                  <c:v>0.59941616628175509</c:v>
                </c:pt>
                <c:pt idx="470">
                  <c:v>0.59883360401594565</c:v>
                </c:pt>
                <c:pt idx="471">
                  <c:v>0.59926471942562654</c:v>
                </c:pt>
                <c:pt idx="472">
                  <c:v>0.60069568549709462</c:v>
                </c:pt>
                <c:pt idx="473">
                  <c:v>0.60067223924067847</c:v>
                </c:pt>
                <c:pt idx="474">
                  <c:v>0.60111036400980289</c:v>
                </c:pt>
                <c:pt idx="475">
                  <c:v>0.60098028784949353</c:v>
                </c:pt>
                <c:pt idx="476">
                  <c:v>0.60148866650060806</c:v>
                </c:pt>
                <c:pt idx="477">
                  <c:v>0.60168561520565389</c:v>
                </c:pt>
                <c:pt idx="478">
                  <c:v>0.60195359303311036</c:v>
                </c:pt>
                <c:pt idx="479">
                  <c:v>0.60224263337978123</c:v>
                </c:pt>
                <c:pt idx="480">
                  <c:v>0.60257951688709144</c:v>
                </c:pt>
                <c:pt idx="481">
                  <c:v>0.60266556056454867</c:v>
                </c:pt>
                <c:pt idx="482">
                  <c:v>0.6029926346885458</c:v>
                </c:pt>
                <c:pt idx="483">
                  <c:v>0.60328790985465708</c:v>
                </c:pt>
                <c:pt idx="484">
                  <c:v>0.60368585097129601</c:v>
                </c:pt>
                <c:pt idx="485">
                  <c:v>0.60421838922385407</c:v>
                </c:pt>
                <c:pt idx="486">
                  <c:v>0.60460376540310046</c:v>
                </c:pt>
                <c:pt idx="487">
                  <c:v>0.60494877777016531</c:v>
                </c:pt>
                <c:pt idx="488">
                  <c:v>0.60386701334620185</c:v>
                </c:pt>
                <c:pt idx="489">
                  <c:v>0.60227771265004348</c:v>
                </c:pt>
                <c:pt idx="490">
                  <c:v>0.60023061338850814</c:v>
                </c:pt>
                <c:pt idx="491">
                  <c:v>0.60107195901586419</c:v>
                </c:pt>
                <c:pt idx="492">
                  <c:v>0.60179331699135596</c:v>
                </c:pt>
                <c:pt idx="493">
                  <c:v>0.601197591931108</c:v>
                </c:pt>
                <c:pt idx="494">
                  <c:v>0.60162528959185435</c:v>
                </c:pt>
                <c:pt idx="495">
                  <c:v>0.60207496294709018</c:v>
                </c:pt>
                <c:pt idx="496">
                  <c:v>0.60195058239122989</c:v>
                </c:pt>
                <c:pt idx="497">
                  <c:v>0.60191045371494922</c:v>
                </c:pt>
                <c:pt idx="498">
                  <c:v>0.60258676178249726</c:v>
                </c:pt>
                <c:pt idx="499">
                  <c:v>0.60284738728943943</c:v>
                </c:pt>
                <c:pt idx="500">
                  <c:v>0.60312729517706787</c:v>
                </c:pt>
                <c:pt idx="501">
                  <c:v>0.60261346980349295</c:v>
                </c:pt>
                <c:pt idx="502">
                  <c:v>0.60315222281659508</c:v>
                </c:pt>
                <c:pt idx="503">
                  <c:v>0.60335405001008124</c:v>
                </c:pt>
                <c:pt idx="504">
                  <c:v>0.60360134387994113</c:v>
                </c:pt>
                <c:pt idx="505">
                  <c:v>0.60384941076847076</c:v>
                </c:pt>
                <c:pt idx="506">
                  <c:v>0.60393423888314746</c:v>
                </c:pt>
                <c:pt idx="507">
                  <c:v>0.60484581187428221</c:v>
                </c:pt>
                <c:pt idx="508">
                  <c:v>0.60442987900290801</c:v>
                </c:pt>
                <c:pt idx="509">
                  <c:v>0.60472533880384161</c:v>
                </c:pt>
                <c:pt idx="510">
                  <c:v>0.60495794102268075</c:v>
                </c:pt>
                <c:pt idx="511">
                  <c:v>0.60524858392686898</c:v>
                </c:pt>
                <c:pt idx="512">
                  <c:v>0.60521451775512491</c:v>
                </c:pt>
                <c:pt idx="513">
                  <c:v>0.60585557233971132</c:v>
                </c:pt>
                <c:pt idx="514">
                  <c:v>0.60599446857845252</c:v>
                </c:pt>
                <c:pt idx="515">
                  <c:v>0.60653015662608578</c:v>
                </c:pt>
                <c:pt idx="516">
                  <c:v>0.60641970148213942</c:v>
                </c:pt>
                <c:pt idx="517">
                  <c:v>0.6072417680296156</c:v>
                </c:pt>
                <c:pt idx="518">
                  <c:v>0.60708871147212629</c:v>
                </c:pt>
                <c:pt idx="519">
                  <c:v>0.60746994898012341</c:v>
                </c:pt>
                <c:pt idx="520">
                  <c:v>0.60779090136496872</c:v>
                </c:pt>
                <c:pt idx="521">
                  <c:v>0.60775942726056731</c:v>
                </c:pt>
                <c:pt idx="522">
                  <c:v>0.60821763264628126</c:v>
                </c:pt>
                <c:pt idx="523">
                  <c:v>0.60813417973612138</c:v>
                </c:pt>
                <c:pt idx="524">
                  <c:v>0.60810381611925468</c:v>
                </c:pt>
                <c:pt idx="525">
                  <c:v>0.60874779444199389</c:v>
                </c:pt>
                <c:pt idx="526">
                  <c:v>0.60750990727956944</c:v>
                </c:pt>
                <c:pt idx="527">
                  <c:v>0.60886872228524291</c:v>
                </c:pt>
                <c:pt idx="528">
                  <c:v>0.60850844487208122</c:v>
                </c:pt>
                <c:pt idx="529">
                  <c:v>0.60905125408942207</c:v>
                </c:pt>
                <c:pt idx="530">
                  <c:v>0.59955064953746351</c:v>
                </c:pt>
                <c:pt idx="531">
                  <c:v>0.60741845446584941</c:v>
                </c:pt>
                <c:pt idx="532">
                  <c:v>0.60628218226050601</c:v>
                </c:pt>
                <c:pt idx="533">
                  <c:v>0.60659083385378809</c:v>
                </c:pt>
                <c:pt idx="534">
                  <c:v>0.60650824015631244</c:v>
                </c:pt>
                <c:pt idx="535">
                  <c:v>0.60637021688455084</c:v>
                </c:pt>
                <c:pt idx="536">
                  <c:v>0.60631232063402363</c:v>
                </c:pt>
                <c:pt idx="537">
                  <c:v>0.60629501109664785</c:v>
                </c:pt>
                <c:pt idx="538">
                  <c:v>0.60693162758798647</c:v>
                </c:pt>
                <c:pt idx="539">
                  <c:v>0.60705079502903359</c:v>
                </c:pt>
                <c:pt idx="540">
                  <c:v>0.60706939610915511</c:v>
                </c:pt>
                <c:pt idx="541">
                  <c:v>0.60711553952062169</c:v>
                </c:pt>
                <c:pt idx="542">
                  <c:v>0.60761517761761163</c:v>
                </c:pt>
                <c:pt idx="543">
                  <c:v>0.60801236722280916</c:v>
                </c:pt>
                <c:pt idx="544">
                  <c:v>0.60772230205150002</c:v>
                </c:pt>
                <c:pt idx="545">
                  <c:v>0.60804016713842834</c:v>
                </c:pt>
                <c:pt idx="546">
                  <c:v>0.6079537422842104</c:v>
                </c:pt>
                <c:pt idx="547">
                  <c:v>0.60807666442501673</c:v>
                </c:pt>
                <c:pt idx="548">
                  <c:v>0.60799274607918863</c:v>
                </c:pt>
                <c:pt idx="549">
                  <c:v>0.6082996155162349</c:v>
                </c:pt>
                <c:pt idx="550">
                  <c:v>0.60820216548428496</c:v>
                </c:pt>
                <c:pt idx="551">
                  <c:v>0.60823492779874044</c:v>
                </c:pt>
                <c:pt idx="552">
                  <c:v>0.60800938819588168</c:v>
                </c:pt>
                <c:pt idx="553">
                  <c:v>0.60832175585775727</c:v>
                </c:pt>
                <c:pt idx="554">
                  <c:v>0.60801102483591218</c:v>
                </c:pt>
                <c:pt idx="555">
                  <c:v>0.60851005646024592</c:v>
                </c:pt>
                <c:pt idx="556">
                  <c:v>0.6077857860655792</c:v>
                </c:pt>
                <c:pt idx="557">
                  <c:v>0.60782964978915566</c:v>
                </c:pt>
                <c:pt idx="558">
                  <c:v>0.60908819331496655</c:v>
                </c:pt>
                <c:pt idx="559">
                  <c:v>0.60908185950824578</c:v>
                </c:pt>
                <c:pt idx="560">
                  <c:v>0.60871714072476979</c:v>
                </c:pt>
                <c:pt idx="561">
                  <c:v>0.60872979582099052</c:v>
                </c:pt>
                <c:pt idx="562">
                  <c:v>0.60933802239644619</c:v>
                </c:pt>
                <c:pt idx="563">
                  <c:v>0.60893321081266893</c:v>
                </c:pt>
                <c:pt idx="564">
                  <c:v>0.60851572588768787</c:v>
                </c:pt>
                <c:pt idx="565">
                  <c:v>0.61111717522533704</c:v>
                </c:pt>
                <c:pt idx="566">
                  <c:v>0.60849287195951751</c:v>
                </c:pt>
                <c:pt idx="567">
                  <c:v>0.60904207138928146</c:v>
                </c:pt>
                <c:pt idx="568">
                  <c:v>0.60947727997527612</c:v>
                </c:pt>
                <c:pt idx="569">
                  <c:v>0.60955409618486633</c:v>
                </c:pt>
                <c:pt idx="570">
                  <c:v>0.60937330559854874</c:v>
                </c:pt>
                <c:pt idx="571">
                  <c:v>0.60931749007607516</c:v>
                </c:pt>
                <c:pt idx="572">
                  <c:v>0.60964584480633577</c:v>
                </c:pt>
                <c:pt idx="573">
                  <c:v>0.61005535749945161</c:v>
                </c:pt>
                <c:pt idx="574">
                  <c:v>0.61033630101590253</c:v>
                </c:pt>
                <c:pt idx="575">
                  <c:v>0.61054650737216354</c:v>
                </c:pt>
                <c:pt idx="576">
                  <c:v>0.61067531085452764</c:v>
                </c:pt>
                <c:pt idx="577">
                  <c:v>0.61090694466636464</c:v>
                </c:pt>
                <c:pt idx="578">
                  <c:v>0.61162674065679268</c:v>
                </c:pt>
                <c:pt idx="579">
                  <c:v>0.61179783309083346</c:v>
                </c:pt>
                <c:pt idx="580">
                  <c:v>0.60796916418191316</c:v>
                </c:pt>
                <c:pt idx="581">
                  <c:v>0.60586730973055491</c:v>
                </c:pt>
                <c:pt idx="582">
                  <c:v>0.60996158405835599</c:v>
                </c:pt>
                <c:pt idx="583">
                  <c:v>0.60996535225210358</c:v>
                </c:pt>
                <c:pt idx="584">
                  <c:v>0.60962594499552347</c:v>
                </c:pt>
                <c:pt idx="585">
                  <c:v>0.60911172619605136</c:v>
                </c:pt>
                <c:pt idx="586">
                  <c:v>0.60965271639903751</c:v>
                </c:pt>
                <c:pt idx="587">
                  <c:v>0.60975625477386775</c:v>
                </c:pt>
                <c:pt idx="588">
                  <c:v>0.60967259891918346</c:v>
                </c:pt>
                <c:pt idx="589">
                  <c:v>0.60955594729528029</c:v>
                </c:pt>
                <c:pt idx="590">
                  <c:v>0.61001334469508173</c:v>
                </c:pt>
                <c:pt idx="591">
                  <c:v>0.61056653449133913</c:v>
                </c:pt>
                <c:pt idx="592">
                  <c:v>0.61009664954662401</c:v>
                </c:pt>
                <c:pt idx="593">
                  <c:v>0.61040982633171892</c:v>
                </c:pt>
                <c:pt idx="594">
                  <c:v>0.610222609207839</c:v>
                </c:pt>
                <c:pt idx="595">
                  <c:v>0.61118296782455572</c:v>
                </c:pt>
                <c:pt idx="596">
                  <c:v>0.61232020772443252</c:v>
                </c:pt>
                <c:pt idx="597">
                  <c:v>0.61186529423784231</c:v>
                </c:pt>
                <c:pt idx="598">
                  <c:v>0.6077646000822764</c:v>
                </c:pt>
                <c:pt idx="599">
                  <c:v>0.6060603163677617</c:v>
                </c:pt>
                <c:pt idx="600">
                  <c:v>0.608667137845186</c:v>
                </c:pt>
                <c:pt idx="601">
                  <c:v>0.610229720142903</c:v>
                </c:pt>
                <c:pt idx="602">
                  <c:v>0.61029278570679479</c:v>
                </c:pt>
                <c:pt idx="603">
                  <c:v>0.60967520585544377</c:v>
                </c:pt>
                <c:pt idx="604">
                  <c:v>0.61046611272272544</c:v>
                </c:pt>
                <c:pt idx="605">
                  <c:v>0.61073485182215492</c:v>
                </c:pt>
                <c:pt idx="606">
                  <c:v>0.61096875346435864</c:v>
                </c:pt>
                <c:pt idx="607">
                  <c:v>0.61129301154355953</c:v>
                </c:pt>
                <c:pt idx="608">
                  <c:v>0.61107386794839358</c:v>
                </c:pt>
                <c:pt idx="609">
                  <c:v>0.61136156137751507</c:v>
                </c:pt>
                <c:pt idx="610">
                  <c:v>0.61138182644482042</c:v>
                </c:pt>
                <c:pt idx="611">
                  <c:v>0.61164647490271995</c:v>
                </c:pt>
                <c:pt idx="612">
                  <c:v>0.61200636390844798</c:v>
                </c:pt>
                <c:pt idx="613">
                  <c:v>0.61238186980966958</c:v>
                </c:pt>
                <c:pt idx="614">
                  <c:v>0.61259031161241417</c:v>
                </c:pt>
                <c:pt idx="615">
                  <c:v>0.61321768305708801</c:v>
                </c:pt>
                <c:pt idx="616">
                  <c:v>0.61322976257009554</c:v>
                </c:pt>
                <c:pt idx="617">
                  <c:v>0.61343362232287368</c:v>
                </c:pt>
                <c:pt idx="618">
                  <c:v>0.61385487251299309</c:v>
                </c:pt>
                <c:pt idx="619">
                  <c:v>0.61395682282079211</c:v>
                </c:pt>
                <c:pt idx="620">
                  <c:v>0.6143286290953468</c:v>
                </c:pt>
                <c:pt idx="621">
                  <c:v>0.61443334427716023</c:v>
                </c:pt>
                <c:pt idx="622">
                  <c:v>0.61442463583854756</c:v>
                </c:pt>
                <c:pt idx="623">
                  <c:v>0.61489450660542777</c:v>
                </c:pt>
                <c:pt idx="624">
                  <c:v>0.61467827019009968</c:v>
                </c:pt>
                <c:pt idx="625">
                  <c:v>0.6164692980406451</c:v>
                </c:pt>
                <c:pt idx="626">
                  <c:v>0.61549402735155534</c:v>
                </c:pt>
                <c:pt idx="627">
                  <c:v>0.61592098882104984</c:v>
                </c:pt>
                <c:pt idx="628">
                  <c:v>0.61595634935431354</c:v>
                </c:pt>
                <c:pt idx="629">
                  <c:v>0.61658927320408929</c:v>
                </c:pt>
                <c:pt idx="630">
                  <c:v>0.61642327162638344</c:v>
                </c:pt>
                <c:pt idx="631">
                  <c:v>0.61603509998731398</c:v>
                </c:pt>
                <c:pt idx="632">
                  <c:v>0.6169100102612286</c:v>
                </c:pt>
                <c:pt idx="633">
                  <c:v>0.61704394223376358</c:v>
                </c:pt>
                <c:pt idx="634">
                  <c:v>0.61703722439511899</c:v>
                </c:pt>
                <c:pt idx="635">
                  <c:v>0.61660125358795626</c:v>
                </c:pt>
                <c:pt idx="636">
                  <c:v>0.61704703320262566</c:v>
                </c:pt>
                <c:pt idx="637">
                  <c:v>0.61742003562517889</c:v>
                </c:pt>
                <c:pt idx="638">
                  <c:v>0.61726015945316282</c:v>
                </c:pt>
                <c:pt idx="639">
                  <c:v>0.61752082962380805</c:v>
                </c:pt>
                <c:pt idx="640">
                  <c:v>0.61752946515079044</c:v>
                </c:pt>
                <c:pt idx="641">
                  <c:v>0.6173341255451561</c:v>
                </c:pt>
                <c:pt idx="642">
                  <c:v>0.61731767527370507</c:v>
                </c:pt>
                <c:pt idx="643">
                  <c:v>0.61732307043570456</c:v>
                </c:pt>
                <c:pt idx="644">
                  <c:v>0.61737864433266598</c:v>
                </c:pt>
                <c:pt idx="645">
                  <c:v>0.61746838298274442</c:v>
                </c:pt>
                <c:pt idx="646">
                  <c:v>0.61746114873093971</c:v>
                </c:pt>
                <c:pt idx="647">
                  <c:v>0.61746423705722064</c:v>
                </c:pt>
                <c:pt idx="648">
                  <c:v>0.61743771701454819</c:v>
                </c:pt>
                <c:pt idx="649">
                  <c:v>0.61750527130136679</c:v>
                </c:pt>
                <c:pt idx="650">
                  <c:v>0.61757165455504182</c:v>
                </c:pt>
                <c:pt idx="651">
                  <c:v>0.61782839916097376</c:v>
                </c:pt>
                <c:pt idx="652">
                  <c:v>0.61774746091210631</c:v>
                </c:pt>
                <c:pt idx="653">
                  <c:v>0.61788379788416026</c:v>
                </c:pt>
                <c:pt idx="654">
                  <c:v>0.61791286091772335</c:v>
                </c:pt>
                <c:pt idx="655">
                  <c:v>0.6167317812271258</c:v>
                </c:pt>
                <c:pt idx="656">
                  <c:v>0.61846817834333556</c:v>
                </c:pt>
                <c:pt idx="657">
                  <c:v>0.61782266413077491</c:v>
                </c:pt>
                <c:pt idx="658">
                  <c:v>0.61676411266117603</c:v>
                </c:pt>
                <c:pt idx="659">
                  <c:v>0.61822532893749127</c:v>
                </c:pt>
                <c:pt idx="660">
                  <c:v>0.61851304214816794</c:v>
                </c:pt>
                <c:pt idx="661">
                  <c:v>0.61825128960061282</c:v>
                </c:pt>
                <c:pt idx="662">
                  <c:v>0.61882777341451989</c:v>
                </c:pt>
                <c:pt idx="663">
                  <c:v>0.61898753810452722</c:v>
                </c:pt>
                <c:pt idx="664">
                  <c:v>0.61753493144964033</c:v>
                </c:pt>
                <c:pt idx="665">
                  <c:v>0.61858216970998936</c:v>
                </c:pt>
                <c:pt idx="666">
                  <c:v>0.61914473625447708</c:v>
                </c:pt>
                <c:pt idx="667">
                  <c:v>0.61989190025774887</c:v>
                </c:pt>
                <c:pt idx="668">
                  <c:v>0.61874483995699703</c:v>
                </c:pt>
                <c:pt idx="669">
                  <c:v>0.61934352902092915</c:v>
                </c:pt>
                <c:pt idx="670">
                  <c:v>0.61958503522168951</c:v>
                </c:pt>
                <c:pt idx="671">
                  <c:v>0.61446791149793656</c:v>
                </c:pt>
                <c:pt idx="672">
                  <c:v>0.61344838074314256</c:v>
                </c:pt>
                <c:pt idx="673">
                  <c:v>0.61706019092121256</c:v>
                </c:pt>
                <c:pt idx="674">
                  <c:v>0.61662968627069648</c:v>
                </c:pt>
                <c:pt idx="675">
                  <c:v>0.61654832556167871</c:v>
                </c:pt>
                <c:pt idx="676">
                  <c:v>0.61540926825969466</c:v>
                </c:pt>
                <c:pt idx="677">
                  <c:v>0.61584222437762692</c:v>
                </c:pt>
                <c:pt idx="678">
                  <c:v>0.61569358603579138</c:v>
                </c:pt>
                <c:pt idx="679">
                  <c:v>0.61559083016565763</c:v>
                </c:pt>
                <c:pt idx="680">
                  <c:v>0.61574421220358044</c:v>
                </c:pt>
                <c:pt idx="681">
                  <c:v>0.6155693322283361</c:v>
                </c:pt>
                <c:pt idx="682">
                  <c:v>0.61567945882050024</c:v>
                </c:pt>
                <c:pt idx="683">
                  <c:v>0.61573394897571521</c:v>
                </c:pt>
                <c:pt idx="684">
                  <c:v>0.61563581662309597</c:v>
                </c:pt>
                <c:pt idx="685">
                  <c:v>0.61512441350833558</c:v>
                </c:pt>
                <c:pt idx="686">
                  <c:v>0.61561810234982994</c:v>
                </c:pt>
                <c:pt idx="687">
                  <c:v>0.61567196746207697</c:v>
                </c:pt>
                <c:pt idx="688">
                  <c:v>0.61615947068117205</c:v>
                </c:pt>
                <c:pt idx="689">
                  <c:v>0.61626082864164811</c:v>
                </c:pt>
                <c:pt idx="690">
                  <c:v>0.61639671415974384</c:v>
                </c:pt>
                <c:pt idx="691">
                  <c:v>0.61516817303262039</c:v>
                </c:pt>
                <c:pt idx="692">
                  <c:v>0.61669276270006956</c:v>
                </c:pt>
                <c:pt idx="693">
                  <c:v>0.61658786172049729</c:v>
                </c:pt>
                <c:pt idx="694">
                  <c:v>0.61778530668408849</c:v>
                </c:pt>
                <c:pt idx="695">
                  <c:v>0.61771045850274586</c:v>
                </c:pt>
                <c:pt idx="696">
                  <c:v>0.6179266231781243</c:v>
                </c:pt>
                <c:pt idx="697">
                  <c:v>0.61778538082936629</c:v>
                </c:pt>
                <c:pt idx="698">
                  <c:v>0.61801818385772755</c:v>
                </c:pt>
                <c:pt idx="699">
                  <c:v>0.6133204594371694</c:v>
                </c:pt>
                <c:pt idx="700">
                  <c:v>0.61266524091802899</c:v>
                </c:pt>
                <c:pt idx="701">
                  <c:v>0.61181453960405974</c:v>
                </c:pt>
                <c:pt idx="702">
                  <c:v>0.60881674522557638</c:v>
                </c:pt>
                <c:pt idx="703">
                  <c:v>0.61481606779874831</c:v>
                </c:pt>
                <c:pt idx="704">
                  <c:v>0.6152041523680758</c:v>
                </c:pt>
                <c:pt idx="705">
                  <c:v>0.61565665236051514</c:v>
                </c:pt>
                <c:pt idx="706">
                  <c:v>0.61598744737586708</c:v>
                </c:pt>
                <c:pt idx="707">
                  <c:v>0.61619469961536366</c:v>
                </c:pt>
                <c:pt idx="708">
                  <c:v>0.61627223661238972</c:v>
                </c:pt>
                <c:pt idx="709">
                  <c:v>0.61638019467937166</c:v>
                </c:pt>
                <c:pt idx="710">
                  <c:v>0.61666472147181994</c:v>
                </c:pt>
                <c:pt idx="711">
                  <c:v>0.61677275131823694</c:v>
                </c:pt>
                <c:pt idx="712">
                  <c:v>0.6169204410816217</c:v>
                </c:pt>
                <c:pt idx="713">
                  <c:v>0.61700485285353468</c:v>
                </c:pt>
                <c:pt idx="714">
                  <c:v>0.61721507360757943</c:v>
                </c:pt>
                <c:pt idx="715">
                  <c:v>0.61710990974662794</c:v>
                </c:pt>
                <c:pt idx="716">
                  <c:v>0.61716414322120428</c:v>
                </c:pt>
                <c:pt idx="717">
                  <c:v>0.61666774989332573</c:v>
                </c:pt>
                <c:pt idx="718">
                  <c:v>0.61688265843553991</c:v>
                </c:pt>
                <c:pt idx="719">
                  <c:v>0.61641138472821633</c:v>
                </c:pt>
                <c:pt idx="720">
                  <c:v>0.61663398738909025</c:v>
                </c:pt>
                <c:pt idx="721">
                  <c:v>0.61709134446087754</c:v>
                </c:pt>
                <c:pt idx="722">
                  <c:v>0.61773809691456261</c:v>
                </c:pt>
                <c:pt idx="723">
                  <c:v>0.61633803292243572</c:v>
                </c:pt>
                <c:pt idx="724">
                  <c:v>0.61742070764422152</c:v>
                </c:pt>
                <c:pt idx="725">
                  <c:v>0.61746610555177861</c:v>
                </c:pt>
                <c:pt idx="726">
                  <c:v>0.61814249528035914</c:v>
                </c:pt>
                <c:pt idx="727">
                  <c:v>0.6175498917469685</c:v>
                </c:pt>
                <c:pt idx="728">
                  <c:v>0.61810232381080332</c:v>
                </c:pt>
                <c:pt idx="729">
                  <c:v>0.61811482908242488</c:v>
                </c:pt>
                <c:pt idx="730">
                  <c:v>0.61877531836798649</c:v>
                </c:pt>
                <c:pt idx="731">
                  <c:v>0.6180105057094426</c:v>
                </c:pt>
                <c:pt idx="732">
                  <c:v>0.61866046475267256</c:v>
                </c:pt>
                <c:pt idx="733">
                  <c:v>0.61839657504636802</c:v>
                </c:pt>
                <c:pt idx="734">
                  <c:v>0.61867272858965583</c:v>
                </c:pt>
                <c:pt idx="735">
                  <c:v>0.61866859623733728</c:v>
                </c:pt>
                <c:pt idx="736">
                  <c:v>0.61889202807470278</c:v>
                </c:pt>
                <c:pt idx="737">
                  <c:v>0.61897802918329015</c:v>
                </c:pt>
                <c:pt idx="738">
                  <c:v>0.61911252376920611</c:v>
                </c:pt>
                <c:pt idx="739">
                  <c:v>0.61932259424438085</c:v>
                </c:pt>
                <c:pt idx="740">
                  <c:v>0.61937710512320499</c:v>
                </c:pt>
                <c:pt idx="741">
                  <c:v>0.61945893586106682</c:v>
                </c:pt>
                <c:pt idx="742">
                  <c:v>0.61844737673392702</c:v>
                </c:pt>
                <c:pt idx="743">
                  <c:v>0.61876258004856199</c:v>
                </c:pt>
                <c:pt idx="744">
                  <c:v>0.61891404417297391</c:v>
                </c:pt>
                <c:pt idx="745">
                  <c:v>0.61904380245917257</c:v>
                </c:pt>
                <c:pt idx="746">
                  <c:v>0.61957698852962628</c:v>
                </c:pt>
                <c:pt idx="747">
                  <c:v>0.62009316538925086</c:v>
                </c:pt>
                <c:pt idx="748">
                  <c:v>0.61976425725606021</c:v>
                </c:pt>
                <c:pt idx="749">
                  <c:v>0.62052469135802457</c:v>
                </c:pt>
                <c:pt idx="750">
                  <c:v>0.62106328723939774</c:v>
                </c:pt>
                <c:pt idx="751">
                  <c:v>0.6212051265141022</c:v>
                </c:pt>
                <c:pt idx="752">
                  <c:v>0.62099892736323892</c:v>
                </c:pt>
                <c:pt idx="753">
                  <c:v>0.62385288302088127</c:v>
                </c:pt>
                <c:pt idx="754">
                  <c:v>0.62141290039491015</c:v>
                </c:pt>
                <c:pt idx="755">
                  <c:v>0.62199971517149955</c:v>
                </c:pt>
                <c:pt idx="756">
                  <c:v>0.62221050013528978</c:v>
                </c:pt>
                <c:pt idx="757">
                  <c:v>0.61929952970608004</c:v>
                </c:pt>
                <c:pt idx="758">
                  <c:v>0.61990442687509728</c:v>
                </c:pt>
                <c:pt idx="759">
                  <c:v>0.62086869259800603</c:v>
                </c:pt>
                <c:pt idx="760">
                  <c:v>0.6202321272885789</c:v>
                </c:pt>
                <c:pt idx="761">
                  <c:v>0.62124711316397219</c:v>
                </c:pt>
                <c:pt idx="762">
                  <c:v>0.62014318406308588</c:v>
                </c:pt>
                <c:pt idx="763">
                  <c:v>0.62072320855847529</c:v>
                </c:pt>
                <c:pt idx="764">
                  <c:v>0.62088382212733362</c:v>
                </c:pt>
                <c:pt idx="765">
                  <c:v>0.62058898611179014</c:v>
                </c:pt>
                <c:pt idx="766">
                  <c:v>0.62056929127660321</c:v>
                </c:pt>
                <c:pt idx="767">
                  <c:v>0.62064561612820135</c:v>
                </c:pt>
                <c:pt idx="768">
                  <c:v>0.62082082516012271</c:v>
                </c:pt>
                <c:pt idx="769">
                  <c:v>0.62101900481888572</c:v>
                </c:pt>
                <c:pt idx="770">
                  <c:v>0.62116027106355931</c:v>
                </c:pt>
                <c:pt idx="771">
                  <c:v>0.62133600010811252</c:v>
                </c:pt>
                <c:pt idx="772">
                  <c:v>0.62147110853037679</c:v>
                </c:pt>
                <c:pt idx="773">
                  <c:v>0.62150974047877983</c:v>
                </c:pt>
                <c:pt idx="774">
                  <c:v>0.62172101864459328</c:v>
                </c:pt>
                <c:pt idx="775">
                  <c:v>0.62176471539195244</c:v>
                </c:pt>
                <c:pt idx="776">
                  <c:v>0.62198802885353255</c:v>
                </c:pt>
                <c:pt idx="777">
                  <c:v>0.6220994207585292</c:v>
                </c:pt>
                <c:pt idx="778">
                  <c:v>0.62226099768243426</c:v>
                </c:pt>
                <c:pt idx="779">
                  <c:v>0.6222636999637442</c:v>
                </c:pt>
                <c:pt idx="780">
                  <c:v>0.6225187960842945</c:v>
                </c:pt>
                <c:pt idx="781">
                  <c:v>0.62210600524852766</c:v>
                </c:pt>
                <c:pt idx="782">
                  <c:v>0.62274038886611527</c:v>
                </c:pt>
                <c:pt idx="783">
                  <c:v>0.62305265101739882</c:v>
                </c:pt>
                <c:pt idx="784">
                  <c:v>0.6228216911518708</c:v>
                </c:pt>
                <c:pt idx="785">
                  <c:v>0.62313178394076274</c:v>
                </c:pt>
                <c:pt idx="786">
                  <c:v>0.62263612074234809</c:v>
                </c:pt>
                <c:pt idx="787">
                  <c:v>0.62288947096072078</c:v>
                </c:pt>
                <c:pt idx="788">
                  <c:v>0.62311726609305884</c:v>
                </c:pt>
                <c:pt idx="789">
                  <c:v>0.62284966442237477</c:v>
                </c:pt>
                <c:pt idx="790">
                  <c:v>0.62078845411335526</c:v>
                </c:pt>
                <c:pt idx="791">
                  <c:v>0.62267142925790075</c:v>
                </c:pt>
                <c:pt idx="792">
                  <c:v>0.62344649672211805</c:v>
                </c:pt>
                <c:pt idx="793">
                  <c:v>0.62460097496558875</c:v>
                </c:pt>
                <c:pt idx="794">
                  <c:v>0.62305967230907966</c:v>
                </c:pt>
                <c:pt idx="795">
                  <c:v>0.62365897377253221</c:v>
                </c:pt>
                <c:pt idx="796">
                  <c:v>0.62317431991757222</c:v>
                </c:pt>
                <c:pt idx="797">
                  <c:v>0.62388100081960474</c:v>
                </c:pt>
                <c:pt idx="798">
                  <c:v>0.62389889743902516</c:v>
                </c:pt>
                <c:pt idx="799">
                  <c:v>0.62375516281238497</c:v>
                </c:pt>
                <c:pt idx="800">
                  <c:v>0.624233936830067</c:v>
                </c:pt>
                <c:pt idx="801">
                  <c:v>0.62424346629986238</c:v>
                </c:pt>
                <c:pt idx="802">
                  <c:v>0.62436926590348618</c:v>
                </c:pt>
                <c:pt idx="803">
                  <c:v>0.62484105670252676</c:v>
                </c:pt>
                <c:pt idx="804">
                  <c:v>0.62521429756484226</c:v>
                </c:pt>
                <c:pt idx="805">
                  <c:v>0.62221812870883264</c:v>
                </c:pt>
                <c:pt idx="806">
                  <c:v>0.62182228464123968</c:v>
                </c:pt>
                <c:pt idx="807">
                  <c:v>0.62431247027164816</c:v>
                </c:pt>
                <c:pt idx="808">
                  <c:v>0.62428823566490876</c:v>
                </c:pt>
                <c:pt idx="809">
                  <c:v>0.62441668197685107</c:v>
                </c:pt>
                <c:pt idx="810">
                  <c:v>0.62423088422742223</c:v>
                </c:pt>
                <c:pt idx="811">
                  <c:v>0.6245031429402409</c:v>
                </c:pt>
                <c:pt idx="812">
                  <c:v>0.62437713893696634</c:v>
                </c:pt>
                <c:pt idx="813">
                  <c:v>0.62431516262024733</c:v>
                </c:pt>
                <c:pt idx="814">
                  <c:v>0.62460094387721754</c:v>
                </c:pt>
                <c:pt idx="815">
                  <c:v>0.62449812843729735</c:v>
                </c:pt>
                <c:pt idx="816">
                  <c:v>0.62439782642771313</c:v>
                </c:pt>
                <c:pt idx="817">
                  <c:v>0.62466229003249851</c:v>
                </c:pt>
                <c:pt idx="818">
                  <c:v>0.62501596369919976</c:v>
                </c:pt>
                <c:pt idx="819">
                  <c:v>0.62505702242577954</c:v>
                </c:pt>
                <c:pt idx="820">
                  <c:v>0.62522220053354161</c:v>
                </c:pt>
                <c:pt idx="821">
                  <c:v>0.62497658445207616</c:v>
                </c:pt>
                <c:pt idx="822">
                  <c:v>0.62496067966339175</c:v>
                </c:pt>
                <c:pt idx="823">
                  <c:v>0.62531225711530325</c:v>
                </c:pt>
                <c:pt idx="824">
                  <c:v>0.62564909847073835</c:v>
                </c:pt>
                <c:pt idx="825">
                  <c:v>0.6262127354744268</c:v>
                </c:pt>
                <c:pt idx="826">
                  <c:v>0.62613677606678064</c:v>
                </c:pt>
                <c:pt idx="827">
                  <c:v>0.62602725529820202</c:v>
                </c:pt>
                <c:pt idx="828">
                  <c:v>0.62637095313268298</c:v>
                </c:pt>
                <c:pt idx="829">
                  <c:v>0.62593895499224006</c:v>
                </c:pt>
                <c:pt idx="830">
                  <c:v>0.62572050027188686</c:v>
                </c:pt>
                <c:pt idx="831">
                  <c:v>0.62585164273571059</c:v>
                </c:pt>
                <c:pt idx="832">
                  <c:v>0.62609055413337467</c:v>
                </c:pt>
                <c:pt idx="833">
                  <c:v>0.62619990749569132</c:v>
                </c:pt>
                <c:pt idx="834">
                  <c:v>0.62633234182313946</c:v>
                </c:pt>
                <c:pt idx="835">
                  <c:v>0.62648106099700684</c:v>
                </c:pt>
                <c:pt idx="836">
                  <c:v>0.62650297952879352</c:v>
                </c:pt>
                <c:pt idx="837">
                  <c:v>0.62654473681498191</c:v>
                </c:pt>
                <c:pt idx="838">
                  <c:v>0.62673158724109879</c:v>
                </c:pt>
                <c:pt idx="839">
                  <c:v>0.62726322940577039</c:v>
                </c:pt>
                <c:pt idx="840">
                  <c:v>0.62690363816407102</c:v>
                </c:pt>
                <c:pt idx="841">
                  <c:v>0.62708467687026759</c:v>
                </c:pt>
                <c:pt idx="842">
                  <c:v>0.62721162196745062</c:v>
                </c:pt>
                <c:pt idx="843">
                  <c:v>0.62741133423312001</c:v>
                </c:pt>
                <c:pt idx="844">
                  <c:v>0.6280337003704578</c:v>
                </c:pt>
                <c:pt idx="845">
                  <c:v>0.62753761490422633</c:v>
                </c:pt>
                <c:pt idx="846">
                  <c:v>0.62951797190839853</c:v>
                </c:pt>
                <c:pt idx="847">
                  <c:v>0.62881150314778633</c:v>
                </c:pt>
                <c:pt idx="848">
                  <c:v>0.62880216373448328</c:v>
                </c:pt>
                <c:pt idx="849">
                  <c:v>0.62821426655323331</c:v>
                </c:pt>
                <c:pt idx="850">
                  <c:v>0.62834975960924366</c:v>
                </c:pt>
                <c:pt idx="851">
                  <c:v>0.6295432567799617</c:v>
                </c:pt>
                <c:pt idx="852">
                  <c:v>0.6288292706601174</c:v>
                </c:pt>
                <c:pt idx="853">
                  <c:v>0.62922491571844597</c:v>
                </c:pt>
                <c:pt idx="854">
                  <c:v>0.62985375821561629</c:v>
                </c:pt>
                <c:pt idx="855">
                  <c:v>0.62966891257735413</c:v>
                </c:pt>
                <c:pt idx="856">
                  <c:v>0.62987291850368599</c:v>
                </c:pt>
                <c:pt idx="857">
                  <c:v>0.62877374652605922</c:v>
                </c:pt>
                <c:pt idx="858">
                  <c:v>0.63081613985161089</c:v>
                </c:pt>
                <c:pt idx="859">
                  <c:v>0.63111078419933953</c:v>
                </c:pt>
                <c:pt idx="860">
                  <c:v>0.63033744593187213</c:v>
                </c:pt>
                <c:pt idx="861">
                  <c:v>0.63086004269446116</c:v>
                </c:pt>
                <c:pt idx="862">
                  <c:v>0.63104201412703187</c:v>
                </c:pt>
                <c:pt idx="863">
                  <c:v>0.63146193032067455</c:v>
                </c:pt>
                <c:pt idx="864">
                  <c:v>0.6317049312097629</c:v>
                </c:pt>
                <c:pt idx="865">
                  <c:v>0.63178365054350016</c:v>
                </c:pt>
                <c:pt idx="866">
                  <c:v>0.63201716196605462</c:v>
                </c:pt>
                <c:pt idx="867">
                  <c:v>0.63228903142490334</c:v>
                </c:pt>
                <c:pt idx="868">
                  <c:v>0.63255064851268039</c:v>
                </c:pt>
                <c:pt idx="869">
                  <c:v>0.63275370495370697</c:v>
                </c:pt>
                <c:pt idx="870">
                  <c:v>0.63315521750183101</c:v>
                </c:pt>
                <c:pt idx="871">
                  <c:v>0.63339721631178925</c:v>
                </c:pt>
                <c:pt idx="872">
                  <c:v>0.63379022047149147</c:v>
                </c:pt>
                <c:pt idx="873">
                  <c:v>0.63432227922912854</c:v>
                </c:pt>
                <c:pt idx="874">
                  <c:v>0.63326028426523073</c:v>
                </c:pt>
                <c:pt idx="875">
                  <c:v>0.63337830632867653</c:v>
                </c:pt>
                <c:pt idx="876">
                  <c:v>0.63363208620892364</c:v>
                </c:pt>
                <c:pt idx="877">
                  <c:v>0.63372642334744733</c:v>
                </c:pt>
                <c:pt idx="878">
                  <c:v>0.63331475821948802</c:v>
                </c:pt>
                <c:pt idx="879">
                  <c:v>0.63425740992250534</c:v>
                </c:pt>
                <c:pt idx="880">
                  <c:v>0.63426486032084195</c:v>
                </c:pt>
                <c:pt idx="881">
                  <c:v>0.63405413089071827</c:v>
                </c:pt>
                <c:pt idx="882">
                  <c:v>0.63436437246963573</c:v>
                </c:pt>
                <c:pt idx="883">
                  <c:v>0.63452762404116891</c:v>
                </c:pt>
                <c:pt idx="884">
                  <c:v>0.63447867445986339</c:v>
                </c:pt>
                <c:pt idx="885">
                  <c:v>0.63473826584651483</c:v>
                </c:pt>
                <c:pt idx="886">
                  <c:v>0.63483595559221961</c:v>
                </c:pt>
                <c:pt idx="887">
                  <c:v>0.63403758782492126</c:v>
                </c:pt>
                <c:pt idx="888">
                  <c:v>0.63526524494647452</c:v>
                </c:pt>
                <c:pt idx="889">
                  <c:v>0.63507030275682008</c:v>
                </c:pt>
                <c:pt idx="890">
                  <c:v>0.63526248621591141</c:v>
                </c:pt>
                <c:pt idx="891">
                  <c:v>0.63522916145460495</c:v>
                </c:pt>
                <c:pt idx="892">
                  <c:v>0.63513888201218016</c:v>
                </c:pt>
                <c:pt idx="893">
                  <c:v>0.63546422758999388</c:v>
                </c:pt>
                <c:pt idx="894">
                  <c:v>0.63604449070308466</c:v>
                </c:pt>
                <c:pt idx="895">
                  <c:v>0.63602340857046158</c:v>
                </c:pt>
                <c:pt idx="896">
                  <c:v>0.63634657831194419</c:v>
                </c:pt>
                <c:pt idx="897">
                  <c:v>0.63659678775668227</c:v>
                </c:pt>
                <c:pt idx="898">
                  <c:v>0.63415728011315609</c:v>
                </c:pt>
                <c:pt idx="899">
                  <c:v>0.63593037712391209</c:v>
                </c:pt>
                <c:pt idx="900">
                  <c:v>0.63603053359975592</c:v>
                </c:pt>
                <c:pt idx="901">
                  <c:v>0.63533618260240887</c:v>
                </c:pt>
                <c:pt idx="902">
                  <c:v>0.63486411233740547</c:v>
                </c:pt>
                <c:pt idx="903">
                  <c:v>0.63515033623641182</c:v>
                </c:pt>
                <c:pt idx="904">
                  <c:v>0.63493364884701675</c:v>
                </c:pt>
                <c:pt idx="905">
                  <c:v>0.63507321739557021</c:v>
                </c:pt>
                <c:pt idx="906">
                  <c:v>0.63500425308685859</c:v>
                </c:pt>
                <c:pt idx="907">
                  <c:v>0.63509282532962918</c:v>
                </c:pt>
                <c:pt idx="908">
                  <c:v>0.63491775816295548</c:v>
                </c:pt>
                <c:pt idx="909">
                  <c:v>0.63508340838782951</c:v>
                </c:pt>
                <c:pt idx="910">
                  <c:v>0.63484308288216929</c:v>
                </c:pt>
                <c:pt idx="911">
                  <c:v>0.63579530034791409</c:v>
                </c:pt>
                <c:pt idx="912">
                  <c:v>0.63556312225815592</c:v>
                </c:pt>
                <c:pt idx="913">
                  <c:v>0.63576521011151776</c:v>
                </c:pt>
                <c:pt idx="914">
                  <c:v>0.63552443527420477</c:v>
                </c:pt>
                <c:pt idx="915">
                  <c:v>0.63608322024028507</c:v>
                </c:pt>
                <c:pt idx="916">
                  <c:v>0.63603657184085238</c:v>
                </c:pt>
                <c:pt idx="917">
                  <c:v>0.63646583609110363</c:v>
                </c:pt>
                <c:pt idx="918">
                  <c:v>0.63664910760362614</c:v>
                </c:pt>
                <c:pt idx="919">
                  <c:v>0.63678300115750874</c:v>
                </c:pt>
                <c:pt idx="920">
                  <c:v>0.63711725549190812</c:v>
                </c:pt>
                <c:pt idx="921">
                  <c:v>0.63738686244804399</c:v>
                </c:pt>
                <c:pt idx="922">
                  <c:v>0.63732041389454586</c:v>
                </c:pt>
                <c:pt idx="923">
                  <c:v>0.63749742296171419</c:v>
                </c:pt>
                <c:pt idx="924">
                  <c:v>0.63800776648195823</c:v>
                </c:pt>
                <c:pt idx="925">
                  <c:v>0.63808278233912186</c:v>
                </c:pt>
                <c:pt idx="926">
                  <c:v>0.63809791198232202</c:v>
                </c:pt>
                <c:pt idx="927">
                  <c:v>0.63819000672410375</c:v>
                </c:pt>
                <c:pt idx="928">
                  <c:v>0.63838879972154006</c:v>
                </c:pt>
                <c:pt idx="929">
                  <c:v>0.63832994342639882</c:v>
                </c:pt>
                <c:pt idx="930">
                  <c:v>0.63864615117222212</c:v>
                </c:pt>
                <c:pt idx="931">
                  <c:v>0.63869314851045667</c:v>
                </c:pt>
                <c:pt idx="932">
                  <c:v>0.63884957309883705</c:v>
                </c:pt>
                <c:pt idx="933">
                  <c:v>0.6390292324112824</c:v>
                </c:pt>
                <c:pt idx="934">
                  <c:v>0.63930898526165791</c:v>
                </c:pt>
                <c:pt idx="935">
                  <c:v>0.63603563731527091</c:v>
                </c:pt>
                <c:pt idx="936">
                  <c:v>0.63866232433552239</c:v>
                </c:pt>
                <c:pt idx="937">
                  <c:v>0.63870434893582184</c:v>
                </c:pt>
                <c:pt idx="938">
                  <c:v>0.63883954575432422</c:v>
                </c:pt>
                <c:pt idx="939">
                  <c:v>0.63927911564086481</c:v>
                </c:pt>
                <c:pt idx="940">
                  <c:v>0.64001651829016482</c:v>
                </c:pt>
                <c:pt idx="941">
                  <c:v>0.63947045149130854</c:v>
                </c:pt>
                <c:pt idx="942">
                  <c:v>0.63947844339996496</c:v>
                </c:pt>
                <c:pt idx="943">
                  <c:v>0.63965950870187083</c:v>
                </c:pt>
                <c:pt idx="944">
                  <c:v>0.64065113514912453</c:v>
                </c:pt>
                <c:pt idx="945">
                  <c:v>0.64088318371630026</c:v>
                </c:pt>
                <c:pt idx="946">
                  <c:v>0.64125265534993203</c:v>
                </c:pt>
                <c:pt idx="947">
                  <c:v>0.64127015195420844</c:v>
                </c:pt>
                <c:pt idx="948">
                  <c:v>0.64106735234696821</c:v>
                </c:pt>
                <c:pt idx="949">
                  <c:v>0.64066154400001918</c:v>
                </c:pt>
                <c:pt idx="950">
                  <c:v>0.6407488309937327</c:v>
                </c:pt>
                <c:pt idx="951">
                  <c:v>0.64112081444516389</c:v>
                </c:pt>
                <c:pt idx="952">
                  <c:v>0.64119258217504194</c:v>
                </c:pt>
                <c:pt idx="953">
                  <c:v>0.64123326436945616</c:v>
                </c:pt>
                <c:pt idx="954">
                  <c:v>0.64138544065673675</c:v>
                </c:pt>
                <c:pt idx="955">
                  <c:v>0.64167628657346043</c:v>
                </c:pt>
                <c:pt idx="956">
                  <c:v>0.64170878008369669</c:v>
                </c:pt>
                <c:pt idx="957">
                  <c:v>0.64189728010632741</c:v>
                </c:pt>
                <c:pt idx="958">
                  <c:v>0.64221382537886607</c:v>
                </c:pt>
                <c:pt idx="959">
                  <c:v>0.64241813721423568</c:v>
                </c:pt>
                <c:pt idx="960">
                  <c:v>0.64275477160041983</c:v>
                </c:pt>
                <c:pt idx="961">
                  <c:v>0.64300239814966065</c:v>
                </c:pt>
                <c:pt idx="962">
                  <c:v>0.6431907111866042</c:v>
                </c:pt>
                <c:pt idx="963">
                  <c:v>0.64333083512030431</c:v>
                </c:pt>
                <c:pt idx="964">
                  <c:v>0.64343645534332661</c:v>
                </c:pt>
                <c:pt idx="965">
                  <c:v>0.64364111210287933</c:v>
                </c:pt>
                <c:pt idx="966">
                  <c:v>0.64398488615082716</c:v>
                </c:pt>
                <c:pt idx="967">
                  <c:v>0.64406983545927976</c:v>
                </c:pt>
                <c:pt idx="968">
                  <c:v>0.64435784639612248</c:v>
                </c:pt>
                <c:pt idx="969">
                  <c:v>0.64431522599615487</c:v>
                </c:pt>
                <c:pt idx="970">
                  <c:v>0.64461562728807298</c:v>
                </c:pt>
                <c:pt idx="971">
                  <c:v>0.64481855469715188</c:v>
                </c:pt>
                <c:pt idx="972">
                  <c:v>0.64535358119563668</c:v>
                </c:pt>
                <c:pt idx="973">
                  <c:v>0.64519887892007954</c:v>
                </c:pt>
                <c:pt idx="974">
                  <c:v>0.64540294106599549</c:v>
                </c:pt>
                <c:pt idx="975">
                  <c:v>0.64583137931681334</c:v>
                </c:pt>
                <c:pt idx="976">
                  <c:v>0.6460212509769957</c:v>
                </c:pt>
                <c:pt idx="977">
                  <c:v>0.64659215705558248</c:v>
                </c:pt>
                <c:pt idx="978">
                  <c:v>0.64646296404902936</c:v>
                </c:pt>
                <c:pt idx="979">
                  <c:v>0.64702081938585854</c:v>
                </c:pt>
                <c:pt idx="980">
                  <c:v>0.64690379308732049</c:v>
                </c:pt>
                <c:pt idx="981">
                  <c:v>0.64709869056049052</c:v>
                </c:pt>
                <c:pt idx="982">
                  <c:v>0.6475652533599433</c:v>
                </c:pt>
                <c:pt idx="983">
                  <c:v>0.64771052367259896</c:v>
                </c:pt>
                <c:pt idx="984">
                  <c:v>0.64762503300025465</c:v>
                </c:pt>
                <c:pt idx="985">
                  <c:v>0.6478686182839245</c:v>
                </c:pt>
                <c:pt idx="986">
                  <c:v>0.64801294622141492</c:v>
                </c:pt>
                <c:pt idx="987">
                  <c:v>0.6482080895221185</c:v>
                </c:pt>
                <c:pt idx="988">
                  <c:v>0.64821910660669402</c:v>
                </c:pt>
                <c:pt idx="989">
                  <c:v>0.64849432856388012</c:v>
                </c:pt>
                <c:pt idx="990">
                  <c:v>0.64869467307504414</c:v>
                </c:pt>
                <c:pt idx="991">
                  <c:v>0.64885487309562073</c:v>
                </c:pt>
                <c:pt idx="992">
                  <c:v>0.64893775208639248</c:v>
                </c:pt>
                <c:pt idx="993">
                  <c:v>0.64912948781654467</c:v>
                </c:pt>
                <c:pt idx="994">
                  <c:v>0.64923944446378223</c:v>
                </c:pt>
                <c:pt idx="995">
                  <c:v>0.64933128323581468</c:v>
                </c:pt>
                <c:pt idx="996">
                  <c:v>0.64953162732274383</c:v>
                </c:pt>
                <c:pt idx="997">
                  <c:v>0.64960517002900497</c:v>
                </c:pt>
                <c:pt idx="998">
                  <c:v>0.64964357369379699</c:v>
                </c:pt>
                <c:pt idx="999">
                  <c:v>0.64928836597925055</c:v>
                </c:pt>
                <c:pt idx="1000">
                  <c:v>0.64872979908213857</c:v>
                </c:pt>
                <c:pt idx="1001">
                  <c:v>0.64846050190591342</c:v>
                </c:pt>
                <c:pt idx="1002">
                  <c:v>0.64800544336935351</c:v>
                </c:pt>
                <c:pt idx="1003">
                  <c:v>0.64830367843643399</c:v>
                </c:pt>
                <c:pt idx="1004">
                  <c:v>0.64810596551192023</c:v>
                </c:pt>
                <c:pt idx="1005">
                  <c:v>0.64768357106340646</c:v>
                </c:pt>
                <c:pt idx="1006">
                  <c:v>0.64766360737914896</c:v>
                </c:pt>
                <c:pt idx="1007">
                  <c:v>0.6477296804325996</c:v>
                </c:pt>
                <c:pt idx="1008">
                  <c:v>0.64803863818350838</c:v>
                </c:pt>
                <c:pt idx="1009">
                  <c:v>0.64816992233250514</c:v>
                </c:pt>
                <c:pt idx="1010">
                  <c:v>0.64749618373179385</c:v>
                </c:pt>
                <c:pt idx="1011">
                  <c:v>0.6457868853963098</c:v>
                </c:pt>
                <c:pt idx="1012">
                  <c:v>0.64607058370468184</c:v>
                </c:pt>
                <c:pt idx="1013">
                  <c:v>0.64719775499685006</c:v>
                </c:pt>
                <c:pt idx="1014">
                  <c:v>0.64638476842874037</c:v>
                </c:pt>
                <c:pt idx="1015">
                  <c:v>0.64665083157133574</c:v>
                </c:pt>
                <c:pt idx="1016">
                  <c:v>0.64602124078376855</c:v>
                </c:pt>
                <c:pt idx="1017">
                  <c:v>0.64636917744642119</c:v>
                </c:pt>
                <c:pt idx="1018">
                  <c:v>0.64627243247690203</c:v>
                </c:pt>
                <c:pt idx="1019">
                  <c:v>0.64640048604116274</c:v>
                </c:pt>
                <c:pt idx="1020">
                  <c:v>0.64651016271297868</c:v>
                </c:pt>
                <c:pt idx="1021">
                  <c:v>0.64673806405687462</c:v>
                </c:pt>
                <c:pt idx="1022">
                  <c:v>0.64685116940927501</c:v>
                </c:pt>
                <c:pt idx="1023">
                  <c:v>0.64689473480299087</c:v>
                </c:pt>
                <c:pt idx="1024">
                  <c:v>0.64718660555096352</c:v>
                </c:pt>
                <c:pt idx="1025">
                  <c:v>0.64709997948904929</c:v>
                </c:pt>
                <c:pt idx="1026">
                  <c:v>0.64741840708770826</c:v>
                </c:pt>
                <c:pt idx="1027">
                  <c:v>0.64744281324684194</c:v>
                </c:pt>
                <c:pt idx="1028">
                  <c:v>0.64744434056047295</c:v>
                </c:pt>
                <c:pt idx="1029">
                  <c:v>0.64769844805484089</c:v>
                </c:pt>
                <c:pt idx="1030">
                  <c:v>0.64786092976980625</c:v>
                </c:pt>
                <c:pt idx="1031">
                  <c:v>0.64776891326755326</c:v>
                </c:pt>
                <c:pt idx="1032">
                  <c:v>0.64770862135895879</c:v>
                </c:pt>
                <c:pt idx="1033">
                  <c:v>0.64812321501427983</c:v>
                </c:pt>
                <c:pt idx="1034">
                  <c:v>0.64787777969159366</c:v>
                </c:pt>
                <c:pt idx="1035">
                  <c:v>0.64820370815186112</c:v>
                </c:pt>
                <c:pt idx="1036">
                  <c:v>0.64800436432122144</c:v>
                </c:pt>
                <c:pt idx="1037">
                  <c:v>0.64840034856218109</c:v>
                </c:pt>
                <c:pt idx="1038">
                  <c:v>0.64859241568967996</c:v>
                </c:pt>
                <c:pt idx="1039">
                  <c:v>0.6487813467151553</c:v>
                </c:pt>
                <c:pt idx="1040">
                  <c:v>0.64888845751896584</c:v>
                </c:pt>
                <c:pt idx="1041">
                  <c:v>0.64901397016540952</c:v>
                </c:pt>
                <c:pt idx="1042">
                  <c:v>0.64891486261542697</c:v>
                </c:pt>
                <c:pt idx="1043">
                  <c:v>0.6491328438217937</c:v>
                </c:pt>
                <c:pt idx="1044">
                  <c:v>0.64905704553692234</c:v>
                </c:pt>
                <c:pt idx="1045">
                  <c:v>0.64829690432152942</c:v>
                </c:pt>
                <c:pt idx="1046">
                  <c:v>0.64840578993170728</c:v>
                </c:pt>
                <c:pt idx="1047">
                  <c:v>0.64870850533775815</c:v>
                </c:pt>
                <c:pt idx="1048">
                  <c:v>0.64881169032501584</c:v>
                </c:pt>
                <c:pt idx="1049">
                  <c:v>0.64881893299802418</c:v>
                </c:pt>
                <c:pt idx="1050">
                  <c:v>0.64890180153904831</c:v>
                </c:pt>
                <c:pt idx="1051">
                  <c:v>0.6489935850435774</c:v>
                </c:pt>
                <c:pt idx="1052">
                  <c:v>0.64906798884635053</c:v>
                </c:pt>
                <c:pt idx="1053">
                  <c:v>0.64900010976727107</c:v>
                </c:pt>
                <c:pt idx="1054">
                  <c:v>0.64920049971566351</c:v>
                </c:pt>
                <c:pt idx="1055">
                  <c:v>0.64912838114501925</c:v>
                </c:pt>
                <c:pt idx="1056">
                  <c:v>0.64919612709912566</c:v>
                </c:pt>
                <c:pt idx="1057">
                  <c:v>0.64933285959772702</c:v>
                </c:pt>
                <c:pt idx="1058">
                  <c:v>0.64946575519844985</c:v>
                </c:pt>
                <c:pt idx="1059">
                  <c:v>0.64922161356138031</c:v>
                </c:pt>
                <c:pt idx="1060">
                  <c:v>0.64935250322298599</c:v>
                </c:pt>
                <c:pt idx="1061">
                  <c:v>0.64947065472063625</c:v>
                </c:pt>
                <c:pt idx="1062">
                  <c:v>0.64937295729336775</c:v>
                </c:pt>
                <c:pt idx="1063">
                  <c:v>0.64946285378539514</c:v>
                </c:pt>
                <c:pt idx="1064">
                  <c:v>0.64854737272832419</c:v>
                </c:pt>
                <c:pt idx="1065">
                  <c:v>0.64931730371648211</c:v>
                </c:pt>
                <c:pt idx="1066">
                  <c:v>0.6492062786251056</c:v>
                </c:pt>
                <c:pt idx="1067">
                  <c:v>0.64942236511675933</c:v>
                </c:pt>
                <c:pt idx="1068">
                  <c:v>0.64929279380314586</c:v>
                </c:pt>
                <c:pt idx="1069">
                  <c:v>0.64968800913252123</c:v>
                </c:pt>
                <c:pt idx="1070">
                  <c:v>0.64965752817750055</c:v>
                </c:pt>
                <c:pt idx="1071">
                  <c:v>0.64975116223956197</c:v>
                </c:pt>
                <c:pt idx="1072">
                  <c:v>0.6497998774263064</c:v>
                </c:pt>
                <c:pt idx="1073">
                  <c:v>0.6496718717145672</c:v>
                </c:pt>
                <c:pt idx="1074">
                  <c:v>0.65005105355982551</c:v>
                </c:pt>
                <c:pt idx="1075">
                  <c:v>0.65012245150566728</c:v>
                </c:pt>
                <c:pt idx="1076">
                  <c:v>0.65015739073769307</c:v>
                </c:pt>
                <c:pt idx="1077">
                  <c:v>0.65024664231129015</c:v>
                </c:pt>
                <c:pt idx="1078">
                  <c:v>0.65016705443879641</c:v>
                </c:pt>
                <c:pt idx="1079">
                  <c:v>0.65036239870911994</c:v>
                </c:pt>
                <c:pt idx="1080">
                  <c:v>0.65054704932585283</c:v>
                </c:pt>
                <c:pt idx="1081">
                  <c:v>0.65070415713590679</c:v>
                </c:pt>
                <c:pt idx="1082">
                  <c:v>0.65066761710525445</c:v>
                </c:pt>
                <c:pt idx="1083">
                  <c:v>0.65090166349329182</c:v>
                </c:pt>
                <c:pt idx="1084">
                  <c:v>0.65096595004130997</c:v>
                </c:pt>
                <c:pt idx="1085">
                  <c:v>0.65103643954084378</c:v>
                </c:pt>
                <c:pt idx="1086">
                  <c:v>0.65116866070977841</c:v>
                </c:pt>
                <c:pt idx="1087">
                  <c:v>0.65121859734630705</c:v>
                </c:pt>
                <c:pt idx="1088">
                  <c:v>0.65138481504377832</c:v>
                </c:pt>
                <c:pt idx="1089">
                  <c:v>0.65159199805450452</c:v>
                </c:pt>
                <c:pt idx="1090">
                  <c:v>0.65172020432694922</c:v>
                </c:pt>
                <c:pt idx="1091">
                  <c:v>0.6519837284159713</c:v>
                </c:pt>
                <c:pt idx="1092">
                  <c:v>0.65223649440876408</c:v>
                </c:pt>
                <c:pt idx="1093">
                  <c:v>0.65212791073880072</c:v>
                </c:pt>
                <c:pt idx="1094">
                  <c:v>0.65231575359228045</c:v>
                </c:pt>
                <c:pt idx="1095">
                  <c:v>0.65249255018392582</c:v>
                </c:pt>
                <c:pt idx="1096">
                  <c:v>0.6524562689850214</c:v>
                </c:pt>
                <c:pt idx="1097">
                  <c:v>0.65253015621694588</c:v>
                </c:pt>
                <c:pt idx="1098">
                  <c:v>0.65244875708678585</c:v>
                </c:pt>
                <c:pt idx="1099">
                  <c:v>0.65250013608404556</c:v>
                </c:pt>
                <c:pt idx="1100">
                  <c:v>0.65224397009926993</c:v>
                </c:pt>
                <c:pt idx="1101">
                  <c:v>0.65239684307617352</c:v>
                </c:pt>
                <c:pt idx="1102">
                  <c:v>0.6527997634247743</c:v>
                </c:pt>
                <c:pt idx="1103">
                  <c:v>0.65263480298985344</c:v>
                </c:pt>
                <c:pt idx="1104">
                  <c:v>0.65260603008093376</c:v>
                </c:pt>
                <c:pt idx="1105">
                  <c:v>0.65204003914514297</c:v>
                </c:pt>
                <c:pt idx="1106">
                  <c:v>0.65171728825026998</c:v>
                </c:pt>
                <c:pt idx="1107">
                  <c:v>0.65086956333222057</c:v>
                </c:pt>
                <c:pt idx="1108">
                  <c:v>0.65100432669704245</c:v>
                </c:pt>
                <c:pt idx="1109">
                  <c:v>0.65074034134954761</c:v>
                </c:pt>
                <c:pt idx="1110">
                  <c:v>0.65058008658008659</c:v>
                </c:pt>
                <c:pt idx="1111">
                  <c:v>0.6505666515963372</c:v>
                </c:pt>
                <c:pt idx="1112">
                  <c:v>0.65050313690124772</c:v>
                </c:pt>
                <c:pt idx="1113">
                  <c:v>0.65053621678633033</c:v>
                </c:pt>
                <c:pt idx="1114">
                  <c:v>0.65056701587644461</c:v>
                </c:pt>
                <c:pt idx="1115">
                  <c:v>0.65077514106725232</c:v>
                </c:pt>
                <c:pt idx="1116">
                  <c:v>0.65074287983562529</c:v>
                </c:pt>
                <c:pt idx="1117">
                  <c:v>0.65077283453187751</c:v>
                </c:pt>
                <c:pt idx="1118">
                  <c:v>0.65078174182254078</c:v>
                </c:pt>
                <c:pt idx="1119">
                  <c:v>0.65105399033716471</c:v>
                </c:pt>
                <c:pt idx="1120">
                  <c:v>0.65104818169487433</c:v>
                </c:pt>
                <c:pt idx="1121">
                  <c:v>0.6506262827932513</c:v>
                </c:pt>
                <c:pt idx="1122">
                  <c:v>0.65048798371022443</c:v>
                </c:pt>
                <c:pt idx="1123">
                  <c:v>0.65025364343751346</c:v>
                </c:pt>
                <c:pt idx="1124">
                  <c:v>0.64951365796234706</c:v>
                </c:pt>
                <c:pt idx="1125">
                  <c:v>0.64904411827855413</c:v>
                </c:pt>
                <c:pt idx="1126">
                  <c:v>0.65011636095081071</c:v>
                </c:pt>
                <c:pt idx="1127">
                  <c:v>0.64992969613704421</c:v>
                </c:pt>
                <c:pt idx="1128">
                  <c:v>0.65007913122917182</c:v>
                </c:pt>
                <c:pt idx="1129">
                  <c:v>0.64999774802308607</c:v>
                </c:pt>
                <c:pt idx="1130">
                  <c:v>0.65031613363529039</c:v>
                </c:pt>
                <c:pt idx="1131">
                  <c:v>0.64998030265400319</c:v>
                </c:pt>
                <c:pt idx="1132">
                  <c:v>0.65004290578061774</c:v>
                </c:pt>
                <c:pt idx="1133">
                  <c:v>0.65044596938197263</c:v>
                </c:pt>
                <c:pt idx="1134">
                  <c:v>0.65028492924381942</c:v>
                </c:pt>
                <c:pt idx="1135">
                  <c:v>0.65035956454520372</c:v>
                </c:pt>
                <c:pt idx="1136">
                  <c:v>0.65062605998726941</c:v>
                </c:pt>
                <c:pt idx="1137">
                  <c:v>0.65076918807806516</c:v>
                </c:pt>
                <c:pt idx="1138">
                  <c:v>0.65104646992519732</c:v>
                </c:pt>
                <c:pt idx="1139">
                  <c:v>0.65092206207385028</c:v>
                </c:pt>
                <c:pt idx="1140">
                  <c:v>0.65121869028119017</c:v>
                </c:pt>
                <c:pt idx="1141">
                  <c:v>0.65150643238957517</c:v>
                </c:pt>
                <c:pt idx="1142">
                  <c:v>0.65154039543207765</c:v>
                </c:pt>
                <c:pt idx="1143">
                  <c:v>0.65176557778189503</c:v>
                </c:pt>
                <c:pt idx="1144">
                  <c:v>0.65207535603833788</c:v>
                </c:pt>
                <c:pt idx="1145">
                  <c:v>0.65223097392003493</c:v>
                </c:pt>
                <c:pt idx="1146">
                  <c:v>0.65236913774738969</c:v>
                </c:pt>
                <c:pt idx="1147">
                  <c:v>0.65245091582717607</c:v>
                </c:pt>
                <c:pt idx="1148">
                  <c:v>0.65271282266936825</c:v>
                </c:pt>
                <c:pt idx="1149">
                  <c:v>0.65304043298312642</c:v>
                </c:pt>
                <c:pt idx="1150">
                  <c:v>0.65297975296065192</c:v>
                </c:pt>
                <c:pt idx="1151">
                  <c:v>0.65319386787549916</c:v>
                </c:pt>
                <c:pt idx="1152">
                  <c:v>0.65347227375361749</c:v>
                </c:pt>
                <c:pt idx="1153">
                  <c:v>0.65358532470945263</c:v>
                </c:pt>
                <c:pt idx="1154">
                  <c:v>0.65380158829348478</c:v>
                </c:pt>
                <c:pt idx="1155">
                  <c:v>0.65392815930721271</c:v>
                </c:pt>
                <c:pt idx="1156">
                  <c:v>0.65406009262922704</c:v>
                </c:pt>
                <c:pt idx="1157">
                  <c:v>0.65421402476151813</c:v>
                </c:pt>
                <c:pt idx="1158">
                  <c:v>0.65423709468442415</c:v>
                </c:pt>
                <c:pt idx="1159">
                  <c:v>0.65456841909613761</c:v>
                </c:pt>
                <c:pt idx="1160">
                  <c:v>0.65458429383091155</c:v>
                </c:pt>
                <c:pt idx="1161">
                  <c:v>0.65477729065828716</c:v>
                </c:pt>
                <c:pt idx="1162">
                  <c:v>0.65467603138445973</c:v>
                </c:pt>
                <c:pt idx="1163">
                  <c:v>0.65470317902015351</c:v>
                </c:pt>
                <c:pt idx="1164">
                  <c:v>0.65151668373172866</c:v>
                </c:pt>
                <c:pt idx="1165">
                  <c:v>0.65471230776702516</c:v>
                </c:pt>
                <c:pt idx="1166">
                  <c:v>0.65419887220896999</c:v>
                </c:pt>
                <c:pt idx="1167">
                  <c:v>0.6540081096297109</c:v>
                </c:pt>
                <c:pt idx="1168">
                  <c:v>0.65457741290390492</c:v>
                </c:pt>
                <c:pt idx="1169">
                  <c:v>0.65480294242288162</c:v>
                </c:pt>
                <c:pt idx="1170">
                  <c:v>0.65496293549216356</c:v>
                </c:pt>
                <c:pt idx="1171">
                  <c:v>0.6551395698942819</c:v>
                </c:pt>
                <c:pt idx="1172">
                  <c:v>0.65527338617965647</c:v>
                </c:pt>
                <c:pt idx="1173">
                  <c:v>0.65537466955766455</c:v>
                </c:pt>
                <c:pt idx="1174">
                  <c:v>0.65565151610666328</c:v>
                </c:pt>
                <c:pt idx="1175">
                  <c:v>0.65562248995983941</c:v>
                </c:pt>
                <c:pt idx="1176">
                  <c:v>0.65578944053080801</c:v>
                </c:pt>
                <c:pt idx="1177">
                  <c:v>0.65600928541744497</c:v>
                </c:pt>
                <c:pt idx="1178">
                  <c:v>0.65612595980363353</c:v>
                </c:pt>
                <c:pt idx="1179">
                  <c:v>0.6562132373756755</c:v>
                </c:pt>
                <c:pt idx="1180">
                  <c:v>0.65648344554090188</c:v>
                </c:pt>
                <c:pt idx="1181">
                  <c:v>0.65658461776974208</c:v>
                </c:pt>
                <c:pt idx="1182">
                  <c:v>0.65667203464545165</c:v>
                </c:pt>
                <c:pt idx="1183">
                  <c:v>0.65678821116088248</c:v>
                </c:pt>
                <c:pt idx="1184">
                  <c:v>0.65694730410619528</c:v>
                </c:pt>
                <c:pt idx="1185">
                  <c:v>0.65733702586585563</c:v>
                </c:pt>
                <c:pt idx="1186">
                  <c:v>0.65718115248056408</c:v>
                </c:pt>
                <c:pt idx="1187">
                  <c:v>0.65830711171975453</c:v>
                </c:pt>
                <c:pt idx="1188">
                  <c:v>0.65653885655597388</c:v>
                </c:pt>
                <c:pt idx="1189">
                  <c:v>0.65736709907359281</c:v>
                </c:pt>
                <c:pt idx="1190">
                  <c:v>0.65766334800880533</c:v>
                </c:pt>
                <c:pt idx="1191">
                  <c:v>0.65717801391075825</c:v>
                </c:pt>
                <c:pt idx="1192">
                  <c:v>0.65788990596029795</c:v>
                </c:pt>
                <c:pt idx="1193">
                  <c:v>0.65829255869877412</c:v>
                </c:pt>
                <c:pt idx="1194">
                  <c:v>0.65894599001622256</c:v>
                </c:pt>
                <c:pt idx="1195">
                  <c:v>0.65945943699665055</c:v>
                </c:pt>
                <c:pt idx="1196">
                  <c:v>0.65888318099939969</c:v>
                </c:pt>
                <c:pt idx="1197">
                  <c:v>0.65982045588736704</c:v>
                </c:pt>
                <c:pt idx="1198">
                  <c:v>0.65972054575574191</c:v>
                </c:pt>
                <c:pt idx="1199">
                  <c:v>0.65928306838756834</c:v>
                </c:pt>
                <c:pt idx="1200">
                  <c:v>0.65951848877767194</c:v>
                </c:pt>
                <c:pt idx="1201">
                  <c:v>0.65970319516318043</c:v>
                </c:pt>
                <c:pt idx="1202">
                  <c:v>0.65893797345244676</c:v>
                </c:pt>
                <c:pt idx="1203">
                  <c:v>0.65961714559804663</c:v>
                </c:pt>
                <c:pt idx="1204">
                  <c:v>0.6602844446285957</c:v>
                </c:pt>
                <c:pt idx="1205">
                  <c:v>0.66048227856502839</c:v>
                </c:pt>
                <c:pt idx="1206">
                  <c:v>0.66040008291873975</c:v>
                </c:pt>
                <c:pt idx="1207">
                  <c:v>0.66092271987898754</c:v>
                </c:pt>
                <c:pt idx="1208">
                  <c:v>0.66083538856895552</c:v>
                </c:pt>
                <c:pt idx="1209">
                  <c:v>0.66086656030724211</c:v>
                </c:pt>
                <c:pt idx="1210">
                  <c:v>0.66118126441417691</c:v>
                </c:pt>
                <c:pt idx="1211">
                  <c:v>0.66118368005160466</c:v>
                </c:pt>
                <c:pt idx="1212">
                  <c:v>0.66149751186205297</c:v>
                </c:pt>
                <c:pt idx="1213">
                  <c:v>0.6614815395987067</c:v>
                </c:pt>
                <c:pt idx="1214">
                  <c:v>0.66175764630741807</c:v>
                </c:pt>
                <c:pt idx="1215">
                  <c:v>0.66178741911967598</c:v>
                </c:pt>
                <c:pt idx="1216">
                  <c:v>0.66151559627739609</c:v>
                </c:pt>
                <c:pt idx="1217">
                  <c:v>0.66132291332296278</c:v>
                </c:pt>
                <c:pt idx="1218">
                  <c:v>0.66081741448245224</c:v>
                </c:pt>
                <c:pt idx="1219">
                  <c:v>0.66054551697056541</c:v>
                </c:pt>
                <c:pt idx="1220">
                  <c:v>0.66035128131298593</c:v>
                </c:pt>
                <c:pt idx="1221">
                  <c:v>0.66076137197396467</c:v>
                </c:pt>
                <c:pt idx="1222">
                  <c:v>0.66060644639333399</c:v>
                </c:pt>
                <c:pt idx="1223">
                  <c:v>0.66089549910507561</c:v>
                </c:pt>
                <c:pt idx="1224">
                  <c:v>0.66031353338420762</c:v>
                </c:pt>
                <c:pt idx="1225">
                  <c:v>0.66117754742266555</c:v>
                </c:pt>
                <c:pt idx="1226">
                  <c:v>0.66043853123392493</c:v>
                </c:pt>
                <c:pt idx="1227">
                  <c:v>0.6608134544672396</c:v>
                </c:pt>
                <c:pt idx="1228">
                  <c:v>0.66064593815851713</c:v>
                </c:pt>
                <c:pt idx="1229">
                  <c:v>0.65748573838038771</c:v>
                </c:pt>
                <c:pt idx="1230">
                  <c:v>0.65770712002586573</c:v>
                </c:pt>
                <c:pt idx="1231">
                  <c:v>0.65919520015705013</c:v>
                </c:pt>
                <c:pt idx="1232">
                  <c:v>0.65950743914588417</c:v>
                </c:pt>
                <c:pt idx="1233">
                  <c:v>0.65950501404258965</c:v>
                </c:pt>
                <c:pt idx="1234">
                  <c:v>0.65914832559356418</c:v>
                </c:pt>
                <c:pt idx="1235">
                  <c:v>0.65903498230037849</c:v>
                </c:pt>
                <c:pt idx="1236">
                  <c:v>0.6589286589449953</c:v>
                </c:pt>
                <c:pt idx="1237">
                  <c:v>0.65896798773329313</c:v>
                </c:pt>
                <c:pt idx="1238">
                  <c:v>0.65923826778143657</c:v>
                </c:pt>
                <c:pt idx="1239">
                  <c:v>0.65912501325243245</c:v>
                </c:pt>
                <c:pt idx="1240">
                  <c:v>0.65914232721195198</c:v>
                </c:pt>
                <c:pt idx="1241">
                  <c:v>0.65930966220372056</c:v>
                </c:pt>
                <c:pt idx="1242">
                  <c:v>0.65919533560934096</c:v>
                </c:pt>
                <c:pt idx="1243">
                  <c:v>0.65905357459099978</c:v>
                </c:pt>
                <c:pt idx="1244">
                  <c:v>0.65909414613302952</c:v>
                </c:pt>
                <c:pt idx="1245">
                  <c:v>0.65908143363548166</c:v>
                </c:pt>
                <c:pt idx="1246">
                  <c:v>0.65917730911693073</c:v>
                </c:pt>
                <c:pt idx="1247">
                  <c:v>0.65911067579210902</c:v>
                </c:pt>
                <c:pt idx="1248">
                  <c:v>0.65915443177848021</c:v>
                </c:pt>
                <c:pt idx="1249">
                  <c:v>0.659192606608899</c:v>
                </c:pt>
                <c:pt idx="1250">
                  <c:v>0.65927281878105004</c:v>
                </c:pt>
                <c:pt idx="1251">
                  <c:v>0.65939541174824434</c:v>
                </c:pt>
                <c:pt idx="1252">
                  <c:v>0.65926173883935368</c:v>
                </c:pt>
                <c:pt idx="1253">
                  <c:v>0.65941033156181472</c:v>
                </c:pt>
                <c:pt idx="1254">
                  <c:v>0.65969607179483025</c:v>
                </c:pt>
                <c:pt idx="1255">
                  <c:v>0.65984187546072404</c:v>
                </c:pt>
                <c:pt idx="1256">
                  <c:v>0.65948716909641669</c:v>
                </c:pt>
                <c:pt idx="1257">
                  <c:v>0.6600573160940113</c:v>
                </c:pt>
                <c:pt idx="1258">
                  <c:v>0.6602827942874826</c:v>
                </c:pt>
                <c:pt idx="1259">
                  <c:v>0.66069169808728268</c:v>
                </c:pt>
                <c:pt idx="1260">
                  <c:v>0.6552273944366418</c:v>
                </c:pt>
                <c:pt idx="1261">
                  <c:v>0.65966466628821663</c:v>
                </c:pt>
                <c:pt idx="1262">
                  <c:v>0.66066115769204381</c:v>
                </c:pt>
                <c:pt idx="1263">
                  <c:v>0.66024113432172127</c:v>
                </c:pt>
                <c:pt idx="1264">
                  <c:v>0.66044022617124398</c:v>
                </c:pt>
                <c:pt idx="1265">
                  <c:v>0.6596808884118267</c:v>
                </c:pt>
                <c:pt idx="1266">
                  <c:v>0.66206769683590871</c:v>
                </c:pt>
                <c:pt idx="1267">
                  <c:v>0.66161930861478957</c:v>
                </c:pt>
                <c:pt idx="1268">
                  <c:v>0.66253164863653435</c:v>
                </c:pt>
                <c:pt idx="1269">
                  <c:v>0.66116329057261192</c:v>
                </c:pt>
                <c:pt idx="1270">
                  <c:v>0.66158428380144219</c:v>
                </c:pt>
                <c:pt idx="1271">
                  <c:v>0.66161549000644748</c:v>
                </c:pt>
                <c:pt idx="1272">
                  <c:v>0.66197092318290041</c:v>
                </c:pt>
                <c:pt idx="1273">
                  <c:v>0.66208196100852779</c:v>
                </c:pt>
                <c:pt idx="1274">
                  <c:v>0.66220463884539993</c:v>
                </c:pt>
                <c:pt idx="1275">
                  <c:v>0.66241961342025912</c:v>
                </c:pt>
                <c:pt idx="1276">
                  <c:v>0.66256956955346791</c:v>
                </c:pt>
                <c:pt idx="1277">
                  <c:v>0.66267772368965838</c:v>
                </c:pt>
                <c:pt idx="1278">
                  <c:v>0.66286279126769498</c:v>
                </c:pt>
                <c:pt idx="1279">
                  <c:v>0.66307870881713871</c:v>
                </c:pt>
                <c:pt idx="1280">
                  <c:v>0.66311897286837274</c:v>
                </c:pt>
                <c:pt idx="1281">
                  <c:v>0.66342258243820018</c:v>
                </c:pt>
                <c:pt idx="1282">
                  <c:v>0.66351097870462317</c:v>
                </c:pt>
                <c:pt idx="1283">
                  <c:v>0.66395937662191917</c:v>
                </c:pt>
                <c:pt idx="1284">
                  <c:v>0.66385096854801029</c:v>
                </c:pt>
                <c:pt idx="1285">
                  <c:v>0.66428129622697785</c:v>
                </c:pt>
                <c:pt idx="1286">
                  <c:v>0.66449696675952974</c:v>
                </c:pt>
                <c:pt idx="1287">
                  <c:v>0.66414487711030545</c:v>
                </c:pt>
                <c:pt idx="1288">
                  <c:v>0.66486131495011425</c:v>
                </c:pt>
                <c:pt idx="1289">
                  <c:v>0.66512588179151677</c:v>
                </c:pt>
                <c:pt idx="1290">
                  <c:v>0.66520376801181491</c:v>
                </c:pt>
                <c:pt idx="1291">
                  <c:v>0.66597434209213702</c:v>
                </c:pt>
                <c:pt idx="1292">
                  <c:v>0.66596541700380585</c:v>
                </c:pt>
                <c:pt idx="1293">
                  <c:v>0.66507715623587937</c:v>
                </c:pt>
                <c:pt idx="1294">
                  <c:v>0.66490575960032994</c:v>
                </c:pt>
                <c:pt idx="1295">
                  <c:v>0.66554667871270012</c:v>
                </c:pt>
                <c:pt idx="1296">
                  <c:v>0.66838353167116837</c:v>
                </c:pt>
                <c:pt idx="1297">
                  <c:v>0.66680405309886048</c:v>
                </c:pt>
                <c:pt idx="1298">
                  <c:v>0.66606331233553939</c:v>
                </c:pt>
                <c:pt idx="1299">
                  <c:v>0.66678871697925468</c:v>
                </c:pt>
                <c:pt idx="1300">
                  <c:v>0.66539163852056948</c:v>
                </c:pt>
                <c:pt idx="1301">
                  <c:v>0.66599169345342302</c:v>
                </c:pt>
                <c:pt idx="1302">
                  <c:v>0.66651555009414953</c:v>
                </c:pt>
                <c:pt idx="1303">
                  <c:v>0.66692974277518113</c:v>
                </c:pt>
                <c:pt idx="1304">
                  <c:v>0.66707813531156335</c:v>
                </c:pt>
                <c:pt idx="1305">
                  <c:v>0.66726270657749909</c:v>
                </c:pt>
                <c:pt idx="1306">
                  <c:v>0.66724984311825308</c:v>
                </c:pt>
                <c:pt idx="1307">
                  <c:v>0.66753732674326882</c:v>
                </c:pt>
                <c:pt idx="1308">
                  <c:v>0.66741575703336464</c:v>
                </c:pt>
                <c:pt idx="1309">
                  <c:v>0.66497777390739854</c:v>
                </c:pt>
                <c:pt idx="1310">
                  <c:v>0.66706435886477655</c:v>
                </c:pt>
                <c:pt idx="1311">
                  <c:v>0.66678599400330685</c:v>
                </c:pt>
                <c:pt idx="1312">
                  <c:v>0.66659746935547637</c:v>
                </c:pt>
                <c:pt idx="1313">
                  <c:v>0.66649538934628727</c:v>
                </c:pt>
                <c:pt idx="1314">
                  <c:v>0.66626282669533732</c:v>
                </c:pt>
                <c:pt idx="1315">
                  <c:v>0.66623535686770308</c:v>
                </c:pt>
                <c:pt idx="1316">
                  <c:v>0.66595617447319966</c:v>
                </c:pt>
                <c:pt idx="1317">
                  <c:v>0.66586395164760559</c:v>
                </c:pt>
                <c:pt idx="1318">
                  <c:v>0.6657843715422348</c:v>
                </c:pt>
                <c:pt idx="1319">
                  <c:v>0.66575172291401696</c:v>
                </c:pt>
                <c:pt idx="1320">
                  <c:v>0.66583576036793712</c:v>
                </c:pt>
                <c:pt idx="1321">
                  <c:v>0.66593436905829151</c:v>
                </c:pt>
                <c:pt idx="1322">
                  <c:v>0.66566924694811258</c:v>
                </c:pt>
                <c:pt idx="1323">
                  <c:v>0.66556141999570506</c:v>
                </c:pt>
                <c:pt idx="1324">
                  <c:v>0.66566378855735098</c:v>
                </c:pt>
                <c:pt idx="1325">
                  <c:v>0.66570306523581679</c:v>
                </c:pt>
                <c:pt idx="1326">
                  <c:v>0.66534512954274283</c:v>
                </c:pt>
                <c:pt idx="1327">
                  <c:v>0.6647260348016486</c:v>
                </c:pt>
                <c:pt idx="1328">
                  <c:v>0.66398464648210742</c:v>
                </c:pt>
                <c:pt idx="1329">
                  <c:v>0.66471483711291601</c:v>
                </c:pt>
                <c:pt idx="1330">
                  <c:v>0.66468254357774303</c:v>
                </c:pt>
                <c:pt idx="1331">
                  <c:v>0.66513953337666643</c:v>
                </c:pt>
                <c:pt idx="1332">
                  <c:v>0.66469651792076356</c:v>
                </c:pt>
                <c:pt idx="1333">
                  <c:v>0.66463672950646047</c:v>
                </c:pt>
                <c:pt idx="1334">
                  <c:v>0.66458556786741629</c:v>
                </c:pt>
                <c:pt idx="1335">
                  <c:v>0.66436609475794983</c:v>
                </c:pt>
                <c:pt idx="1336">
                  <c:v>0.66489516955245054</c:v>
                </c:pt>
                <c:pt idx="1337">
                  <c:v>0.66488479190458194</c:v>
                </c:pt>
                <c:pt idx="1338">
                  <c:v>0.66504934210526312</c:v>
                </c:pt>
                <c:pt idx="1339">
                  <c:v>0.66515697173725818</c:v>
                </c:pt>
                <c:pt idx="1340">
                  <c:v>0.6650265098898519</c:v>
                </c:pt>
                <c:pt idx="1341">
                  <c:v>0.66517117628076639</c:v>
                </c:pt>
                <c:pt idx="1342">
                  <c:v>0.66529169582777803</c:v>
                </c:pt>
                <c:pt idx="1343">
                  <c:v>0.66543107592141726</c:v>
                </c:pt>
                <c:pt idx="1344">
                  <c:v>0.66548942928078481</c:v>
                </c:pt>
                <c:pt idx="1345">
                  <c:v>0.66541900968447354</c:v>
                </c:pt>
                <c:pt idx="1346">
                  <c:v>0.66545922947812164</c:v>
                </c:pt>
                <c:pt idx="1347">
                  <c:v>0.66578360072414</c:v>
                </c:pt>
                <c:pt idx="1348">
                  <c:v>0.66591076160522256</c:v>
                </c:pt>
                <c:pt idx="1349">
                  <c:v>0.6657525435621563</c:v>
                </c:pt>
                <c:pt idx="1350">
                  <c:v>0.66579451342226326</c:v>
                </c:pt>
                <c:pt idx="1351">
                  <c:v>0.66596040109133614</c:v>
                </c:pt>
                <c:pt idx="1352">
                  <c:v>0.66590041595540295</c:v>
                </c:pt>
                <c:pt idx="1353">
                  <c:v>0.66563468095090672</c:v>
                </c:pt>
                <c:pt idx="1354">
                  <c:v>0.66602557863385958</c:v>
                </c:pt>
                <c:pt idx="1355">
                  <c:v>0.66612823811256772</c:v>
                </c:pt>
                <c:pt idx="1356">
                  <c:v>0.66633794132349888</c:v>
                </c:pt>
                <c:pt idx="1357">
                  <c:v>0.66655205704839426</c:v>
                </c:pt>
                <c:pt idx="1358">
                  <c:v>0.66675348403273149</c:v>
                </c:pt>
                <c:pt idx="1359">
                  <c:v>0.66682652169692258</c:v>
                </c:pt>
                <c:pt idx="1360">
                  <c:v>0.6665572968439365</c:v>
                </c:pt>
                <c:pt idx="1361">
                  <c:v>0.66713961021946278</c:v>
                </c:pt>
                <c:pt idx="1362">
                  <c:v>0.66685424982583874</c:v>
                </c:pt>
                <c:pt idx="1363">
                  <c:v>0.66697892725879804</c:v>
                </c:pt>
                <c:pt idx="1364">
                  <c:v>0.66696446220451377</c:v>
                </c:pt>
                <c:pt idx="1365">
                  <c:v>0.66686169285312991</c:v>
                </c:pt>
                <c:pt idx="1366">
                  <c:v>0.66712055737520748</c:v>
                </c:pt>
                <c:pt idx="1367">
                  <c:v>0.66719334832052457</c:v>
                </c:pt>
                <c:pt idx="1368">
                  <c:v>0.66718991036467701</c:v>
                </c:pt>
                <c:pt idx="1369">
                  <c:v>0.66728709407794939</c:v>
                </c:pt>
                <c:pt idx="1370">
                  <c:v>0.66740096625832135</c:v>
                </c:pt>
                <c:pt idx="1371">
                  <c:v>0.66747741285606288</c:v>
                </c:pt>
                <c:pt idx="1372">
                  <c:v>0.66738492696935381</c:v>
                </c:pt>
                <c:pt idx="1373">
                  <c:v>0.66745867090099187</c:v>
                </c:pt>
                <c:pt idx="1374">
                  <c:v>0.66764053318709238</c:v>
                </c:pt>
                <c:pt idx="1375">
                  <c:v>0.66761438760049019</c:v>
                </c:pt>
                <c:pt idx="1376">
                  <c:v>0.66772014517165335</c:v>
                </c:pt>
                <c:pt idx="1377">
                  <c:v>0.66766769662812997</c:v>
                </c:pt>
                <c:pt idx="1378">
                  <c:v>0.66787167874570774</c:v>
                </c:pt>
                <c:pt idx="1379">
                  <c:v>0.66805691003634926</c:v>
                </c:pt>
                <c:pt idx="1380">
                  <c:v>0.66826384207992295</c:v>
                </c:pt>
                <c:pt idx="1381">
                  <c:v>0.66773372037289769</c:v>
                </c:pt>
                <c:pt idx="1382">
                  <c:v>0.66768517948402195</c:v>
                </c:pt>
                <c:pt idx="1383">
                  <c:v>0.66565495699272192</c:v>
                </c:pt>
                <c:pt idx="1384">
                  <c:v>0.66581416322300124</c:v>
                </c:pt>
                <c:pt idx="1385">
                  <c:v>0.66747332082666988</c:v>
                </c:pt>
                <c:pt idx="1386">
                  <c:v>0.66750646181046003</c:v>
                </c:pt>
                <c:pt idx="1387">
                  <c:v>0.66764583829643354</c:v>
                </c:pt>
                <c:pt idx="1388">
                  <c:v>0.66782285370776895</c:v>
                </c:pt>
                <c:pt idx="1389">
                  <c:v>0.66766548729000752</c:v>
                </c:pt>
                <c:pt idx="1390">
                  <c:v>0.66807860019068777</c:v>
                </c:pt>
                <c:pt idx="1391">
                  <c:v>0.66820745141155447</c:v>
                </c:pt>
                <c:pt idx="1392">
                  <c:v>0.66840140287362826</c:v>
                </c:pt>
                <c:pt idx="1393">
                  <c:v>0.66832420154396321</c:v>
                </c:pt>
                <c:pt idx="1394">
                  <c:v>0.66841721790815845</c:v>
                </c:pt>
                <c:pt idx="1395">
                  <c:v>0.66861741459172219</c:v>
                </c:pt>
                <c:pt idx="1396">
                  <c:v>0.66868790950756618</c:v>
                </c:pt>
                <c:pt idx="1397">
                  <c:v>0.66865573921133947</c:v>
                </c:pt>
                <c:pt idx="1398">
                  <c:v>0.66900051104684211</c:v>
                </c:pt>
                <c:pt idx="1399">
                  <c:v>0.66915266300718823</c:v>
                </c:pt>
                <c:pt idx="1400">
                  <c:v>0.66934185107970079</c:v>
                </c:pt>
                <c:pt idx="1401">
                  <c:v>0.66949722935014977</c:v>
                </c:pt>
                <c:pt idx="1402">
                  <c:v>0.66951364946373004</c:v>
                </c:pt>
                <c:pt idx="1403">
                  <c:v>0.66979376440152705</c:v>
                </c:pt>
                <c:pt idx="1404">
                  <c:v>0.66985800364778814</c:v>
                </c:pt>
                <c:pt idx="1405">
                  <c:v>0.67009610575069001</c:v>
                </c:pt>
                <c:pt idx="1406">
                  <c:v>0.67022612585789643</c:v>
                </c:pt>
                <c:pt idx="1407">
                  <c:v>0.67026987839637364</c:v>
                </c:pt>
                <c:pt idx="1408">
                  <c:v>0.67032166530637161</c:v>
                </c:pt>
                <c:pt idx="1409">
                  <c:v>0.67040788706190935</c:v>
                </c:pt>
                <c:pt idx="1410">
                  <c:v>0.67039676792316205</c:v>
                </c:pt>
                <c:pt idx="1411">
                  <c:v>0.67054406074795736</c:v>
                </c:pt>
                <c:pt idx="1412">
                  <c:v>0.67064910128540178</c:v>
                </c:pt>
                <c:pt idx="1413">
                  <c:v>0.67085151591308922</c:v>
                </c:pt>
                <c:pt idx="1414">
                  <c:v>0.67084680665599583</c:v>
                </c:pt>
                <c:pt idx="1415">
                  <c:v>0.67091312879329479</c:v>
                </c:pt>
                <c:pt idx="1416">
                  <c:v>0.67118742048905533</c:v>
                </c:pt>
                <c:pt idx="1417">
                  <c:v>0.67122891749538893</c:v>
                </c:pt>
                <c:pt idx="1418">
                  <c:v>0.67118146524352917</c:v>
                </c:pt>
                <c:pt idx="1419">
                  <c:v>0.67146907794463628</c:v>
                </c:pt>
                <c:pt idx="1420">
                  <c:v>0.67176407787831183</c:v>
                </c:pt>
                <c:pt idx="1421">
                  <c:v>0.67175897020338216</c:v>
                </c:pt>
                <c:pt idx="1422">
                  <c:v>0.6719634322130339</c:v>
                </c:pt>
                <c:pt idx="1423">
                  <c:v>0.67204011398259911</c:v>
                </c:pt>
                <c:pt idx="1424">
                  <c:v>0.67224482441416056</c:v>
                </c:pt>
                <c:pt idx="1425">
                  <c:v>0.67218585085317428</c:v>
                </c:pt>
                <c:pt idx="1426">
                  <c:v>0.67222757937372479</c:v>
                </c:pt>
                <c:pt idx="1427">
                  <c:v>0.67223322311387346</c:v>
                </c:pt>
                <c:pt idx="1428">
                  <c:v>0.67266950556576954</c:v>
                </c:pt>
                <c:pt idx="1429">
                  <c:v>0.67256124569832021</c:v>
                </c:pt>
                <c:pt idx="1430">
                  <c:v>0.67302773952390327</c:v>
                </c:pt>
                <c:pt idx="1431">
                  <c:v>0.6729269598817702</c:v>
                </c:pt>
                <c:pt idx="1432">
                  <c:v>0.67290744940634373</c:v>
                </c:pt>
                <c:pt idx="1433">
                  <c:v>0.67296779597879908</c:v>
                </c:pt>
                <c:pt idx="1434">
                  <c:v>0.67309458912835551</c:v>
                </c:pt>
                <c:pt idx="1435">
                  <c:v>0.6729733253468726</c:v>
                </c:pt>
                <c:pt idx="1436">
                  <c:v>0.67310724286315804</c:v>
                </c:pt>
                <c:pt idx="1437">
                  <c:v>0.67349799455908599</c:v>
                </c:pt>
                <c:pt idx="1438">
                  <c:v>0.67323376740957575</c:v>
                </c:pt>
                <c:pt idx="1439">
                  <c:v>0.67294861135463391</c:v>
                </c:pt>
                <c:pt idx="1440">
                  <c:v>0.67268930212570255</c:v>
                </c:pt>
                <c:pt idx="1441">
                  <c:v>0.67249347829365014</c:v>
                </c:pt>
                <c:pt idx="1442">
                  <c:v>0.67190025354797633</c:v>
                </c:pt>
                <c:pt idx="1443">
                  <c:v>0.67137527706477995</c:v>
                </c:pt>
                <c:pt idx="1444">
                  <c:v>0.67211028552173091</c:v>
                </c:pt>
                <c:pt idx="1445">
                  <c:v>0.67190796214815263</c:v>
                </c:pt>
                <c:pt idx="1446">
                  <c:v>0.67165111613779815</c:v>
                </c:pt>
                <c:pt idx="1447">
                  <c:v>0.6717727336025624</c:v>
                </c:pt>
                <c:pt idx="1448">
                  <c:v>0.67165140240412136</c:v>
                </c:pt>
                <c:pt idx="1449">
                  <c:v>0.67210591017259458</c:v>
                </c:pt>
                <c:pt idx="1450">
                  <c:v>0.67201013554791544</c:v>
                </c:pt>
                <c:pt idx="1451">
                  <c:v>0.67184655543352345</c:v>
                </c:pt>
                <c:pt idx="1452">
                  <c:v>0.67197085673232804</c:v>
                </c:pt>
                <c:pt idx="1453">
                  <c:v>0.67230671022492583</c:v>
                </c:pt>
                <c:pt idx="1454">
                  <c:v>0.67231013816494578</c:v>
                </c:pt>
                <c:pt idx="1455">
                  <c:v>0.67251564042228207</c:v>
                </c:pt>
                <c:pt idx="1456">
                  <c:v>0.67249654427362227</c:v>
                </c:pt>
                <c:pt idx="1457">
                  <c:v>0.67248115057419977</c:v>
                </c:pt>
                <c:pt idx="1458">
                  <c:v>0.66901920510936874</c:v>
                </c:pt>
                <c:pt idx="1459">
                  <c:v>0.66935622864336675</c:v>
                </c:pt>
                <c:pt idx="1460">
                  <c:v>0.67165263913111084</c:v>
                </c:pt>
                <c:pt idx="1461">
                  <c:v>0.67138331217489977</c:v>
                </c:pt>
                <c:pt idx="1462">
                  <c:v>0.67142397172573365</c:v>
                </c:pt>
                <c:pt idx="1463">
                  <c:v>0.67114739616087193</c:v>
                </c:pt>
                <c:pt idx="1464">
                  <c:v>0.67157808462184765</c:v>
                </c:pt>
                <c:pt idx="1465">
                  <c:v>0.67164740279053403</c:v>
                </c:pt>
                <c:pt idx="1466">
                  <c:v>0.67163568043520938</c:v>
                </c:pt>
                <c:pt idx="1467">
                  <c:v>0.67177263753028815</c:v>
                </c:pt>
                <c:pt idx="1468">
                  <c:v>0.67185584427234402</c:v>
                </c:pt>
                <c:pt idx="1469">
                  <c:v>0.67196517482648133</c:v>
                </c:pt>
                <c:pt idx="1470">
                  <c:v>0.67210546170308927</c:v>
                </c:pt>
                <c:pt idx="1471">
                  <c:v>0.6724365545739901</c:v>
                </c:pt>
                <c:pt idx="1472">
                  <c:v>0.67235188509874322</c:v>
                </c:pt>
                <c:pt idx="1473">
                  <c:v>0.67214790387441914</c:v>
                </c:pt>
                <c:pt idx="1474">
                  <c:v>0.67283325216949985</c:v>
                </c:pt>
                <c:pt idx="1475">
                  <c:v>0.6724818345940945</c:v>
                </c:pt>
                <c:pt idx="1476">
                  <c:v>0.67264898984253318</c:v>
                </c:pt>
                <c:pt idx="1477">
                  <c:v>0.67262433537261035</c:v>
                </c:pt>
                <c:pt idx="1478">
                  <c:v>0.67241678143910666</c:v>
                </c:pt>
                <c:pt idx="1479">
                  <c:v>0.67242252870480068</c:v>
                </c:pt>
                <c:pt idx="1480">
                  <c:v>0.67202517886523871</c:v>
                </c:pt>
                <c:pt idx="1481">
                  <c:v>0.67306393736292569</c:v>
                </c:pt>
                <c:pt idx="1482">
                  <c:v>0.67273278964092842</c:v>
                </c:pt>
                <c:pt idx="1483">
                  <c:v>0.67285497660312765</c:v>
                </c:pt>
                <c:pt idx="1484">
                  <c:v>0.67301371900211915</c:v>
                </c:pt>
                <c:pt idx="1485">
                  <c:v>0.67324325379343419</c:v>
                </c:pt>
                <c:pt idx="1486">
                  <c:v>0.67309142931460531</c:v>
                </c:pt>
                <c:pt idx="1487">
                  <c:v>0.67322326421973699</c:v>
                </c:pt>
                <c:pt idx="1488">
                  <c:v>0.67298424226222298</c:v>
                </c:pt>
                <c:pt idx="1489">
                  <c:v>0.67310208391714799</c:v>
                </c:pt>
                <c:pt idx="1490">
                  <c:v>0.67299160365542521</c:v>
                </c:pt>
                <c:pt idx="1491">
                  <c:v>0.67310506780632484</c:v>
                </c:pt>
                <c:pt idx="1492">
                  <c:v>0.67312908961790985</c:v>
                </c:pt>
                <c:pt idx="1493">
                  <c:v>0.67334288579494583</c:v>
                </c:pt>
                <c:pt idx="1494">
                  <c:v>0.67319505673195068</c:v>
                </c:pt>
                <c:pt idx="1495">
                  <c:v>0.67320731228371777</c:v>
                </c:pt>
                <c:pt idx="1496">
                  <c:v>0.67324339641511743</c:v>
                </c:pt>
                <c:pt idx="1497">
                  <c:v>0.673454802641689</c:v>
                </c:pt>
                <c:pt idx="1498">
                  <c:v>0.67355690834954407</c:v>
                </c:pt>
                <c:pt idx="1499">
                  <c:v>0.67350729700127299</c:v>
                </c:pt>
                <c:pt idx="1500">
                  <c:v>0.6736203580411303</c:v>
                </c:pt>
                <c:pt idx="1501">
                  <c:v>0.67381273383304019</c:v>
                </c:pt>
                <c:pt idx="1502">
                  <c:v>0.67378003145206145</c:v>
                </c:pt>
                <c:pt idx="1503">
                  <c:v>0.67375484271454356</c:v>
                </c:pt>
                <c:pt idx="1504">
                  <c:v>0.6737977300567024</c:v>
                </c:pt>
                <c:pt idx="1505">
                  <c:v>0.67374613620500545</c:v>
                </c:pt>
                <c:pt idx="1506">
                  <c:v>0.67390875121096094</c:v>
                </c:pt>
                <c:pt idx="1507">
                  <c:v>0.67421823376757617</c:v>
                </c:pt>
                <c:pt idx="1508">
                  <c:v>0.67403354676803273</c:v>
                </c:pt>
                <c:pt idx="1509">
                  <c:v>0.67455928866868686</c:v>
                </c:pt>
                <c:pt idx="1510">
                  <c:v>0.6746973519563163</c:v>
                </c:pt>
                <c:pt idx="1511">
                  <c:v>0.67437891318331533</c:v>
                </c:pt>
                <c:pt idx="1512">
                  <c:v>0.67486750996093003</c:v>
                </c:pt>
                <c:pt idx="1513">
                  <c:v>0.67451325020634356</c:v>
                </c:pt>
                <c:pt idx="1514">
                  <c:v>0.67453305411433606</c:v>
                </c:pt>
                <c:pt idx="1515">
                  <c:v>0.67476040103480983</c:v>
                </c:pt>
                <c:pt idx="1516">
                  <c:v>0.67497708254334077</c:v>
                </c:pt>
                <c:pt idx="1517">
                  <c:v>0.67484813855872849</c:v>
                </c:pt>
                <c:pt idx="1518">
                  <c:v>0.67492387578882329</c:v>
                </c:pt>
                <c:pt idx="1519">
                  <c:v>0.67503484442286976</c:v>
                </c:pt>
                <c:pt idx="1520">
                  <c:v>0.67504124821318989</c:v>
                </c:pt>
                <c:pt idx="1521">
                  <c:v>0.67503089758163293</c:v>
                </c:pt>
                <c:pt idx="1522">
                  <c:v>0.67095511630767435</c:v>
                </c:pt>
                <c:pt idx="1523">
                  <c:v>0.67131876280182956</c:v>
                </c:pt>
                <c:pt idx="1524">
                  <c:v>0.67419328201411122</c:v>
                </c:pt>
                <c:pt idx="1525">
                  <c:v>0.67409709393305095</c:v>
                </c:pt>
                <c:pt idx="1526">
                  <c:v>0.67389438471780549</c:v>
                </c:pt>
                <c:pt idx="1527">
                  <c:v>0.67385370128310662</c:v>
                </c:pt>
                <c:pt idx="1528">
                  <c:v>0.67392946456727565</c:v>
                </c:pt>
                <c:pt idx="1529">
                  <c:v>0.67403986031666929</c:v>
                </c:pt>
                <c:pt idx="1530">
                  <c:v>0.6740298496525724</c:v>
                </c:pt>
                <c:pt idx="1531">
                  <c:v>0.67411735614393387</c:v>
                </c:pt>
                <c:pt idx="1532">
                  <c:v>0.67416913615068197</c:v>
                </c:pt>
                <c:pt idx="1533">
                  <c:v>0.67425340360122965</c:v>
                </c:pt>
                <c:pt idx="1534">
                  <c:v>0.67415175049557874</c:v>
                </c:pt>
                <c:pt idx="1535">
                  <c:v>0.6742915864404424</c:v>
                </c:pt>
                <c:pt idx="1536">
                  <c:v>0.67330831671549973</c:v>
                </c:pt>
                <c:pt idx="1537">
                  <c:v>0.67309013565664833</c:v>
                </c:pt>
                <c:pt idx="1538">
                  <c:v>0.67331188888340898</c:v>
                </c:pt>
                <c:pt idx="1539">
                  <c:v>0.67325541046479775</c:v>
                </c:pt>
                <c:pt idx="1540">
                  <c:v>0.67317481996523465</c:v>
                </c:pt>
                <c:pt idx="1541">
                  <c:v>0.67296847149577765</c:v>
                </c:pt>
                <c:pt idx="1542">
                  <c:v>0.67301674814974388</c:v>
                </c:pt>
                <c:pt idx="1543">
                  <c:v>0.67358275775255316</c:v>
                </c:pt>
                <c:pt idx="1544">
                  <c:v>0.67349365509543813</c:v>
                </c:pt>
                <c:pt idx="1545">
                  <c:v>0.6730417847412935</c:v>
                </c:pt>
                <c:pt idx="1546">
                  <c:v>0.67357535625209664</c:v>
                </c:pt>
                <c:pt idx="1547">
                  <c:v>0.6735951573496699</c:v>
                </c:pt>
                <c:pt idx="1548">
                  <c:v>0.67368539968696295</c:v>
                </c:pt>
                <c:pt idx="1549">
                  <c:v>0.67350511426255333</c:v>
                </c:pt>
                <c:pt idx="1550">
                  <c:v>0.67366065005618359</c:v>
                </c:pt>
                <c:pt idx="1551">
                  <c:v>0.6736040313419358</c:v>
                </c:pt>
                <c:pt idx="1552">
                  <c:v>0.67385634594909405</c:v>
                </c:pt>
                <c:pt idx="1553">
                  <c:v>0.67391510017538869</c:v>
                </c:pt>
                <c:pt idx="1554">
                  <c:v>0.67384944351813636</c:v>
                </c:pt>
                <c:pt idx="1555">
                  <c:v>0.67389817933181551</c:v>
                </c:pt>
                <c:pt idx="1556">
                  <c:v>0.67392655880748953</c:v>
                </c:pt>
                <c:pt idx="1557">
                  <c:v>0.67399648168878934</c:v>
                </c:pt>
                <c:pt idx="1558">
                  <c:v>0.67407942999053494</c:v>
                </c:pt>
                <c:pt idx="1559">
                  <c:v>0.67398572873703499</c:v>
                </c:pt>
                <c:pt idx="1560">
                  <c:v>0.67432909848118994</c:v>
                </c:pt>
                <c:pt idx="1561">
                  <c:v>0.67432898727766777</c:v>
                </c:pt>
                <c:pt idx="1562">
                  <c:v>0.67445235874901577</c:v>
                </c:pt>
                <c:pt idx="1563">
                  <c:v>0.67404246676447066</c:v>
                </c:pt>
                <c:pt idx="1564">
                  <c:v>0.67499079363409276</c:v>
                </c:pt>
                <c:pt idx="1565">
                  <c:v>0.67454436646537186</c:v>
                </c:pt>
                <c:pt idx="1566">
                  <c:v>0.67467292040081417</c:v>
                </c:pt>
                <c:pt idx="1567">
                  <c:v>0.67514336706498401</c:v>
                </c:pt>
                <c:pt idx="1568">
                  <c:v>0.67531552611228729</c:v>
                </c:pt>
                <c:pt idx="1569">
                  <c:v>0.67550263630569551</c:v>
                </c:pt>
                <c:pt idx="1570">
                  <c:v>0.67532373436121662</c:v>
                </c:pt>
                <c:pt idx="1571">
                  <c:v>0.67544237380133887</c:v>
                </c:pt>
                <c:pt idx="1572">
                  <c:v>0.67568262103312482</c:v>
                </c:pt>
                <c:pt idx="1573">
                  <c:v>0.67599027573180548</c:v>
                </c:pt>
                <c:pt idx="1574">
                  <c:v>0.67596156453668643</c:v>
                </c:pt>
                <c:pt idx="1575">
                  <c:v>0.67637072014196475</c:v>
                </c:pt>
                <c:pt idx="1576">
                  <c:v>0.6763465458172514</c:v>
                </c:pt>
                <c:pt idx="1577">
                  <c:v>0.67638883119088089</c:v>
                </c:pt>
                <c:pt idx="1578">
                  <c:v>0.67676959156813787</c:v>
                </c:pt>
                <c:pt idx="1579">
                  <c:v>0.67684527054100985</c:v>
                </c:pt>
                <c:pt idx="1580">
                  <c:v>0.67690755950748438</c:v>
                </c:pt>
                <c:pt idx="1581">
                  <c:v>0.67708703502939405</c:v>
                </c:pt>
                <c:pt idx="1582">
                  <c:v>0.6772000562614281</c:v>
                </c:pt>
                <c:pt idx="1583">
                  <c:v>0.67734578940536794</c:v>
                </c:pt>
                <c:pt idx="1584">
                  <c:v>0.67741906416476227</c:v>
                </c:pt>
                <c:pt idx="1585">
                  <c:v>0.67748769573331979</c:v>
                </c:pt>
                <c:pt idx="1586">
                  <c:v>0.6776444355589657</c:v>
                </c:pt>
                <c:pt idx="1587">
                  <c:v>0.67786084432584659</c:v>
                </c:pt>
                <c:pt idx="1588">
                  <c:v>0.67792613605682184</c:v>
                </c:pt>
                <c:pt idx="1589">
                  <c:v>0.67809146073724291</c:v>
                </c:pt>
                <c:pt idx="1590">
                  <c:v>0.67813957839703076</c:v>
                </c:pt>
                <c:pt idx="1591">
                  <c:v>0.67834721447716351</c:v>
                </c:pt>
                <c:pt idx="1592">
                  <c:v>0.67867220215308854</c:v>
                </c:pt>
                <c:pt idx="1593">
                  <c:v>0.67873260066676855</c:v>
                </c:pt>
                <c:pt idx="1594">
                  <c:v>0.67864756912612223</c:v>
                </c:pt>
                <c:pt idx="1595">
                  <c:v>0.67898353522370691</c:v>
                </c:pt>
                <c:pt idx="1596">
                  <c:v>0.67899451337163552</c:v>
                </c:pt>
                <c:pt idx="1597">
                  <c:v>0.67933113248169941</c:v>
                </c:pt>
                <c:pt idx="1598">
                  <c:v>0.67928504246810395</c:v>
                </c:pt>
                <c:pt idx="1599">
                  <c:v>0.67928530445384772</c:v>
                </c:pt>
                <c:pt idx="1600">
                  <c:v>0.67957678294796031</c:v>
                </c:pt>
                <c:pt idx="1601">
                  <c:v>0.67949857688750603</c:v>
                </c:pt>
                <c:pt idx="1602">
                  <c:v>0.67946665614989277</c:v>
                </c:pt>
                <c:pt idx="1603">
                  <c:v>0.67970072721995589</c:v>
                </c:pt>
                <c:pt idx="1604">
                  <c:v>0.67996904035861594</c:v>
                </c:pt>
                <c:pt idx="1605">
                  <c:v>0.68026169489340438</c:v>
                </c:pt>
                <c:pt idx="1606">
                  <c:v>0.68036116088450038</c:v>
                </c:pt>
                <c:pt idx="1607">
                  <c:v>0.68035462465192531</c:v>
                </c:pt>
                <c:pt idx="1608">
                  <c:v>0.68059300397017797</c:v>
                </c:pt>
                <c:pt idx="1609">
                  <c:v>0.68076646526652429</c:v>
                </c:pt>
                <c:pt idx="1610">
                  <c:v>0.6808095943981417</c:v>
                </c:pt>
                <c:pt idx="1611">
                  <c:v>0.68081527441863776</c:v>
                </c:pt>
                <c:pt idx="1612">
                  <c:v>0.68090519597928911</c:v>
                </c:pt>
                <c:pt idx="1613">
                  <c:v>0.68013763818727591</c:v>
                </c:pt>
                <c:pt idx="1614">
                  <c:v>0.67999800083536521</c:v>
                </c:pt>
                <c:pt idx="1615">
                  <c:v>0.68052383263622218</c:v>
                </c:pt>
                <c:pt idx="1616">
                  <c:v>0.68052708847301691</c:v>
                </c:pt>
                <c:pt idx="1617">
                  <c:v>0.68030196566594026</c:v>
                </c:pt>
                <c:pt idx="1618">
                  <c:v>0.68017208487999348</c:v>
                </c:pt>
                <c:pt idx="1619">
                  <c:v>0.68012422360248448</c:v>
                </c:pt>
                <c:pt idx="1620">
                  <c:v>0.68030424810335022</c:v>
                </c:pt>
                <c:pt idx="1621">
                  <c:v>0.68032074281784782</c:v>
                </c:pt>
                <c:pt idx="1622">
                  <c:v>0.68017383928953257</c:v>
                </c:pt>
                <c:pt idx="1623">
                  <c:v>0.6804841553999893</c:v>
                </c:pt>
                <c:pt idx="1624">
                  <c:v>0.68056534711985583</c:v>
                </c:pt>
                <c:pt idx="1625">
                  <c:v>0.68054740018718796</c:v>
                </c:pt>
                <c:pt idx="1626">
                  <c:v>0.68039358081649515</c:v>
                </c:pt>
                <c:pt idx="1627">
                  <c:v>0.68083589244784126</c:v>
                </c:pt>
                <c:pt idx="1628">
                  <c:v>0.68043352158889114</c:v>
                </c:pt>
                <c:pt idx="1629">
                  <c:v>0.68066611441553226</c:v>
                </c:pt>
                <c:pt idx="1630">
                  <c:v>0.68055382733869219</c:v>
                </c:pt>
                <c:pt idx="1631">
                  <c:v>0.68063540144558099</c:v>
                </c:pt>
                <c:pt idx="1632">
                  <c:v>0.6808329293693367</c:v>
                </c:pt>
                <c:pt idx="1633">
                  <c:v>0.68020102714860642</c:v>
                </c:pt>
                <c:pt idx="1634">
                  <c:v>0.68059827663368155</c:v>
                </c:pt>
                <c:pt idx="1635">
                  <c:v>0.6806082705191886</c:v>
                </c:pt>
                <c:pt idx="1636">
                  <c:v>0.68061017334147278</c:v>
                </c:pt>
                <c:pt idx="1637">
                  <c:v>0.68069139622226438</c:v>
                </c:pt>
                <c:pt idx="1638">
                  <c:v>0.68077925164457631</c:v>
                </c:pt>
                <c:pt idx="1639">
                  <c:v>0.68082277033388472</c:v>
                </c:pt>
                <c:pt idx="1640">
                  <c:v>0.6808564553112918</c:v>
                </c:pt>
                <c:pt idx="1641">
                  <c:v>0.68092485958914428</c:v>
                </c:pt>
                <c:pt idx="1642">
                  <c:v>0.68092050476092603</c:v>
                </c:pt>
                <c:pt idx="1643">
                  <c:v>0.68095862264418305</c:v>
                </c:pt>
                <c:pt idx="1644">
                  <c:v>0.68099709767158534</c:v>
                </c:pt>
                <c:pt idx="1645">
                  <c:v>0.68104427792192157</c:v>
                </c:pt>
                <c:pt idx="1646">
                  <c:v>0.68113142462918252</c:v>
                </c:pt>
                <c:pt idx="1647">
                  <c:v>0.68108762932177913</c:v>
                </c:pt>
                <c:pt idx="1648">
                  <c:v>0.68104588804618527</c:v>
                </c:pt>
                <c:pt idx="1649">
                  <c:v>0.68119627159075846</c:v>
                </c:pt>
                <c:pt idx="1650">
                  <c:v>0.68112016368850425</c:v>
                </c:pt>
                <c:pt idx="1651">
                  <c:v>0.68143016862396699</c:v>
                </c:pt>
                <c:pt idx="1652">
                  <c:v>0.68144109392579399</c:v>
                </c:pt>
                <c:pt idx="1653">
                  <c:v>0.68178134506630705</c:v>
                </c:pt>
                <c:pt idx="1654">
                  <c:v>0.68175669470992528</c:v>
                </c:pt>
                <c:pt idx="1655">
                  <c:v>0.68141855233558291</c:v>
                </c:pt>
                <c:pt idx="1656">
                  <c:v>0.68197576104185864</c:v>
                </c:pt>
                <c:pt idx="1657">
                  <c:v>0.68200994000021165</c:v>
                </c:pt>
                <c:pt idx="1658">
                  <c:v>0.68206304270418738</c:v>
                </c:pt>
                <c:pt idx="1659">
                  <c:v>0.68193860416549079</c:v>
                </c:pt>
                <c:pt idx="1660">
                  <c:v>0.68210312664075523</c:v>
                </c:pt>
                <c:pt idx="1661">
                  <c:v>0.68203850980723957</c:v>
                </c:pt>
                <c:pt idx="1662">
                  <c:v>0.6819465313362586</c:v>
                </c:pt>
                <c:pt idx="1663">
                  <c:v>0.6820854546126931</c:v>
                </c:pt>
                <c:pt idx="1664">
                  <c:v>0.68209977061595695</c:v>
                </c:pt>
                <c:pt idx="1665">
                  <c:v>0.6820958807905757</c:v>
                </c:pt>
                <c:pt idx="1666">
                  <c:v>0.68218146881202768</c:v>
                </c:pt>
                <c:pt idx="1667">
                  <c:v>0.68231258410956008</c:v>
                </c:pt>
                <c:pt idx="1668">
                  <c:v>0.68241678433827535</c:v>
                </c:pt>
                <c:pt idx="1669">
                  <c:v>0.68254819398904698</c:v>
                </c:pt>
                <c:pt idx="1670">
                  <c:v>0.68251080881577553</c:v>
                </c:pt>
                <c:pt idx="1671">
                  <c:v>0.68259970374847789</c:v>
                </c:pt>
                <c:pt idx="1672">
                  <c:v>0.68282383278615377</c:v>
                </c:pt>
                <c:pt idx="1673">
                  <c:v>0.68280321197714955</c:v>
                </c:pt>
                <c:pt idx="1674">
                  <c:v>0.68281148275989156</c:v>
                </c:pt>
                <c:pt idx="1675">
                  <c:v>0.6825264295273995</c:v>
                </c:pt>
                <c:pt idx="1676">
                  <c:v>0.68241604665720945</c:v>
                </c:pt>
                <c:pt idx="1677">
                  <c:v>0.68240982103571046</c:v>
                </c:pt>
                <c:pt idx="1678">
                  <c:v>0.68231805523668987</c:v>
                </c:pt>
                <c:pt idx="1679">
                  <c:v>0.6809097343396332</c:v>
                </c:pt>
                <c:pt idx="1680">
                  <c:v>0.68186668115010152</c:v>
                </c:pt>
                <c:pt idx="1681">
                  <c:v>0.68201086642491815</c:v>
                </c:pt>
                <c:pt idx="1682">
                  <c:v>0.68085870566922346</c:v>
                </c:pt>
                <c:pt idx="1683">
                  <c:v>0.68152195989718667</c:v>
                </c:pt>
                <c:pt idx="1684">
                  <c:v>0.68141585175668751</c:v>
                </c:pt>
                <c:pt idx="1685">
                  <c:v>0.68155018530793998</c:v>
                </c:pt>
                <c:pt idx="1686">
                  <c:v>0.68158359423810266</c:v>
                </c:pt>
                <c:pt idx="1687">
                  <c:v>0.68119190661696316</c:v>
                </c:pt>
                <c:pt idx="1688">
                  <c:v>0.68166389339448519</c:v>
                </c:pt>
                <c:pt idx="1689">
                  <c:v>0.68176191025735178</c:v>
                </c:pt>
                <c:pt idx="1690">
                  <c:v>0.68174040705041372</c:v>
                </c:pt>
                <c:pt idx="1691">
                  <c:v>0.68172217340184105</c:v>
                </c:pt>
                <c:pt idx="1692">
                  <c:v>0.68210797624431818</c:v>
                </c:pt>
                <c:pt idx="1693">
                  <c:v>0.6820662897373484</c:v>
                </c:pt>
                <c:pt idx="1694">
                  <c:v>0.68223976035485923</c:v>
                </c:pt>
                <c:pt idx="1695">
                  <c:v>0.68238449377580335</c:v>
                </c:pt>
                <c:pt idx="1696">
                  <c:v>0.6824969131280999</c:v>
                </c:pt>
                <c:pt idx="1697">
                  <c:v>0.68268818217017757</c:v>
                </c:pt>
                <c:pt idx="1698">
                  <c:v>0.68266561580202823</c:v>
                </c:pt>
                <c:pt idx="1699">
                  <c:v>0.68278278452769015</c:v>
                </c:pt>
                <c:pt idx="1700">
                  <c:v>0.68273000693532038</c:v>
                </c:pt>
                <c:pt idx="1701">
                  <c:v>0.68288909524564489</c:v>
                </c:pt>
                <c:pt idx="1702">
                  <c:v>0.68292636198968926</c:v>
                </c:pt>
                <c:pt idx="1703">
                  <c:v>0.68284197990012752</c:v>
                </c:pt>
                <c:pt idx="1704">
                  <c:v>0.68303786714205872</c:v>
                </c:pt>
                <c:pt idx="1705">
                  <c:v>0.6830431256808539</c:v>
                </c:pt>
                <c:pt idx="1706">
                  <c:v>0.68297177099427908</c:v>
                </c:pt>
                <c:pt idx="1707">
                  <c:v>0.68323944911208534</c:v>
                </c:pt>
                <c:pt idx="1708">
                  <c:v>0.6831383419004361</c:v>
                </c:pt>
                <c:pt idx="1709">
                  <c:v>0.68326788838302865</c:v>
                </c:pt>
                <c:pt idx="1710">
                  <c:v>0.68327369977704755</c:v>
                </c:pt>
                <c:pt idx="1711">
                  <c:v>0.68315428515783949</c:v>
                </c:pt>
                <c:pt idx="1712">
                  <c:v>0.68336714807029997</c:v>
                </c:pt>
                <c:pt idx="1713">
                  <c:v>0.68384525384244166</c:v>
                </c:pt>
                <c:pt idx="1714">
                  <c:v>0.68347578199192005</c:v>
                </c:pt>
                <c:pt idx="1715">
                  <c:v>0.68361802590007981</c:v>
                </c:pt>
                <c:pt idx="1716">
                  <c:v>0.68407308439755676</c:v>
                </c:pt>
                <c:pt idx="1717">
                  <c:v>0.68388435487452814</c:v>
                </c:pt>
                <c:pt idx="1718">
                  <c:v>0.68414671165037599</c:v>
                </c:pt>
                <c:pt idx="1719">
                  <c:v>0.68395517857452603</c:v>
                </c:pt>
                <c:pt idx="1720">
                  <c:v>0.68440196464267322</c:v>
                </c:pt>
                <c:pt idx="1721">
                  <c:v>0.68431023186968987</c:v>
                </c:pt>
                <c:pt idx="1722">
                  <c:v>0.6844024902232918</c:v>
                </c:pt>
                <c:pt idx="1723">
                  <c:v>0.68451453115798966</c:v>
                </c:pt>
                <c:pt idx="1724">
                  <c:v>0.68472153198533681</c:v>
                </c:pt>
                <c:pt idx="1725">
                  <c:v>0.68492977569423652</c:v>
                </c:pt>
                <c:pt idx="1726">
                  <c:v>0.68504409891448825</c:v>
                </c:pt>
                <c:pt idx="1727">
                  <c:v>0.68514157676635723</c:v>
                </c:pt>
                <c:pt idx="1728">
                  <c:v>0.68520171460004775</c:v>
                </c:pt>
                <c:pt idx="1729">
                  <c:v>0.6853908102228532</c:v>
                </c:pt>
                <c:pt idx="1730">
                  <c:v>0.68556419466695251</c:v>
                </c:pt>
                <c:pt idx="1731">
                  <c:v>0.68579344461640501</c:v>
                </c:pt>
                <c:pt idx="1732">
                  <c:v>0.68549119710404238</c:v>
                </c:pt>
                <c:pt idx="1733">
                  <c:v>0.68550266742632215</c:v>
                </c:pt>
                <c:pt idx="1734">
                  <c:v>0.68555756159361503</c:v>
                </c:pt>
                <c:pt idx="1735">
                  <c:v>0.68566142843829936</c:v>
                </c:pt>
                <c:pt idx="1736">
                  <c:v>0.68586354915736158</c:v>
                </c:pt>
                <c:pt idx="1737">
                  <c:v>0.68607553451145786</c:v>
                </c:pt>
                <c:pt idx="1738">
                  <c:v>0.68627325828120744</c:v>
                </c:pt>
                <c:pt idx="1739">
                  <c:v>0.68628400645312515</c:v>
                </c:pt>
                <c:pt idx="1740">
                  <c:v>0.68628055820750455</c:v>
                </c:pt>
                <c:pt idx="1741">
                  <c:v>0.68656346194591478</c:v>
                </c:pt>
                <c:pt idx="1742">
                  <c:v>0.68680437758853774</c:v>
                </c:pt>
                <c:pt idx="1743">
                  <c:v>0.68672392063415544</c:v>
                </c:pt>
                <c:pt idx="1744">
                  <c:v>0.68638036978912753</c:v>
                </c:pt>
                <c:pt idx="1745">
                  <c:v>0.68641237415276501</c:v>
                </c:pt>
                <c:pt idx="1746">
                  <c:v>0.68665885878644883</c:v>
                </c:pt>
                <c:pt idx="1747">
                  <c:v>0.68665738147173205</c:v>
                </c:pt>
                <c:pt idx="1748">
                  <c:v>0.68671115138156502</c:v>
                </c:pt>
                <c:pt idx="1749">
                  <c:v>0.68687066688676124</c:v>
                </c:pt>
                <c:pt idx="1750">
                  <c:v>0.68711876816463879</c:v>
                </c:pt>
                <c:pt idx="1751">
                  <c:v>0.68697910489832603</c:v>
                </c:pt>
                <c:pt idx="1752">
                  <c:v>0.68728413687397549</c:v>
                </c:pt>
                <c:pt idx="1753">
                  <c:v>0.68730909178368838</c:v>
                </c:pt>
                <c:pt idx="1754">
                  <c:v>0.68682610764413166</c:v>
                </c:pt>
                <c:pt idx="1755">
                  <c:v>0.68756385841334067</c:v>
                </c:pt>
                <c:pt idx="1756">
                  <c:v>0.68754549699891487</c:v>
                </c:pt>
                <c:pt idx="1757">
                  <c:v>0.68755149259879711</c:v>
                </c:pt>
                <c:pt idx="1758">
                  <c:v>0.68752241469546038</c:v>
                </c:pt>
                <c:pt idx="1759">
                  <c:v>0.68772633467768907</c:v>
                </c:pt>
                <c:pt idx="1760">
                  <c:v>0.68784517120491762</c:v>
                </c:pt>
                <c:pt idx="1761">
                  <c:v>0.68789113266877211</c:v>
                </c:pt>
                <c:pt idx="1762">
                  <c:v>0.68794064860732318</c:v>
                </c:pt>
                <c:pt idx="1763">
                  <c:v>0.6880582384513616</c:v>
                </c:pt>
                <c:pt idx="1764">
                  <c:v>0.68833200270010031</c:v>
                </c:pt>
                <c:pt idx="1765">
                  <c:v>0.68833602230648816</c:v>
                </c:pt>
                <c:pt idx="1766">
                  <c:v>0.68823328943515205</c:v>
                </c:pt>
                <c:pt idx="1767">
                  <c:v>0.68836534740605526</c:v>
                </c:pt>
                <c:pt idx="1768">
                  <c:v>0.68824008681631299</c:v>
                </c:pt>
                <c:pt idx="1769">
                  <c:v>0.68824929787419753</c:v>
                </c:pt>
                <c:pt idx="1770">
                  <c:v>0.68818347041246952</c:v>
                </c:pt>
                <c:pt idx="1771">
                  <c:v>0.68829235743981931</c:v>
                </c:pt>
                <c:pt idx="1772">
                  <c:v>0.6885591988977664</c:v>
                </c:pt>
                <c:pt idx="1773">
                  <c:v>0.68855043273981931</c:v>
                </c:pt>
                <c:pt idx="1774">
                  <c:v>0.68858660643040348</c:v>
                </c:pt>
                <c:pt idx="1775">
                  <c:v>0.68855983620285954</c:v>
                </c:pt>
                <c:pt idx="1776">
                  <c:v>0.68865493040740999</c:v>
                </c:pt>
                <c:pt idx="1777">
                  <c:v>0.68866807762671733</c:v>
                </c:pt>
                <c:pt idx="1778">
                  <c:v>0.68861270078522507</c:v>
                </c:pt>
                <c:pt idx="1779">
                  <c:v>0.68839478429551104</c:v>
                </c:pt>
                <c:pt idx="1780">
                  <c:v>0.68840834525398675</c:v>
                </c:pt>
                <c:pt idx="1781">
                  <c:v>0.68850737004372242</c:v>
                </c:pt>
                <c:pt idx="1782">
                  <c:v>0.68858320275935925</c:v>
                </c:pt>
                <c:pt idx="1783">
                  <c:v>0.68855055808100607</c:v>
                </c:pt>
                <c:pt idx="1784">
                  <c:v>0.68853554431277353</c:v>
                </c:pt>
                <c:pt idx="1785">
                  <c:v>0.68861376436806099</c:v>
                </c:pt>
                <c:pt idx="1786">
                  <c:v>0.6885394766881221</c:v>
                </c:pt>
                <c:pt idx="1787">
                  <c:v>0.68857745403998405</c:v>
                </c:pt>
                <c:pt idx="1788">
                  <c:v>0.68856359425028957</c:v>
                </c:pt>
                <c:pt idx="1789">
                  <c:v>0.68859629706564429</c:v>
                </c:pt>
                <c:pt idx="1790">
                  <c:v>0.68861905426615233</c:v>
                </c:pt>
                <c:pt idx="1791">
                  <c:v>0.68861821963012071</c:v>
                </c:pt>
                <c:pt idx="1792">
                  <c:v>0.68861277163280799</c:v>
                </c:pt>
                <c:pt idx="1793">
                  <c:v>0.68863852351298105</c:v>
                </c:pt>
                <c:pt idx="1794">
                  <c:v>0.68807475098018878</c:v>
                </c:pt>
                <c:pt idx="1795">
                  <c:v>0.68849110596039997</c:v>
                </c:pt>
                <c:pt idx="1796">
                  <c:v>0.6880615018688413</c:v>
                </c:pt>
                <c:pt idx="1797">
                  <c:v>0.68806734793716362</c:v>
                </c:pt>
                <c:pt idx="1798">
                  <c:v>0.68779562395868177</c:v>
                </c:pt>
                <c:pt idx="1799">
                  <c:v>0.68789487628908008</c:v>
                </c:pt>
                <c:pt idx="1800">
                  <c:v>0.68867234376246489</c:v>
                </c:pt>
                <c:pt idx="1801">
                  <c:v>0.68849366381454824</c:v>
                </c:pt>
                <c:pt idx="1802">
                  <c:v>0.6886522800335394</c:v>
                </c:pt>
                <c:pt idx="1803">
                  <c:v>0.68883920316616432</c:v>
                </c:pt>
                <c:pt idx="1804">
                  <c:v>0.68870977051495774</c:v>
                </c:pt>
                <c:pt idx="1805">
                  <c:v>0.68914177029794277</c:v>
                </c:pt>
                <c:pt idx="1806">
                  <c:v>0.68909048387315452</c:v>
                </c:pt>
                <c:pt idx="1807">
                  <c:v>0.68895577939015518</c:v>
                </c:pt>
                <c:pt idx="1808">
                  <c:v>0.68884049564630412</c:v>
                </c:pt>
                <c:pt idx="1809">
                  <c:v>0.68902270480363714</c:v>
                </c:pt>
                <c:pt idx="1810">
                  <c:v>0.68919740695757936</c:v>
                </c:pt>
                <c:pt idx="1811">
                  <c:v>0.68921029010788026</c:v>
                </c:pt>
                <c:pt idx="1812">
                  <c:v>0.68893531013287657</c:v>
                </c:pt>
                <c:pt idx="1813">
                  <c:v>0.68917768552381953</c:v>
                </c:pt>
                <c:pt idx="1814">
                  <c:v>0.68907752124228894</c:v>
                </c:pt>
                <c:pt idx="1815">
                  <c:v>0.68930644394557383</c:v>
                </c:pt>
                <c:pt idx="1816">
                  <c:v>0.68940141125041665</c:v>
                </c:pt>
                <c:pt idx="1817">
                  <c:v>0.68952292051380926</c:v>
                </c:pt>
                <c:pt idx="1818">
                  <c:v>0.689679485445298</c:v>
                </c:pt>
                <c:pt idx="1819">
                  <c:v>0.68977237962757942</c:v>
                </c:pt>
                <c:pt idx="1820">
                  <c:v>0.68916353342184122</c:v>
                </c:pt>
                <c:pt idx="1821">
                  <c:v>0.69004366723741395</c:v>
                </c:pt>
                <c:pt idx="1822">
                  <c:v>0.68985796902799768</c:v>
                </c:pt>
                <c:pt idx="1823">
                  <c:v>0.68980548608228109</c:v>
                </c:pt>
                <c:pt idx="1824">
                  <c:v>0.68521821596656085</c:v>
                </c:pt>
                <c:pt idx="1825">
                  <c:v>0.6894552435319341</c:v>
                </c:pt>
                <c:pt idx="1826">
                  <c:v>0.68857517901372045</c:v>
                </c:pt>
                <c:pt idx="1827">
                  <c:v>0.68905179406492256</c:v>
                </c:pt>
                <c:pt idx="1828">
                  <c:v>0.68913424388631517</c:v>
                </c:pt>
                <c:pt idx="1829">
                  <c:v>0.68873095112093863</c:v>
                </c:pt>
                <c:pt idx="1830">
                  <c:v>0.68929889298892988</c:v>
                </c:pt>
                <c:pt idx="1831">
                  <c:v>0.68907414394868394</c:v>
                </c:pt>
                <c:pt idx="1832">
                  <c:v>0.68928768710507538</c:v>
                </c:pt>
                <c:pt idx="1833">
                  <c:v>0.68959476622164739</c:v>
                </c:pt>
                <c:pt idx="1834">
                  <c:v>0.68945772533886907</c:v>
                </c:pt>
                <c:pt idx="1835">
                  <c:v>0.68969794484005231</c:v>
                </c:pt>
                <c:pt idx="1836">
                  <c:v>0.68935562963723362</c:v>
                </c:pt>
                <c:pt idx="1837">
                  <c:v>0.68932260918415067</c:v>
                </c:pt>
                <c:pt idx="1838">
                  <c:v>0.69025253510796503</c:v>
                </c:pt>
                <c:pt idx="1839">
                  <c:v>0.6906751426879173</c:v>
                </c:pt>
                <c:pt idx="1840">
                  <c:v>0.69060146774868447</c:v>
                </c:pt>
                <c:pt idx="1841">
                  <c:v>0.69088887655436082</c:v>
                </c:pt>
                <c:pt idx="1842">
                  <c:v>0.69079974390987775</c:v>
                </c:pt>
                <c:pt idx="1843">
                  <c:v>0.69137978842291892</c:v>
                </c:pt>
                <c:pt idx="1844">
                  <c:v>0.69102889563532921</c:v>
                </c:pt>
                <c:pt idx="1845">
                  <c:v>0.69096473218857168</c:v>
                </c:pt>
                <c:pt idx="1846">
                  <c:v>0.69078388514523037</c:v>
                </c:pt>
                <c:pt idx="1847">
                  <c:v>0.69065882810874668</c:v>
                </c:pt>
                <c:pt idx="1848">
                  <c:v>0.69049545436233484</c:v>
                </c:pt>
                <c:pt idx="1849">
                  <c:v>0.69056976108092505</c:v>
                </c:pt>
                <c:pt idx="1850">
                  <c:v>0.69018207315804847</c:v>
                </c:pt>
                <c:pt idx="1851">
                  <c:v>0.69026202909049439</c:v>
                </c:pt>
                <c:pt idx="1852">
                  <c:v>0.68999463699135222</c:v>
                </c:pt>
                <c:pt idx="1853">
                  <c:v>0.68999194236023498</c:v>
                </c:pt>
                <c:pt idx="1854">
                  <c:v>0.68561945161295723</c:v>
                </c:pt>
                <c:pt idx="1855">
                  <c:v>0.68595002578407005</c:v>
                </c:pt>
                <c:pt idx="1856">
                  <c:v>0.68619235655782285</c:v>
                </c:pt>
                <c:pt idx="1857">
                  <c:v>0.68595925143677672</c:v>
                </c:pt>
                <c:pt idx="1858">
                  <c:v>0.68766982558995571</c:v>
                </c:pt>
                <c:pt idx="1859">
                  <c:v>0.68574736063782982</c:v>
                </c:pt>
                <c:pt idx="1860">
                  <c:v>0.6820676714363122</c:v>
                </c:pt>
                <c:pt idx="1861">
                  <c:v>0.68290871500474215</c:v>
                </c:pt>
                <c:pt idx="1862">
                  <c:v>0.6878197249048873</c:v>
                </c:pt>
                <c:pt idx="1863">
                  <c:v>0.68875047029806435</c:v>
                </c:pt>
                <c:pt idx="1864">
                  <c:v>0.68690026449766317</c:v>
                </c:pt>
                <c:pt idx="1865">
                  <c:v>0.68808825643717642</c:v>
                </c:pt>
                <c:pt idx="1866">
                  <c:v>0.68870607658732541</c:v>
                </c:pt>
                <c:pt idx="1867">
                  <c:v>0.68873668570320712</c:v>
                </c:pt>
                <c:pt idx="1868">
                  <c:v>0.68888176117019329</c:v>
                </c:pt>
                <c:pt idx="1869">
                  <c:v>0.68877698297884415</c:v>
                </c:pt>
                <c:pt idx="1870">
                  <c:v>0.68871922530182395</c:v>
                </c:pt>
                <c:pt idx="1871">
                  <c:v>0.68873750907861453</c:v>
                </c:pt>
                <c:pt idx="1872">
                  <c:v>0.68806206723950936</c:v>
                </c:pt>
                <c:pt idx="1873">
                  <c:v>0.68871917019336715</c:v>
                </c:pt>
                <c:pt idx="1874">
                  <c:v>0.68916919138894717</c:v>
                </c:pt>
                <c:pt idx="1875">
                  <c:v>0.68875004374788551</c:v>
                </c:pt>
                <c:pt idx="1876">
                  <c:v>0.68929228492580885</c:v>
                </c:pt>
                <c:pt idx="1877">
                  <c:v>0.68929754357567874</c:v>
                </c:pt>
                <c:pt idx="1878">
                  <c:v>0.68898197808054895</c:v>
                </c:pt>
                <c:pt idx="1879">
                  <c:v>0.68928750439200492</c:v>
                </c:pt>
                <c:pt idx="1880">
                  <c:v>0.68925907425907418</c:v>
                </c:pt>
                <c:pt idx="1881">
                  <c:v>0.68908255643379368</c:v>
                </c:pt>
                <c:pt idx="1882">
                  <c:v>0.68911570289215618</c:v>
                </c:pt>
                <c:pt idx="1883">
                  <c:v>0.68914447403462054</c:v>
                </c:pt>
                <c:pt idx="1884">
                  <c:v>0.68920845832979782</c:v>
                </c:pt>
                <c:pt idx="1885">
                  <c:v>0.68934811883821845</c:v>
                </c:pt>
                <c:pt idx="1886">
                  <c:v>0.68928949630193614</c:v>
                </c:pt>
                <c:pt idx="1887">
                  <c:v>0.6894025046388359</c:v>
                </c:pt>
                <c:pt idx="1888">
                  <c:v>0.6895209884423521</c:v>
                </c:pt>
                <c:pt idx="1889">
                  <c:v>0.68963437830690022</c:v>
                </c:pt>
                <c:pt idx="1890">
                  <c:v>0.68970643686141742</c:v>
                </c:pt>
                <c:pt idx="1891">
                  <c:v>0.68977398519385269</c:v>
                </c:pt>
                <c:pt idx="1892">
                  <c:v>0.68986477279902692</c:v>
                </c:pt>
                <c:pt idx="1893">
                  <c:v>0.68998436848513844</c:v>
                </c:pt>
                <c:pt idx="1894">
                  <c:v>0.6898413483974577</c:v>
                </c:pt>
                <c:pt idx="1895">
                  <c:v>0.69024967410347327</c:v>
                </c:pt>
                <c:pt idx="1896">
                  <c:v>0.68948781066738807</c:v>
                </c:pt>
                <c:pt idx="1897">
                  <c:v>0.68993157412692308</c:v>
                </c:pt>
                <c:pt idx="1898">
                  <c:v>0.68996197339798415</c:v>
                </c:pt>
                <c:pt idx="1899">
                  <c:v>0.69051782490974734</c:v>
                </c:pt>
                <c:pt idx="1900">
                  <c:v>0.69006478047355158</c:v>
                </c:pt>
                <c:pt idx="1901">
                  <c:v>0.69015578389128263</c:v>
                </c:pt>
                <c:pt idx="1902">
                  <c:v>0.6903149471713832</c:v>
                </c:pt>
                <c:pt idx="1903">
                  <c:v>0.69088113499217152</c:v>
                </c:pt>
                <c:pt idx="1904">
                  <c:v>0.69099925375727411</c:v>
                </c:pt>
                <c:pt idx="1905">
                  <c:v>0.69090039914447776</c:v>
                </c:pt>
                <c:pt idx="1906">
                  <c:v>0.69128000039727411</c:v>
                </c:pt>
                <c:pt idx="1907">
                  <c:v>0.69127382445089214</c:v>
                </c:pt>
                <c:pt idx="1908">
                  <c:v>0.69081996080923636</c:v>
                </c:pt>
                <c:pt idx="1909">
                  <c:v>0.69023993331877986</c:v>
                </c:pt>
                <c:pt idx="1910">
                  <c:v>0.69150185015558485</c:v>
                </c:pt>
                <c:pt idx="1911">
                  <c:v>0.69138849781374756</c:v>
                </c:pt>
                <c:pt idx="1912">
                  <c:v>0.69166334593832213</c:v>
                </c:pt>
                <c:pt idx="1913">
                  <c:v>0.69185278722176946</c:v>
                </c:pt>
                <c:pt idx="1914">
                  <c:v>0.69189033799345079</c:v>
                </c:pt>
                <c:pt idx="1915">
                  <c:v>0.69205558382175103</c:v>
                </c:pt>
                <c:pt idx="1916">
                  <c:v>0.69231963299904042</c:v>
                </c:pt>
                <c:pt idx="1917">
                  <c:v>0.69240027737419108</c:v>
                </c:pt>
                <c:pt idx="1918">
                  <c:v>0.69227264849340164</c:v>
                </c:pt>
                <c:pt idx="1919">
                  <c:v>0.6926953720633956</c:v>
                </c:pt>
                <c:pt idx="1920">
                  <c:v>0.6928842473437602</c:v>
                </c:pt>
                <c:pt idx="1921">
                  <c:v>0.69309158328467324</c:v>
                </c:pt>
                <c:pt idx="1922">
                  <c:v>0.69337616527677248</c:v>
                </c:pt>
                <c:pt idx="1923">
                  <c:v>0.69357766402057519</c:v>
                </c:pt>
                <c:pt idx="1924">
                  <c:v>0.69398088400357993</c:v>
                </c:pt>
                <c:pt idx="1925">
                  <c:v>0.69414690666003009</c:v>
                </c:pt>
                <c:pt idx="1926">
                  <c:v>0.69449612492522561</c:v>
                </c:pt>
                <c:pt idx="1927">
                  <c:v>0.69474226753195001</c:v>
                </c:pt>
                <c:pt idx="1928">
                  <c:v>0.69453706585258623</c:v>
                </c:pt>
                <c:pt idx="1929">
                  <c:v>0.69494015788971408</c:v>
                </c:pt>
                <c:pt idx="1930">
                  <c:v>0.69487039891049229</c:v>
                </c:pt>
                <c:pt idx="1931">
                  <c:v>0.69472228624106935</c:v>
                </c:pt>
                <c:pt idx="1932">
                  <c:v>0.69456868063631594</c:v>
                </c:pt>
                <c:pt idx="1933">
                  <c:v>0.69472386992885193</c:v>
                </c:pt>
                <c:pt idx="1934">
                  <c:v>0.69462766944913135</c:v>
                </c:pt>
                <c:pt idx="1935">
                  <c:v>0.69450498553857132</c:v>
                </c:pt>
                <c:pt idx="1936">
                  <c:v>0.68985839955202832</c:v>
                </c:pt>
                <c:pt idx="1937">
                  <c:v>0.68987189975391872</c:v>
                </c:pt>
                <c:pt idx="1938">
                  <c:v>0.6932586040464136</c:v>
                </c:pt>
                <c:pt idx="1939">
                  <c:v>0.69403764316486272</c:v>
                </c:pt>
                <c:pt idx="1940">
                  <c:v>0.69315376939841922</c:v>
                </c:pt>
                <c:pt idx="1941">
                  <c:v>0.69281556201639438</c:v>
                </c:pt>
                <c:pt idx="1942">
                  <c:v>0.69361736344958413</c:v>
                </c:pt>
                <c:pt idx="1943">
                  <c:v>0.69345767721216911</c:v>
                </c:pt>
                <c:pt idx="1944">
                  <c:v>0.69351780782376526</c:v>
                </c:pt>
                <c:pt idx="1945">
                  <c:v>0.69408085595995572</c:v>
                </c:pt>
                <c:pt idx="1946">
                  <c:v>0.6940491209673455</c:v>
                </c:pt>
                <c:pt idx="1947">
                  <c:v>0.69390151819160095</c:v>
                </c:pt>
                <c:pt idx="1948">
                  <c:v>0.68962789996987039</c:v>
                </c:pt>
                <c:pt idx="1949">
                  <c:v>0.69350114843549193</c:v>
                </c:pt>
                <c:pt idx="1950">
                  <c:v>0.68920613200907421</c:v>
                </c:pt>
                <c:pt idx="1951">
                  <c:v>0.69324977659647591</c:v>
                </c:pt>
                <c:pt idx="1952">
                  <c:v>0.69314728956295091</c:v>
                </c:pt>
                <c:pt idx="1953">
                  <c:v>0.69313372155826813</c:v>
                </c:pt>
                <c:pt idx="1954">
                  <c:v>0.69303282242770448</c:v>
                </c:pt>
                <c:pt idx="1955">
                  <c:v>0.69311998795965168</c:v>
                </c:pt>
                <c:pt idx="1956">
                  <c:v>0.69303460536408501</c:v>
                </c:pt>
                <c:pt idx="1957">
                  <c:v>0.69312461773450251</c:v>
                </c:pt>
                <c:pt idx="1958">
                  <c:v>0.69319476663871138</c:v>
                </c:pt>
                <c:pt idx="1959">
                  <c:v>0.69351299867178784</c:v>
                </c:pt>
                <c:pt idx="1960">
                  <c:v>0.69343307879390159</c:v>
                </c:pt>
                <c:pt idx="1961">
                  <c:v>0.69375457253344486</c:v>
                </c:pt>
                <c:pt idx="1962">
                  <c:v>0.69376462208048539</c:v>
                </c:pt>
                <c:pt idx="1963">
                  <c:v>0.69372745569554084</c:v>
                </c:pt>
                <c:pt idx="1964">
                  <c:v>0.69370159215286753</c:v>
                </c:pt>
                <c:pt idx="1965">
                  <c:v>0.69385164591327941</c:v>
                </c:pt>
                <c:pt idx="1966">
                  <c:v>0.69397318006413045</c:v>
                </c:pt>
                <c:pt idx="1967">
                  <c:v>0.69380907071594</c:v>
                </c:pt>
                <c:pt idx="1968">
                  <c:v>0.6939201132294528</c:v>
                </c:pt>
                <c:pt idx="1969">
                  <c:v>0.69437309307116601</c:v>
                </c:pt>
                <c:pt idx="1970">
                  <c:v>0.69413582158140197</c:v>
                </c:pt>
                <c:pt idx="1971">
                  <c:v>0.6940836799767981</c:v>
                </c:pt>
                <c:pt idx="1972">
                  <c:v>0.69423868916366382</c:v>
                </c:pt>
                <c:pt idx="1973">
                  <c:v>0.69437649227842602</c:v>
                </c:pt>
                <c:pt idx="1974">
                  <c:v>0.69423997160446194</c:v>
                </c:pt>
                <c:pt idx="1975">
                  <c:v>0.69428690066192822</c:v>
                </c:pt>
                <c:pt idx="1976">
                  <c:v>0.69444955465217939</c:v>
                </c:pt>
                <c:pt idx="1977">
                  <c:v>0.69454815933645619</c:v>
                </c:pt>
                <c:pt idx="1978">
                  <c:v>0.69471508661724846</c:v>
                </c:pt>
                <c:pt idx="1979">
                  <c:v>0.69466750395325083</c:v>
                </c:pt>
                <c:pt idx="1980">
                  <c:v>0.6946847819723001</c:v>
                </c:pt>
                <c:pt idx="1981">
                  <c:v>0.69491652171085772</c:v>
                </c:pt>
                <c:pt idx="1982">
                  <c:v>0.69495114297646765</c:v>
                </c:pt>
                <c:pt idx="1983">
                  <c:v>0.69490126501658855</c:v>
                </c:pt>
                <c:pt idx="1984">
                  <c:v>0.69495353587219144</c:v>
                </c:pt>
                <c:pt idx="1985">
                  <c:v>0.69508903339808092</c:v>
                </c:pt>
                <c:pt idx="1986">
                  <c:v>0.69524582842759131</c:v>
                </c:pt>
                <c:pt idx="1987">
                  <c:v>0.6954605874992088</c:v>
                </c:pt>
                <c:pt idx="1988">
                  <c:v>0.69543959665087762</c:v>
                </c:pt>
                <c:pt idx="1989">
                  <c:v>0.69530651340996152</c:v>
                </c:pt>
                <c:pt idx="1990">
                  <c:v>0.69538447564425299</c:v>
                </c:pt>
                <c:pt idx="1991">
                  <c:v>0.69567861591156777</c:v>
                </c:pt>
                <c:pt idx="1992">
                  <c:v>0.69546340340398771</c:v>
                </c:pt>
                <c:pt idx="1993">
                  <c:v>0.69535342860106852</c:v>
                </c:pt>
                <c:pt idx="1994">
                  <c:v>0.69548536137063066</c:v>
                </c:pt>
                <c:pt idx="1995">
                  <c:v>0.69549607085429743</c:v>
                </c:pt>
                <c:pt idx="1996">
                  <c:v>0.69592640068971001</c:v>
                </c:pt>
                <c:pt idx="1997">
                  <c:v>0.69556893133430953</c:v>
                </c:pt>
                <c:pt idx="1998">
                  <c:v>0.6955144759872347</c:v>
                </c:pt>
                <c:pt idx="1999">
                  <c:v>0.69542967117349175</c:v>
                </c:pt>
                <c:pt idx="2000">
                  <c:v>0.69549906335053369</c:v>
                </c:pt>
                <c:pt idx="2001">
                  <c:v>0.69548702970329102</c:v>
                </c:pt>
                <c:pt idx="2002">
                  <c:v>0.69561649688765448</c:v>
                </c:pt>
                <c:pt idx="2003">
                  <c:v>0.69538720881887117</c:v>
                </c:pt>
                <c:pt idx="2004">
                  <c:v>0.69562432883518133</c:v>
                </c:pt>
                <c:pt idx="2005">
                  <c:v>0.69558712690972724</c:v>
                </c:pt>
                <c:pt idx="2006">
                  <c:v>0.69571796965312072</c:v>
                </c:pt>
                <c:pt idx="2007">
                  <c:v>0.69573229576009943</c:v>
                </c:pt>
                <c:pt idx="2008">
                  <c:v>0.69561331777588864</c:v>
                </c:pt>
                <c:pt idx="2009">
                  <c:v>0.69557342243794629</c:v>
                </c:pt>
                <c:pt idx="2010">
                  <c:v>0.69532710884035176</c:v>
                </c:pt>
                <c:pt idx="2011">
                  <c:v>0.69462110665732113</c:v>
                </c:pt>
                <c:pt idx="2012">
                  <c:v>0.69543938965809549</c:v>
                </c:pt>
                <c:pt idx="2013">
                  <c:v>0.69545081193429648</c:v>
                </c:pt>
                <c:pt idx="2014">
                  <c:v>0.69543968158150438</c:v>
                </c:pt>
                <c:pt idx="2015">
                  <c:v>0.69547229483331741</c:v>
                </c:pt>
                <c:pt idx="2016">
                  <c:v>0.69537023292436573</c:v>
                </c:pt>
                <c:pt idx="2017">
                  <c:v>0.69542581484880395</c:v>
                </c:pt>
                <c:pt idx="2018">
                  <c:v>0.69533808064409497</c:v>
                </c:pt>
                <c:pt idx="2019">
                  <c:v>0.69536496450401553</c:v>
                </c:pt>
                <c:pt idx="2020">
                  <c:v>0.69519562831667303</c:v>
                </c:pt>
                <c:pt idx="2021">
                  <c:v>0.69537264708820612</c:v>
                </c:pt>
                <c:pt idx="2022">
                  <c:v>0.69521750834586615</c:v>
                </c:pt>
                <c:pt idx="2023">
                  <c:v>0.69486444758887222</c:v>
                </c:pt>
                <c:pt idx="2024">
                  <c:v>0.69500556153830051</c:v>
                </c:pt>
                <c:pt idx="2025">
                  <c:v>0.69466781597157901</c:v>
                </c:pt>
                <c:pt idx="2026">
                  <c:v>0.69472270142019787</c:v>
                </c:pt>
                <c:pt idx="2027">
                  <c:v>0.69459385511724836</c:v>
                </c:pt>
                <c:pt idx="2028">
                  <c:v>0.69491697173629119</c:v>
                </c:pt>
                <c:pt idx="2029">
                  <c:v>0.69411760920176402</c:v>
                </c:pt>
                <c:pt idx="2030">
                  <c:v>0.69431097350999782</c:v>
                </c:pt>
                <c:pt idx="2031">
                  <c:v>0.69436565364206471</c:v>
                </c:pt>
                <c:pt idx="2032">
                  <c:v>0.69441823608738062</c:v>
                </c:pt>
                <c:pt idx="2033">
                  <c:v>0.69442117903895029</c:v>
                </c:pt>
                <c:pt idx="2034">
                  <c:v>0.69440591473460045</c:v>
                </c:pt>
                <c:pt idx="2035">
                  <c:v>0.69453475894595484</c:v>
                </c:pt>
                <c:pt idx="2036">
                  <c:v>0.69459354873930834</c:v>
                </c:pt>
                <c:pt idx="2037">
                  <c:v>0.69435392473825974</c:v>
                </c:pt>
                <c:pt idx="2038">
                  <c:v>0.69411111503368239</c:v>
                </c:pt>
                <c:pt idx="2039">
                  <c:v>0.69423583435386871</c:v>
                </c:pt>
                <c:pt idx="2040">
                  <c:v>0.69326620071753586</c:v>
                </c:pt>
                <c:pt idx="2041">
                  <c:v>0.69359655848301216</c:v>
                </c:pt>
                <c:pt idx="2042">
                  <c:v>0.69431548292014866</c:v>
                </c:pt>
                <c:pt idx="2043">
                  <c:v>0.69455707246971865</c:v>
                </c:pt>
                <c:pt idx="2044">
                  <c:v>0.69488145748546559</c:v>
                </c:pt>
                <c:pt idx="2045">
                  <c:v>0.69490577078774174</c:v>
                </c:pt>
                <c:pt idx="2046">
                  <c:v>0.69489759609682278</c:v>
                </c:pt>
                <c:pt idx="2047">
                  <c:v>0.69491052843268131</c:v>
                </c:pt>
                <c:pt idx="2048">
                  <c:v>0.69505439049007511</c:v>
                </c:pt>
                <c:pt idx="2049">
                  <c:v>0.69537115330412291</c:v>
                </c:pt>
                <c:pt idx="2050">
                  <c:v>0.69515392537330167</c:v>
                </c:pt>
                <c:pt idx="2051">
                  <c:v>0.69544678146696148</c:v>
                </c:pt>
                <c:pt idx="2052">
                  <c:v>0.69546394789591992</c:v>
                </c:pt>
                <c:pt idx="2053">
                  <c:v>0.69553766694524233</c:v>
                </c:pt>
                <c:pt idx="2054">
                  <c:v>0.69568523003196425</c:v>
                </c:pt>
                <c:pt idx="2055">
                  <c:v>0.6956893036198335</c:v>
                </c:pt>
                <c:pt idx="2056">
                  <c:v>0.69585120046319926</c:v>
                </c:pt>
                <c:pt idx="2057">
                  <c:v>0.69623427351301581</c:v>
                </c:pt>
                <c:pt idx="2058">
                  <c:v>0.69549824986128417</c:v>
                </c:pt>
                <c:pt idx="2059">
                  <c:v>0.69594987879059245</c:v>
                </c:pt>
                <c:pt idx="2060">
                  <c:v>0.69595534506522039</c:v>
                </c:pt>
                <c:pt idx="2061">
                  <c:v>0.6961840773830934</c:v>
                </c:pt>
                <c:pt idx="2062">
                  <c:v>0.69630447935607354</c:v>
                </c:pt>
                <c:pt idx="2063">
                  <c:v>0.69651340867679434</c:v>
                </c:pt>
                <c:pt idx="2064">
                  <c:v>0.69649359858938975</c:v>
                </c:pt>
                <c:pt idx="2065">
                  <c:v>0.69683400172670518</c:v>
                </c:pt>
                <c:pt idx="2066">
                  <c:v>0.6969482298392824</c:v>
                </c:pt>
                <c:pt idx="2067">
                  <c:v>0.69699203727639747</c:v>
                </c:pt>
                <c:pt idx="2068">
                  <c:v>0.69727985555513028</c:v>
                </c:pt>
                <c:pt idx="2069">
                  <c:v>0.69715081955190494</c:v>
                </c:pt>
                <c:pt idx="2070">
                  <c:v>0.69739936896452814</c:v>
                </c:pt>
                <c:pt idx="2071">
                  <c:v>0.69521268121714197</c:v>
                </c:pt>
                <c:pt idx="2072">
                  <c:v>0.69714413137314246</c:v>
                </c:pt>
                <c:pt idx="2073">
                  <c:v>0.69197777328302745</c:v>
                </c:pt>
                <c:pt idx="2074">
                  <c:v>0.69679030116203899</c:v>
                </c:pt>
                <c:pt idx="2075">
                  <c:v>0.696846293016678</c:v>
                </c:pt>
                <c:pt idx="2076">
                  <c:v>0.69635733229751373</c:v>
                </c:pt>
                <c:pt idx="2077">
                  <c:v>0.69717840303117595</c:v>
                </c:pt>
                <c:pt idx="2078">
                  <c:v>0.69700373578397368</c:v>
                </c:pt>
                <c:pt idx="2079">
                  <c:v>0.69694394852161956</c:v>
                </c:pt>
                <c:pt idx="2080">
                  <c:v>0.69699109414758265</c:v>
                </c:pt>
                <c:pt idx="2081">
                  <c:v>0.69721251141174856</c:v>
                </c:pt>
                <c:pt idx="2082">
                  <c:v>0.69702911722749405</c:v>
                </c:pt>
                <c:pt idx="2083">
                  <c:v>0.69705462933669937</c:v>
                </c:pt>
                <c:pt idx="2084">
                  <c:v>0.69686788272559519</c:v>
                </c:pt>
                <c:pt idx="2085">
                  <c:v>0.69688792691085866</c:v>
                </c:pt>
                <c:pt idx="2086">
                  <c:v>0.69671131796845343</c:v>
                </c:pt>
                <c:pt idx="2087">
                  <c:v>0.69693168139794148</c:v>
                </c:pt>
                <c:pt idx="2088">
                  <c:v>0.69702367344865246</c:v>
                </c:pt>
                <c:pt idx="2089">
                  <c:v>0.69683160860094084</c:v>
                </c:pt>
                <c:pt idx="2090">
                  <c:v>0.69666980710905069</c:v>
                </c:pt>
                <c:pt idx="2091">
                  <c:v>0.69652705368521461</c:v>
                </c:pt>
                <c:pt idx="2092">
                  <c:v>0.69664284387310682</c:v>
                </c:pt>
              </c:numCache>
            </c:numRef>
          </c:yVal>
          <c:smooth val="0"/>
          <c:extLst>
            <c:ext xmlns:c16="http://schemas.microsoft.com/office/drawing/2014/chart" uri="{C3380CC4-5D6E-409C-BE32-E72D297353CC}">
              <c16:uniqueId val="{00000003-DB62-4340-A357-4938D4904728}"/>
            </c:ext>
          </c:extLst>
        </c:ser>
        <c:dLbls>
          <c:showLegendKey val="0"/>
          <c:showVal val="0"/>
          <c:showCatName val="0"/>
          <c:showSerName val="0"/>
          <c:showPercent val="0"/>
          <c:showBubbleSize val="0"/>
        </c:dLbls>
        <c:axId val="1299673823"/>
        <c:axId val="135074624"/>
      </c:scatterChart>
      <c:valAx>
        <c:axId val="1299673823"/>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Interface Conductivity</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5074624"/>
        <c:crosses val="autoZero"/>
        <c:crossBetween val="midCat"/>
      </c:valAx>
      <c:valAx>
        <c:axId val="13507462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Seiving Coefficient</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99673823"/>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674331611387501"/>
          <c:y val="7.0913374193249348E-2"/>
          <c:w val="0.70528225466205385"/>
          <c:h val="0.78467003548300895"/>
        </c:manualLayout>
      </c:layout>
      <c:scatterChart>
        <c:scatterStyle val="lineMarker"/>
        <c:varyColors val="0"/>
        <c:ser>
          <c:idx val="0"/>
          <c:order val="0"/>
          <c:tx>
            <c:strRef>
              <c:f>'Post Processing - SS NaCl'!$AP$1</c:f>
              <c:strCache>
                <c:ptCount val="1"/>
                <c:pt idx="0">
                  <c:v>NF270_MC5_07.23.24_S2NaCl</c:v>
                </c:pt>
              </c:strCache>
            </c:strRef>
          </c:tx>
          <c:spPr>
            <a:ln w="38100" cap="rnd">
              <a:noFill/>
              <a:round/>
            </a:ln>
            <a:effectLst/>
          </c:spPr>
          <c:marker>
            <c:symbol val="circle"/>
            <c:size val="2"/>
            <c:spPr>
              <a:solidFill>
                <a:schemeClr val="accent1"/>
              </a:solidFill>
              <a:ln w="9525">
                <a:solidFill>
                  <a:schemeClr val="accent1"/>
                </a:solidFill>
              </a:ln>
              <a:effectLst/>
            </c:spPr>
          </c:marker>
          <c:xVal>
            <c:numRef>
              <c:f>'Post Processing - SS NaCl'!$AU$55:$AU$494</c:f>
              <c:numCache>
                <c:formatCode>0.00E+00</c:formatCode>
                <c:ptCount val="440"/>
                <c:pt idx="0">
                  <c:v>7.9392827414060595E-6</c:v>
                </c:pt>
                <c:pt idx="1">
                  <c:v>7.9384475959067404E-6</c:v>
                </c:pt>
                <c:pt idx="2">
                  <c:v>7.9376253533479001E-6</c:v>
                </c:pt>
                <c:pt idx="3">
                  <c:v>7.9368042727645593E-6</c:v>
                </c:pt>
                <c:pt idx="4">
                  <c:v>7.9359711099656108E-6</c:v>
                </c:pt>
                <c:pt idx="5">
                  <c:v>7.9351693091738105E-6</c:v>
                </c:pt>
                <c:pt idx="6">
                  <c:v>7.9343361641155403E-6</c:v>
                </c:pt>
                <c:pt idx="7">
                  <c:v>7.9335478197080792E-6</c:v>
                </c:pt>
                <c:pt idx="8">
                  <c:v>7.9327207454519307E-6</c:v>
                </c:pt>
                <c:pt idx="9">
                  <c:v>7.9319272497105508E-6</c:v>
                </c:pt>
                <c:pt idx="10">
                  <c:v>7.9310977551972297E-6</c:v>
                </c:pt>
                <c:pt idx="11">
                  <c:v>7.9302850285172699E-6</c:v>
                </c:pt>
                <c:pt idx="12">
                  <c:v>7.9294799644191608E-6</c:v>
                </c:pt>
                <c:pt idx="13">
                  <c:v>7.9286565921201898E-6</c:v>
                </c:pt>
                <c:pt idx="14">
                  <c:v>7.9278918018343606E-6</c:v>
                </c:pt>
                <c:pt idx="15">
                  <c:v>7.9270664643721805E-6</c:v>
                </c:pt>
                <c:pt idx="16">
                  <c:v>7.9263124778820401E-6</c:v>
                </c:pt>
                <c:pt idx="17">
                  <c:v>7.9255383247285604E-6</c:v>
                </c:pt>
                <c:pt idx="18">
                  <c:v>7.9247954959038995E-6</c:v>
                </c:pt>
                <c:pt idx="19">
                  <c:v>7.9240577028237194E-6</c:v>
                </c:pt>
                <c:pt idx="20">
                  <c:v>7.9232871057459702E-6</c:v>
                </c:pt>
                <c:pt idx="21">
                  <c:v>7.9225536490212699E-6</c:v>
                </c:pt>
                <c:pt idx="22">
                  <c:v>7.9217894744176506E-6</c:v>
                </c:pt>
                <c:pt idx="23">
                  <c:v>7.9210606291897698E-6</c:v>
                </c:pt>
                <c:pt idx="24">
                  <c:v>7.9203441872955405E-6</c:v>
                </c:pt>
                <c:pt idx="25">
                  <c:v>7.9196201089131998E-6</c:v>
                </c:pt>
                <c:pt idx="26">
                  <c:v>7.91889632266669E-6</c:v>
                </c:pt>
                <c:pt idx="27">
                  <c:v>7.9181481767188005E-6</c:v>
                </c:pt>
                <c:pt idx="28">
                  <c:v>7.9174229045386798E-6</c:v>
                </c:pt>
                <c:pt idx="29">
                  <c:v>7.9166791625833503E-6</c:v>
                </c:pt>
                <c:pt idx="30">
                  <c:v>7.9159603964543493E-6</c:v>
                </c:pt>
                <c:pt idx="31">
                  <c:v>7.9152265423624005E-6</c:v>
                </c:pt>
                <c:pt idx="32">
                  <c:v>7.9145127523924108E-6</c:v>
                </c:pt>
                <c:pt idx="33">
                  <c:v>7.9137804040778593E-6</c:v>
                </c:pt>
                <c:pt idx="34">
                  <c:v>7.9130401649603303E-6</c:v>
                </c:pt>
                <c:pt idx="35">
                  <c:v>7.9123377557394702E-6</c:v>
                </c:pt>
                <c:pt idx="36">
                  <c:v>7.9115741405584594E-6</c:v>
                </c:pt>
                <c:pt idx="37">
                  <c:v>7.9108627062082396E-6</c:v>
                </c:pt>
                <c:pt idx="38">
                  <c:v>7.9101146830445894E-6</c:v>
                </c:pt>
                <c:pt idx="39">
                  <c:v>7.9093964511767207E-6</c:v>
                </c:pt>
                <c:pt idx="40">
                  <c:v>7.9086564769465604E-6</c:v>
                </c:pt>
                <c:pt idx="41">
                  <c:v>7.90792499891752E-6</c:v>
                </c:pt>
                <c:pt idx="42">
                  <c:v>7.9072059859422101E-6</c:v>
                </c:pt>
                <c:pt idx="43">
                  <c:v>7.9064739031272899E-6</c:v>
                </c:pt>
                <c:pt idx="44">
                  <c:v>7.9057661050863194E-6</c:v>
                </c:pt>
                <c:pt idx="45">
                  <c:v>7.9050593477556694E-6</c:v>
                </c:pt>
                <c:pt idx="46">
                  <c:v>7.9043421604596699E-6</c:v>
                </c:pt>
                <c:pt idx="47">
                  <c:v>7.9036427581651099E-6</c:v>
                </c:pt>
                <c:pt idx="48">
                  <c:v>7.9029377959950106E-6</c:v>
                </c:pt>
                <c:pt idx="49">
                  <c:v>7.9022369640480507E-6</c:v>
                </c:pt>
                <c:pt idx="50">
                  <c:v>7.9015392779982907E-6</c:v>
                </c:pt>
                <c:pt idx="51">
                  <c:v>7.9008519529731301E-6</c:v>
                </c:pt>
                <c:pt idx="52">
                  <c:v>7.9001486123040803E-6</c:v>
                </c:pt>
                <c:pt idx="53">
                  <c:v>7.8994695714392799E-6</c:v>
                </c:pt>
                <c:pt idx="54">
                  <c:v>7.89877461333456E-6</c:v>
                </c:pt>
                <c:pt idx="55">
                  <c:v>7.8980968771290296E-6</c:v>
                </c:pt>
                <c:pt idx="56">
                  <c:v>7.8974091400805093E-6</c:v>
                </c:pt>
                <c:pt idx="57">
                  <c:v>7.8967437258047103E-6</c:v>
                </c:pt>
                <c:pt idx="58">
                  <c:v>7.89605445422136E-6</c:v>
                </c:pt>
                <c:pt idx="59">
                  <c:v>7.8953983724586102E-6</c:v>
                </c:pt>
                <c:pt idx="60">
                  <c:v>7.8947088651169493E-6</c:v>
                </c:pt>
                <c:pt idx="61">
                  <c:v>7.8940588713607394E-6</c:v>
                </c:pt>
                <c:pt idx="62">
                  <c:v>7.8933722015358804E-6</c:v>
                </c:pt>
                <c:pt idx="63">
                  <c:v>7.89273236068242E-6</c:v>
                </c:pt>
                <c:pt idx="64">
                  <c:v>7.8920557798426301E-6</c:v>
                </c:pt>
                <c:pt idx="65">
                  <c:v>7.8914173544843999E-6</c:v>
                </c:pt>
                <c:pt idx="66">
                  <c:v>7.8907463674338408E-6</c:v>
                </c:pt>
                <c:pt idx="67">
                  <c:v>7.8901165376799297E-6</c:v>
                </c:pt>
                <c:pt idx="68">
                  <c:v>7.8894780495967804E-6</c:v>
                </c:pt>
                <c:pt idx="69">
                  <c:v>7.8888624682507698E-6</c:v>
                </c:pt>
                <c:pt idx="70">
                  <c:v>7.8882598334166502E-6</c:v>
                </c:pt>
                <c:pt idx="71">
                  <c:v>7.8876527982655905E-6</c:v>
                </c:pt>
                <c:pt idx="72">
                  <c:v>7.8870580815657402E-6</c:v>
                </c:pt>
                <c:pt idx="73">
                  <c:v>7.8864571045761298E-6</c:v>
                </c:pt>
                <c:pt idx="74">
                  <c:v>7.8858622205279395E-6</c:v>
                </c:pt>
                <c:pt idx="75">
                  <c:v>7.8852453600435702E-6</c:v>
                </c:pt>
                <c:pt idx="76">
                  <c:v>7.8846397957014402E-6</c:v>
                </c:pt>
                <c:pt idx="77">
                  <c:v>7.88402855741454E-6</c:v>
                </c:pt>
                <c:pt idx="78">
                  <c:v>7.8834033427820192E-6</c:v>
                </c:pt>
                <c:pt idx="79">
                  <c:v>7.8828114372330696E-6</c:v>
                </c:pt>
                <c:pt idx="80">
                  <c:v>7.8821628329051305E-6</c:v>
                </c:pt>
                <c:pt idx="81">
                  <c:v>7.8815546793154703E-6</c:v>
                </c:pt>
                <c:pt idx="82">
                  <c:v>7.8809229768817203E-6</c:v>
                </c:pt>
                <c:pt idx="83">
                  <c:v>7.8802996374650296E-6</c:v>
                </c:pt>
                <c:pt idx="84">
                  <c:v>7.8796833649550605E-6</c:v>
                </c:pt>
                <c:pt idx="85">
                  <c:v>7.8790761176414006E-6</c:v>
                </c:pt>
                <c:pt idx="86">
                  <c:v>7.8784560888610496E-6</c:v>
                </c:pt>
                <c:pt idx="87">
                  <c:v>7.8778505526484806E-6</c:v>
                </c:pt>
                <c:pt idx="88">
                  <c:v>7.8772572181952102E-6</c:v>
                </c:pt>
                <c:pt idx="89">
                  <c:v>7.8766442236180403E-6</c:v>
                </c:pt>
                <c:pt idx="90">
                  <c:v>7.8760657388981597E-6</c:v>
                </c:pt>
                <c:pt idx="91">
                  <c:v>7.8754740871866005E-6</c:v>
                </c:pt>
                <c:pt idx="92">
                  <c:v>7.8748941656049701E-6</c:v>
                </c:pt>
                <c:pt idx="93">
                  <c:v>7.8743085042042295E-6</c:v>
                </c:pt>
                <c:pt idx="94">
                  <c:v>7.8737387588691395E-6</c:v>
                </c:pt>
                <c:pt idx="95">
                  <c:v>7.8731578578418603E-6</c:v>
                </c:pt>
                <c:pt idx="96">
                  <c:v>7.8725868231644701E-6</c:v>
                </c:pt>
                <c:pt idx="97">
                  <c:v>7.8720157772575998E-6</c:v>
                </c:pt>
                <c:pt idx="98">
                  <c:v>7.8714439664321394E-6</c:v>
                </c:pt>
                <c:pt idx="99">
                  <c:v>7.8708813404658901E-6</c:v>
                </c:pt>
                <c:pt idx="100">
                  <c:v>7.8703157674902593E-6</c:v>
                </c:pt>
                <c:pt idx="101">
                  <c:v>7.8697676407155607E-6</c:v>
                </c:pt>
                <c:pt idx="102">
                  <c:v>7.8691999103780603E-6</c:v>
                </c:pt>
                <c:pt idx="103">
                  <c:v>7.86865570520922E-6</c:v>
                </c:pt>
                <c:pt idx="104">
                  <c:v>7.8680957611466505E-6</c:v>
                </c:pt>
                <c:pt idx="105">
                  <c:v>7.8675565263256705E-6</c:v>
                </c:pt>
                <c:pt idx="106">
                  <c:v>7.86700185133659E-6</c:v>
                </c:pt>
                <c:pt idx="107">
                  <c:v>7.8664673378084806E-6</c:v>
                </c:pt>
                <c:pt idx="108">
                  <c:v>7.8659091127989608E-6</c:v>
                </c:pt>
                <c:pt idx="109">
                  <c:v>7.8653615039633508E-6</c:v>
                </c:pt>
                <c:pt idx="110">
                  <c:v>7.8648294937924296E-6</c:v>
                </c:pt>
                <c:pt idx="111">
                  <c:v>7.8643024924161807E-6</c:v>
                </c:pt>
                <c:pt idx="112">
                  <c:v>7.8637966806055894E-6</c:v>
                </c:pt>
                <c:pt idx="113">
                  <c:v>7.8632716438359507E-6</c:v>
                </c:pt>
                <c:pt idx="114">
                  <c:v>7.8627495191065498E-6</c:v>
                </c:pt>
                <c:pt idx="115">
                  <c:v>7.8622261623785895E-6</c:v>
                </c:pt>
                <c:pt idx="116">
                  <c:v>7.86171452547327E-6</c:v>
                </c:pt>
                <c:pt idx="117">
                  <c:v>7.8612250488990497E-6</c:v>
                </c:pt>
                <c:pt idx="118">
                  <c:v>7.8607395618496501E-6</c:v>
                </c:pt>
                <c:pt idx="119">
                  <c:v>7.8602327137778008E-6</c:v>
                </c:pt>
                <c:pt idx="120">
                  <c:v>7.8597496041944604E-6</c:v>
                </c:pt>
                <c:pt idx="121">
                  <c:v>7.8592474103800898E-6</c:v>
                </c:pt>
                <c:pt idx="122">
                  <c:v>7.8587465486190207E-6</c:v>
                </c:pt>
                <c:pt idx="123">
                  <c:v>7.8582723913502E-6</c:v>
                </c:pt>
                <c:pt idx="124">
                  <c:v>7.8577518901590001E-6</c:v>
                </c:pt>
                <c:pt idx="125">
                  <c:v>7.8572839277203896E-6</c:v>
                </c:pt>
                <c:pt idx="126">
                  <c:v>7.8567675527574693E-6</c:v>
                </c:pt>
                <c:pt idx="127">
                  <c:v>7.8562999079546098E-6</c:v>
                </c:pt>
                <c:pt idx="128">
                  <c:v>7.8557998128011297E-6</c:v>
                </c:pt>
                <c:pt idx="129">
                  <c:v>7.8553272296709996E-6</c:v>
                </c:pt>
                <c:pt idx="130">
                  <c:v>7.8548396822083603E-6</c:v>
                </c:pt>
                <c:pt idx="131">
                  <c:v>7.8543637198685899E-6</c:v>
                </c:pt>
                <c:pt idx="132">
                  <c:v>7.8538808235351502E-6</c:v>
                </c:pt>
                <c:pt idx="133">
                  <c:v>7.8534101525304803E-6</c:v>
                </c:pt>
                <c:pt idx="134">
                  <c:v>7.8529403184791502E-6</c:v>
                </c:pt>
                <c:pt idx="135">
                  <c:v>7.8524721933421598E-6</c:v>
                </c:pt>
                <c:pt idx="136">
                  <c:v>7.8520116010295195E-6</c:v>
                </c:pt>
                <c:pt idx="137">
                  <c:v>7.8515443052577701E-6</c:v>
                </c:pt>
                <c:pt idx="138">
                  <c:v>7.85108934176362E-6</c:v>
                </c:pt>
                <c:pt idx="139">
                  <c:v>7.8506278516414006E-6</c:v>
                </c:pt>
                <c:pt idx="140">
                  <c:v>7.8501816506709907E-6</c:v>
                </c:pt>
                <c:pt idx="141">
                  <c:v>7.8497227482113706E-6</c:v>
                </c:pt>
                <c:pt idx="142">
                  <c:v>7.8492848441451993E-6</c:v>
                </c:pt>
                <c:pt idx="143">
                  <c:v>7.8488268681105401E-6</c:v>
                </c:pt>
                <c:pt idx="144">
                  <c:v>7.8483966069653006E-6</c:v>
                </c:pt>
                <c:pt idx="145">
                  <c:v>7.8479401683495594E-6</c:v>
                </c:pt>
                <c:pt idx="146">
                  <c:v>7.8475177354742905E-6</c:v>
                </c:pt>
                <c:pt idx="147">
                  <c:v>7.8470701279144004E-6</c:v>
                </c:pt>
                <c:pt idx="148">
                  <c:v>7.8466504464232893E-6</c:v>
                </c:pt>
                <c:pt idx="149">
                  <c:v>7.8462093977654294E-6</c:v>
                </c:pt>
                <c:pt idx="150">
                  <c:v>7.8457972180627492E-6</c:v>
                </c:pt>
                <c:pt idx="151">
                  <c:v>7.8453581675638705E-6</c:v>
                </c:pt>
                <c:pt idx="152">
                  <c:v>7.8449556814273492E-6</c:v>
                </c:pt>
                <c:pt idx="153">
                  <c:v>7.8445402466934402E-6</c:v>
                </c:pt>
                <c:pt idx="154">
                  <c:v>7.8441462704088894E-6</c:v>
                </c:pt>
                <c:pt idx="155">
                  <c:v>7.8437549481868299E-6</c:v>
                </c:pt>
                <c:pt idx="156">
                  <c:v>7.8433702907293798E-6</c:v>
                </c:pt>
                <c:pt idx="157">
                  <c:v>7.8429868532208306E-6</c:v>
                </c:pt>
                <c:pt idx="158">
                  <c:v>7.8426044312985001E-6</c:v>
                </c:pt>
                <c:pt idx="159">
                  <c:v>7.8422269478210795E-6</c:v>
                </c:pt>
                <c:pt idx="160">
                  <c:v>7.8418490355574207E-6</c:v>
                </c:pt>
                <c:pt idx="161">
                  <c:v>7.8414728296266805E-6</c:v>
                </c:pt>
                <c:pt idx="162">
                  <c:v>7.8410807477622195E-6</c:v>
                </c:pt>
                <c:pt idx="163">
                  <c:v>7.8407031000587205E-6</c:v>
                </c:pt>
                <c:pt idx="164">
                  <c:v>7.8402941618646508E-6</c:v>
                </c:pt>
                <c:pt idx="165">
                  <c:v>7.8399049884752897E-6</c:v>
                </c:pt>
                <c:pt idx="166">
                  <c:v>7.8395165002075504E-6</c:v>
                </c:pt>
                <c:pt idx="167">
                  <c:v>7.8391230754909496E-6</c:v>
                </c:pt>
                <c:pt idx="168">
                  <c:v>7.83875700147642E-6</c:v>
                </c:pt>
                <c:pt idx="169">
                  <c:v>7.8383713786697806E-6</c:v>
                </c:pt>
                <c:pt idx="170">
                  <c:v>7.8380066261521706E-6</c:v>
                </c:pt>
                <c:pt idx="171">
                  <c:v>7.8376308054183504E-6</c:v>
                </c:pt>
                <c:pt idx="172">
                  <c:v>7.8372638881476901E-6</c:v>
                </c:pt>
                <c:pt idx="173">
                  <c:v>7.8368979118516603E-6</c:v>
                </c:pt>
                <c:pt idx="174">
                  <c:v>7.8365338141859198E-6</c:v>
                </c:pt>
                <c:pt idx="175">
                  <c:v>7.8361635262500302E-6</c:v>
                </c:pt>
                <c:pt idx="176">
                  <c:v>7.8358034650096907E-6</c:v>
                </c:pt>
                <c:pt idx="177">
                  <c:v>7.8354314617809407E-6</c:v>
                </c:pt>
                <c:pt idx="178">
                  <c:v>7.8350814076101303E-6</c:v>
                </c:pt>
                <c:pt idx="179">
                  <c:v>7.8347227771439402E-6</c:v>
                </c:pt>
                <c:pt idx="180">
                  <c:v>7.8343787044245902E-6</c:v>
                </c:pt>
                <c:pt idx="181">
                  <c:v>7.8340326749956792E-6</c:v>
                </c:pt>
                <c:pt idx="182">
                  <c:v>7.8336891843672301E-6</c:v>
                </c:pt>
                <c:pt idx="183">
                  <c:v>7.8333548452699594E-6</c:v>
                </c:pt>
                <c:pt idx="184">
                  <c:v>7.8330159518462801E-6</c:v>
                </c:pt>
                <c:pt idx="185">
                  <c:v>7.8326906742331401E-6</c:v>
                </c:pt>
                <c:pt idx="186">
                  <c:v>7.8323535301933695E-6</c:v>
                </c:pt>
                <c:pt idx="187">
                  <c:v>7.8320355584606108E-6</c:v>
                </c:pt>
                <c:pt idx="188">
                  <c:v>7.8316996031589502E-6</c:v>
                </c:pt>
                <c:pt idx="189">
                  <c:v>7.83139084141697E-6</c:v>
                </c:pt>
                <c:pt idx="190">
                  <c:v>7.8310572323375707E-6</c:v>
                </c:pt>
                <c:pt idx="191">
                  <c:v>7.8307393708459603E-6</c:v>
                </c:pt>
                <c:pt idx="192">
                  <c:v>7.8304253112338392E-6</c:v>
                </c:pt>
                <c:pt idx="193">
                  <c:v>7.8300996773134608E-6</c:v>
                </c:pt>
                <c:pt idx="194">
                  <c:v>7.8298047604693108E-6</c:v>
                </c:pt>
                <c:pt idx="195">
                  <c:v>7.8294843616805E-6</c:v>
                </c:pt>
                <c:pt idx="196">
                  <c:v>7.8291796163503007E-6</c:v>
                </c:pt>
                <c:pt idx="197">
                  <c:v>7.8288782029273597E-6</c:v>
                </c:pt>
                <c:pt idx="198">
                  <c:v>7.8285681615370103E-6</c:v>
                </c:pt>
                <c:pt idx="199">
                  <c:v>7.8282899365196496E-6</c:v>
                </c:pt>
                <c:pt idx="200">
                  <c:v>7.8279994856924096E-6</c:v>
                </c:pt>
                <c:pt idx="201">
                  <c:v>7.8277293396460501E-6</c:v>
                </c:pt>
                <c:pt idx="202">
                  <c:v>7.8274569366230703E-6</c:v>
                </c:pt>
                <c:pt idx="203">
                  <c:v>7.8271763197991201E-6</c:v>
                </c:pt>
                <c:pt idx="204">
                  <c:v>7.8269085767670698E-6</c:v>
                </c:pt>
                <c:pt idx="205">
                  <c:v>7.8266190892409392E-6</c:v>
                </c:pt>
                <c:pt idx="206">
                  <c:v>7.8263541986631593E-6</c:v>
                </c:pt>
                <c:pt idx="207">
                  <c:v>7.8260718008366006E-6</c:v>
                </c:pt>
                <c:pt idx="208">
                  <c:v>7.8258119831784508E-6</c:v>
                </c:pt>
                <c:pt idx="209">
                  <c:v>7.8255348201062708E-6</c:v>
                </c:pt>
                <c:pt idx="210">
                  <c:v>7.8252790599681508E-6</c:v>
                </c:pt>
                <c:pt idx="211">
                  <c:v>7.8250072082913695E-6</c:v>
                </c:pt>
                <c:pt idx="212">
                  <c:v>7.8247578835543304E-6</c:v>
                </c:pt>
                <c:pt idx="213">
                  <c:v>7.8244905606426802E-6</c:v>
                </c:pt>
                <c:pt idx="214">
                  <c:v>7.82423867126495E-6</c:v>
                </c:pt>
                <c:pt idx="215">
                  <c:v>7.8239821585614006E-6</c:v>
                </c:pt>
                <c:pt idx="216">
                  <c:v>7.82372734460292E-6</c:v>
                </c:pt>
                <c:pt idx="217">
                  <c:v>7.8234830685556305E-6</c:v>
                </c:pt>
                <c:pt idx="218">
                  <c:v>7.8232314834689808E-6</c:v>
                </c:pt>
                <c:pt idx="219">
                  <c:v>7.8229903865527694E-6</c:v>
                </c:pt>
                <c:pt idx="220">
                  <c:v>7.8227397732695901E-6</c:v>
                </c:pt>
                <c:pt idx="221">
                  <c:v>7.8224971925543907E-6</c:v>
                </c:pt>
                <c:pt idx="222">
                  <c:v>7.8222528722873701E-6</c:v>
                </c:pt>
                <c:pt idx="223">
                  <c:v>7.8220121433487001E-6</c:v>
                </c:pt>
                <c:pt idx="224">
                  <c:v>7.8217792882871599E-6</c:v>
                </c:pt>
                <c:pt idx="225">
                  <c:v>7.8215532054561706E-6</c:v>
                </c:pt>
                <c:pt idx="226">
                  <c:v>7.8213292661450604E-6</c:v>
                </c:pt>
                <c:pt idx="227">
                  <c:v>7.8211158366421804E-6</c:v>
                </c:pt>
                <c:pt idx="228">
                  <c:v>7.8208969390978297E-6</c:v>
                </c:pt>
                <c:pt idx="229">
                  <c:v>7.8206876112721606E-6</c:v>
                </c:pt>
                <c:pt idx="230">
                  <c:v>7.8204733260888605E-6</c:v>
                </c:pt>
                <c:pt idx="231">
                  <c:v>7.8202656781587498E-6</c:v>
                </c:pt>
                <c:pt idx="232">
                  <c:v>7.8200606925700405E-6</c:v>
                </c:pt>
                <c:pt idx="233">
                  <c:v>7.8198530256137792E-6</c:v>
                </c:pt>
                <c:pt idx="234">
                  <c:v>7.8196591444901499E-6</c:v>
                </c:pt>
                <c:pt idx="235">
                  <c:v>7.8194554990861906E-6</c:v>
                </c:pt>
                <c:pt idx="236">
                  <c:v>7.8192620284742907E-6</c:v>
                </c:pt>
                <c:pt idx="237">
                  <c:v>7.8190704435275701E-6</c:v>
                </c:pt>
                <c:pt idx="238">
                  <c:v>7.8188767369341902E-6</c:v>
                </c:pt>
                <c:pt idx="239">
                  <c:v>7.8186975763285496E-6</c:v>
                </c:pt>
                <c:pt idx="240">
                  <c:v>7.8185070378943404E-6</c:v>
                </c:pt>
                <c:pt idx="241">
                  <c:v>7.8183281568869894E-6</c:v>
                </c:pt>
                <c:pt idx="242">
                  <c:v>7.81815187675914E-6</c:v>
                </c:pt>
                <c:pt idx="243">
                  <c:v>7.8179800375746499E-6</c:v>
                </c:pt>
                <c:pt idx="244">
                  <c:v>7.8178181066316708E-6</c:v>
                </c:pt>
                <c:pt idx="245">
                  <c:v>7.8176588802932204E-6</c:v>
                </c:pt>
                <c:pt idx="246">
                  <c:v>7.8174926374579098E-6</c:v>
                </c:pt>
                <c:pt idx="247">
                  <c:v>7.8173377877111998E-6</c:v>
                </c:pt>
                <c:pt idx="248">
                  <c:v>7.8171697708540605E-6</c:v>
                </c:pt>
                <c:pt idx="249">
                  <c:v>7.8170209916534295E-6</c:v>
                </c:pt>
                <c:pt idx="250">
                  <c:v>7.8168658103759301E-6</c:v>
                </c:pt>
                <c:pt idx="251">
                  <c:v>7.8167145618535007E-6</c:v>
                </c:pt>
                <c:pt idx="252">
                  <c:v>7.8165645165042407E-6</c:v>
                </c:pt>
                <c:pt idx="253">
                  <c:v>7.8164166560190698E-6</c:v>
                </c:pt>
                <c:pt idx="254">
                  <c:v>7.8162662040551196E-6</c:v>
                </c:pt>
                <c:pt idx="255">
                  <c:v>7.8161297931784406E-6</c:v>
                </c:pt>
                <c:pt idx="256">
                  <c:v>7.8159864083853695E-6</c:v>
                </c:pt>
                <c:pt idx="257">
                  <c:v>7.8158557908721601E-6</c:v>
                </c:pt>
                <c:pt idx="258">
                  <c:v>7.8157181687734099E-6</c:v>
                </c:pt>
                <c:pt idx="259">
                  <c:v>7.81559227728807E-6</c:v>
                </c:pt>
                <c:pt idx="260">
                  <c:v>7.8154599792240408E-6</c:v>
                </c:pt>
                <c:pt idx="261">
                  <c:v>7.8153368077196101E-6</c:v>
                </c:pt>
                <c:pt idx="262">
                  <c:v>7.8152107352003494E-6</c:v>
                </c:pt>
                <c:pt idx="263">
                  <c:v>7.8150901546756803E-6</c:v>
                </c:pt>
                <c:pt idx="264">
                  <c:v>7.8149726895039694E-6</c:v>
                </c:pt>
                <c:pt idx="265">
                  <c:v>7.8148564229225697E-6</c:v>
                </c:pt>
                <c:pt idx="266">
                  <c:v>7.8147464508001103E-6</c:v>
                </c:pt>
                <c:pt idx="267">
                  <c:v>7.8146365864961496E-6</c:v>
                </c:pt>
                <c:pt idx="268">
                  <c:v>7.8145310731441403E-6</c:v>
                </c:pt>
                <c:pt idx="269">
                  <c:v>7.8144264218800504E-6</c:v>
                </c:pt>
                <c:pt idx="270">
                  <c:v>7.8143249919078207E-6</c:v>
                </c:pt>
                <c:pt idx="271">
                  <c:v>7.8142256805652307E-6</c:v>
                </c:pt>
                <c:pt idx="272">
                  <c:v>7.8141302467740493E-6</c:v>
                </c:pt>
                <c:pt idx="273">
                  <c:v>7.8140362855913394E-6</c:v>
                </c:pt>
                <c:pt idx="274">
                  <c:v>7.8139471608944099E-6</c:v>
                </c:pt>
                <c:pt idx="275">
                  <c:v>7.8138579388115494E-6</c:v>
                </c:pt>
                <c:pt idx="276">
                  <c:v>7.8137725329556695E-6</c:v>
                </c:pt>
                <c:pt idx="277">
                  <c:v>7.8136911960641001E-6</c:v>
                </c:pt>
                <c:pt idx="278">
                  <c:v>7.8136103963334701E-6</c:v>
                </c:pt>
                <c:pt idx="279">
                  <c:v>7.8135366688692899E-6</c:v>
                </c:pt>
                <c:pt idx="280">
                  <c:v>7.8134614411278901E-6</c:v>
                </c:pt>
                <c:pt idx="281">
                  <c:v>7.8133937093517698E-6</c:v>
                </c:pt>
                <c:pt idx="282">
                  <c:v>7.8133233787832201E-6</c:v>
                </c:pt>
                <c:pt idx="283">
                  <c:v>7.8132576806734005E-6</c:v>
                </c:pt>
                <c:pt idx="284">
                  <c:v>7.8131927961392401E-6</c:v>
                </c:pt>
                <c:pt idx="285">
                  <c:v>7.8131298306100007E-6</c:v>
                </c:pt>
                <c:pt idx="286">
                  <c:v>7.8130736711700297E-6</c:v>
                </c:pt>
                <c:pt idx="287">
                  <c:v>7.8130174156896108E-6</c:v>
                </c:pt>
                <c:pt idx="288">
                  <c:v>7.8129692159498892E-6</c:v>
                </c:pt>
                <c:pt idx="289">
                  <c:v>7.8129210852256702E-6</c:v>
                </c:pt>
                <c:pt idx="290">
                  <c:v>7.8128756727214603E-6</c:v>
                </c:pt>
                <c:pt idx="291">
                  <c:v>7.8128334440570999E-6</c:v>
                </c:pt>
                <c:pt idx="292">
                  <c:v>7.8127931973053102E-6</c:v>
                </c:pt>
                <c:pt idx="293">
                  <c:v>7.8127561952921099E-6</c:v>
                </c:pt>
                <c:pt idx="294">
                  <c:v>7.8127218815492804E-6</c:v>
                </c:pt>
                <c:pt idx="295">
                  <c:v>7.8126914696597498E-6</c:v>
                </c:pt>
                <c:pt idx="296">
                  <c:v>7.8126623906701504E-6</c:v>
                </c:pt>
                <c:pt idx="297">
                  <c:v>7.8126359288358397E-6</c:v>
                </c:pt>
                <c:pt idx="298">
                  <c:v>7.8126130599450105E-6</c:v>
                </c:pt>
                <c:pt idx="299">
                  <c:v>7.8125909549112003E-6</c:v>
                </c:pt>
                <c:pt idx="300">
                  <c:v>7.8125730769788098E-6</c:v>
                </c:pt>
                <c:pt idx="301">
                  <c:v>7.8125567801106901E-6</c:v>
                </c:pt>
                <c:pt idx="302">
                  <c:v>7.8125440462500408E-6</c:v>
                </c:pt>
                <c:pt idx="303">
                  <c:v>7.8125334953941806E-6</c:v>
                </c:pt>
                <c:pt idx="304">
                  <c:v>7.8125260535979694E-6</c:v>
                </c:pt>
                <c:pt idx="305">
                  <c:v>7.8125210625940095E-6</c:v>
                </c:pt>
                <c:pt idx="306">
                  <c:v>7.8125189204792108E-6</c:v>
                </c:pt>
                <c:pt idx="307">
                  <c:v>7.8125195038407203E-6</c:v>
                </c:pt>
                <c:pt idx="308">
                  <c:v>7.8125229022249199E-6</c:v>
                </c:pt>
                <c:pt idx="309">
                  <c:v>7.8125292618993104E-6</c:v>
                </c:pt>
                <c:pt idx="310">
                  <c:v>7.8125383556100599E-6</c:v>
                </c:pt>
                <c:pt idx="311">
                  <c:v>7.8125501596515993E-6</c:v>
                </c:pt>
                <c:pt idx="312">
                  <c:v>7.8125648122671104E-6</c:v>
                </c:pt>
                <c:pt idx="313">
                  <c:v>7.8125818128047796E-6</c:v>
                </c:pt>
                <c:pt idx="314">
                  <c:v>7.8126023797537702E-6</c:v>
                </c:pt>
                <c:pt idx="315">
                  <c:v>7.8126250480202396E-6</c:v>
                </c:pt>
                <c:pt idx="316">
                  <c:v>7.8126510713089204E-6</c:v>
                </c:pt>
                <c:pt idx="317">
                  <c:v>7.8126794648460807E-6</c:v>
                </c:pt>
                <c:pt idx="318">
                  <c:v>7.8127101548334499E-6</c:v>
                </c:pt>
                <c:pt idx="319">
                  <c:v>7.8127444191300603E-6</c:v>
                </c:pt>
                <c:pt idx="320">
                  <c:v>7.8127797353625393E-6</c:v>
                </c:pt>
                <c:pt idx="321">
                  <c:v>7.8128201220417595E-6</c:v>
                </c:pt>
                <c:pt idx="322">
                  <c:v>7.8128605717128193E-6</c:v>
                </c:pt>
                <c:pt idx="323">
                  <c:v>7.8129068106045004E-6</c:v>
                </c:pt>
                <c:pt idx="324">
                  <c:v>7.8129546719862996E-6</c:v>
                </c:pt>
                <c:pt idx="325">
                  <c:v>7.8130044413250894E-6</c:v>
                </c:pt>
                <c:pt idx="326">
                  <c:v>7.8130597225985804E-6</c:v>
                </c:pt>
                <c:pt idx="327">
                  <c:v>7.8131129916948897E-6</c:v>
                </c:pt>
                <c:pt idx="328">
                  <c:v>7.8131736727433292E-6</c:v>
                </c:pt>
                <c:pt idx="329">
                  <c:v>7.81323195626368E-6</c:v>
                </c:pt>
                <c:pt idx="330">
                  <c:v>7.8132952189249994E-6</c:v>
                </c:pt>
                <c:pt idx="331">
                  <c:v>7.8133620525026205E-6</c:v>
                </c:pt>
                <c:pt idx="332">
                  <c:v>7.8134313451720994E-6</c:v>
                </c:pt>
                <c:pt idx="333">
                  <c:v>7.8135073216129906E-6</c:v>
                </c:pt>
                <c:pt idx="334">
                  <c:v>7.8135858194544098E-6</c:v>
                </c:pt>
                <c:pt idx="335">
                  <c:v>7.8136637796713696E-6</c:v>
                </c:pt>
                <c:pt idx="336">
                  <c:v>7.8137478347268592E-6</c:v>
                </c:pt>
                <c:pt idx="337">
                  <c:v>7.8138320582975598E-6</c:v>
                </c:pt>
                <c:pt idx="338">
                  <c:v>7.8139218425742393E-6</c:v>
                </c:pt>
                <c:pt idx="339">
                  <c:v>7.8140117106578104E-6</c:v>
                </c:pt>
                <c:pt idx="340">
                  <c:v>7.81410696781074E-6</c:v>
                </c:pt>
                <c:pt idx="341">
                  <c:v>7.8141976496460108E-6</c:v>
                </c:pt>
                <c:pt idx="342">
                  <c:v>7.8142977153880005E-6</c:v>
                </c:pt>
                <c:pt idx="343">
                  <c:v>7.8143937303843404E-6</c:v>
                </c:pt>
                <c:pt idx="344">
                  <c:v>7.8144990335266297E-6</c:v>
                </c:pt>
                <c:pt idx="345">
                  <c:v>7.8146021065714494E-6</c:v>
                </c:pt>
                <c:pt idx="346">
                  <c:v>7.8147140945627293E-6</c:v>
                </c:pt>
                <c:pt idx="347">
                  <c:v>7.8148257293434504E-6</c:v>
                </c:pt>
                <c:pt idx="348">
                  <c:v>7.8149446382804601E-6</c:v>
                </c:pt>
                <c:pt idx="349">
                  <c:v>7.8150628532718397E-6</c:v>
                </c:pt>
                <c:pt idx="350">
                  <c:v>7.8151876676992693E-6</c:v>
                </c:pt>
                <c:pt idx="351">
                  <c:v>7.81531311462698E-6</c:v>
                </c:pt>
                <c:pt idx="352">
                  <c:v>7.8154411458075708E-6</c:v>
                </c:pt>
                <c:pt idx="353">
                  <c:v>7.8155712309711201E-6</c:v>
                </c:pt>
                <c:pt idx="354">
                  <c:v>7.8157015315195693E-6</c:v>
                </c:pt>
                <c:pt idx="355">
                  <c:v>7.8158345555403993E-6</c:v>
                </c:pt>
                <c:pt idx="356">
                  <c:v>7.8159700990514592E-6</c:v>
                </c:pt>
                <c:pt idx="357">
                  <c:v>7.8161116314551607E-6</c:v>
                </c:pt>
                <c:pt idx="358">
                  <c:v>7.8162556024946204E-6</c:v>
                </c:pt>
                <c:pt idx="359">
                  <c:v>7.8164061575400102E-6</c:v>
                </c:pt>
                <c:pt idx="360">
                  <c:v>7.81655451361652E-6</c:v>
                </c:pt>
                <c:pt idx="361">
                  <c:v>7.8167119471087898E-6</c:v>
                </c:pt>
                <c:pt idx="362">
                  <c:v>7.8168666587438606E-6</c:v>
                </c:pt>
                <c:pt idx="363">
                  <c:v>7.8170278201863705E-6</c:v>
                </c:pt>
                <c:pt idx="364">
                  <c:v>7.8171884133822402E-6</c:v>
                </c:pt>
                <c:pt idx="365">
                  <c:v>7.8173555593502102E-6</c:v>
                </c:pt>
                <c:pt idx="366">
                  <c:v>7.8175222673965797E-6</c:v>
                </c:pt>
                <c:pt idx="367">
                  <c:v>7.8176967247836792E-6</c:v>
                </c:pt>
                <c:pt idx="368">
                  <c:v>7.8178662428784497E-6</c:v>
                </c:pt>
                <c:pt idx="369">
                  <c:v>7.81804688912332E-6</c:v>
                </c:pt>
                <c:pt idx="370">
                  <c:v>7.8182236327961908E-6</c:v>
                </c:pt>
                <c:pt idx="371">
                  <c:v>7.8184100884316596E-6</c:v>
                </c:pt>
                <c:pt idx="372">
                  <c:v>7.8185921660103293E-6</c:v>
                </c:pt>
                <c:pt idx="373">
                  <c:v>7.8187847482057102E-6</c:v>
                </c:pt>
                <c:pt idx="374">
                  <c:v>7.81896983717772E-6</c:v>
                </c:pt>
                <c:pt idx="375">
                  <c:v>7.81916032751523E-6</c:v>
                </c:pt>
                <c:pt idx="376">
                  <c:v>7.8193606160217098E-6</c:v>
                </c:pt>
                <c:pt idx="377">
                  <c:v>7.8195547018610898E-6</c:v>
                </c:pt>
                <c:pt idx="378">
                  <c:v>7.8197520991203507E-6</c:v>
                </c:pt>
                <c:pt idx="379">
                  <c:v>7.8199617796390703E-6</c:v>
                </c:pt>
                <c:pt idx="380">
                  <c:v>7.82016542050594E-6</c:v>
                </c:pt>
                <c:pt idx="381">
                  <c:v>7.8203799408177597E-6</c:v>
                </c:pt>
                <c:pt idx="382">
                  <c:v>7.8205917933470399E-6</c:v>
                </c:pt>
                <c:pt idx="383">
                  <c:v>7.8208094415042493E-6</c:v>
                </c:pt>
                <c:pt idx="384">
                  <c:v>7.8210185257614592E-6</c:v>
                </c:pt>
                <c:pt idx="385">
                  <c:v>7.8212444495438997E-6</c:v>
                </c:pt>
                <c:pt idx="386">
                  <c:v>7.8214659292904399E-6</c:v>
                </c:pt>
                <c:pt idx="387">
                  <c:v>7.8216975686746597E-6</c:v>
                </c:pt>
                <c:pt idx="388">
                  <c:v>7.8219255317234203E-6</c:v>
                </c:pt>
                <c:pt idx="389">
                  <c:v>7.8221568692844595E-6</c:v>
                </c:pt>
                <c:pt idx="390">
                  <c:v>7.8223857657061195E-6</c:v>
                </c:pt>
                <c:pt idx="391">
                  <c:v>7.8226199037426897E-6</c:v>
                </c:pt>
                <c:pt idx="392">
                  <c:v>7.8228559334502601E-6</c:v>
                </c:pt>
                <c:pt idx="393">
                  <c:v>7.8231000704110195E-6</c:v>
                </c:pt>
                <c:pt idx="394">
                  <c:v>7.82334230454516E-6</c:v>
                </c:pt>
                <c:pt idx="395">
                  <c:v>7.8235916646094396E-6</c:v>
                </c:pt>
                <c:pt idx="396">
                  <c:v>7.8238402667735695E-6</c:v>
                </c:pt>
                <c:pt idx="397">
                  <c:v>7.8240963075146196E-6</c:v>
                </c:pt>
                <c:pt idx="398">
                  <c:v>7.8243522460023605E-6</c:v>
                </c:pt>
                <c:pt idx="399">
                  <c:v>7.8246189555231706E-6</c:v>
                </c:pt>
                <c:pt idx="400">
                  <c:v>7.8248782250724395E-6</c:v>
                </c:pt>
                <c:pt idx="401">
                  <c:v>7.8251526116642307E-6</c:v>
                </c:pt>
                <c:pt idx="402">
                  <c:v>7.8254214426729102E-6</c:v>
                </c:pt>
                <c:pt idx="403">
                  <c:v>7.8256995666090199E-6</c:v>
                </c:pt>
                <c:pt idx="404">
                  <c:v>7.8259699798510807E-6</c:v>
                </c:pt>
                <c:pt idx="405">
                  <c:v>7.8262532485260699E-6</c:v>
                </c:pt>
                <c:pt idx="406">
                  <c:v>7.8265304510120007E-6</c:v>
                </c:pt>
                <c:pt idx="407">
                  <c:v>7.8268235213779803E-6</c:v>
                </c:pt>
                <c:pt idx="408">
                  <c:v>7.8271203879310895E-6</c:v>
                </c:pt>
                <c:pt idx="409">
                  <c:v>7.8274211165687993E-6</c:v>
                </c:pt>
                <c:pt idx="410">
                  <c:v>7.8277221210632104E-6</c:v>
                </c:pt>
                <c:pt idx="411">
                  <c:v>7.8280132580909195E-6</c:v>
                </c:pt>
                <c:pt idx="412">
                  <c:v>7.8283034158123896E-6</c:v>
                </c:pt>
                <c:pt idx="413">
                  <c:v>7.8285998200336201E-6</c:v>
                </c:pt>
                <c:pt idx="414">
                  <c:v>7.8288945610479808E-6</c:v>
                </c:pt>
                <c:pt idx="415">
                  <c:v>7.8291964243163796E-6</c:v>
                </c:pt>
                <c:pt idx="416">
                  <c:v>7.8295118673765308E-6</c:v>
                </c:pt>
                <c:pt idx="417">
                  <c:v>7.8298026097616203E-6</c:v>
                </c:pt>
                <c:pt idx="418">
                  <c:v>7.8301268994502404E-6</c:v>
                </c:pt>
                <c:pt idx="419">
                  <c:v>7.8304373100725006E-6</c:v>
                </c:pt>
                <c:pt idx="420">
                  <c:v>7.8307573612217493E-6</c:v>
                </c:pt>
                <c:pt idx="421">
                  <c:v>7.8310857622789602E-6</c:v>
                </c:pt>
                <c:pt idx="422">
                  <c:v>7.8314085858268204E-6</c:v>
                </c:pt>
                <c:pt idx="423">
                  <c:v>7.8317340044077303E-6</c:v>
                </c:pt>
                <c:pt idx="424">
                  <c:v>7.8320720069074698E-6</c:v>
                </c:pt>
                <c:pt idx="425">
                  <c:v>7.8324001140701402E-6</c:v>
                </c:pt>
                <c:pt idx="426">
                  <c:v>7.8327334077396708E-6</c:v>
                </c:pt>
                <c:pt idx="427">
                  <c:v>7.8330731299807505E-6</c:v>
                </c:pt>
                <c:pt idx="428">
                  <c:v>7.8334005825122203E-6</c:v>
                </c:pt>
                <c:pt idx="429">
                  <c:v>7.8337456314424596E-6</c:v>
                </c:pt>
                <c:pt idx="430">
                  <c:v>7.8340836280651508E-6</c:v>
                </c:pt>
                <c:pt idx="431">
                  <c:v>7.8344390268954195E-6</c:v>
                </c:pt>
                <c:pt idx="432">
                  <c:v>7.83478658553689E-6</c:v>
                </c:pt>
                <c:pt idx="433">
                  <c:v>7.8351461243496507E-6</c:v>
                </c:pt>
                <c:pt idx="434">
                  <c:v>7.8355011743795207E-6</c:v>
                </c:pt>
                <c:pt idx="435">
                  <c:v>7.8358626956164093E-6</c:v>
                </c:pt>
                <c:pt idx="436">
                  <c:v>7.8362213359925596E-6</c:v>
                </c:pt>
                <c:pt idx="437">
                  <c:v>7.8365875798620894E-6</c:v>
                </c:pt>
                <c:pt idx="438">
                  <c:v>7.8369538376500493E-6</c:v>
                </c:pt>
                <c:pt idx="439">
                  <c:v>7.8373157112280596E-6</c:v>
                </c:pt>
              </c:numCache>
            </c:numRef>
          </c:xVal>
          <c:yVal>
            <c:numRef>
              <c:f>'Post Processing - SS NaCl'!$AV$55:$AV$494</c:f>
              <c:numCache>
                <c:formatCode>General</c:formatCode>
                <c:ptCount val="440"/>
                <c:pt idx="0">
                  <c:v>0.69885018967021417</c:v>
                </c:pt>
                <c:pt idx="1">
                  <c:v>0.69852717943508036</c:v>
                </c:pt>
                <c:pt idx="2">
                  <c:v>0.69634743328183268</c:v>
                </c:pt>
                <c:pt idx="3">
                  <c:v>0.69651862614301119</c:v>
                </c:pt>
                <c:pt idx="4">
                  <c:v>0.69781389025221119</c:v>
                </c:pt>
                <c:pt idx="5">
                  <c:v>0.69782252507515197</c:v>
                </c:pt>
                <c:pt idx="6">
                  <c:v>0.69323542881132694</c:v>
                </c:pt>
                <c:pt idx="7">
                  <c:v>0.68991776974557495</c:v>
                </c:pt>
                <c:pt idx="8">
                  <c:v>0.69424007422773892</c:v>
                </c:pt>
                <c:pt idx="9">
                  <c:v>0.69419236554989816</c:v>
                </c:pt>
                <c:pt idx="10">
                  <c:v>0.69060060735670092</c:v>
                </c:pt>
                <c:pt idx="11">
                  <c:v>0.68924397904279222</c:v>
                </c:pt>
                <c:pt idx="12">
                  <c:v>0.6928121819141877</c:v>
                </c:pt>
                <c:pt idx="13">
                  <c:v>0.69460731452207647</c:v>
                </c:pt>
                <c:pt idx="14">
                  <c:v>0.69078425359453921</c:v>
                </c:pt>
                <c:pt idx="15">
                  <c:v>0.68622671091857279</c:v>
                </c:pt>
                <c:pt idx="16">
                  <c:v>0.69240825654145455</c:v>
                </c:pt>
                <c:pt idx="17">
                  <c:v>0.69577707022027024</c:v>
                </c:pt>
                <c:pt idx="18">
                  <c:v>0.69747681518392668</c:v>
                </c:pt>
                <c:pt idx="19">
                  <c:v>0.69101182718214427</c:v>
                </c:pt>
                <c:pt idx="20">
                  <c:v>0.69415043611857441</c:v>
                </c:pt>
                <c:pt idx="21">
                  <c:v>0.69045468185350489</c:v>
                </c:pt>
                <c:pt idx="22">
                  <c:v>0.68544666620098582</c:v>
                </c:pt>
                <c:pt idx="23">
                  <c:v>0.68484840160927618</c:v>
                </c:pt>
                <c:pt idx="24">
                  <c:v>0.68695854666863299</c:v>
                </c:pt>
                <c:pt idx="25">
                  <c:v>0.68658145475121513</c:v>
                </c:pt>
                <c:pt idx="26">
                  <c:v>0.68500933836312872</c:v>
                </c:pt>
                <c:pt idx="27">
                  <c:v>0.68741503290631434</c:v>
                </c:pt>
                <c:pt idx="28">
                  <c:v>0.68562877466451844</c:v>
                </c:pt>
                <c:pt idx="29">
                  <c:v>0.6821006991138383</c:v>
                </c:pt>
                <c:pt idx="30">
                  <c:v>0.68221200555125605</c:v>
                </c:pt>
                <c:pt idx="31">
                  <c:v>0.68381850951301093</c:v>
                </c:pt>
                <c:pt idx="32">
                  <c:v>0.69169163282968138</c:v>
                </c:pt>
                <c:pt idx="33">
                  <c:v>0.68888911871092628</c:v>
                </c:pt>
                <c:pt idx="34">
                  <c:v>0.68700863839578252</c:v>
                </c:pt>
                <c:pt idx="35">
                  <c:v>0.68459837368061993</c:v>
                </c:pt>
                <c:pt idx="36">
                  <c:v>0.68558604730283745</c:v>
                </c:pt>
                <c:pt idx="37">
                  <c:v>0.68987220466289456</c:v>
                </c:pt>
                <c:pt idx="38">
                  <c:v>0.68409504128544474</c:v>
                </c:pt>
                <c:pt idx="39">
                  <c:v>0.68192769095503059</c:v>
                </c:pt>
                <c:pt idx="40">
                  <c:v>0.68246349450901678</c:v>
                </c:pt>
                <c:pt idx="41">
                  <c:v>0.6849840515814134</c:v>
                </c:pt>
                <c:pt idx="42">
                  <c:v>0.68482397649921978</c:v>
                </c:pt>
                <c:pt idx="43">
                  <c:v>0.6762755438782303</c:v>
                </c:pt>
                <c:pt idx="44">
                  <c:v>0.68179924640314749</c:v>
                </c:pt>
                <c:pt idx="45">
                  <c:v>0.67734619305472887</c:v>
                </c:pt>
                <c:pt idx="46">
                  <c:v>0.6817391477584045</c:v>
                </c:pt>
                <c:pt idx="47">
                  <c:v>0.67831982662307044</c:v>
                </c:pt>
                <c:pt idx="48">
                  <c:v>0.68252075006252688</c:v>
                </c:pt>
                <c:pt idx="49">
                  <c:v>0.68310544672778006</c:v>
                </c:pt>
                <c:pt idx="50">
                  <c:v>0.68723443104617343</c:v>
                </c:pt>
                <c:pt idx="51">
                  <c:v>0.68625477489191589</c:v>
                </c:pt>
                <c:pt idx="52">
                  <c:v>0.68333370634028356</c:v>
                </c:pt>
                <c:pt idx="53">
                  <c:v>0.68684454128996819</c:v>
                </c:pt>
                <c:pt idx="54">
                  <c:v>0.69019085235111699</c:v>
                </c:pt>
                <c:pt idx="55">
                  <c:v>0.69147296250935275</c:v>
                </c:pt>
                <c:pt idx="56">
                  <c:v>0.69388022944489935</c:v>
                </c:pt>
                <c:pt idx="57">
                  <c:v>0.69180345154127465</c:v>
                </c:pt>
                <c:pt idx="58">
                  <c:v>0.68698433552655014</c:v>
                </c:pt>
                <c:pt idx="59">
                  <c:v>0.68762600077218472</c:v>
                </c:pt>
                <c:pt idx="60">
                  <c:v>0.68720067230217752</c:v>
                </c:pt>
                <c:pt idx="61">
                  <c:v>0.685599929119316</c:v>
                </c:pt>
                <c:pt idx="62">
                  <c:v>0.68469170262159307</c:v>
                </c:pt>
                <c:pt idx="63">
                  <c:v>0.68317456162462176</c:v>
                </c:pt>
                <c:pt idx="64">
                  <c:v>0.68661643405947181</c:v>
                </c:pt>
                <c:pt idx="65">
                  <c:v>0.68022756535093809</c:v>
                </c:pt>
                <c:pt idx="66">
                  <c:v>0.68066625269176906</c:v>
                </c:pt>
                <c:pt idx="67">
                  <c:v>0.67732494986734948</c:v>
                </c:pt>
                <c:pt idx="68">
                  <c:v>0.67995435827623285</c:v>
                </c:pt>
                <c:pt idx="69">
                  <c:v>0.6788740316023012</c:v>
                </c:pt>
                <c:pt idx="70">
                  <c:v>0.67551842417014152</c:v>
                </c:pt>
                <c:pt idx="71">
                  <c:v>0.67599485270046278</c:v>
                </c:pt>
                <c:pt idx="72">
                  <c:v>0.67970854897135724</c:v>
                </c:pt>
                <c:pt idx="73">
                  <c:v>0.67716587195142197</c:v>
                </c:pt>
                <c:pt idx="74">
                  <c:v>0.67453398191367486</c:v>
                </c:pt>
                <c:pt idx="75">
                  <c:v>0.67233590251314557</c:v>
                </c:pt>
                <c:pt idx="76">
                  <c:v>0.67725349053461181</c:v>
                </c:pt>
                <c:pt idx="77">
                  <c:v>0.67247155053542607</c:v>
                </c:pt>
                <c:pt idx="78">
                  <c:v>0.67163953586810343</c:v>
                </c:pt>
                <c:pt idx="79">
                  <c:v>0.67162831948336754</c:v>
                </c:pt>
                <c:pt idx="80">
                  <c:v>0.67189917583241221</c:v>
                </c:pt>
                <c:pt idx="81">
                  <c:v>0.67058155755297999</c:v>
                </c:pt>
                <c:pt idx="82">
                  <c:v>0.66462330849000228</c:v>
                </c:pt>
                <c:pt idx="83">
                  <c:v>0.67012460217670544</c:v>
                </c:pt>
                <c:pt idx="84">
                  <c:v>0.67103374999281595</c:v>
                </c:pt>
                <c:pt idx="85">
                  <c:v>0.66797519270607819</c:v>
                </c:pt>
                <c:pt idx="86">
                  <c:v>0.66791894079656822</c:v>
                </c:pt>
                <c:pt idx="87">
                  <c:v>0.66909797051919206</c:v>
                </c:pt>
                <c:pt idx="88">
                  <c:v>0.66096311011328568</c:v>
                </c:pt>
                <c:pt idx="89">
                  <c:v>0.65306330635162013</c:v>
                </c:pt>
                <c:pt idx="90">
                  <c:v>0.65765037404937909</c:v>
                </c:pt>
                <c:pt idx="91">
                  <c:v>0.65266337584783485</c:v>
                </c:pt>
                <c:pt idx="92">
                  <c:v>0.64869277047169127</c:v>
                </c:pt>
                <c:pt idx="93">
                  <c:v>0.61010398002319188</c:v>
                </c:pt>
                <c:pt idx="94">
                  <c:v>0.60940032038559566</c:v>
                </c:pt>
                <c:pt idx="95">
                  <c:v>0.62701379313005712</c:v>
                </c:pt>
                <c:pt idx="96">
                  <c:v>0.60883668675829639</c:v>
                </c:pt>
                <c:pt idx="97">
                  <c:v>0.62719216299357239</c:v>
                </c:pt>
                <c:pt idx="98">
                  <c:v>0.57898154131726343</c:v>
                </c:pt>
                <c:pt idx="99">
                  <c:v>0.63513682616287137</c:v>
                </c:pt>
                <c:pt idx="100">
                  <c:v>0.60813702802847158</c:v>
                </c:pt>
                <c:pt idx="101">
                  <c:v>0.63503016789422617</c:v>
                </c:pt>
                <c:pt idx="102">
                  <c:v>0.62873190713995997</c:v>
                </c:pt>
                <c:pt idx="103">
                  <c:v>0.65119928698666274</c:v>
                </c:pt>
                <c:pt idx="104">
                  <c:v>0.664035106868054</c:v>
                </c:pt>
                <c:pt idx="105">
                  <c:v>0.65523318368946681</c:v>
                </c:pt>
                <c:pt idx="106">
                  <c:v>0.65273232017023342</c:v>
                </c:pt>
                <c:pt idx="107">
                  <c:v>0.65872823738822894</c:v>
                </c:pt>
                <c:pt idx="108">
                  <c:v>0.64526379444003279</c:v>
                </c:pt>
                <c:pt idx="109">
                  <c:v>0.6337922046017449</c:v>
                </c:pt>
                <c:pt idx="110">
                  <c:v>0.60544060844956249</c:v>
                </c:pt>
                <c:pt idx="111">
                  <c:v>0.63290459103122698</c:v>
                </c:pt>
                <c:pt idx="112">
                  <c:v>0.60916544577630094</c:v>
                </c:pt>
                <c:pt idx="113">
                  <c:v>0.59201032233769235</c:v>
                </c:pt>
                <c:pt idx="114">
                  <c:v>0.5689955055185939</c:v>
                </c:pt>
                <c:pt idx="115">
                  <c:v>0.60697075380474508</c:v>
                </c:pt>
                <c:pt idx="116">
                  <c:v>0.59369857739729648</c:v>
                </c:pt>
                <c:pt idx="117">
                  <c:v>0.5704234498006765</c:v>
                </c:pt>
                <c:pt idx="118">
                  <c:v>0.5584708370378495</c:v>
                </c:pt>
                <c:pt idx="119">
                  <c:v>0.59290327158258482</c:v>
                </c:pt>
                <c:pt idx="120">
                  <c:v>0.6177640602543788</c:v>
                </c:pt>
                <c:pt idx="121">
                  <c:v>0.62594080036169075</c:v>
                </c:pt>
                <c:pt idx="122">
                  <c:v>0.6232329294769573</c:v>
                </c:pt>
                <c:pt idx="123">
                  <c:v>0.62482716263358584</c:v>
                </c:pt>
                <c:pt idx="124">
                  <c:v>0.61613740450121113</c:v>
                </c:pt>
                <c:pt idx="125">
                  <c:v>0.63137034199731201</c:v>
                </c:pt>
                <c:pt idx="126">
                  <c:v>0.62290163499295692</c:v>
                </c:pt>
                <c:pt idx="127">
                  <c:v>0.50158755425280521</c:v>
                </c:pt>
                <c:pt idx="128">
                  <c:v>0.50096008794599267</c:v>
                </c:pt>
                <c:pt idx="129">
                  <c:v>0.53104933635588347</c:v>
                </c:pt>
                <c:pt idx="130">
                  <c:v>0.51963359739648174</c:v>
                </c:pt>
                <c:pt idx="131">
                  <c:v>0.5467717872152672</c:v>
                </c:pt>
                <c:pt idx="132">
                  <c:v>0.50160555412467878</c:v>
                </c:pt>
                <c:pt idx="133">
                  <c:v>0.50164854957164073</c:v>
                </c:pt>
                <c:pt idx="134">
                  <c:v>0.38528176127943958</c:v>
                </c:pt>
                <c:pt idx="135">
                  <c:v>0.44771257621907606</c:v>
                </c:pt>
                <c:pt idx="136">
                  <c:v>0.41886121640068802</c:v>
                </c:pt>
                <c:pt idx="137">
                  <c:v>0.50225540262595081</c:v>
                </c:pt>
                <c:pt idx="138">
                  <c:v>0.41587322109773628</c:v>
                </c:pt>
                <c:pt idx="139">
                  <c:v>0.41422129384268486</c:v>
                </c:pt>
                <c:pt idx="140">
                  <c:v>0.37516422351183265</c:v>
                </c:pt>
                <c:pt idx="141">
                  <c:v>0.31239709770999641</c:v>
                </c:pt>
                <c:pt idx="142">
                  <c:v>0.45933522680923783</c:v>
                </c:pt>
                <c:pt idx="143">
                  <c:v>0.56216103791364747</c:v>
                </c:pt>
                <c:pt idx="144">
                  <c:v>0.631992542446145</c:v>
                </c:pt>
                <c:pt idx="145">
                  <c:v>0.67357539815145528</c:v>
                </c:pt>
                <c:pt idx="146">
                  <c:v>0.66263199691599883</c:v>
                </c:pt>
                <c:pt idx="147">
                  <c:v>0.80552348736849977</c:v>
                </c:pt>
                <c:pt idx="148">
                  <c:v>0.73875366906484352</c:v>
                </c:pt>
                <c:pt idx="149">
                  <c:v>0.8918782009451578</c:v>
                </c:pt>
                <c:pt idx="150">
                  <c:v>0.93829751574464237</c:v>
                </c:pt>
                <c:pt idx="151">
                  <c:v>0.97983893686378021</c:v>
                </c:pt>
                <c:pt idx="152">
                  <c:v>0.78518322467119661</c:v>
                </c:pt>
                <c:pt idx="153">
                  <c:v>0.59179946825424634</c:v>
                </c:pt>
                <c:pt idx="154">
                  <c:v>0.59774121842077299</c:v>
                </c:pt>
                <c:pt idx="155">
                  <c:v>0.54425975979603858</c:v>
                </c:pt>
                <c:pt idx="156">
                  <c:v>0.55527745652980431</c:v>
                </c:pt>
                <c:pt idx="157">
                  <c:v>0.54376630764545653</c:v>
                </c:pt>
                <c:pt idx="158">
                  <c:v>0.60875703646526635</c:v>
                </c:pt>
                <c:pt idx="159">
                  <c:v>0.6006251263765926</c:v>
                </c:pt>
                <c:pt idx="160">
                  <c:v>0.57701196551855716</c:v>
                </c:pt>
                <c:pt idx="161">
                  <c:v>0.58874630317746035</c:v>
                </c:pt>
                <c:pt idx="162">
                  <c:v>0.69668188838130951</c:v>
                </c:pt>
                <c:pt idx="163">
                  <c:v>0.75242021447597252</c:v>
                </c:pt>
                <c:pt idx="164">
                  <c:v>0.74857505871987073</c:v>
                </c:pt>
                <c:pt idx="165">
                  <c:v>0.73734667647846341</c:v>
                </c:pt>
                <c:pt idx="166">
                  <c:v>0.73126974162079494</c:v>
                </c:pt>
                <c:pt idx="167">
                  <c:v>0.68436306855404661</c:v>
                </c:pt>
                <c:pt idx="168">
                  <c:v>0.64188586813613047</c:v>
                </c:pt>
                <c:pt idx="169">
                  <c:v>0.63222125154441167</c:v>
                </c:pt>
                <c:pt idx="170">
                  <c:v>0.63057461478902344</c:v>
                </c:pt>
                <c:pt idx="171">
                  <c:v>0.63803377416697471</c:v>
                </c:pt>
                <c:pt idx="172">
                  <c:v>0.64006482170371659</c:v>
                </c:pt>
                <c:pt idx="173">
                  <c:v>0.64430876201295784</c:v>
                </c:pt>
                <c:pt idx="174">
                  <c:v>0.62906040020695608</c:v>
                </c:pt>
                <c:pt idx="175">
                  <c:v>0.63894771312078236</c:v>
                </c:pt>
                <c:pt idx="176">
                  <c:v>0.63757935777167918</c:v>
                </c:pt>
                <c:pt idx="177">
                  <c:v>0.63979630838556711</c:v>
                </c:pt>
                <c:pt idx="178">
                  <c:v>0.63931763147544673</c:v>
                </c:pt>
                <c:pt idx="179">
                  <c:v>0.64877564846304503</c:v>
                </c:pt>
                <c:pt idx="180">
                  <c:v>0.6403596717924116</c:v>
                </c:pt>
                <c:pt idx="181">
                  <c:v>0.62880476578994682</c:v>
                </c:pt>
                <c:pt idx="182">
                  <c:v>0.63173319402515715</c:v>
                </c:pt>
                <c:pt idx="183">
                  <c:v>0.63453897033586226</c:v>
                </c:pt>
                <c:pt idx="184">
                  <c:v>0.62808787179152303</c:v>
                </c:pt>
                <c:pt idx="185">
                  <c:v>0.63400840200880781</c:v>
                </c:pt>
                <c:pt idx="186">
                  <c:v>0.63125516071200882</c:v>
                </c:pt>
                <c:pt idx="187">
                  <c:v>0.63135427510856412</c:v>
                </c:pt>
                <c:pt idx="188">
                  <c:v>0.61445372869526116</c:v>
                </c:pt>
                <c:pt idx="189">
                  <c:v>0.61638465286946365</c:v>
                </c:pt>
                <c:pt idx="190">
                  <c:v>0.62812324080691639</c:v>
                </c:pt>
                <c:pt idx="191">
                  <c:v>0.63693458947259307</c:v>
                </c:pt>
                <c:pt idx="192">
                  <c:v>0.63175515901672719</c:v>
                </c:pt>
                <c:pt idx="193">
                  <c:v>0.60891404977948238</c:v>
                </c:pt>
                <c:pt idx="194">
                  <c:v>0.62796431670663733</c:v>
                </c:pt>
                <c:pt idx="195">
                  <c:v>0.63028396255194574</c:v>
                </c:pt>
                <c:pt idx="196">
                  <c:v>0.63208283053524073</c:v>
                </c:pt>
                <c:pt idx="197">
                  <c:v>0.63080001240016859</c:v>
                </c:pt>
                <c:pt idx="198">
                  <c:v>0.64813701961602543</c:v>
                </c:pt>
                <c:pt idx="199">
                  <c:v>0.64650668723045768</c:v>
                </c:pt>
                <c:pt idx="200">
                  <c:v>0.63281440181202475</c:v>
                </c:pt>
                <c:pt idx="201">
                  <c:v>0.63180320696550163</c:v>
                </c:pt>
                <c:pt idx="202">
                  <c:v>0.62944953898061662</c:v>
                </c:pt>
                <c:pt idx="203">
                  <c:v>0.62629038623534572</c:v>
                </c:pt>
                <c:pt idx="204">
                  <c:v>0.62704810485062723</c:v>
                </c:pt>
                <c:pt idx="205">
                  <c:v>0.62696003068626649</c:v>
                </c:pt>
                <c:pt idx="206">
                  <c:v>0.6280517752810999</c:v>
                </c:pt>
                <c:pt idx="207">
                  <c:v>0.62959591730604791</c:v>
                </c:pt>
                <c:pt idx="208">
                  <c:v>0.62703920799228774</c:v>
                </c:pt>
                <c:pt idx="209">
                  <c:v>0.62548491396958206</c:v>
                </c:pt>
                <c:pt idx="210">
                  <c:v>0.62254172533472585</c:v>
                </c:pt>
                <c:pt idx="211">
                  <c:v>0.6264142540029769</c:v>
                </c:pt>
                <c:pt idx="212">
                  <c:v>0.6246902669415979</c:v>
                </c:pt>
                <c:pt idx="213">
                  <c:v>0.62672694541132334</c:v>
                </c:pt>
                <c:pt idx="214">
                  <c:v>0.62821292496967551</c:v>
                </c:pt>
                <c:pt idx="215">
                  <c:v>0.62566126695407154</c:v>
                </c:pt>
                <c:pt idx="216">
                  <c:v>0.62379955239661966</c:v>
                </c:pt>
                <c:pt idx="217">
                  <c:v>0.62029202402769312</c:v>
                </c:pt>
                <c:pt idx="218">
                  <c:v>0.62145571759067042</c:v>
                </c:pt>
                <c:pt idx="219">
                  <c:v>0.62113156131973124</c:v>
                </c:pt>
                <c:pt idx="220">
                  <c:v>0.62040456285674295</c:v>
                </c:pt>
                <c:pt idx="221">
                  <c:v>0.61986884797277153</c:v>
                </c:pt>
                <c:pt idx="222">
                  <c:v>0.61406883471344675</c:v>
                </c:pt>
                <c:pt idx="223">
                  <c:v>0.61065810824598388</c:v>
                </c:pt>
                <c:pt idx="224">
                  <c:v>0.61590905934266782</c:v>
                </c:pt>
                <c:pt idx="225">
                  <c:v>0.61310569926340353</c:v>
                </c:pt>
                <c:pt idx="226">
                  <c:v>0.61137275390533152</c:v>
                </c:pt>
                <c:pt idx="227">
                  <c:v>0.60880954008721055</c:v>
                </c:pt>
                <c:pt idx="228">
                  <c:v>0.61144327682266908</c:v>
                </c:pt>
                <c:pt idx="229">
                  <c:v>0.61002445489557222</c:v>
                </c:pt>
                <c:pt idx="230">
                  <c:v>0.60787552493364505</c:v>
                </c:pt>
                <c:pt idx="231">
                  <c:v>0.60903394120148258</c:v>
                </c:pt>
                <c:pt idx="232">
                  <c:v>0.61087421884550919</c:v>
                </c:pt>
                <c:pt idx="233">
                  <c:v>0.61236528204263463</c:v>
                </c:pt>
                <c:pt idx="234">
                  <c:v>0.61182472215755412</c:v>
                </c:pt>
                <c:pt idx="235">
                  <c:v>0.60055641814156746</c:v>
                </c:pt>
                <c:pt idx="236">
                  <c:v>0.60004646635808645</c:v>
                </c:pt>
                <c:pt idx="237">
                  <c:v>0.60381509396011779</c:v>
                </c:pt>
                <c:pt idx="238">
                  <c:v>0.6006901058435784</c:v>
                </c:pt>
                <c:pt idx="239">
                  <c:v>0.59695028804284311</c:v>
                </c:pt>
                <c:pt idx="240">
                  <c:v>0.58513036320286449</c:v>
                </c:pt>
                <c:pt idx="241">
                  <c:v>0.59454915220748206</c:v>
                </c:pt>
                <c:pt idx="242">
                  <c:v>0.5973261564282013</c:v>
                </c:pt>
                <c:pt idx="243">
                  <c:v>0.5711951596028928</c:v>
                </c:pt>
                <c:pt idx="244">
                  <c:v>0.57754711104285994</c:v>
                </c:pt>
                <c:pt idx="245">
                  <c:v>0.61119145408904751</c:v>
                </c:pt>
                <c:pt idx="246">
                  <c:v>0.60739155137363054</c:v>
                </c:pt>
                <c:pt idx="247">
                  <c:v>0.61009105505156092</c:v>
                </c:pt>
                <c:pt idx="248">
                  <c:v>0.58713258584004957</c:v>
                </c:pt>
                <c:pt idx="249">
                  <c:v>0.61992133777873892</c:v>
                </c:pt>
                <c:pt idx="250">
                  <c:v>0.60906137409985162</c:v>
                </c:pt>
                <c:pt idx="251">
                  <c:v>0.60877679539181306</c:v>
                </c:pt>
                <c:pt idx="252">
                  <c:v>0.60204173277423478</c:v>
                </c:pt>
                <c:pt idx="253">
                  <c:v>0.62532256201688352</c:v>
                </c:pt>
                <c:pt idx="254">
                  <c:v>0.61652831936985308</c:v>
                </c:pt>
                <c:pt idx="255">
                  <c:v>0.58392984802448522</c:v>
                </c:pt>
                <c:pt idx="256">
                  <c:v>0.52614496947451372</c:v>
                </c:pt>
                <c:pt idx="257">
                  <c:v>0.50722483167588006</c:v>
                </c:pt>
                <c:pt idx="258">
                  <c:v>0.55173463099774622</c:v>
                </c:pt>
                <c:pt idx="259">
                  <c:v>0.59493661250997132</c:v>
                </c:pt>
                <c:pt idx="260">
                  <c:v>0.57608636808712499</c:v>
                </c:pt>
                <c:pt idx="261">
                  <c:v>0.54868554163207539</c:v>
                </c:pt>
                <c:pt idx="262">
                  <c:v>0.55717567067499618</c:v>
                </c:pt>
                <c:pt idx="263">
                  <c:v>0.60862949066287353</c:v>
                </c:pt>
                <c:pt idx="264">
                  <c:v>0.60819707316427796</c:v>
                </c:pt>
                <c:pt idx="265">
                  <c:v>0.6232140212975058</c:v>
                </c:pt>
                <c:pt idx="266">
                  <c:v>0.66005281227357937</c:v>
                </c:pt>
                <c:pt idx="267">
                  <c:v>0.68307675513825727</c:v>
                </c:pt>
                <c:pt idx="268">
                  <c:v>0.63705251926741524</c:v>
                </c:pt>
                <c:pt idx="269">
                  <c:v>0.59421735073056581</c:v>
                </c:pt>
                <c:pt idx="270">
                  <c:v>0.59468881322175249</c:v>
                </c:pt>
                <c:pt idx="271">
                  <c:v>0.59158029636060372</c:v>
                </c:pt>
                <c:pt idx="272">
                  <c:v>0.5939867761782025</c:v>
                </c:pt>
                <c:pt idx="273">
                  <c:v>0.58901335545408939</c:v>
                </c:pt>
                <c:pt idx="274">
                  <c:v>0.58289539584743888</c:v>
                </c:pt>
                <c:pt idx="275">
                  <c:v>0.58764277618862037</c:v>
                </c:pt>
                <c:pt idx="276">
                  <c:v>0.59169975339959946</c:v>
                </c:pt>
                <c:pt idx="277">
                  <c:v>0.59083857498551773</c:v>
                </c:pt>
                <c:pt idx="278">
                  <c:v>0.58682269116376151</c:v>
                </c:pt>
                <c:pt idx="279">
                  <c:v>0.5886892627384771</c:v>
                </c:pt>
                <c:pt idx="280">
                  <c:v>0.58886509485314575</c:v>
                </c:pt>
                <c:pt idx="281">
                  <c:v>0.58377371734998651</c:v>
                </c:pt>
                <c:pt idx="282">
                  <c:v>0.58353679554508153</c:v>
                </c:pt>
                <c:pt idx="283">
                  <c:v>0.59204076401779304</c:v>
                </c:pt>
                <c:pt idx="284">
                  <c:v>0.59849979986728985</c:v>
                </c:pt>
                <c:pt idx="285">
                  <c:v>0.59576616741295141</c:v>
                </c:pt>
                <c:pt idx="286">
                  <c:v>0.58258331314812206</c:v>
                </c:pt>
                <c:pt idx="287">
                  <c:v>0.58806936302317558</c:v>
                </c:pt>
                <c:pt idx="288">
                  <c:v>0.58229604717641748</c:v>
                </c:pt>
                <c:pt idx="289">
                  <c:v>0.57759315866632499</c:v>
                </c:pt>
                <c:pt idx="290">
                  <c:v>0.58103935841788645</c:v>
                </c:pt>
                <c:pt idx="291">
                  <c:v>0.58130025348665704</c:v>
                </c:pt>
                <c:pt idx="292">
                  <c:v>0.57460491366581334</c:v>
                </c:pt>
                <c:pt idx="293">
                  <c:v>0.56186181486674369</c:v>
                </c:pt>
                <c:pt idx="294">
                  <c:v>0.56523480824606154</c:v>
                </c:pt>
                <c:pt idx="295">
                  <c:v>0.5609470828501979</c:v>
                </c:pt>
                <c:pt idx="296">
                  <c:v>0.53167810061137044</c:v>
                </c:pt>
                <c:pt idx="297">
                  <c:v>0.52816702521273329</c:v>
                </c:pt>
                <c:pt idx="298">
                  <c:v>0.54191032366955838</c:v>
                </c:pt>
                <c:pt idx="299">
                  <c:v>0.57314124292308288</c:v>
                </c:pt>
                <c:pt idx="300">
                  <c:v>0.55979073499619092</c:v>
                </c:pt>
                <c:pt idx="301">
                  <c:v>0.5531903842062329</c:v>
                </c:pt>
                <c:pt idx="302">
                  <c:v>0.52454929456682009</c:v>
                </c:pt>
                <c:pt idx="303">
                  <c:v>0.53500188511984281</c:v>
                </c:pt>
                <c:pt idx="304">
                  <c:v>0.50047449566846669</c:v>
                </c:pt>
                <c:pt idx="305">
                  <c:v>0.47836310336919929</c:v>
                </c:pt>
                <c:pt idx="306">
                  <c:v>0.54781547230069527</c:v>
                </c:pt>
                <c:pt idx="307">
                  <c:v>0.53163544453861555</c:v>
                </c:pt>
                <c:pt idx="308">
                  <c:v>0.56857108415877067</c:v>
                </c:pt>
                <c:pt idx="309">
                  <c:v>0.45138543263104453</c:v>
                </c:pt>
                <c:pt idx="310">
                  <c:v>0.50145427157391453</c:v>
                </c:pt>
                <c:pt idx="311">
                  <c:v>0.3625181310558877</c:v>
                </c:pt>
                <c:pt idx="312">
                  <c:v>0.29876853335110132</c:v>
                </c:pt>
                <c:pt idx="313">
                  <c:v>0.33774128651397911</c:v>
                </c:pt>
                <c:pt idx="314">
                  <c:v>0.399677121364927</c:v>
                </c:pt>
                <c:pt idx="315">
                  <c:v>0.48740261813203389</c:v>
                </c:pt>
                <c:pt idx="316">
                  <c:v>0.27844030517117524</c:v>
                </c:pt>
                <c:pt idx="317">
                  <c:v>0.30464846892441094</c:v>
                </c:pt>
                <c:pt idx="318">
                  <c:v>0.30700123836630111</c:v>
                </c:pt>
                <c:pt idx="319">
                  <c:v>0.30149461898296975</c:v>
                </c:pt>
                <c:pt idx="320">
                  <c:v>0.37124915201092845</c:v>
                </c:pt>
                <c:pt idx="321">
                  <c:v>0.6094338190901557</c:v>
                </c:pt>
                <c:pt idx="322">
                  <c:v>0.72703299269044219</c:v>
                </c:pt>
                <c:pt idx="323">
                  <c:v>0.73705519265252961</c:v>
                </c:pt>
                <c:pt idx="324">
                  <c:v>0.56948496781627211</c:v>
                </c:pt>
                <c:pt idx="325">
                  <c:v>0.66604506516115947</c:v>
                </c:pt>
                <c:pt idx="326">
                  <c:v>0.59692533128617598</c:v>
                </c:pt>
                <c:pt idx="327">
                  <c:v>0.62950970745212209</c:v>
                </c:pt>
                <c:pt idx="328">
                  <c:v>0.64065327290356877</c:v>
                </c:pt>
                <c:pt idx="329">
                  <c:v>0.73072322385797217</c:v>
                </c:pt>
                <c:pt idx="330">
                  <c:v>0.71742986861198343</c:v>
                </c:pt>
                <c:pt idx="331">
                  <c:v>0.58559374907523487</c:v>
                </c:pt>
                <c:pt idx="332">
                  <c:v>0.61520772243576305</c:v>
                </c:pt>
                <c:pt idx="333">
                  <c:v>0.59316654381638989</c:v>
                </c:pt>
                <c:pt idx="334">
                  <c:v>0.58191673376611008</c:v>
                </c:pt>
                <c:pt idx="335">
                  <c:v>0.59126643477290985</c:v>
                </c:pt>
                <c:pt idx="336">
                  <c:v>0.61732592803894337</c:v>
                </c:pt>
                <c:pt idx="337">
                  <c:v>0.60346442250716514</c:v>
                </c:pt>
                <c:pt idx="338">
                  <c:v>0.57932234413930528</c:v>
                </c:pt>
                <c:pt idx="339">
                  <c:v>0.58566356478034998</c:v>
                </c:pt>
                <c:pt idx="340">
                  <c:v>0.57578919917458715</c:v>
                </c:pt>
                <c:pt idx="341">
                  <c:v>0.56412175669186093</c:v>
                </c:pt>
                <c:pt idx="342">
                  <c:v>0.55012724407609337</c:v>
                </c:pt>
                <c:pt idx="343">
                  <c:v>0.53553660700879957</c:v>
                </c:pt>
                <c:pt idx="344">
                  <c:v>0.54069127405341011</c:v>
                </c:pt>
                <c:pt idx="345">
                  <c:v>0.55776444796215907</c:v>
                </c:pt>
                <c:pt idx="346">
                  <c:v>0.55638165259052252</c:v>
                </c:pt>
                <c:pt idx="347">
                  <c:v>0.55387757655443115</c:v>
                </c:pt>
                <c:pt idx="348">
                  <c:v>0.5379086966718053</c:v>
                </c:pt>
                <c:pt idx="349">
                  <c:v>0.55939439536621882</c:v>
                </c:pt>
                <c:pt idx="350">
                  <c:v>0.55707297620727114</c:v>
                </c:pt>
                <c:pt idx="351">
                  <c:v>0.55670771028173849</c:v>
                </c:pt>
                <c:pt idx="352">
                  <c:v>0.56313060715214314</c:v>
                </c:pt>
                <c:pt idx="353">
                  <c:v>0.58134813592577839</c:v>
                </c:pt>
                <c:pt idx="354">
                  <c:v>0.56852428442348191</c:v>
                </c:pt>
                <c:pt idx="355">
                  <c:v>0.54259624162672049</c:v>
                </c:pt>
                <c:pt idx="356">
                  <c:v>0.5457444859354017</c:v>
                </c:pt>
                <c:pt idx="357">
                  <c:v>0.52601693255911042</c:v>
                </c:pt>
                <c:pt idx="358">
                  <c:v>0.52252782864920744</c:v>
                </c:pt>
                <c:pt idx="359">
                  <c:v>0.547517246867539</c:v>
                </c:pt>
                <c:pt idx="360">
                  <c:v>0.52737239063566299</c:v>
                </c:pt>
                <c:pt idx="361">
                  <c:v>0.53929790709810954</c:v>
                </c:pt>
                <c:pt idx="362">
                  <c:v>0.5109389826414521</c:v>
                </c:pt>
                <c:pt idx="363">
                  <c:v>0.55066568543742933</c:v>
                </c:pt>
                <c:pt idx="364">
                  <c:v>0.55784554204116643</c:v>
                </c:pt>
                <c:pt idx="365">
                  <c:v>0.5534133131448542</c:v>
                </c:pt>
                <c:pt idx="366">
                  <c:v>0.56503064635574907</c:v>
                </c:pt>
                <c:pt idx="367">
                  <c:v>0.57895034212512764</c:v>
                </c:pt>
                <c:pt idx="368">
                  <c:v>0.58296757139522837</c:v>
                </c:pt>
                <c:pt idx="369">
                  <c:v>0.54951322342784625</c:v>
                </c:pt>
                <c:pt idx="370">
                  <c:v>0.55770806512139659</c:v>
                </c:pt>
                <c:pt idx="371">
                  <c:v>0.55722706014152301</c:v>
                </c:pt>
                <c:pt idx="372">
                  <c:v>0.55172755872930512</c:v>
                </c:pt>
                <c:pt idx="373">
                  <c:v>0.54626536186346386</c:v>
                </c:pt>
                <c:pt idx="374">
                  <c:v>0.54403761797240235</c:v>
                </c:pt>
                <c:pt idx="375">
                  <c:v>0.547452090879472</c:v>
                </c:pt>
                <c:pt idx="376">
                  <c:v>0.54802945617023502</c:v>
                </c:pt>
                <c:pt idx="377">
                  <c:v>0.54897107879122919</c:v>
                </c:pt>
                <c:pt idx="378">
                  <c:v>0.53779969477383427</c:v>
                </c:pt>
                <c:pt idx="379">
                  <c:v>0.53906206051135896</c:v>
                </c:pt>
                <c:pt idx="380">
                  <c:v>0.53521422888340653</c:v>
                </c:pt>
                <c:pt idx="381">
                  <c:v>0.53675956233156308</c:v>
                </c:pt>
                <c:pt idx="382">
                  <c:v>0.52614240903806409</c:v>
                </c:pt>
                <c:pt idx="383">
                  <c:v>0.55143784954294828</c:v>
                </c:pt>
                <c:pt idx="384">
                  <c:v>0.52976944716396623</c:v>
                </c:pt>
                <c:pt idx="385">
                  <c:v>0.54616435263723384</c:v>
                </c:pt>
                <c:pt idx="386">
                  <c:v>0.52651334835738772</c:v>
                </c:pt>
                <c:pt idx="387">
                  <c:v>0.54623732736281405</c:v>
                </c:pt>
                <c:pt idx="388">
                  <c:v>0.54796959277903778</c:v>
                </c:pt>
                <c:pt idx="389">
                  <c:v>0.55996385387696124</c:v>
                </c:pt>
                <c:pt idx="390">
                  <c:v>0.5587509321770312</c:v>
                </c:pt>
                <c:pt idx="391">
                  <c:v>0.55915296713816565</c:v>
                </c:pt>
                <c:pt idx="392">
                  <c:v>0.55311534528271489</c:v>
                </c:pt>
                <c:pt idx="393">
                  <c:v>0.53719628863935709</c:v>
                </c:pt>
                <c:pt idx="394">
                  <c:v>0.53694501238164516</c:v>
                </c:pt>
                <c:pt idx="395">
                  <c:v>0.53531299284637013</c:v>
                </c:pt>
                <c:pt idx="396">
                  <c:v>0.54589910833852118</c:v>
                </c:pt>
                <c:pt idx="397">
                  <c:v>0.53835817967313504</c:v>
                </c:pt>
                <c:pt idx="398">
                  <c:v>0.53553178290363845</c:v>
                </c:pt>
                <c:pt idx="399">
                  <c:v>0.51896721093990605</c:v>
                </c:pt>
                <c:pt idx="400">
                  <c:v>0.52904263222107017</c:v>
                </c:pt>
                <c:pt idx="401">
                  <c:v>0.53468312017104713</c:v>
                </c:pt>
                <c:pt idx="402">
                  <c:v>0.54102718100799119</c:v>
                </c:pt>
                <c:pt idx="403">
                  <c:v>0.5283862471071582</c:v>
                </c:pt>
                <c:pt idx="404">
                  <c:v>0.53354160868792311</c:v>
                </c:pt>
                <c:pt idx="405">
                  <c:v>0.52716631722409735</c:v>
                </c:pt>
                <c:pt idx="406">
                  <c:v>0.52114739981144675</c:v>
                </c:pt>
                <c:pt idx="407">
                  <c:v>0.51360344718112294</c:v>
                </c:pt>
                <c:pt idx="408">
                  <c:v>0.52387336336564005</c:v>
                </c:pt>
                <c:pt idx="409">
                  <c:v>0.52961095492851451</c:v>
                </c:pt>
                <c:pt idx="410">
                  <c:v>0.53324479482228115</c:v>
                </c:pt>
                <c:pt idx="411">
                  <c:v>0.52722506827883031</c:v>
                </c:pt>
                <c:pt idx="412">
                  <c:v>0.52223902583732307</c:v>
                </c:pt>
                <c:pt idx="413">
                  <c:v>0.52710080080073574</c:v>
                </c:pt>
                <c:pt idx="414">
                  <c:v>0.53074434179768093</c:v>
                </c:pt>
                <c:pt idx="415">
                  <c:v>0.50203111084506069</c:v>
                </c:pt>
                <c:pt idx="416">
                  <c:v>0.50875064479688292</c:v>
                </c:pt>
                <c:pt idx="417">
                  <c:v>0.53982472232908441</c:v>
                </c:pt>
                <c:pt idx="418">
                  <c:v>0.5404179810947124</c:v>
                </c:pt>
                <c:pt idx="419">
                  <c:v>0.52854085409962648</c:v>
                </c:pt>
                <c:pt idx="420">
                  <c:v>0.49893628972093557</c:v>
                </c:pt>
                <c:pt idx="421">
                  <c:v>0.53308711776186601</c:v>
                </c:pt>
                <c:pt idx="422">
                  <c:v>0.53075394266372333</c:v>
                </c:pt>
                <c:pt idx="423">
                  <c:v>0.52989975278533397</c:v>
                </c:pt>
                <c:pt idx="424">
                  <c:v>0.53362085017494232</c:v>
                </c:pt>
                <c:pt idx="425">
                  <c:v>0.55798407063572131</c:v>
                </c:pt>
                <c:pt idx="426">
                  <c:v>0.55624015656493886</c:v>
                </c:pt>
                <c:pt idx="427">
                  <c:v>0.53446651974342996</c:v>
                </c:pt>
                <c:pt idx="428">
                  <c:v>0.52982542589121406</c:v>
                </c:pt>
                <c:pt idx="429">
                  <c:v>0.52637193196199528</c:v>
                </c:pt>
                <c:pt idx="430">
                  <c:v>0.52997078894401239</c:v>
                </c:pt>
                <c:pt idx="431">
                  <c:v>0.52790401183871205</c:v>
                </c:pt>
                <c:pt idx="432">
                  <c:v>0.52778995288054475</c:v>
                </c:pt>
                <c:pt idx="433">
                  <c:v>0.52427808309560797</c:v>
                </c:pt>
                <c:pt idx="434">
                  <c:v>0.52549615914395686</c:v>
                </c:pt>
                <c:pt idx="435">
                  <c:v>0.51652845554763105</c:v>
                </c:pt>
                <c:pt idx="436">
                  <c:v>0.51160008111972244</c:v>
                </c:pt>
                <c:pt idx="437">
                  <c:v>0.49867951247189657</c:v>
                </c:pt>
                <c:pt idx="438">
                  <c:v>0.50373077979788761</c:v>
                </c:pt>
                <c:pt idx="439">
                  <c:v>0.51712622901505567</c:v>
                </c:pt>
              </c:numCache>
            </c:numRef>
          </c:yVal>
          <c:smooth val="0"/>
          <c:extLst>
            <c:ext xmlns:c16="http://schemas.microsoft.com/office/drawing/2014/chart" uri="{C3380CC4-5D6E-409C-BE32-E72D297353CC}">
              <c16:uniqueId val="{00000000-212A-441A-8CC4-ABEA5372C228}"/>
            </c:ext>
          </c:extLst>
        </c:ser>
        <c:ser>
          <c:idx val="2"/>
          <c:order val="1"/>
          <c:tx>
            <c:strRef>
              <c:f>'Post Processing - SS NaCl'!$B$1</c:f>
              <c:strCache>
                <c:ptCount val="1"/>
                <c:pt idx="0">
                  <c:v>NF270_MC2_05.07.24_NaCl</c:v>
                </c:pt>
              </c:strCache>
            </c:strRef>
          </c:tx>
          <c:spPr>
            <a:ln w="38100" cap="rnd">
              <a:noFill/>
              <a:round/>
            </a:ln>
            <a:effectLst/>
          </c:spPr>
          <c:marker>
            <c:symbol val="circle"/>
            <c:size val="2"/>
            <c:spPr>
              <a:solidFill>
                <a:schemeClr val="accent3"/>
              </a:solidFill>
              <a:ln w="9525">
                <a:solidFill>
                  <a:schemeClr val="accent3"/>
                </a:solidFill>
              </a:ln>
              <a:effectLst/>
            </c:spPr>
          </c:marker>
          <c:xVal>
            <c:numRef>
              <c:f>'Post Processing - SS NaCl'!$G$53:$G$494</c:f>
              <c:numCache>
                <c:formatCode>0.00E+00</c:formatCode>
                <c:ptCount val="442"/>
                <c:pt idx="0">
                  <c:v>9.9448121761155999E-6</c:v>
                </c:pt>
                <c:pt idx="1">
                  <c:v>9.9332673620700405E-6</c:v>
                </c:pt>
                <c:pt idx="2">
                  <c:v>9.9221589279104192E-6</c:v>
                </c:pt>
                <c:pt idx="3">
                  <c:v>9.91026764126259E-6</c:v>
                </c:pt>
                <c:pt idx="4">
                  <c:v>9.8991263595144601E-6</c:v>
                </c:pt>
                <c:pt idx="5">
                  <c:v>9.8876166843405597E-6</c:v>
                </c:pt>
                <c:pt idx="6">
                  <c:v>9.8762934285910207E-6</c:v>
                </c:pt>
                <c:pt idx="7">
                  <c:v>9.8649888728080498E-6</c:v>
                </c:pt>
                <c:pt idx="8">
                  <c:v>9.8533926292586295E-6</c:v>
                </c:pt>
                <c:pt idx="9">
                  <c:v>9.8422099136349904E-6</c:v>
                </c:pt>
                <c:pt idx="10">
                  <c:v>9.8305909935877005E-6</c:v>
                </c:pt>
                <c:pt idx="11">
                  <c:v>9.8193903102238303E-6</c:v>
                </c:pt>
                <c:pt idx="12">
                  <c:v>9.8080473120426401E-6</c:v>
                </c:pt>
                <c:pt idx="13">
                  <c:v>9.7965786845277605E-6</c:v>
                </c:pt>
                <c:pt idx="14">
                  <c:v>9.78553574382447E-6</c:v>
                </c:pt>
                <c:pt idx="15">
                  <c:v>9.7740518553328108E-6</c:v>
                </c:pt>
                <c:pt idx="16">
                  <c:v>9.7630316779228102E-6</c:v>
                </c:pt>
                <c:pt idx="17">
                  <c:v>9.7515286755258004E-6</c:v>
                </c:pt>
                <c:pt idx="18">
                  <c:v>9.7406452820442593E-6</c:v>
                </c:pt>
                <c:pt idx="19">
                  <c:v>9.7295679127885001E-6</c:v>
                </c:pt>
                <c:pt idx="20">
                  <c:v>9.7184683330727004E-6</c:v>
                </c:pt>
                <c:pt idx="21">
                  <c:v>9.7078218681405996E-6</c:v>
                </c:pt>
                <c:pt idx="22">
                  <c:v>9.6969940888254406E-6</c:v>
                </c:pt>
                <c:pt idx="23">
                  <c:v>9.6864149574734E-6</c:v>
                </c:pt>
                <c:pt idx="24">
                  <c:v>9.6760811470823603E-6</c:v>
                </c:pt>
                <c:pt idx="25">
                  <c:v>9.6657340720422894E-6</c:v>
                </c:pt>
                <c:pt idx="26">
                  <c:v>9.6554407412500604E-6</c:v>
                </c:pt>
                <c:pt idx="27">
                  <c:v>9.6449721854174197E-6</c:v>
                </c:pt>
                <c:pt idx="28">
                  <c:v>9.6342714280241298E-6</c:v>
                </c:pt>
                <c:pt idx="29">
                  <c:v>9.6237794945110197E-6</c:v>
                </c:pt>
                <c:pt idx="30">
                  <c:v>9.6129720736992705E-6</c:v>
                </c:pt>
                <c:pt idx="31">
                  <c:v>9.6022334300651797E-6</c:v>
                </c:pt>
                <c:pt idx="32">
                  <c:v>9.5916993104116701E-6</c:v>
                </c:pt>
                <c:pt idx="33">
                  <c:v>9.5807664712941702E-6</c:v>
                </c:pt>
                <c:pt idx="34">
                  <c:v>9.5699845454612603E-6</c:v>
                </c:pt>
                <c:pt idx="35">
                  <c:v>9.5593146106799298E-6</c:v>
                </c:pt>
                <c:pt idx="36">
                  <c:v>9.5485866919585606E-6</c:v>
                </c:pt>
                <c:pt idx="37">
                  <c:v>9.5378180775805503E-6</c:v>
                </c:pt>
                <c:pt idx="38">
                  <c:v>9.52716191035355E-6</c:v>
                </c:pt>
                <c:pt idx="39">
                  <c:v>9.5164711513432308E-6</c:v>
                </c:pt>
                <c:pt idx="40">
                  <c:v>9.5058536525722003E-6</c:v>
                </c:pt>
                <c:pt idx="41">
                  <c:v>9.4953601175760906E-6</c:v>
                </c:pt>
                <c:pt idx="42">
                  <c:v>9.4846477620809493E-6</c:v>
                </c:pt>
                <c:pt idx="43">
                  <c:v>9.4744128438315098E-6</c:v>
                </c:pt>
                <c:pt idx="44">
                  <c:v>9.4639889688656992E-6</c:v>
                </c:pt>
                <c:pt idx="45">
                  <c:v>9.4540252821396305E-6</c:v>
                </c:pt>
                <c:pt idx="46">
                  <c:v>9.4436543604395393E-6</c:v>
                </c:pt>
                <c:pt idx="47">
                  <c:v>9.4337110727187298E-6</c:v>
                </c:pt>
                <c:pt idx="48">
                  <c:v>9.4234685836341098E-6</c:v>
                </c:pt>
                <c:pt idx="49">
                  <c:v>9.41360650716823E-6</c:v>
                </c:pt>
                <c:pt idx="50">
                  <c:v>9.4038099791160507E-6</c:v>
                </c:pt>
                <c:pt idx="51">
                  <c:v>9.39359457371841E-6</c:v>
                </c:pt>
                <c:pt idx="52">
                  <c:v>9.3837730406784805E-6</c:v>
                </c:pt>
                <c:pt idx="53">
                  <c:v>9.3736540236655099E-6</c:v>
                </c:pt>
                <c:pt idx="54">
                  <c:v>9.3637777576271395E-6</c:v>
                </c:pt>
                <c:pt idx="55">
                  <c:v>9.3538475766857298E-6</c:v>
                </c:pt>
                <c:pt idx="56">
                  <c:v>9.3438792509483503E-6</c:v>
                </c:pt>
                <c:pt idx="57">
                  <c:v>9.33362125983031E-6</c:v>
                </c:pt>
                <c:pt idx="58">
                  <c:v>9.3235512050572297E-6</c:v>
                </c:pt>
                <c:pt idx="59">
                  <c:v>9.3132811841264203E-6</c:v>
                </c:pt>
                <c:pt idx="60">
                  <c:v>9.3031799432107502E-6</c:v>
                </c:pt>
                <c:pt idx="61">
                  <c:v>9.2930519626481098E-6</c:v>
                </c:pt>
                <c:pt idx="62">
                  <c:v>9.2830748564068693E-6</c:v>
                </c:pt>
                <c:pt idx="63">
                  <c:v>9.2731544988546998E-6</c:v>
                </c:pt>
                <c:pt idx="64">
                  <c:v>9.2629453148199903E-6</c:v>
                </c:pt>
                <c:pt idx="65">
                  <c:v>9.2532165280274206E-6</c:v>
                </c:pt>
                <c:pt idx="66">
                  <c:v>9.24290227521125E-6</c:v>
                </c:pt>
                <c:pt idx="67">
                  <c:v>9.2332732771251903E-6</c:v>
                </c:pt>
                <c:pt idx="68">
                  <c:v>9.2231694668425903E-6</c:v>
                </c:pt>
                <c:pt idx="69">
                  <c:v>9.2135156920653796E-6</c:v>
                </c:pt>
                <c:pt idx="70">
                  <c:v>9.2034183507370497E-6</c:v>
                </c:pt>
                <c:pt idx="71">
                  <c:v>9.1939624631436003E-6</c:v>
                </c:pt>
                <c:pt idx="72">
                  <c:v>9.1843183346145505E-6</c:v>
                </c:pt>
                <c:pt idx="73">
                  <c:v>9.1750569321478704E-6</c:v>
                </c:pt>
                <c:pt idx="74">
                  <c:v>9.1658733849936397E-6</c:v>
                </c:pt>
                <c:pt idx="75">
                  <c:v>9.1567039761447308E-6</c:v>
                </c:pt>
                <c:pt idx="76">
                  <c:v>9.1475255346031202E-6</c:v>
                </c:pt>
                <c:pt idx="77">
                  <c:v>9.13799550427286E-6</c:v>
                </c:pt>
                <c:pt idx="78">
                  <c:v>9.1287232567786994E-6</c:v>
                </c:pt>
                <c:pt idx="79">
                  <c:v>9.1189245260166801E-6</c:v>
                </c:pt>
                <c:pt idx="80">
                  <c:v>9.1095504338682292E-6</c:v>
                </c:pt>
                <c:pt idx="81">
                  <c:v>9.0997379758415794E-6</c:v>
                </c:pt>
                <c:pt idx="82">
                  <c:v>9.0905582430403705E-6</c:v>
                </c:pt>
                <c:pt idx="83">
                  <c:v>9.0805945712425308E-6</c:v>
                </c:pt>
                <c:pt idx="84">
                  <c:v>9.0714675680661994E-6</c:v>
                </c:pt>
                <c:pt idx="85">
                  <c:v>9.0617975450997103E-6</c:v>
                </c:pt>
                <c:pt idx="86">
                  <c:v>9.0525156249381704E-6</c:v>
                </c:pt>
                <c:pt idx="87">
                  <c:v>9.0431740081578597E-6</c:v>
                </c:pt>
                <c:pt idx="88">
                  <c:v>9.0336839897095805E-6</c:v>
                </c:pt>
                <c:pt idx="89">
                  <c:v>9.0244386855910596E-6</c:v>
                </c:pt>
                <c:pt idx="90">
                  <c:v>9.0149323336100197E-6</c:v>
                </c:pt>
                <c:pt idx="91">
                  <c:v>9.00572316254492E-6</c:v>
                </c:pt>
                <c:pt idx="92">
                  <c:v>8.9963313392190707E-6</c:v>
                </c:pt>
                <c:pt idx="93">
                  <c:v>8.9872905282293992E-6</c:v>
                </c:pt>
                <c:pt idx="94">
                  <c:v>8.97783677654753E-6</c:v>
                </c:pt>
                <c:pt idx="95">
                  <c:v>8.9689002582770099E-6</c:v>
                </c:pt>
                <c:pt idx="96">
                  <c:v>8.9593774147021502E-6</c:v>
                </c:pt>
                <c:pt idx="97">
                  <c:v>8.9501688955013501E-6</c:v>
                </c:pt>
                <c:pt idx="98">
                  <c:v>8.9410603920421798E-6</c:v>
                </c:pt>
                <c:pt idx="99">
                  <c:v>8.9320639167017401E-6</c:v>
                </c:pt>
                <c:pt idx="100">
                  <c:v>8.9234444176205792E-6</c:v>
                </c:pt>
                <c:pt idx="101">
                  <c:v>8.9145178727203096E-6</c:v>
                </c:pt>
                <c:pt idx="102">
                  <c:v>8.9058879116799807E-6</c:v>
                </c:pt>
                <c:pt idx="103">
                  <c:v>8.8965538828742692E-6</c:v>
                </c:pt>
                <c:pt idx="104">
                  <c:v>8.8880056470981407E-6</c:v>
                </c:pt>
                <c:pt idx="105">
                  <c:v>8.8790649580743208E-6</c:v>
                </c:pt>
                <c:pt idx="106">
                  <c:v>8.8703361414316498E-6</c:v>
                </c:pt>
                <c:pt idx="107">
                  <c:v>8.8616824932790094E-6</c:v>
                </c:pt>
                <c:pt idx="108">
                  <c:v>8.8526444800823207E-6</c:v>
                </c:pt>
                <c:pt idx="109">
                  <c:v>8.8437088605114792E-6</c:v>
                </c:pt>
                <c:pt idx="110">
                  <c:v>8.83483791289621E-6</c:v>
                </c:pt>
                <c:pt idx="111">
                  <c:v>8.8258439882432994E-6</c:v>
                </c:pt>
                <c:pt idx="112">
                  <c:v>8.8171282543729292E-6</c:v>
                </c:pt>
                <c:pt idx="113">
                  <c:v>8.8083385924459995E-6</c:v>
                </c:pt>
                <c:pt idx="114">
                  <c:v>8.7996856436932206E-6</c:v>
                </c:pt>
                <c:pt idx="115">
                  <c:v>8.7910683916597292E-6</c:v>
                </c:pt>
                <c:pt idx="116">
                  <c:v>8.78239911437041E-6</c:v>
                </c:pt>
                <c:pt idx="117">
                  <c:v>8.7738456036578406E-6</c:v>
                </c:pt>
                <c:pt idx="118">
                  <c:v>8.7651080312658804E-6</c:v>
                </c:pt>
                <c:pt idx="119">
                  <c:v>8.7566734333009102E-6</c:v>
                </c:pt>
                <c:pt idx="120">
                  <c:v>8.7480519069054994E-6</c:v>
                </c:pt>
                <c:pt idx="121">
                  <c:v>8.7397214559428493E-6</c:v>
                </c:pt>
                <c:pt idx="122">
                  <c:v>8.7310819337203995E-6</c:v>
                </c:pt>
                <c:pt idx="123">
                  <c:v>8.7228734198092004E-6</c:v>
                </c:pt>
                <c:pt idx="124">
                  <c:v>8.71456999740025E-6</c:v>
                </c:pt>
                <c:pt idx="125">
                  <c:v>8.7065300851226395E-6</c:v>
                </c:pt>
                <c:pt idx="126">
                  <c:v>8.6987077339350899E-6</c:v>
                </c:pt>
                <c:pt idx="127">
                  <c:v>8.6908460762161608E-6</c:v>
                </c:pt>
                <c:pt idx="128">
                  <c:v>8.6829885051519101E-6</c:v>
                </c:pt>
                <c:pt idx="129">
                  <c:v>8.6752616789391993E-6</c:v>
                </c:pt>
                <c:pt idx="130">
                  <c:v>8.66737806596692E-6</c:v>
                </c:pt>
                <c:pt idx="131">
                  <c:v>8.6596083261482892E-6</c:v>
                </c:pt>
                <c:pt idx="132">
                  <c:v>8.6514457248489508E-6</c:v>
                </c:pt>
                <c:pt idx="133">
                  <c:v>8.6435891523373505E-6</c:v>
                </c:pt>
                <c:pt idx="134">
                  <c:v>8.6351845362470699E-6</c:v>
                </c:pt>
                <c:pt idx="135">
                  <c:v>8.6272846885315199E-6</c:v>
                </c:pt>
                <c:pt idx="136">
                  <c:v>8.6190001475376793E-6</c:v>
                </c:pt>
                <c:pt idx="137">
                  <c:v>8.6110275898262292E-6</c:v>
                </c:pt>
                <c:pt idx="138">
                  <c:v>8.6029129936496E-6</c:v>
                </c:pt>
                <c:pt idx="139">
                  <c:v>8.5948106121798897E-6</c:v>
                </c:pt>
                <c:pt idx="140">
                  <c:v>8.5868619487409797E-6</c:v>
                </c:pt>
                <c:pt idx="141">
                  <c:v>8.5787453944479998E-6</c:v>
                </c:pt>
                <c:pt idx="142">
                  <c:v>8.5708724786200102E-6</c:v>
                </c:pt>
                <c:pt idx="143">
                  <c:v>8.5627616420147892E-6</c:v>
                </c:pt>
                <c:pt idx="144">
                  <c:v>8.5550445103205801E-6</c:v>
                </c:pt>
                <c:pt idx="145">
                  <c:v>8.5468998708060298E-6</c:v>
                </c:pt>
                <c:pt idx="146">
                  <c:v>8.5393206114530398E-6</c:v>
                </c:pt>
                <c:pt idx="147">
                  <c:v>8.5313435321366195E-6</c:v>
                </c:pt>
                <c:pt idx="148">
                  <c:v>8.5236990990897699E-6</c:v>
                </c:pt>
                <c:pt idx="149">
                  <c:v>8.51576686347379E-6</c:v>
                </c:pt>
                <c:pt idx="150">
                  <c:v>8.5082371598172995E-6</c:v>
                </c:pt>
                <c:pt idx="151">
                  <c:v>8.5005774998235E-6</c:v>
                </c:pt>
                <c:pt idx="152">
                  <c:v>8.4933226860501604E-6</c:v>
                </c:pt>
                <c:pt idx="153">
                  <c:v>8.4860375058147802E-6</c:v>
                </c:pt>
                <c:pt idx="154">
                  <c:v>8.4788878405087206E-6</c:v>
                </c:pt>
                <c:pt idx="155">
                  <c:v>8.4715824252130495E-6</c:v>
                </c:pt>
                <c:pt idx="156">
                  <c:v>8.4641527228393195E-6</c:v>
                </c:pt>
                <c:pt idx="157">
                  <c:v>8.4568059856223897E-6</c:v>
                </c:pt>
                <c:pt idx="158">
                  <c:v>8.4489823271001793E-6</c:v>
                </c:pt>
                <c:pt idx="159">
                  <c:v>8.4414403956643308E-6</c:v>
                </c:pt>
                <c:pt idx="160">
                  <c:v>8.4338832847250202E-6</c:v>
                </c:pt>
                <c:pt idx="161">
                  <c:v>8.42615864171443E-6</c:v>
                </c:pt>
                <c:pt idx="162">
                  <c:v>8.4189372887853102E-6</c:v>
                </c:pt>
                <c:pt idx="163">
                  <c:v>8.4113132398167207E-6</c:v>
                </c:pt>
                <c:pt idx="164">
                  <c:v>8.4040108633442796E-6</c:v>
                </c:pt>
                <c:pt idx="165">
                  <c:v>8.3966323396716902E-6</c:v>
                </c:pt>
                <c:pt idx="166">
                  <c:v>8.3892745551557003E-6</c:v>
                </c:pt>
                <c:pt idx="167">
                  <c:v>8.3820410239159897E-6</c:v>
                </c:pt>
                <c:pt idx="168">
                  <c:v>8.3746652404860306E-6</c:v>
                </c:pt>
                <c:pt idx="169">
                  <c:v>8.3674743672706006E-6</c:v>
                </c:pt>
                <c:pt idx="170">
                  <c:v>8.3601366404255398E-6</c:v>
                </c:pt>
                <c:pt idx="171">
                  <c:v>8.3530612775556508E-6</c:v>
                </c:pt>
                <c:pt idx="172">
                  <c:v>8.3457383486795603E-6</c:v>
                </c:pt>
                <c:pt idx="173">
                  <c:v>8.3387488715726504E-6</c:v>
                </c:pt>
                <c:pt idx="174">
                  <c:v>8.3313791634524904E-6</c:v>
                </c:pt>
                <c:pt idx="175">
                  <c:v>8.32454040706578E-6</c:v>
                </c:pt>
                <c:pt idx="176">
                  <c:v>8.31756257712624E-6</c:v>
                </c:pt>
                <c:pt idx="177">
                  <c:v>8.3108636057458095E-6</c:v>
                </c:pt>
                <c:pt idx="178">
                  <c:v>8.3043079330227904E-6</c:v>
                </c:pt>
                <c:pt idx="179">
                  <c:v>8.2976597066702092E-6</c:v>
                </c:pt>
                <c:pt idx="180">
                  <c:v>8.2911880913317494E-6</c:v>
                </c:pt>
                <c:pt idx="181">
                  <c:v>8.2845058716750402E-6</c:v>
                </c:pt>
                <c:pt idx="182">
                  <c:v>8.2776795598444694E-6</c:v>
                </c:pt>
                <c:pt idx="183">
                  <c:v>8.2707275450811692E-6</c:v>
                </c:pt>
                <c:pt idx="184">
                  <c:v>8.2638928987725407E-6</c:v>
                </c:pt>
                <c:pt idx="185">
                  <c:v>8.2570794467540502E-6</c:v>
                </c:pt>
                <c:pt idx="186">
                  <c:v>8.2503476527846499E-6</c:v>
                </c:pt>
                <c:pt idx="187">
                  <c:v>8.2437812008223692E-6</c:v>
                </c:pt>
                <c:pt idx="188">
                  <c:v>8.2368004882599999E-6</c:v>
                </c:pt>
                <c:pt idx="189">
                  <c:v>8.2300016315808999E-6</c:v>
                </c:pt>
                <c:pt idx="190">
                  <c:v>8.2232056803312303E-6</c:v>
                </c:pt>
                <c:pt idx="191">
                  <c:v>8.21638699261241E-6</c:v>
                </c:pt>
                <c:pt idx="192">
                  <c:v>8.2097233401499595E-6</c:v>
                </c:pt>
                <c:pt idx="193">
                  <c:v>8.2031058436801806E-6</c:v>
                </c:pt>
                <c:pt idx="194">
                  <c:v>8.1963989463473803E-6</c:v>
                </c:pt>
                <c:pt idx="195">
                  <c:v>8.1899362451686394E-6</c:v>
                </c:pt>
                <c:pt idx="196">
                  <c:v>8.1832392188808707E-6</c:v>
                </c:pt>
                <c:pt idx="197">
                  <c:v>8.1768781071349001E-6</c:v>
                </c:pt>
                <c:pt idx="198">
                  <c:v>8.1701984104353996E-6</c:v>
                </c:pt>
                <c:pt idx="199">
                  <c:v>8.1639047799845305E-6</c:v>
                </c:pt>
                <c:pt idx="200">
                  <c:v>8.1572993816580006E-6</c:v>
                </c:pt>
                <c:pt idx="201">
                  <c:v>8.1510954191635902E-6</c:v>
                </c:pt>
                <c:pt idx="202">
                  <c:v>8.1448107263463692E-6</c:v>
                </c:pt>
                <c:pt idx="203">
                  <c:v>8.1387632934175996E-6</c:v>
                </c:pt>
                <c:pt idx="204">
                  <c:v>8.13277167822066E-6</c:v>
                </c:pt>
                <c:pt idx="205">
                  <c:v>8.1268221514430705E-6</c:v>
                </c:pt>
                <c:pt idx="206">
                  <c:v>8.1209198343332797E-6</c:v>
                </c:pt>
                <c:pt idx="207">
                  <c:v>8.1149802446353003E-6</c:v>
                </c:pt>
                <c:pt idx="208">
                  <c:v>8.1091040419375695E-6</c:v>
                </c:pt>
                <c:pt idx="209">
                  <c:v>8.1029258691189705E-6</c:v>
                </c:pt>
                <c:pt idx="210">
                  <c:v>8.0970691304667494E-6</c:v>
                </c:pt>
                <c:pt idx="211">
                  <c:v>8.0909265380676392E-6</c:v>
                </c:pt>
                <c:pt idx="212">
                  <c:v>8.0847983585313203E-6</c:v>
                </c:pt>
                <c:pt idx="213">
                  <c:v>8.0789439262331307E-6</c:v>
                </c:pt>
                <c:pt idx="214">
                  <c:v>8.0725905259801E-6</c:v>
                </c:pt>
                <c:pt idx="215">
                  <c:v>8.0665459498027597E-6</c:v>
                </c:pt>
                <c:pt idx="216">
                  <c:v>8.0604164528315E-6</c:v>
                </c:pt>
                <c:pt idx="217">
                  <c:v>8.0543045646531108E-6</c:v>
                </c:pt>
                <c:pt idx="218">
                  <c:v>8.0483210337285602E-6</c:v>
                </c:pt>
                <c:pt idx="219">
                  <c:v>8.0423776807042196E-6</c:v>
                </c:pt>
                <c:pt idx="220">
                  <c:v>8.0363576477854401E-6</c:v>
                </c:pt>
                <c:pt idx="221">
                  <c:v>8.0305108287956108E-6</c:v>
                </c:pt>
                <c:pt idx="222">
                  <c:v>8.0245074731915001E-6</c:v>
                </c:pt>
                <c:pt idx="223">
                  <c:v>8.0187865778729294E-6</c:v>
                </c:pt>
                <c:pt idx="224">
                  <c:v>8.0128205453027203E-6</c:v>
                </c:pt>
                <c:pt idx="225">
                  <c:v>8.0072068394749196E-6</c:v>
                </c:pt>
                <c:pt idx="226">
                  <c:v>8.0012124802562293E-6</c:v>
                </c:pt>
                <c:pt idx="227">
                  <c:v>7.9956654675680293E-6</c:v>
                </c:pt>
                <c:pt idx="228">
                  <c:v>7.9897441678129794E-6</c:v>
                </c:pt>
                <c:pt idx="229">
                  <c:v>7.9842660113272592E-6</c:v>
                </c:pt>
                <c:pt idx="230">
                  <c:v>7.9786762244179706E-6</c:v>
                </c:pt>
                <c:pt idx="231">
                  <c:v>7.9729662103562195E-6</c:v>
                </c:pt>
                <c:pt idx="232">
                  <c:v>7.9673938523779794E-6</c:v>
                </c:pt>
                <c:pt idx="233">
                  <c:v>7.9618277359710793E-6</c:v>
                </c:pt>
                <c:pt idx="234">
                  <c:v>7.9562945068477603E-6</c:v>
                </c:pt>
                <c:pt idx="235">
                  <c:v>7.9510529893444498E-6</c:v>
                </c:pt>
                <c:pt idx="236">
                  <c:v>7.9455316206547102E-6</c:v>
                </c:pt>
                <c:pt idx="237">
                  <c:v>7.9400538523536696E-6</c:v>
                </c:pt>
                <c:pt idx="238">
                  <c:v>7.9345479083731203E-6</c:v>
                </c:pt>
                <c:pt idx="239">
                  <c:v>7.9289589023232193E-6</c:v>
                </c:pt>
                <c:pt idx="240">
                  <c:v>7.92369183590594E-6</c:v>
                </c:pt>
                <c:pt idx="241">
                  <c:v>7.9181941450378396E-6</c:v>
                </c:pt>
                <c:pt idx="242">
                  <c:v>7.9129103986092893E-6</c:v>
                </c:pt>
                <c:pt idx="243">
                  <c:v>7.9075565336859003E-6</c:v>
                </c:pt>
                <c:pt idx="244">
                  <c:v>7.9022496466472198E-6</c:v>
                </c:pt>
                <c:pt idx="245">
                  <c:v>7.8970287947416993E-6</c:v>
                </c:pt>
                <c:pt idx="246">
                  <c:v>7.8916971275192596E-6</c:v>
                </c:pt>
                <c:pt idx="247">
                  <c:v>7.8865305490241205E-6</c:v>
                </c:pt>
                <c:pt idx="248">
                  <c:v>7.8812127990274798E-6</c:v>
                </c:pt>
                <c:pt idx="249">
                  <c:v>7.8761899132837198E-6</c:v>
                </c:pt>
                <c:pt idx="250">
                  <c:v>7.8708908228456593E-6</c:v>
                </c:pt>
                <c:pt idx="251">
                  <c:v>7.8659862751987707E-6</c:v>
                </c:pt>
                <c:pt idx="252">
                  <c:v>7.8607282037956501E-6</c:v>
                </c:pt>
                <c:pt idx="253">
                  <c:v>7.8558031625314196E-6</c:v>
                </c:pt>
                <c:pt idx="254">
                  <c:v>7.8506027484989796E-6</c:v>
                </c:pt>
                <c:pt idx="255">
                  <c:v>7.8457669400361999E-6</c:v>
                </c:pt>
                <c:pt idx="256">
                  <c:v>7.8408252896138305E-6</c:v>
                </c:pt>
                <c:pt idx="257">
                  <c:v>7.8361595439200005E-6</c:v>
                </c:pt>
                <c:pt idx="258">
                  <c:v>7.83150240776141E-6</c:v>
                </c:pt>
                <c:pt idx="259">
                  <c:v>7.8268502889018094E-6</c:v>
                </c:pt>
                <c:pt idx="260">
                  <c:v>7.8220325782601603E-6</c:v>
                </c:pt>
                <c:pt idx="261">
                  <c:v>7.8173249306334706E-6</c:v>
                </c:pt>
                <c:pt idx="262">
                  <c:v>7.8122962441407897E-6</c:v>
                </c:pt>
                <c:pt idx="263">
                  <c:v>7.8074953355336595E-6</c:v>
                </c:pt>
                <c:pt idx="264">
                  <c:v>7.80266586660199E-6</c:v>
                </c:pt>
                <c:pt idx="265">
                  <c:v>7.7978078977235604E-6</c:v>
                </c:pt>
                <c:pt idx="266">
                  <c:v>7.7931636963584497E-6</c:v>
                </c:pt>
                <c:pt idx="267">
                  <c:v>7.7884039308372907E-6</c:v>
                </c:pt>
                <c:pt idx="268">
                  <c:v>7.78376675941342E-6</c:v>
                </c:pt>
                <c:pt idx="269">
                  <c:v>7.7790925872408996E-6</c:v>
                </c:pt>
                <c:pt idx="270">
                  <c:v>7.7745168446296694E-6</c:v>
                </c:pt>
                <c:pt idx="271">
                  <c:v>7.7698778870336703E-6</c:v>
                </c:pt>
                <c:pt idx="272">
                  <c:v>7.7653298615899294E-6</c:v>
                </c:pt>
                <c:pt idx="273">
                  <c:v>7.7607936133138002E-6</c:v>
                </c:pt>
                <c:pt idx="274">
                  <c:v>7.7562285629037092E-6</c:v>
                </c:pt>
                <c:pt idx="275">
                  <c:v>7.7517778432208192E-6</c:v>
                </c:pt>
                <c:pt idx="276">
                  <c:v>7.7472014961273807E-6</c:v>
                </c:pt>
                <c:pt idx="277">
                  <c:v>7.7427067093997099E-6</c:v>
                </c:pt>
                <c:pt idx="278">
                  <c:v>7.7383009397387502E-6</c:v>
                </c:pt>
                <c:pt idx="279">
                  <c:v>7.7337598991193798E-6</c:v>
                </c:pt>
                <c:pt idx="280">
                  <c:v>7.7296102819139003E-6</c:v>
                </c:pt>
                <c:pt idx="281">
                  <c:v>7.7252962149715997E-6</c:v>
                </c:pt>
                <c:pt idx="282">
                  <c:v>7.7212415960509799E-6</c:v>
                </c:pt>
                <c:pt idx="283">
                  <c:v>7.7171965967954405E-6</c:v>
                </c:pt>
                <c:pt idx="284">
                  <c:v>7.7131656457206903E-6</c:v>
                </c:pt>
                <c:pt idx="285">
                  <c:v>7.70900183767213E-6</c:v>
                </c:pt>
                <c:pt idx="286">
                  <c:v>7.70501613361412E-6</c:v>
                </c:pt>
                <c:pt idx="287">
                  <c:v>7.7008768779853408E-6</c:v>
                </c:pt>
                <c:pt idx="288">
                  <c:v>7.6969110459345993E-6</c:v>
                </c:pt>
                <c:pt idx="289">
                  <c:v>7.6928470926156096E-6</c:v>
                </c:pt>
                <c:pt idx="290">
                  <c:v>7.6888712849884203E-6</c:v>
                </c:pt>
                <c:pt idx="291">
                  <c:v>7.6846859871782805E-6</c:v>
                </c:pt>
                <c:pt idx="292">
                  <c:v>7.6805945807999693E-6</c:v>
                </c:pt>
                <c:pt idx="293">
                  <c:v>7.6765331319550806E-6</c:v>
                </c:pt>
                <c:pt idx="294">
                  <c:v>7.6724511920309402E-6</c:v>
                </c:pt>
                <c:pt idx="295">
                  <c:v>7.6685375763537204E-6</c:v>
                </c:pt>
                <c:pt idx="296">
                  <c:v>7.6645561146245599E-6</c:v>
                </c:pt>
                <c:pt idx="297">
                  <c:v>7.6606856581030801E-6</c:v>
                </c:pt>
                <c:pt idx="298">
                  <c:v>7.65677454994959E-6</c:v>
                </c:pt>
                <c:pt idx="299">
                  <c:v>7.6529179670042196E-6</c:v>
                </c:pt>
                <c:pt idx="300">
                  <c:v>7.64911867941684E-6</c:v>
                </c:pt>
                <c:pt idx="301">
                  <c:v>7.6452509739006504E-6</c:v>
                </c:pt>
                <c:pt idx="302">
                  <c:v>7.64155417659698E-6</c:v>
                </c:pt>
                <c:pt idx="303">
                  <c:v>7.6376734172781802E-6</c:v>
                </c:pt>
                <c:pt idx="304">
                  <c:v>7.6340518123641797E-6</c:v>
                </c:pt>
                <c:pt idx="305">
                  <c:v>7.6301803338103098E-6</c:v>
                </c:pt>
                <c:pt idx="306">
                  <c:v>7.6264726625543601E-6</c:v>
                </c:pt>
                <c:pt idx="307">
                  <c:v>7.6228315667986102E-6</c:v>
                </c:pt>
                <c:pt idx="308">
                  <c:v>7.6192387138171199E-6</c:v>
                </c:pt>
                <c:pt idx="309">
                  <c:v>7.6156770302441298E-6</c:v>
                </c:pt>
                <c:pt idx="310">
                  <c:v>7.6122666384930903E-6</c:v>
                </c:pt>
                <c:pt idx="311">
                  <c:v>7.60876282184507E-6</c:v>
                </c:pt>
                <c:pt idx="312">
                  <c:v>7.6053912844395104E-6</c:v>
                </c:pt>
                <c:pt idx="313">
                  <c:v>7.6019042159071102E-6</c:v>
                </c:pt>
                <c:pt idx="314">
                  <c:v>7.59846280600468E-6</c:v>
                </c:pt>
                <c:pt idx="315">
                  <c:v>7.5949982317048104E-6</c:v>
                </c:pt>
                <c:pt idx="316">
                  <c:v>7.5914665662046103E-6</c:v>
                </c:pt>
                <c:pt idx="317">
                  <c:v>7.5882128737315502E-6</c:v>
                </c:pt>
                <c:pt idx="318">
                  <c:v>7.5847122288215596E-6</c:v>
                </c:pt>
                <c:pt idx="319">
                  <c:v>7.5815015357440298E-6</c:v>
                </c:pt>
                <c:pt idx="320">
                  <c:v>7.5780866400169603E-6</c:v>
                </c:pt>
                <c:pt idx="321">
                  <c:v>7.5748703279015502E-6</c:v>
                </c:pt>
                <c:pt idx="322">
                  <c:v>7.57158194488785E-6</c:v>
                </c:pt>
                <c:pt idx="323">
                  <c:v>7.56837298559397E-6</c:v>
                </c:pt>
                <c:pt idx="324">
                  <c:v>7.5651865259938603E-6</c:v>
                </c:pt>
                <c:pt idx="325">
                  <c:v>7.5620299805056199E-6</c:v>
                </c:pt>
                <c:pt idx="326">
                  <c:v>7.5588707253707999E-6</c:v>
                </c:pt>
                <c:pt idx="327">
                  <c:v>7.5557667527713203E-6</c:v>
                </c:pt>
                <c:pt idx="328">
                  <c:v>7.5526292331042799E-6</c:v>
                </c:pt>
                <c:pt idx="329">
                  <c:v>7.5495852654066503E-6</c:v>
                </c:pt>
                <c:pt idx="330">
                  <c:v>7.5465343891288699E-6</c:v>
                </c:pt>
                <c:pt idx="331">
                  <c:v>7.5434858312506597E-6</c:v>
                </c:pt>
                <c:pt idx="332">
                  <c:v>7.5405240805394797E-6</c:v>
                </c:pt>
                <c:pt idx="333">
                  <c:v>7.5374492872538996E-6</c:v>
                </c:pt>
                <c:pt idx="334">
                  <c:v>7.5344796529551702E-6</c:v>
                </c:pt>
                <c:pt idx="335">
                  <c:v>7.5315600979425304E-6</c:v>
                </c:pt>
                <c:pt idx="336">
                  <c:v>7.5285697697611499E-6</c:v>
                </c:pt>
                <c:pt idx="337">
                  <c:v>7.5257961859232998E-6</c:v>
                </c:pt>
                <c:pt idx="338">
                  <c:v>7.5228515929005698E-6</c:v>
                </c:pt>
                <c:pt idx="339">
                  <c:v>7.5200119225391804E-6</c:v>
                </c:pt>
                <c:pt idx="340">
                  <c:v>7.5172660354747803E-6</c:v>
                </c:pt>
                <c:pt idx="341">
                  <c:v>7.5145088177690296E-6</c:v>
                </c:pt>
                <c:pt idx="342">
                  <c:v>7.5118401868850703E-6</c:v>
                </c:pt>
                <c:pt idx="343">
                  <c:v>7.5092295446760598E-6</c:v>
                </c:pt>
                <c:pt idx="344">
                  <c:v>7.5064561826216804E-6</c:v>
                </c:pt>
                <c:pt idx="345">
                  <c:v>7.5038827136657896E-6</c:v>
                </c:pt>
                <c:pt idx="346">
                  <c:v>7.5011685941275603E-6</c:v>
                </c:pt>
                <c:pt idx="347">
                  <c:v>7.4986930104189202E-6</c:v>
                </c:pt>
                <c:pt idx="348">
                  <c:v>7.4961634750129402E-6</c:v>
                </c:pt>
                <c:pt idx="349">
                  <c:v>7.49365029668403E-6</c:v>
                </c:pt>
                <c:pt idx="350">
                  <c:v>7.4912327840677896E-6</c:v>
                </c:pt>
                <c:pt idx="351">
                  <c:v>7.4886557039059804E-6</c:v>
                </c:pt>
                <c:pt idx="352">
                  <c:v>7.4862665244969101E-6</c:v>
                </c:pt>
                <c:pt idx="353">
                  <c:v>7.4837520044031498E-6</c:v>
                </c:pt>
                <c:pt idx="354">
                  <c:v>7.4814038603375004E-6</c:v>
                </c:pt>
                <c:pt idx="355">
                  <c:v>7.4789624489978701E-6</c:v>
                </c:pt>
                <c:pt idx="356">
                  <c:v>7.4765600349890899E-6</c:v>
                </c:pt>
                <c:pt idx="357">
                  <c:v>7.4742244331509501E-6</c:v>
                </c:pt>
                <c:pt idx="358">
                  <c:v>7.4718701085619199E-6</c:v>
                </c:pt>
                <c:pt idx="359">
                  <c:v>7.4695851459045399E-6</c:v>
                </c:pt>
                <c:pt idx="360">
                  <c:v>7.4673669941807299E-6</c:v>
                </c:pt>
                <c:pt idx="361">
                  <c:v>7.4650678640726197E-6</c:v>
                </c:pt>
                <c:pt idx="362">
                  <c:v>7.4628404009350599E-6</c:v>
                </c:pt>
                <c:pt idx="363">
                  <c:v>7.4606600346708502E-6</c:v>
                </c:pt>
                <c:pt idx="364">
                  <c:v>7.4584296123693698E-6</c:v>
                </c:pt>
                <c:pt idx="365">
                  <c:v>7.4563900312466097E-6</c:v>
                </c:pt>
                <c:pt idx="366">
                  <c:v>7.45422881281369E-6</c:v>
                </c:pt>
                <c:pt idx="367">
                  <c:v>7.4522365064815302E-6</c:v>
                </c:pt>
                <c:pt idx="368">
                  <c:v>7.4502296601041002E-6</c:v>
                </c:pt>
                <c:pt idx="369">
                  <c:v>7.4483030206347502E-6</c:v>
                </c:pt>
                <c:pt idx="370">
                  <c:v>7.4464324557246503E-6</c:v>
                </c:pt>
                <c:pt idx="371">
                  <c:v>7.4444841169471997E-6</c:v>
                </c:pt>
                <c:pt idx="372">
                  <c:v>7.4426329859627997E-6</c:v>
                </c:pt>
                <c:pt idx="373">
                  <c:v>7.4406442985900998E-6</c:v>
                </c:pt>
                <c:pt idx="374">
                  <c:v>7.4388282432635E-6</c:v>
                </c:pt>
                <c:pt idx="375">
                  <c:v>7.4368957337486903E-6</c:v>
                </c:pt>
                <c:pt idx="376">
                  <c:v>7.4350644616534003E-6</c:v>
                </c:pt>
                <c:pt idx="377">
                  <c:v>7.4332397928402302E-6</c:v>
                </c:pt>
                <c:pt idx="378">
                  <c:v>7.43140998421798E-6</c:v>
                </c:pt>
                <c:pt idx="379">
                  <c:v>7.4297013896974097E-6</c:v>
                </c:pt>
                <c:pt idx="380">
                  <c:v>7.4279255524367302E-6</c:v>
                </c:pt>
                <c:pt idx="381">
                  <c:v>7.4262201269099299E-6</c:v>
                </c:pt>
                <c:pt idx="382">
                  <c:v>7.4245236688410602E-6</c:v>
                </c:pt>
                <c:pt idx="383">
                  <c:v>7.4228519598655402E-6</c:v>
                </c:pt>
                <c:pt idx="384">
                  <c:v>7.4212216373800897E-6</c:v>
                </c:pt>
                <c:pt idx="385">
                  <c:v>7.41965168517795E-6</c:v>
                </c:pt>
                <c:pt idx="386">
                  <c:v>7.4180505543957704E-6</c:v>
                </c:pt>
                <c:pt idx="387">
                  <c:v>7.4165413719537501E-6</c:v>
                </c:pt>
                <c:pt idx="388">
                  <c:v>7.4149986090662503E-6</c:v>
                </c:pt>
                <c:pt idx="389">
                  <c:v>7.4135569522473499E-6</c:v>
                </c:pt>
                <c:pt idx="390">
                  <c:v>7.4120597424475599E-6</c:v>
                </c:pt>
                <c:pt idx="391">
                  <c:v>7.4106687922188703E-6</c:v>
                </c:pt>
                <c:pt idx="392">
                  <c:v>7.4092324822161603E-6</c:v>
                </c:pt>
                <c:pt idx="393">
                  <c:v>7.4078722588422301E-6</c:v>
                </c:pt>
                <c:pt idx="394">
                  <c:v>7.4064918974623503E-6</c:v>
                </c:pt>
                <c:pt idx="395">
                  <c:v>7.40520019920907E-6</c:v>
                </c:pt>
                <c:pt idx="396">
                  <c:v>7.4039060024095598E-6</c:v>
                </c:pt>
                <c:pt idx="397">
                  <c:v>7.4026310512956299E-6</c:v>
                </c:pt>
                <c:pt idx="398">
                  <c:v>7.4014392991534598E-6</c:v>
                </c:pt>
                <c:pt idx="399">
                  <c:v>7.4001471663788201E-6</c:v>
                </c:pt>
                <c:pt idx="400">
                  <c:v>7.3989613079346697E-6</c:v>
                </c:pt>
                <c:pt idx="401">
                  <c:v>7.3977794891652902E-6</c:v>
                </c:pt>
                <c:pt idx="402">
                  <c:v>7.3966028429291803E-6</c:v>
                </c:pt>
                <c:pt idx="403">
                  <c:v>7.39552311174786E-6</c:v>
                </c:pt>
                <c:pt idx="404">
                  <c:v>7.3943988352390598E-6</c:v>
                </c:pt>
                <c:pt idx="405">
                  <c:v>7.3933654264205798E-6</c:v>
                </c:pt>
                <c:pt idx="406">
                  <c:v>7.3923018402807697E-6</c:v>
                </c:pt>
                <c:pt idx="407">
                  <c:v>7.3913128344845202E-6</c:v>
                </c:pt>
                <c:pt idx="408">
                  <c:v>7.39031823972567E-6</c:v>
                </c:pt>
                <c:pt idx="409">
                  <c:v>7.3893666497492103E-6</c:v>
                </c:pt>
                <c:pt idx="410">
                  <c:v>7.38843792891544E-6</c:v>
                </c:pt>
                <c:pt idx="411">
                  <c:v>7.3875244225151204E-6</c:v>
                </c:pt>
                <c:pt idx="412">
                  <c:v>7.3866513222222396E-6</c:v>
                </c:pt>
                <c:pt idx="413">
                  <c:v>7.3857850480744496E-6</c:v>
                </c:pt>
                <c:pt idx="414">
                  <c:v>7.3849670674310903E-6</c:v>
                </c:pt>
                <c:pt idx="415">
                  <c:v>7.3841595494059703E-6</c:v>
                </c:pt>
                <c:pt idx="416">
                  <c:v>7.3834003940499104E-6</c:v>
                </c:pt>
                <c:pt idx="417">
                  <c:v>7.3826351188402804E-6</c:v>
                </c:pt>
                <c:pt idx="418">
                  <c:v>7.3819309722058101E-6</c:v>
                </c:pt>
                <c:pt idx="419">
                  <c:v>7.3812091054703498E-6</c:v>
                </c:pt>
                <c:pt idx="420">
                  <c:v>7.3805397684100098E-6</c:v>
                </c:pt>
                <c:pt idx="421">
                  <c:v>7.3799007543729302E-6</c:v>
                </c:pt>
                <c:pt idx="422">
                  <c:v>7.3792900353745802E-6</c:v>
                </c:pt>
                <c:pt idx="423">
                  <c:v>7.3787084144313697E-6</c:v>
                </c:pt>
                <c:pt idx="424">
                  <c:v>7.3781718296101798E-6</c:v>
                </c:pt>
                <c:pt idx="425">
                  <c:v>7.3776374142292002E-6</c:v>
                </c:pt>
                <c:pt idx="426">
                  <c:v>7.3771280105728397E-6</c:v>
                </c:pt>
                <c:pt idx="427">
                  <c:v>7.3766668526884401E-6</c:v>
                </c:pt>
                <c:pt idx="428">
                  <c:v>7.3762122700140104E-6</c:v>
                </c:pt>
                <c:pt idx="429">
                  <c:v>7.3758027693900502E-6</c:v>
                </c:pt>
                <c:pt idx="430">
                  <c:v>7.3754007245365397E-6</c:v>
                </c:pt>
                <c:pt idx="431">
                  <c:v>7.3750351639757899E-6</c:v>
                </c:pt>
                <c:pt idx="432">
                  <c:v>7.3746672139319898E-6</c:v>
                </c:pt>
                <c:pt idx="433">
                  <c:v>7.3743503946577604E-6</c:v>
                </c:pt>
                <c:pt idx="434">
                  <c:v>7.37403953580759E-6</c:v>
                </c:pt>
                <c:pt idx="435">
                  <c:v>7.3737690345573203E-6</c:v>
                </c:pt>
                <c:pt idx="436">
                  <c:v>7.3735148562940503E-6</c:v>
                </c:pt>
                <c:pt idx="437">
                  <c:v>7.3732918027235202E-6</c:v>
                </c:pt>
                <c:pt idx="438">
                  <c:v>7.3730927375033798E-6</c:v>
                </c:pt>
                <c:pt idx="439">
                  <c:v>7.3729225922012397E-6</c:v>
                </c:pt>
                <c:pt idx="440">
                  <c:v>7.3727785782730004E-6</c:v>
                </c:pt>
                <c:pt idx="441">
                  <c:v>7.3727130680996197E-6</c:v>
                </c:pt>
              </c:numCache>
            </c:numRef>
          </c:xVal>
          <c:yVal>
            <c:numRef>
              <c:f>'Post Processing - SS NaCl'!$H$53:$H$494</c:f>
              <c:numCache>
                <c:formatCode>General</c:formatCode>
                <c:ptCount val="442"/>
                <c:pt idx="0">
                  <c:v>0.27661671081079559</c:v>
                </c:pt>
                <c:pt idx="1">
                  <c:v>0.27833882731142706</c:v>
                </c:pt>
                <c:pt idx="2">
                  <c:v>0.28219895700493774</c:v>
                </c:pt>
                <c:pt idx="3">
                  <c:v>0.28956650021051</c:v>
                </c:pt>
                <c:pt idx="4">
                  <c:v>0.29006883672924078</c:v>
                </c:pt>
                <c:pt idx="5">
                  <c:v>0.29579470507775973</c:v>
                </c:pt>
                <c:pt idx="6">
                  <c:v>0.29701142012193499</c:v>
                </c:pt>
                <c:pt idx="7">
                  <c:v>0.29842534196602155</c:v>
                </c:pt>
                <c:pt idx="8">
                  <c:v>0.30365774385669086</c:v>
                </c:pt>
                <c:pt idx="9">
                  <c:v>0.31156554905447759</c:v>
                </c:pt>
                <c:pt idx="10">
                  <c:v>0.31917792820387608</c:v>
                </c:pt>
                <c:pt idx="11">
                  <c:v>0.31984578401822433</c:v>
                </c:pt>
                <c:pt idx="12">
                  <c:v>0.32650662552992843</c:v>
                </c:pt>
                <c:pt idx="13">
                  <c:v>0.32588232925371091</c:v>
                </c:pt>
                <c:pt idx="14">
                  <c:v>0.32950185632057916</c:v>
                </c:pt>
                <c:pt idx="15">
                  <c:v>0.33328324932271347</c:v>
                </c:pt>
                <c:pt idx="16">
                  <c:v>0.33586299763001581</c:v>
                </c:pt>
                <c:pt idx="17">
                  <c:v>0.3378327196224637</c:v>
                </c:pt>
                <c:pt idx="18">
                  <c:v>0.33872175050217523</c:v>
                </c:pt>
                <c:pt idx="19">
                  <c:v>0.34457782589159097</c:v>
                </c:pt>
                <c:pt idx="20">
                  <c:v>0.34302175943874569</c:v>
                </c:pt>
                <c:pt idx="21">
                  <c:v>0.34594709971021487</c:v>
                </c:pt>
                <c:pt idx="22">
                  <c:v>0.35653247353886791</c:v>
                </c:pt>
                <c:pt idx="23">
                  <c:v>0.3561511650717375</c:v>
                </c:pt>
                <c:pt idx="24">
                  <c:v>0.35642308004569878</c:v>
                </c:pt>
                <c:pt idx="25">
                  <c:v>0.35433480573460874</c:v>
                </c:pt>
                <c:pt idx="26">
                  <c:v>0.35957009604227069</c:v>
                </c:pt>
                <c:pt idx="27">
                  <c:v>0.36312054305702468</c:v>
                </c:pt>
                <c:pt idx="28">
                  <c:v>0.36159188817793364</c:v>
                </c:pt>
                <c:pt idx="29">
                  <c:v>0.37013607414952543</c:v>
                </c:pt>
                <c:pt idx="30">
                  <c:v>0.37041471658248898</c:v>
                </c:pt>
                <c:pt idx="31">
                  <c:v>0.37412389026364684</c:v>
                </c:pt>
                <c:pt idx="32">
                  <c:v>0.37580938474666048</c:v>
                </c:pt>
                <c:pt idx="33">
                  <c:v>0.38102183337899276</c:v>
                </c:pt>
                <c:pt idx="34">
                  <c:v>0.3797615426221001</c:v>
                </c:pt>
                <c:pt idx="35">
                  <c:v>0.38611049077381288</c:v>
                </c:pt>
                <c:pt idx="36">
                  <c:v>0.39110251621073494</c:v>
                </c:pt>
                <c:pt idx="37">
                  <c:v>0.39343741936184212</c:v>
                </c:pt>
                <c:pt idx="38">
                  <c:v>0.39032537556729624</c:v>
                </c:pt>
                <c:pt idx="39">
                  <c:v>0.3921131393779399</c:v>
                </c:pt>
                <c:pt idx="40">
                  <c:v>0.39248677625513406</c:v>
                </c:pt>
                <c:pt idx="41">
                  <c:v>0.39857616976100468</c:v>
                </c:pt>
                <c:pt idx="42">
                  <c:v>0.39794400643866679</c:v>
                </c:pt>
                <c:pt idx="43">
                  <c:v>0.40361729188575568</c:v>
                </c:pt>
                <c:pt idx="44">
                  <c:v>0.41200130296024906</c:v>
                </c:pt>
                <c:pt idx="45">
                  <c:v>0.41349149943046304</c:v>
                </c:pt>
                <c:pt idx="46">
                  <c:v>0.40968711542266067</c:v>
                </c:pt>
                <c:pt idx="47">
                  <c:v>0.41114236710586749</c:v>
                </c:pt>
                <c:pt idx="48">
                  <c:v>0.41718364644320804</c:v>
                </c:pt>
                <c:pt idx="49">
                  <c:v>0.42017331022989735</c:v>
                </c:pt>
                <c:pt idx="50">
                  <c:v>0.41743585789994375</c:v>
                </c:pt>
                <c:pt idx="51">
                  <c:v>0.41199993514465011</c:v>
                </c:pt>
                <c:pt idx="52">
                  <c:v>0.41754996336423172</c:v>
                </c:pt>
                <c:pt idx="53">
                  <c:v>0.4243817965892458</c:v>
                </c:pt>
                <c:pt idx="54">
                  <c:v>0.42441047818964411</c:v>
                </c:pt>
                <c:pt idx="55">
                  <c:v>0.41227299848693377</c:v>
                </c:pt>
                <c:pt idx="56">
                  <c:v>0.42354623631608418</c:v>
                </c:pt>
                <c:pt idx="57">
                  <c:v>0.42721232538979559</c:v>
                </c:pt>
                <c:pt idx="58">
                  <c:v>0.4290030654659524</c:v>
                </c:pt>
                <c:pt idx="59">
                  <c:v>0.42504456142494967</c:v>
                </c:pt>
                <c:pt idx="60">
                  <c:v>0.43448332574014886</c:v>
                </c:pt>
                <c:pt idx="61">
                  <c:v>0.43805407202908114</c:v>
                </c:pt>
                <c:pt idx="62">
                  <c:v>0.43573171382216008</c:v>
                </c:pt>
                <c:pt idx="63">
                  <c:v>0.43818997536894766</c:v>
                </c:pt>
                <c:pt idx="64">
                  <c:v>0.43594126081754647</c:v>
                </c:pt>
                <c:pt idx="65">
                  <c:v>0.43458553083638468</c:v>
                </c:pt>
                <c:pt idx="66">
                  <c:v>0.43847505020596877</c:v>
                </c:pt>
                <c:pt idx="67">
                  <c:v>0.44027914583841365</c:v>
                </c:pt>
                <c:pt idx="68">
                  <c:v>0.43940105107452748</c:v>
                </c:pt>
                <c:pt idx="69">
                  <c:v>0.43343320459882134</c:v>
                </c:pt>
                <c:pt idx="70">
                  <c:v>0.44324778049586189</c:v>
                </c:pt>
                <c:pt idx="71">
                  <c:v>0.44994955622394195</c:v>
                </c:pt>
                <c:pt idx="72">
                  <c:v>0.45496023648115835</c:v>
                </c:pt>
                <c:pt idx="73">
                  <c:v>0.45713381739982845</c:v>
                </c:pt>
                <c:pt idx="74">
                  <c:v>0.46412863085126282</c:v>
                </c:pt>
                <c:pt idx="75">
                  <c:v>0.46553015152509192</c:v>
                </c:pt>
                <c:pt idx="76">
                  <c:v>0.4587799791960272</c:v>
                </c:pt>
                <c:pt idx="77">
                  <c:v>0.45746915867844684</c:v>
                </c:pt>
                <c:pt idx="78">
                  <c:v>0.45759010293117197</c:v>
                </c:pt>
                <c:pt idx="79">
                  <c:v>0.46181470787302303</c:v>
                </c:pt>
                <c:pt idx="80">
                  <c:v>0.45979370315307966</c:v>
                </c:pt>
                <c:pt idx="81">
                  <c:v>0.46142571287789891</c:v>
                </c:pt>
                <c:pt idx="82">
                  <c:v>0.46454748164941551</c:v>
                </c:pt>
                <c:pt idx="83">
                  <c:v>0.46695649924975347</c:v>
                </c:pt>
                <c:pt idx="84">
                  <c:v>0.46764067266977488</c:v>
                </c:pt>
                <c:pt idx="85">
                  <c:v>0.46824909202003046</c:v>
                </c:pt>
                <c:pt idx="86">
                  <c:v>0.46890784092386883</c:v>
                </c:pt>
                <c:pt idx="87">
                  <c:v>0.47565423614444874</c:v>
                </c:pt>
                <c:pt idx="88">
                  <c:v>0.47585109795201685</c:v>
                </c:pt>
                <c:pt idx="89">
                  <c:v>0.47718923764675886</c:v>
                </c:pt>
                <c:pt idx="90">
                  <c:v>0.47111922111870219</c:v>
                </c:pt>
                <c:pt idx="91">
                  <c:v>0.48112449816878072</c:v>
                </c:pt>
                <c:pt idx="92">
                  <c:v>0.48419238791780284</c:v>
                </c:pt>
                <c:pt idx="93">
                  <c:v>0.48664652050992868</c:v>
                </c:pt>
                <c:pt idx="94">
                  <c:v>0.48075186995856245</c:v>
                </c:pt>
                <c:pt idx="95">
                  <c:v>0.48863928643544446</c:v>
                </c:pt>
                <c:pt idx="96">
                  <c:v>0.49146765732584435</c:v>
                </c:pt>
                <c:pt idx="97">
                  <c:v>0.48805263051037207</c:v>
                </c:pt>
                <c:pt idx="98">
                  <c:v>0.49036357372426359</c:v>
                </c:pt>
                <c:pt idx="99">
                  <c:v>0.49377424018779287</c:v>
                </c:pt>
                <c:pt idx="100">
                  <c:v>0.49531343634864738</c:v>
                </c:pt>
                <c:pt idx="101">
                  <c:v>0.49432364322424976</c:v>
                </c:pt>
                <c:pt idx="102">
                  <c:v>0.49438918053399861</c:v>
                </c:pt>
                <c:pt idx="103">
                  <c:v>0.49501130142123728</c:v>
                </c:pt>
                <c:pt idx="104">
                  <c:v>0.4941146239663558</c:v>
                </c:pt>
                <c:pt idx="105">
                  <c:v>0.50205307743029504</c:v>
                </c:pt>
                <c:pt idx="106">
                  <c:v>0.50150532489318522</c:v>
                </c:pt>
                <c:pt idx="107">
                  <c:v>0.49971678361780658</c:v>
                </c:pt>
                <c:pt idx="108">
                  <c:v>0.49977413482783722</c:v>
                </c:pt>
                <c:pt idx="109">
                  <c:v>0.50251279505081092</c:v>
                </c:pt>
                <c:pt idx="110">
                  <c:v>0.50520072576316899</c:v>
                </c:pt>
                <c:pt idx="111">
                  <c:v>0.49638683536548583</c:v>
                </c:pt>
                <c:pt idx="112">
                  <c:v>0.49498504550826961</c:v>
                </c:pt>
                <c:pt idx="113">
                  <c:v>0.50485371678300262</c:v>
                </c:pt>
                <c:pt idx="114">
                  <c:v>0.50587120812688757</c:v>
                </c:pt>
                <c:pt idx="115">
                  <c:v>0.5067553966618511</c:v>
                </c:pt>
                <c:pt idx="116">
                  <c:v>0.49305117978902258</c:v>
                </c:pt>
                <c:pt idx="117">
                  <c:v>0.50488156578637167</c:v>
                </c:pt>
                <c:pt idx="118">
                  <c:v>0.50515473858833437</c:v>
                </c:pt>
                <c:pt idx="119">
                  <c:v>0.50773893767581202</c:v>
                </c:pt>
                <c:pt idx="120">
                  <c:v>0.50965311451624107</c:v>
                </c:pt>
                <c:pt idx="121">
                  <c:v>0.51535360177224787</c:v>
                </c:pt>
                <c:pt idx="122">
                  <c:v>0.51471262896120207</c:v>
                </c:pt>
                <c:pt idx="123">
                  <c:v>0.50830291082840096</c:v>
                </c:pt>
                <c:pt idx="124">
                  <c:v>0.51359777066063483</c:v>
                </c:pt>
                <c:pt idx="125">
                  <c:v>0.51475398629405111</c:v>
                </c:pt>
                <c:pt idx="126">
                  <c:v>0.51464610553249357</c:v>
                </c:pt>
                <c:pt idx="127">
                  <c:v>0.51424920480349634</c:v>
                </c:pt>
                <c:pt idx="128">
                  <c:v>0.51667184384729803</c:v>
                </c:pt>
                <c:pt idx="129">
                  <c:v>0.51864984172688422</c:v>
                </c:pt>
                <c:pt idx="130">
                  <c:v>0.5198850410172261</c:v>
                </c:pt>
                <c:pt idx="131">
                  <c:v>0.51775885447034464</c:v>
                </c:pt>
                <c:pt idx="132">
                  <c:v>0.5211133023828296</c:v>
                </c:pt>
                <c:pt idx="133">
                  <c:v>0.52099554622375088</c:v>
                </c:pt>
                <c:pt idx="134">
                  <c:v>0.52362728428615368</c:v>
                </c:pt>
                <c:pt idx="135">
                  <c:v>0.52651491125023298</c:v>
                </c:pt>
                <c:pt idx="136">
                  <c:v>0.5220419085411766</c:v>
                </c:pt>
                <c:pt idx="137">
                  <c:v>0.5237520183779345</c:v>
                </c:pt>
                <c:pt idx="138">
                  <c:v>0.52667594613764224</c:v>
                </c:pt>
                <c:pt idx="139">
                  <c:v>0.53236475890889612</c:v>
                </c:pt>
                <c:pt idx="140">
                  <c:v>0.53370730450150972</c:v>
                </c:pt>
                <c:pt idx="141">
                  <c:v>0.52379217866978711</c:v>
                </c:pt>
                <c:pt idx="142">
                  <c:v>0.53458474512150667</c:v>
                </c:pt>
                <c:pt idx="143">
                  <c:v>0.5385658400413349</c:v>
                </c:pt>
                <c:pt idx="144">
                  <c:v>0.53853013636924008</c:v>
                </c:pt>
                <c:pt idx="145">
                  <c:v>0.534657326477051</c:v>
                </c:pt>
                <c:pt idx="146">
                  <c:v>0.53828652524893272</c:v>
                </c:pt>
                <c:pt idx="147">
                  <c:v>0.53959995429343055</c:v>
                </c:pt>
                <c:pt idx="148">
                  <c:v>0.53933762489875026</c:v>
                </c:pt>
                <c:pt idx="149">
                  <c:v>0.53408386923943008</c:v>
                </c:pt>
                <c:pt idx="150">
                  <c:v>0.53749379086775528</c:v>
                </c:pt>
                <c:pt idx="151">
                  <c:v>0.52946014234505534</c:v>
                </c:pt>
                <c:pt idx="152">
                  <c:v>0.53708941735457394</c:v>
                </c:pt>
                <c:pt idx="153">
                  <c:v>0.53568272933512606</c:v>
                </c:pt>
                <c:pt idx="154">
                  <c:v>0.53671805324876998</c:v>
                </c:pt>
                <c:pt idx="155">
                  <c:v>0.53761889353600978</c:v>
                </c:pt>
                <c:pt idx="156">
                  <c:v>0.53883574754120833</c:v>
                </c:pt>
                <c:pt idx="157">
                  <c:v>0.53935920712567464</c:v>
                </c:pt>
                <c:pt idx="158">
                  <c:v>0.53654874710850364</c:v>
                </c:pt>
                <c:pt idx="159">
                  <c:v>0.53864660273788056</c:v>
                </c:pt>
                <c:pt idx="160">
                  <c:v>0.54209100145068245</c:v>
                </c:pt>
                <c:pt idx="161">
                  <c:v>0.53953853581345601</c:v>
                </c:pt>
                <c:pt idx="162">
                  <c:v>0.54346061187893624</c:v>
                </c:pt>
                <c:pt idx="163">
                  <c:v>0.54529149555058154</c:v>
                </c:pt>
                <c:pt idx="164">
                  <c:v>0.54485004820711558</c:v>
                </c:pt>
                <c:pt idx="165">
                  <c:v>0.54620334584845631</c:v>
                </c:pt>
                <c:pt idx="166">
                  <c:v>0.5492992780185767</c:v>
                </c:pt>
                <c:pt idx="167">
                  <c:v>0.55183342903106936</c:v>
                </c:pt>
                <c:pt idx="168">
                  <c:v>0.54915526656113722</c:v>
                </c:pt>
                <c:pt idx="169">
                  <c:v>0.54832676684045367</c:v>
                </c:pt>
                <c:pt idx="170">
                  <c:v>0.54377320007231078</c:v>
                </c:pt>
                <c:pt idx="171">
                  <c:v>0.54183455509293221</c:v>
                </c:pt>
                <c:pt idx="172">
                  <c:v>0.5461040344152458</c:v>
                </c:pt>
                <c:pt idx="173">
                  <c:v>0.54843155677738098</c:v>
                </c:pt>
                <c:pt idx="174">
                  <c:v>0.54963387466261482</c:v>
                </c:pt>
                <c:pt idx="175">
                  <c:v>0.54367428822539199</c:v>
                </c:pt>
                <c:pt idx="176">
                  <c:v>0.5504934956596903</c:v>
                </c:pt>
                <c:pt idx="177">
                  <c:v>0.54309860115579178</c:v>
                </c:pt>
                <c:pt idx="178">
                  <c:v>0.54440161287338973</c:v>
                </c:pt>
                <c:pt idx="179">
                  <c:v>0.55374595429784679</c:v>
                </c:pt>
                <c:pt idx="180">
                  <c:v>0.56092811246120344</c:v>
                </c:pt>
                <c:pt idx="181">
                  <c:v>0.56373042479688062</c:v>
                </c:pt>
                <c:pt idx="182">
                  <c:v>0.54831121137289451</c:v>
                </c:pt>
                <c:pt idx="183">
                  <c:v>0.55332360373963507</c:v>
                </c:pt>
                <c:pt idx="184">
                  <c:v>0.54895014417685795</c:v>
                </c:pt>
                <c:pt idx="185">
                  <c:v>0.55109892575018038</c:v>
                </c:pt>
                <c:pt idx="186">
                  <c:v>0.55837040694352036</c:v>
                </c:pt>
                <c:pt idx="187">
                  <c:v>0.56596510260334199</c:v>
                </c:pt>
                <c:pt idx="188">
                  <c:v>0.56612666039714976</c:v>
                </c:pt>
                <c:pt idx="189">
                  <c:v>0.54632745933270987</c:v>
                </c:pt>
                <c:pt idx="190">
                  <c:v>0.55704055652670537</c:v>
                </c:pt>
                <c:pt idx="191">
                  <c:v>0.55930318250491406</c:v>
                </c:pt>
                <c:pt idx="192">
                  <c:v>0.56229920865047578</c:v>
                </c:pt>
                <c:pt idx="193">
                  <c:v>0.56083956927020895</c:v>
                </c:pt>
                <c:pt idx="194">
                  <c:v>0.56606291422475385</c:v>
                </c:pt>
                <c:pt idx="195">
                  <c:v>0.56735910313468685</c:v>
                </c:pt>
                <c:pt idx="196">
                  <c:v>0.56214225788043193</c:v>
                </c:pt>
                <c:pt idx="197">
                  <c:v>0.5607357541953063</c:v>
                </c:pt>
                <c:pt idx="198">
                  <c:v>0.55937634091927624</c:v>
                </c:pt>
                <c:pt idx="199">
                  <c:v>0.56355849191571927</c:v>
                </c:pt>
                <c:pt idx="200">
                  <c:v>0.56584085949689922</c:v>
                </c:pt>
                <c:pt idx="201">
                  <c:v>0.56566832234555919</c:v>
                </c:pt>
                <c:pt idx="202">
                  <c:v>0.56613890285130386</c:v>
                </c:pt>
                <c:pt idx="203">
                  <c:v>0.56654957562419983</c:v>
                </c:pt>
                <c:pt idx="204">
                  <c:v>0.56928146445791195</c:v>
                </c:pt>
                <c:pt idx="205">
                  <c:v>0.56916242517540783</c:v>
                </c:pt>
                <c:pt idx="206">
                  <c:v>0.56950554542332321</c:v>
                </c:pt>
                <c:pt idx="207">
                  <c:v>0.57156297861972605</c:v>
                </c:pt>
                <c:pt idx="208">
                  <c:v>0.56995883765476041</c:v>
                </c:pt>
                <c:pt idx="209">
                  <c:v>0.56868485747603792</c:v>
                </c:pt>
                <c:pt idx="210">
                  <c:v>0.5630372690281793</c:v>
                </c:pt>
                <c:pt idx="211">
                  <c:v>0.56395334719369161</c:v>
                </c:pt>
                <c:pt idx="212">
                  <c:v>0.56644114261223633</c:v>
                </c:pt>
                <c:pt idx="213">
                  <c:v>0.56902913153117995</c:v>
                </c:pt>
                <c:pt idx="214">
                  <c:v>0.5712802339709826</c:v>
                </c:pt>
                <c:pt idx="215">
                  <c:v>0.56350987286008636</c:v>
                </c:pt>
                <c:pt idx="216">
                  <c:v>0.57129300148293682</c:v>
                </c:pt>
                <c:pt idx="217">
                  <c:v>0.57061706736364504</c:v>
                </c:pt>
                <c:pt idx="218">
                  <c:v>0.57164458414713248</c:v>
                </c:pt>
                <c:pt idx="219">
                  <c:v>0.57556176474427678</c:v>
                </c:pt>
                <c:pt idx="220">
                  <c:v>0.57969099489667164</c:v>
                </c:pt>
                <c:pt idx="221">
                  <c:v>0.57831767829900615</c:v>
                </c:pt>
                <c:pt idx="222">
                  <c:v>0.57376640966378778</c:v>
                </c:pt>
                <c:pt idx="223">
                  <c:v>0.57619366968124608</c:v>
                </c:pt>
                <c:pt idx="224">
                  <c:v>0.57560313990575507</c:v>
                </c:pt>
                <c:pt idx="225">
                  <c:v>0.57534440616595406</c:v>
                </c:pt>
                <c:pt idx="226">
                  <c:v>0.57249540402472432</c:v>
                </c:pt>
                <c:pt idx="227">
                  <c:v>0.57751212499578519</c:v>
                </c:pt>
                <c:pt idx="228">
                  <c:v>0.57616911424041706</c:v>
                </c:pt>
                <c:pt idx="229">
                  <c:v>0.57145124148671222</c:v>
                </c:pt>
                <c:pt idx="230">
                  <c:v>0.57697909493225152</c:v>
                </c:pt>
                <c:pt idx="231">
                  <c:v>0.57905926883861047</c:v>
                </c:pt>
                <c:pt idx="232">
                  <c:v>0.57930279220558223</c:v>
                </c:pt>
                <c:pt idx="233">
                  <c:v>0.57460386926745755</c:v>
                </c:pt>
                <c:pt idx="234">
                  <c:v>0.58229969698100748</c:v>
                </c:pt>
                <c:pt idx="235">
                  <c:v>0.58236820052304705</c:v>
                </c:pt>
                <c:pt idx="236">
                  <c:v>0.58207675480907672</c:v>
                </c:pt>
                <c:pt idx="237">
                  <c:v>0.57578225541102612</c:v>
                </c:pt>
                <c:pt idx="238">
                  <c:v>0.57765789702711068</c:v>
                </c:pt>
                <c:pt idx="239">
                  <c:v>0.58492697452428033</c:v>
                </c:pt>
                <c:pt idx="240">
                  <c:v>0.58136450468798062</c:v>
                </c:pt>
                <c:pt idx="241">
                  <c:v>0.58125461362030395</c:v>
                </c:pt>
                <c:pt idx="242">
                  <c:v>0.57111515440057203</c:v>
                </c:pt>
                <c:pt idx="243">
                  <c:v>0.58045088550828194</c:v>
                </c:pt>
                <c:pt idx="244">
                  <c:v>0.58193450433369875</c:v>
                </c:pt>
                <c:pt idx="245">
                  <c:v>0.58244533869417059</c:v>
                </c:pt>
                <c:pt idx="246">
                  <c:v>0.58282778629721199</c:v>
                </c:pt>
                <c:pt idx="247">
                  <c:v>0.58892540672282012</c:v>
                </c:pt>
                <c:pt idx="248">
                  <c:v>0.58849375584695018</c:v>
                </c:pt>
                <c:pt idx="249">
                  <c:v>0.58680094143732031</c:v>
                </c:pt>
                <c:pt idx="250">
                  <c:v>0.58773149573206718</c:v>
                </c:pt>
                <c:pt idx="251">
                  <c:v>0.58561052661032764</c:v>
                </c:pt>
                <c:pt idx="252">
                  <c:v>0.58477435689953206</c:v>
                </c:pt>
                <c:pt idx="253">
                  <c:v>0.58848373598267667</c:v>
                </c:pt>
                <c:pt idx="254">
                  <c:v>0.5924166908621149</c:v>
                </c:pt>
                <c:pt idx="255">
                  <c:v>0.5949026566129475</c:v>
                </c:pt>
                <c:pt idx="256">
                  <c:v>0.59006710622919356</c:v>
                </c:pt>
                <c:pt idx="257">
                  <c:v>0.59460555976418228</c:v>
                </c:pt>
                <c:pt idx="258">
                  <c:v>0.59398732313892033</c:v>
                </c:pt>
                <c:pt idx="259">
                  <c:v>0.590976913468649</c:v>
                </c:pt>
                <c:pt idx="260">
                  <c:v>0.59068603075206305</c:v>
                </c:pt>
                <c:pt idx="261">
                  <c:v>0.59333314804937831</c:v>
                </c:pt>
                <c:pt idx="262">
                  <c:v>0.5941522016455919</c:v>
                </c:pt>
                <c:pt idx="263">
                  <c:v>0.58870906005370005</c:v>
                </c:pt>
                <c:pt idx="264">
                  <c:v>0.58914744287153054</c:v>
                </c:pt>
                <c:pt idx="265">
                  <c:v>0.58951645422085297</c:v>
                </c:pt>
                <c:pt idx="266">
                  <c:v>0.59092467209320276</c:v>
                </c:pt>
                <c:pt idx="267">
                  <c:v>0.59072149241955874</c:v>
                </c:pt>
                <c:pt idx="268">
                  <c:v>0.59213986066897895</c:v>
                </c:pt>
                <c:pt idx="269">
                  <c:v>0.59438730704473819</c:v>
                </c:pt>
                <c:pt idx="270">
                  <c:v>0.59496889800115516</c:v>
                </c:pt>
                <c:pt idx="271">
                  <c:v>0.59356515749799899</c:v>
                </c:pt>
                <c:pt idx="272">
                  <c:v>0.59120204603857007</c:v>
                </c:pt>
                <c:pt idx="273">
                  <c:v>0.59279204934277629</c:v>
                </c:pt>
                <c:pt idx="274">
                  <c:v>0.59103563382591628</c:v>
                </c:pt>
                <c:pt idx="275">
                  <c:v>0.5916600499653486</c:v>
                </c:pt>
                <c:pt idx="276">
                  <c:v>0.59025301366320948</c:v>
                </c:pt>
                <c:pt idx="277">
                  <c:v>0.58912370875173137</c:v>
                </c:pt>
                <c:pt idx="278">
                  <c:v>0.58777939495060372</c:v>
                </c:pt>
                <c:pt idx="279">
                  <c:v>0.58643886797931277</c:v>
                </c:pt>
                <c:pt idx="280">
                  <c:v>0.58583181286688979</c:v>
                </c:pt>
                <c:pt idx="281">
                  <c:v>0.59137551156266888</c:v>
                </c:pt>
                <c:pt idx="282">
                  <c:v>0.59678153388904687</c:v>
                </c:pt>
                <c:pt idx="283">
                  <c:v>0.58827667491653324</c:v>
                </c:pt>
                <c:pt idx="284">
                  <c:v>0.58690114856022513</c:v>
                </c:pt>
                <c:pt idx="285">
                  <c:v>0.59148755904348316</c:v>
                </c:pt>
                <c:pt idx="286">
                  <c:v>0.59220766248189893</c:v>
                </c:pt>
                <c:pt idx="287">
                  <c:v>0.59627954799568705</c:v>
                </c:pt>
                <c:pt idx="288">
                  <c:v>0.58867256960646708</c:v>
                </c:pt>
                <c:pt idx="289">
                  <c:v>0.5994331910362003</c:v>
                </c:pt>
                <c:pt idx="290">
                  <c:v>0.60127025654729438</c:v>
                </c:pt>
                <c:pt idx="291">
                  <c:v>0.60102522594510044</c:v>
                </c:pt>
                <c:pt idx="292">
                  <c:v>0.59922264045905493</c:v>
                </c:pt>
                <c:pt idx="293">
                  <c:v>0.60790482337231666</c:v>
                </c:pt>
                <c:pt idx="294">
                  <c:v>0.60956804002068987</c:v>
                </c:pt>
                <c:pt idx="295">
                  <c:v>0.60759096489662279</c:v>
                </c:pt>
                <c:pt idx="296">
                  <c:v>0.60875918872832346</c:v>
                </c:pt>
                <c:pt idx="297">
                  <c:v>0.59863642978955534</c:v>
                </c:pt>
                <c:pt idx="298">
                  <c:v>0.59552680416606696</c:v>
                </c:pt>
                <c:pt idx="299">
                  <c:v>0.60589528527855518</c:v>
                </c:pt>
                <c:pt idx="300">
                  <c:v>0.60664670913168117</c:v>
                </c:pt>
                <c:pt idx="301">
                  <c:v>0.60395764057485979</c:v>
                </c:pt>
                <c:pt idx="302">
                  <c:v>0.5892362410010531</c:v>
                </c:pt>
                <c:pt idx="303">
                  <c:v>0.6022334375290409</c:v>
                </c:pt>
                <c:pt idx="304">
                  <c:v>0.60238295007165854</c:v>
                </c:pt>
                <c:pt idx="305">
                  <c:v>0.60434272502442798</c:v>
                </c:pt>
                <c:pt idx="306">
                  <c:v>0.60488065995134321</c:v>
                </c:pt>
                <c:pt idx="307">
                  <c:v>0.6151645529005062</c:v>
                </c:pt>
                <c:pt idx="308">
                  <c:v>0.61454670995698213</c:v>
                </c:pt>
                <c:pt idx="309">
                  <c:v>0.60461284191579878</c:v>
                </c:pt>
                <c:pt idx="310">
                  <c:v>0.59916810031536094</c:v>
                </c:pt>
                <c:pt idx="311">
                  <c:v>0.59871633564837445</c:v>
                </c:pt>
                <c:pt idx="312">
                  <c:v>0.60509994387071453</c:v>
                </c:pt>
                <c:pt idx="313">
                  <c:v>0.60458576964372868</c:v>
                </c:pt>
                <c:pt idx="314">
                  <c:v>0.61037121575187059</c:v>
                </c:pt>
                <c:pt idx="315">
                  <c:v>0.59728129204777847</c:v>
                </c:pt>
                <c:pt idx="316">
                  <c:v>0.60240598712822013</c:v>
                </c:pt>
                <c:pt idx="317">
                  <c:v>0.60474612224801316</c:v>
                </c:pt>
                <c:pt idx="318">
                  <c:v>0.6075322118368075</c:v>
                </c:pt>
                <c:pt idx="319">
                  <c:v>0.60736862986616091</c:v>
                </c:pt>
                <c:pt idx="320">
                  <c:v>0.61206731889148014</c:v>
                </c:pt>
                <c:pt idx="321">
                  <c:v>0.61196729194357391</c:v>
                </c:pt>
                <c:pt idx="322">
                  <c:v>0.60829325061727368</c:v>
                </c:pt>
                <c:pt idx="323">
                  <c:v>0.60858433187738747</c:v>
                </c:pt>
                <c:pt idx="324">
                  <c:v>0.60701964168003542</c:v>
                </c:pt>
                <c:pt idx="325">
                  <c:v>0.60794198729866089</c:v>
                </c:pt>
                <c:pt idx="326">
                  <c:v>0.60896859041109952</c:v>
                </c:pt>
                <c:pt idx="327">
                  <c:v>0.60925883660723323</c:v>
                </c:pt>
                <c:pt idx="328">
                  <c:v>0.60793177742018556</c:v>
                </c:pt>
                <c:pt idx="329">
                  <c:v>0.60994919941907244</c:v>
                </c:pt>
                <c:pt idx="330">
                  <c:v>0.60752805176125058</c:v>
                </c:pt>
                <c:pt idx="331">
                  <c:v>0.6064552829946912</c:v>
                </c:pt>
                <c:pt idx="332">
                  <c:v>0.60703453348093006</c:v>
                </c:pt>
                <c:pt idx="333">
                  <c:v>0.60958055955939172</c:v>
                </c:pt>
                <c:pt idx="334">
                  <c:v>0.60704202041670341</c:v>
                </c:pt>
                <c:pt idx="335">
                  <c:v>0.59980139028616708</c:v>
                </c:pt>
                <c:pt idx="336">
                  <c:v>0.60004700690358281</c:v>
                </c:pt>
                <c:pt idx="337">
                  <c:v>0.60420018018997645</c:v>
                </c:pt>
                <c:pt idx="338">
                  <c:v>0.60640703625644954</c:v>
                </c:pt>
                <c:pt idx="339">
                  <c:v>0.60411560030266098</c:v>
                </c:pt>
                <c:pt idx="340">
                  <c:v>0.60973497329885984</c:v>
                </c:pt>
                <c:pt idx="341">
                  <c:v>0.61423039251505596</c:v>
                </c:pt>
                <c:pt idx="342">
                  <c:v>0.61348410053549962</c:v>
                </c:pt>
                <c:pt idx="343">
                  <c:v>0.61040189880942075</c:v>
                </c:pt>
                <c:pt idx="344">
                  <c:v>0.61328575762368764</c:v>
                </c:pt>
                <c:pt idx="345">
                  <c:v>0.61502304023605525</c:v>
                </c:pt>
                <c:pt idx="346">
                  <c:v>0.61484319807487597</c:v>
                </c:pt>
                <c:pt idx="347">
                  <c:v>0.61582040992441178</c:v>
                </c:pt>
                <c:pt idx="348">
                  <c:v>0.6180840436119529</c:v>
                </c:pt>
                <c:pt idx="349">
                  <c:v>0.61773591168216424</c:v>
                </c:pt>
                <c:pt idx="350">
                  <c:v>0.61246546311185091</c:v>
                </c:pt>
                <c:pt idx="351">
                  <c:v>0.61654293136353155</c:v>
                </c:pt>
                <c:pt idx="352">
                  <c:v>0.61103381490433517</c:v>
                </c:pt>
                <c:pt idx="353">
                  <c:v>0.61127132016733432</c:v>
                </c:pt>
                <c:pt idx="354">
                  <c:v>0.61505812035944785</c:v>
                </c:pt>
                <c:pt idx="355">
                  <c:v>0.609862152115486</c:v>
                </c:pt>
                <c:pt idx="356">
                  <c:v>0.61002352086571443</c:v>
                </c:pt>
                <c:pt idx="357">
                  <c:v>0.60728555937566875</c:v>
                </c:pt>
                <c:pt idx="358">
                  <c:v>0.61777475065571319</c:v>
                </c:pt>
                <c:pt idx="359">
                  <c:v>0.61620032416417325</c:v>
                </c:pt>
                <c:pt idx="360">
                  <c:v>0.60584577497509673</c:v>
                </c:pt>
                <c:pt idx="361">
                  <c:v>0.61762013480001399</c:v>
                </c:pt>
                <c:pt idx="362">
                  <c:v>0.62463645594867934</c:v>
                </c:pt>
                <c:pt idx="363">
                  <c:v>0.62728992437531994</c:v>
                </c:pt>
                <c:pt idx="364">
                  <c:v>0.62091663685910525</c:v>
                </c:pt>
                <c:pt idx="365">
                  <c:v>0.6300441694555392</c:v>
                </c:pt>
                <c:pt idx="366">
                  <c:v>0.6300379344316489</c:v>
                </c:pt>
                <c:pt idx="367">
                  <c:v>0.62183704684732732</c:v>
                </c:pt>
                <c:pt idx="368">
                  <c:v>0.61963246848413445</c:v>
                </c:pt>
                <c:pt idx="369">
                  <c:v>0.62143188644297231</c:v>
                </c:pt>
                <c:pt idx="370">
                  <c:v>0.62054801666637494</c:v>
                </c:pt>
                <c:pt idx="371">
                  <c:v>0.62127060174665771</c:v>
                </c:pt>
                <c:pt idx="372">
                  <c:v>0.62053471891184131</c:v>
                </c:pt>
                <c:pt idx="373">
                  <c:v>0.62036544727950771</c:v>
                </c:pt>
                <c:pt idx="374">
                  <c:v>0.62185626562765139</c:v>
                </c:pt>
                <c:pt idx="375">
                  <c:v>0.61953698495484133</c:v>
                </c:pt>
                <c:pt idx="376">
                  <c:v>0.6165050156680203</c:v>
                </c:pt>
                <c:pt idx="377">
                  <c:v>0.61672985829417382</c:v>
                </c:pt>
                <c:pt idx="378">
                  <c:v>0.61934166083118247</c:v>
                </c:pt>
                <c:pt idx="379">
                  <c:v>0.62070701402334438</c:v>
                </c:pt>
                <c:pt idx="380">
                  <c:v>0.62351859155407896</c:v>
                </c:pt>
                <c:pt idx="381">
                  <c:v>0.62451816661039827</c:v>
                </c:pt>
                <c:pt idx="382">
                  <c:v>0.62139541744696325</c:v>
                </c:pt>
                <c:pt idx="383">
                  <c:v>0.61883247451025292</c:v>
                </c:pt>
                <c:pt idx="384">
                  <c:v>0.62040161137631544</c:v>
                </c:pt>
                <c:pt idx="385">
                  <c:v>0.62148622687181942</c:v>
                </c:pt>
                <c:pt idx="386">
                  <c:v>0.62294569894609608</c:v>
                </c:pt>
                <c:pt idx="387">
                  <c:v>0.62469756470265214</c:v>
                </c:pt>
                <c:pt idx="388">
                  <c:v>0.62666436186944408</c:v>
                </c:pt>
                <c:pt idx="389">
                  <c:v>0.62870828164227543</c:v>
                </c:pt>
                <c:pt idx="390">
                  <c:v>0.62130146054084356</c:v>
                </c:pt>
                <c:pt idx="391">
                  <c:v>0.62207122487510724</c:v>
                </c:pt>
                <c:pt idx="392">
                  <c:v>0.62275935639124003</c:v>
                </c:pt>
                <c:pt idx="393">
                  <c:v>0.62495081160779753</c:v>
                </c:pt>
                <c:pt idx="394">
                  <c:v>0.62438901171805583</c:v>
                </c:pt>
                <c:pt idx="395">
                  <c:v>0.6211521349593343</c:v>
                </c:pt>
                <c:pt idx="396">
                  <c:v>0.62000415964212408</c:v>
                </c:pt>
                <c:pt idx="397">
                  <c:v>0.61999970759132261</c:v>
                </c:pt>
                <c:pt idx="398">
                  <c:v>0.61975222930017015</c:v>
                </c:pt>
                <c:pt idx="399">
                  <c:v>0.60953020259745427</c:v>
                </c:pt>
                <c:pt idx="400">
                  <c:v>0.60191844841066433</c:v>
                </c:pt>
                <c:pt idx="401">
                  <c:v>0.61833132672655844</c:v>
                </c:pt>
                <c:pt idx="402">
                  <c:v>0.61790600594001222</c:v>
                </c:pt>
                <c:pt idx="403">
                  <c:v>0.61990918871192369</c:v>
                </c:pt>
                <c:pt idx="404">
                  <c:v>0.60685396860809038</c:v>
                </c:pt>
                <c:pt idx="405">
                  <c:v>0.62447270867847271</c:v>
                </c:pt>
                <c:pt idx="406">
                  <c:v>0.61770513865165899</c:v>
                </c:pt>
                <c:pt idx="407">
                  <c:v>0.61449878227377619</c:v>
                </c:pt>
                <c:pt idx="408">
                  <c:v>0.62378273384389693</c:v>
                </c:pt>
                <c:pt idx="409">
                  <c:v>0.63319073737204601</c:v>
                </c:pt>
                <c:pt idx="410">
                  <c:v>0.63472311743196574</c:v>
                </c:pt>
                <c:pt idx="411">
                  <c:v>0.61369461416029936</c:v>
                </c:pt>
                <c:pt idx="412">
                  <c:v>0.62574397705208862</c:v>
                </c:pt>
                <c:pt idx="413">
                  <c:v>0.62555400904450342</c:v>
                </c:pt>
                <c:pt idx="414">
                  <c:v>0.62551582139269779</c:v>
                </c:pt>
                <c:pt idx="415">
                  <c:v>0.62527643712696213</c:v>
                </c:pt>
                <c:pt idx="416">
                  <c:v>0.63232210542424383</c:v>
                </c:pt>
                <c:pt idx="417">
                  <c:v>0.63333579670197238</c:v>
                </c:pt>
                <c:pt idx="418">
                  <c:v>0.62611362135281301</c:v>
                </c:pt>
                <c:pt idx="419">
                  <c:v>0.62297131463996624</c:v>
                </c:pt>
                <c:pt idx="420">
                  <c:v>0.61891206132740018</c:v>
                </c:pt>
                <c:pt idx="421">
                  <c:v>0.61911130583902929</c:v>
                </c:pt>
                <c:pt idx="422">
                  <c:v>0.62629691187528569</c:v>
                </c:pt>
                <c:pt idx="423">
                  <c:v>0.6200902603182088</c:v>
                </c:pt>
                <c:pt idx="424">
                  <c:v>0.62128005613990367</c:v>
                </c:pt>
                <c:pt idx="425">
                  <c:v>0.62688835141105981</c:v>
                </c:pt>
                <c:pt idx="426">
                  <c:v>0.62341485376634542</c:v>
                </c:pt>
                <c:pt idx="427">
                  <c:v>0.62448115776505775</c:v>
                </c:pt>
                <c:pt idx="428">
                  <c:v>0.62284836479918504</c:v>
                </c:pt>
                <c:pt idx="429">
                  <c:v>0.63317004258638954</c:v>
                </c:pt>
                <c:pt idx="430">
                  <c:v>0.62354260337997092</c:v>
                </c:pt>
                <c:pt idx="431">
                  <c:v>0.61627341319608309</c:v>
                </c:pt>
                <c:pt idx="432">
                  <c:v>0.62890676557054626</c:v>
                </c:pt>
                <c:pt idx="433">
                  <c:v>0.63374166097880147</c:v>
                </c:pt>
                <c:pt idx="434">
                  <c:v>0.63502125065506032</c:v>
                </c:pt>
                <c:pt idx="435">
                  <c:v>0.61892375640810771</c:v>
                </c:pt>
                <c:pt idx="436">
                  <c:v>0.633668292601276</c:v>
                </c:pt>
                <c:pt idx="437">
                  <c:v>0.62758176703824398</c:v>
                </c:pt>
                <c:pt idx="438">
                  <c:v>0.62004792049543922</c:v>
                </c:pt>
                <c:pt idx="439">
                  <c:v>0.61979371324754362</c:v>
                </c:pt>
                <c:pt idx="440">
                  <c:v>0.6335551545465623</c:v>
                </c:pt>
                <c:pt idx="441">
                  <c:v>0.64740690194579231</c:v>
                </c:pt>
              </c:numCache>
            </c:numRef>
          </c:yVal>
          <c:smooth val="0"/>
          <c:extLst>
            <c:ext xmlns:c16="http://schemas.microsoft.com/office/drawing/2014/chart" uri="{C3380CC4-5D6E-409C-BE32-E72D297353CC}">
              <c16:uniqueId val="{00000001-212A-441A-8CC4-ABEA5372C228}"/>
            </c:ext>
          </c:extLst>
        </c:ser>
        <c:ser>
          <c:idx val="3"/>
          <c:order val="2"/>
          <c:tx>
            <c:strRef>
              <c:f>'Post Processing - SS NaCl'!$V$1</c:f>
              <c:strCache>
                <c:ptCount val="1"/>
                <c:pt idx="0">
                  <c:v>NF270_MC5_07.23.24_NaCl</c:v>
                </c:pt>
              </c:strCache>
            </c:strRef>
          </c:tx>
          <c:spPr>
            <a:ln w="38100" cap="rnd">
              <a:noFill/>
              <a:round/>
            </a:ln>
            <a:effectLst/>
          </c:spPr>
          <c:marker>
            <c:symbol val="circle"/>
            <c:size val="2"/>
            <c:spPr>
              <a:solidFill>
                <a:schemeClr val="accent4"/>
              </a:solidFill>
              <a:ln w="9525">
                <a:solidFill>
                  <a:schemeClr val="accent4"/>
                </a:solidFill>
              </a:ln>
              <a:effectLst/>
            </c:spPr>
          </c:marker>
          <c:xVal>
            <c:numRef>
              <c:f>'Post Processing - SS NaCl'!$AA$59:$AA$540</c:f>
              <c:numCache>
                <c:formatCode>0.00E+00</c:formatCode>
                <c:ptCount val="482"/>
                <c:pt idx="0">
                  <c:v>9.8479239342028601E-6</c:v>
                </c:pt>
                <c:pt idx="1">
                  <c:v>9.8324902675949998E-6</c:v>
                </c:pt>
                <c:pt idx="2">
                  <c:v>9.81707081006666E-6</c:v>
                </c:pt>
                <c:pt idx="3">
                  <c:v>9.8024530081239196E-6</c:v>
                </c:pt>
                <c:pt idx="4">
                  <c:v>9.7871949402261399E-6</c:v>
                </c:pt>
                <c:pt idx="5">
                  <c:v>9.7728033819846599E-6</c:v>
                </c:pt>
                <c:pt idx="6">
                  <c:v>9.7582139689386504E-6</c:v>
                </c:pt>
                <c:pt idx="7">
                  <c:v>9.7431118547383298E-6</c:v>
                </c:pt>
                <c:pt idx="8">
                  <c:v>9.7284886217677407E-6</c:v>
                </c:pt>
                <c:pt idx="9">
                  <c:v>9.7132411687524692E-6</c:v>
                </c:pt>
                <c:pt idx="10">
                  <c:v>9.6982152652952396E-6</c:v>
                </c:pt>
                <c:pt idx="11">
                  <c:v>9.6836101348081504E-6</c:v>
                </c:pt>
                <c:pt idx="12">
                  <c:v>9.6681514071274306E-6</c:v>
                </c:pt>
                <c:pt idx="13">
                  <c:v>9.6534655284141308E-6</c:v>
                </c:pt>
                <c:pt idx="14">
                  <c:v>9.6380222542467106E-6</c:v>
                </c:pt>
                <c:pt idx="15">
                  <c:v>9.6233900332352395E-6</c:v>
                </c:pt>
                <c:pt idx="16">
                  <c:v>9.6079604042910508E-6</c:v>
                </c:pt>
                <c:pt idx="17">
                  <c:v>9.5934667123272894E-6</c:v>
                </c:pt>
                <c:pt idx="18">
                  <c:v>9.5782564474733308E-6</c:v>
                </c:pt>
                <c:pt idx="19">
                  <c:v>9.5636192680140906E-6</c:v>
                </c:pt>
                <c:pt idx="20">
                  <c:v>9.5485327787556095E-6</c:v>
                </c:pt>
                <c:pt idx="21">
                  <c:v>9.5338333510300896E-6</c:v>
                </c:pt>
                <c:pt idx="22">
                  <c:v>9.5189576199212004E-6</c:v>
                </c:pt>
                <c:pt idx="23">
                  <c:v>9.5041974155430693E-6</c:v>
                </c:pt>
                <c:pt idx="24">
                  <c:v>9.4895754532944197E-6</c:v>
                </c:pt>
                <c:pt idx="25">
                  <c:v>9.4747585573108702E-6</c:v>
                </c:pt>
                <c:pt idx="26">
                  <c:v>9.4601123541072098E-6</c:v>
                </c:pt>
                <c:pt idx="27">
                  <c:v>9.4451244982918504E-6</c:v>
                </c:pt>
                <c:pt idx="28">
                  <c:v>9.4304225770258002E-6</c:v>
                </c:pt>
                <c:pt idx="29">
                  <c:v>9.4157251555133793E-6</c:v>
                </c:pt>
                <c:pt idx="30">
                  <c:v>9.4011127035271193E-6</c:v>
                </c:pt>
                <c:pt idx="31">
                  <c:v>9.3868732309095494E-6</c:v>
                </c:pt>
                <c:pt idx="32">
                  <c:v>9.3722163797821401E-6</c:v>
                </c:pt>
                <c:pt idx="33">
                  <c:v>9.35804582609233E-6</c:v>
                </c:pt>
                <c:pt idx="34">
                  <c:v>9.3432387234932694E-6</c:v>
                </c:pt>
                <c:pt idx="35">
                  <c:v>9.3294433775496508E-6</c:v>
                </c:pt>
                <c:pt idx="36">
                  <c:v>9.3153292285907904E-6</c:v>
                </c:pt>
                <c:pt idx="37">
                  <c:v>9.3018052440158704E-6</c:v>
                </c:pt>
                <c:pt idx="38">
                  <c:v>9.28766059750709E-6</c:v>
                </c:pt>
                <c:pt idx="39">
                  <c:v>9.2741618698024499E-6</c:v>
                </c:pt>
                <c:pt idx="40">
                  <c:v>9.2594285231713802E-6</c:v>
                </c:pt>
                <c:pt idx="41">
                  <c:v>9.2460178911500407E-6</c:v>
                </c:pt>
                <c:pt idx="42">
                  <c:v>9.2319961515436096E-6</c:v>
                </c:pt>
                <c:pt idx="43">
                  <c:v>9.2187961234092899E-6</c:v>
                </c:pt>
                <c:pt idx="44">
                  <c:v>9.2054835850497804E-6</c:v>
                </c:pt>
                <c:pt idx="45">
                  <c:v>9.1924337990695801E-6</c:v>
                </c:pt>
                <c:pt idx="46">
                  <c:v>9.1792494046879299E-6</c:v>
                </c:pt>
                <c:pt idx="47">
                  <c:v>9.1662366812332195E-6</c:v>
                </c:pt>
                <c:pt idx="48">
                  <c:v>9.1529988859272905E-6</c:v>
                </c:pt>
                <c:pt idx="49">
                  <c:v>9.1393945726253393E-6</c:v>
                </c:pt>
                <c:pt idx="50">
                  <c:v>9.1261961987612395E-6</c:v>
                </c:pt>
                <c:pt idx="51">
                  <c:v>9.1124794217238796E-6</c:v>
                </c:pt>
                <c:pt idx="52">
                  <c:v>9.0989076661653001E-6</c:v>
                </c:pt>
                <c:pt idx="53">
                  <c:v>9.0857766036012192E-6</c:v>
                </c:pt>
                <c:pt idx="54">
                  <c:v>9.0721964943185601E-6</c:v>
                </c:pt>
                <c:pt idx="55">
                  <c:v>9.0586238196615006E-6</c:v>
                </c:pt>
                <c:pt idx="56">
                  <c:v>9.0454266282004295E-6</c:v>
                </c:pt>
                <c:pt idx="57">
                  <c:v>9.0314585769311403E-6</c:v>
                </c:pt>
                <c:pt idx="58">
                  <c:v>9.0182985841466693E-6</c:v>
                </c:pt>
                <c:pt idx="59">
                  <c:v>9.0045202642817602E-6</c:v>
                </c:pt>
                <c:pt idx="60">
                  <c:v>8.9914774255057396E-6</c:v>
                </c:pt>
                <c:pt idx="61">
                  <c:v>8.9776819903211895E-6</c:v>
                </c:pt>
                <c:pt idx="62">
                  <c:v>8.9646893104681198E-6</c:v>
                </c:pt>
                <c:pt idx="63">
                  <c:v>8.95100560028609E-6</c:v>
                </c:pt>
                <c:pt idx="64">
                  <c:v>8.9378051774846594E-6</c:v>
                </c:pt>
                <c:pt idx="65">
                  <c:v>8.9244590641829206E-6</c:v>
                </c:pt>
                <c:pt idx="66">
                  <c:v>8.91119191334608E-6</c:v>
                </c:pt>
                <c:pt idx="67">
                  <c:v>8.8978373974110107E-6</c:v>
                </c:pt>
                <c:pt idx="68">
                  <c:v>8.8845148251271499E-6</c:v>
                </c:pt>
                <c:pt idx="69">
                  <c:v>8.8711969156777303E-6</c:v>
                </c:pt>
                <c:pt idx="70">
                  <c:v>8.8577425147324402E-6</c:v>
                </c:pt>
                <c:pt idx="71">
                  <c:v>8.8444265903766201E-6</c:v>
                </c:pt>
                <c:pt idx="72">
                  <c:v>8.8310095547022601E-6</c:v>
                </c:pt>
                <c:pt idx="73">
                  <c:v>8.8180217976258797E-6</c:v>
                </c:pt>
                <c:pt idx="74">
                  <c:v>8.8046815293560003E-6</c:v>
                </c:pt>
                <c:pt idx="75">
                  <c:v>8.7921444818775998E-6</c:v>
                </c:pt>
                <c:pt idx="76">
                  <c:v>8.7788348878508392E-6</c:v>
                </c:pt>
                <c:pt idx="77">
                  <c:v>8.7663336613094807E-6</c:v>
                </c:pt>
                <c:pt idx="78">
                  <c:v>8.7531075520771405E-6</c:v>
                </c:pt>
                <c:pt idx="79">
                  <c:v>8.7407054982427108E-6</c:v>
                </c:pt>
                <c:pt idx="80">
                  <c:v>8.7276506586539897E-6</c:v>
                </c:pt>
                <c:pt idx="81">
                  <c:v>8.7152994752758008E-6</c:v>
                </c:pt>
                <c:pt idx="82">
                  <c:v>8.7027619388358408E-6</c:v>
                </c:pt>
                <c:pt idx="83">
                  <c:v>8.6900956208710605E-6</c:v>
                </c:pt>
                <c:pt idx="84">
                  <c:v>8.6781062611100293E-6</c:v>
                </c:pt>
                <c:pt idx="85">
                  <c:v>8.6656096875207903E-6</c:v>
                </c:pt>
                <c:pt idx="86">
                  <c:v>8.6538702635162696E-6</c:v>
                </c:pt>
                <c:pt idx="87">
                  <c:v>8.6417864487041596E-6</c:v>
                </c:pt>
                <c:pt idx="88">
                  <c:v>8.6295559593742492E-6</c:v>
                </c:pt>
                <c:pt idx="89">
                  <c:v>8.6176931649200199E-6</c:v>
                </c:pt>
                <c:pt idx="90">
                  <c:v>8.6053707606153394E-6</c:v>
                </c:pt>
                <c:pt idx="91">
                  <c:v>8.5937363037943404E-6</c:v>
                </c:pt>
                <c:pt idx="92">
                  <c:v>8.58201707240831E-6</c:v>
                </c:pt>
                <c:pt idx="93">
                  <c:v>8.5698470782102204E-6</c:v>
                </c:pt>
                <c:pt idx="94">
                  <c:v>8.5581222179652998E-6</c:v>
                </c:pt>
                <c:pt idx="95">
                  <c:v>8.5460607103818892E-6</c:v>
                </c:pt>
                <c:pt idx="96">
                  <c:v>8.5337992940449805E-6</c:v>
                </c:pt>
                <c:pt idx="97">
                  <c:v>8.5221756193997793E-6</c:v>
                </c:pt>
                <c:pt idx="98">
                  <c:v>8.5095057007735701E-6</c:v>
                </c:pt>
                <c:pt idx="99">
                  <c:v>8.4976602564367706E-6</c:v>
                </c:pt>
                <c:pt idx="100">
                  <c:v>8.4852425071409393E-6</c:v>
                </c:pt>
                <c:pt idx="101">
                  <c:v>8.4730206019962798E-6</c:v>
                </c:pt>
                <c:pt idx="102">
                  <c:v>8.46100016996293E-6</c:v>
                </c:pt>
                <c:pt idx="103">
                  <c:v>8.44878566693564E-6</c:v>
                </c:pt>
                <c:pt idx="104">
                  <c:v>8.4368854306075906E-6</c:v>
                </c:pt>
                <c:pt idx="105">
                  <c:v>8.4250424016656897E-6</c:v>
                </c:pt>
                <c:pt idx="106">
                  <c:v>8.41302520179383E-6</c:v>
                </c:pt>
                <c:pt idx="107">
                  <c:v>8.4013560653431694E-6</c:v>
                </c:pt>
                <c:pt idx="108">
                  <c:v>8.3894614952367708E-6</c:v>
                </c:pt>
                <c:pt idx="109">
                  <c:v>8.3777763567502203E-6</c:v>
                </c:pt>
                <c:pt idx="110">
                  <c:v>8.3660725496718594E-6</c:v>
                </c:pt>
                <c:pt idx="111">
                  <c:v>8.3545257424370408E-6</c:v>
                </c:pt>
                <c:pt idx="112">
                  <c:v>8.3425945481545603E-6</c:v>
                </c:pt>
                <c:pt idx="113">
                  <c:v>8.3309285423685895E-6</c:v>
                </c:pt>
                <c:pt idx="114">
                  <c:v>8.3190617972774405E-6</c:v>
                </c:pt>
                <c:pt idx="115">
                  <c:v>8.3071941360492793E-6</c:v>
                </c:pt>
                <c:pt idx="116">
                  <c:v>8.2959035773011594E-6</c:v>
                </c:pt>
                <c:pt idx="117">
                  <c:v>8.2840975417726807E-6</c:v>
                </c:pt>
                <c:pt idx="118">
                  <c:v>8.2730593585788994E-6</c:v>
                </c:pt>
                <c:pt idx="119">
                  <c:v>8.2612409066201202E-6</c:v>
                </c:pt>
                <c:pt idx="120">
                  <c:v>8.2502222677618492E-6</c:v>
                </c:pt>
                <c:pt idx="121">
                  <c:v>8.2385105801785408E-6</c:v>
                </c:pt>
                <c:pt idx="122">
                  <c:v>8.2275548483365392E-6</c:v>
                </c:pt>
                <c:pt idx="123">
                  <c:v>8.2159091567478904E-6</c:v>
                </c:pt>
                <c:pt idx="124">
                  <c:v>8.2050806659545105E-6</c:v>
                </c:pt>
                <c:pt idx="125">
                  <c:v>8.1934124713146103E-6</c:v>
                </c:pt>
                <c:pt idx="126">
                  <c:v>8.18281802177215E-6</c:v>
                </c:pt>
                <c:pt idx="127">
                  <c:v>8.1717098647463506E-6</c:v>
                </c:pt>
                <c:pt idx="128">
                  <c:v>8.1613134004764099E-6</c:v>
                </c:pt>
                <c:pt idx="129">
                  <c:v>8.1509128311137301E-6</c:v>
                </c:pt>
                <c:pt idx="130">
                  <c:v>8.1405352985544502E-6</c:v>
                </c:pt>
                <c:pt idx="131">
                  <c:v>8.1301704425512607E-6</c:v>
                </c:pt>
                <c:pt idx="132">
                  <c:v>8.1198878553730008E-6</c:v>
                </c:pt>
                <c:pt idx="133">
                  <c:v>8.1094987331033605E-6</c:v>
                </c:pt>
                <c:pt idx="134">
                  <c:v>8.0993586807660608E-6</c:v>
                </c:pt>
                <c:pt idx="135">
                  <c:v>8.0890521489873395E-6</c:v>
                </c:pt>
                <c:pt idx="136">
                  <c:v>8.0789489838240904E-6</c:v>
                </c:pt>
                <c:pt idx="137">
                  <c:v>8.0685891356156305E-6</c:v>
                </c:pt>
                <c:pt idx="138">
                  <c:v>8.0579835466041302E-6</c:v>
                </c:pt>
                <c:pt idx="139">
                  <c:v>8.0476834282839302E-6</c:v>
                </c:pt>
                <c:pt idx="140">
                  <c:v>8.0366451571353301E-6</c:v>
                </c:pt>
                <c:pt idx="141">
                  <c:v>8.0264916678212693E-6</c:v>
                </c:pt>
                <c:pt idx="142">
                  <c:v>8.0159579698681608E-6</c:v>
                </c:pt>
                <c:pt idx="143">
                  <c:v>8.0054410654853793E-6</c:v>
                </c:pt>
                <c:pt idx="144">
                  <c:v>7.9952369516575093E-6</c:v>
                </c:pt>
                <c:pt idx="145">
                  <c:v>7.9844648383383906E-6</c:v>
                </c:pt>
                <c:pt idx="146">
                  <c:v>7.9741571128709092E-6</c:v>
                </c:pt>
                <c:pt idx="147">
                  <c:v>7.9634938451202504E-6</c:v>
                </c:pt>
                <c:pt idx="148">
                  <c:v>7.9533023014550595E-6</c:v>
                </c:pt>
                <c:pt idx="149">
                  <c:v>7.9426619331356702E-6</c:v>
                </c:pt>
                <c:pt idx="150">
                  <c:v>7.9325611194575894E-6</c:v>
                </c:pt>
                <c:pt idx="151">
                  <c:v>7.9220287969192607E-6</c:v>
                </c:pt>
                <c:pt idx="152">
                  <c:v>7.9118500695884707E-6</c:v>
                </c:pt>
                <c:pt idx="153">
                  <c:v>7.9015012429820107E-6</c:v>
                </c:pt>
                <c:pt idx="154">
                  <c:v>7.8911154188500106E-6</c:v>
                </c:pt>
                <c:pt idx="155">
                  <c:v>7.8808245373710406E-6</c:v>
                </c:pt>
                <c:pt idx="156">
                  <c:v>7.8706365071715403E-6</c:v>
                </c:pt>
                <c:pt idx="157">
                  <c:v>7.8603116008406206E-6</c:v>
                </c:pt>
                <c:pt idx="158">
                  <c:v>7.8505379352143507E-6</c:v>
                </c:pt>
                <c:pt idx="159">
                  <c:v>7.8402698228060198E-6</c:v>
                </c:pt>
                <c:pt idx="160">
                  <c:v>7.8304723481584704E-6</c:v>
                </c:pt>
                <c:pt idx="161">
                  <c:v>7.8203241523873099E-6</c:v>
                </c:pt>
                <c:pt idx="162">
                  <c:v>7.8105204495254594E-6</c:v>
                </c:pt>
                <c:pt idx="163">
                  <c:v>7.8004354166310104E-6</c:v>
                </c:pt>
                <c:pt idx="164">
                  <c:v>7.7908733094939802E-6</c:v>
                </c:pt>
                <c:pt idx="165">
                  <c:v>7.7806615889310001E-6</c:v>
                </c:pt>
                <c:pt idx="166">
                  <c:v>7.7709096986139606E-6</c:v>
                </c:pt>
                <c:pt idx="167">
                  <c:v>7.7610585346321896E-6</c:v>
                </c:pt>
                <c:pt idx="168">
                  <c:v>7.7514418917075203E-6</c:v>
                </c:pt>
                <c:pt idx="169">
                  <c:v>7.7416238194482996E-6</c:v>
                </c:pt>
                <c:pt idx="170">
                  <c:v>7.7319764693902492E-6</c:v>
                </c:pt>
                <c:pt idx="171">
                  <c:v>7.7221616748316898E-6</c:v>
                </c:pt>
                <c:pt idx="172">
                  <c:v>7.7121650444742896E-6</c:v>
                </c:pt>
                <c:pt idx="173">
                  <c:v>7.7026047258673006E-6</c:v>
                </c:pt>
                <c:pt idx="174">
                  <c:v>7.6931115914445495E-6</c:v>
                </c:pt>
                <c:pt idx="175">
                  <c:v>7.6832931697459793E-6</c:v>
                </c:pt>
                <c:pt idx="176">
                  <c:v>7.6742912016795704E-6</c:v>
                </c:pt>
                <c:pt idx="177">
                  <c:v>7.6644140735682307E-6</c:v>
                </c:pt>
                <c:pt idx="178">
                  <c:v>7.6555976048507593E-6</c:v>
                </c:pt>
                <c:pt idx="179">
                  <c:v>7.6462531234107401E-6</c:v>
                </c:pt>
                <c:pt idx="180">
                  <c:v>7.6371071433291903E-6</c:v>
                </c:pt>
                <c:pt idx="181">
                  <c:v>7.6282239358030001E-6</c:v>
                </c:pt>
                <c:pt idx="182">
                  <c:v>7.6186300682263497E-6</c:v>
                </c:pt>
                <c:pt idx="183">
                  <c:v>7.6093228164830298E-6</c:v>
                </c:pt>
                <c:pt idx="184">
                  <c:v>7.5997629607443098E-6</c:v>
                </c:pt>
                <c:pt idx="185">
                  <c:v>7.5904420218941399E-6</c:v>
                </c:pt>
                <c:pt idx="186">
                  <c:v>7.5811381362124803E-6</c:v>
                </c:pt>
                <c:pt idx="187">
                  <c:v>7.5721803669896397E-6</c:v>
                </c:pt>
                <c:pt idx="188">
                  <c:v>7.5630898813935803E-6</c:v>
                </c:pt>
                <c:pt idx="189">
                  <c:v>7.5542401335322097E-6</c:v>
                </c:pt>
                <c:pt idx="190">
                  <c:v>7.5452326933865597E-6</c:v>
                </c:pt>
                <c:pt idx="191">
                  <c:v>7.5364384913621501E-6</c:v>
                </c:pt>
                <c:pt idx="192">
                  <c:v>7.5275384878619999E-6</c:v>
                </c:pt>
                <c:pt idx="193">
                  <c:v>7.5187254663811796E-6</c:v>
                </c:pt>
                <c:pt idx="194">
                  <c:v>7.5098498138339199E-6</c:v>
                </c:pt>
                <c:pt idx="195">
                  <c:v>7.5009127734141603E-6</c:v>
                </c:pt>
                <c:pt idx="196">
                  <c:v>7.4920858171938701E-6</c:v>
                </c:pt>
                <c:pt idx="197">
                  <c:v>7.4831873662763503E-6</c:v>
                </c:pt>
                <c:pt idx="198">
                  <c:v>7.4743179196939098E-6</c:v>
                </c:pt>
                <c:pt idx="199">
                  <c:v>7.4656286085038403E-6</c:v>
                </c:pt>
                <c:pt idx="200">
                  <c:v>7.4568643412435498E-6</c:v>
                </c:pt>
                <c:pt idx="201">
                  <c:v>7.4479986894762497E-6</c:v>
                </c:pt>
                <c:pt idx="202">
                  <c:v>7.4393831765283099E-6</c:v>
                </c:pt>
                <c:pt idx="203">
                  <c:v>7.4304641668697098E-6</c:v>
                </c:pt>
                <c:pt idx="204">
                  <c:v>7.42200900293977E-6</c:v>
                </c:pt>
                <c:pt idx="205">
                  <c:v>7.4132237056953898E-6</c:v>
                </c:pt>
                <c:pt idx="206">
                  <c:v>7.4048264500221201E-6</c:v>
                </c:pt>
                <c:pt idx="207">
                  <c:v>7.3964818815397803E-6</c:v>
                </c:pt>
                <c:pt idx="208">
                  <c:v>7.3882895178148898E-6</c:v>
                </c:pt>
                <c:pt idx="209">
                  <c:v>7.3804606177022603E-6</c:v>
                </c:pt>
                <c:pt idx="210">
                  <c:v>7.37270170671074E-6</c:v>
                </c:pt>
                <c:pt idx="211">
                  <c:v>7.3649536732861097E-6</c:v>
                </c:pt>
                <c:pt idx="212">
                  <c:v>7.3568459179027703E-6</c:v>
                </c:pt>
                <c:pt idx="213">
                  <c:v>7.3491603252957804E-6</c:v>
                </c:pt>
                <c:pt idx="214">
                  <c:v>7.3410557883574301E-6</c:v>
                </c:pt>
                <c:pt idx="215">
                  <c:v>7.33311333622963E-6</c:v>
                </c:pt>
                <c:pt idx="216">
                  <c:v>7.3254289195996E-6</c:v>
                </c:pt>
                <c:pt idx="217">
                  <c:v>7.3174600248698999E-6</c:v>
                </c:pt>
                <c:pt idx="218">
                  <c:v>7.30945256271311E-6</c:v>
                </c:pt>
                <c:pt idx="219">
                  <c:v>7.3014667097179203E-6</c:v>
                </c:pt>
                <c:pt idx="220">
                  <c:v>7.2932372481478E-6</c:v>
                </c:pt>
                <c:pt idx="221">
                  <c:v>7.28537274242228E-6</c:v>
                </c:pt>
                <c:pt idx="222">
                  <c:v>7.2772970331465201E-6</c:v>
                </c:pt>
                <c:pt idx="223">
                  <c:v>7.2697898555506997E-6</c:v>
                </c:pt>
                <c:pt idx="224">
                  <c:v>7.2618232807505502E-6</c:v>
                </c:pt>
                <c:pt idx="225">
                  <c:v>7.2542271247938E-6</c:v>
                </c:pt>
                <c:pt idx="226">
                  <c:v>7.2464368479734604E-6</c:v>
                </c:pt>
                <c:pt idx="227">
                  <c:v>7.2389024211967603E-6</c:v>
                </c:pt>
                <c:pt idx="228">
                  <c:v>7.2312528925975804E-6</c:v>
                </c:pt>
                <c:pt idx="229">
                  <c:v>7.2237914587752803E-6</c:v>
                </c:pt>
                <c:pt idx="230">
                  <c:v>7.21618975947962E-6</c:v>
                </c:pt>
                <c:pt idx="231">
                  <c:v>7.20867146511504E-6</c:v>
                </c:pt>
                <c:pt idx="232">
                  <c:v>7.20102069286198E-6</c:v>
                </c:pt>
                <c:pt idx="233">
                  <c:v>7.1935009832516803E-6</c:v>
                </c:pt>
                <c:pt idx="234">
                  <c:v>7.1858160471549699E-6</c:v>
                </c:pt>
                <c:pt idx="235">
                  <c:v>7.1783713823802902E-6</c:v>
                </c:pt>
                <c:pt idx="236">
                  <c:v>7.1709431091486397E-6</c:v>
                </c:pt>
                <c:pt idx="237">
                  <c:v>7.1635354105601298E-6</c:v>
                </c:pt>
                <c:pt idx="238">
                  <c:v>7.1564363173436804E-6</c:v>
                </c:pt>
                <c:pt idx="239">
                  <c:v>7.1490387580978796E-6</c:v>
                </c:pt>
                <c:pt idx="240">
                  <c:v>7.1420678495217896E-6</c:v>
                </c:pt>
                <c:pt idx="241">
                  <c:v>7.1347644357764401E-6</c:v>
                </c:pt>
                <c:pt idx="242">
                  <c:v>7.1278381451009201E-6</c:v>
                </c:pt>
                <c:pt idx="243">
                  <c:v>7.12058537340847E-6</c:v>
                </c:pt>
                <c:pt idx="244">
                  <c:v>7.1137150503476896E-6</c:v>
                </c:pt>
                <c:pt idx="245">
                  <c:v>7.1064386539424002E-6</c:v>
                </c:pt>
                <c:pt idx="246">
                  <c:v>7.0993384098273096E-6</c:v>
                </c:pt>
                <c:pt idx="247">
                  <c:v>7.0921500719773001E-6</c:v>
                </c:pt>
                <c:pt idx="248">
                  <c:v>7.0851715065072704E-6</c:v>
                </c:pt>
                <c:pt idx="249">
                  <c:v>7.0784551943153402E-6</c:v>
                </c:pt>
                <c:pt idx="250">
                  <c:v>7.0719702727402796E-6</c:v>
                </c:pt>
                <c:pt idx="251">
                  <c:v>7.0655490563839596E-6</c:v>
                </c:pt>
                <c:pt idx="252">
                  <c:v>7.0588576526226001E-6</c:v>
                </c:pt>
                <c:pt idx="253">
                  <c:v>7.0524335784061803E-6</c:v>
                </c:pt>
                <c:pt idx="254">
                  <c:v>7.0458281167519699E-6</c:v>
                </c:pt>
                <c:pt idx="255">
                  <c:v>7.0394635156267002E-6</c:v>
                </c:pt>
                <c:pt idx="256">
                  <c:v>7.0329540614578403E-6</c:v>
                </c:pt>
                <c:pt idx="257">
                  <c:v>7.0266053463291599E-6</c:v>
                </c:pt>
                <c:pt idx="258">
                  <c:v>7.0198167651737398E-6</c:v>
                </c:pt>
                <c:pt idx="259">
                  <c:v>7.0132930876340197E-6</c:v>
                </c:pt>
                <c:pt idx="260">
                  <c:v>7.00670873148841E-6</c:v>
                </c:pt>
                <c:pt idx="261">
                  <c:v>7.0001103408208299E-6</c:v>
                </c:pt>
                <c:pt idx="262">
                  <c:v>6.9937598588716703E-6</c:v>
                </c:pt>
                <c:pt idx="263">
                  <c:v>6.9873437737963002E-6</c:v>
                </c:pt>
                <c:pt idx="264">
                  <c:v>6.9810373049837402E-6</c:v>
                </c:pt>
                <c:pt idx="265">
                  <c:v>6.97470060151533E-6</c:v>
                </c:pt>
                <c:pt idx="266">
                  <c:v>6.9685016980776004E-6</c:v>
                </c:pt>
                <c:pt idx="267">
                  <c:v>6.9621876091653902E-6</c:v>
                </c:pt>
                <c:pt idx="268">
                  <c:v>6.9560782281217699E-6</c:v>
                </c:pt>
                <c:pt idx="269">
                  <c:v>6.9498003479121304E-6</c:v>
                </c:pt>
                <c:pt idx="270">
                  <c:v>6.9435596218876404E-6</c:v>
                </c:pt>
                <c:pt idx="271">
                  <c:v>6.9373940444047401E-6</c:v>
                </c:pt>
                <c:pt idx="272">
                  <c:v>6.9312243446421399E-6</c:v>
                </c:pt>
                <c:pt idx="273">
                  <c:v>6.9251067910551899E-6</c:v>
                </c:pt>
                <c:pt idx="274">
                  <c:v>6.9189833309651699E-6</c:v>
                </c:pt>
                <c:pt idx="275">
                  <c:v>6.9130842649969997E-6</c:v>
                </c:pt>
                <c:pt idx="276">
                  <c:v>6.9069186653341699E-6</c:v>
                </c:pt>
                <c:pt idx="277">
                  <c:v>6.9012430641298997E-6</c:v>
                </c:pt>
                <c:pt idx="278">
                  <c:v>6.89521918354459E-6</c:v>
                </c:pt>
                <c:pt idx="279">
                  <c:v>6.8895450011757398E-6</c:v>
                </c:pt>
                <c:pt idx="280">
                  <c:v>6.8835415802605997E-6</c:v>
                </c:pt>
                <c:pt idx="281">
                  <c:v>6.8777424846529402E-6</c:v>
                </c:pt>
                <c:pt idx="282">
                  <c:v>6.8719937508046398E-6</c:v>
                </c:pt>
                <c:pt idx="283">
                  <c:v>6.86608439714765E-6</c:v>
                </c:pt>
                <c:pt idx="284">
                  <c:v>6.8603931818522203E-6</c:v>
                </c:pt>
                <c:pt idx="285">
                  <c:v>6.8548533385980096E-6</c:v>
                </c:pt>
                <c:pt idx="286">
                  <c:v>6.84925061496306E-6</c:v>
                </c:pt>
                <c:pt idx="287">
                  <c:v>6.84376733896915E-6</c:v>
                </c:pt>
                <c:pt idx="288">
                  <c:v>6.83824080224492E-6</c:v>
                </c:pt>
                <c:pt idx="289">
                  <c:v>6.8327903902935097E-6</c:v>
                </c:pt>
                <c:pt idx="290">
                  <c:v>6.8270759384848603E-6</c:v>
                </c:pt>
                <c:pt idx="291">
                  <c:v>6.8217147783821604E-6</c:v>
                </c:pt>
                <c:pt idx="292">
                  <c:v>6.81631471125077E-6</c:v>
                </c:pt>
                <c:pt idx="293">
                  <c:v>6.8108314289232E-6</c:v>
                </c:pt>
                <c:pt idx="294">
                  <c:v>6.8056959803689999E-6</c:v>
                </c:pt>
                <c:pt idx="295">
                  <c:v>6.8003054190796001E-6</c:v>
                </c:pt>
                <c:pt idx="296">
                  <c:v>6.7949887612541899E-6</c:v>
                </c:pt>
                <c:pt idx="297">
                  <c:v>6.7895774805521298E-6</c:v>
                </c:pt>
                <c:pt idx="298">
                  <c:v>6.7841684823414204E-6</c:v>
                </c:pt>
                <c:pt idx="299">
                  <c:v>6.77894975644475E-6</c:v>
                </c:pt>
                <c:pt idx="300">
                  <c:v>6.77369280337183E-6</c:v>
                </c:pt>
                <c:pt idx="301">
                  <c:v>6.7686179952345799E-6</c:v>
                </c:pt>
                <c:pt idx="302">
                  <c:v>6.7635799468052503E-6</c:v>
                </c:pt>
                <c:pt idx="303">
                  <c:v>6.7585351646890103E-6</c:v>
                </c:pt>
                <c:pt idx="304">
                  <c:v>6.7536502973068799E-6</c:v>
                </c:pt>
                <c:pt idx="305">
                  <c:v>6.7487063580662997E-6</c:v>
                </c:pt>
                <c:pt idx="306">
                  <c:v>6.7437723986483899E-6</c:v>
                </c:pt>
                <c:pt idx="307">
                  <c:v>6.7389039512688097E-6</c:v>
                </c:pt>
                <c:pt idx="308">
                  <c:v>6.7340447439712703E-6</c:v>
                </c:pt>
                <c:pt idx="309">
                  <c:v>6.7292939106780298E-6</c:v>
                </c:pt>
                <c:pt idx="310">
                  <c:v>6.7246263284202103E-6</c:v>
                </c:pt>
                <c:pt idx="311">
                  <c:v>6.7198855498946597E-6</c:v>
                </c:pt>
                <c:pt idx="312">
                  <c:v>6.7153222715543101E-6</c:v>
                </c:pt>
                <c:pt idx="313">
                  <c:v>6.71056459390902E-6</c:v>
                </c:pt>
                <c:pt idx="314">
                  <c:v>6.7059306529640999E-6</c:v>
                </c:pt>
                <c:pt idx="315">
                  <c:v>6.7012025043470998E-6</c:v>
                </c:pt>
                <c:pt idx="316">
                  <c:v>6.6966499024380104E-6</c:v>
                </c:pt>
                <c:pt idx="317">
                  <c:v>6.6919411681786601E-6</c:v>
                </c:pt>
                <c:pt idx="318">
                  <c:v>6.6874935042869401E-6</c:v>
                </c:pt>
                <c:pt idx="319">
                  <c:v>6.6828356447890204E-6</c:v>
                </c:pt>
                <c:pt idx="320">
                  <c:v>6.6782938158234797E-6</c:v>
                </c:pt>
                <c:pt idx="321">
                  <c:v>6.6737457546121904E-6</c:v>
                </c:pt>
                <c:pt idx="322">
                  <c:v>6.6694290797173897E-6</c:v>
                </c:pt>
                <c:pt idx="323">
                  <c:v>6.6649896907543102E-6</c:v>
                </c:pt>
                <c:pt idx="324">
                  <c:v>6.66076529318559E-6</c:v>
                </c:pt>
                <c:pt idx="325">
                  <c:v>6.6566038022803704E-6</c:v>
                </c:pt>
                <c:pt idx="326">
                  <c:v>6.6524551332708998E-6</c:v>
                </c:pt>
                <c:pt idx="327">
                  <c:v>6.6483902701740697E-6</c:v>
                </c:pt>
                <c:pt idx="328">
                  <c:v>6.6442701101700997E-6</c:v>
                </c:pt>
                <c:pt idx="329">
                  <c:v>6.64008896269817E-6</c:v>
                </c:pt>
                <c:pt idx="330">
                  <c:v>6.63605422874827E-6</c:v>
                </c:pt>
                <c:pt idx="331">
                  <c:v>6.6319485784670699E-6</c:v>
                </c:pt>
                <c:pt idx="332">
                  <c:v>6.6281802548923002E-6</c:v>
                </c:pt>
                <c:pt idx="333">
                  <c:v>6.6241384865821699E-6</c:v>
                </c:pt>
                <c:pt idx="334">
                  <c:v>6.6202707287494502E-6</c:v>
                </c:pt>
                <c:pt idx="335">
                  <c:v>6.6164444257371503E-6</c:v>
                </c:pt>
                <c:pt idx="336">
                  <c:v>6.6125073446880298E-6</c:v>
                </c:pt>
                <c:pt idx="337">
                  <c:v>6.6089045343276502E-6</c:v>
                </c:pt>
                <c:pt idx="338">
                  <c:v>6.6050547777820404E-6</c:v>
                </c:pt>
                <c:pt idx="339">
                  <c:v>6.6013849849290204E-6</c:v>
                </c:pt>
                <c:pt idx="340">
                  <c:v>6.5976652618223102E-6</c:v>
                </c:pt>
                <c:pt idx="341">
                  <c:v>6.5939592754101398E-6</c:v>
                </c:pt>
                <c:pt idx="342">
                  <c:v>6.59032049866771E-6</c:v>
                </c:pt>
                <c:pt idx="343">
                  <c:v>6.5867452969729596E-6</c:v>
                </c:pt>
                <c:pt idx="344">
                  <c:v>6.5832174502726001E-6</c:v>
                </c:pt>
                <c:pt idx="345">
                  <c:v>6.5797249742597097E-6</c:v>
                </c:pt>
                <c:pt idx="346">
                  <c:v>6.5762535890141303E-6</c:v>
                </c:pt>
                <c:pt idx="347">
                  <c:v>6.57282512243387E-6</c:v>
                </c:pt>
                <c:pt idx="348">
                  <c:v>6.5693143186032403E-6</c:v>
                </c:pt>
                <c:pt idx="349">
                  <c:v>6.5659133063510002E-6</c:v>
                </c:pt>
                <c:pt idx="350">
                  <c:v>6.56250663210976E-6</c:v>
                </c:pt>
                <c:pt idx="351">
                  <c:v>6.5592418497013199E-6</c:v>
                </c:pt>
                <c:pt idx="352">
                  <c:v>6.5559234770582603E-6</c:v>
                </c:pt>
                <c:pt idx="353">
                  <c:v>6.5527237516389502E-6</c:v>
                </c:pt>
                <c:pt idx="354">
                  <c:v>6.5495495362982503E-6</c:v>
                </c:pt>
                <c:pt idx="355">
                  <c:v>6.5462990526764302E-6</c:v>
                </c:pt>
                <c:pt idx="356">
                  <c:v>6.5432085054225603E-6</c:v>
                </c:pt>
                <c:pt idx="357">
                  <c:v>6.5400441561486396E-6</c:v>
                </c:pt>
                <c:pt idx="358">
                  <c:v>6.5369806098818E-6</c:v>
                </c:pt>
                <c:pt idx="359">
                  <c:v>6.5339374287148103E-6</c:v>
                </c:pt>
                <c:pt idx="360">
                  <c:v>6.5309287656993804E-6</c:v>
                </c:pt>
                <c:pt idx="361">
                  <c:v>6.5279602486092596E-6</c:v>
                </c:pt>
                <c:pt idx="362">
                  <c:v>6.5250989725582596E-6</c:v>
                </c:pt>
                <c:pt idx="363">
                  <c:v>6.5221537385783597E-6</c:v>
                </c:pt>
                <c:pt idx="364">
                  <c:v>6.5195193269236996E-6</c:v>
                </c:pt>
                <c:pt idx="365">
                  <c:v>6.5166140060966098E-6</c:v>
                </c:pt>
                <c:pt idx="366">
                  <c:v>6.5139205533995598E-6</c:v>
                </c:pt>
                <c:pt idx="367">
                  <c:v>6.5111036044799002E-6</c:v>
                </c:pt>
                <c:pt idx="368">
                  <c:v>6.5084574741133103E-6</c:v>
                </c:pt>
                <c:pt idx="369">
                  <c:v>6.5057722235159E-6</c:v>
                </c:pt>
                <c:pt idx="370">
                  <c:v>6.5033070850605301E-6</c:v>
                </c:pt>
                <c:pt idx="371">
                  <c:v>6.5006916872784598E-6</c:v>
                </c:pt>
                <c:pt idx="372">
                  <c:v>6.4982060663935803E-6</c:v>
                </c:pt>
                <c:pt idx="373">
                  <c:v>6.4957184778143404E-6</c:v>
                </c:pt>
                <c:pt idx="374">
                  <c:v>6.4932131303293204E-6</c:v>
                </c:pt>
                <c:pt idx="375">
                  <c:v>6.4907956412568097E-6</c:v>
                </c:pt>
                <c:pt idx="376">
                  <c:v>6.4884283596703703E-6</c:v>
                </c:pt>
                <c:pt idx="377">
                  <c:v>6.4860331147309698E-6</c:v>
                </c:pt>
                <c:pt idx="378">
                  <c:v>6.48371616935006E-6</c:v>
                </c:pt>
                <c:pt idx="379">
                  <c:v>6.4813989340040802E-6</c:v>
                </c:pt>
                <c:pt idx="380">
                  <c:v>6.4791396970545098E-6</c:v>
                </c:pt>
                <c:pt idx="381">
                  <c:v>6.4769089597581798E-6</c:v>
                </c:pt>
                <c:pt idx="382">
                  <c:v>6.4747366841566296E-6</c:v>
                </c:pt>
                <c:pt idx="383">
                  <c:v>6.4726387360130896E-6</c:v>
                </c:pt>
                <c:pt idx="384">
                  <c:v>6.4705348953294698E-6</c:v>
                </c:pt>
                <c:pt idx="385">
                  <c:v>6.46850162101681E-6</c:v>
                </c:pt>
                <c:pt idx="386">
                  <c:v>6.46649256392671E-6</c:v>
                </c:pt>
                <c:pt idx="387">
                  <c:v>6.4645010577450396E-6</c:v>
                </c:pt>
                <c:pt idx="388">
                  <c:v>6.4625535770906997E-6</c:v>
                </c:pt>
                <c:pt idx="389">
                  <c:v>6.4606562108925102E-6</c:v>
                </c:pt>
                <c:pt idx="390">
                  <c:v>6.4587535384379996E-6</c:v>
                </c:pt>
                <c:pt idx="391">
                  <c:v>6.4569017108130699E-6</c:v>
                </c:pt>
                <c:pt idx="392">
                  <c:v>6.4550560893312997E-6</c:v>
                </c:pt>
                <c:pt idx="393">
                  <c:v>6.4532882678439197E-6</c:v>
                </c:pt>
                <c:pt idx="394">
                  <c:v>6.4515331310808002E-6</c:v>
                </c:pt>
                <c:pt idx="395">
                  <c:v>6.4498479071913599E-6</c:v>
                </c:pt>
                <c:pt idx="396">
                  <c:v>6.4482063000179096E-6</c:v>
                </c:pt>
                <c:pt idx="397">
                  <c:v>6.4465406578890301E-6</c:v>
                </c:pt>
                <c:pt idx="398">
                  <c:v>6.4449520145393202E-6</c:v>
                </c:pt>
                <c:pt idx="399">
                  <c:v>6.4433686751639E-6</c:v>
                </c:pt>
                <c:pt idx="400">
                  <c:v>6.4418675558180299E-6</c:v>
                </c:pt>
                <c:pt idx="401">
                  <c:v>6.4403564451782103E-6</c:v>
                </c:pt>
                <c:pt idx="402">
                  <c:v>6.43893662853813E-6</c:v>
                </c:pt>
                <c:pt idx="403">
                  <c:v>6.4375554059045701E-6</c:v>
                </c:pt>
                <c:pt idx="404">
                  <c:v>6.4361392102733704E-6</c:v>
                </c:pt>
                <c:pt idx="405">
                  <c:v>6.4348369886104801E-6</c:v>
                </c:pt>
                <c:pt idx="406">
                  <c:v>6.4335598845025797E-6</c:v>
                </c:pt>
                <c:pt idx="407">
                  <c:v>6.4322737759369003E-6</c:v>
                </c:pt>
                <c:pt idx="408">
                  <c:v>6.4311178617543104E-6</c:v>
                </c:pt>
                <c:pt idx="409">
                  <c:v>6.4299007328163396E-6</c:v>
                </c:pt>
                <c:pt idx="410">
                  <c:v>6.4287638466430103E-6</c:v>
                </c:pt>
                <c:pt idx="411">
                  <c:v>6.4276116612928599E-6</c:v>
                </c:pt>
                <c:pt idx="412">
                  <c:v>6.4265088619273902E-6</c:v>
                </c:pt>
                <c:pt idx="413">
                  <c:v>6.4254795904792703E-6</c:v>
                </c:pt>
                <c:pt idx="414">
                  <c:v>6.4244563710062802E-6</c:v>
                </c:pt>
                <c:pt idx="415">
                  <c:v>6.4235307762729897E-6</c:v>
                </c:pt>
                <c:pt idx="416">
                  <c:v>6.4225829207853698E-6</c:v>
                </c:pt>
                <c:pt idx="417">
                  <c:v>6.4216978898658601E-6</c:v>
                </c:pt>
                <c:pt idx="418">
                  <c:v>6.4208194635024299E-6</c:v>
                </c:pt>
                <c:pt idx="419">
                  <c:v>6.4200161489755203E-6</c:v>
                </c:pt>
                <c:pt idx="420">
                  <c:v>6.4192076916930198E-6</c:v>
                </c:pt>
                <c:pt idx="421">
                  <c:v>6.4184774810683899E-6</c:v>
                </c:pt>
                <c:pt idx="422">
                  <c:v>6.4177598920699797E-6</c:v>
                </c:pt>
                <c:pt idx="423">
                  <c:v>6.4170897771838998E-6</c:v>
                </c:pt>
                <c:pt idx="424">
                  <c:v>6.4164603807952599E-6</c:v>
                </c:pt>
                <c:pt idx="425">
                  <c:v>6.4158607518840503E-6</c:v>
                </c:pt>
                <c:pt idx="426">
                  <c:v>6.4153003507731099E-6</c:v>
                </c:pt>
                <c:pt idx="427">
                  <c:v>6.4147727660896301E-6</c:v>
                </c:pt>
                <c:pt idx="428">
                  <c:v>6.4142817509189298E-6</c:v>
                </c:pt>
                <c:pt idx="429">
                  <c:v>6.41382312364856E-6</c:v>
                </c:pt>
                <c:pt idx="430">
                  <c:v>6.4133983354332598E-6</c:v>
                </c:pt>
                <c:pt idx="431">
                  <c:v>6.4130099537676798E-6</c:v>
                </c:pt>
                <c:pt idx="432">
                  <c:v>6.4126632440630503E-6</c:v>
                </c:pt>
                <c:pt idx="433">
                  <c:v>6.41234861464457E-6</c:v>
                </c:pt>
                <c:pt idx="434">
                  <c:v>6.4120747148086297E-6</c:v>
                </c:pt>
                <c:pt idx="435">
                  <c:v>6.4118345148717602E-6</c:v>
                </c:pt>
                <c:pt idx="436">
                  <c:v>6.4116366531136198E-6</c:v>
                </c:pt>
                <c:pt idx="437">
                  <c:v>6.4114714692547597E-6</c:v>
                </c:pt>
                <c:pt idx="438">
                  <c:v>6.4113496240356901E-6</c:v>
                </c:pt>
                <c:pt idx="439">
                  <c:v>6.4112562527552502E-6</c:v>
                </c:pt>
                <c:pt idx="440">
                  <c:v>6.4112026270061503E-6</c:v>
                </c:pt>
                <c:pt idx="441">
                  <c:v>6.4111850004764903E-6</c:v>
                </c:pt>
                <c:pt idx="442">
                  <c:v>6.4112035369301902E-6</c:v>
                </c:pt>
                <c:pt idx="443">
                  <c:v>6.4112610440227797E-6</c:v>
                </c:pt>
                <c:pt idx="444">
                  <c:v>6.4113533105559403E-6</c:v>
                </c:pt>
                <c:pt idx="445">
                  <c:v>6.4114776055895802E-6</c:v>
                </c:pt>
                <c:pt idx="446">
                  <c:v>6.4116380719928796E-6</c:v>
                </c:pt>
                <c:pt idx="447">
                  <c:v>6.4118332229829502E-6</c:v>
                </c:pt>
                <c:pt idx="448">
                  <c:v>6.4120526647411998E-6</c:v>
                </c:pt>
                <c:pt idx="449">
                  <c:v>6.4123298229008902E-6</c:v>
                </c:pt>
                <c:pt idx="450">
                  <c:v>6.4126142974480803E-6</c:v>
                </c:pt>
                <c:pt idx="451">
                  <c:v>6.41294798827117E-6</c:v>
                </c:pt>
                <c:pt idx="452">
                  <c:v>6.4133162507747103E-6</c:v>
                </c:pt>
                <c:pt idx="453">
                  <c:v>6.4137216107863603E-6</c:v>
                </c:pt>
                <c:pt idx="454">
                  <c:v>6.41416371152649E-6</c:v>
                </c:pt>
                <c:pt idx="455">
                  <c:v>6.4146608235082804E-6</c:v>
                </c:pt>
                <c:pt idx="456">
                  <c:v>6.4151764705048202E-6</c:v>
                </c:pt>
                <c:pt idx="457">
                  <c:v>6.4157526529307599E-6</c:v>
                </c:pt>
                <c:pt idx="458">
                  <c:v>6.41636485566022E-6</c:v>
                </c:pt>
                <c:pt idx="459">
                  <c:v>6.4170309086445002E-6</c:v>
                </c:pt>
                <c:pt idx="460">
                  <c:v>6.4177197130723504E-6</c:v>
                </c:pt>
                <c:pt idx="461">
                  <c:v>6.4184593701869599E-6</c:v>
                </c:pt>
                <c:pt idx="462">
                  <c:v>6.4192123027128598E-6</c:v>
                </c:pt>
                <c:pt idx="463">
                  <c:v>6.4200157925250902E-6</c:v>
                </c:pt>
                <c:pt idx="464">
                  <c:v>6.4208478427647802E-6</c:v>
                </c:pt>
                <c:pt idx="465">
                  <c:v>6.4217114139253196E-6</c:v>
                </c:pt>
                <c:pt idx="466">
                  <c:v>6.4226414971780203E-6</c:v>
                </c:pt>
                <c:pt idx="467">
                  <c:v>6.4235821850094104E-6</c:v>
                </c:pt>
                <c:pt idx="468">
                  <c:v>6.4245906515142103E-6</c:v>
                </c:pt>
                <c:pt idx="469">
                  <c:v>6.4251005777117901E-6</c:v>
                </c:pt>
              </c:numCache>
            </c:numRef>
          </c:xVal>
          <c:yVal>
            <c:numRef>
              <c:f>'Post Processing - SS NaCl'!$AB$59:$AB$540</c:f>
              <c:numCache>
                <c:formatCode>General</c:formatCode>
                <c:ptCount val="482"/>
                <c:pt idx="0">
                  <c:v>0.43255168150890266</c:v>
                </c:pt>
                <c:pt idx="1">
                  <c:v>0.44575301766860209</c:v>
                </c:pt>
                <c:pt idx="2">
                  <c:v>0.43253900720633898</c:v>
                </c:pt>
                <c:pt idx="3">
                  <c:v>0.44906687425507597</c:v>
                </c:pt>
                <c:pt idx="4">
                  <c:v>0.46329133094168901</c:v>
                </c:pt>
                <c:pt idx="5">
                  <c:v>0.4648683049506932</c:v>
                </c:pt>
                <c:pt idx="6">
                  <c:v>0.46454610974346311</c:v>
                </c:pt>
                <c:pt idx="7">
                  <c:v>0.45528122963464407</c:v>
                </c:pt>
                <c:pt idx="8">
                  <c:v>0.45664767934445011</c:v>
                </c:pt>
                <c:pt idx="9">
                  <c:v>0.44082388350112806</c:v>
                </c:pt>
                <c:pt idx="10">
                  <c:v>0.47460262093353262</c:v>
                </c:pt>
                <c:pt idx="11">
                  <c:v>0.47561723414381035</c:v>
                </c:pt>
                <c:pt idx="12">
                  <c:v>0.47089482743579958</c:v>
                </c:pt>
                <c:pt idx="13">
                  <c:v>0.46613928869164389</c:v>
                </c:pt>
                <c:pt idx="14">
                  <c:v>0.46698915886238246</c:v>
                </c:pt>
                <c:pt idx="15">
                  <c:v>0.47044380181137196</c:v>
                </c:pt>
                <c:pt idx="16">
                  <c:v>0.46167401562849908</c:v>
                </c:pt>
                <c:pt idx="17">
                  <c:v>0.4143592877957738</c:v>
                </c:pt>
                <c:pt idx="18">
                  <c:v>0.47387154695539024</c:v>
                </c:pt>
                <c:pt idx="19">
                  <c:v>0.47374738151718931</c:v>
                </c:pt>
                <c:pt idx="20">
                  <c:v>0.47361770643133205</c:v>
                </c:pt>
                <c:pt idx="21">
                  <c:v>0.46847989676218005</c:v>
                </c:pt>
                <c:pt idx="22">
                  <c:v>0.48484062273949102</c:v>
                </c:pt>
                <c:pt idx="23">
                  <c:v>0.49077868009229536</c:v>
                </c:pt>
                <c:pt idx="24">
                  <c:v>0.49575479832192443</c:v>
                </c:pt>
                <c:pt idx="25">
                  <c:v>0.49052411590502731</c:v>
                </c:pt>
                <c:pt idx="26">
                  <c:v>0.49108839744985772</c:v>
                </c:pt>
                <c:pt idx="27">
                  <c:v>0.48306186675822954</c:v>
                </c:pt>
                <c:pt idx="28">
                  <c:v>0.4960727294161329</c:v>
                </c:pt>
                <c:pt idx="29">
                  <c:v>0.50015405639758559</c:v>
                </c:pt>
                <c:pt idx="30">
                  <c:v>0.50446004351735985</c:v>
                </c:pt>
                <c:pt idx="31">
                  <c:v>0.50671501583035816</c:v>
                </c:pt>
                <c:pt idx="32">
                  <c:v>0.47590328035226265</c:v>
                </c:pt>
                <c:pt idx="33">
                  <c:v>0.50670619596883848</c:v>
                </c:pt>
                <c:pt idx="34">
                  <c:v>0.50558910830238213</c:v>
                </c:pt>
                <c:pt idx="35">
                  <c:v>0.50457035590290866</c:v>
                </c:pt>
                <c:pt idx="36">
                  <c:v>0.51736620722272986</c:v>
                </c:pt>
                <c:pt idx="37">
                  <c:v>0.51667578887338417</c:v>
                </c:pt>
                <c:pt idx="38">
                  <c:v>0.50804981823556494</c:v>
                </c:pt>
                <c:pt idx="39">
                  <c:v>0.51189491310510626</c:v>
                </c:pt>
                <c:pt idx="40">
                  <c:v>0.50990031718468587</c:v>
                </c:pt>
                <c:pt idx="41">
                  <c:v>0.51018824524955575</c:v>
                </c:pt>
                <c:pt idx="42">
                  <c:v>0.5189760864402333</c:v>
                </c:pt>
                <c:pt idx="43">
                  <c:v>0.51756524548336191</c:v>
                </c:pt>
                <c:pt idx="44">
                  <c:v>0.49768180604573348</c:v>
                </c:pt>
                <c:pt idx="45">
                  <c:v>0.52116996349466993</c:v>
                </c:pt>
                <c:pt idx="46">
                  <c:v>0.5168215544695246</c:v>
                </c:pt>
                <c:pt idx="47">
                  <c:v>0.52225971818600336</c:v>
                </c:pt>
                <c:pt idx="48">
                  <c:v>0.51843911019157085</c:v>
                </c:pt>
                <c:pt idx="49">
                  <c:v>0.52634832118270802</c:v>
                </c:pt>
                <c:pt idx="50">
                  <c:v>0.52584093150134936</c:v>
                </c:pt>
                <c:pt idx="51">
                  <c:v>0.52797021177124803</c:v>
                </c:pt>
                <c:pt idx="52">
                  <c:v>0.52138645599921418</c:v>
                </c:pt>
                <c:pt idx="53">
                  <c:v>0.5264454285217629</c:v>
                </c:pt>
                <c:pt idx="54">
                  <c:v>0.52714454418457735</c:v>
                </c:pt>
                <c:pt idx="55">
                  <c:v>0.52764123891821035</c:v>
                </c:pt>
                <c:pt idx="56">
                  <c:v>0.52655442099426142</c:v>
                </c:pt>
                <c:pt idx="57">
                  <c:v>0.5328628327044943</c:v>
                </c:pt>
                <c:pt idx="58">
                  <c:v>0.53438145276472193</c:v>
                </c:pt>
                <c:pt idx="59">
                  <c:v>0.52793700610191741</c:v>
                </c:pt>
                <c:pt idx="60">
                  <c:v>0.53691645611551853</c:v>
                </c:pt>
                <c:pt idx="61">
                  <c:v>0.53612162709649225</c:v>
                </c:pt>
                <c:pt idx="62">
                  <c:v>0.53623161408390785</c:v>
                </c:pt>
                <c:pt idx="63">
                  <c:v>0.53556990946328198</c:v>
                </c:pt>
                <c:pt idx="64">
                  <c:v>0.53626937935681207</c:v>
                </c:pt>
                <c:pt idx="65">
                  <c:v>0.54478021183018877</c:v>
                </c:pt>
                <c:pt idx="66">
                  <c:v>0.53991476621774293</c:v>
                </c:pt>
                <c:pt idx="67">
                  <c:v>0.53726256578022225</c:v>
                </c:pt>
                <c:pt idx="68">
                  <c:v>0.53605988022943019</c:v>
                </c:pt>
                <c:pt idx="69">
                  <c:v>0.51778426209531303</c:v>
                </c:pt>
                <c:pt idx="70">
                  <c:v>0.53976017598263692</c:v>
                </c:pt>
                <c:pt idx="71">
                  <c:v>0.53604701496355478</c:v>
                </c:pt>
                <c:pt idx="72">
                  <c:v>0.54086436510103986</c:v>
                </c:pt>
                <c:pt idx="73">
                  <c:v>0.54710882963905749</c:v>
                </c:pt>
                <c:pt idx="74">
                  <c:v>0.55159915493850176</c:v>
                </c:pt>
                <c:pt idx="75">
                  <c:v>0.54938174855132693</c:v>
                </c:pt>
                <c:pt idx="76">
                  <c:v>0.55013055032583325</c:v>
                </c:pt>
                <c:pt idx="77">
                  <c:v>0.54988278611204178</c:v>
                </c:pt>
                <c:pt idx="78">
                  <c:v>0.55444020071031375</c:v>
                </c:pt>
                <c:pt idx="79">
                  <c:v>0.55768535954489851</c:v>
                </c:pt>
                <c:pt idx="80">
                  <c:v>0.50582759083310347</c:v>
                </c:pt>
                <c:pt idx="81">
                  <c:v>0.5497150873745823</c:v>
                </c:pt>
                <c:pt idx="82">
                  <c:v>0.55380591187543948</c:v>
                </c:pt>
                <c:pt idx="83">
                  <c:v>0.55563890101503766</c:v>
                </c:pt>
                <c:pt idx="84">
                  <c:v>0.55555890273101449</c:v>
                </c:pt>
                <c:pt idx="85">
                  <c:v>0.55328030871927258</c:v>
                </c:pt>
                <c:pt idx="86">
                  <c:v>0.55816228882869057</c:v>
                </c:pt>
                <c:pt idx="87">
                  <c:v>0.55864795057221805</c:v>
                </c:pt>
                <c:pt idx="88">
                  <c:v>0.55928082089530418</c:v>
                </c:pt>
                <c:pt idx="89">
                  <c:v>0.55737592588483598</c:v>
                </c:pt>
                <c:pt idx="90">
                  <c:v>0.56826229623469326</c:v>
                </c:pt>
                <c:pt idx="91">
                  <c:v>0.56641223783329464</c:v>
                </c:pt>
                <c:pt idx="92">
                  <c:v>0.57139037566701945</c:v>
                </c:pt>
                <c:pt idx="93">
                  <c:v>0.56778364995880393</c:v>
                </c:pt>
                <c:pt idx="94">
                  <c:v>0.56956480387019937</c:v>
                </c:pt>
                <c:pt idx="95">
                  <c:v>0.5705524536739377</c:v>
                </c:pt>
                <c:pt idx="96">
                  <c:v>0.56915036611056258</c:v>
                </c:pt>
                <c:pt idx="97">
                  <c:v>0.57085280016871787</c:v>
                </c:pt>
                <c:pt idx="98">
                  <c:v>0.57151229014986094</c:v>
                </c:pt>
                <c:pt idx="99">
                  <c:v>0.56560522864133</c:v>
                </c:pt>
                <c:pt idx="100">
                  <c:v>0.56663900110800314</c:v>
                </c:pt>
                <c:pt idx="101">
                  <c:v>0.56903201539534209</c:v>
                </c:pt>
                <c:pt idx="102">
                  <c:v>0.57002018183709402</c:v>
                </c:pt>
                <c:pt idx="103">
                  <c:v>0.57108752351451542</c:v>
                </c:pt>
                <c:pt idx="104">
                  <c:v>0.56687600503773961</c:v>
                </c:pt>
                <c:pt idx="105">
                  <c:v>0.57248756077905083</c:v>
                </c:pt>
                <c:pt idx="106">
                  <c:v>0.57272012728793253</c:v>
                </c:pt>
                <c:pt idx="107">
                  <c:v>0.57050924212487464</c:v>
                </c:pt>
                <c:pt idx="108">
                  <c:v>0.57571651032407989</c:v>
                </c:pt>
                <c:pt idx="109">
                  <c:v>0.57693085197230887</c:v>
                </c:pt>
                <c:pt idx="110">
                  <c:v>0.57862286018233378</c:v>
                </c:pt>
                <c:pt idx="111">
                  <c:v>0.5773301378662351</c:v>
                </c:pt>
                <c:pt idx="112">
                  <c:v>0.575922133945169</c:v>
                </c:pt>
                <c:pt idx="113">
                  <c:v>0.57413477919962852</c:v>
                </c:pt>
                <c:pt idx="114">
                  <c:v>0.56329931973918768</c:v>
                </c:pt>
                <c:pt idx="115">
                  <c:v>0.57711149263779149</c:v>
                </c:pt>
                <c:pt idx="116">
                  <c:v>0.57384334527190684</c:v>
                </c:pt>
                <c:pt idx="117">
                  <c:v>0.58340270654563142</c:v>
                </c:pt>
                <c:pt idx="118">
                  <c:v>0.58388901858584352</c:v>
                </c:pt>
                <c:pt idx="119">
                  <c:v>0.58598730443260771</c:v>
                </c:pt>
                <c:pt idx="120">
                  <c:v>0.58402636114946682</c:v>
                </c:pt>
                <c:pt idx="121">
                  <c:v>0.58562102826287377</c:v>
                </c:pt>
                <c:pt idx="122">
                  <c:v>0.58439329592460565</c:v>
                </c:pt>
                <c:pt idx="123">
                  <c:v>0.58871085305793691</c:v>
                </c:pt>
                <c:pt idx="124">
                  <c:v>0.58535095152029515</c:v>
                </c:pt>
                <c:pt idx="125">
                  <c:v>0.58565380315040483</c:v>
                </c:pt>
                <c:pt idx="126">
                  <c:v>0.58191082369792391</c:v>
                </c:pt>
                <c:pt idx="127">
                  <c:v>0.5856780400380075</c:v>
                </c:pt>
                <c:pt idx="128">
                  <c:v>0.58517505939818082</c:v>
                </c:pt>
                <c:pt idx="129">
                  <c:v>0.58648273467340839</c:v>
                </c:pt>
                <c:pt idx="130">
                  <c:v>0.58704788533459029</c:v>
                </c:pt>
                <c:pt idx="131">
                  <c:v>0.58573685456303781</c:v>
                </c:pt>
                <c:pt idx="132">
                  <c:v>0.59044659065753391</c:v>
                </c:pt>
                <c:pt idx="133">
                  <c:v>0.58589243417198944</c:v>
                </c:pt>
                <c:pt idx="134">
                  <c:v>0.59314836411745886</c:v>
                </c:pt>
                <c:pt idx="135">
                  <c:v>0.59619216424778265</c:v>
                </c:pt>
                <c:pt idx="136">
                  <c:v>0.59688140745033869</c:v>
                </c:pt>
                <c:pt idx="137">
                  <c:v>0.59645353755935338</c:v>
                </c:pt>
                <c:pt idx="138">
                  <c:v>0.5797252649773148</c:v>
                </c:pt>
                <c:pt idx="139">
                  <c:v>0.59383403815223657</c:v>
                </c:pt>
                <c:pt idx="140">
                  <c:v>0.59860016818457307</c:v>
                </c:pt>
                <c:pt idx="141">
                  <c:v>0.59739007457893878</c:v>
                </c:pt>
                <c:pt idx="142">
                  <c:v>0.59788305764999128</c:v>
                </c:pt>
                <c:pt idx="143">
                  <c:v>0.59735412423845247</c:v>
                </c:pt>
                <c:pt idx="144">
                  <c:v>0.59709466065860295</c:v>
                </c:pt>
                <c:pt idx="145">
                  <c:v>0.59793248173004054</c:v>
                </c:pt>
                <c:pt idx="146">
                  <c:v>0.56065006977523879</c:v>
                </c:pt>
                <c:pt idx="147">
                  <c:v>0.59650143584671278</c:v>
                </c:pt>
                <c:pt idx="148">
                  <c:v>0.59760281518476976</c:v>
                </c:pt>
                <c:pt idx="149">
                  <c:v>0.59062992426171224</c:v>
                </c:pt>
                <c:pt idx="150">
                  <c:v>0.59699073898838984</c:v>
                </c:pt>
                <c:pt idx="151">
                  <c:v>0.59525423647882691</c:v>
                </c:pt>
                <c:pt idx="152">
                  <c:v>0.59680654815328038</c:v>
                </c:pt>
                <c:pt idx="153">
                  <c:v>0.59396987082867259</c:v>
                </c:pt>
                <c:pt idx="154">
                  <c:v>0.59687604363135249</c:v>
                </c:pt>
                <c:pt idx="155">
                  <c:v>0.59840553623702997</c:v>
                </c:pt>
                <c:pt idx="156">
                  <c:v>0.60310159399012186</c:v>
                </c:pt>
                <c:pt idx="157">
                  <c:v>0.60588285846081469</c:v>
                </c:pt>
                <c:pt idx="158">
                  <c:v>0.61060116626526362</c:v>
                </c:pt>
                <c:pt idx="159">
                  <c:v>0.61060179362794043</c:v>
                </c:pt>
                <c:pt idx="160">
                  <c:v>0.60725213403829603</c:v>
                </c:pt>
                <c:pt idx="161">
                  <c:v>0.61299586368935499</c:v>
                </c:pt>
                <c:pt idx="162">
                  <c:v>0.61543440306743569</c:v>
                </c:pt>
                <c:pt idx="163">
                  <c:v>0.61028206245457661</c:v>
                </c:pt>
                <c:pt idx="164">
                  <c:v>0.60986974523670479</c:v>
                </c:pt>
                <c:pt idx="165">
                  <c:v>0.60909513551285632</c:v>
                </c:pt>
                <c:pt idx="166">
                  <c:v>0.60869173795122522</c:v>
                </c:pt>
                <c:pt idx="167">
                  <c:v>0.60991714151958132</c:v>
                </c:pt>
                <c:pt idx="168">
                  <c:v>0.61111602881176141</c:v>
                </c:pt>
                <c:pt idx="169">
                  <c:v>0.60920008171137019</c:v>
                </c:pt>
                <c:pt idx="170">
                  <c:v>0.60202329442508495</c:v>
                </c:pt>
                <c:pt idx="171">
                  <c:v>0.60803485890307729</c:v>
                </c:pt>
                <c:pt idx="172">
                  <c:v>0.61037989507165802</c:v>
                </c:pt>
                <c:pt idx="173">
                  <c:v>0.6099465454040861</c:v>
                </c:pt>
                <c:pt idx="174">
                  <c:v>0.61015939135805752</c:v>
                </c:pt>
                <c:pt idx="175">
                  <c:v>0.6129479574258021</c:v>
                </c:pt>
                <c:pt idx="176">
                  <c:v>0.61129778366897869</c:v>
                </c:pt>
                <c:pt idx="177">
                  <c:v>0.60773268269836345</c:v>
                </c:pt>
                <c:pt idx="178">
                  <c:v>0.60540502357073933</c:v>
                </c:pt>
                <c:pt idx="179">
                  <c:v>0.60635112859072526</c:v>
                </c:pt>
                <c:pt idx="180">
                  <c:v>0.61571808078343937</c:v>
                </c:pt>
                <c:pt idx="181">
                  <c:v>0.60831653937422703</c:v>
                </c:pt>
                <c:pt idx="182">
                  <c:v>0.60768272800010348</c:v>
                </c:pt>
                <c:pt idx="183">
                  <c:v>0.60295372811032799</c:v>
                </c:pt>
                <c:pt idx="184">
                  <c:v>0.61761001568218798</c:v>
                </c:pt>
                <c:pt idx="185">
                  <c:v>0.61674920970790426</c:v>
                </c:pt>
                <c:pt idx="186">
                  <c:v>0.61303055770232984</c:v>
                </c:pt>
                <c:pt idx="187">
                  <c:v>0.61636329928602573</c:v>
                </c:pt>
                <c:pt idx="188">
                  <c:v>0.62017061515625305</c:v>
                </c:pt>
                <c:pt idx="189">
                  <c:v>0.61522390507389291</c:v>
                </c:pt>
                <c:pt idx="190">
                  <c:v>0.61793081363208913</c:v>
                </c:pt>
                <c:pt idx="191">
                  <c:v>0.62293086683203969</c:v>
                </c:pt>
                <c:pt idx="192">
                  <c:v>0.62132534868113454</c:v>
                </c:pt>
                <c:pt idx="193">
                  <c:v>0.61874616383573422</c:v>
                </c:pt>
                <c:pt idx="194">
                  <c:v>0.61902076236552683</c:v>
                </c:pt>
                <c:pt idx="195">
                  <c:v>0.62305073545631706</c:v>
                </c:pt>
                <c:pt idx="196">
                  <c:v>0.62449152247804685</c:v>
                </c:pt>
                <c:pt idx="197">
                  <c:v>0.62096213298701597</c:v>
                </c:pt>
                <c:pt idx="198">
                  <c:v>0.62187182103517724</c:v>
                </c:pt>
                <c:pt idx="199">
                  <c:v>0.62195161879424365</c:v>
                </c:pt>
                <c:pt idx="200">
                  <c:v>0.61522147736608845</c:v>
                </c:pt>
                <c:pt idx="201">
                  <c:v>0.61888049670583056</c:v>
                </c:pt>
                <c:pt idx="202">
                  <c:v>0.62292123227861107</c:v>
                </c:pt>
                <c:pt idx="203">
                  <c:v>0.62698363225844778</c:v>
                </c:pt>
                <c:pt idx="204">
                  <c:v>0.6249775814543983</c:v>
                </c:pt>
                <c:pt idx="205">
                  <c:v>0.62587410888952977</c:v>
                </c:pt>
                <c:pt idx="206">
                  <c:v>0.62750788798189105</c:v>
                </c:pt>
                <c:pt idx="207">
                  <c:v>0.62882690213566383</c:v>
                </c:pt>
                <c:pt idx="208">
                  <c:v>0.63247127104931733</c:v>
                </c:pt>
                <c:pt idx="209">
                  <c:v>0.6322733486598483</c:v>
                </c:pt>
                <c:pt idx="210">
                  <c:v>0.63110973943772253</c:v>
                </c:pt>
                <c:pt idx="211">
                  <c:v>0.63171796360439592</c:v>
                </c:pt>
                <c:pt idx="212">
                  <c:v>0.62701082150602871</c:v>
                </c:pt>
                <c:pt idx="213">
                  <c:v>0.62847139405789942</c:v>
                </c:pt>
                <c:pt idx="214">
                  <c:v>0.62755460477698477</c:v>
                </c:pt>
                <c:pt idx="215">
                  <c:v>0.62599727592613885</c:v>
                </c:pt>
                <c:pt idx="216">
                  <c:v>0.62501830154742</c:v>
                </c:pt>
                <c:pt idx="217">
                  <c:v>0.62872062257694272</c:v>
                </c:pt>
                <c:pt idx="218">
                  <c:v>0.62850982651932275</c:v>
                </c:pt>
                <c:pt idx="219">
                  <c:v>0.62414392378666184</c:v>
                </c:pt>
                <c:pt idx="220">
                  <c:v>0.6269423936187789</c:v>
                </c:pt>
                <c:pt idx="221">
                  <c:v>0.63130202432843052</c:v>
                </c:pt>
                <c:pt idx="222">
                  <c:v>0.63376026626020077</c:v>
                </c:pt>
                <c:pt idx="223">
                  <c:v>0.6328850750394639</c:v>
                </c:pt>
                <c:pt idx="224">
                  <c:v>0.62957643121180484</c:v>
                </c:pt>
                <c:pt idx="225">
                  <c:v>0.63780508857712792</c:v>
                </c:pt>
                <c:pt idx="226">
                  <c:v>0.63102717227262328</c:v>
                </c:pt>
                <c:pt idx="227">
                  <c:v>0.64077020470348234</c:v>
                </c:pt>
                <c:pt idx="228">
                  <c:v>0.64064335302650488</c:v>
                </c:pt>
                <c:pt idx="229">
                  <c:v>0.64112921735868711</c:v>
                </c:pt>
                <c:pt idx="230">
                  <c:v>0.64369407464502182</c:v>
                </c:pt>
                <c:pt idx="231">
                  <c:v>0.63392007109039006</c:v>
                </c:pt>
                <c:pt idx="232">
                  <c:v>0.6315044055486303</c:v>
                </c:pt>
                <c:pt idx="233">
                  <c:v>0.63428553121788267</c:v>
                </c:pt>
                <c:pt idx="234">
                  <c:v>0.63593292350797714</c:v>
                </c:pt>
                <c:pt idx="235">
                  <c:v>0.6353558390238796</c:v>
                </c:pt>
                <c:pt idx="236">
                  <c:v>0.62896294180193668</c:v>
                </c:pt>
                <c:pt idx="237">
                  <c:v>0.63567947207052833</c:v>
                </c:pt>
                <c:pt idx="238">
                  <c:v>0.6344550976411043</c:v>
                </c:pt>
                <c:pt idx="239">
                  <c:v>0.63715403438169094</c:v>
                </c:pt>
                <c:pt idx="240">
                  <c:v>0.64011338029815956</c:v>
                </c:pt>
                <c:pt idx="241">
                  <c:v>0.64250801830388204</c:v>
                </c:pt>
                <c:pt idx="242">
                  <c:v>0.64087933009609466</c:v>
                </c:pt>
                <c:pt idx="243">
                  <c:v>0.63599597370798699</c:v>
                </c:pt>
                <c:pt idx="244">
                  <c:v>0.63624006614117279</c:v>
                </c:pt>
                <c:pt idx="245">
                  <c:v>0.63547830184167131</c:v>
                </c:pt>
                <c:pt idx="246">
                  <c:v>0.62849641512617049</c:v>
                </c:pt>
                <c:pt idx="247">
                  <c:v>0.63478598585116841</c:v>
                </c:pt>
                <c:pt idx="248">
                  <c:v>0.63873784155001501</c:v>
                </c:pt>
                <c:pt idx="249">
                  <c:v>0.6416414288677621</c:v>
                </c:pt>
                <c:pt idx="250">
                  <c:v>0.6376685577722373</c:v>
                </c:pt>
                <c:pt idx="251">
                  <c:v>0.64182854092676755</c:v>
                </c:pt>
                <c:pt idx="252">
                  <c:v>0.64045826965423847</c:v>
                </c:pt>
                <c:pt idx="253">
                  <c:v>0.64255912441324436</c:v>
                </c:pt>
                <c:pt idx="254">
                  <c:v>0.64674896624715905</c:v>
                </c:pt>
                <c:pt idx="255">
                  <c:v>0.64128059041250984</c:v>
                </c:pt>
                <c:pt idx="256">
                  <c:v>0.64366281879407594</c:v>
                </c:pt>
                <c:pt idx="257">
                  <c:v>0.64320481073062352</c:v>
                </c:pt>
                <c:pt idx="258">
                  <c:v>0.64099684044595573</c:v>
                </c:pt>
                <c:pt idx="259">
                  <c:v>0.6399651251539179</c:v>
                </c:pt>
                <c:pt idx="260">
                  <c:v>0.64150962557999347</c:v>
                </c:pt>
                <c:pt idx="261">
                  <c:v>0.64576920799028836</c:v>
                </c:pt>
                <c:pt idx="262">
                  <c:v>0.64217557980066886</c:v>
                </c:pt>
                <c:pt idx="263">
                  <c:v>0.64497671087077135</c:v>
                </c:pt>
                <c:pt idx="264">
                  <c:v>0.64148889167652878</c:v>
                </c:pt>
                <c:pt idx="265">
                  <c:v>0.64470476597646309</c:v>
                </c:pt>
                <c:pt idx="266">
                  <c:v>0.64461068125565357</c:v>
                </c:pt>
                <c:pt idx="267">
                  <c:v>0.64632187652696027</c:v>
                </c:pt>
                <c:pt idx="268">
                  <c:v>0.64765155888308246</c:v>
                </c:pt>
                <c:pt idx="269">
                  <c:v>0.64683583537686873</c:v>
                </c:pt>
                <c:pt idx="270">
                  <c:v>0.64870424904454371</c:v>
                </c:pt>
                <c:pt idx="271">
                  <c:v>0.64882941989889453</c:v>
                </c:pt>
                <c:pt idx="272">
                  <c:v>0.64634866104347011</c:v>
                </c:pt>
                <c:pt idx="273">
                  <c:v>0.64587776907626926</c:v>
                </c:pt>
                <c:pt idx="274">
                  <c:v>0.64729378522806991</c:v>
                </c:pt>
                <c:pt idx="275">
                  <c:v>0.64651380071175601</c:v>
                </c:pt>
                <c:pt idx="276">
                  <c:v>0.65096209316903186</c:v>
                </c:pt>
                <c:pt idx="277">
                  <c:v>0.64990975890229619</c:v>
                </c:pt>
                <c:pt idx="278">
                  <c:v>0.64606068312489895</c:v>
                </c:pt>
                <c:pt idx="279">
                  <c:v>0.64877483074075271</c:v>
                </c:pt>
                <c:pt idx="280">
                  <c:v>0.64862320347664992</c:v>
                </c:pt>
                <c:pt idx="281">
                  <c:v>0.64794375126206527</c:v>
                </c:pt>
                <c:pt idx="282">
                  <c:v>0.65249927530699392</c:v>
                </c:pt>
                <c:pt idx="283">
                  <c:v>0.64727160994519595</c:v>
                </c:pt>
                <c:pt idx="284">
                  <c:v>0.64732493198048091</c:v>
                </c:pt>
                <c:pt idx="285">
                  <c:v>0.64697992588798847</c:v>
                </c:pt>
                <c:pt idx="286">
                  <c:v>0.65098268681935267</c:v>
                </c:pt>
                <c:pt idx="287">
                  <c:v>0.64954765402755721</c:v>
                </c:pt>
                <c:pt idx="288">
                  <c:v>0.6436428471350315</c:v>
                </c:pt>
                <c:pt idx="289">
                  <c:v>0.65570166542951613</c:v>
                </c:pt>
                <c:pt idx="290">
                  <c:v>0.65567018538501454</c:v>
                </c:pt>
                <c:pt idx="291">
                  <c:v>0.65639597486548562</c:v>
                </c:pt>
                <c:pt idx="292">
                  <c:v>0.64516407789930108</c:v>
                </c:pt>
                <c:pt idx="293">
                  <c:v>0.65723225314904843</c:v>
                </c:pt>
                <c:pt idx="294">
                  <c:v>0.65742922312490426</c:v>
                </c:pt>
                <c:pt idx="295">
                  <c:v>0.65449780147133396</c:v>
                </c:pt>
                <c:pt idx="296">
                  <c:v>0.65083952338693929</c:v>
                </c:pt>
                <c:pt idx="297">
                  <c:v>0.65299558302808469</c:v>
                </c:pt>
                <c:pt idx="298">
                  <c:v>0.65446118174695223</c:v>
                </c:pt>
                <c:pt idx="299">
                  <c:v>0.65006352009929746</c:v>
                </c:pt>
                <c:pt idx="300">
                  <c:v>0.65258787287003628</c:v>
                </c:pt>
                <c:pt idx="301">
                  <c:v>0.65300376346172806</c:v>
                </c:pt>
                <c:pt idx="302">
                  <c:v>0.65530344644995264</c:v>
                </c:pt>
                <c:pt idx="303">
                  <c:v>0.65648130675958116</c:v>
                </c:pt>
                <c:pt idx="304">
                  <c:v>0.65365605904486557</c:v>
                </c:pt>
                <c:pt idx="305">
                  <c:v>0.65720800227421383</c:v>
                </c:pt>
                <c:pt idx="306">
                  <c:v>0.65801564028272674</c:v>
                </c:pt>
                <c:pt idx="307">
                  <c:v>0.66052504444269944</c:v>
                </c:pt>
                <c:pt idx="308">
                  <c:v>0.65823437378948479</c:v>
                </c:pt>
                <c:pt idx="309">
                  <c:v>0.65606345793943555</c:v>
                </c:pt>
                <c:pt idx="310">
                  <c:v>0.65765618606641163</c:v>
                </c:pt>
                <c:pt idx="311">
                  <c:v>0.65567686457924323</c:v>
                </c:pt>
                <c:pt idx="312">
                  <c:v>0.65469756517758038</c:v>
                </c:pt>
                <c:pt idx="313">
                  <c:v>0.65655845605370589</c:v>
                </c:pt>
                <c:pt idx="314">
                  <c:v>0.65460557937815977</c:v>
                </c:pt>
                <c:pt idx="315">
                  <c:v>0.65342979714189797</c:v>
                </c:pt>
                <c:pt idx="316">
                  <c:v>0.65591604944823678</c:v>
                </c:pt>
                <c:pt idx="317">
                  <c:v>0.6544121378081672</c:v>
                </c:pt>
                <c:pt idx="318">
                  <c:v>0.65640455637777195</c:v>
                </c:pt>
                <c:pt idx="319">
                  <c:v>0.65570738428034525</c:v>
                </c:pt>
                <c:pt idx="320">
                  <c:v>0.65739989487801709</c:v>
                </c:pt>
                <c:pt idx="321">
                  <c:v>0.65901507335374843</c:v>
                </c:pt>
                <c:pt idx="322">
                  <c:v>0.65880463422652658</c:v>
                </c:pt>
                <c:pt idx="323">
                  <c:v>0.65684944822088565</c:v>
                </c:pt>
                <c:pt idx="324">
                  <c:v>0.65611646319927741</c:v>
                </c:pt>
                <c:pt idx="325">
                  <c:v>0.660740353801342</c:v>
                </c:pt>
                <c:pt idx="326">
                  <c:v>0.66166534230040708</c:v>
                </c:pt>
                <c:pt idx="327">
                  <c:v>0.66248676713997923</c:v>
                </c:pt>
                <c:pt idx="328">
                  <c:v>0.66074390470458788</c:v>
                </c:pt>
                <c:pt idx="329">
                  <c:v>0.662972909751536</c:v>
                </c:pt>
                <c:pt idx="330">
                  <c:v>0.66216937267382892</c:v>
                </c:pt>
                <c:pt idx="331">
                  <c:v>0.65940704283135643</c:v>
                </c:pt>
                <c:pt idx="332">
                  <c:v>0.65957942080615495</c:v>
                </c:pt>
                <c:pt idx="333">
                  <c:v>0.66164698478782691</c:v>
                </c:pt>
                <c:pt idx="334">
                  <c:v>0.66211183110175964</c:v>
                </c:pt>
                <c:pt idx="335">
                  <c:v>0.66232015267906641</c:v>
                </c:pt>
                <c:pt idx="336">
                  <c:v>0.66147993051648291</c:v>
                </c:pt>
                <c:pt idx="337">
                  <c:v>0.65941335657704481</c:v>
                </c:pt>
                <c:pt idx="338">
                  <c:v>0.66076541884157403</c:v>
                </c:pt>
                <c:pt idx="339">
                  <c:v>0.66099305215698678</c:v>
                </c:pt>
                <c:pt idx="340">
                  <c:v>0.6625347056244123</c:v>
                </c:pt>
                <c:pt idx="341">
                  <c:v>0.66259223659627509</c:v>
                </c:pt>
                <c:pt idx="342">
                  <c:v>0.66217895028057094</c:v>
                </c:pt>
                <c:pt idx="343">
                  <c:v>0.66442664727897693</c:v>
                </c:pt>
                <c:pt idx="344">
                  <c:v>0.66569637419525884</c:v>
                </c:pt>
                <c:pt idx="345">
                  <c:v>0.66621907680281611</c:v>
                </c:pt>
                <c:pt idx="346">
                  <c:v>0.66423063051511333</c:v>
                </c:pt>
                <c:pt idx="347">
                  <c:v>0.66738466376413896</c:v>
                </c:pt>
                <c:pt idx="348">
                  <c:v>0.66607239105520377</c:v>
                </c:pt>
                <c:pt idx="349">
                  <c:v>0.66676108949358981</c:v>
                </c:pt>
                <c:pt idx="350">
                  <c:v>0.6631916473688606</c:v>
                </c:pt>
                <c:pt idx="351">
                  <c:v>0.66413252809601675</c:v>
                </c:pt>
                <c:pt idx="352">
                  <c:v>0.6647420851901531</c:v>
                </c:pt>
                <c:pt idx="353">
                  <c:v>0.6640930793716705</c:v>
                </c:pt>
                <c:pt idx="354">
                  <c:v>0.66329338609878918</c:v>
                </c:pt>
                <c:pt idx="355">
                  <c:v>0.65704199307999822</c:v>
                </c:pt>
                <c:pt idx="356">
                  <c:v>0.66007978551920365</c:v>
                </c:pt>
                <c:pt idx="357">
                  <c:v>0.6614331518880574</c:v>
                </c:pt>
                <c:pt idx="358">
                  <c:v>0.66040959815141898</c:v>
                </c:pt>
                <c:pt idx="359">
                  <c:v>0.66263532868066066</c:v>
                </c:pt>
                <c:pt idx="360">
                  <c:v>0.66378786381169119</c:v>
                </c:pt>
                <c:pt idx="361">
                  <c:v>0.66318006512719407</c:v>
                </c:pt>
                <c:pt idx="362">
                  <c:v>0.6669166372430112</c:v>
                </c:pt>
                <c:pt idx="363">
                  <c:v>0.66601018534293621</c:v>
                </c:pt>
                <c:pt idx="364">
                  <c:v>0.66891247375199758</c:v>
                </c:pt>
                <c:pt idx="365">
                  <c:v>0.66969669168473445</c:v>
                </c:pt>
                <c:pt idx="366">
                  <c:v>0.66937501136455546</c:v>
                </c:pt>
                <c:pt idx="367">
                  <c:v>0.67305716110151603</c:v>
                </c:pt>
                <c:pt idx="368">
                  <c:v>0.67467790358121815</c:v>
                </c:pt>
                <c:pt idx="369">
                  <c:v>0.67323763069907605</c:v>
                </c:pt>
                <c:pt idx="370">
                  <c:v>0.6739977730493214</c:v>
                </c:pt>
                <c:pt idx="371">
                  <c:v>0.67254820208494526</c:v>
                </c:pt>
                <c:pt idx="372">
                  <c:v>0.67092414003849243</c:v>
                </c:pt>
                <c:pt idx="373">
                  <c:v>0.66659116565394072</c:v>
                </c:pt>
                <c:pt idx="374">
                  <c:v>0.66800924848879117</c:v>
                </c:pt>
                <c:pt idx="375">
                  <c:v>0.6660619989506823</c:v>
                </c:pt>
                <c:pt idx="376">
                  <c:v>0.66904782324623646</c:v>
                </c:pt>
                <c:pt idx="377">
                  <c:v>0.66737428280297517</c:v>
                </c:pt>
                <c:pt idx="378">
                  <c:v>0.66360868541730444</c:v>
                </c:pt>
                <c:pt idx="379">
                  <c:v>0.66586672948666514</c:v>
                </c:pt>
                <c:pt idx="380">
                  <c:v>0.66924943759137834</c:v>
                </c:pt>
                <c:pt idx="381">
                  <c:v>0.6727696979926403</c:v>
                </c:pt>
                <c:pt idx="382">
                  <c:v>0.671063920716644</c:v>
                </c:pt>
                <c:pt idx="383">
                  <c:v>0.67036074215765273</c:v>
                </c:pt>
                <c:pt idx="384">
                  <c:v>0.67230098494344426</c:v>
                </c:pt>
                <c:pt idx="385">
                  <c:v>0.66888168682908111</c:v>
                </c:pt>
                <c:pt idx="386">
                  <c:v>0.66722785829101772</c:v>
                </c:pt>
                <c:pt idx="387">
                  <c:v>0.67075254802347495</c:v>
                </c:pt>
                <c:pt idx="388">
                  <c:v>0.67574861263410158</c:v>
                </c:pt>
                <c:pt idx="389">
                  <c:v>0.67484843852254617</c:v>
                </c:pt>
                <c:pt idx="390">
                  <c:v>0.66525425594109511</c:v>
                </c:pt>
                <c:pt idx="391">
                  <c:v>0.67057476981790476</c:v>
                </c:pt>
                <c:pt idx="392">
                  <c:v>0.66918428572721067</c:v>
                </c:pt>
                <c:pt idx="393">
                  <c:v>0.668420064403207</c:v>
                </c:pt>
                <c:pt idx="394">
                  <c:v>0.67295577908786752</c:v>
                </c:pt>
                <c:pt idx="395">
                  <c:v>0.67389134219902613</c:v>
                </c:pt>
                <c:pt idx="396">
                  <c:v>0.67519893897391259</c:v>
                </c:pt>
                <c:pt idx="397">
                  <c:v>0.66068427494945858</c:v>
                </c:pt>
                <c:pt idx="398">
                  <c:v>0.66825039543037856</c:v>
                </c:pt>
                <c:pt idx="399">
                  <c:v>0.67345840533229429</c:v>
                </c:pt>
                <c:pt idx="400">
                  <c:v>0.67438472074703559</c:v>
                </c:pt>
                <c:pt idx="401">
                  <c:v>0.67284432317499765</c:v>
                </c:pt>
                <c:pt idx="402">
                  <c:v>0.66812812403893262</c:v>
                </c:pt>
                <c:pt idx="403">
                  <c:v>0.67888423443666668</c:v>
                </c:pt>
                <c:pt idx="404">
                  <c:v>0.67231916733742103</c:v>
                </c:pt>
                <c:pt idx="405">
                  <c:v>0.66974287528260434</c:v>
                </c:pt>
                <c:pt idx="406">
                  <c:v>0.67380829410805576</c:v>
                </c:pt>
                <c:pt idx="407">
                  <c:v>0.67675980381947931</c:v>
                </c:pt>
                <c:pt idx="408">
                  <c:v>0.67439763059083624</c:v>
                </c:pt>
                <c:pt idx="409">
                  <c:v>0.67170068566471652</c:v>
                </c:pt>
                <c:pt idx="410">
                  <c:v>0.6723613473559884</c:v>
                </c:pt>
                <c:pt idx="411">
                  <c:v>0.68016839054289069</c:v>
                </c:pt>
                <c:pt idx="412">
                  <c:v>0.67974221775425425</c:v>
                </c:pt>
                <c:pt idx="413">
                  <c:v>0.67618950602156991</c:v>
                </c:pt>
                <c:pt idx="414">
                  <c:v>0.67827838494936987</c:v>
                </c:pt>
                <c:pt idx="415">
                  <c:v>0.68224549321081129</c:v>
                </c:pt>
                <c:pt idx="416">
                  <c:v>0.67616597761444253</c:v>
                </c:pt>
                <c:pt idx="417">
                  <c:v>0.66985848204028908</c:v>
                </c:pt>
                <c:pt idx="418">
                  <c:v>0.67213856660524451</c:v>
                </c:pt>
                <c:pt idx="419">
                  <c:v>0.67423137247027798</c:v>
                </c:pt>
                <c:pt idx="420">
                  <c:v>0.67256705155126528</c:v>
                </c:pt>
                <c:pt idx="421">
                  <c:v>0.66669557124445156</c:v>
                </c:pt>
                <c:pt idx="422">
                  <c:v>0.67036271317328011</c:v>
                </c:pt>
                <c:pt idx="423">
                  <c:v>0.67440077163517997</c:v>
                </c:pt>
                <c:pt idx="424">
                  <c:v>0.67651956014907055</c:v>
                </c:pt>
                <c:pt idx="425">
                  <c:v>0.67124602127084365</c:v>
                </c:pt>
                <c:pt idx="426">
                  <c:v>0.67285441033905469</c:v>
                </c:pt>
                <c:pt idx="427">
                  <c:v>0.6797346612231342</c:v>
                </c:pt>
                <c:pt idx="428">
                  <c:v>0.67925149990993627</c:v>
                </c:pt>
                <c:pt idx="429">
                  <c:v>0.67684423087608891</c:v>
                </c:pt>
                <c:pt idx="430">
                  <c:v>0.66980424677419226</c:v>
                </c:pt>
                <c:pt idx="431">
                  <c:v>0.67892795081764179</c:v>
                </c:pt>
                <c:pt idx="432">
                  <c:v>0.68252346412647547</c:v>
                </c:pt>
                <c:pt idx="433">
                  <c:v>0.68276981811000181</c:v>
                </c:pt>
                <c:pt idx="434">
                  <c:v>0.67827082721288756</c:v>
                </c:pt>
                <c:pt idx="435">
                  <c:v>0.68244342118237677</c:v>
                </c:pt>
                <c:pt idx="436">
                  <c:v>0.68520292049263787</c:v>
                </c:pt>
                <c:pt idx="437">
                  <c:v>0.68297642099321276</c:v>
                </c:pt>
                <c:pt idx="438">
                  <c:v>0.68157089624198131</c:v>
                </c:pt>
                <c:pt idx="439">
                  <c:v>0.68167822607588247</c:v>
                </c:pt>
                <c:pt idx="440">
                  <c:v>0.68030900183097265</c:v>
                </c:pt>
                <c:pt idx="441">
                  <c:v>0.68001172397555298</c:v>
                </c:pt>
                <c:pt idx="442">
                  <c:v>0.67905540818998544</c:v>
                </c:pt>
                <c:pt idx="443">
                  <c:v>0.67314878651681642</c:v>
                </c:pt>
                <c:pt idx="444">
                  <c:v>0.6752056281458545</c:v>
                </c:pt>
                <c:pt idx="445">
                  <c:v>0.67845022809696987</c:v>
                </c:pt>
                <c:pt idx="446">
                  <c:v>0.67859838409983697</c:v>
                </c:pt>
                <c:pt idx="447">
                  <c:v>0.68049968580629694</c:v>
                </c:pt>
                <c:pt idx="448">
                  <c:v>0.67841903118307822</c:v>
                </c:pt>
                <c:pt idx="449">
                  <c:v>0.68133690940073</c:v>
                </c:pt>
                <c:pt idx="450">
                  <c:v>0.68249467802923058</c:v>
                </c:pt>
                <c:pt idx="451">
                  <c:v>0.68222441689492697</c:v>
                </c:pt>
                <c:pt idx="452">
                  <c:v>0.68047773334868511</c:v>
                </c:pt>
                <c:pt idx="453">
                  <c:v>0.68485690297171031</c:v>
                </c:pt>
                <c:pt idx="454">
                  <c:v>0.68385569694501835</c:v>
                </c:pt>
                <c:pt idx="455">
                  <c:v>0.6845806298224657</c:v>
                </c:pt>
                <c:pt idx="456">
                  <c:v>0.68346083198177787</c:v>
                </c:pt>
                <c:pt idx="457">
                  <c:v>0.68266021770622864</c:v>
                </c:pt>
                <c:pt idx="458">
                  <c:v>0.6820399086837069</c:v>
                </c:pt>
                <c:pt idx="459">
                  <c:v>0.68310205610404207</c:v>
                </c:pt>
                <c:pt idx="460">
                  <c:v>0.68280718216008973</c:v>
                </c:pt>
                <c:pt idx="461">
                  <c:v>0.67918100499294776</c:v>
                </c:pt>
                <c:pt idx="462">
                  <c:v>0.68046306686241587</c:v>
                </c:pt>
                <c:pt idx="463">
                  <c:v>0.6826219787198784</c:v>
                </c:pt>
                <c:pt idx="464">
                  <c:v>0.68036393254816496</c:v>
                </c:pt>
                <c:pt idx="465">
                  <c:v>0.67486660165010071</c:v>
                </c:pt>
                <c:pt idx="466">
                  <c:v>0.66982439139068251</c:v>
                </c:pt>
                <c:pt idx="467">
                  <c:v>0.67277343964353076</c:v>
                </c:pt>
                <c:pt idx="468">
                  <c:v>0.6719230255052393</c:v>
                </c:pt>
                <c:pt idx="469">
                  <c:v>0.66925577833217065</c:v>
                </c:pt>
              </c:numCache>
            </c:numRef>
          </c:yVal>
          <c:smooth val="0"/>
          <c:extLst>
            <c:ext xmlns:c16="http://schemas.microsoft.com/office/drawing/2014/chart" uri="{C3380CC4-5D6E-409C-BE32-E72D297353CC}">
              <c16:uniqueId val="{00000002-212A-441A-8CC4-ABEA5372C228}"/>
            </c:ext>
          </c:extLst>
        </c:ser>
        <c:ser>
          <c:idx val="5"/>
          <c:order val="3"/>
          <c:tx>
            <c:strRef>
              <c:f>'Post Processing - SS NaCl'!$L$1</c:f>
              <c:strCache>
                <c:ptCount val="1"/>
                <c:pt idx="0">
                  <c:v>NF270_MC2_06.03.24_SNaCl</c:v>
                </c:pt>
              </c:strCache>
            </c:strRef>
          </c:tx>
          <c:spPr>
            <a:ln w="38100" cap="rnd">
              <a:noFill/>
              <a:round/>
            </a:ln>
            <a:effectLst/>
          </c:spPr>
          <c:marker>
            <c:symbol val="circle"/>
            <c:size val="2"/>
            <c:spPr>
              <a:solidFill>
                <a:schemeClr val="accent6"/>
              </a:solidFill>
              <a:ln w="9525">
                <a:solidFill>
                  <a:schemeClr val="accent6"/>
                </a:solidFill>
              </a:ln>
              <a:effectLst/>
            </c:spPr>
          </c:marker>
          <c:xVal>
            <c:numRef>
              <c:f>'Post Processing - SS NaCl'!$Q$62:$Q$589</c:f>
              <c:numCache>
                <c:formatCode>0.00E+00</c:formatCode>
                <c:ptCount val="528"/>
                <c:pt idx="0">
                  <c:v>8.5106211656461802E-6</c:v>
                </c:pt>
                <c:pt idx="1">
                  <c:v>8.5010809094624901E-6</c:v>
                </c:pt>
                <c:pt idx="2">
                  <c:v>8.49162679152279E-6</c:v>
                </c:pt>
                <c:pt idx="3">
                  <c:v>8.4820675938687002E-6</c:v>
                </c:pt>
                <c:pt idx="4">
                  <c:v>8.4726666229673299E-6</c:v>
                </c:pt>
                <c:pt idx="5">
                  <c:v>8.4631316443703808E-6</c:v>
                </c:pt>
                <c:pt idx="6">
                  <c:v>8.4537551207308506E-6</c:v>
                </c:pt>
                <c:pt idx="7">
                  <c:v>8.4442488890148707E-6</c:v>
                </c:pt>
                <c:pt idx="8">
                  <c:v>8.4344383681641299E-6</c:v>
                </c:pt>
                <c:pt idx="9">
                  <c:v>8.4248877644433308E-6</c:v>
                </c:pt>
                <c:pt idx="10">
                  <c:v>8.4145794884365193E-6</c:v>
                </c:pt>
                <c:pt idx="11">
                  <c:v>8.4049878180619906E-6</c:v>
                </c:pt>
                <c:pt idx="12">
                  <c:v>8.3947802415481602E-6</c:v>
                </c:pt>
                <c:pt idx="13">
                  <c:v>8.3851094567107292E-6</c:v>
                </c:pt>
                <c:pt idx="14">
                  <c:v>8.3751997282916806E-6</c:v>
                </c:pt>
                <c:pt idx="15">
                  <c:v>8.36546260254083E-6</c:v>
                </c:pt>
                <c:pt idx="16">
                  <c:v>8.3555751788461296E-6</c:v>
                </c:pt>
                <c:pt idx="17">
                  <c:v>8.3458746651196806E-6</c:v>
                </c:pt>
                <c:pt idx="18">
                  <c:v>8.33598373351949E-6</c:v>
                </c:pt>
                <c:pt idx="19">
                  <c:v>8.3263014223362108E-6</c:v>
                </c:pt>
                <c:pt idx="20">
                  <c:v>8.3166010728505005E-6</c:v>
                </c:pt>
                <c:pt idx="21">
                  <c:v>8.3067569337658594E-6</c:v>
                </c:pt>
                <c:pt idx="22">
                  <c:v>8.2972275605158193E-6</c:v>
                </c:pt>
                <c:pt idx="23">
                  <c:v>8.2873735486676693E-6</c:v>
                </c:pt>
                <c:pt idx="24">
                  <c:v>8.2778822242314304E-6</c:v>
                </c:pt>
                <c:pt idx="25">
                  <c:v>8.2681241253031004E-6</c:v>
                </c:pt>
                <c:pt idx="26">
                  <c:v>8.2587378517782602E-6</c:v>
                </c:pt>
                <c:pt idx="27">
                  <c:v>8.2493011684163895E-6</c:v>
                </c:pt>
                <c:pt idx="28">
                  <c:v>8.2402325099059995E-6</c:v>
                </c:pt>
                <c:pt idx="29">
                  <c:v>8.2311901898677996E-6</c:v>
                </c:pt>
                <c:pt idx="30">
                  <c:v>8.2222255492387998E-6</c:v>
                </c:pt>
                <c:pt idx="31">
                  <c:v>8.2127999282827999E-6</c:v>
                </c:pt>
                <c:pt idx="32">
                  <c:v>8.2038153459003598E-6</c:v>
                </c:pt>
                <c:pt idx="33">
                  <c:v>8.19449661773546E-6</c:v>
                </c:pt>
                <c:pt idx="34">
                  <c:v>8.1855581606292903E-6</c:v>
                </c:pt>
                <c:pt idx="35">
                  <c:v>8.1767290240573503E-6</c:v>
                </c:pt>
                <c:pt idx="36">
                  <c:v>8.1678116133277395E-6</c:v>
                </c:pt>
                <c:pt idx="37">
                  <c:v>8.1589812965182394E-6</c:v>
                </c:pt>
                <c:pt idx="38">
                  <c:v>8.1497068538076496E-6</c:v>
                </c:pt>
                <c:pt idx="39">
                  <c:v>8.1407859952304202E-6</c:v>
                </c:pt>
                <c:pt idx="40">
                  <c:v>8.1312552037875194E-6</c:v>
                </c:pt>
                <c:pt idx="41">
                  <c:v>8.1222064458331301E-6</c:v>
                </c:pt>
                <c:pt idx="42">
                  <c:v>8.1127208752037494E-6</c:v>
                </c:pt>
                <c:pt idx="43">
                  <c:v>8.1037311890644892E-6</c:v>
                </c:pt>
                <c:pt idx="44">
                  <c:v>8.0941995926223004E-6</c:v>
                </c:pt>
                <c:pt idx="45">
                  <c:v>8.0852537456430104E-6</c:v>
                </c:pt>
                <c:pt idx="46">
                  <c:v>8.0758522603649993E-6</c:v>
                </c:pt>
                <c:pt idx="47">
                  <c:v>8.0668742043025202E-6</c:v>
                </c:pt>
                <c:pt idx="48">
                  <c:v>8.0575607797946498E-6</c:v>
                </c:pt>
                <c:pt idx="49">
                  <c:v>8.0485880157126594E-6</c:v>
                </c:pt>
                <c:pt idx="50">
                  <c:v>8.0393473949228602E-6</c:v>
                </c:pt>
                <c:pt idx="51">
                  <c:v>8.0303603341156807E-6</c:v>
                </c:pt>
                <c:pt idx="52">
                  <c:v>8.0213161095834402E-6</c:v>
                </c:pt>
                <c:pt idx="53">
                  <c:v>8.0122326647515503E-6</c:v>
                </c:pt>
                <c:pt idx="54">
                  <c:v>8.00328467602298E-6</c:v>
                </c:pt>
                <c:pt idx="55">
                  <c:v>7.9941206334576197E-6</c:v>
                </c:pt>
                <c:pt idx="56">
                  <c:v>7.9852808192966805E-6</c:v>
                </c:pt>
                <c:pt idx="57">
                  <c:v>7.9761598359082294E-6</c:v>
                </c:pt>
                <c:pt idx="58">
                  <c:v>7.9674458421116205E-6</c:v>
                </c:pt>
                <c:pt idx="59">
                  <c:v>7.9583066186033295E-6</c:v>
                </c:pt>
                <c:pt idx="60">
                  <c:v>7.9497485731964492E-6</c:v>
                </c:pt>
                <c:pt idx="61">
                  <c:v>7.9410165322570992E-6</c:v>
                </c:pt>
                <c:pt idx="62">
                  <c:v>7.9326311585337297E-6</c:v>
                </c:pt>
                <c:pt idx="63">
                  <c:v>7.9243668699589106E-6</c:v>
                </c:pt>
                <c:pt idx="64">
                  <c:v>7.9159972679814702E-6</c:v>
                </c:pt>
                <c:pt idx="65">
                  <c:v>7.9077522188463401E-6</c:v>
                </c:pt>
                <c:pt idx="66">
                  <c:v>7.8994037318365604E-6</c:v>
                </c:pt>
                <c:pt idx="67">
                  <c:v>7.8912400385758093E-6</c:v>
                </c:pt>
                <c:pt idx="68">
                  <c:v>7.8829599624786202E-6</c:v>
                </c:pt>
                <c:pt idx="69">
                  <c:v>7.8748162088792006E-6</c:v>
                </c:pt>
                <c:pt idx="70">
                  <c:v>7.8665769770682793E-6</c:v>
                </c:pt>
                <c:pt idx="71">
                  <c:v>7.8580023733997199E-6</c:v>
                </c:pt>
                <c:pt idx="72">
                  <c:v>7.8498226832234998E-6</c:v>
                </c:pt>
                <c:pt idx="73">
                  <c:v>7.8412444496781407E-6</c:v>
                </c:pt>
                <c:pt idx="74">
                  <c:v>7.8327696235180905E-6</c:v>
                </c:pt>
                <c:pt idx="75">
                  <c:v>7.8245390032563396E-6</c:v>
                </c:pt>
                <c:pt idx="76">
                  <c:v>7.8157730016963801E-6</c:v>
                </c:pt>
                <c:pt idx="77">
                  <c:v>7.8074416512865398E-6</c:v>
                </c:pt>
                <c:pt idx="78">
                  <c:v>7.7987555927575994E-6</c:v>
                </c:pt>
                <c:pt idx="79">
                  <c:v>7.7903418004029003E-6</c:v>
                </c:pt>
                <c:pt idx="80">
                  <c:v>7.7817682728579401E-6</c:v>
                </c:pt>
                <c:pt idx="81">
                  <c:v>7.7733919796728497E-6</c:v>
                </c:pt>
                <c:pt idx="82">
                  <c:v>7.7649646640222201E-6</c:v>
                </c:pt>
                <c:pt idx="83">
                  <c:v>7.7566521034888001E-6</c:v>
                </c:pt>
                <c:pt idx="84">
                  <c:v>7.7481762224495502E-6</c:v>
                </c:pt>
                <c:pt idx="85">
                  <c:v>7.7398467763824399E-6</c:v>
                </c:pt>
                <c:pt idx="86">
                  <c:v>7.7314341629760304E-6</c:v>
                </c:pt>
                <c:pt idx="87">
                  <c:v>7.7231218032815794E-6</c:v>
                </c:pt>
                <c:pt idx="88">
                  <c:v>7.7149053963630706E-6</c:v>
                </c:pt>
                <c:pt idx="89">
                  <c:v>7.7065069437477498E-6</c:v>
                </c:pt>
                <c:pt idx="90">
                  <c:v>7.6983944635550596E-6</c:v>
                </c:pt>
                <c:pt idx="91">
                  <c:v>7.6899350961083305E-6</c:v>
                </c:pt>
                <c:pt idx="92">
                  <c:v>7.6818577748488308E-6</c:v>
                </c:pt>
                <c:pt idx="93">
                  <c:v>7.6735030948637804E-6</c:v>
                </c:pt>
                <c:pt idx="94">
                  <c:v>7.6655017983403307E-6</c:v>
                </c:pt>
                <c:pt idx="95">
                  <c:v>7.6571264998657393E-6</c:v>
                </c:pt>
                <c:pt idx="96">
                  <c:v>7.64929792682031E-6</c:v>
                </c:pt>
                <c:pt idx="97">
                  <c:v>7.6412644851446502E-6</c:v>
                </c:pt>
                <c:pt idx="98">
                  <c:v>7.6332012369408595E-6</c:v>
                </c:pt>
                <c:pt idx="99">
                  <c:v>7.6255495770873103E-6</c:v>
                </c:pt>
                <c:pt idx="100">
                  <c:v>7.6176441507573999E-6</c:v>
                </c:pt>
                <c:pt idx="101">
                  <c:v>7.6099555435451201E-6</c:v>
                </c:pt>
                <c:pt idx="102">
                  <c:v>7.6024923274735196E-6</c:v>
                </c:pt>
                <c:pt idx="103">
                  <c:v>7.5949146306286101E-6</c:v>
                </c:pt>
                <c:pt idx="104">
                  <c:v>7.5873901259306699E-6</c:v>
                </c:pt>
                <c:pt idx="105">
                  <c:v>7.5795497127669002E-6</c:v>
                </c:pt>
                <c:pt idx="106">
                  <c:v>7.5719912912394803E-6</c:v>
                </c:pt>
                <c:pt idx="107">
                  <c:v>7.5638204153782599E-6</c:v>
                </c:pt>
                <c:pt idx="108">
                  <c:v>7.5562439511265997E-6</c:v>
                </c:pt>
                <c:pt idx="109">
                  <c:v>7.5481442977600501E-6</c:v>
                </c:pt>
                <c:pt idx="110">
                  <c:v>7.5405280775605301E-6</c:v>
                </c:pt>
                <c:pt idx="111">
                  <c:v>7.5324981942479802E-6</c:v>
                </c:pt>
                <c:pt idx="112">
                  <c:v>7.5248973641043298E-6</c:v>
                </c:pt>
                <c:pt idx="113">
                  <c:v>7.51697229936022E-6</c:v>
                </c:pt>
                <c:pt idx="114">
                  <c:v>7.5093435131739399E-6</c:v>
                </c:pt>
                <c:pt idx="115">
                  <c:v>7.50150841985214E-6</c:v>
                </c:pt>
                <c:pt idx="116">
                  <c:v>7.4938602961963197E-6</c:v>
                </c:pt>
                <c:pt idx="117">
                  <c:v>7.4860715953816203E-6</c:v>
                </c:pt>
                <c:pt idx="118">
                  <c:v>7.47845374131567E-6</c:v>
                </c:pt>
                <c:pt idx="119">
                  <c:v>7.4707966012500801E-6</c:v>
                </c:pt>
                <c:pt idx="120">
                  <c:v>7.4631688865060302E-6</c:v>
                </c:pt>
                <c:pt idx="121">
                  <c:v>7.4556547365515004E-6</c:v>
                </c:pt>
                <c:pt idx="122">
                  <c:v>7.4479799457572704E-6</c:v>
                </c:pt>
                <c:pt idx="123">
                  <c:v>7.4405869349186799E-6</c:v>
                </c:pt>
                <c:pt idx="124">
                  <c:v>7.4327896673122402E-6</c:v>
                </c:pt>
                <c:pt idx="125">
                  <c:v>7.4255590725368498E-6</c:v>
                </c:pt>
                <c:pt idx="126">
                  <c:v>7.4177434510748501E-6</c:v>
                </c:pt>
                <c:pt idx="127">
                  <c:v>7.4105639722775498E-6</c:v>
                </c:pt>
                <c:pt idx="128">
                  <c:v>7.4026703210349796E-6</c:v>
                </c:pt>
                <c:pt idx="129">
                  <c:v>7.3952250419383198E-6</c:v>
                </c:pt>
                <c:pt idx="130">
                  <c:v>7.3873340083797199E-6</c:v>
                </c:pt>
                <c:pt idx="131">
                  <c:v>7.3800342964736697E-6</c:v>
                </c:pt>
                <c:pt idx="132">
                  <c:v>7.3726700573380998E-6</c:v>
                </c:pt>
                <c:pt idx="133">
                  <c:v>7.3658165913001E-6</c:v>
                </c:pt>
                <c:pt idx="134">
                  <c:v>7.3589127083075101E-6</c:v>
                </c:pt>
                <c:pt idx="135">
                  <c:v>7.3520311734927398E-6</c:v>
                </c:pt>
                <c:pt idx="136">
                  <c:v>7.3451723621662699E-6</c:v>
                </c:pt>
                <c:pt idx="137">
                  <c:v>7.3383424722726197E-6</c:v>
                </c:pt>
                <c:pt idx="138">
                  <c:v>7.3314506634919596E-6</c:v>
                </c:pt>
                <c:pt idx="139">
                  <c:v>7.3243502398702198E-6</c:v>
                </c:pt>
                <c:pt idx="140">
                  <c:v>7.3174636732105297E-6</c:v>
                </c:pt>
                <c:pt idx="141">
                  <c:v>7.3100382345899101E-6</c:v>
                </c:pt>
                <c:pt idx="142">
                  <c:v>7.3031484808916996E-6</c:v>
                </c:pt>
                <c:pt idx="143">
                  <c:v>7.2957329175965104E-6</c:v>
                </c:pt>
                <c:pt idx="144">
                  <c:v>7.2888739769989401E-6</c:v>
                </c:pt>
                <c:pt idx="145">
                  <c:v>7.2815525154385603E-6</c:v>
                </c:pt>
                <c:pt idx="146">
                  <c:v>7.2746310503630599E-6</c:v>
                </c:pt>
                <c:pt idx="147">
                  <c:v>7.2674992521448703E-6</c:v>
                </c:pt>
                <c:pt idx="148">
                  <c:v>7.2605612964627E-6</c:v>
                </c:pt>
                <c:pt idx="149">
                  <c:v>7.25342733144723E-6</c:v>
                </c:pt>
                <c:pt idx="150">
                  <c:v>7.2466205032395601E-6</c:v>
                </c:pt>
                <c:pt idx="151">
                  <c:v>7.23944592234176E-6</c:v>
                </c:pt>
                <c:pt idx="152">
                  <c:v>7.23264853639731E-6</c:v>
                </c:pt>
                <c:pt idx="153">
                  <c:v>7.2256530587403304E-6</c:v>
                </c:pt>
                <c:pt idx="154">
                  <c:v>7.21871697167075E-6</c:v>
                </c:pt>
                <c:pt idx="155">
                  <c:v>7.2119951974276898E-6</c:v>
                </c:pt>
                <c:pt idx="156">
                  <c:v>7.204922913113E-6</c:v>
                </c:pt>
                <c:pt idx="157">
                  <c:v>7.19826277419115E-6</c:v>
                </c:pt>
                <c:pt idx="158">
                  <c:v>7.1912877845880397E-6</c:v>
                </c:pt>
                <c:pt idx="159">
                  <c:v>7.18457297659119E-6</c:v>
                </c:pt>
                <c:pt idx="160">
                  <c:v>7.1776600816511001E-6</c:v>
                </c:pt>
                <c:pt idx="161">
                  <c:v>7.1708291642750396E-6</c:v>
                </c:pt>
                <c:pt idx="162">
                  <c:v>7.1640664569791998E-6</c:v>
                </c:pt>
                <c:pt idx="163">
                  <c:v>7.1571243143493803E-6</c:v>
                </c:pt>
                <c:pt idx="164">
                  <c:v>7.1506492684821297E-6</c:v>
                </c:pt>
                <c:pt idx="165">
                  <c:v>7.1437043113759996E-6</c:v>
                </c:pt>
                <c:pt idx="166">
                  <c:v>7.1373994143092503E-6</c:v>
                </c:pt>
                <c:pt idx="167">
                  <c:v>7.1307895589376697E-6</c:v>
                </c:pt>
                <c:pt idx="168">
                  <c:v>7.1246250486112602E-6</c:v>
                </c:pt>
                <c:pt idx="169">
                  <c:v>7.1183806754672901E-6</c:v>
                </c:pt>
                <c:pt idx="170">
                  <c:v>7.1122480523114503E-6</c:v>
                </c:pt>
                <c:pt idx="171">
                  <c:v>7.1060424020595596E-6</c:v>
                </c:pt>
                <c:pt idx="172">
                  <c:v>7.0999360013987696E-6</c:v>
                </c:pt>
                <c:pt idx="173">
                  <c:v>7.0937633951343302E-6</c:v>
                </c:pt>
                <c:pt idx="174">
                  <c:v>7.0877061327538904E-6</c:v>
                </c:pt>
                <c:pt idx="175">
                  <c:v>7.0815765173291701E-6</c:v>
                </c:pt>
                <c:pt idx="176">
                  <c:v>7.0755165409826503E-6</c:v>
                </c:pt>
                <c:pt idx="177">
                  <c:v>7.0691401396469399E-6</c:v>
                </c:pt>
                <c:pt idx="178">
                  <c:v>7.0630886639059299E-6</c:v>
                </c:pt>
                <c:pt idx="179">
                  <c:v>7.0567393561689498E-6</c:v>
                </c:pt>
                <c:pt idx="180">
                  <c:v>7.0504128444926901E-6</c:v>
                </c:pt>
                <c:pt idx="181">
                  <c:v>7.0443352752772396E-6</c:v>
                </c:pt>
                <c:pt idx="182">
                  <c:v>7.03786544073556E-6</c:v>
                </c:pt>
                <c:pt idx="183">
                  <c:v>7.0315131841072504E-6</c:v>
                </c:pt>
                <c:pt idx="184">
                  <c:v>7.0252309615325102E-6</c:v>
                </c:pt>
                <c:pt idx="185">
                  <c:v>7.0187560919301299E-6</c:v>
                </c:pt>
                <c:pt idx="186">
                  <c:v>7.0125461526296596E-6</c:v>
                </c:pt>
                <c:pt idx="187">
                  <c:v>7.0063107471052204E-6</c:v>
                </c:pt>
                <c:pt idx="188">
                  <c:v>7.0000890161235102E-6</c:v>
                </c:pt>
                <c:pt idx="189">
                  <c:v>6.99398199336007E-6</c:v>
                </c:pt>
                <c:pt idx="190">
                  <c:v>6.9877663177803299E-6</c:v>
                </c:pt>
                <c:pt idx="191">
                  <c:v>6.9817352185292796E-6</c:v>
                </c:pt>
                <c:pt idx="192">
                  <c:v>6.9756100515503096E-6</c:v>
                </c:pt>
                <c:pt idx="193">
                  <c:v>6.9696187765130102E-6</c:v>
                </c:pt>
                <c:pt idx="194">
                  <c:v>6.9634060817349498E-6</c:v>
                </c:pt>
                <c:pt idx="195">
                  <c:v>6.9574540538715096E-6</c:v>
                </c:pt>
                <c:pt idx="196">
                  <c:v>6.9511900679037597E-6</c:v>
                </c:pt>
                <c:pt idx="197">
                  <c:v>6.9451463670727601E-6</c:v>
                </c:pt>
                <c:pt idx="198">
                  <c:v>6.9391810537085102E-6</c:v>
                </c:pt>
                <c:pt idx="199">
                  <c:v>6.9330427890030396E-6</c:v>
                </c:pt>
                <c:pt idx="200">
                  <c:v>6.9273223875022903E-6</c:v>
                </c:pt>
                <c:pt idx="201">
                  <c:v>6.92150131415828E-6</c:v>
                </c:pt>
                <c:pt idx="202">
                  <c:v>6.9158567783028904E-6</c:v>
                </c:pt>
                <c:pt idx="203">
                  <c:v>6.9100135674876298E-6</c:v>
                </c:pt>
                <c:pt idx="204">
                  <c:v>6.9045009010703303E-6</c:v>
                </c:pt>
                <c:pt idx="205">
                  <c:v>6.8987386735251296E-6</c:v>
                </c:pt>
                <c:pt idx="206">
                  <c:v>6.8932130736973603E-6</c:v>
                </c:pt>
                <c:pt idx="207">
                  <c:v>6.8874957230002096E-6</c:v>
                </c:pt>
                <c:pt idx="208">
                  <c:v>6.8817339577018997E-6</c:v>
                </c:pt>
                <c:pt idx="209">
                  <c:v>6.8759758761643897E-6</c:v>
                </c:pt>
                <c:pt idx="210">
                  <c:v>6.8702969714483399E-6</c:v>
                </c:pt>
                <c:pt idx="211">
                  <c:v>6.8645919274021199E-6</c:v>
                </c:pt>
                <c:pt idx="212">
                  <c:v>6.8591417434847498E-6</c:v>
                </c:pt>
                <c:pt idx="213">
                  <c:v>6.8533091704613002E-6</c:v>
                </c:pt>
                <c:pt idx="214">
                  <c:v>6.8478780661663098E-6</c:v>
                </c:pt>
                <c:pt idx="215">
                  <c:v>6.8421208093154E-6</c:v>
                </c:pt>
                <c:pt idx="216">
                  <c:v>6.83669861751557E-6</c:v>
                </c:pt>
                <c:pt idx="217">
                  <c:v>6.8309457233508597E-6</c:v>
                </c:pt>
                <c:pt idx="218">
                  <c:v>6.8253211779347404E-6</c:v>
                </c:pt>
                <c:pt idx="219">
                  <c:v>6.8197262897796804E-6</c:v>
                </c:pt>
                <c:pt idx="220">
                  <c:v>6.8140742131486298E-6</c:v>
                </c:pt>
                <c:pt idx="221">
                  <c:v>6.8086844543713302E-6</c:v>
                </c:pt>
                <c:pt idx="222">
                  <c:v>6.80316961682803E-6</c:v>
                </c:pt>
                <c:pt idx="223">
                  <c:v>6.7977779105243304E-6</c:v>
                </c:pt>
                <c:pt idx="224">
                  <c:v>6.7923702204573202E-6</c:v>
                </c:pt>
                <c:pt idx="225">
                  <c:v>6.7868973801537496E-6</c:v>
                </c:pt>
                <c:pt idx="226">
                  <c:v>6.7816026571331597E-6</c:v>
                </c:pt>
                <c:pt idx="227">
                  <c:v>6.7761032829850503E-6</c:v>
                </c:pt>
                <c:pt idx="228">
                  <c:v>6.7707083165252599E-6</c:v>
                </c:pt>
                <c:pt idx="229">
                  <c:v>6.7653732538247601E-6</c:v>
                </c:pt>
                <c:pt idx="230">
                  <c:v>6.7598987002887004E-6</c:v>
                </c:pt>
                <c:pt idx="231">
                  <c:v>6.7547917750942202E-6</c:v>
                </c:pt>
                <c:pt idx="232">
                  <c:v>6.7493360213713401E-6</c:v>
                </c:pt>
                <c:pt idx="233">
                  <c:v>6.7443017273036698E-6</c:v>
                </c:pt>
                <c:pt idx="234">
                  <c:v>6.7388973509766602E-6</c:v>
                </c:pt>
                <c:pt idx="235">
                  <c:v>6.7339315500744198E-6</c:v>
                </c:pt>
                <c:pt idx="236">
                  <c:v>6.72883110946125E-6</c:v>
                </c:pt>
                <c:pt idx="237">
                  <c:v>6.7239689965482998E-6</c:v>
                </c:pt>
                <c:pt idx="238">
                  <c:v>6.7191992396279499E-6</c:v>
                </c:pt>
                <c:pt idx="239">
                  <c:v>6.7143912248887899E-6</c:v>
                </c:pt>
                <c:pt idx="240">
                  <c:v>6.7096053250298196E-6</c:v>
                </c:pt>
                <c:pt idx="241">
                  <c:v>6.70460746852572E-6</c:v>
                </c:pt>
                <c:pt idx="242">
                  <c:v>6.6997456536596903E-6</c:v>
                </c:pt>
                <c:pt idx="243">
                  <c:v>6.6945681160920998E-6</c:v>
                </c:pt>
                <c:pt idx="244">
                  <c:v>6.6897504590476903E-6</c:v>
                </c:pt>
                <c:pt idx="245">
                  <c:v>6.6846032192400198E-6</c:v>
                </c:pt>
                <c:pt idx="246">
                  <c:v>6.6798026815037304E-6</c:v>
                </c:pt>
                <c:pt idx="247">
                  <c:v>6.67473971737753E-6</c:v>
                </c:pt>
                <c:pt idx="248">
                  <c:v>6.6699476014682598E-6</c:v>
                </c:pt>
                <c:pt idx="249">
                  <c:v>6.6649255655027299E-6</c:v>
                </c:pt>
                <c:pt idx="250">
                  <c:v>6.6601366572538603E-6</c:v>
                </c:pt>
                <c:pt idx="251">
                  <c:v>6.6551297958412204E-6</c:v>
                </c:pt>
                <c:pt idx="252">
                  <c:v>6.65026978551681E-6</c:v>
                </c:pt>
                <c:pt idx="253">
                  <c:v>6.6454217815036501E-6</c:v>
                </c:pt>
                <c:pt idx="254">
                  <c:v>6.6405667510364603E-6</c:v>
                </c:pt>
                <c:pt idx="255">
                  <c:v>6.6358571070375301E-6</c:v>
                </c:pt>
                <c:pt idx="256">
                  <c:v>6.63108823843194E-6</c:v>
                </c:pt>
                <c:pt idx="257">
                  <c:v>6.6264157220539203E-6</c:v>
                </c:pt>
                <c:pt idx="258">
                  <c:v>6.6217275276698498E-6</c:v>
                </c:pt>
                <c:pt idx="259">
                  <c:v>6.6170267529041602E-6</c:v>
                </c:pt>
                <c:pt idx="260">
                  <c:v>6.61244995802516E-6</c:v>
                </c:pt>
                <c:pt idx="261">
                  <c:v>6.6077314477017597E-6</c:v>
                </c:pt>
                <c:pt idx="262">
                  <c:v>6.6031915765261096E-6</c:v>
                </c:pt>
                <c:pt idx="263">
                  <c:v>6.5985171523865401E-6</c:v>
                </c:pt>
                <c:pt idx="264">
                  <c:v>6.5940586585003397E-6</c:v>
                </c:pt>
                <c:pt idx="265">
                  <c:v>6.5893840410809899E-6</c:v>
                </c:pt>
                <c:pt idx="266">
                  <c:v>6.5850484213335597E-6</c:v>
                </c:pt>
                <c:pt idx="267">
                  <c:v>6.5805771407980497E-6</c:v>
                </c:pt>
                <c:pt idx="268">
                  <c:v>6.57610727825376E-6</c:v>
                </c:pt>
                <c:pt idx="269">
                  <c:v>6.5718423057954401E-6</c:v>
                </c:pt>
                <c:pt idx="270">
                  <c:v>6.5674776333967501E-6</c:v>
                </c:pt>
                <c:pt idx="271">
                  <c:v>6.5632413300865302E-6</c:v>
                </c:pt>
                <c:pt idx="272">
                  <c:v>6.5591386571358204E-6</c:v>
                </c:pt>
                <c:pt idx="273">
                  <c:v>6.5549517488509901E-6</c:v>
                </c:pt>
                <c:pt idx="274">
                  <c:v>6.55065252932456E-6</c:v>
                </c:pt>
                <c:pt idx="275">
                  <c:v>6.5465240134391202E-6</c:v>
                </c:pt>
                <c:pt idx="276">
                  <c:v>6.5422408501935601E-6</c:v>
                </c:pt>
                <c:pt idx="277">
                  <c:v>6.5379859629479904E-6</c:v>
                </c:pt>
                <c:pt idx="278">
                  <c:v>6.5339366325032097E-6</c:v>
                </c:pt>
                <c:pt idx="279">
                  <c:v>6.52967640694765E-6</c:v>
                </c:pt>
                <c:pt idx="280">
                  <c:v>6.5255276293311202E-6</c:v>
                </c:pt>
                <c:pt idx="281">
                  <c:v>6.5214192165390003E-6</c:v>
                </c:pt>
                <c:pt idx="282">
                  <c:v>6.5171188567287402E-6</c:v>
                </c:pt>
                <c:pt idx="283">
                  <c:v>6.5129049891411497E-6</c:v>
                </c:pt>
                <c:pt idx="284">
                  <c:v>6.5087035457120799E-6</c:v>
                </c:pt>
                <c:pt idx="285">
                  <c:v>6.5045102814874197E-6</c:v>
                </c:pt>
                <c:pt idx="286">
                  <c:v>6.5004536042559104E-6</c:v>
                </c:pt>
                <c:pt idx="287">
                  <c:v>6.4963138135534996E-6</c:v>
                </c:pt>
                <c:pt idx="288">
                  <c:v>6.4923240482897002E-6</c:v>
                </c:pt>
                <c:pt idx="289">
                  <c:v>6.4881761909914701E-6</c:v>
                </c:pt>
                <c:pt idx="290">
                  <c:v>6.4842244270776199E-6</c:v>
                </c:pt>
                <c:pt idx="291">
                  <c:v>6.4802052243585199E-6</c:v>
                </c:pt>
                <c:pt idx="292">
                  <c:v>6.4762385415889597E-6</c:v>
                </c:pt>
                <c:pt idx="293">
                  <c:v>6.4722903137840202E-6</c:v>
                </c:pt>
                <c:pt idx="294">
                  <c:v>6.4683396080999398E-6</c:v>
                </c:pt>
                <c:pt idx="295">
                  <c:v>6.4644682770603E-6</c:v>
                </c:pt>
                <c:pt idx="296">
                  <c:v>6.46052679713077E-6</c:v>
                </c:pt>
                <c:pt idx="297">
                  <c:v>6.4567457296214602E-6</c:v>
                </c:pt>
                <c:pt idx="298">
                  <c:v>6.4528322381308299E-6</c:v>
                </c:pt>
                <c:pt idx="299">
                  <c:v>6.4490550294438199E-6</c:v>
                </c:pt>
                <c:pt idx="300">
                  <c:v>6.4451357398270003E-6</c:v>
                </c:pt>
                <c:pt idx="301">
                  <c:v>6.4412850059463799E-6</c:v>
                </c:pt>
                <c:pt idx="302">
                  <c:v>6.43755429305631E-6</c:v>
                </c:pt>
                <c:pt idx="303">
                  <c:v>6.4338270274678798E-6</c:v>
                </c:pt>
                <c:pt idx="304">
                  <c:v>6.4303284462110596E-6</c:v>
                </c:pt>
                <c:pt idx="305">
                  <c:v>6.4266515235986797E-6</c:v>
                </c:pt>
                <c:pt idx="306">
                  <c:v>6.4231884138592903E-6</c:v>
                </c:pt>
                <c:pt idx="307">
                  <c:v>6.4195723501913297E-6</c:v>
                </c:pt>
                <c:pt idx="308">
                  <c:v>6.416137655526E-6</c:v>
                </c:pt>
                <c:pt idx="309">
                  <c:v>6.412726282108E-6</c:v>
                </c:pt>
                <c:pt idx="310">
                  <c:v>6.4093414910116302E-6</c:v>
                </c:pt>
                <c:pt idx="311">
                  <c:v>6.4059520418300001E-6</c:v>
                </c:pt>
                <c:pt idx="312">
                  <c:v>6.4026266897682098E-6</c:v>
                </c:pt>
                <c:pt idx="313">
                  <c:v>6.3992844860077797E-6</c:v>
                </c:pt>
                <c:pt idx="314">
                  <c:v>6.3958155512795099E-6</c:v>
                </c:pt>
                <c:pt idx="315">
                  <c:v>6.3924386109714503E-6</c:v>
                </c:pt>
                <c:pt idx="316">
                  <c:v>6.38881719930549E-6</c:v>
                </c:pt>
                <c:pt idx="317">
                  <c:v>6.3853591173673596E-6</c:v>
                </c:pt>
                <c:pt idx="318">
                  <c:v>6.3818498510514303E-6</c:v>
                </c:pt>
                <c:pt idx="319">
                  <c:v>6.3783640441834498E-6</c:v>
                </c:pt>
                <c:pt idx="320">
                  <c:v>6.3749359823821499E-6</c:v>
                </c:pt>
                <c:pt idx="321">
                  <c:v>6.37158024175437E-6</c:v>
                </c:pt>
                <c:pt idx="322">
                  <c:v>6.3681142169443401E-6</c:v>
                </c:pt>
                <c:pt idx="323">
                  <c:v>6.3647969496019798E-6</c:v>
                </c:pt>
                <c:pt idx="324">
                  <c:v>6.3614189791033898E-6</c:v>
                </c:pt>
                <c:pt idx="325">
                  <c:v>6.3580699852558302E-6</c:v>
                </c:pt>
                <c:pt idx="326">
                  <c:v>6.3547192713952904E-6</c:v>
                </c:pt>
                <c:pt idx="327">
                  <c:v>6.3514215438201301E-6</c:v>
                </c:pt>
                <c:pt idx="328">
                  <c:v>6.3480753274282296E-6</c:v>
                </c:pt>
                <c:pt idx="329">
                  <c:v>6.3448586600493197E-6</c:v>
                </c:pt>
                <c:pt idx="330">
                  <c:v>6.3416401435678602E-6</c:v>
                </c:pt>
                <c:pt idx="331">
                  <c:v>6.3385590169162501E-6</c:v>
                </c:pt>
                <c:pt idx="332">
                  <c:v>6.33537847677061E-6</c:v>
                </c:pt>
                <c:pt idx="333">
                  <c:v>6.3323664273203199E-6</c:v>
                </c:pt>
                <c:pt idx="334">
                  <c:v>6.3291930671094704E-6</c:v>
                </c:pt>
                <c:pt idx="335">
                  <c:v>6.3262086945865297E-6</c:v>
                </c:pt>
                <c:pt idx="336">
                  <c:v>6.3230586697027497E-6</c:v>
                </c:pt>
                <c:pt idx="337">
                  <c:v>6.3199983896504701E-6</c:v>
                </c:pt>
                <c:pt idx="338">
                  <c:v>6.31700996197304E-6</c:v>
                </c:pt>
                <c:pt idx="339">
                  <c:v>6.3140739912591298E-6</c:v>
                </c:pt>
                <c:pt idx="340">
                  <c:v>6.3112689561401302E-6</c:v>
                </c:pt>
                <c:pt idx="341">
                  <c:v>6.3085566985184997E-6</c:v>
                </c:pt>
                <c:pt idx="342">
                  <c:v>6.3057940787974499E-6</c:v>
                </c:pt>
                <c:pt idx="343">
                  <c:v>6.3030807732245597E-6</c:v>
                </c:pt>
                <c:pt idx="344">
                  <c:v>6.3002307765225398E-6</c:v>
                </c:pt>
                <c:pt idx="345">
                  <c:v>6.2975109371783602E-6</c:v>
                </c:pt>
                <c:pt idx="346">
                  <c:v>6.2947274192353198E-6</c:v>
                </c:pt>
                <c:pt idx="347">
                  <c:v>6.2920549754040704E-6</c:v>
                </c:pt>
                <c:pt idx="348">
                  <c:v>6.2894369341632197E-6</c:v>
                </c:pt>
                <c:pt idx="349">
                  <c:v>6.2866941141043002E-6</c:v>
                </c:pt>
                <c:pt idx="350">
                  <c:v>6.2840479445437796E-6</c:v>
                </c:pt>
                <c:pt idx="351">
                  <c:v>6.2812750127058697E-6</c:v>
                </c:pt>
                <c:pt idx="352">
                  <c:v>6.27861416186744E-6</c:v>
                </c:pt>
                <c:pt idx="353">
                  <c:v>6.2758465288914602E-6</c:v>
                </c:pt>
                <c:pt idx="354">
                  <c:v>6.2731898575820703E-6</c:v>
                </c:pt>
                <c:pt idx="355">
                  <c:v>6.2704781783474002E-6</c:v>
                </c:pt>
                <c:pt idx="356">
                  <c:v>6.2678303520405504E-6</c:v>
                </c:pt>
                <c:pt idx="357">
                  <c:v>6.2652544785753897E-6</c:v>
                </c:pt>
                <c:pt idx="358">
                  <c:v>6.2626576927471699E-6</c:v>
                </c:pt>
                <c:pt idx="359">
                  <c:v>6.2601049357227302E-6</c:v>
                </c:pt>
                <c:pt idx="360">
                  <c:v>6.2575823585829397E-6</c:v>
                </c:pt>
                <c:pt idx="361">
                  <c:v>6.2550615199546598E-6</c:v>
                </c:pt>
                <c:pt idx="362">
                  <c:v>6.25259003982959E-6</c:v>
                </c:pt>
                <c:pt idx="363">
                  <c:v>6.2500991886121199E-6</c:v>
                </c:pt>
                <c:pt idx="364">
                  <c:v>6.2476933864062504E-6</c:v>
                </c:pt>
                <c:pt idx="365">
                  <c:v>6.2452365587076001E-6</c:v>
                </c:pt>
                <c:pt idx="366">
                  <c:v>6.2428754440220299E-6</c:v>
                </c:pt>
                <c:pt idx="367">
                  <c:v>6.2404587667343102E-6</c:v>
                </c:pt>
                <c:pt idx="368">
                  <c:v>6.2381582376572703E-6</c:v>
                </c:pt>
                <c:pt idx="369">
                  <c:v>6.2358709060503798E-6</c:v>
                </c:pt>
                <c:pt idx="370">
                  <c:v>6.2336594986186902E-6</c:v>
                </c:pt>
                <c:pt idx="371">
                  <c:v>6.2315007574048297E-6</c:v>
                </c:pt>
                <c:pt idx="372">
                  <c:v>6.2292446652465003E-6</c:v>
                </c:pt>
                <c:pt idx="373">
                  <c:v>6.22710586541443E-6</c:v>
                </c:pt>
                <c:pt idx="374">
                  <c:v>6.2249099862721499E-6</c:v>
                </c:pt>
                <c:pt idx="375">
                  <c:v>6.22280134345556E-6</c:v>
                </c:pt>
                <c:pt idx="376">
                  <c:v>6.2207392932128896E-6</c:v>
                </c:pt>
                <c:pt idx="377">
                  <c:v>6.2186859176543803E-6</c:v>
                </c:pt>
                <c:pt idx="378">
                  <c:v>6.21664575416031E-6</c:v>
                </c:pt>
                <c:pt idx="379">
                  <c:v>6.2146340104496103E-6</c:v>
                </c:pt>
                <c:pt idx="380">
                  <c:v>6.2125459032557798E-6</c:v>
                </c:pt>
                <c:pt idx="381">
                  <c:v>6.2105404258271299E-6</c:v>
                </c:pt>
                <c:pt idx="382">
                  <c:v>6.2083937410760498E-6</c:v>
                </c:pt>
                <c:pt idx="383">
                  <c:v>6.2063970241096304E-6</c:v>
                </c:pt>
                <c:pt idx="384">
                  <c:v>6.2042779752592E-6</c:v>
                </c:pt>
                <c:pt idx="385">
                  <c:v>6.2022859232878698E-6</c:v>
                </c:pt>
                <c:pt idx="386">
                  <c:v>6.2002659449836203E-6</c:v>
                </c:pt>
                <c:pt idx="387">
                  <c:v>6.1982816733384298E-6</c:v>
                </c:pt>
                <c:pt idx="388">
                  <c:v>6.1963586176890899E-6</c:v>
                </c:pt>
                <c:pt idx="389">
                  <c:v>6.1944043758414601E-6</c:v>
                </c:pt>
                <c:pt idx="390">
                  <c:v>6.1924835163572204E-6</c:v>
                </c:pt>
                <c:pt idx="391">
                  <c:v>6.1905954056599799E-6</c:v>
                </c:pt>
                <c:pt idx="392">
                  <c:v>6.18869113871601E-6</c:v>
                </c:pt>
                <c:pt idx="393">
                  <c:v>6.18687380502078E-6</c:v>
                </c:pt>
                <c:pt idx="394">
                  <c:v>6.1850398339813699E-6</c:v>
                </c:pt>
                <c:pt idx="395">
                  <c:v>6.1832656094257999E-6</c:v>
                </c:pt>
                <c:pt idx="396">
                  <c:v>6.18150360377041E-6</c:v>
                </c:pt>
                <c:pt idx="397">
                  <c:v>6.1797416788949904E-6</c:v>
                </c:pt>
                <c:pt idx="398">
                  <c:v>6.1780577684716299E-6</c:v>
                </c:pt>
                <c:pt idx="399">
                  <c:v>6.1762965596357503E-6</c:v>
                </c:pt>
                <c:pt idx="400">
                  <c:v>6.1746642889944501E-6</c:v>
                </c:pt>
                <c:pt idx="401">
                  <c:v>6.1729483340523001E-6</c:v>
                </c:pt>
                <c:pt idx="402">
                  <c:v>6.1713587410642102E-6</c:v>
                </c:pt>
                <c:pt idx="403">
                  <c:v>6.1696818276791102E-6</c:v>
                </c:pt>
                <c:pt idx="404">
                  <c:v>6.1681439998609001E-6</c:v>
                </c:pt>
                <c:pt idx="405">
                  <c:v>6.1664935706139502E-6</c:v>
                </c:pt>
                <c:pt idx="406">
                  <c:v>6.1650039086404099E-6</c:v>
                </c:pt>
                <c:pt idx="407">
                  <c:v>6.1634051515586503E-6</c:v>
                </c:pt>
                <c:pt idx="408">
                  <c:v>6.1619658147884203E-6</c:v>
                </c:pt>
                <c:pt idx="409">
                  <c:v>6.1604909808950602E-6</c:v>
                </c:pt>
                <c:pt idx="410">
                  <c:v>6.1590954867002904E-6</c:v>
                </c:pt>
                <c:pt idx="411">
                  <c:v>6.1576689251880703E-6</c:v>
                </c:pt>
                <c:pt idx="412">
                  <c:v>6.1563174166135698E-6</c:v>
                </c:pt>
                <c:pt idx="413">
                  <c:v>6.1549302821130201E-6</c:v>
                </c:pt>
                <c:pt idx="414">
                  <c:v>6.1536191069969903E-6</c:v>
                </c:pt>
                <c:pt idx="415">
                  <c:v>6.1523289879540299E-6</c:v>
                </c:pt>
                <c:pt idx="416">
                  <c:v>6.1509742257794296E-6</c:v>
                </c:pt>
                <c:pt idx="417">
                  <c:v>6.1496628353103602E-6</c:v>
                </c:pt>
                <c:pt idx="418">
                  <c:v>6.1483387771076897E-6</c:v>
                </c:pt>
                <c:pt idx="419">
                  <c:v>6.1470083636808304E-6</c:v>
                </c:pt>
                <c:pt idx="420">
                  <c:v>6.1457947396181597E-6</c:v>
                </c:pt>
                <c:pt idx="421">
                  <c:v>6.1445145103227201E-6</c:v>
                </c:pt>
                <c:pt idx="422">
                  <c:v>6.1433226052516601E-6</c:v>
                </c:pt>
                <c:pt idx="423">
                  <c:v>6.1421070889848201E-6</c:v>
                </c:pt>
                <c:pt idx="424">
                  <c:v>6.14094118110783E-6</c:v>
                </c:pt>
                <c:pt idx="425">
                  <c:v>6.1397845669040402E-6</c:v>
                </c:pt>
                <c:pt idx="426">
                  <c:v>6.1386575640945001E-6</c:v>
                </c:pt>
                <c:pt idx="427">
                  <c:v>6.1375460417451397E-6</c:v>
                </c:pt>
                <c:pt idx="428">
                  <c:v>6.1364326220505096E-6</c:v>
                </c:pt>
                <c:pt idx="429">
                  <c:v>6.1353483171209802E-6</c:v>
                </c:pt>
                <c:pt idx="430">
                  <c:v>6.13426646301521E-6</c:v>
                </c:pt>
                <c:pt idx="431">
                  <c:v>6.1332345976958901E-6</c:v>
                </c:pt>
                <c:pt idx="432">
                  <c:v>6.1322032527420304E-6</c:v>
                </c:pt>
                <c:pt idx="433">
                  <c:v>6.1312454073623098E-6</c:v>
                </c:pt>
                <c:pt idx="434">
                  <c:v>6.1302616415680199E-6</c:v>
                </c:pt>
                <c:pt idx="435">
                  <c:v>6.12935703228152E-6</c:v>
                </c:pt>
                <c:pt idx="436">
                  <c:v>6.1284139328052901E-6</c:v>
                </c:pt>
                <c:pt idx="437">
                  <c:v>6.1275515479257097E-6</c:v>
                </c:pt>
                <c:pt idx="438">
                  <c:v>6.1266455439267901E-6</c:v>
                </c:pt>
                <c:pt idx="439">
                  <c:v>6.1258211597567198E-6</c:v>
                </c:pt>
                <c:pt idx="440">
                  <c:v>6.1249493724670298E-6</c:v>
                </c:pt>
                <c:pt idx="441">
                  <c:v>6.1241422218352E-6</c:v>
                </c:pt>
                <c:pt idx="442">
                  <c:v>6.1233493367831596E-6</c:v>
                </c:pt>
                <c:pt idx="443">
                  <c:v>6.1225971836103102E-6</c:v>
                </c:pt>
                <c:pt idx="444">
                  <c:v>6.12189551204727E-6</c:v>
                </c:pt>
                <c:pt idx="445">
                  <c:v>6.1212131995264302E-6</c:v>
                </c:pt>
                <c:pt idx="446">
                  <c:v>6.1205517979560197E-6</c:v>
                </c:pt>
                <c:pt idx="447">
                  <c:v>6.1198753022679301E-6</c:v>
                </c:pt>
                <c:pt idx="448">
                  <c:v>6.11924122963276E-6</c:v>
                </c:pt>
                <c:pt idx="449">
                  <c:v>6.1185672267134301E-6</c:v>
                </c:pt>
                <c:pt idx="450">
                  <c:v>6.1179403992032202E-6</c:v>
                </c:pt>
                <c:pt idx="451">
                  <c:v>6.1173108838862697E-6</c:v>
                </c:pt>
                <c:pt idx="452">
                  <c:v>6.1167090171876104E-6</c:v>
                </c:pt>
                <c:pt idx="453">
                  <c:v>6.1161345880758801E-6</c:v>
                </c:pt>
                <c:pt idx="454">
                  <c:v>6.1156021460887702E-6</c:v>
                </c:pt>
                <c:pt idx="455">
                  <c:v>6.1150763470578201E-6</c:v>
                </c:pt>
                <c:pt idx="456">
                  <c:v>6.1146012466867899E-6</c:v>
                </c:pt>
                <c:pt idx="457">
                  <c:v>6.11412731892853E-6</c:v>
                </c:pt>
                <c:pt idx="458">
                  <c:v>6.1136884817691403E-6</c:v>
                </c:pt>
                <c:pt idx="459">
                  <c:v>6.1132658181960397E-6</c:v>
                </c:pt>
                <c:pt idx="460">
                  <c:v>6.1128676434885296E-6</c:v>
                </c:pt>
                <c:pt idx="461">
                  <c:v>6.11248809217292E-6</c:v>
                </c:pt>
                <c:pt idx="462">
                  <c:v>6.1121247964887999E-6</c:v>
                </c:pt>
                <c:pt idx="463">
                  <c:v>6.1117881180237897E-6</c:v>
                </c:pt>
                <c:pt idx="464">
                  <c:v>6.1114695313932896E-6</c:v>
                </c:pt>
                <c:pt idx="465">
                  <c:v>6.1111725614958801E-6</c:v>
                </c:pt>
                <c:pt idx="466">
                  <c:v>6.11089745011381E-6</c:v>
                </c:pt>
                <c:pt idx="467">
                  <c:v>6.1106480126756101E-6</c:v>
                </c:pt>
                <c:pt idx="468">
                  <c:v>6.1104108862176001E-6</c:v>
                </c:pt>
                <c:pt idx="469">
                  <c:v>6.1102062807116198E-6</c:v>
                </c:pt>
                <c:pt idx="470">
                  <c:v>6.1100209232766898E-6</c:v>
                </c:pt>
                <c:pt idx="471">
                  <c:v>6.1098537133618498E-6</c:v>
                </c:pt>
                <c:pt idx="472">
                  <c:v>6.1097146658025301E-6</c:v>
                </c:pt>
                <c:pt idx="473">
                  <c:v>6.1095977582745298E-6</c:v>
                </c:pt>
                <c:pt idx="474">
                  <c:v>6.1095029525650297E-6</c:v>
                </c:pt>
                <c:pt idx="475">
                  <c:v>6.1094321949216303E-6</c:v>
                </c:pt>
                <c:pt idx="476">
                  <c:v>6.1093784614512102E-6</c:v>
                </c:pt>
                <c:pt idx="477">
                  <c:v>6.1093461051446698E-6</c:v>
                </c:pt>
                <c:pt idx="478">
                  <c:v>6.1093346237995E-6</c:v>
                </c:pt>
                <c:pt idx="479">
                  <c:v>6.1093459165493799E-6</c:v>
                </c:pt>
                <c:pt idx="480">
                  <c:v>6.1093764136087103E-6</c:v>
                </c:pt>
                <c:pt idx="481">
                  <c:v>6.1094284939806399E-6</c:v>
                </c:pt>
                <c:pt idx="482">
                  <c:v>6.1094979686599403E-6</c:v>
                </c:pt>
                <c:pt idx="483">
                  <c:v>6.1095918788520299E-6</c:v>
                </c:pt>
                <c:pt idx="484">
                  <c:v>6.1097017327132899E-6</c:v>
                </c:pt>
                <c:pt idx="485">
                  <c:v>6.1098441504298199E-6</c:v>
                </c:pt>
                <c:pt idx="486">
                  <c:v>6.1099956433850497E-6</c:v>
                </c:pt>
                <c:pt idx="487">
                  <c:v>6.1101811701600999E-6</c:v>
                </c:pt>
                <c:pt idx="488">
                  <c:v>6.1103772593984102E-6</c:v>
                </c:pt>
                <c:pt idx="489">
                  <c:v>6.1106026150648E-6</c:v>
                </c:pt>
                <c:pt idx="490">
                  <c:v>6.1108438613273797E-6</c:v>
                </c:pt>
                <c:pt idx="491">
                  <c:v>6.11111268609298E-6</c:v>
                </c:pt>
                <c:pt idx="492">
                  <c:v>6.1114044585136496E-6</c:v>
                </c:pt>
                <c:pt idx="493">
                  <c:v>6.1117170613614004E-6</c:v>
                </c:pt>
                <c:pt idx="494">
                  <c:v>6.1120533911913502E-6</c:v>
                </c:pt>
                <c:pt idx="495">
                  <c:v>6.1124054162809603E-6</c:v>
                </c:pt>
                <c:pt idx="496">
                  <c:v>6.1127776145621796E-6</c:v>
                </c:pt>
                <c:pt idx="497">
                  <c:v>6.1131752347861896E-6</c:v>
                </c:pt>
                <c:pt idx="498">
                  <c:v>6.1135862133626598E-6</c:v>
                </c:pt>
                <c:pt idx="499">
                  <c:v>6.1140304813069403E-6</c:v>
                </c:pt>
                <c:pt idx="500">
                  <c:v>6.1144804004180003E-6</c:v>
                </c:pt>
                <c:pt idx="501">
                  <c:v>6.11497228921168E-6</c:v>
                </c:pt>
                <c:pt idx="502">
                  <c:v>6.1154830837081601E-6</c:v>
                </c:pt>
                <c:pt idx="503">
                  <c:v>6.1160116436083496E-6</c:v>
                </c:pt>
                <c:pt idx="504">
                  <c:v>6.1165821733563396E-6</c:v>
                </c:pt>
                <c:pt idx="505">
                  <c:v>6.1171546504248498E-6</c:v>
                </c:pt>
                <c:pt idx="506">
                  <c:v>6.1177450607664499E-6</c:v>
                </c:pt>
                <c:pt idx="507">
                  <c:v>6.1183858579979399E-6</c:v>
                </c:pt>
                <c:pt idx="508">
                  <c:v>6.1190230055938901E-6</c:v>
                </c:pt>
                <c:pt idx="509">
                  <c:v>6.1196754416310296E-6</c:v>
                </c:pt>
                <c:pt idx="510">
                  <c:v>6.1203538047663899E-6</c:v>
                </c:pt>
                <c:pt idx="511">
                  <c:v>6.12100753459114E-6</c:v>
                </c:pt>
                <c:pt idx="512">
                  <c:v>6.1217317022581403E-6</c:v>
                </c:pt>
                <c:pt idx="513">
                  <c:v>6.1224725465406996E-6</c:v>
                </c:pt>
                <c:pt idx="514">
                  <c:v>6.1232711194359596E-6</c:v>
                </c:pt>
                <c:pt idx="515">
                  <c:v>6.1240554006661503E-6</c:v>
                </c:pt>
                <c:pt idx="516">
                  <c:v>6.1248506240780304E-6</c:v>
                </c:pt>
                <c:pt idx="517">
                  <c:v>6.1256430831252702E-6</c:v>
                </c:pt>
                <c:pt idx="518">
                  <c:v>6.1264838031179802E-6</c:v>
                </c:pt>
                <c:pt idx="519">
                  <c:v>6.1273755108971996E-6</c:v>
                </c:pt>
                <c:pt idx="520">
                  <c:v>6.1283091191538601E-6</c:v>
                </c:pt>
                <c:pt idx="521">
                  <c:v>6.1292854455391402E-6</c:v>
                </c:pt>
                <c:pt idx="522">
                  <c:v>6.1302490243624998E-6</c:v>
                </c:pt>
                <c:pt idx="523">
                  <c:v>6.1312246446134E-6</c:v>
                </c:pt>
                <c:pt idx="524">
                  <c:v>6.1322102624031297E-6</c:v>
                </c:pt>
                <c:pt idx="525">
                  <c:v>6.1332106581507798E-6</c:v>
                </c:pt>
                <c:pt idx="526">
                  <c:v>6.1342595103406798E-6</c:v>
                </c:pt>
                <c:pt idx="527">
                  <c:v>6.1347864524640704E-6</c:v>
                </c:pt>
              </c:numCache>
            </c:numRef>
          </c:xVal>
          <c:yVal>
            <c:numRef>
              <c:f>'Post Processing - SS NaCl'!$R$62:$R$589</c:f>
              <c:numCache>
                <c:formatCode>General</c:formatCode>
                <c:ptCount val="528"/>
                <c:pt idx="0">
                  <c:v>0.42084478042059703</c:v>
                </c:pt>
                <c:pt idx="1">
                  <c:v>0.41305735204190352</c:v>
                </c:pt>
                <c:pt idx="2">
                  <c:v>0.40930552677381199</c:v>
                </c:pt>
                <c:pt idx="3">
                  <c:v>0.41291223515921377</c:v>
                </c:pt>
                <c:pt idx="4">
                  <c:v>0.41769643581414989</c:v>
                </c:pt>
                <c:pt idx="5">
                  <c:v>0.42415223149952408</c:v>
                </c:pt>
                <c:pt idx="6">
                  <c:v>0.42481235972915027</c:v>
                </c:pt>
                <c:pt idx="7">
                  <c:v>0.43283215222952037</c:v>
                </c:pt>
                <c:pt idx="8">
                  <c:v>0.43380117737709328</c:v>
                </c:pt>
                <c:pt idx="9">
                  <c:v>0.4369820716632507</c:v>
                </c:pt>
                <c:pt idx="10">
                  <c:v>0.43652356378682594</c:v>
                </c:pt>
                <c:pt idx="11">
                  <c:v>0.4397156543556292</c:v>
                </c:pt>
                <c:pt idx="12">
                  <c:v>0.45309776673701319</c:v>
                </c:pt>
                <c:pt idx="13">
                  <c:v>0.45441213844053785</c:v>
                </c:pt>
                <c:pt idx="14">
                  <c:v>0.45873671321207671</c:v>
                </c:pt>
                <c:pt idx="15">
                  <c:v>0.45229026642079884</c:v>
                </c:pt>
                <c:pt idx="16">
                  <c:v>0.45790515154904782</c:v>
                </c:pt>
                <c:pt idx="17">
                  <c:v>0.46098944316407231</c:v>
                </c:pt>
                <c:pt idx="18">
                  <c:v>0.46770846988562481</c:v>
                </c:pt>
                <c:pt idx="19">
                  <c:v>0.46730543732761382</c:v>
                </c:pt>
                <c:pt idx="20">
                  <c:v>0.47227235623715796</c:v>
                </c:pt>
                <c:pt idx="21">
                  <c:v>0.47465899818603174</c:v>
                </c:pt>
                <c:pt idx="22">
                  <c:v>0.48332201416221465</c:v>
                </c:pt>
                <c:pt idx="23">
                  <c:v>0.48817223041432589</c:v>
                </c:pt>
                <c:pt idx="24">
                  <c:v>0.49213954082118683</c:v>
                </c:pt>
                <c:pt idx="25">
                  <c:v>0.48700970222155976</c:v>
                </c:pt>
                <c:pt idx="26">
                  <c:v>0.50102845780957461</c:v>
                </c:pt>
                <c:pt idx="27">
                  <c:v>0.50998251635552216</c:v>
                </c:pt>
                <c:pt idx="28">
                  <c:v>0.51653213816287746</c:v>
                </c:pt>
                <c:pt idx="29">
                  <c:v>0.52069235845609474</c:v>
                </c:pt>
                <c:pt idx="30">
                  <c:v>0.52172279200573957</c:v>
                </c:pt>
                <c:pt idx="31">
                  <c:v>0.51159697720998254</c:v>
                </c:pt>
                <c:pt idx="32">
                  <c:v>0.5081314174895144</c:v>
                </c:pt>
                <c:pt idx="33">
                  <c:v>0.52025632360281304</c:v>
                </c:pt>
                <c:pt idx="34">
                  <c:v>0.5258760946050608</c:v>
                </c:pt>
                <c:pt idx="35">
                  <c:v>0.52300643553899406</c:v>
                </c:pt>
                <c:pt idx="36">
                  <c:v>0.52393836426185747</c:v>
                </c:pt>
                <c:pt idx="37">
                  <c:v>0.52542733551933629</c:v>
                </c:pt>
                <c:pt idx="38">
                  <c:v>0.52402692445659194</c:v>
                </c:pt>
                <c:pt idx="39">
                  <c:v>0.52355044543082607</c:v>
                </c:pt>
                <c:pt idx="40">
                  <c:v>0.53549778649967117</c:v>
                </c:pt>
                <c:pt idx="41">
                  <c:v>0.54251968955390506</c:v>
                </c:pt>
                <c:pt idx="42">
                  <c:v>0.54589862331906447</c:v>
                </c:pt>
                <c:pt idx="43">
                  <c:v>0.54480664203553797</c:v>
                </c:pt>
                <c:pt idx="44">
                  <c:v>0.54254590637530875</c:v>
                </c:pt>
                <c:pt idx="45">
                  <c:v>0.54147737158018894</c:v>
                </c:pt>
                <c:pt idx="46">
                  <c:v>0.54604122420733592</c:v>
                </c:pt>
                <c:pt idx="47">
                  <c:v>0.548752330780655</c:v>
                </c:pt>
                <c:pt idx="48">
                  <c:v>0.54397903775656264</c:v>
                </c:pt>
                <c:pt idx="49">
                  <c:v>0.54628502665153644</c:v>
                </c:pt>
                <c:pt idx="50">
                  <c:v>0.552180370121782</c:v>
                </c:pt>
                <c:pt idx="51">
                  <c:v>0.55424676716926502</c:v>
                </c:pt>
                <c:pt idx="52">
                  <c:v>0.55524287729486621</c:v>
                </c:pt>
                <c:pt idx="53">
                  <c:v>0.55774059704969869</c:v>
                </c:pt>
                <c:pt idx="54">
                  <c:v>0.56203784116069366</c:v>
                </c:pt>
                <c:pt idx="55">
                  <c:v>0.56035177276354742</c:v>
                </c:pt>
                <c:pt idx="56">
                  <c:v>0.56292141283568142</c:v>
                </c:pt>
                <c:pt idx="57">
                  <c:v>0.56484061246051243</c:v>
                </c:pt>
                <c:pt idx="58">
                  <c:v>0.56609033037312417</c:v>
                </c:pt>
                <c:pt idx="59">
                  <c:v>0.56575570852655122</c:v>
                </c:pt>
                <c:pt idx="60">
                  <c:v>0.56902508169305022</c:v>
                </c:pt>
                <c:pt idx="61">
                  <c:v>0.5771397955766242</c:v>
                </c:pt>
                <c:pt idx="62">
                  <c:v>0.57597682781385684</c:v>
                </c:pt>
                <c:pt idx="63">
                  <c:v>0.57669224785141293</c:v>
                </c:pt>
                <c:pt idx="64">
                  <c:v>0.57877877689961366</c:v>
                </c:pt>
                <c:pt idx="65">
                  <c:v>0.57967732978474384</c:v>
                </c:pt>
                <c:pt idx="66">
                  <c:v>0.58076923927134072</c:v>
                </c:pt>
                <c:pt idx="67">
                  <c:v>0.58274882312485499</c:v>
                </c:pt>
                <c:pt idx="68">
                  <c:v>0.58452562438899758</c:v>
                </c:pt>
                <c:pt idx="69">
                  <c:v>0.58349111633730733</c:v>
                </c:pt>
                <c:pt idx="70">
                  <c:v>0.58132615781348562</c:v>
                </c:pt>
                <c:pt idx="71">
                  <c:v>0.58136193171740813</c:v>
                </c:pt>
                <c:pt idx="72">
                  <c:v>0.58203768386614851</c:v>
                </c:pt>
                <c:pt idx="73">
                  <c:v>0.58861104889481541</c:v>
                </c:pt>
                <c:pt idx="74">
                  <c:v>0.58822308769099141</c:v>
                </c:pt>
                <c:pt idx="75">
                  <c:v>0.58650677803374596</c:v>
                </c:pt>
                <c:pt idx="76">
                  <c:v>0.58679035848611749</c:v>
                </c:pt>
                <c:pt idx="77">
                  <c:v>0.58884723254614579</c:v>
                </c:pt>
                <c:pt idx="78">
                  <c:v>0.59461018538083021</c:v>
                </c:pt>
                <c:pt idx="79">
                  <c:v>0.58995738383635243</c:v>
                </c:pt>
                <c:pt idx="80">
                  <c:v>0.58955348652905304</c:v>
                </c:pt>
                <c:pt idx="81">
                  <c:v>0.5916007492495533</c:v>
                </c:pt>
                <c:pt idx="82">
                  <c:v>0.59524205080067438</c:v>
                </c:pt>
                <c:pt idx="83">
                  <c:v>0.59568086442796375</c:v>
                </c:pt>
                <c:pt idx="84">
                  <c:v>0.59515119144293549</c:v>
                </c:pt>
                <c:pt idx="85">
                  <c:v>0.59930619631656046</c:v>
                </c:pt>
                <c:pt idx="86">
                  <c:v>0.60860906165551987</c:v>
                </c:pt>
                <c:pt idx="87">
                  <c:v>0.60785089484771282</c:v>
                </c:pt>
                <c:pt idx="88">
                  <c:v>0.60539741506989719</c:v>
                </c:pt>
                <c:pt idx="89">
                  <c:v>0.6005436218041299</c:v>
                </c:pt>
                <c:pt idx="90">
                  <c:v>0.60629534004290464</c:v>
                </c:pt>
                <c:pt idx="91">
                  <c:v>0.60861239765338015</c:v>
                </c:pt>
                <c:pt idx="92">
                  <c:v>0.60784187438918891</c:v>
                </c:pt>
                <c:pt idx="93">
                  <c:v>0.60530857262132098</c:v>
                </c:pt>
                <c:pt idx="94">
                  <c:v>0.60815330409336876</c:v>
                </c:pt>
                <c:pt idx="95">
                  <c:v>0.60734693864588052</c:v>
                </c:pt>
                <c:pt idx="96">
                  <c:v>0.60784279687595366</c:v>
                </c:pt>
                <c:pt idx="97">
                  <c:v>0.61320597490394835</c:v>
                </c:pt>
                <c:pt idx="98">
                  <c:v>0.61065666583049183</c:v>
                </c:pt>
                <c:pt idx="99">
                  <c:v>0.61080307349234941</c:v>
                </c:pt>
                <c:pt idx="100">
                  <c:v>0.61599917467982979</c:v>
                </c:pt>
                <c:pt idx="101">
                  <c:v>0.61695998889451065</c:v>
                </c:pt>
                <c:pt idx="102">
                  <c:v>0.61575989081614935</c:v>
                </c:pt>
                <c:pt idx="103">
                  <c:v>0.61873152456752967</c:v>
                </c:pt>
                <c:pt idx="104">
                  <c:v>0.62247165521094106</c:v>
                </c:pt>
                <c:pt idx="105">
                  <c:v>0.62128645194328047</c:v>
                </c:pt>
                <c:pt idx="106">
                  <c:v>0.62290297010274964</c:v>
                </c:pt>
                <c:pt idx="107">
                  <c:v>0.62000942648871904</c:v>
                </c:pt>
                <c:pt idx="108">
                  <c:v>0.61927835402914799</c:v>
                </c:pt>
                <c:pt idx="109">
                  <c:v>0.61802438287111505</c:v>
                </c:pt>
                <c:pt idx="110">
                  <c:v>0.62000297580884534</c:v>
                </c:pt>
                <c:pt idx="111">
                  <c:v>0.61880679520598481</c:v>
                </c:pt>
                <c:pt idx="112">
                  <c:v>0.61985146943836922</c:v>
                </c:pt>
                <c:pt idx="113">
                  <c:v>0.62011673507337639</c:v>
                </c:pt>
                <c:pt idx="114">
                  <c:v>0.61963698770278541</c:v>
                </c:pt>
                <c:pt idx="115">
                  <c:v>0.617304097464625</c:v>
                </c:pt>
                <c:pt idx="116">
                  <c:v>0.6192741328684136</c:v>
                </c:pt>
                <c:pt idx="117">
                  <c:v>0.62290459287808952</c:v>
                </c:pt>
                <c:pt idx="118">
                  <c:v>0.62741723554298912</c:v>
                </c:pt>
                <c:pt idx="119">
                  <c:v>0.63054864303603586</c:v>
                </c:pt>
                <c:pt idx="120">
                  <c:v>0.62876826100358496</c:v>
                </c:pt>
                <c:pt idx="121">
                  <c:v>0.62832877358870665</c:v>
                </c:pt>
                <c:pt idx="122">
                  <c:v>0.6299842057592151</c:v>
                </c:pt>
                <c:pt idx="123">
                  <c:v>0.62918807489967044</c:v>
                </c:pt>
                <c:pt idx="124">
                  <c:v>0.62732792180496977</c:v>
                </c:pt>
                <c:pt idx="125">
                  <c:v>0.63083386634837246</c:v>
                </c:pt>
                <c:pt idx="126">
                  <c:v>0.63210022896605589</c:v>
                </c:pt>
                <c:pt idx="127">
                  <c:v>0.63501934214353095</c:v>
                </c:pt>
                <c:pt idx="128">
                  <c:v>0.63120901370346394</c:v>
                </c:pt>
                <c:pt idx="129">
                  <c:v>0.62724048853399583</c:v>
                </c:pt>
                <c:pt idx="130">
                  <c:v>0.62891140972239779</c:v>
                </c:pt>
                <c:pt idx="131">
                  <c:v>0.6325651033101084</c:v>
                </c:pt>
                <c:pt idx="132">
                  <c:v>0.63244025590878017</c:v>
                </c:pt>
                <c:pt idx="133">
                  <c:v>0.63489647933064797</c:v>
                </c:pt>
                <c:pt idx="134">
                  <c:v>0.63852639290604585</c:v>
                </c:pt>
                <c:pt idx="135">
                  <c:v>0.63912324462053727</c:v>
                </c:pt>
                <c:pt idx="136">
                  <c:v>0.63448942863708224</c:v>
                </c:pt>
                <c:pt idx="137">
                  <c:v>0.63407704856380565</c:v>
                </c:pt>
                <c:pt idx="138">
                  <c:v>0.63428052158309955</c:v>
                </c:pt>
                <c:pt idx="139">
                  <c:v>0.63890966955337469</c:v>
                </c:pt>
                <c:pt idx="140">
                  <c:v>0.63734342762483864</c:v>
                </c:pt>
                <c:pt idx="141">
                  <c:v>0.6348470147802896</c:v>
                </c:pt>
                <c:pt idx="142">
                  <c:v>0.63803035718813983</c:v>
                </c:pt>
                <c:pt idx="143">
                  <c:v>0.64090632903788325</c:v>
                </c:pt>
                <c:pt idx="144">
                  <c:v>0.63569834374801171</c:v>
                </c:pt>
                <c:pt idx="145">
                  <c:v>0.63284084866947932</c:v>
                </c:pt>
                <c:pt idx="146">
                  <c:v>0.6371143633913231</c:v>
                </c:pt>
                <c:pt idx="147">
                  <c:v>0.63912965585246018</c:v>
                </c:pt>
                <c:pt idx="148">
                  <c:v>0.64218145495612955</c:v>
                </c:pt>
                <c:pt idx="149">
                  <c:v>0.63182581697772899</c:v>
                </c:pt>
                <c:pt idx="150">
                  <c:v>0.63671381669123883</c:v>
                </c:pt>
                <c:pt idx="151">
                  <c:v>0.6383358038350132</c:v>
                </c:pt>
                <c:pt idx="152">
                  <c:v>0.64048360333336096</c:v>
                </c:pt>
                <c:pt idx="153">
                  <c:v>0.64114709508361989</c:v>
                </c:pt>
                <c:pt idx="154">
                  <c:v>0.64600374084210943</c:v>
                </c:pt>
                <c:pt idx="155">
                  <c:v>0.6480867002902414</c:v>
                </c:pt>
                <c:pt idx="156">
                  <c:v>0.64779636312016586</c:v>
                </c:pt>
                <c:pt idx="157">
                  <c:v>0.65104005509478025</c:v>
                </c:pt>
                <c:pt idx="158">
                  <c:v>0.65195826756769037</c:v>
                </c:pt>
                <c:pt idx="159">
                  <c:v>0.65215077499341401</c:v>
                </c:pt>
                <c:pt idx="160">
                  <c:v>0.65044209474868964</c:v>
                </c:pt>
                <c:pt idx="161">
                  <c:v>0.65060875267340879</c:v>
                </c:pt>
                <c:pt idx="162">
                  <c:v>0.653405429692691</c:v>
                </c:pt>
                <c:pt idx="163">
                  <c:v>0.65340250430217583</c:v>
                </c:pt>
                <c:pt idx="164">
                  <c:v>0.64724308442761846</c:v>
                </c:pt>
                <c:pt idx="165">
                  <c:v>0.64294833302959598</c:v>
                </c:pt>
                <c:pt idx="166">
                  <c:v>0.64764433567623469</c:v>
                </c:pt>
                <c:pt idx="167">
                  <c:v>0.6518397517016683</c:v>
                </c:pt>
                <c:pt idx="168">
                  <c:v>0.64978005794093707</c:v>
                </c:pt>
                <c:pt idx="169">
                  <c:v>0.64792283491179004</c:v>
                </c:pt>
                <c:pt idx="170">
                  <c:v>0.64901949032349926</c:v>
                </c:pt>
                <c:pt idx="171">
                  <c:v>0.64826848594364206</c:v>
                </c:pt>
                <c:pt idx="172">
                  <c:v>0.64793301883035903</c:v>
                </c:pt>
                <c:pt idx="173">
                  <c:v>0.65037716034187665</c:v>
                </c:pt>
                <c:pt idx="174">
                  <c:v>0.65357667952514897</c:v>
                </c:pt>
                <c:pt idx="175">
                  <c:v>0.65876075473342799</c:v>
                </c:pt>
                <c:pt idx="176">
                  <c:v>0.65222442583595519</c:v>
                </c:pt>
                <c:pt idx="177">
                  <c:v>0.65074101459346678</c:v>
                </c:pt>
                <c:pt idx="178">
                  <c:v>0.65029589488772999</c:v>
                </c:pt>
                <c:pt idx="179">
                  <c:v>0.65426593206417694</c:v>
                </c:pt>
                <c:pt idx="180">
                  <c:v>0.65653679876200421</c:v>
                </c:pt>
                <c:pt idx="181">
                  <c:v>0.65848925585596396</c:v>
                </c:pt>
                <c:pt idx="182">
                  <c:v>0.66244215534069151</c:v>
                </c:pt>
                <c:pt idx="183">
                  <c:v>0.65575874057575645</c:v>
                </c:pt>
                <c:pt idx="184">
                  <c:v>0.65543280707487694</c:v>
                </c:pt>
                <c:pt idx="185">
                  <c:v>0.65523933959831593</c:v>
                </c:pt>
                <c:pt idx="186">
                  <c:v>0.65666216274755085</c:v>
                </c:pt>
                <c:pt idx="187">
                  <c:v>0.65961488082624486</c:v>
                </c:pt>
                <c:pt idx="188">
                  <c:v>0.6579182337652949</c:v>
                </c:pt>
                <c:pt idx="189">
                  <c:v>0.65973257278241704</c:v>
                </c:pt>
                <c:pt idx="190">
                  <c:v>0.65690408213393126</c:v>
                </c:pt>
                <c:pt idx="191">
                  <c:v>0.65617067596976053</c:v>
                </c:pt>
                <c:pt idx="192">
                  <c:v>0.65825978163691545</c:v>
                </c:pt>
                <c:pt idx="193">
                  <c:v>0.65958597661391194</c:v>
                </c:pt>
                <c:pt idx="194">
                  <c:v>0.66081463287864173</c:v>
                </c:pt>
                <c:pt idx="195">
                  <c:v>0.65741084866466515</c:v>
                </c:pt>
                <c:pt idx="196">
                  <c:v>0.66411390007751436</c:v>
                </c:pt>
                <c:pt idx="197">
                  <c:v>0.66487374711083402</c:v>
                </c:pt>
                <c:pt idx="198">
                  <c:v>0.66483587724549464</c:v>
                </c:pt>
                <c:pt idx="199">
                  <c:v>0.66165983422498431</c:v>
                </c:pt>
                <c:pt idx="200">
                  <c:v>0.66458514647154854</c:v>
                </c:pt>
                <c:pt idx="201">
                  <c:v>0.66651523466813289</c:v>
                </c:pt>
                <c:pt idx="202">
                  <c:v>0.66874013570996171</c:v>
                </c:pt>
                <c:pt idx="203">
                  <c:v>0.66803727858317641</c:v>
                </c:pt>
                <c:pt idx="204">
                  <c:v>0.66955135077230832</c:v>
                </c:pt>
                <c:pt idx="205">
                  <c:v>0.6698258410763801</c:v>
                </c:pt>
                <c:pt idx="206">
                  <c:v>0.66528035552972575</c:v>
                </c:pt>
                <c:pt idx="207">
                  <c:v>0.66141910581164209</c:v>
                </c:pt>
                <c:pt idx="208">
                  <c:v>0.66388518006524022</c:v>
                </c:pt>
                <c:pt idx="209">
                  <c:v>0.66340829103879284</c:v>
                </c:pt>
                <c:pt idx="210">
                  <c:v>0.66524070357824439</c:v>
                </c:pt>
                <c:pt idx="211">
                  <c:v>0.6666313099258252</c:v>
                </c:pt>
                <c:pt idx="212">
                  <c:v>0.66536494812401015</c:v>
                </c:pt>
                <c:pt idx="213">
                  <c:v>0.66733252323804926</c:v>
                </c:pt>
                <c:pt idx="214">
                  <c:v>0.664757701577537</c:v>
                </c:pt>
                <c:pt idx="215">
                  <c:v>0.66829839126440027</c:v>
                </c:pt>
                <c:pt idx="216">
                  <c:v>0.66865536495851363</c:v>
                </c:pt>
                <c:pt idx="217">
                  <c:v>0.66811871627519603</c:v>
                </c:pt>
                <c:pt idx="218">
                  <c:v>0.66630437583243407</c:v>
                </c:pt>
                <c:pt idx="219">
                  <c:v>0.6674803294073427</c:v>
                </c:pt>
                <c:pt idx="220">
                  <c:v>0.67041227031442296</c:v>
                </c:pt>
                <c:pt idx="221">
                  <c:v>0.66664065598690325</c:v>
                </c:pt>
                <c:pt idx="222">
                  <c:v>0.66735722254891983</c:v>
                </c:pt>
                <c:pt idx="223">
                  <c:v>0.66645664906095758</c:v>
                </c:pt>
                <c:pt idx="224">
                  <c:v>0.67148411220946835</c:v>
                </c:pt>
                <c:pt idx="225">
                  <c:v>0.66979484360542763</c:v>
                </c:pt>
                <c:pt idx="226">
                  <c:v>0.67269617323000086</c:v>
                </c:pt>
                <c:pt idx="227">
                  <c:v>0.67442532916225528</c:v>
                </c:pt>
                <c:pt idx="228">
                  <c:v>0.67196814305879449</c:v>
                </c:pt>
                <c:pt idx="229">
                  <c:v>0.67198328584738454</c:v>
                </c:pt>
                <c:pt idx="230">
                  <c:v>0.67320105883196624</c:v>
                </c:pt>
                <c:pt idx="231">
                  <c:v>0.67589526256019183</c:v>
                </c:pt>
                <c:pt idx="232">
                  <c:v>0.67510128079450527</c:v>
                </c:pt>
                <c:pt idx="233">
                  <c:v>0.67526117415836684</c:v>
                </c:pt>
                <c:pt idx="234">
                  <c:v>0.67182113766261686</c:v>
                </c:pt>
                <c:pt idx="235">
                  <c:v>0.67273831683632324</c:v>
                </c:pt>
                <c:pt idx="236">
                  <c:v>0.67472165431624098</c:v>
                </c:pt>
                <c:pt idx="237">
                  <c:v>0.67273028317822547</c:v>
                </c:pt>
                <c:pt idx="238">
                  <c:v>0.67564799780602258</c:v>
                </c:pt>
                <c:pt idx="239">
                  <c:v>0.67360957193403592</c:v>
                </c:pt>
                <c:pt idx="240">
                  <c:v>0.67298121941082212</c:v>
                </c:pt>
                <c:pt idx="241">
                  <c:v>0.67198314282807037</c:v>
                </c:pt>
                <c:pt idx="242">
                  <c:v>0.67222564288936648</c:v>
                </c:pt>
                <c:pt idx="243">
                  <c:v>0.67175932421943929</c:v>
                </c:pt>
                <c:pt idx="244">
                  <c:v>0.67230224040295739</c:v>
                </c:pt>
                <c:pt idx="245">
                  <c:v>0.67325120385895154</c:v>
                </c:pt>
                <c:pt idx="246">
                  <c:v>0.67550095418365108</c:v>
                </c:pt>
                <c:pt idx="247">
                  <c:v>0.67758215135150046</c:v>
                </c:pt>
                <c:pt idx="248">
                  <c:v>0.67576112145099687</c:v>
                </c:pt>
                <c:pt idx="249">
                  <c:v>0.67555517155074241</c:v>
                </c:pt>
                <c:pt idx="250">
                  <c:v>0.68065096866142916</c:v>
                </c:pt>
                <c:pt idx="251">
                  <c:v>0.67560472454081155</c:v>
                </c:pt>
                <c:pt idx="252">
                  <c:v>0.67307027277948339</c:v>
                </c:pt>
                <c:pt idx="253">
                  <c:v>0.6762433894038522</c:v>
                </c:pt>
                <c:pt idx="254">
                  <c:v>0.67988177064265853</c:v>
                </c:pt>
                <c:pt idx="255">
                  <c:v>0.67622304324489335</c:v>
                </c:pt>
                <c:pt idx="256">
                  <c:v>0.67555174434496756</c:v>
                </c:pt>
                <c:pt idx="257">
                  <c:v>0.67914256687529417</c:v>
                </c:pt>
                <c:pt idx="258">
                  <c:v>0.68165840697106173</c:v>
                </c:pt>
                <c:pt idx="259">
                  <c:v>0.6779919255196889</c:v>
                </c:pt>
                <c:pt idx="260">
                  <c:v>0.67936522977100711</c:v>
                </c:pt>
                <c:pt idx="261">
                  <c:v>0.68200947006970147</c:v>
                </c:pt>
                <c:pt idx="262">
                  <c:v>0.68333124915952748</c:v>
                </c:pt>
                <c:pt idx="263">
                  <c:v>0.68061174839350547</c:v>
                </c:pt>
                <c:pt idx="264">
                  <c:v>0.678511837603053</c:v>
                </c:pt>
                <c:pt idx="265">
                  <c:v>0.681823000534174</c:v>
                </c:pt>
                <c:pt idx="266">
                  <c:v>0.68460773895972782</c:v>
                </c:pt>
                <c:pt idx="267">
                  <c:v>0.68473256320443676</c:v>
                </c:pt>
                <c:pt idx="268">
                  <c:v>0.67451360396102555</c:v>
                </c:pt>
                <c:pt idx="269">
                  <c:v>0.67641101471635412</c:v>
                </c:pt>
                <c:pt idx="270">
                  <c:v>0.68243031540525423</c:v>
                </c:pt>
                <c:pt idx="271">
                  <c:v>0.68292397496016211</c:v>
                </c:pt>
                <c:pt idx="272">
                  <c:v>0.6803133245696239</c:v>
                </c:pt>
                <c:pt idx="273">
                  <c:v>0.67896803534742389</c:v>
                </c:pt>
                <c:pt idx="274">
                  <c:v>0.68385578247672707</c:v>
                </c:pt>
                <c:pt idx="275">
                  <c:v>0.68258517715943923</c:v>
                </c:pt>
                <c:pt idx="276">
                  <c:v>0.68174911184592779</c:v>
                </c:pt>
                <c:pt idx="277">
                  <c:v>0.68157403213956069</c:v>
                </c:pt>
                <c:pt idx="278">
                  <c:v>0.69023080310089224</c:v>
                </c:pt>
                <c:pt idx="279">
                  <c:v>0.69206510077369443</c:v>
                </c:pt>
                <c:pt idx="280">
                  <c:v>0.68498044799880164</c:v>
                </c:pt>
                <c:pt idx="281">
                  <c:v>0.68702268587341997</c:v>
                </c:pt>
                <c:pt idx="282">
                  <c:v>0.69154822440093333</c:v>
                </c:pt>
                <c:pt idx="283">
                  <c:v>0.69022264017404467</c:v>
                </c:pt>
                <c:pt idx="284">
                  <c:v>0.68866090851593498</c:v>
                </c:pt>
                <c:pt idx="285">
                  <c:v>0.68946661649207208</c:v>
                </c:pt>
                <c:pt idx="286">
                  <c:v>0.6876781334665667</c:v>
                </c:pt>
                <c:pt idx="287">
                  <c:v>0.68577204299839323</c:v>
                </c:pt>
                <c:pt idx="288">
                  <c:v>0.68752110874689742</c:v>
                </c:pt>
                <c:pt idx="289">
                  <c:v>0.68536738849837986</c:v>
                </c:pt>
                <c:pt idx="290">
                  <c:v>0.68660465851966213</c:v>
                </c:pt>
                <c:pt idx="291">
                  <c:v>0.68842417079543416</c:v>
                </c:pt>
                <c:pt idx="292">
                  <c:v>0.68744852406858892</c:v>
                </c:pt>
                <c:pt idx="293">
                  <c:v>0.68563446206434298</c:v>
                </c:pt>
                <c:pt idx="294">
                  <c:v>0.68361875927551841</c:v>
                </c:pt>
                <c:pt idx="295">
                  <c:v>0.68548375046202326</c:v>
                </c:pt>
                <c:pt idx="296">
                  <c:v>0.68503842328655817</c:v>
                </c:pt>
                <c:pt idx="297">
                  <c:v>0.68603793111607625</c:v>
                </c:pt>
                <c:pt idx="298">
                  <c:v>0.6859786735565867</c:v>
                </c:pt>
                <c:pt idx="299">
                  <c:v>0.68847058402344985</c:v>
                </c:pt>
                <c:pt idx="300">
                  <c:v>0.68931061011678996</c:v>
                </c:pt>
                <c:pt idx="301">
                  <c:v>0.68827601680681838</c:v>
                </c:pt>
                <c:pt idx="302">
                  <c:v>0.69223024045036896</c:v>
                </c:pt>
                <c:pt idx="303">
                  <c:v>0.69642962322304203</c:v>
                </c:pt>
                <c:pt idx="304">
                  <c:v>0.69718676478180919</c:v>
                </c:pt>
                <c:pt idx="305">
                  <c:v>0.69678489677500866</c:v>
                </c:pt>
                <c:pt idx="306">
                  <c:v>0.69280971553545134</c:v>
                </c:pt>
                <c:pt idx="307">
                  <c:v>0.69618361997198952</c:v>
                </c:pt>
                <c:pt idx="308">
                  <c:v>0.69321155950889923</c:v>
                </c:pt>
                <c:pt idx="309">
                  <c:v>0.69407738809259201</c:v>
                </c:pt>
                <c:pt idx="310">
                  <c:v>0.69693150894233391</c:v>
                </c:pt>
                <c:pt idx="311">
                  <c:v>0.69039889428582757</c:v>
                </c:pt>
                <c:pt idx="312">
                  <c:v>0.69002081318988939</c:v>
                </c:pt>
                <c:pt idx="313">
                  <c:v>0.68936100055161886</c:v>
                </c:pt>
                <c:pt idx="314">
                  <c:v>0.69053865145827376</c:v>
                </c:pt>
                <c:pt idx="315">
                  <c:v>0.69027413878860644</c:v>
                </c:pt>
                <c:pt idx="316">
                  <c:v>0.6922665133114666</c:v>
                </c:pt>
                <c:pt idx="317">
                  <c:v>0.69097752981508731</c:v>
                </c:pt>
                <c:pt idx="318">
                  <c:v>0.69247061780784946</c:v>
                </c:pt>
                <c:pt idx="319">
                  <c:v>0.68960918893684742</c:v>
                </c:pt>
                <c:pt idx="320">
                  <c:v>0.68649649214473019</c:v>
                </c:pt>
                <c:pt idx="321">
                  <c:v>0.69275727645294527</c:v>
                </c:pt>
                <c:pt idx="322">
                  <c:v>0.69598083645133479</c:v>
                </c:pt>
                <c:pt idx="323">
                  <c:v>0.69397836174877192</c:v>
                </c:pt>
                <c:pt idx="324">
                  <c:v>0.69079859940389199</c:v>
                </c:pt>
                <c:pt idx="325">
                  <c:v>0.69501520641862902</c:v>
                </c:pt>
                <c:pt idx="326">
                  <c:v>0.69532691267255087</c:v>
                </c:pt>
                <c:pt idx="327">
                  <c:v>0.6941453261843803</c:v>
                </c:pt>
                <c:pt idx="328">
                  <c:v>0.69602797537546524</c:v>
                </c:pt>
                <c:pt idx="329">
                  <c:v>0.6976421613310152</c:v>
                </c:pt>
                <c:pt idx="330">
                  <c:v>0.69691723320911336</c:v>
                </c:pt>
                <c:pt idx="331">
                  <c:v>0.69925577880507517</c:v>
                </c:pt>
                <c:pt idx="332">
                  <c:v>0.70043504277971724</c:v>
                </c:pt>
                <c:pt idx="333">
                  <c:v>0.6994149301925785</c:v>
                </c:pt>
                <c:pt idx="334">
                  <c:v>0.69462227042282243</c:v>
                </c:pt>
                <c:pt idx="335">
                  <c:v>0.69066781351163176</c:v>
                </c:pt>
                <c:pt idx="336">
                  <c:v>0.69101481458792358</c:v>
                </c:pt>
                <c:pt idx="337">
                  <c:v>0.69517816127041054</c:v>
                </c:pt>
                <c:pt idx="338">
                  <c:v>0.69635250840260388</c:v>
                </c:pt>
                <c:pt idx="339">
                  <c:v>0.69724518650136602</c:v>
                </c:pt>
                <c:pt idx="340">
                  <c:v>0.70056210088583404</c:v>
                </c:pt>
                <c:pt idx="341">
                  <c:v>0.6965023966768723</c:v>
                </c:pt>
                <c:pt idx="342">
                  <c:v>0.69651558958421778</c:v>
                </c:pt>
                <c:pt idx="343">
                  <c:v>0.69863955218855012</c:v>
                </c:pt>
                <c:pt idx="344">
                  <c:v>0.69879157740133635</c:v>
                </c:pt>
                <c:pt idx="345">
                  <c:v>0.70205529184786575</c:v>
                </c:pt>
                <c:pt idx="346">
                  <c:v>0.70410117687498242</c:v>
                </c:pt>
                <c:pt idx="347">
                  <c:v>0.70192650877454532</c:v>
                </c:pt>
                <c:pt idx="348">
                  <c:v>0.6979237243191253</c:v>
                </c:pt>
                <c:pt idx="349">
                  <c:v>0.69530948546503124</c:v>
                </c:pt>
                <c:pt idx="350">
                  <c:v>0.69606058142039162</c:v>
                </c:pt>
                <c:pt idx="351">
                  <c:v>0.69826260242850391</c:v>
                </c:pt>
                <c:pt idx="352">
                  <c:v>0.695260550438074</c:v>
                </c:pt>
                <c:pt idx="353">
                  <c:v>0.69374810556913713</c:v>
                </c:pt>
                <c:pt idx="354">
                  <c:v>0.69970979544674705</c:v>
                </c:pt>
                <c:pt idx="355">
                  <c:v>0.70284878102705173</c:v>
                </c:pt>
                <c:pt idx="356">
                  <c:v>0.69992445168652828</c:v>
                </c:pt>
                <c:pt idx="357">
                  <c:v>0.69858437383310446</c:v>
                </c:pt>
                <c:pt idx="358">
                  <c:v>0.70074040419636152</c:v>
                </c:pt>
                <c:pt idx="359">
                  <c:v>0.701038142364938</c:v>
                </c:pt>
                <c:pt idx="360">
                  <c:v>0.70161137804048801</c:v>
                </c:pt>
                <c:pt idx="361">
                  <c:v>0.70336988265205602</c:v>
                </c:pt>
                <c:pt idx="362">
                  <c:v>0.69828025486642431</c:v>
                </c:pt>
                <c:pt idx="363">
                  <c:v>0.69686252354002443</c:v>
                </c:pt>
                <c:pt idx="364">
                  <c:v>0.70118006377977815</c:v>
                </c:pt>
                <c:pt idx="365">
                  <c:v>0.69825096853150248</c:v>
                </c:pt>
                <c:pt idx="366">
                  <c:v>0.69911915153131976</c:v>
                </c:pt>
                <c:pt idx="367">
                  <c:v>0.69573594381736936</c:v>
                </c:pt>
                <c:pt idx="368">
                  <c:v>0.70059879095427746</c:v>
                </c:pt>
                <c:pt idx="369">
                  <c:v>0.70638543311678692</c:v>
                </c:pt>
                <c:pt idx="370">
                  <c:v>0.70219462211040107</c:v>
                </c:pt>
                <c:pt idx="371">
                  <c:v>0.69549016387075324</c:v>
                </c:pt>
                <c:pt idx="372">
                  <c:v>0.70628874659805463</c:v>
                </c:pt>
                <c:pt idx="373">
                  <c:v>0.70996078513490679</c:v>
                </c:pt>
                <c:pt idx="374">
                  <c:v>0.70239324994655716</c:v>
                </c:pt>
                <c:pt idx="375">
                  <c:v>0.70472134148837595</c:v>
                </c:pt>
                <c:pt idx="376">
                  <c:v>0.7043575577645611</c:v>
                </c:pt>
                <c:pt idx="377">
                  <c:v>0.70587830251264549</c:v>
                </c:pt>
                <c:pt idx="378">
                  <c:v>0.70458625786866202</c:v>
                </c:pt>
                <c:pt idx="379">
                  <c:v>0.7000010118156782</c:v>
                </c:pt>
                <c:pt idx="380">
                  <c:v>0.70332718548560502</c:v>
                </c:pt>
                <c:pt idx="381">
                  <c:v>0.70625555789544447</c:v>
                </c:pt>
                <c:pt idx="382">
                  <c:v>0.70177612514675436</c:v>
                </c:pt>
                <c:pt idx="383">
                  <c:v>0.69799682526607287</c:v>
                </c:pt>
                <c:pt idx="384">
                  <c:v>0.70191373193794671</c:v>
                </c:pt>
                <c:pt idx="385">
                  <c:v>0.70080455295029598</c:v>
                </c:pt>
                <c:pt idx="386">
                  <c:v>0.70333766095474382</c:v>
                </c:pt>
                <c:pt idx="387">
                  <c:v>0.69835879901237108</c:v>
                </c:pt>
                <c:pt idx="388">
                  <c:v>0.69981915186158394</c:v>
                </c:pt>
                <c:pt idx="389">
                  <c:v>0.70143062278570834</c:v>
                </c:pt>
                <c:pt idx="390">
                  <c:v>0.70462608787217385</c:v>
                </c:pt>
                <c:pt idx="391">
                  <c:v>0.69784671425323141</c:v>
                </c:pt>
                <c:pt idx="392">
                  <c:v>0.70121474156281616</c:v>
                </c:pt>
                <c:pt idx="393">
                  <c:v>0.70867374969782937</c:v>
                </c:pt>
                <c:pt idx="394">
                  <c:v>0.70662168926174207</c:v>
                </c:pt>
                <c:pt idx="395">
                  <c:v>0.70690170555259824</c:v>
                </c:pt>
                <c:pt idx="396">
                  <c:v>0.696928858137568</c:v>
                </c:pt>
                <c:pt idx="397">
                  <c:v>0.70552907663563136</c:v>
                </c:pt>
                <c:pt idx="398">
                  <c:v>0.70569124791902837</c:v>
                </c:pt>
                <c:pt idx="399">
                  <c:v>0.70789969616708148</c:v>
                </c:pt>
                <c:pt idx="400">
                  <c:v>0.70845629236265428</c:v>
                </c:pt>
                <c:pt idx="401">
                  <c:v>0.71394338113164124</c:v>
                </c:pt>
                <c:pt idx="402">
                  <c:v>0.71318085151688404</c:v>
                </c:pt>
                <c:pt idx="403">
                  <c:v>0.70385977403589828</c:v>
                </c:pt>
                <c:pt idx="404">
                  <c:v>0.70866792982153715</c:v>
                </c:pt>
                <c:pt idx="405">
                  <c:v>0.70616005579222518</c:v>
                </c:pt>
                <c:pt idx="406">
                  <c:v>0.7035151164359571</c:v>
                </c:pt>
                <c:pt idx="407">
                  <c:v>0.70334810928337377</c:v>
                </c:pt>
                <c:pt idx="408">
                  <c:v>0.70611464154224601</c:v>
                </c:pt>
                <c:pt idx="409">
                  <c:v>0.70236345507888787</c:v>
                </c:pt>
                <c:pt idx="410">
                  <c:v>0.70398225169645723</c:v>
                </c:pt>
                <c:pt idx="411">
                  <c:v>0.69872697286655361</c:v>
                </c:pt>
                <c:pt idx="412">
                  <c:v>0.70430930946215398</c:v>
                </c:pt>
                <c:pt idx="413">
                  <c:v>0.70673958025293593</c:v>
                </c:pt>
                <c:pt idx="414">
                  <c:v>0.70593534809994662</c:v>
                </c:pt>
                <c:pt idx="415">
                  <c:v>0.70985692447190507</c:v>
                </c:pt>
                <c:pt idx="416">
                  <c:v>0.71074108842764905</c:v>
                </c:pt>
                <c:pt idx="417">
                  <c:v>0.70842492637827725</c:v>
                </c:pt>
                <c:pt idx="418">
                  <c:v>0.70959186861882206</c:v>
                </c:pt>
                <c:pt idx="419">
                  <c:v>0.71347165312224692</c:v>
                </c:pt>
                <c:pt idx="420">
                  <c:v>0.71058338415367872</c:v>
                </c:pt>
                <c:pt idx="421">
                  <c:v>0.7107952849726854</c:v>
                </c:pt>
                <c:pt idx="422">
                  <c:v>0.71373009503736673</c:v>
                </c:pt>
                <c:pt idx="423">
                  <c:v>0.71492001162738117</c:v>
                </c:pt>
                <c:pt idx="424">
                  <c:v>0.70917976574942176</c:v>
                </c:pt>
                <c:pt idx="425">
                  <c:v>0.70872611812378916</c:v>
                </c:pt>
                <c:pt idx="426">
                  <c:v>0.70931071517907407</c:v>
                </c:pt>
                <c:pt idx="427">
                  <c:v>0.71358401176925113</c:v>
                </c:pt>
                <c:pt idx="428">
                  <c:v>0.71199920555100382</c:v>
                </c:pt>
                <c:pt idx="429">
                  <c:v>0.70982069311575258</c:v>
                </c:pt>
                <c:pt idx="430">
                  <c:v>0.71231879117616526</c:v>
                </c:pt>
                <c:pt idx="431">
                  <c:v>0.71076365189694446</c:v>
                </c:pt>
                <c:pt idx="432">
                  <c:v>0.70951507104115208</c:v>
                </c:pt>
                <c:pt idx="433">
                  <c:v>0.70924723064049122</c:v>
                </c:pt>
                <c:pt idx="434">
                  <c:v>0.71164945349540198</c:v>
                </c:pt>
                <c:pt idx="435">
                  <c:v>0.71318643471999166</c:v>
                </c:pt>
                <c:pt idx="436">
                  <c:v>0.71229120289827408</c:v>
                </c:pt>
                <c:pt idx="437">
                  <c:v>0.71004420743829222</c:v>
                </c:pt>
                <c:pt idx="438">
                  <c:v>0.70935049006475959</c:v>
                </c:pt>
                <c:pt idx="439">
                  <c:v>0.71265058695345829</c:v>
                </c:pt>
                <c:pt idx="440">
                  <c:v>0.70832078545676636</c:v>
                </c:pt>
                <c:pt idx="441">
                  <c:v>0.70564974181394513</c:v>
                </c:pt>
                <c:pt idx="442">
                  <c:v>0.70941073750118089</c:v>
                </c:pt>
                <c:pt idx="443">
                  <c:v>0.71416134087848748</c:v>
                </c:pt>
                <c:pt idx="444">
                  <c:v>0.7125370600351344</c:v>
                </c:pt>
                <c:pt idx="445">
                  <c:v>0.70906359760057835</c:v>
                </c:pt>
                <c:pt idx="446">
                  <c:v>0.70900508644198501</c:v>
                </c:pt>
                <c:pt idx="447">
                  <c:v>0.71316213188404887</c:v>
                </c:pt>
                <c:pt idx="448">
                  <c:v>0.71346748360543988</c:v>
                </c:pt>
                <c:pt idx="449">
                  <c:v>0.71305277343916362</c:v>
                </c:pt>
                <c:pt idx="450">
                  <c:v>0.71577014228549329</c:v>
                </c:pt>
                <c:pt idx="451">
                  <c:v>0.72198882042397106</c:v>
                </c:pt>
                <c:pt idx="452">
                  <c:v>0.71451855902047667</c:v>
                </c:pt>
                <c:pt idx="453">
                  <c:v>0.71080733297321042</c:v>
                </c:pt>
                <c:pt idx="454">
                  <c:v>0.71224727731629978</c:v>
                </c:pt>
                <c:pt idx="455">
                  <c:v>0.71610669870452015</c:v>
                </c:pt>
                <c:pt idx="456">
                  <c:v>0.7170749027208253</c:v>
                </c:pt>
                <c:pt idx="457">
                  <c:v>0.71575030109414384</c:v>
                </c:pt>
                <c:pt idx="458">
                  <c:v>0.70377032501988468</c:v>
                </c:pt>
                <c:pt idx="459">
                  <c:v>0.70203614611128851</c:v>
                </c:pt>
                <c:pt idx="460">
                  <c:v>0.71110162587891546</c:v>
                </c:pt>
                <c:pt idx="461">
                  <c:v>0.71221354662854752</c:v>
                </c:pt>
                <c:pt idx="462">
                  <c:v>0.71346665943718612</c:v>
                </c:pt>
                <c:pt idx="463">
                  <c:v>0.70537650753778514</c:v>
                </c:pt>
                <c:pt idx="464">
                  <c:v>0.71694505428218802</c:v>
                </c:pt>
                <c:pt idx="465">
                  <c:v>0.71541259741623064</c:v>
                </c:pt>
                <c:pt idx="466">
                  <c:v>0.71294687098623821</c:v>
                </c:pt>
                <c:pt idx="467">
                  <c:v>0.71229936646224323</c:v>
                </c:pt>
                <c:pt idx="468">
                  <c:v>0.72368958433296426</c:v>
                </c:pt>
                <c:pt idx="469">
                  <c:v>0.72493654510458727</c:v>
                </c:pt>
                <c:pt idx="470">
                  <c:v>0.7133043987900417</c:v>
                </c:pt>
                <c:pt idx="471">
                  <c:v>0.71129477683763442</c:v>
                </c:pt>
                <c:pt idx="472">
                  <c:v>0.71223518541913744</c:v>
                </c:pt>
                <c:pt idx="473">
                  <c:v>0.71422285449345968</c:v>
                </c:pt>
                <c:pt idx="474">
                  <c:v>0.71446980289268092</c:v>
                </c:pt>
                <c:pt idx="475">
                  <c:v>0.71313792786686303</c:v>
                </c:pt>
                <c:pt idx="476">
                  <c:v>0.71379793111677692</c:v>
                </c:pt>
                <c:pt idx="477">
                  <c:v>0.70830669767316101</c:v>
                </c:pt>
                <c:pt idx="478">
                  <c:v>0.71030207290043379</c:v>
                </c:pt>
                <c:pt idx="479">
                  <c:v>0.709771278393873</c:v>
                </c:pt>
                <c:pt idx="480">
                  <c:v>0.7152118420806256</c:v>
                </c:pt>
                <c:pt idx="481">
                  <c:v>0.71662174487332553</c:v>
                </c:pt>
                <c:pt idx="482">
                  <c:v>0.71121545894644422</c:v>
                </c:pt>
                <c:pt idx="483">
                  <c:v>0.71195669171127896</c:v>
                </c:pt>
                <c:pt idx="484">
                  <c:v>0.71138447192396481</c:v>
                </c:pt>
                <c:pt idx="485">
                  <c:v>0.71406542475427737</c:v>
                </c:pt>
                <c:pt idx="486">
                  <c:v>0.71499896915059935</c:v>
                </c:pt>
                <c:pt idx="487">
                  <c:v>0.71944866044980715</c:v>
                </c:pt>
                <c:pt idx="488">
                  <c:v>0.71598147836042481</c:v>
                </c:pt>
                <c:pt idx="489">
                  <c:v>0.71634451873796812</c:v>
                </c:pt>
                <c:pt idx="490">
                  <c:v>0.71876682711988416</c:v>
                </c:pt>
                <c:pt idx="491">
                  <c:v>0.71667226829807706</c:v>
                </c:pt>
                <c:pt idx="492">
                  <c:v>0.71467167152467304</c:v>
                </c:pt>
                <c:pt idx="493">
                  <c:v>0.71737635815993417</c:v>
                </c:pt>
                <c:pt idx="494">
                  <c:v>0.71706730647324624</c:v>
                </c:pt>
                <c:pt idx="495">
                  <c:v>0.71963930956142386</c:v>
                </c:pt>
                <c:pt idx="496">
                  <c:v>0.72011249914107101</c:v>
                </c:pt>
                <c:pt idx="497">
                  <c:v>0.71855107949973063</c:v>
                </c:pt>
                <c:pt idx="498">
                  <c:v>0.71980996958976018</c:v>
                </c:pt>
                <c:pt idx="499">
                  <c:v>0.71367168606454823</c:v>
                </c:pt>
                <c:pt idx="500">
                  <c:v>0.71135922312504285</c:v>
                </c:pt>
                <c:pt idx="501">
                  <c:v>0.71827194851901</c:v>
                </c:pt>
                <c:pt idx="502">
                  <c:v>0.72039698937294694</c:v>
                </c:pt>
                <c:pt idx="503">
                  <c:v>0.71909442122273148</c:v>
                </c:pt>
                <c:pt idx="504">
                  <c:v>0.71248413972408808</c:v>
                </c:pt>
                <c:pt idx="505">
                  <c:v>0.71875344734727076</c:v>
                </c:pt>
                <c:pt idx="506">
                  <c:v>0.71802179068787575</c:v>
                </c:pt>
                <c:pt idx="507">
                  <c:v>0.71889664666991349</c:v>
                </c:pt>
                <c:pt idx="508">
                  <c:v>0.7167910219142718</c:v>
                </c:pt>
                <c:pt idx="509">
                  <c:v>0.72301133935657169</c:v>
                </c:pt>
                <c:pt idx="510">
                  <c:v>0.72066233318278494</c:v>
                </c:pt>
                <c:pt idx="511">
                  <c:v>0.71217493609677474</c:v>
                </c:pt>
                <c:pt idx="512">
                  <c:v>0.71588289012140249</c:v>
                </c:pt>
                <c:pt idx="513">
                  <c:v>0.71764872019198933</c:v>
                </c:pt>
                <c:pt idx="514">
                  <c:v>0.71218560104600048</c:v>
                </c:pt>
                <c:pt idx="515">
                  <c:v>0.71394158141121555</c:v>
                </c:pt>
                <c:pt idx="516">
                  <c:v>0.71644937003353892</c:v>
                </c:pt>
                <c:pt idx="517">
                  <c:v>0.71122656750040225</c:v>
                </c:pt>
                <c:pt idx="518">
                  <c:v>0.70786724292311032</c:v>
                </c:pt>
                <c:pt idx="519">
                  <c:v>0.71342932076995857</c:v>
                </c:pt>
                <c:pt idx="520">
                  <c:v>0.71837072890240206</c:v>
                </c:pt>
                <c:pt idx="521">
                  <c:v>0.72286204429727619</c:v>
                </c:pt>
                <c:pt idx="522">
                  <c:v>0.70941665644155139</c:v>
                </c:pt>
                <c:pt idx="523">
                  <c:v>0.70938200333900059</c:v>
                </c:pt>
                <c:pt idx="524">
                  <c:v>0.71108155904434156</c:v>
                </c:pt>
                <c:pt idx="525">
                  <c:v>0.71042354428485899</c:v>
                </c:pt>
                <c:pt idx="526">
                  <c:v>0.70968795547489305</c:v>
                </c:pt>
                <c:pt idx="527">
                  <c:v>0.70272045260007387</c:v>
                </c:pt>
              </c:numCache>
            </c:numRef>
          </c:yVal>
          <c:smooth val="0"/>
          <c:extLst>
            <c:ext xmlns:c16="http://schemas.microsoft.com/office/drawing/2014/chart" uri="{C3380CC4-5D6E-409C-BE32-E72D297353CC}">
              <c16:uniqueId val="{00000003-212A-441A-8CC4-ABEA5372C228}"/>
            </c:ext>
          </c:extLst>
        </c:ser>
        <c:ser>
          <c:idx val="1"/>
          <c:order val="4"/>
          <c:tx>
            <c:strRef>
              <c:f>'Post Processing - SS NaCl'!$AZ$1</c:f>
              <c:strCache>
                <c:ptCount val="1"/>
                <c:pt idx="0">
                  <c:v>NF270_MC4_7.11.24NaCl_SS</c:v>
                </c:pt>
              </c:strCache>
            </c:strRef>
          </c:tx>
          <c:spPr>
            <a:ln w="25400" cap="rnd">
              <a:noFill/>
              <a:round/>
            </a:ln>
            <a:effectLst/>
          </c:spPr>
          <c:marker>
            <c:symbol val="circle"/>
            <c:size val="2"/>
            <c:spPr>
              <a:solidFill>
                <a:schemeClr val="accent2"/>
              </a:solidFill>
              <a:ln w="9525">
                <a:solidFill>
                  <a:schemeClr val="accent2"/>
                </a:solidFill>
              </a:ln>
              <a:effectLst/>
            </c:spPr>
          </c:marker>
          <c:xVal>
            <c:numRef>
              <c:f>'Post Processing - SS NaCl'!$BE$51:$BE$437</c:f>
              <c:numCache>
                <c:formatCode>0.00E+00</c:formatCode>
                <c:ptCount val="387"/>
                <c:pt idx="0">
                  <c:v>1.26843891228866E-5</c:v>
                </c:pt>
                <c:pt idx="1">
                  <c:v>1.2653700830737399E-5</c:v>
                </c:pt>
                <c:pt idx="2">
                  <c:v>1.26253178999494E-5</c:v>
                </c:pt>
                <c:pt idx="3">
                  <c:v>1.25951545053439E-5</c:v>
                </c:pt>
                <c:pt idx="4">
                  <c:v>1.25666153574463E-5</c:v>
                </c:pt>
                <c:pt idx="5">
                  <c:v>1.25366367855193E-5</c:v>
                </c:pt>
                <c:pt idx="6">
                  <c:v>1.25086812880211E-5</c:v>
                </c:pt>
                <c:pt idx="7">
                  <c:v>1.2479925050014901E-5</c:v>
                </c:pt>
                <c:pt idx="8">
                  <c:v>1.2451295320568799E-5</c:v>
                </c:pt>
                <c:pt idx="9">
                  <c:v>1.2423353795495301E-5</c:v>
                </c:pt>
                <c:pt idx="10">
                  <c:v>1.2394114835592201E-5</c:v>
                </c:pt>
                <c:pt idx="11">
                  <c:v>1.23659879492764E-5</c:v>
                </c:pt>
                <c:pt idx="12">
                  <c:v>1.23375501866984E-5</c:v>
                </c:pt>
                <c:pt idx="13">
                  <c:v>1.2309221141293799E-5</c:v>
                </c:pt>
                <c:pt idx="14">
                  <c:v>1.2280912596257501E-5</c:v>
                </c:pt>
                <c:pt idx="15">
                  <c:v>1.2252565257294301E-5</c:v>
                </c:pt>
                <c:pt idx="16">
                  <c:v>1.2224257570927699E-5</c:v>
                </c:pt>
                <c:pt idx="17">
                  <c:v>1.2196452097397801E-5</c:v>
                </c:pt>
                <c:pt idx="18">
                  <c:v>1.21684391605992E-5</c:v>
                </c:pt>
                <c:pt idx="19">
                  <c:v>1.2140376892463499E-5</c:v>
                </c:pt>
                <c:pt idx="20">
                  <c:v>1.2112990107083599E-5</c:v>
                </c:pt>
                <c:pt idx="21">
                  <c:v>1.2084982736532899E-5</c:v>
                </c:pt>
                <c:pt idx="22">
                  <c:v>1.2057896577469E-5</c:v>
                </c:pt>
                <c:pt idx="23">
                  <c:v>1.20301236896248E-5</c:v>
                </c:pt>
                <c:pt idx="24">
                  <c:v>1.20030115518267E-5</c:v>
                </c:pt>
                <c:pt idx="25">
                  <c:v>1.1975378723546799E-5</c:v>
                </c:pt>
                <c:pt idx="26">
                  <c:v>1.1948506650530899E-5</c:v>
                </c:pt>
                <c:pt idx="27">
                  <c:v>1.19208636194542E-5</c:v>
                </c:pt>
                <c:pt idx="28">
                  <c:v>1.1894754277427801E-5</c:v>
                </c:pt>
                <c:pt idx="29">
                  <c:v>1.18671013843369E-5</c:v>
                </c:pt>
                <c:pt idx="30">
                  <c:v>1.18411611069017E-5</c:v>
                </c:pt>
                <c:pt idx="31">
                  <c:v>1.18136802909566E-5</c:v>
                </c:pt>
                <c:pt idx="32">
                  <c:v>1.1787767162154701E-5</c:v>
                </c:pt>
                <c:pt idx="33">
                  <c:v>1.17603331542992E-5</c:v>
                </c:pt>
                <c:pt idx="34">
                  <c:v>1.17348166125357E-5</c:v>
                </c:pt>
                <c:pt idx="35">
                  <c:v>1.17077903280872E-5</c:v>
                </c:pt>
                <c:pt idx="36">
                  <c:v>1.16823930893897E-5</c:v>
                </c:pt>
                <c:pt idx="37">
                  <c:v>1.16568979423552E-5</c:v>
                </c:pt>
                <c:pt idx="38">
                  <c:v>1.1632351283709E-5</c:v>
                </c:pt>
                <c:pt idx="39">
                  <c:v>1.16079929265189E-5</c:v>
                </c:pt>
                <c:pt idx="40">
                  <c:v>1.1583821125525001E-5</c:v>
                </c:pt>
                <c:pt idx="41">
                  <c:v>1.15595935920409E-5</c:v>
                </c:pt>
                <c:pt idx="42">
                  <c:v>1.15352900325614E-5</c:v>
                </c:pt>
                <c:pt idx="43">
                  <c:v>1.1511203300425199E-5</c:v>
                </c:pt>
                <c:pt idx="44">
                  <c:v>1.1487197553806999E-5</c:v>
                </c:pt>
                <c:pt idx="45">
                  <c:v>1.14633489887698E-5</c:v>
                </c:pt>
                <c:pt idx="46">
                  <c:v>1.1439448886446101E-5</c:v>
                </c:pt>
                <c:pt idx="47">
                  <c:v>1.1415910180527899E-5</c:v>
                </c:pt>
                <c:pt idx="48">
                  <c:v>1.1392130321813E-5</c:v>
                </c:pt>
                <c:pt idx="49">
                  <c:v>1.13686575033821E-5</c:v>
                </c:pt>
                <c:pt idx="50">
                  <c:v>1.13452670686742E-5</c:v>
                </c:pt>
                <c:pt idx="51">
                  <c:v>1.1321685799914299E-5</c:v>
                </c:pt>
                <c:pt idx="52">
                  <c:v>1.1298342528370201E-5</c:v>
                </c:pt>
                <c:pt idx="53">
                  <c:v>1.12737607169238E-5</c:v>
                </c:pt>
                <c:pt idx="54">
                  <c:v>1.12504203043323E-5</c:v>
                </c:pt>
                <c:pt idx="55">
                  <c:v>1.1226207713805E-5</c:v>
                </c:pt>
                <c:pt idx="56">
                  <c:v>1.12030617177049E-5</c:v>
                </c:pt>
                <c:pt idx="57">
                  <c:v>1.11790179015511E-5</c:v>
                </c:pt>
                <c:pt idx="58">
                  <c:v>1.11558401810011E-5</c:v>
                </c:pt>
                <c:pt idx="59">
                  <c:v>1.11311370788957E-5</c:v>
                </c:pt>
                <c:pt idx="60">
                  <c:v>1.1107574086075401E-5</c:v>
                </c:pt>
                <c:pt idx="61">
                  <c:v>1.1083161014539499E-5</c:v>
                </c:pt>
                <c:pt idx="62">
                  <c:v>1.10598218276076E-5</c:v>
                </c:pt>
                <c:pt idx="63">
                  <c:v>1.10355506308669E-5</c:v>
                </c:pt>
                <c:pt idx="64">
                  <c:v>1.10127828470933E-5</c:v>
                </c:pt>
                <c:pt idx="65">
                  <c:v>1.0988475336037499E-5</c:v>
                </c:pt>
                <c:pt idx="66">
                  <c:v>1.0965890220759601E-5</c:v>
                </c:pt>
                <c:pt idx="67">
                  <c:v>1.09416622937248E-5</c:v>
                </c:pt>
                <c:pt idx="68">
                  <c:v>1.0919065773079799E-5</c:v>
                </c:pt>
                <c:pt idx="69">
                  <c:v>1.0895341912462999E-5</c:v>
                </c:pt>
                <c:pt idx="70">
                  <c:v>1.0872722682034301E-5</c:v>
                </c:pt>
                <c:pt idx="71">
                  <c:v>1.08496560792337E-5</c:v>
                </c:pt>
                <c:pt idx="72">
                  <c:v>1.08266925122016E-5</c:v>
                </c:pt>
                <c:pt idx="73">
                  <c:v>1.0804171961142E-5</c:v>
                </c:pt>
                <c:pt idx="74">
                  <c:v>1.07810835291898E-5</c:v>
                </c:pt>
                <c:pt idx="75">
                  <c:v>1.0758738626757099E-5</c:v>
                </c:pt>
                <c:pt idx="76">
                  <c:v>1.0736102326284001E-5</c:v>
                </c:pt>
                <c:pt idx="77">
                  <c:v>1.0713906143963299E-5</c:v>
                </c:pt>
                <c:pt idx="78">
                  <c:v>1.0691363930978099E-5</c:v>
                </c:pt>
                <c:pt idx="79">
                  <c:v>1.06695213998364E-5</c:v>
                </c:pt>
                <c:pt idx="80">
                  <c:v>1.06472174330851E-5</c:v>
                </c:pt>
                <c:pt idx="81">
                  <c:v>1.0625531558798299E-5</c:v>
                </c:pt>
                <c:pt idx="82">
                  <c:v>1.06035727549156E-5</c:v>
                </c:pt>
                <c:pt idx="83">
                  <c:v>1.05819201425489E-5</c:v>
                </c:pt>
                <c:pt idx="84">
                  <c:v>1.0559955443479699E-5</c:v>
                </c:pt>
                <c:pt idx="85">
                  <c:v>1.0538567814042201E-5</c:v>
                </c:pt>
                <c:pt idx="86">
                  <c:v>1.05166133640432E-5</c:v>
                </c:pt>
                <c:pt idx="87">
                  <c:v>1.04957315840187E-5</c:v>
                </c:pt>
                <c:pt idx="88">
                  <c:v>1.0473826266194101E-5</c:v>
                </c:pt>
                <c:pt idx="89">
                  <c:v>1.04533952996213E-5</c:v>
                </c:pt>
                <c:pt idx="90">
                  <c:v>1.0432453543211599E-5</c:v>
                </c:pt>
                <c:pt idx="91">
                  <c:v>1.04113015885246E-5</c:v>
                </c:pt>
                <c:pt idx="92">
                  <c:v>1.0391565013918999E-5</c:v>
                </c:pt>
                <c:pt idx="93">
                  <c:v>1.0370766748398699E-5</c:v>
                </c:pt>
                <c:pt idx="94">
                  <c:v>1.0351361443382001E-5</c:v>
                </c:pt>
                <c:pt idx="95">
                  <c:v>1.03317323999811E-5</c:v>
                </c:pt>
                <c:pt idx="96">
                  <c:v>1.03127014010194E-5</c:v>
                </c:pt>
                <c:pt idx="97">
                  <c:v>1.0293205535165599E-5</c:v>
                </c:pt>
                <c:pt idx="98">
                  <c:v>1.02740292762746E-5</c:v>
                </c:pt>
                <c:pt idx="99">
                  <c:v>1.02550402132008E-5</c:v>
                </c:pt>
                <c:pt idx="100">
                  <c:v>1.02354218290879E-5</c:v>
                </c:pt>
                <c:pt idx="101">
                  <c:v>1.02156181186734E-5</c:v>
                </c:pt>
                <c:pt idx="102">
                  <c:v>1.01953687261239E-5</c:v>
                </c:pt>
                <c:pt idx="103">
                  <c:v>1.0175550180230899E-5</c:v>
                </c:pt>
                <c:pt idx="104">
                  <c:v>1.0155806384305601E-5</c:v>
                </c:pt>
                <c:pt idx="105">
                  <c:v>1.0137157130630299E-5</c:v>
                </c:pt>
                <c:pt idx="106">
                  <c:v>1.0117715908124999E-5</c:v>
                </c:pt>
                <c:pt idx="107">
                  <c:v>1.00989308749213E-5</c:v>
                </c:pt>
                <c:pt idx="108">
                  <c:v>1.0078763445390499E-5</c:v>
                </c:pt>
                <c:pt idx="109">
                  <c:v>1.0060031850536801E-5</c:v>
                </c:pt>
                <c:pt idx="110">
                  <c:v>1.0040066006827E-5</c:v>
                </c:pt>
                <c:pt idx="111">
                  <c:v>1.0021745096318901E-5</c:v>
                </c:pt>
                <c:pt idx="112">
                  <c:v>1.00029648939147E-5</c:v>
                </c:pt>
                <c:pt idx="113">
                  <c:v>9.9849825142817808E-6</c:v>
                </c:pt>
                <c:pt idx="114">
                  <c:v>9.96636682512885E-6</c:v>
                </c:pt>
                <c:pt idx="115">
                  <c:v>9.9482613497535201E-6</c:v>
                </c:pt>
                <c:pt idx="116">
                  <c:v>9.9291972405348394E-6</c:v>
                </c:pt>
                <c:pt idx="117">
                  <c:v>9.9108725639940998E-6</c:v>
                </c:pt>
                <c:pt idx="118">
                  <c:v>9.8920159373351201E-6</c:v>
                </c:pt>
                <c:pt idx="119">
                  <c:v>9.8738906128653406E-6</c:v>
                </c:pt>
                <c:pt idx="120">
                  <c:v>9.8550883756873407E-6</c:v>
                </c:pt>
                <c:pt idx="121">
                  <c:v>9.8372764073808492E-6</c:v>
                </c:pt>
                <c:pt idx="122">
                  <c:v>9.8190557278210093E-6</c:v>
                </c:pt>
                <c:pt idx="123">
                  <c:v>9.80090949622355E-6</c:v>
                </c:pt>
                <c:pt idx="124">
                  <c:v>9.7832541614235504E-6</c:v>
                </c:pt>
                <c:pt idx="125">
                  <c:v>9.7650862515915798E-6</c:v>
                </c:pt>
                <c:pt idx="126">
                  <c:v>9.7476059967254903E-6</c:v>
                </c:pt>
                <c:pt idx="127">
                  <c:v>9.7297656615493206E-6</c:v>
                </c:pt>
                <c:pt idx="128">
                  <c:v>9.71233649101038E-6</c:v>
                </c:pt>
                <c:pt idx="129">
                  <c:v>9.6946603067490392E-6</c:v>
                </c:pt>
                <c:pt idx="130">
                  <c:v>9.6774231681257294E-6</c:v>
                </c:pt>
                <c:pt idx="131">
                  <c:v>9.6600576313237506E-6</c:v>
                </c:pt>
                <c:pt idx="132">
                  <c:v>9.6430367939461898E-6</c:v>
                </c:pt>
                <c:pt idx="133">
                  <c:v>9.6257194099924698E-6</c:v>
                </c:pt>
                <c:pt idx="134">
                  <c:v>9.6089398042436096E-6</c:v>
                </c:pt>
                <c:pt idx="135">
                  <c:v>9.5918116310263797E-6</c:v>
                </c:pt>
                <c:pt idx="136">
                  <c:v>9.5753438844240094E-6</c:v>
                </c:pt>
                <c:pt idx="137">
                  <c:v>9.5581792934729692E-6</c:v>
                </c:pt>
                <c:pt idx="138">
                  <c:v>9.5422184117184896E-6</c:v>
                </c:pt>
                <c:pt idx="139">
                  <c:v>9.5250228722511794E-6</c:v>
                </c:pt>
                <c:pt idx="140">
                  <c:v>9.5092295376467294E-6</c:v>
                </c:pt>
                <c:pt idx="141">
                  <c:v>9.4923413847372904E-6</c:v>
                </c:pt>
                <c:pt idx="142">
                  <c:v>9.4766370926494205E-6</c:v>
                </c:pt>
                <c:pt idx="143">
                  <c:v>9.4598328636985607E-6</c:v>
                </c:pt>
                <c:pt idx="144">
                  <c:v>9.4446689726641899E-6</c:v>
                </c:pt>
                <c:pt idx="145">
                  <c:v>9.4287756472631898E-6</c:v>
                </c:pt>
                <c:pt idx="146">
                  <c:v>9.4138269426039498E-6</c:v>
                </c:pt>
                <c:pt idx="147">
                  <c:v>9.3980319855049705E-6</c:v>
                </c:pt>
                <c:pt idx="148">
                  <c:v>9.3823765280168506E-6</c:v>
                </c:pt>
                <c:pt idx="149">
                  <c:v>9.3668542732154806E-6</c:v>
                </c:pt>
                <c:pt idx="150">
                  <c:v>9.3514550304791698E-6</c:v>
                </c:pt>
                <c:pt idx="151">
                  <c:v>9.3370896768435103E-6</c:v>
                </c:pt>
                <c:pt idx="152">
                  <c:v>9.3226199573883296E-6</c:v>
                </c:pt>
                <c:pt idx="153">
                  <c:v>9.3084453528758201E-6</c:v>
                </c:pt>
                <c:pt idx="154">
                  <c:v>9.2940969477506606E-6</c:v>
                </c:pt>
                <c:pt idx="155">
                  <c:v>9.2792857484392508E-6</c:v>
                </c:pt>
                <c:pt idx="156">
                  <c:v>9.2650909907407296E-6</c:v>
                </c:pt>
                <c:pt idx="157">
                  <c:v>9.2503381621951296E-6</c:v>
                </c:pt>
                <c:pt idx="158">
                  <c:v>9.2357431515552698E-6</c:v>
                </c:pt>
                <c:pt idx="159">
                  <c:v>9.2217317035681004E-6</c:v>
                </c:pt>
                <c:pt idx="160">
                  <c:v>9.2068566795388798E-6</c:v>
                </c:pt>
                <c:pt idx="161">
                  <c:v>9.1926959335617392E-6</c:v>
                </c:pt>
                <c:pt idx="162">
                  <c:v>9.1781213216039396E-6</c:v>
                </c:pt>
                <c:pt idx="163">
                  <c:v>9.1641972347472408E-6</c:v>
                </c:pt>
                <c:pt idx="164">
                  <c:v>9.1496954261230408E-6</c:v>
                </c:pt>
                <c:pt idx="165">
                  <c:v>9.1359426672421794E-6</c:v>
                </c:pt>
                <c:pt idx="166">
                  <c:v>9.1216068119476794E-6</c:v>
                </c:pt>
                <c:pt idx="167">
                  <c:v>9.1074759711318193E-6</c:v>
                </c:pt>
                <c:pt idx="168">
                  <c:v>9.0936129826285208E-6</c:v>
                </c:pt>
                <c:pt idx="169">
                  <c:v>9.0796410578156508E-6</c:v>
                </c:pt>
                <c:pt idx="170">
                  <c:v>9.0661643161223601E-6</c:v>
                </c:pt>
                <c:pt idx="171">
                  <c:v>9.05274953648686E-6</c:v>
                </c:pt>
                <c:pt idx="172">
                  <c:v>9.0392794024896795E-6</c:v>
                </c:pt>
                <c:pt idx="173">
                  <c:v>9.0261295431888807E-6</c:v>
                </c:pt>
                <c:pt idx="174">
                  <c:v>9.0127910123947905E-6</c:v>
                </c:pt>
                <c:pt idx="175">
                  <c:v>8.9998329839106499E-6</c:v>
                </c:pt>
                <c:pt idx="176">
                  <c:v>8.9866390831849404E-6</c:v>
                </c:pt>
                <c:pt idx="177">
                  <c:v>8.9740626055721199E-6</c:v>
                </c:pt>
                <c:pt idx="178">
                  <c:v>8.9608896582568208E-6</c:v>
                </c:pt>
                <c:pt idx="179">
                  <c:v>8.9484930771738308E-6</c:v>
                </c:pt>
                <c:pt idx="180">
                  <c:v>8.9357312096439507E-6</c:v>
                </c:pt>
                <c:pt idx="181">
                  <c:v>8.9233405569134098E-6</c:v>
                </c:pt>
                <c:pt idx="182">
                  <c:v>8.9106658598152997E-6</c:v>
                </c:pt>
                <c:pt idx="183">
                  <c:v>8.8986522094309007E-6</c:v>
                </c:pt>
                <c:pt idx="184">
                  <c:v>8.8860041685250605E-6</c:v>
                </c:pt>
                <c:pt idx="185">
                  <c:v>8.87428677173384E-6</c:v>
                </c:pt>
                <c:pt idx="186">
                  <c:v>8.8618991225774408E-6</c:v>
                </c:pt>
                <c:pt idx="187">
                  <c:v>8.8504415319855897E-6</c:v>
                </c:pt>
                <c:pt idx="188">
                  <c:v>8.8386701986389198E-6</c:v>
                </c:pt>
                <c:pt idx="189">
                  <c:v>8.8276192769914394E-6</c:v>
                </c:pt>
                <c:pt idx="190">
                  <c:v>8.81654968863998E-6</c:v>
                </c:pt>
                <c:pt idx="191">
                  <c:v>8.8057526793552503E-6</c:v>
                </c:pt>
                <c:pt idx="192">
                  <c:v>8.7948694071759202E-6</c:v>
                </c:pt>
                <c:pt idx="193">
                  <c:v>8.7841471943264492E-6</c:v>
                </c:pt>
                <c:pt idx="194">
                  <c:v>8.7734462909067392E-6</c:v>
                </c:pt>
                <c:pt idx="195">
                  <c:v>8.7623226975429206E-6</c:v>
                </c:pt>
                <c:pt idx="196">
                  <c:v>8.7517785101318703E-6</c:v>
                </c:pt>
                <c:pt idx="197">
                  <c:v>8.7408458053997507E-6</c:v>
                </c:pt>
                <c:pt idx="198">
                  <c:v>8.7305271537876502E-6</c:v>
                </c:pt>
                <c:pt idx="199">
                  <c:v>8.7203278548988805E-6</c:v>
                </c:pt>
                <c:pt idx="200">
                  <c:v>8.71022859456052E-6</c:v>
                </c:pt>
                <c:pt idx="201">
                  <c:v>8.7001777337938399E-6</c:v>
                </c:pt>
                <c:pt idx="202">
                  <c:v>8.6896659725130604E-6</c:v>
                </c:pt>
                <c:pt idx="203">
                  <c:v>8.6796514446483704E-6</c:v>
                </c:pt>
                <c:pt idx="204">
                  <c:v>8.6689927908143907E-6</c:v>
                </c:pt>
                <c:pt idx="205">
                  <c:v>8.6589622213161793E-6</c:v>
                </c:pt>
                <c:pt idx="206">
                  <c:v>8.6486520734036798E-6</c:v>
                </c:pt>
                <c:pt idx="207">
                  <c:v>8.6386879108095496E-6</c:v>
                </c:pt>
                <c:pt idx="208">
                  <c:v>8.6284692378805506E-6</c:v>
                </c:pt>
                <c:pt idx="209">
                  <c:v>8.6187695425763697E-6</c:v>
                </c:pt>
                <c:pt idx="210">
                  <c:v>8.6087988154306198E-6</c:v>
                </c:pt>
                <c:pt idx="211">
                  <c:v>8.5992715207516494E-6</c:v>
                </c:pt>
                <c:pt idx="212">
                  <c:v>8.5894684361471092E-6</c:v>
                </c:pt>
                <c:pt idx="213">
                  <c:v>8.5800905590918306E-6</c:v>
                </c:pt>
                <c:pt idx="214">
                  <c:v>8.5703907467651895E-6</c:v>
                </c:pt>
                <c:pt idx="215">
                  <c:v>8.5609278883356597E-6</c:v>
                </c:pt>
                <c:pt idx="216">
                  <c:v>8.5514175114429699E-6</c:v>
                </c:pt>
                <c:pt idx="217">
                  <c:v>8.5420607038078308E-6</c:v>
                </c:pt>
                <c:pt idx="218">
                  <c:v>8.5329175727023105E-6</c:v>
                </c:pt>
                <c:pt idx="219">
                  <c:v>8.5240057386067893E-6</c:v>
                </c:pt>
                <c:pt idx="220">
                  <c:v>8.5150657352415E-6</c:v>
                </c:pt>
                <c:pt idx="221">
                  <c:v>8.5061746418825099E-6</c:v>
                </c:pt>
                <c:pt idx="222">
                  <c:v>8.4974084223145893E-6</c:v>
                </c:pt>
                <c:pt idx="223">
                  <c:v>8.4887888416932495E-6</c:v>
                </c:pt>
                <c:pt idx="224">
                  <c:v>8.4802800490537492E-6</c:v>
                </c:pt>
                <c:pt idx="225">
                  <c:v>8.4720784462602192E-6</c:v>
                </c:pt>
                <c:pt idx="226">
                  <c:v>8.4636787825777903E-6</c:v>
                </c:pt>
                <c:pt idx="227">
                  <c:v>8.4555818056977908E-6</c:v>
                </c:pt>
                <c:pt idx="228">
                  <c:v>8.4474402604532708E-6</c:v>
                </c:pt>
                <c:pt idx="229">
                  <c:v>8.4395908660059794E-6</c:v>
                </c:pt>
                <c:pt idx="230">
                  <c:v>8.4315593102109195E-6</c:v>
                </c:pt>
                <c:pt idx="231">
                  <c:v>8.4239602362374398E-6</c:v>
                </c:pt>
                <c:pt idx="232">
                  <c:v>8.4160865489089601E-6</c:v>
                </c:pt>
                <c:pt idx="233">
                  <c:v>8.4086806761255306E-6</c:v>
                </c:pt>
                <c:pt idx="234">
                  <c:v>8.4010831745757301E-6</c:v>
                </c:pt>
                <c:pt idx="235">
                  <c:v>8.3939126438958903E-6</c:v>
                </c:pt>
                <c:pt idx="236">
                  <c:v>8.3867846604395294E-6</c:v>
                </c:pt>
                <c:pt idx="237">
                  <c:v>8.3799013135305399E-6</c:v>
                </c:pt>
                <c:pt idx="238">
                  <c:v>8.3732025494944508E-6</c:v>
                </c:pt>
                <c:pt idx="239">
                  <c:v>8.3665885693591005E-6</c:v>
                </c:pt>
                <c:pt idx="240">
                  <c:v>8.3600285161931092E-6</c:v>
                </c:pt>
                <c:pt idx="241">
                  <c:v>8.3535803040180508E-6</c:v>
                </c:pt>
                <c:pt idx="242">
                  <c:v>8.3468887999789408E-6</c:v>
                </c:pt>
                <c:pt idx="243">
                  <c:v>8.3405891513375803E-6</c:v>
                </c:pt>
                <c:pt idx="244">
                  <c:v>8.3340198526095704E-6</c:v>
                </c:pt>
                <c:pt idx="245">
                  <c:v>8.3275788705461494E-6</c:v>
                </c:pt>
                <c:pt idx="246">
                  <c:v>8.32149103349325E-6</c:v>
                </c:pt>
                <c:pt idx="247">
                  <c:v>8.3152677784894398E-6</c:v>
                </c:pt>
                <c:pt idx="248">
                  <c:v>8.3094484904584904E-6</c:v>
                </c:pt>
                <c:pt idx="249">
                  <c:v>8.3036742939469994E-6</c:v>
                </c:pt>
                <c:pt idx="250">
                  <c:v>8.2977638571681801E-6</c:v>
                </c:pt>
                <c:pt idx="251">
                  <c:v>8.2921178553586404E-6</c:v>
                </c:pt>
                <c:pt idx="252">
                  <c:v>8.2863337409600506E-6</c:v>
                </c:pt>
                <c:pt idx="253">
                  <c:v>8.2806733567739193E-6</c:v>
                </c:pt>
                <c:pt idx="254">
                  <c:v>8.2753181338651898E-6</c:v>
                </c:pt>
                <c:pt idx="255">
                  <c:v>8.2698374441870197E-6</c:v>
                </c:pt>
                <c:pt idx="256">
                  <c:v>8.26471391538125E-6</c:v>
                </c:pt>
                <c:pt idx="257">
                  <c:v>8.2595591105773705E-6</c:v>
                </c:pt>
                <c:pt idx="258">
                  <c:v>8.2544688155786798E-6</c:v>
                </c:pt>
                <c:pt idx="259">
                  <c:v>8.2494198146589699E-6</c:v>
                </c:pt>
                <c:pt idx="260">
                  <c:v>8.2442538277799898E-6</c:v>
                </c:pt>
                <c:pt idx="261">
                  <c:v>8.2394281677974007E-6</c:v>
                </c:pt>
                <c:pt idx="262">
                  <c:v>8.2343764619100492E-6</c:v>
                </c:pt>
                <c:pt idx="263">
                  <c:v>8.22974199185465E-6</c:v>
                </c:pt>
                <c:pt idx="264">
                  <c:v>8.2249285709913605E-6</c:v>
                </c:pt>
                <c:pt idx="265">
                  <c:v>8.2204030007506694E-6</c:v>
                </c:pt>
                <c:pt idx="266">
                  <c:v>8.2158266318449805E-6</c:v>
                </c:pt>
                <c:pt idx="267">
                  <c:v>8.2113466314595094E-6</c:v>
                </c:pt>
                <c:pt idx="268">
                  <c:v>8.2070267171369201E-6</c:v>
                </c:pt>
                <c:pt idx="269">
                  <c:v>8.2027517320529102E-6</c:v>
                </c:pt>
                <c:pt idx="270">
                  <c:v>8.1986223103278199E-6</c:v>
                </c:pt>
                <c:pt idx="271">
                  <c:v>8.1946510919373006E-6</c:v>
                </c:pt>
                <c:pt idx="272">
                  <c:v>8.1906847780710506E-6</c:v>
                </c:pt>
                <c:pt idx="273">
                  <c:v>8.1868997673971204E-6</c:v>
                </c:pt>
                <c:pt idx="274">
                  <c:v>8.1831754370750806E-6</c:v>
                </c:pt>
                <c:pt idx="275">
                  <c:v>8.1795357837319094E-6</c:v>
                </c:pt>
                <c:pt idx="276">
                  <c:v>8.1760021108799008E-6</c:v>
                </c:pt>
                <c:pt idx="277">
                  <c:v>8.1725772481958196E-6</c:v>
                </c:pt>
                <c:pt idx="278">
                  <c:v>8.16919858634319E-6</c:v>
                </c:pt>
                <c:pt idx="279">
                  <c:v>8.1660304548548697E-6</c:v>
                </c:pt>
                <c:pt idx="280">
                  <c:v>8.1627927144110207E-6</c:v>
                </c:pt>
                <c:pt idx="281">
                  <c:v>8.1598177723844902E-6</c:v>
                </c:pt>
                <c:pt idx="282">
                  <c:v>8.1567774657505697E-6</c:v>
                </c:pt>
                <c:pt idx="283">
                  <c:v>8.1540050029080493E-6</c:v>
                </c:pt>
                <c:pt idx="284">
                  <c:v>8.1511792290451595E-6</c:v>
                </c:pt>
                <c:pt idx="285">
                  <c:v>8.14857918803428E-6</c:v>
                </c:pt>
                <c:pt idx="286">
                  <c:v>8.1459320921492499E-6</c:v>
                </c:pt>
                <c:pt idx="287">
                  <c:v>8.1435353336059794E-6</c:v>
                </c:pt>
                <c:pt idx="288">
                  <c:v>8.1411890556550392E-6</c:v>
                </c:pt>
                <c:pt idx="289">
                  <c:v>8.1390146588854399E-6</c:v>
                </c:pt>
                <c:pt idx="290">
                  <c:v>8.1369411292517801E-6</c:v>
                </c:pt>
                <c:pt idx="291">
                  <c:v>8.13495731496541E-6</c:v>
                </c:pt>
                <c:pt idx="292">
                  <c:v>8.1330536133169397E-6</c:v>
                </c:pt>
                <c:pt idx="293">
                  <c:v>8.1312377608153208E-6</c:v>
                </c:pt>
                <c:pt idx="294">
                  <c:v>8.1295035590120894E-6</c:v>
                </c:pt>
                <c:pt idx="295">
                  <c:v>8.1277741587824594E-6</c:v>
                </c:pt>
                <c:pt idx="296">
                  <c:v>8.1261835297952005E-6</c:v>
                </c:pt>
                <c:pt idx="297">
                  <c:v>8.1245738465153894E-6</c:v>
                </c:pt>
                <c:pt idx="298">
                  <c:v>8.1231677222755602E-6</c:v>
                </c:pt>
                <c:pt idx="299">
                  <c:v>8.1218060716630807E-6</c:v>
                </c:pt>
                <c:pt idx="300">
                  <c:v>8.1205484182797204E-6</c:v>
                </c:pt>
                <c:pt idx="301">
                  <c:v>8.1194190306328593E-6</c:v>
                </c:pt>
                <c:pt idx="302">
                  <c:v>8.1182995023367099E-6</c:v>
                </c:pt>
                <c:pt idx="303">
                  <c:v>8.1173402744444606E-6</c:v>
                </c:pt>
                <c:pt idx="304">
                  <c:v>8.1164190459648504E-6</c:v>
                </c:pt>
                <c:pt idx="305">
                  <c:v>8.1156429928471693E-6</c:v>
                </c:pt>
                <c:pt idx="306">
                  <c:v>8.1149203929708805E-6</c:v>
                </c:pt>
                <c:pt idx="307">
                  <c:v>8.1143334544250801E-6</c:v>
                </c:pt>
                <c:pt idx="308">
                  <c:v>8.1138137252462408E-6</c:v>
                </c:pt>
                <c:pt idx="309">
                  <c:v>8.1134074480574306E-6</c:v>
                </c:pt>
                <c:pt idx="310">
                  <c:v>8.1130857136795792E-6</c:v>
                </c:pt>
                <c:pt idx="311">
                  <c:v>8.1128651557120004E-6</c:v>
                </c:pt>
                <c:pt idx="312">
                  <c:v>8.1127377207034099E-6</c:v>
                </c:pt>
                <c:pt idx="313">
                  <c:v>8.1127083789246508E-6</c:v>
                </c:pt>
                <c:pt idx="314">
                  <c:v>8.1127744469839892E-6</c:v>
                </c:pt>
                <c:pt idx="315">
                  <c:v>8.1129355530362297E-6</c:v>
                </c:pt>
                <c:pt idx="316">
                  <c:v>8.1131921763894193E-6</c:v>
                </c:pt>
                <c:pt idx="317">
                  <c:v>8.1135450716059505E-6</c:v>
                </c:pt>
                <c:pt idx="318">
                  <c:v>8.1139920431184294E-6</c:v>
                </c:pt>
                <c:pt idx="319">
                  <c:v>8.1145398119791901E-6</c:v>
                </c:pt>
                <c:pt idx="320">
                  <c:v>8.1151757633983707E-6</c:v>
                </c:pt>
                <c:pt idx="321">
                  <c:v>8.1159205435448905E-6</c:v>
                </c:pt>
                <c:pt idx="322">
                  <c:v>8.1167476897069602E-6</c:v>
                </c:pt>
                <c:pt idx="323">
                  <c:v>8.1177010576919608E-6</c:v>
                </c:pt>
                <c:pt idx="324">
                  <c:v>8.1187420952167801E-6</c:v>
                </c:pt>
                <c:pt idx="325">
                  <c:v>8.1198700451075906E-6</c:v>
                </c:pt>
                <c:pt idx="326">
                  <c:v>8.1211307489156403E-6</c:v>
                </c:pt>
                <c:pt idx="327">
                  <c:v>8.1224060819049504E-6</c:v>
                </c:pt>
                <c:pt idx="328">
                  <c:v>8.1238800908939999E-6</c:v>
                </c:pt>
                <c:pt idx="329">
                  <c:v>8.12531961274584E-6</c:v>
                </c:pt>
                <c:pt idx="330">
                  <c:v>8.1270057089480901E-6</c:v>
                </c:pt>
                <c:pt idx="331">
                  <c:v>8.1286277388917893E-6</c:v>
                </c:pt>
                <c:pt idx="332">
                  <c:v>8.1304962975517106E-6</c:v>
                </c:pt>
                <c:pt idx="333">
                  <c:v>8.1323012406611993E-6</c:v>
                </c:pt>
                <c:pt idx="334">
                  <c:v>8.1342675921088297E-6</c:v>
                </c:pt>
                <c:pt idx="335">
                  <c:v>8.1362410608316707E-6</c:v>
                </c:pt>
                <c:pt idx="336">
                  <c:v>8.1383930685991104E-6</c:v>
                </c:pt>
                <c:pt idx="337">
                  <c:v>8.1405647572871802E-6</c:v>
                </c:pt>
                <c:pt idx="338">
                  <c:v>8.1430157575566007E-6</c:v>
                </c:pt>
                <c:pt idx="339">
                  <c:v>8.1453892951819204E-6</c:v>
                </c:pt>
                <c:pt idx="340">
                  <c:v>8.1480621675770205E-6</c:v>
                </c:pt>
                <c:pt idx="341">
                  <c:v>8.1507269849165204E-6</c:v>
                </c:pt>
                <c:pt idx="342">
                  <c:v>8.1534717542000808E-6</c:v>
                </c:pt>
                <c:pt idx="343">
                  <c:v>8.1564298467629704E-6</c:v>
                </c:pt>
                <c:pt idx="344">
                  <c:v>8.1592454658909294E-6</c:v>
                </c:pt>
                <c:pt idx="345">
                  <c:v>8.1624080800545206E-6</c:v>
                </c:pt>
                <c:pt idx="346">
                  <c:v>8.1654156220687307E-6</c:v>
                </c:pt>
                <c:pt idx="347">
                  <c:v>8.1687815039158603E-6</c:v>
                </c:pt>
                <c:pt idx="348">
                  <c:v>8.1719981727553293E-6</c:v>
                </c:pt>
                <c:pt idx="349">
                  <c:v>8.1754860864565394E-6</c:v>
                </c:pt>
                <c:pt idx="350">
                  <c:v>8.1789459842413397E-6</c:v>
                </c:pt>
                <c:pt idx="351">
                  <c:v>8.1825982738567105E-6</c:v>
                </c:pt>
                <c:pt idx="352">
                  <c:v>8.1862633700986495E-6</c:v>
                </c:pt>
                <c:pt idx="353">
                  <c:v>8.1901281845854703E-6</c:v>
                </c:pt>
                <c:pt idx="354">
                  <c:v>8.1939821434742799E-6</c:v>
                </c:pt>
                <c:pt idx="355">
                  <c:v>8.1979846111250198E-6</c:v>
                </c:pt>
                <c:pt idx="356">
                  <c:v>8.2020315732792207E-6</c:v>
                </c:pt>
                <c:pt idx="357">
                  <c:v>8.2062443071113393E-6</c:v>
                </c:pt>
                <c:pt idx="358">
                  <c:v>8.2105168536746402E-6</c:v>
                </c:pt>
                <c:pt idx="359">
                  <c:v>8.2149160553445097E-6</c:v>
                </c:pt>
                <c:pt idx="360">
                  <c:v>8.2193902095936007E-6</c:v>
                </c:pt>
                <c:pt idx="361">
                  <c:v>8.2239794499666601E-6</c:v>
                </c:pt>
                <c:pt idx="362">
                  <c:v>8.2288134109668407E-6</c:v>
                </c:pt>
                <c:pt idx="363">
                  <c:v>8.2336670332304105E-6</c:v>
                </c:pt>
                <c:pt idx="364">
                  <c:v>8.2388272089380697E-6</c:v>
                </c:pt>
                <c:pt idx="365">
                  <c:v>8.2439228841140093E-6</c:v>
                </c:pt>
                <c:pt idx="366">
                  <c:v>8.2490425924189193E-6</c:v>
                </c:pt>
                <c:pt idx="367">
                  <c:v>8.2543767839935598E-6</c:v>
                </c:pt>
                <c:pt idx="368">
                  <c:v>8.2594821873151193E-6</c:v>
                </c:pt>
                <c:pt idx="369">
                  <c:v>8.2650555201564092E-6</c:v>
                </c:pt>
                <c:pt idx="370">
                  <c:v>8.27030052613784E-6</c:v>
                </c:pt>
                <c:pt idx="371">
                  <c:v>8.2761213095708904E-6</c:v>
                </c:pt>
                <c:pt idx="372">
                  <c:v>8.2817838137067995E-6</c:v>
                </c:pt>
                <c:pt idx="373">
                  <c:v>8.2875180996959006E-6</c:v>
                </c:pt>
                <c:pt idx="374">
                  <c:v>8.2932976920085105E-6</c:v>
                </c:pt>
                <c:pt idx="375">
                  <c:v>8.2989213442282794E-6</c:v>
                </c:pt>
                <c:pt idx="376">
                  <c:v>8.3045451606724105E-6</c:v>
                </c:pt>
                <c:pt idx="377">
                  <c:v>8.3103549090945601E-6</c:v>
                </c:pt>
                <c:pt idx="378">
                  <c:v>8.3161962750630593E-6</c:v>
                </c:pt>
                <c:pt idx="379">
                  <c:v>8.3224191174874208E-6</c:v>
                </c:pt>
                <c:pt idx="380">
                  <c:v>8.32858542669029E-6</c:v>
                </c:pt>
                <c:pt idx="381">
                  <c:v>8.3352353888420993E-6</c:v>
                </c:pt>
                <c:pt idx="382">
                  <c:v>8.3415996738705905E-6</c:v>
                </c:pt>
                <c:pt idx="383">
                  <c:v>8.3481937949705194E-6</c:v>
                </c:pt>
                <c:pt idx="384">
                  <c:v>8.3549593950449993E-6</c:v>
                </c:pt>
                <c:pt idx="385">
                  <c:v>8.3614821139006901E-6</c:v>
                </c:pt>
                <c:pt idx="386">
                  <c:v>8.3650854336140292E-6</c:v>
                </c:pt>
              </c:numCache>
            </c:numRef>
          </c:xVal>
          <c:yVal>
            <c:numRef>
              <c:f>'Post Processing - SS NaCl'!$BF$51:$BF$437</c:f>
              <c:numCache>
                <c:formatCode>General</c:formatCode>
                <c:ptCount val="387"/>
                <c:pt idx="0">
                  <c:v>0.44686162148628883</c:v>
                </c:pt>
                <c:pt idx="1">
                  <c:v>0.44700837316427733</c:v>
                </c:pt>
                <c:pt idx="2">
                  <c:v>0.44654275762964601</c:v>
                </c:pt>
                <c:pt idx="3">
                  <c:v>0.44702224290860076</c:v>
                </c:pt>
                <c:pt idx="4">
                  <c:v>0.45483959034781685</c:v>
                </c:pt>
                <c:pt idx="5">
                  <c:v>0.47323190892314781</c:v>
                </c:pt>
                <c:pt idx="6">
                  <c:v>0.50417502980275952</c:v>
                </c:pt>
                <c:pt idx="7">
                  <c:v>0.37256825689062928</c:v>
                </c:pt>
                <c:pt idx="8">
                  <c:v>0.30181739203788277</c:v>
                </c:pt>
                <c:pt idx="9">
                  <c:v>0.26172032150867303</c:v>
                </c:pt>
                <c:pt idx="10">
                  <c:v>0.25709214823818843</c:v>
                </c:pt>
                <c:pt idx="11">
                  <c:v>0.26050085690278257</c:v>
                </c:pt>
                <c:pt idx="12">
                  <c:v>0.27665717728370187</c:v>
                </c:pt>
                <c:pt idx="13">
                  <c:v>0.28684433282795979</c:v>
                </c:pt>
                <c:pt idx="14">
                  <c:v>0.30543677911498329</c:v>
                </c:pt>
                <c:pt idx="15">
                  <c:v>0.32189460571805156</c:v>
                </c:pt>
                <c:pt idx="16">
                  <c:v>0.34259412912865661</c:v>
                </c:pt>
                <c:pt idx="17">
                  <c:v>0.35916589123136111</c:v>
                </c:pt>
                <c:pt idx="18">
                  <c:v>0.38421463061692857</c:v>
                </c:pt>
                <c:pt idx="19">
                  <c:v>0.39256703875632942</c:v>
                </c:pt>
                <c:pt idx="20">
                  <c:v>0.40618334841631065</c:v>
                </c:pt>
                <c:pt idx="21">
                  <c:v>0.41765465794575635</c:v>
                </c:pt>
                <c:pt idx="22">
                  <c:v>0.43661335420255126</c:v>
                </c:pt>
                <c:pt idx="23">
                  <c:v>0.43911517705473607</c:v>
                </c:pt>
                <c:pt idx="24">
                  <c:v>0.45116470820261384</c:v>
                </c:pt>
                <c:pt idx="25">
                  <c:v>0.46814491377261575</c:v>
                </c:pt>
                <c:pt idx="26">
                  <c:v>0.47803728152037772</c:v>
                </c:pt>
                <c:pt idx="27">
                  <c:v>0.47682471669960269</c:v>
                </c:pt>
                <c:pt idx="28">
                  <c:v>0.48414646331337863</c:v>
                </c:pt>
                <c:pt idx="29">
                  <c:v>0.49674306870709889</c:v>
                </c:pt>
                <c:pt idx="30">
                  <c:v>0.5019257164923896</c:v>
                </c:pt>
                <c:pt idx="31">
                  <c:v>0.50088120832342609</c:v>
                </c:pt>
                <c:pt idx="32">
                  <c:v>0.51871896803482875</c:v>
                </c:pt>
                <c:pt idx="33">
                  <c:v>0.52243255499545482</c:v>
                </c:pt>
                <c:pt idx="34">
                  <c:v>0.52070211793228338</c:v>
                </c:pt>
                <c:pt idx="35">
                  <c:v>0.52505637551769058</c:v>
                </c:pt>
                <c:pt idx="36">
                  <c:v>0.53922444197580621</c:v>
                </c:pt>
                <c:pt idx="37">
                  <c:v>0.55752805716068909</c:v>
                </c:pt>
                <c:pt idx="38">
                  <c:v>0.54940306667733452</c:v>
                </c:pt>
                <c:pt idx="39">
                  <c:v>0.54863961704498365</c:v>
                </c:pt>
                <c:pt idx="40">
                  <c:v>0.55419191458942363</c:v>
                </c:pt>
                <c:pt idx="41">
                  <c:v>0.55853987800516247</c:v>
                </c:pt>
                <c:pt idx="42">
                  <c:v>0.55278813741035226</c:v>
                </c:pt>
                <c:pt idx="43">
                  <c:v>0.55343167696467876</c:v>
                </c:pt>
                <c:pt idx="44">
                  <c:v>0.57281709557401572</c:v>
                </c:pt>
                <c:pt idx="45">
                  <c:v>0.57543682438504307</c:v>
                </c:pt>
                <c:pt idx="46">
                  <c:v>0.57496628317891785</c:v>
                </c:pt>
                <c:pt idx="47">
                  <c:v>0.55851602239621523</c:v>
                </c:pt>
                <c:pt idx="48">
                  <c:v>0.57752206116537541</c:v>
                </c:pt>
                <c:pt idx="49">
                  <c:v>0.57731243708636115</c:v>
                </c:pt>
                <c:pt idx="50">
                  <c:v>0.5777263608100599</c:v>
                </c:pt>
                <c:pt idx="51">
                  <c:v>0.57655468027112144</c:v>
                </c:pt>
                <c:pt idx="52">
                  <c:v>0.58458774785939138</c:v>
                </c:pt>
                <c:pt idx="53">
                  <c:v>0.58160461243801176</c:v>
                </c:pt>
                <c:pt idx="54">
                  <c:v>0.57672888110977727</c:v>
                </c:pt>
                <c:pt idx="55">
                  <c:v>0.59013584781185457</c:v>
                </c:pt>
                <c:pt idx="56">
                  <c:v>0.58097246708115624</c:v>
                </c:pt>
                <c:pt idx="57">
                  <c:v>0.5780005722689826</c:v>
                </c:pt>
                <c:pt idx="58">
                  <c:v>0.58109049969152216</c:v>
                </c:pt>
                <c:pt idx="59">
                  <c:v>0.59421037539350463</c:v>
                </c:pt>
                <c:pt idx="60">
                  <c:v>0.59241480715458816</c:v>
                </c:pt>
                <c:pt idx="61">
                  <c:v>0.58939577056331405</c:v>
                </c:pt>
                <c:pt idx="62">
                  <c:v>0.60081124748394976</c:v>
                </c:pt>
                <c:pt idx="63">
                  <c:v>0.60305922735880779</c:v>
                </c:pt>
                <c:pt idx="64">
                  <c:v>0.60095816952912862</c:v>
                </c:pt>
                <c:pt idx="65">
                  <c:v>0.59894207253673271</c:v>
                </c:pt>
                <c:pt idx="66">
                  <c:v>0.60612225399536823</c:v>
                </c:pt>
                <c:pt idx="67">
                  <c:v>0.61349614384416151</c:v>
                </c:pt>
                <c:pt idx="68">
                  <c:v>0.60709770785139894</c:v>
                </c:pt>
                <c:pt idx="69">
                  <c:v>0.60748792775150584</c:v>
                </c:pt>
                <c:pt idx="70">
                  <c:v>0.60524529031226337</c:v>
                </c:pt>
                <c:pt idx="71">
                  <c:v>0.60831613618891656</c:v>
                </c:pt>
                <c:pt idx="72">
                  <c:v>0.60545221363860313</c:v>
                </c:pt>
                <c:pt idx="73">
                  <c:v>0.61143015685350011</c:v>
                </c:pt>
                <c:pt idx="74">
                  <c:v>0.61932477799723629</c:v>
                </c:pt>
                <c:pt idx="75">
                  <c:v>0.61790276872668637</c:v>
                </c:pt>
                <c:pt idx="76">
                  <c:v>0.61931968567035078</c:v>
                </c:pt>
                <c:pt idx="77">
                  <c:v>0.61937657151683256</c:v>
                </c:pt>
                <c:pt idx="78">
                  <c:v>0.61933554552724901</c:v>
                </c:pt>
                <c:pt idx="79">
                  <c:v>0.62204607753812324</c:v>
                </c:pt>
                <c:pt idx="80">
                  <c:v>0.62320629023109586</c:v>
                </c:pt>
                <c:pt idx="81">
                  <c:v>0.62167462924162686</c:v>
                </c:pt>
                <c:pt idx="82">
                  <c:v>0.62586568063597892</c:v>
                </c:pt>
                <c:pt idx="83">
                  <c:v>0.61926979781613001</c:v>
                </c:pt>
                <c:pt idx="84">
                  <c:v>0.61643682417057921</c:v>
                </c:pt>
                <c:pt idx="85">
                  <c:v>0.61143902707381148</c:v>
                </c:pt>
                <c:pt idx="86">
                  <c:v>0.62299214954977855</c:v>
                </c:pt>
                <c:pt idx="87">
                  <c:v>0.63034783867490463</c:v>
                </c:pt>
                <c:pt idx="88">
                  <c:v>0.62061207118589268</c:v>
                </c:pt>
                <c:pt idx="89">
                  <c:v>0.62254391947805732</c:v>
                </c:pt>
                <c:pt idx="90">
                  <c:v>0.62891494430777461</c:v>
                </c:pt>
                <c:pt idx="91">
                  <c:v>0.63541181596848173</c:v>
                </c:pt>
                <c:pt idx="92">
                  <c:v>0.63491049558292967</c:v>
                </c:pt>
                <c:pt idx="93">
                  <c:v>0.6460896095083436</c:v>
                </c:pt>
                <c:pt idx="94">
                  <c:v>0.62958890508370258</c:v>
                </c:pt>
                <c:pt idx="95">
                  <c:v>0.64191947623768764</c:v>
                </c:pt>
                <c:pt idx="96">
                  <c:v>0.63707289866148742</c:v>
                </c:pt>
                <c:pt idx="97">
                  <c:v>0.63228427186075054</c:v>
                </c:pt>
                <c:pt idx="98">
                  <c:v>0.63157348508446431</c:v>
                </c:pt>
                <c:pt idx="99">
                  <c:v>0.64984133373433428</c:v>
                </c:pt>
                <c:pt idx="100">
                  <c:v>0.65522568408397652</c:v>
                </c:pt>
                <c:pt idx="101">
                  <c:v>0.64320678425330591</c:v>
                </c:pt>
                <c:pt idx="102">
                  <c:v>0.62911840376096628</c:v>
                </c:pt>
                <c:pt idx="103">
                  <c:v>0.64152520764975141</c:v>
                </c:pt>
                <c:pt idx="104">
                  <c:v>0.64938858213320716</c:v>
                </c:pt>
                <c:pt idx="105">
                  <c:v>0.65134493183777764</c:v>
                </c:pt>
                <c:pt idx="106">
                  <c:v>0.65105760578264693</c:v>
                </c:pt>
                <c:pt idx="107">
                  <c:v>0.65564547499003412</c:v>
                </c:pt>
                <c:pt idx="108">
                  <c:v>0.64142199524031263</c:v>
                </c:pt>
                <c:pt idx="109">
                  <c:v>0.63729586721077447</c:v>
                </c:pt>
                <c:pt idx="110">
                  <c:v>0.64597464496406376</c:v>
                </c:pt>
                <c:pt idx="111">
                  <c:v>0.649173066078367</c:v>
                </c:pt>
                <c:pt idx="112">
                  <c:v>0.65074797425828812</c:v>
                </c:pt>
                <c:pt idx="113">
                  <c:v>0.63406332644545615</c:v>
                </c:pt>
                <c:pt idx="114">
                  <c:v>0.65477803827741154</c:v>
                </c:pt>
                <c:pt idx="115">
                  <c:v>0.65349503954780574</c:v>
                </c:pt>
                <c:pt idx="116">
                  <c:v>0.65502195874959845</c:v>
                </c:pt>
                <c:pt idx="117">
                  <c:v>0.64313713569671527</c:v>
                </c:pt>
                <c:pt idx="118">
                  <c:v>0.66236524046811052</c:v>
                </c:pt>
                <c:pt idx="119">
                  <c:v>0.66615119418775615</c:v>
                </c:pt>
                <c:pt idx="120">
                  <c:v>0.65887887946257473</c:v>
                </c:pt>
                <c:pt idx="121">
                  <c:v>0.66002032241815622</c:v>
                </c:pt>
                <c:pt idx="122">
                  <c:v>0.66823681459147954</c:v>
                </c:pt>
                <c:pt idx="123">
                  <c:v>0.66806764428685272</c:v>
                </c:pt>
                <c:pt idx="124">
                  <c:v>0.65845611348499633</c:v>
                </c:pt>
                <c:pt idx="125">
                  <c:v>0.66148818821224287</c:v>
                </c:pt>
                <c:pt idx="126">
                  <c:v>0.66537515949707249</c:v>
                </c:pt>
                <c:pt idx="127">
                  <c:v>0.66682995840313419</c:v>
                </c:pt>
                <c:pt idx="128">
                  <c:v>0.66830786990493951</c:v>
                </c:pt>
                <c:pt idx="129">
                  <c:v>0.66876038862850506</c:v>
                </c:pt>
                <c:pt idx="130">
                  <c:v>0.67079640017004893</c:v>
                </c:pt>
                <c:pt idx="131">
                  <c:v>0.66581861764434891</c:v>
                </c:pt>
                <c:pt idx="132">
                  <c:v>0.67045953255189017</c:v>
                </c:pt>
                <c:pt idx="133">
                  <c:v>0.67152705364648635</c:v>
                </c:pt>
                <c:pt idx="134">
                  <c:v>0.67084438765836896</c:v>
                </c:pt>
                <c:pt idx="135">
                  <c:v>0.67235752462011256</c:v>
                </c:pt>
                <c:pt idx="136">
                  <c:v>0.67170728644921462</c:v>
                </c:pt>
                <c:pt idx="137">
                  <c:v>0.67299187305117503</c:v>
                </c:pt>
                <c:pt idx="138">
                  <c:v>0.67211016068965201</c:v>
                </c:pt>
                <c:pt idx="139">
                  <c:v>0.66879674367807984</c:v>
                </c:pt>
                <c:pt idx="140">
                  <c:v>0.66869389700782689</c:v>
                </c:pt>
                <c:pt idx="141">
                  <c:v>0.67285135468272106</c:v>
                </c:pt>
                <c:pt idx="142">
                  <c:v>0.67160770822299665</c:v>
                </c:pt>
                <c:pt idx="143">
                  <c:v>0.66957471819284275</c:v>
                </c:pt>
                <c:pt idx="144">
                  <c:v>0.67121898746755571</c:v>
                </c:pt>
                <c:pt idx="145">
                  <c:v>0.67727854018301181</c:v>
                </c:pt>
                <c:pt idx="146">
                  <c:v>0.67265994237445426</c:v>
                </c:pt>
                <c:pt idx="147">
                  <c:v>0.66550730183350515</c:v>
                </c:pt>
                <c:pt idx="148">
                  <c:v>0.66679029226790387</c:v>
                </c:pt>
                <c:pt idx="149">
                  <c:v>0.6724234840575315</c:v>
                </c:pt>
                <c:pt idx="150">
                  <c:v>0.67524708871710215</c:v>
                </c:pt>
                <c:pt idx="151">
                  <c:v>0.67504176366506441</c:v>
                </c:pt>
                <c:pt idx="152">
                  <c:v>0.67744151938546748</c:v>
                </c:pt>
                <c:pt idx="153">
                  <c:v>0.6807765156675879</c:v>
                </c:pt>
                <c:pt idx="154">
                  <c:v>0.67611698066787385</c:v>
                </c:pt>
                <c:pt idx="155">
                  <c:v>0.67336142274418209</c:v>
                </c:pt>
                <c:pt idx="156">
                  <c:v>0.674001778196609</c:v>
                </c:pt>
                <c:pt idx="157">
                  <c:v>0.68042933756356139</c:v>
                </c:pt>
                <c:pt idx="158">
                  <c:v>0.68367563132066245</c:v>
                </c:pt>
                <c:pt idx="159">
                  <c:v>0.68012106294264263</c:v>
                </c:pt>
                <c:pt idx="160">
                  <c:v>0.68339740173753771</c:v>
                </c:pt>
                <c:pt idx="161">
                  <c:v>0.67318165647635464</c:v>
                </c:pt>
                <c:pt idx="162">
                  <c:v>0.68380944453636983</c:v>
                </c:pt>
                <c:pt idx="163">
                  <c:v>0.68366622722611003</c:v>
                </c:pt>
                <c:pt idx="164">
                  <c:v>0.68044934188085338</c:v>
                </c:pt>
                <c:pt idx="165">
                  <c:v>0.68385548955385556</c:v>
                </c:pt>
                <c:pt idx="166">
                  <c:v>0.69028019444562472</c:v>
                </c:pt>
                <c:pt idx="167">
                  <c:v>0.69321186887746855</c:v>
                </c:pt>
                <c:pt idx="168">
                  <c:v>0.68107445267221001</c:v>
                </c:pt>
                <c:pt idx="169">
                  <c:v>0.68650005748492759</c:v>
                </c:pt>
                <c:pt idx="170">
                  <c:v>0.69015993964197786</c:v>
                </c:pt>
                <c:pt idx="171">
                  <c:v>0.69161867537775579</c:v>
                </c:pt>
                <c:pt idx="172">
                  <c:v>0.69191533309368636</c:v>
                </c:pt>
                <c:pt idx="173">
                  <c:v>0.68961587073806008</c:v>
                </c:pt>
                <c:pt idx="174">
                  <c:v>0.69391525770141171</c:v>
                </c:pt>
                <c:pt idx="175">
                  <c:v>0.6911614407154425</c:v>
                </c:pt>
                <c:pt idx="176">
                  <c:v>0.69169866502914668</c:v>
                </c:pt>
                <c:pt idx="177">
                  <c:v>0.69169195351870716</c:v>
                </c:pt>
                <c:pt idx="178">
                  <c:v>0.69261314972056465</c:v>
                </c:pt>
                <c:pt idx="179">
                  <c:v>0.6928083462264728</c:v>
                </c:pt>
                <c:pt idx="180">
                  <c:v>0.69365654651299824</c:v>
                </c:pt>
                <c:pt idx="181">
                  <c:v>0.6958727324114683</c:v>
                </c:pt>
                <c:pt idx="182">
                  <c:v>0.69552123323287918</c:v>
                </c:pt>
                <c:pt idx="183">
                  <c:v>0.68922258027602457</c:v>
                </c:pt>
                <c:pt idx="184">
                  <c:v>0.68908381074786196</c:v>
                </c:pt>
                <c:pt idx="185">
                  <c:v>0.69296947341324122</c:v>
                </c:pt>
                <c:pt idx="186">
                  <c:v>0.6941551445787203</c:v>
                </c:pt>
                <c:pt idx="187">
                  <c:v>0.69371657080545301</c:v>
                </c:pt>
                <c:pt idx="188">
                  <c:v>0.69902291410963802</c:v>
                </c:pt>
                <c:pt idx="189">
                  <c:v>0.69737142913461936</c:v>
                </c:pt>
                <c:pt idx="190">
                  <c:v>0.70050529010724749</c:v>
                </c:pt>
                <c:pt idx="191">
                  <c:v>0.6984734333827548</c:v>
                </c:pt>
                <c:pt idx="192">
                  <c:v>0.69958267281971565</c:v>
                </c:pt>
                <c:pt idx="193">
                  <c:v>0.69805817958141692</c:v>
                </c:pt>
                <c:pt idx="194">
                  <c:v>0.7015072844961332</c:v>
                </c:pt>
                <c:pt idx="195">
                  <c:v>0.70034973566642078</c:v>
                </c:pt>
                <c:pt idx="196">
                  <c:v>0.69995816012307221</c:v>
                </c:pt>
                <c:pt idx="197">
                  <c:v>0.70132558463506756</c:v>
                </c:pt>
                <c:pt idx="198">
                  <c:v>0.69960967775849225</c:v>
                </c:pt>
                <c:pt idx="199">
                  <c:v>0.70413786001411338</c:v>
                </c:pt>
                <c:pt idx="200">
                  <c:v>0.70423835802415014</c:v>
                </c:pt>
                <c:pt idx="201">
                  <c:v>0.70045731524589183</c:v>
                </c:pt>
                <c:pt idx="202">
                  <c:v>0.69599110060184477</c:v>
                </c:pt>
                <c:pt idx="203">
                  <c:v>0.69588627274498349</c:v>
                </c:pt>
                <c:pt idx="204">
                  <c:v>0.70284293263011399</c:v>
                </c:pt>
                <c:pt idx="205">
                  <c:v>0.70087939341188188</c:v>
                </c:pt>
                <c:pt idx="206">
                  <c:v>0.69843747287994884</c:v>
                </c:pt>
                <c:pt idx="207">
                  <c:v>0.70138671665263841</c:v>
                </c:pt>
                <c:pt idx="208">
                  <c:v>0.69580210045618807</c:v>
                </c:pt>
                <c:pt idx="209">
                  <c:v>0.69501880493466783</c:v>
                </c:pt>
                <c:pt idx="210">
                  <c:v>0.69403717355311356</c:v>
                </c:pt>
                <c:pt idx="211">
                  <c:v>0.70017425506633535</c:v>
                </c:pt>
                <c:pt idx="212">
                  <c:v>0.69870568340011263</c:v>
                </c:pt>
                <c:pt idx="213">
                  <c:v>0.70521633858043475</c:v>
                </c:pt>
                <c:pt idx="214">
                  <c:v>0.69579221625356724</c:v>
                </c:pt>
                <c:pt idx="215">
                  <c:v>0.7058633140722782</c:v>
                </c:pt>
                <c:pt idx="216">
                  <c:v>0.6998884407338738</c:v>
                </c:pt>
                <c:pt idx="217">
                  <c:v>0.70351977429145551</c:v>
                </c:pt>
                <c:pt idx="218">
                  <c:v>0.70467869420217633</c:v>
                </c:pt>
                <c:pt idx="219">
                  <c:v>0.71072736291863203</c:v>
                </c:pt>
                <c:pt idx="220">
                  <c:v>0.71173101206918854</c:v>
                </c:pt>
                <c:pt idx="221">
                  <c:v>0.70661476086583097</c:v>
                </c:pt>
                <c:pt idx="222">
                  <c:v>0.70637191585527948</c:v>
                </c:pt>
                <c:pt idx="223">
                  <c:v>0.70352471573488284</c:v>
                </c:pt>
                <c:pt idx="224">
                  <c:v>0.70802903427964126</c:v>
                </c:pt>
                <c:pt idx="225">
                  <c:v>0.70512866076739478</c:v>
                </c:pt>
                <c:pt idx="226">
                  <c:v>0.70854062975809795</c:v>
                </c:pt>
                <c:pt idx="227">
                  <c:v>0.7053871177351132</c:v>
                </c:pt>
                <c:pt idx="228">
                  <c:v>0.70900665175155242</c:v>
                </c:pt>
                <c:pt idx="229">
                  <c:v>0.70847601245420821</c:v>
                </c:pt>
                <c:pt idx="230">
                  <c:v>0.70578769667733865</c:v>
                </c:pt>
                <c:pt idx="231">
                  <c:v>0.70572351121938603</c:v>
                </c:pt>
                <c:pt idx="232">
                  <c:v>0.71040549794377006</c:v>
                </c:pt>
                <c:pt idx="233">
                  <c:v>0.71062284758210326</c:v>
                </c:pt>
                <c:pt idx="234">
                  <c:v>0.70951783754702302</c:v>
                </c:pt>
                <c:pt idx="235">
                  <c:v>0.71089064160902826</c:v>
                </c:pt>
                <c:pt idx="236">
                  <c:v>0.71140252057096298</c:v>
                </c:pt>
                <c:pt idx="237">
                  <c:v>0.714241457013291</c:v>
                </c:pt>
                <c:pt idx="238">
                  <c:v>0.71902151767812705</c:v>
                </c:pt>
                <c:pt idx="239">
                  <c:v>0.72246076030489537</c:v>
                </c:pt>
                <c:pt idx="240">
                  <c:v>0.71988799280330951</c:v>
                </c:pt>
                <c:pt idx="241">
                  <c:v>0.72596304567310033</c:v>
                </c:pt>
                <c:pt idx="242">
                  <c:v>0.72061365447037018</c:v>
                </c:pt>
                <c:pt idx="243">
                  <c:v>0.7186678226889528</c:v>
                </c:pt>
                <c:pt idx="244">
                  <c:v>0.71492349076799466</c:v>
                </c:pt>
                <c:pt idx="245">
                  <c:v>0.712437340009899</c:v>
                </c:pt>
                <c:pt idx="246">
                  <c:v>0.7109128683999022</c:v>
                </c:pt>
                <c:pt idx="247">
                  <c:v>0.70757022939944503</c:v>
                </c:pt>
                <c:pt idx="248">
                  <c:v>0.70820612838771146</c:v>
                </c:pt>
                <c:pt idx="249">
                  <c:v>0.71162790082878136</c:v>
                </c:pt>
                <c:pt idx="250">
                  <c:v>0.71226607885551596</c:v>
                </c:pt>
                <c:pt idx="251">
                  <c:v>0.7085605877497213</c:v>
                </c:pt>
                <c:pt idx="252">
                  <c:v>0.70824594454212986</c:v>
                </c:pt>
                <c:pt idx="253">
                  <c:v>0.715895086735297</c:v>
                </c:pt>
                <c:pt idx="254">
                  <c:v>0.71192351742209115</c:v>
                </c:pt>
                <c:pt idx="255">
                  <c:v>0.71529401958015182</c:v>
                </c:pt>
                <c:pt idx="256">
                  <c:v>0.71503869472319026</c:v>
                </c:pt>
                <c:pt idx="257">
                  <c:v>0.7133984194010603</c:v>
                </c:pt>
                <c:pt idx="258">
                  <c:v>0.71411582596117029</c:v>
                </c:pt>
                <c:pt idx="259">
                  <c:v>0.70987205234737916</c:v>
                </c:pt>
                <c:pt idx="260">
                  <c:v>0.70953509761064726</c:v>
                </c:pt>
                <c:pt idx="261">
                  <c:v>0.70935920927831075</c:v>
                </c:pt>
                <c:pt idx="262">
                  <c:v>0.71207792396829617</c:v>
                </c:pt>
                <c:pt idx="263">
                  <c:v>0.70996421867327797</c:v>
                </c:pt>
                <c:pt idx="264">
                  <c:v>0.70603807101686977</c:v>
                </c:pt>
                <c:pt idx="265">
                  <c:v>0.70944237134221755</c:v>
                </c:pt>
                <c:pt idx="266">
                  <c:v>0.70902854021883666</c:v>
                </c:pt>
                <c:pt idx="267">
                  <c:v>0.71101344976361736</c:v>
                </c:pt>
                <c:pt idx="268">
                  <c:v>0.71384895546987059</c:v>
                </c:pt>
                <c:pt idx="269">
                  <c:v>0.71858802969239899</c:v>
                </c:pt>
                <c:pt idx="270">
                  <c:v>0.71607349803571341</c:v>
                </c:pt>
                <c:pt idx="271">
                  <c:v>0.70315866462069243</c:v>
                </c:pt>
                <c:pt idx="272">
                  <c:v>0.71302883366787928</c:v>
                </c:pt>
                <c:pt idx="273">
                  <c:v>0.71637920200583383</c:v>
                </c:pt>
                <c:pt idx="274">
                  <c:v>0.71677983268688927</c:v>
                </c:pt>
                <c:pt idx="275">
                  <c:v>0.70802999856625426</c:v>
                </c:pt>
                <c:pt idx="276">
                  <c:v>0.71969417008455638</c:v>
                </c:pt>
                <c:pt idx="277">
                  <c:v>0.72127966419899636</c:v>
                </c:pt>
                <c:pt idx="278">
                  <c:v>0.71638908965086701</c:v>
                </c:pt>
                <c:pt idx="279">
                  <c:v>0.71700319328293138</c:v>
                </c:pt>
                <c:pt idx="280">
                  <c:v>0.72012430316355036</c:v>
                </c:pt>
                <c:pt idx="281">
                  <c:v>0.71686809593575707</c:v>
                </c:pt>
                <c:pt idx="282">
                  <c:v>0.71569643931060412</c:v>
                </c:pt>
                <c:pt idx="283">
                  <c:v>0.715542519245981</c:v>
                </c:pt>
                <c:pt idx="284">
                  <c:v>0.71408521448618933</c:v>
                </c:pt>
                <c:pt idx="285">
                  <c:v>0.71727448954190054</c:v>
                </c:pt>
                <c:pt idx="286">
                  <c:v>0.71738195832539442</c:v>
                </c:pt>
                <c:pt idx="287">
                  <c:v>0.71759992275770934</c:v>
                </c:pt>
                <c:pt idx="288">
                  <c:v>0.71431092419177011</c:v>
                </c:pt>
                <c:pt idx="289">
                  <c:v>0.72000217843179781</c:v>
                </c:pt>
                <c:pt idx="290">
                  <c:v>0.71657655719198154</c:v>
                </c:pt>
                <c:pt idx="291">
                  <c:v>0.71563642754888712</c:v>
                </c:pt>
                <c:pt idx="292">
                  <c:v>0.71176847010191924</c:v>
                </c:pt>
                <c:pt idx="293">
                  <c:v>0.71436789237182774</c:v>
                </c:pt>
                <c:pt idx="294">
                  <c:v>0.71412628115383325</c:v>
                </c:pt>
                <c:pt idx="295">
                  <c:v>0.70963200347050981</c:v>
                </c:pt>
                <c:pt idx="296">
                  <c:v>0.70878396798715337</c:v>
                </c:pt>
                <c:pt idx="297">
                  <c:v>0.71409697569907626</c:v>
                </c:pt>
                <c:pt idx="298">
                  <c:v>0.71707344983565524</c:v>
                </c:pt>
                <c:pt idx="299">
                  <c:v>0.71283587935774861</c:v>
                </c:pt>
                <c:pt idx="300">
                  <c:v>0.7138623624413315</c:v>
                </c:pt>
                <c:pt idx="301">
                  <c:v>0.7194375278153371</c:v>
                </c:pt>
                <c:pt idx="302">
                  <c:v>0.72255328287307707</c:v>
                </c:pt>
                <c:pt idx="303">
                  <c:v>0.71654662506542566</c:v>
                </c:pt>
                <c:pt idx="304">
                  <c:v>0.71718725426373309</c:v>
                </c:pt>
                <c:pt idx="305">
                  <c:v>0.72094319031278031</c:v>
                </c:pt>
                <c:pt idx="306">
                  <c:v>0.72451648441047956</c:v>
                </c:pt>
                <c:pt idx="307">
                  <c:v>0.71760716939369595</c:v>
                </c:pt>
                <c:pt idx="308">
                  <c:v>0.71662777920350407</c:v>
                </c:pt>
                <c:pt idx="309">
                  <c:v>0.71839443436346095</c:v>
                </c:pt>
                <c:pt idx="310">
                  <c:v>0.72070299523322945</c:v>
                </c:pt>
                <c:pt idx="311">
                  <c:v>0.71706379599550829</c:v>
                </c:pt>
                <c:pt idx="312">
                  <c:v>0.71968945548860641</c:v>
                </c:pt>
                <c:pt idx="313">
                  <c:v>0.72364822195738798</c:v>
                </c:pt>
                <c:pt idx="314">
                  <c:v>0.72313884450447863</c:v>
                </c:pt>
                <c:pt idx="315">
                  <c:v>0.71950479103237686</c:v>
                </c:pt>
                <c:pt idx="316">
                  <c:v>0.71827730520339161</c:v>
                </c:pt>
                <c:pt idx="317">
                  <c:v>0.72031528683260315</c:v>
                </c:pt>
                <c:pt idx="318">
                  <c:v>0.72349752227385733</c:v>
                </c:pt>
                <c:pt idx="319">
                  <c:v>0.71995977477897721</c:v>
                </c:pt>
                <c:pt idx="320">
                  <c:v>0.71602613296134432</c:v>
                </c:pt>
                <c:pt idx="321">
                  <c:v>0.71481626818842492</c:v>
                </c:pt>
                <c:pt idx="322">
                  <c:v>0.71348216617365878</c:v>
                </c:pt>
                <c:pt idx="323">
                  <c:v>0.71352983843728135</c:v>
                </c:pt>
                <c:pt idx="324">
                  <c:v>0.71029620855645914</c:v>
                </c:pt>
                <c:pt idx="325">
                  <c:v>0.70653368647673376</c:v>
                </c:pt>
                <c:pt idx="326">
                  <c:v>0.70674830278209644</c:v>
                </c:pt>
                <c:pt idx="327">
                  <c:v>0.71132334499543393</c:v>
                </c:pt>
                <c:pt idx="328">
                  <c:v>0.70838947770088434</c:v>
                </c:pt>
                <c:pt idx="329">
                  <c:v>0.70849803031889569</c:v>
                </c:pt>
                <c:pt idx="330">
                  <c:v>0.70833434246915905</c:v>
                </c:pt>
                <c:pt idx="331">
                  <c:v>0.7219845276268938</c:v>
                </c:pt>
                <c:pt idx="332">
                  <c:v>0.719514506844533</c:v>
                </c:pt>
                <c:pt idx="333">
                  <c:v>0.71881001619560858</c:v>
                </c:pt>
                <c:pt idx="334">
                  <c:v>0.72686288125681175</c:v>
                </c:pt>
                <c:pt idx="335">
                  <c:v>0.73612762808943832</c:v>
                </c:pt>
                <c:pt idx="336">
                  <c:v>0.73707025169274643</c:v>
                </c:pt>
                <c:pt idx="337">
                  <c:v>0.72864661418069199</c:v>
                </c:pt>
                <c:pt idx="338">
                  <c:v>0.7295116459675578</c:v>
                </c:pt>
                <c:pt idx="339">
                  <c:v>0.73532782697090571</c:v>
                </c:pt>
                <c:pt idx="340">
                  <c:v>0.73105117027718736</c:v>
                </c:pt>
                <c:pt idx="341">
                  <c:v>0.72541776973676009</c:v>
                </c:pt>
                <c:pt idx="342">
                  <c:v>0.72373761649540147</c:v>
                </c:pt>
                <c:pt idx="343">
                  <c:v>0.72616408294110035</c:v>
                </c:pt>
                <c:pt idx="344">
                  <c:v>0.72051597660748223</c:v>
                </c:pt>
                <c:pt idx="345">
                  <c:v>0.71727666453765038</c:v>
                </c:pt>
                <c:pt idx="346">
                  <c:v>0.71409371076447947</c:v>
                </c:pt>
                <c:pt idx="347">
                  <c:v>0.71744893381844832</c:v>
                </c:pt>
                <c:pt idx="348">
                  <c:v>0.72019049265279633</c:v>
                </c:pt>
                <c:pt idx="349">
                  <c:v>0.71944820465355364</c:v>
                </c:pt>
                <c:pt idx="350">
                  <c:v>0.71419280004822638</c:v>
                </c:pt>
                <c:pt idx="351">
                  <c:v>0.71778371747899639</c:v>
                </c:pt>
                <c:pt idx="352">
                  <c:v>0.71977875239472933</c:v>
                </c:pt>
                <c:pt idx="353">
                  <c:v>0.7205749010883542</c:v>
                </c:pt>
                <c:pt idx="354">
                  <c:v>0.72207028196440748</c:v>
                </c:pt>
                <c:pt idx="355">
                  <c:v>0.72156608876606609</c:v>
                </c:pt>
                <c:pt idx="356">
                  <c:v>0.72430842973618303</c:v>
                </c:pt>
                <c:pt idx="357">
                  <c:v>0.72228628135520501</c:v>
                </c:pt>
                <c:pt idx="358">
                  <c:v>0.72209785954665084</c:v>
                </c:pt>
                <c:pt idx="359">
                  <c:v>0.72074940987733616</c:v>
                </c:pt>
                <c:pt idx="360">
                  <c:v>0.71870841446405787</c:v>
                </c:pt>
                <c:pt idx="361">
                  <c:v>0.72135666194223913</c:v>
                </c:pt>
                <c:pt idx="362">
                  <c:v>0.71983541861285727</c:v>
                </c:pt>
                <c:pt idx="363">
                  <c:v>0.71941190365467034</c:v>
                </c:pt>
                <c:pt idx="364">
                  <c:v>0.71580180087530698</c:v>
                </c:pt>
                <c:pt idx="365">
                  <c:v>0.71844436303706638</c:v>
                </c:pt>
                <c:pt idx="366">
                  <c:v>0.72227134606679066</c:v>
                </c:pt>
                <c:pt idx="367">
                  <c:v>0.72254374559847845</c:v>
                </c:pt>
                <c:pt idx="368">
                  <c:v>0.72280438896237797</c:v>
                </c:pt>
                <c:pt idx="369">
                  <c:v>0.71886561708342345</c:v>
                </c:pt>
                <c:pt idx="370">
                  <c:v>0.71867676041233475</c:v>
                </c:pt>
                <c:pt idx="371">
                  <c:v>0.72413883248395117</c:v>
                </c:pt>
                <c:pt idx="372">
                  <c:v>0.72006972035105821</c:v>
                </c:pt>
                <c:pt idx="373">
                  <c:v>0.71971989143832438</c:v>
                </c:pt>
                <c:pt idx="374">
                  <c:v>0.71194082400516545</c:v>
                </c:pt>
                <c:pt idx="375">
                  <c:v>0.70353855880960947</c:v>
                </c:pt>
                <c:pt idx="376">
                  <c:v>0.70465348242981674</c:v>
                </c:pt>
                <c:pt idx="377">
                  <c:v>0.71658429727494999</c:v>
                </c:pt>
                <c:pt idx="378">
                  <c:v>0.71496291191667372</c:v>
                </c:pt>
                <c:pt idx="379">
                  <c:v>0.71199515773604816</c:v>
                </c:pt>
                <c:pt idx="380">
                  <c:v>0.70494089877728472</c:v>
                </c:pt>
                <c:pt idx="381">
                  <c:v>0.72533117759435672</c:v>
                </c:pt>
                <c:pt idx="382">
                  <c:v>0.71553794450274044</c:v>
                </c:pt>
                <c:pt idx="383">
                  <c:v>0.70424298722645895</c:v>
                </c:pt>
                <c:pt idx="384">
                  <c:v>0.71032052749814734</c:v>
                </c:pt>
                <c:pt idx="385">
                  <c:v>0.73232894138294069</c:v>
                </c:pt>
                <c:pt idx="386">
                  <c:v>0.75092244151132514</c:v>
                </c:pt>
              </c:numCache>
            </c:numRef>
          </c:yVal>
          <c:smooth val="0"/>
          <c:extLst>
            <c:ext xmlns:c16="http://schemas.microsoft.com/office/drawing/2014/chart" uri="{C3380CC4-5D6E-409C-BE32-E72D297353CC}">
              <c16:uniqueId val="{00000004-212A-441A-8CC4-ABEA5372C228}"/>
            </c:ext>
          </c:extLst>
        </c:ser>
        <c:ser>
          <c:idx val="6"/>
          <c:order val="5"/>
          <c:tx>
            <c:strRef>
              <c:f>'Post Processing - SS NaCl'!$BT$1</c:f>
              <c:strCache>
                <c:ptCount val="1"/>
                <c:pt idx="0">
                  <c:v>NF270_MC3_07.22.24_SNaCl</c:v>
                </c:pt>
              </c:strCache>
            </c:strRef>
          </c:tx>
          <c:spPr>
            <a:ln w="25400" cap="rnd">
              <a:noFill/>
              <a:round/>
            </a:ln>
            <a:effectLst/>
          </c:spPr>
          <c:marker>
            <c:symbol val="circle"/>
            <c:size val="2"/>
            <c:spPr>
              <a:solidFill>
                <a:schemeClr val="accent1">
                  <a:lumMod val="60000"/>
                </a:schemeClr>
              </a:solidFill>
              <a:ln w="9525">
                <a:solidFill>
                  <a:schemeClr val="accent1">
                    <a:lumMod val="60000"/>
                  </a:schemeClr>
                </a:solidFill>
              </a:ln>
              <a:effectLst/>
            </c:spPr>
          </c:marker>
          <c:xVal>
            <c:numRef>
              <c:f>'Post Processing - SS NaCl'!$BY$56:$BY$1323</c:f>
              <c:numCache>
                <c:formatCode>0.00E+00</c:formatCode>
                <c:ptCount val="1268"/>
                <c:pt idx="0">
                  <c:v>7.1001363442899704E-6</c:v>
                </c:pt>
                <c:pt idx="1">
                  <c:v>7.1021669961765002E-6</c:v>
                </c:pt>
                <c:pt idx="2">
                  <c:v>7.10426666998854E-6</c:v>
                </c:pt>
                <c:pt idx="3">
                  <c:v>7.1063097603505301E-6</c:v>
                </c:pt>
                <c:pt idx="4">
                  <c:v>7.1084000782564198E-6</c:v>
                </c:pt>
                <c:pt idx="5">
                  <c:v>7.1104321816535099E-6</c:v>
                </c:pt>
                <c:pt idx="6">
                  <c:v>7.11251677762054E-6</c:v>
                </c:pt>
                <c:pt idx="7">
                  <c:v>7.1145591898790903E-6</c:v>
                </c:pt>
                <c:pt idx="8">
                  <c:v>7.1166403327586103E-6</c:v>
                </c:pt>
                <c:pt idx="9">
                  <c:v>7.1186873096024299E-6</c:v>
                </c:pt>
                <c:pt idx="10">
                  <c:v>7.1207627366481801E-6</c:v>
                </c:pt>
                <c:pt idx="11">
                  <c:v>7.12280974671813E-6</c:v>
                </c:pt>
                <c:pt idx="12">
                  <c:v>7.1248802190151599E-6</c:v>
                </c:pt>
                <c:pt idx="13">
                  <c:v>7.1269320859114597E-6</c:v>
                </c:pt>
                <c:pt idx="14">
                  <c:v>7.1290013716603103E-6</c:v>
                </c:pt>
                <c:pt idx="15">
                  <c:v>7.1310618527911503E-6</c:v>
                </c:pt>
                <c:pt idx="16">
                  <c:v>7.1331207664791696E-6</c:v>
                </c:pt>
                <c:pt idx="17">
                  <c:v>7.1351924128607599E-6</c:v>
                </c:pt>
                <c:pt idx="18">
                  <c:v>7.1372364439961203E-6</c:v>
                </c:pt>
                <c:pt idx="19">
                  <c:v>7.1392995311232802E-6</c:v>
                </c:pt>
                <c:pt idx="20">
                  <c:v>7.1413372766970902E-6</c:v>
                </c:pt>
                <c:pt idx="21">
                  <c:v>7.1434094093499599E-6</c:v>
                </c:pt>
                <c:pt idx="22">
                  <c:v>7.1454264373330401E-6</c:v>
                </c:pt>
                <c:pt idx="23">
                  <c:v>7.1475451931119597E-6</c:v>
                </c:pt>
                <c:pt idx="24">
                  <c:v>7.1496083913051603E-6</c:v>
                </c:pt>
                <c:pt idx="25">
                  <c:v>7.1517009809832996E-6</c:v>
                </c:pt>
                <c:pt idx="26">
                  <c:v>7.15379198296227E-6</c:v>
                </c:pt>
                <c:pt idx="27">
                  <c:v>7.15583679351245E-6</c:v>
                </c:pt>
                <c:pt idx="28">
                  <c:v>7.1578934058133297E-6</c:v>
                </c:pt>
                <c:pt idx="29">
                  <c:v>7.1599220335011602E-6</c:v>
                </c:pt>
                <c:pt idx="30">
                  <c:v>7.1620121311581896E-6</c:v>
                </c:pt>
                <c:pt idx="31">
                  <c:v>7.16400748005155E-6</c:v>
                </c:pt>
                <c:pt idx="32">
                  <c:v>7.16612803504271E-6</c:v>
                </c:pt>
                <c:pt idx="33">
                  <c:v>7.1680911887557997E-6</c:v>
                </c:pt>
                <c:pt idx="34">
                  <c:v>7.1701366293339596E-6</c:v>
                </c:pt>
                <c:pt idx="35">
                  <c:v>7.1721557659243604E-6</c:v>
                </c:pt>
                <c:pt idx="36">
                  <c:v>7.1741243615849298E-6</c:v>
                </c:pt>
                <c:pt idx="37">
                  <c:v>7.1761512113365103E-6</c:v>
                </c:pt>
                <c:pt idx="38">
                  <c:v>7.1781952172763598E-6</c:v>
                </c:pt>
                <c:pt idx="39">
                  <c:v>7.1801488777139703E-6</c:v>
                </c:pt>
                <c:pt idx="40">
                  <c:v>7.1821627053975E-6</c:v>
                </c:pt>
                <c:pt idx="41">
                  <c:v>7.1841127189958E-6</c:v>
                </c:pt>
                <c:pt idx="42">
                  <c:v>7.1860226135989303E-6</c:v>
                </c:pt>
                <c:pt idx="43">
                  <c:v>7.1879622782997398E-6</c:v>
                </c:pt>
                <c:pt idx="44">
                  <c:v>7.1898790460332596E-6</c:v>
                </c:pt>
                <c:pt idx="45">
                  <c:v>7.1917860925000801E-6</c:v>
                </c:pt>
                <c:pt idx="46">
                  <c:v>7.1937161569318701E-6</c:v>
                </c:pt>
                <c:pt idx="47">
                  <c:v>7.1956136310957996E-6</c:v>
                </c:pt>
                <c:pt idx="48">
                  <c:v>7.19757221941938E-6</c:v>
                </c:pt>
                <c:pt idx="49">
                  <c:v>7.1995987399049296E-6</c:v>
                </c:pt>
                <c:pt idx="50">
                  <c:v>7.2015397918249199E-6</c:v>
                </c:pt>
                <c:pt idx="51">
                  <c:v>7.2035781778582399E-6</c:v>
                </c:pt>
                <c:pt idx="52">
                  <c:v>7.2055990167767799E-6</c:v>
                </c:pt>
                <c:pt idx="53">
                  <c:v>7.2075399696848698E-6</c:v>
                </c:pt>
                <c:pt idx="54">
                  <c:v>7.2096788807931898E-6</c:v>
                </c:pt>
                <c:pt idx="55">
                  <c:v>7.2117237007024503E-6</c:v>
                </c:pt>
                <c:pt idx="56">
                  <c:v>7.2137732385934804E-6</c:v>
                </c:pt>
                <c:pt idx="57">
                  <c:v>7.2158972337942097E-6</c:v>
                </c:pt>
                <c:pt idx="58">
                  <c:v>7.2179112705735298E-6</c:v>
                </c:pt>
                <c:pt idx="59">
                  <c:v>7.2199982680587201E-6</c:v>
                </c:pt>
                <c:pt idx="60">
                  <c:v>7.2220760835477199E-6</c:v>
                </c:pt>
                <c:pt idx="61">
                  <c:v>7.2241089872537098E-6</c:v>
                </c:pt>
                <c:pt idx="62">
                  <c:v>7.2261751727414E-6</c:v>
                </c:pt>
                <c:pt idx="63">
                  <c:v>7.2281649155699901E-6</c:v>
                </c:pt>
                <c:pt idx="64">
                  <c:v>7.2302446395148602E-6</c:v>
                </c:pt>
                <c:pt idx="65">
                  <c:v>7.2322164153410603E-6</c:v>
                </c:pt>
                <c:pt idx="66">
                  <c:v>7.2343052086514198E-6</c:v>
                </c:pt>
                <c:pt idx="67">
                  <c:v>7.2362939774388098E-6</c:v>
                </c:pt>
                <c:pt idx="68">
                  <c:v>7.2383461808253896E-6</c:v>
                </c:pt>
                <c:pt idx="69">
                  <c:v>7.2403675383200903E-6</c:v>
                </c:pt>
                <c:pt idx="70">
                  <c:v>7.2424045822082399E-6</c:v>
                </c:pt>
                <c:pt idx="71">
                  <c:v>7.2444287797562098E-6</c:v>
                </c:pt>
                <c:pt idx="72">
                  <c:v>7.2464688014506501E-6</c:v>
                </c:pt>
                <c:pt idx="73">
                  <c:v>7.2485025117465499E-6</c:v>
                </c:pt>
                <c:pt idx="74">
                  <c:v>7.2505299185109004E-6</c:v>
                </c:pt>
                <c:pt idx="75">
                  <c:v>7.25257906954528E-6</c:v>
                </c:pt>
                <c:pt idx="76">
                  <c:v>7.25458852968315E-6</c:v>
                </c:pt>
                <c:pt idx="77">
                  <c:v>7.2566302634025104E-6</c:v>
                </c:pt>
                <c:pt idx="78">
                  <c:v>7.2586220973805603E-6</c:v>
                </c:pt>
                <c:pt idx="79">
                  <c:v>7.26067569457687E-6</c:v>
                </c:pt>
                <c:pt idx="80">
                  <c:v>7.2626508084622803E-6</c:v>
                </c:pt>
                <c:pt idx="81">
                  <c:v>7.2647429299665504E-6</c:v>
                </c:pt>
                <c:pt idx="82">
                  <c:v>7.2666905220403598E-6</c:v>
                </c:pt>
                <c:pt idx="83">
                  <c:v>7.2687952095946998E-6</c:v>
                </c:pt>
                <c:pt idx="84">
                  <c:v>7.2707481730751596E-6</c:v>
                </c:pt>
                <c:pt idx="85">
                  <c:v>7.27283861461058E-6</c:v>
                </c:pt>
                <c:pt idx="86">
                  <c:v>7.2748124898662903E-6</c:v>
                </c:pt>
                <c:pt idx="87">
                  <c:v>7.2768997906439602E-6</c:v>
                </c:pt>
                <c:pt idx="88">
                  <c:v>7.2788439650283898E-6</c:v>
                </c:pt>
                <c:pt idx="89">
                  <c:v>7.2809612572290002E-6</c:v>
                </c:pt>
                <c:pt idx="90">
                  <c:v>7.2829716901978101E-6</c:v>
                </c:pt>
                <c:pt idx="91">
                  <c:v>7.2850098587189799E-6</c:v>
                </c:pt>
                <c:pt idx="92">
                  <c:v>7.2870061318455898E-6</c:v>
                </c:pt>
                <c:pt idx="93">
                  <c:v>7.28892065041833E-6</c:v>
                </c:pt>
                <c:pt idx="94">
                  <c:v>7.2908144719878804E-6</c:v>
                </c:pt>
                <c:pt idx="95">
                  <c:v>7.2927128603559598E-6</c:v>
                </c:pt>
                <c:pt idx="96">
                  <c:v>7.2946134502519202E-6</c:v>
                </c:pt>
                <c:pt idx="97">
                  <c:v>7.2965032545924399E-6</c:v>
                </c:pt>
                <c:pt idx="98">
                  <c:v>7.29842299869212E-6</c:v>
                </c:pt>
                <c:pt idx="99">
                  <c:v>7.3004132179295403E-6</c:v>
                </c:pt>
                <c:pt idx="100">
                  <c:v>7.3023345211200997E-6</c:v>
                </c:pt>
                <c:pt idx="101">
                  <c:v>7.3043317340716596E-6</c:v>
                </c:pt>
                <c:pt idx="102">
                  <c:v>7.3062450072559402E-6</c:v>
                </c:pt>
                <c:pt idx="103">
                  <c:v>7.3082177849266599E-6</c:v>
                </c:pt>
                <c:pt idx="104">
                  <c:v>7.3101448469912098E-6</c:v>
                </c:pt>
                <c:pt idx="105">
                  <c:v>7.3121290331063497E-6</c:v>
                </c:pt>
                <c:pt idx="106">
                  <c:v>7.3141371507001001E-6</c:v>
                </c:pt>
                <c:pt idx="107">
                  <c:v>7.3160816059513402E-6</c:v>
                </c:pt>
                <c:pt idx="108">
                  <c:v>7.3181343468741398E-6</c:v>
                </c:pt>
                <c:pt idx="109">
                  <c:v>7.3201151887211597E-6</c:v>
                </c:pt>
                <c:pt idx="110">
                  <c:v>7.3221458389887697E-6</c:v>
                </c:pt>
                <c:pt idx="111">
                  <c:v>7.3241344936123603E-6</c:v>
                </c:pt>
                <c:pt idx="112">
                  <c:v>7.32616601668899E-6</c:v>
                </c:pt>
                <c:pt idx="113">
                  <c:v>7.32816041407001E-6</c:v>
                </c:pt>
                <c:pt idx="114">
                  <c:v>7.3301819312777001E-6</c:v>
                </c:pt>
                <c:pt idx="115">
                  <c:v>7.3321617935327503E-6</c:v>
                </c:pt>
                <c:pt idx="116">
                  <c:v>7.3341946139311398E-6</c:v>
                </c:pt>
                <c:pt idx="117">
                  <c:v>7.3361711099171599E-6</c:v>
                </c:pt>
                <c:pt idx="118">
                  <c:v>7.3382062686160104E-6</c:v>
                </c:pt>
                <c:pt idx="119">
                  <c:v>7.3402090489671696E-6</c:v>
                </c:pt>
                <c:pt idx="120">
                  <c:v>7.3422017827188596E-6</c:v>
                </c:pt>
                <c:pt idx="121">
                  <c:v>7.3442371292391304E-6</c:v>
                </c:pt>
                <c:pt idx="122">
                  <c:v>7.3461968651360801E-6</c:v>
                </c:pt>
                <c:pt idx="123">
                  <c:v>7.3482524305799101E-6</c:v>
                </c:pt>
                <c:pt idx="124">
                  <c:v>7.3502225890202399E-6</c:v>
                </c:pt>
                <c:pt idx="125">
                  <c:v>7.3522520388827597E-6</c:v>
                </c:pt>
                <c:pt idx="126">
                  <c:v>7.3542314435589897E-6</c:v>
                </c:pt>
                <c:pt idx="127">
                  <c:v>7.3562396359778698E-6</c:v>
                </c:pt>
                <c:pt idx="128">
                  <c:v>7.3582206616282498E-6</c:v>
                </c:pt>
                <c:pt idx="129">
                  <c:v>7.3602427556268904E-6</c:v>
                </c:pt>
                <c:pt idx="130">
                  <c:v>7.3622154472180003E-6</c:v>
                </c:pt>
                <c:pt idx="131">
                  <c:v>7.3642523042918797E-6</c:v>
                </c:pt>
                <c:pt idx="132">
                  <c:v>7.3661934077927798E-6</c:v>
                </c:pt>
                <c:pt idx="133">
                  <c:v>7.3682700180747097E-6</c:v>
                </c:pt>
                <c:pt idx="134">
                  <c:v>7.3701833636414497E-6</c:v>
                </c:pt>
                <c:pt idx="135">
                  <c:v>7.3722691426203498E-6</c:v>
                </c:pt>
                <c:pt idx="136">
                  <c:v>7.3741977175645497E-6</c:v>
                </c:pt>
                <c:pt idx="137">
                  <c:v>7.3762567044692203E-6</c:v>
                </c:pt>
                <c:pt idx="138">
                  <c:v>7.3781883810010402E-6</c:v>
                </c:pt>
                <c:pt idx="139">
                  <c:v>7.3802809072802601E-6</c:v>
                </c:pt>
                <c:pt idx="140">
                  <c:v>7.3822791523706398E-6</c:v>
                </c:pt>
                <c:pt idx="141">
                  <c:v>7.38427193963634E-6</c:v>
                </c:pt>
                <c:pt idx="142">
                  <c:v>7.3862646472065398E-6</c:v>
                </c:pt>
                <c:pt idx="143">
                  <c:v>7.3881455435355402E-6</c:v>
                </c:pt>
                <c:pt idx="144">
                  <c:v>7.39013504873222E-6</c:v>
                </c:pt>
                <c:pt idx="145">
                  <c:v>7.3920370174667199E-6</c:v>
                </c:pt>
                <c:pt idx="146">
                  <c:v>7.3941227386570402E-6</c:v>
                </c:pt>
                <c:pt idx="147">
                  <c:v>7.39611857056452E-6</c:v>
                </c:pt>
                <c:pt idx="148">
                  <c:v>7.3980935104451598E-6</c:v>
                </c:pt>
                <c:pt idx="149">
                  <c:v>7.40008250565456E-6</c:v>
                </c:pt>
                <c:pt idx="150">
                  <c:v>7.4019462043561999E-6</c:v>
                </c:pt>
                <c:pt idx="151">
                  <c:v>7.4038355068384E-6</c:v>
                </c:pt>
                <c:pt idx="152">
                  <c:v>7.4057970988836702E-6</c:v>
                </c:pt>
                <c:pt idx="153">
                  <c:v>7.4077005850927096E-6</c:v>
                </c:pt>
                <c:pt idx="154">
                  <c:v>7.4097676661334704E-6</c:v>
                </c:pt>
                <c:pt idx="155">
                  <c:v>7.4116905265482296E-6</c:v>
                </c:pt>
                <c:pt idx="156">
                  <c:v>7.4137395282140902E-6</c:v>
                </c:pt>
                <c:pt idx="157">
                  <c:v>7.4156744739608497E-6</c:v>
                </c:pt>
                <c:pt idx="158">
                  <c:v>7.4176904443993199E-6</c:v>
                </c:pt>
                <c:pt idx="159">
                  <c:v>7.4196268631744801E-6</c:v>
                </c:pt>
                <c:pt idx="160">
                  <c:v>7.4216462944293896E-6</c:v>
                </c:pt>
                <c:pt idx="161">
                  <c:v>7.4235860677883098E-6</c:v>
                </c:pt>
                <c:pt idx="162">
                  <c:v>7.42561374492133E-6</c:v>
                </c:pt>
                <c:pt idx="163">
                  <c:v>7.4275591881519802E-6</c:v>
                </c:pt>
                <c:pt idx="164">
                  <c:v>7.42957942914665E-6</c:v>
                </c:pt>
                <c:pt idx="165">
                  <c:v>7.4315388001684503E-6</c:v>
                </c:pt>
                <c:pt idx="166">
                  <c:v>7.4335414596594802E-6</c:v>
                </c:pt>
                <c:pt idx="167">
                  <c:v>7.4355156157625903E-6</c:v>
                </c:pt>
                <c:pt idx="168">
                  <c:v>7.4374892625082796E-6</c:v>
                </c:pt>
                <c:pt idx="169">
                  <c:v>7.4394781878450596E-6</c:v>
                </c:pt>
                <c:pt idx="170">
                  <c:v>7.4414355982567003E-6</c:v>
                </c:pt>
                <c:pt idx="171">
                  <c:v>7.4434478217757698E-6</c:v>
                </c:pt>
                <c:pt idx="172">
                  <c:v>7.4453962505598799E-6</c:v>
                </c:pt>
                <c:pt idx="173">
                  <c:v>7.4474172695476897E-6</c:v>
                </c:pt>
                <c:pt idx="174">
                  <c:v>7.4493691651288304E-6</c:v>
                </c:pt>
                <c:pt idx="175">
                  <c:v>7.4514154534313299E-6</c:v>
                </c:pt>
                <c:pt idx="176">
                  <c:v>7.4534066696449902E-6</c:v>
                </c:pt>
                <c:pt idx="177">
                  <c:v>7.4553927468360202E-6</c:v>
                </c:pt>
                <c:pt idx="178">
                  <c:v>7.4574231035954697E-6</c:v>
                </c:pt>
                <c:pt idx="179">
                  <c:v>7.4593176627121402E-6</c:v>
                </c:pt>
                <c:pt idx="180">
                  <c:v>7.4612890446678403E-6</c:v>
                </c:pt>
                <c:pt idx="181">
                  <c:v>7.4632682767137403E-6</c:v>
                </c:pt>
                <c:pt idx="182">
                  <c:v>7.4652441045248301E-6</c:v>
                </c:pt>
                <c:pt idx="183">
                  <c:v>7.4672228960767203E-6</c:v>
                </c:pt>
                <c:pt idx="184">
                  <c:v>7.4692844315537602E-6</c:v>
                </c:pt>
                <c:pt idx="185">
                  <c:v>7.4711804957438701E-6</c:v>
                </c:pt>
                <c:pt idx="186">
                  <c:v>7.4732224925255201E-6</c:v>
                </c:pt>
                <c:pt idx="187">
                  <c:v>7.4751099279846097E-6</c:v>
                </c:pt>
                <c:pt idx="188">
                  <c:v>7.4770529771590499E-6</c:v>
                </c:pt>
                <c:pt idx="189">
                  <c:v>7.4789280665639702E-6</c:v>
                </c:pt>
                <c:pt idx="190">
                  <c:v>7.4808851049878801E-6</c:v>
                </c:pt>
                <c:pt idx="191">
                  <c:v>7.4827481509021603E-6</c:v>
                </c:pt>
                <c:pt idx="192">
                  <c:v>7.4847060839151596E-6</c:v>
                </c:pt>
                <c:pt idx="193">
                  <c:v>7.48666550691626E-6</c:v>
                </c:pt>
                <c:pt idx="194">
                  <c:v>7.48852381215107E-6</c:v>
                </c:pt>
                <c:pt idx="195">
                  <c:v>7.4905106082376402E-6</c:v>
                </c:pt>
                <c:pt idx="196">
                  <c:v>7.4924479474990998E-6</c:v>
                </c:pt>
                <c:pt idx="197">
                  <c:v>7.4943357485008303E-6</c:v>
                </c:pt>
                <c:pt idx="198">
                  <c:v>7.4963556574174097E-6</c:v>
                </c:pt>
                <c:pt idx="199">
                  <c:v>7.4982533988408797E-6</c:v>
                </c:pt>
                <c:pt idx="200">
                  <c:v>7.50025946127224E-6</c:v>
                </c:pt>
                <c:pt idx="201">
                  <c:v>7.5021924249492397E-6</c:v>
                </c:pt>
                <c:pt idx="202">
                  <c:v>7.5041949915353598E-6</c:v>
                </c:pt>
                <c:pt idx="203">
                  <c:v>7.5061336914445199E-6</c:v>
                </c:pt>
                <c:pt idx="204">
                  <c:v>7.5081230015462601E-6</c:v>
                </c:pt>
                <c:pt idx="205">
                  <c:v>7.5100437475366602E-6</c:v>
                </c:pt>
                <c:pt idx="206">
                  <c:v>7.5120193895521699E-6</c:v>
                </c:pt>
                <c:pt idx="207">
                  <c:v>7.5139669616975997E-6</c:v>
                </c:pt>
                <c:pt idx="208">
                  <c:v>7.51593468280508E-6</c:v>
                </c:pt>
                <c:pt idx="209">
                  <c:v>7.5178866891459903E-6</c:v>
                </c:pt>
                <c:pt idx="210">
                  <c:v>7.5198745897862302E-6</c:v>
                </c:pt>
                <c:pt idx="211">
                  <c:v>7.5218065013475896E-6</c:v>
                </c:pt>
                <c:pt idx="212">
                  <c:v>7.5237899237172504E-6</c:v>
                </c:pt>
                <c:pt idx="213">
                  <c:v>7.5257564851243296E-6</c:v>
                </c:pt>
                <c:pt idx="214">
                  <c:v>7.5277030551199497E-6</c:v>
                </c:pt>
                <c:pt idx="215">
                  <c:v>7.5297224093329097E-6</c:v>
                </c:pt>
                <c:pt idx="216">
                  <c:v>7.5316925553278496E-6</c:v>
                </c:pt>
                <c:pt idx="217">
                  <c:v>7.5337400180095296E-6</c:v>
                </c:pt>
                <c:pt idx="218">
                  <c:v>7.5357156842623704E-6</c:v>
                </c:pt>
                <c:pt idx="219">
                  <c:v>7.5377588921494399E-6</c:v>
                </c:pt>
                <c:pt idx="220">
                  <c:v>7.5397362010880697E-6</c:v>
                </c:pt>
                <c:pt idx="221">
                  <c:v>7.5417098472775396E-6</c:v>
                </c:pt>
                <c:pt idx="222">
                  <c:v>7.5436945376122797E-6</c:v>
                </c:pt>
                <c:pt idx="223">
                  <c:v>7.5456189818875096E-6</c:v>
                </c:pt>
                <c:pt idx="224">
                  <c:v>7.5476236136525004E-6</c:v>
                </c:pt>
                <c:pt idx="225">
                  <c:v>7.5496155660648696E-6</c:v>
                </c:pt>
                <c:pt idx="226">
                  <c:v>7.5515683135190004E-6</c:v>
                </c:pt>
                <c:pt idx="227">
                  <c:v>7.5536065837960804E-6</c:v>
                </c:pt>
                <c:pt idx="228">
                  <c:v>7.5554438583322201E-6</c:v>
                </c:pt>
                <c:pt idx="229">
                  <c:v>7.5573983458376301E-6</c:v>
                </c:pt>
                <c:pt idx="230">
                  <c:v>7.5593257782659903E-6</c:v>
                </c:pt>
                <c:pt idx="231">
                  <c:v>7.5611871455143997E-6</c:v>
                </c:pt>
                <c:pt idx="232">
                  <c:v>7.5631188807043904E-6</c:v>
                </c:pt>
                <c:pt idx="233">
                  <c:v>7.5649426754575097E-6</c:v>
                </c:pt>
                <c:pt idx="234">
                  <c:v>7.5667765563049499E-6</c:v>
                </c:pt>
                <c:pt idx="235">
                  <c:v>7.5685984446298102E-6</c:v>
                </c:pt>
                <c:pt idx="236">
                  <c:v>7.5704506358498302E-6</c:v>
                </c:pt>
                <c:pt idx="237">
                  <c:v>7.5723887502431804E-6</c:v>
                </c:pt>
                <c:pt idx="238">
                  <c:v>7.5742320203594096E-6</c:v>
                </c:pt>
                <c:pt idx="239">
                  <c:v>7.5762172335672704E-6</c:v>
                </c:pt>
                <c:pt idx="240">
                  <c:v>7.5781221136878403E-6</c:v>
                </c:pt>
                <c:pt idx="241">
                  <c:v>7.58008280970576E-6</c:v>
                </c:pt>
                <c:pt idx="242">
                  <c:v>7.5820235132113903E-6</c:v>
                </c:pt>
                <c:pt idx="243">
                  <c:v>7.5839968116409999E-6</c:v>
                </c:pt>
                <c:pt idx="244">
                  <c:v>7.58590578784157E-6</c:v>
                </c:pt>
                <c:pt idx="245">
                  <c:v>7.5878980649157599E-6</c:v>
                </c:pt>
                <c:pt idx="246">
                  <c:v>7.5898713380236601E-6</c:v>
                </c:pt>
                <c:pt idx="247">
                  <c:v>7.5918236485258001E-6</c:v>
                </c:pt>
                <c:pt idx="248">
                  <c:v>7.5938224096591402E-6</c:v>
                </c:pt>
                <c:pt idx="249">
                  <c:v>7.5957258444956601E-6</c:v>
                </c:pt>
                <c:pt idx="250">
                  <c:v>7.5977004152968499E-6</c:v>
                </c:pt>
                <c:pt idx="251">
                  <c:v>7.5996063878756301E-6</c:v>
                </c:pt>
                <c:pt idx="252">
                  <c:v>7.6015882741863301E-6</c:v>
                </c:pt>
                <c:pt idx="253">
                  <c:v>7.6034799076528102E-6</c:v>
                </c:pt>
                <c:pt idx="254">
                  <c:v>7.60545195787455E-6</c:v>
                </c:pt>
                <c:pt idx="255">
                  <c:v>7.6073675181413498E-6</c:v>
                </c:pt>
                <c:pt idx="256">
                  <c:v>7.6093167075378802E-6</c:v>
                </c:pt>
                <c:pt idx="257">
                  <c:v>7.6112526322641502E-6</c:v>
                </c:pt>
                <c:pt idx="258">
                  <c:v>7.6131845036272097E-6</c:v>
                </c:pt>
                <c:pt idx="259">
                  <c:v>7.6151253413795602E-6</c:v>
                </c:pt>
                <c:pt idx="260">
                  <c:v>7.6170427449882597E-6</c:v>
                </c:pt>
                <c:pt idx="261">
                  <c:v>7.6189952814589398E-6</c:v>
                </c:pt>
                <c:pt idx="262">
                  <c:v>7.6208900312051998E-6</c:v>
                </c:pt>
                <c:pt idx="263">
                  <c:v>7.6228592013244602E-6</c:v>
                </c:pt>
                <c:pt idx="264">
                  <c:v>7.6247595811092902E-6</c:v>
                </c:pt>
                <c:pt idx="265">
                  <c:v>7.6267439485115197E-6</c:v>
                </c:pt>
                <c:pt idx="266">
                  <c:v>7.6287240949455504E-6</c:v>
                </c:pt>
                <c:pt idx="267">
                  <c:v>7.6307285549336705E-6</c:v>
                </c:pt>
                <c:pt idx="268">
                  <c:v>7.6326850392127207E-6</c:v>
                </c:pt>
                <c:pt idx="269">
                  <c:v>7.6346851600285496E-6</c:v>
                </c:pt>
                <c:pt idx="270">
                  <c:v>7.6365648032533503E-6</c:v>
                </c:pt>
                <c:pt idx="271">
                  <c:v>7.6385488971531008E-6</c:v>
                </c:pt>
                <c:pt idx="272">
                  <c:v>7.6403917231598193E-6</c:v>
                </c:pt>
                <c:pt idx="273">
                  <c:v>7.6423210609527793E-6</c:v>
                </c:pt>
                <c:pt idx="274">
                  <c:v>7.6442332372654794E-6</c:v>
                </c:pt>
                <c:pt idx="275">
                  <c:v>7.6461906999841608E-6</c:v>
                </c:pt>
                <c:pt idx="276">
                  <c:v>7.6482014486247394E-6</c:v>
                </c:pt>
                <c:pt idx="277">
                  <c:v>7.6501339126289304E-6</c:v>
                </c:pt>
                <c:pt idx="278">
                  <c:v>7.6520465675173294E-6</c:v>
                </c:pt>
                <c:pt idx="279">
                  <c:v>7.6539641872415405E-6</c:v>
                </c:pt>
                <c:pt idx="280">
                  <c:v>7.6557837940071099E-6</c:v>
                </c:pt>
                <c:pt idx="281">
                  <c:v>7.6577119684951608E-6</c:v>
                </c:pt>
                <c:pt idx="282">
                  <c:v>7.6596255453209096E-6</c:v>
                </c:pt>
                <c:pt idx="283">
                  <c:v>7.6615491582555601E-6</c:v>
                </c:pt>
                <c:pt idx="284">
                  <c:v>7.66346552563278E-6</c:v>
                </c:pt>
                <c:pt idx="285">
                  <c:v>7.6653743542842493E-6</c:v>
                </c:pt>
                <c:pt idx="286">
                  <c:v>7.6672038528071301E-6</c:v>
                </c:pt>
                <c:pt idx="287">
                  <c:v>7.6690872329372303E-6</c:v>
                </c:pt>
                <c:pt idx="288">
                  <c:v>7.6709607138293393E-6</c:v>
                </c:pt>
                <c:pt idx="289">
                  <c:v>7.6729368804196902E-6</c:v>
                </c:pt>
                <c:pt idx="290">
                  <c:v>7.6748866769859704E-6</c:v>
                </c:pt>
                <c:pt idx="291">
                  <c:v>7.6768878551924703E-6</c:v>
                </c:pt>
                <c:pt idx="292">
                  <c:v>7.6788482230792706E-6</c:v>
                </c:pt>
                <c:pt idx="293">
                  <c:v>7.6808516577722297E-6</c:v>
                </c:pt>
                <c:pt idx="294">
                  <c:v>7.6827767302747102E-6</c:v>
                </c:pt>
                <c:pt idx="295">
                  <c:v>7.6847169846674392E-6</c:v>
                </c:pt>
                <c:pt idx="296">
                  <c:v>7.6866597864129405E-6</c:v>
                </c:pt>
                <c:pt idx="297">
                  <c:v>7.6886052756032892E-6</c:v>
                </c:pt>
                <c:pt idx="298">
                  <c:v>7.6905459002683802E-6</c:v>
                </c:pt>
                <c:pt idx="299">
                  <c:v>7.6924992982229707E-6</c:v>
                </c:pt>
                <c:pt idx="300">
                  <c:v>7.6944219251823901E-6</c:v>
                </c:pt>
                <c:pt idx="301">
                  <c:v>7.6963216459710394E-6</c:v>
                </c:pt>
                <c:pt idx="302">
                  <c:v>7.6982457571714303E-6</c:v>
                </c:pt>
                <c:pt idx="303">
                  <c:v>7.7001445962077803E-6</c:v>
                </c:pt>
                <c:pt idx="304">
                  <c:v>7.7020844463051208E-6</c:v>
                </c:pt>
                <c:pt idx="305">
                  <c:v>7.70403913572677E-6</c:v>
                </c:pt>
                <c:pt idx="306">
                  <c:v>7.7059429961754797E-6</c:v>
                </c:pt>
                <c:pt idx="307">
                  <c:v>7.7079196789111304E-6</c:v>
                </c:pt>
                <c:pt idx="308">
                  <c:v>7.7097868805319707E-6</c:v>
                </c:pt>
                <c:pt idx="309">
                  <c:v>7.7117312140253298E-6</c:v>
                </c:pt>
                <c:pt idx="310">
                  <c:v>7.7136131833738602E-6</c:v>
                </c:pt>
                <c:pt idx="311">
                  <c:v>7.7155967881183806E-6</c:v>
                </c:pt>
                <c:pt idx="312">
                  <c:v>7.7175388221616603E-6</c:v>
                </c:pt>
                <c:pt idx="313">
                  <c:v>7.7195593992037897E-6</c:v>
                </c:pt>
                <c:pt idx="314">
                  <c:v>7.72155806809188E-6</c:v>
                </c:pt>
                <c:pt idx="315">
                  <c:v>7.72357261781366E-6</c:v>
                </c:pt>
                <c:pt idx="316">
                  <c:v>7.7254720647794595E-6</c:v>
                </c:pt>
                <c:pt idx="317">
                  <c:v>7.72747476963321E-6</c:v>
                </c:pt>
                <c:pt idx="318">
                  <c:v>7.7292797110850604E-6</c:v>
                </c:pt>
                <c:pt idx="319">
                  <c:v>7.7312628179245493E-6</c:v>
                </c:pt>
                <c:pt idx="320">
                  <c:v>7.7330861338234E-6</c:v>
                </c:pt>
                <c:pt idx="321">
                  <c:v>7.7350667734675803E-6</c:v>
                </c:pt>
                <c:pt idx="322">
                  <c:v>7.7368931401881502E-6</c:v>
                </c:pt>
                <c:pt idx="323">
                  <c:v>7.7388724316598499E-6</c:v>
                </c:pt>
                <c:pt idx="324">
                  <c:v>7.7406854332558694E-6</c:v>
                </c:pt>
                <c:pt idx="325">
                  <c:v>7.7426679613733193E-6</c:v>
                </c:pt>
                <c:pt idx="326">
                  <c:v>7.7444633086068801E-6</c:v>
                </c:pt>
                <c:pt idx="327">
                  <c:v>7.74638156761253E-6</c:v>
                </c:pt>
                <c:pt idx="328">
                  <c:v>7.7482423431186792E-6</c:v>
                </c:pt>
                <c:pt idx="329">
                  <c:v>7.7500877735834305E-6</c:v>
                </c:pt>
                <c:pt idx="330">
                  <c:v>7.7520394651044103E-6</c:v>
                </c:pt>
                <c:pt idx="331">
                  <c:v>7.7539700673645593E-6</c:v>
                </c:pt>
                <c:pt idx="332">
                  <c:v>7.7559532765386506E-6</c:v>
                </c:pt>
                <c:pt idx="333">
                  <c:v>7.7579395330354899E-6</c:v>
                </c:pt>
                <c:pt idx="334">
                  <c:v>7.7598854343843305E-6</c:v>
                </c:pt>
                <c:pt idx="335">
                  <c:v>7.7618263541252207E-6</c:v>
                </c:pt>
                <c:pt idx="336">
                  <c:v>7.7636981355349E-6</c:v>
                </c:pt>
                <c:pt idx="337">
                  <c:v>7.7656384051559804E-6</c:v>
                </c:pt>
                <c:pt idx="338">
                  <c:v>7.7675440607050693E-6</c:v>
                </c:pt>
                <c:pt idx="339">
                  <c:v>7.7694800797608992E-6</c:v>
                </c:pt>
                <c:pt idx="340">
                  <c:v>7.7714509929529105E-6</c:v>
                </c:pt>
                <c:pt idx="341">
                  <c:v>7.7733543701313107E-6</c:v>
                </c:pt>
                <c:pt idx="342">
                  <c:v>7.7753293076271004E-6</c:v>
                </c:pt>
                <c:pt idx="343">
                  <c:v>7.7772450374952708E-6</c:v>
                </c:pt>
                <c:pt idx="344">
                  <c:v>7.77916549830564E-6</c:v>
                </c:pt>
                <c:pt idx="345">
                  <c:v>7.7811317291782099E-6</c:v>
                </c:pt>
                <c:pt idx="346">
                  <c:v>7.7830675508601098E-6</c:v>
                </c:pt>
                <c:pt idx="347">
                  <c:v>7.7850702570661196E-6</c:v>
                </c:pt>
                <c:pt idx="348">
                  <c:v>7.7870602304692701E-6</c:v>
                </c:pt>
                <c:pt idx="349">
                  <c:v>7.7890609544648298E-6</c:v>
                </c:pt>
                <c:pt idx="350">
                  <c:v>7.7910249369314502E-6</c:v>
                </c:pt>
                <c:pt idx="351">
                  <c:v>7.7929098491178807E-6</c:v>
                </c:pt>
                <c:pt idx="352">
                  <c:v>7.7947917587016993E-6</c:v>
                </c:pt>
                <c:pt idx="353">
                  <c:v>7.7966672108075295E-6</c:v>
                </c:pt>
                <c:pt idx="354">
                  <c:v>7.7985497412288106E-6</c:v>
                </c:pt>
                <c:pt idx="355">
                  <c:v>7.8004481749304305E-6</c:v>
                </c:pt>
                <c:pt idx="356">
                  <c:v>7.8024078154957905E-6</c:v>
                </c:pt>
                <c:pt idx="357">
                  <c:v>7.8042029553126496E-6</c:v>
                </c:pt>
                <c:pt idx="358">
                  <c:v>7.8060835814315008E-6</c:v>
                </c:pt>
                <c:pt idx="359">
                  <c:v>7.8078633024091892E-6</c:v>
                </c:pt>
                <c:pt idx="360">
                  <c:v>7.8097586035044403E-6</c:v>
                </c:pt>
                <c:pt idx="361">
                  <c:v>7.8116554465629902E-6</c:v>
                </c:pt>
                <c:pt idx="362">
                  <c:v>7.8136269017241608E-6</c:v>
                </c:pt>
                <c:pt idx="363">
                  <c:v>7.81552476120891E-6</c:v>
                </c:pt>
                <c:pt idx="364">
                  <c:v>7.8174750251702507E-6</c:v>
                </c:pt>
                <c:pt idx="365">
                  <c:v>7.8192619726283904E-6</c:v>
                </c:pt>
                <c:pt idx="366">
                  <c:v>7.8212223087039892E-6</c:v>
                </c:pt>
                <c:pt idx="367">
                  <c:v>7.8230194077647201E-6</c:v>
                </c:pt>
                <c:pt idx="368">
                  <c:v>7.8249722133308692E-6</c:v>
                </c:pt>
                <c:pt idx="369">
                  <c:v>7.8267903005797806E-6</c:v>
                </c:pt>
                <c:pt idx="370">
                  <c:v>7.8287648172800207E-6</c:v>
                </c:pt>
                <c:pt idx="371">
                  <c:v>7.8306639626197797E-6</c:v>
                </c:pt>
                <c:pt idx="372">
                  <c:v>7.8326277624615007E-6</c:v>
                </c:pt>
                <c:pt idx="373">
                  <c:v>7.8345811206978895E-6</c:v>
                </c:pt>
                <c:pt idx="374">
                  <c:v>7.8364952507911904E-6</c:v>
                </c:pt>
                <c:pt idx="375">
                  <c:v>7.8384409199857796E-6</c:v>
                </c:pt>
                <c:pt idx="376">
                  <c:v>7.8403338206120503E-6</c:v>
                </c:pt>
                <c:pt idx="377">
                  <c:v>7.8422620944615807E-6</c:v>
                </c:pt>
                <c:pt idx="378">
                  <c:v>7.8441854336832094E-6</c:v>
                </c:pt>
                <c:pt idx="379">
                  <c:v>7.8460770133618293E-6</c:v>
                </c:pt>
                <c:pt idx="380">
                  <c:v>7.8480359660828901E-6</c:v>
                </c:pt>
                <c:pt idx="381">
                  <c:v>7.8499173056467694E-6</c:v>
                </c:pt>
                <c:pt idx="382">
                  <c:v>7.8518202941276793E-6</c:v>
                </c:pt>
                <c:pt idx="383">
                  <c:v>7.8537118011797393E-6</c:v>
                </c:pt>
                <c:pt idx="384">
                  <c:v>7.8555567008841794E-6</c:v>
                </c:pt>
                <c:pt idx="385">
                  <c:v>7.8574520903696903E-6</c:v>
                </c:pt>
                <c:pt idx="386">
                  <c:v>7.8592978862184392E-6</c:v>
                </c:pt>
                <c:pt idx="387">
                  <c:v>7.8612329403940904E-6</c:v>
                </c:pt>
                <c:pt idx="388">
                  <c:v>7.8631397134217306E-6</c:v>
                </c:pt>
                <c:pt idx="389">
                  <c:v>7.8651285671646897E-6</c:v>
                </c:pt>
                <c:pt idx="390">
                  <c:v>7.8670792984975299E-6</c:v>
                </c:pt>
                <c:pt idx="391">
                  <c:v>7.8690470733048204E-6</c:v>
                </c:pt>
                <c:pt idx="392">
                  <c:v>7.8709236882736406E-6</c:v>
                </c:pt>
                <c:pt idx="393">
                  <c:v>7.8728855657276908E-6</c:v>
                </c:pt>
                <c:pt idx="394">
                  <c:v>7.8747521047090694E-6</c:v>
                </c:pt>
                <c:pt idx="395">
                  <c:v>7.8767254138519907E-6</c:v>
                </c:pt>
                <c:pt idx="396">
                  <c:v>7.8785720959949803E-6</c:v>
                </c:pt>
                <c:pt idx="397">
                  <c:v>7.8805369296509692E-6</c:v>
                </c:pt>
                <c:pt idx="398">
                  <c:v>7.8824156479631E-6</c:v>
                </c:pt>
                <c:pt idx="399">
                  <c:v>7.8843665633544208E-6</c:v>
                </c:pt>
                <c:pt idx="400">
                  <c:v>7.8862553936306707E-6</c:v>
                </c:pt>
                <c:pt idx="401">
                  <c:v>7.8881922664268392E-6</c:v>
                </c:pt>
                <c:pt idx="402">
                  <c:v>7.8900760601015398E-6</c:v>
                </c:pt>
                <c:pt idx="403">
                  <c:v>7.8920360389916897E-6</c:v>
                </c:pt>
                <c:pt idx="404">
                  <c:v>7.8939988478538193E-6</c:v>
                </c:pt>
                <c:pt idx="405">
                  <c:v>7.8959485798559397E-6</c:v>
                </c:pt>
                <c:pt idx="406">
                  <c:v>7.89783333833524E-6</c:v>
                </c:pt>
                <c:pt idx="407">
                  <c:v>7.8997614385020197E-6</c:v>
                </c:pt>
                <c:pt idx="408">
                  <c:v>7.9016512225233905E-6</c:v>
                </c:pt>
                <c:pt idx="409">
                  <c:v>7.9035790404222394E-6</c:v>
                </c:pt>
                <c:pt idx="410">
                  <c:v>7.9054818761193493E-6</c:v>
                </c:pt>
                <c:pt idx="411">
                  <c:v>7.9074140157171705E-6</c:v>
                </c:pt>
                <c:pt idx="412">
                  <c:v>7.9092861786209601E-6</c:v>
                </c:pt>
                <c:pt idx="413">
                  <c:v>7.9112428502553499E-6</c:v>
                </c:pt>
                <c:pt idx="414">
                  <c:v>7.9131483793800806E-6</c:v>
                </c:pt>
                <c:pt idx="415">
                  <c:v>7.9150697689438296E-6</c:v>
                </c:pt>
                <c:pt idx="416">
                  <c:v>7.9169553730445204E-6</c:v>
                </c:pt>
                <c:pt idx="417">
                  <c:v>7.9188874411213207E-6</c:v>
                </c:pt>
                <c:pt idx="418">
                  <c:v>7.9207758878468999E-6</c:v>
                </c:pt>
                <c:pt idx="419">
                  <c:v>7.9227057755154397E-6</c:v>
                </c:pt>
                <c:pt idx="420">
                  <c:v>7.9245777161291695E-6</c:v>
                </c:pt>
                <c:pt idx="421">
                  <c:v>7.9264962079050095E-6</c:v>
                </c:pt>
                <c:pt idx="422">
                  <c:v>7.9283992639793994E-6</c:v>
                </c:pt>
                <c:pt idx="423">
                  <c:v>7.9303414056458892E-6</c:v>
                </c:pt>
                <c:pt idx="424">
                  <c:v>7.9322744642223995E-6</c:v>
                </c:pt>
                <c:pt idx="425">
                  <c:v>7.9341442512817406E-6</c:v>
                </c:pt>
                <c:pt idx="426">
                  <c:v>7.9360406631749993E-6</c:v>
                </c:pt>
                <c:pt idx="427">
                  <c:v>7.9379145110998792E-6</c:v>
                </c:pt>
                <c:pt idx="428">
                  <c:v>7.9397666383689405E-6</c:v>
                </c:pt>
                <c:pt idx="429">
                  <c:v>7.9416946503583894E-6</c:v>
                </c:pt>
                <c:pt idx="430">
                  <c:v>7.9435573156572907E-6</c:v>
                </c:pt>
                <c:pt idx="431">
                  <c:v>7.9454078663949E-6</c:v>
                </c:pt>
                <c:pt idx="432">
                  <c:v>7.9473432698671096E-6</c:v>
                </c:pt>
                <c:pt idx="433">
                  <c:v>7.9491926106898195E-6</c:v>
                </c:pt>
                <c:pt idx="434">
                  <c:v>7.9510386195538496E-6</c:v>
                </c:pt>
                <c:pt idx="435">
                  <c:v>7.9529699474893693E-6</c:v>
                </c:pt>
                <c:pt idx="436">
                  <c:v>7.9547162684099101E-6</c:v>
                </c:pt>
                <c:pt idx="437">
                  <c:v>7.9566617385537998E-6</c:v>
                </c:pt>
                <c:pt idx="438">
                  <c:v>7.9584986365201704E-6</c:v>
                </c:pt>
                <c:pt idx="439">
                  <c:v>7.9603565778578898E-6</c:v>
                </c:pt>
                <c:pt idx="440">
                  <c:v>7.9622896156692502E-6</c:v>
                </c:pt>
                <c:pt idx="441">
                  <c:v>7.96412427148442E-6</c:v>
                </c:pt>
                <c:pt idx="442">
                  <c:v>7.9659860018487507E-6</c:v>
                </c:pt>
                <c:pt idx="443">
                  <c:v>7.9679109291952798E-6</c:v>
                </c:pt>
                <c:pt idx="444">
                  <c:v>7.9697663290274003E-6</c:v>
                </c:pt>
                <c:pt idx="445">
                  <c:v>7.9716886729171807E-6</c:v>
                </c:pt>
                <c:pt idx="446">
                  <c:v>7.9735403314896696E-6</c:v>
                </c:pt>
                <c:pt idx="447">
                  <c:v>7.9754388696316394E-6</c:v>
                </c:pt>
                <c:pt idx="448">
                  <c:v>7.97722783102183E-6</c:v>
                </c:pt>
                <c:pt idx="449">
                  <c:v>7.9791345602247106E-6</c:v>
                </c:pt>
                <c:pt idx="450">
                  <c:v>7.9809769905136095E-6</c:v>
                </c:pt>
                <c:pt idx="451">
                  <c:v>7.9828417165799797E-6</c:v>
                </c:pt>
                <c:pt idx="452">
                  <c:v>7.9847612907757993E-6</c:v>
                </c:pt>
                <c:pt idx="453">
                  <c:v>7.9866265350325406E-6</c:v>
                </c:pt>
                <c:pt idx="454">
                  <c:v>7.9885297251587407E-6</c:v>
                </c:pt>
                <c:pt idx="455">
                  <c:v>7.9903969844959707E-6</c:v>
                </c:pt>
                <c:pt idx="456">
                  <c:v>7.9922385203644201E-6</c:v>
                </c:pt>
                <c:pt idx="457">
                  <c:v>7.9940648024351397E-6</c:v>
                </c:pt>
                <c:pt idx="458">
                  <c:v>7.9959601869902293E-6</c:v>
                </c:pt>
                <c:pt idx="459">
                  <c:v>7.9978277182792793E-6</c:v>
                </c:pt>
                <c:pt idx="460">
                  <c:v>7.9997299125139405E-6</c:v>
                </c:pt>
                <c:pt idx="461">
                  <c:v>8.0016616387005199E-6</c:v>
                </c:pt>
                <c:pt idx="462">
                  <c:v>8.0035128248469301E-6</c:v>
                </c:pt>
                <c:pt idx="463">
                  <c:v>8.0054489134712192E-6</c:v>
                </c:pt>
                <c:pt idx="464">
                  <c:v>8.00734445673474E-6</c:v>
                </c:pt>
                <c:pt idx="465">
                  <c:v>8.0092541464919805E-6</c:v>
                </c:pt>
                <c:pt idx="466">
                  <c:v>8.0111264147334904E-6</c:v>
                </c:pt>
                <c:pt idx="467">
                  <c:v>8.0130451381877595E-6</c:v>
                </c:pt>
                <c:pt idx="468">
                  <c:v>8.0149082894388393E-6</c:v>
                </c:pt>
                <c:pt idx="469">
                  <c:v>8.0168571177066496E-6</c:v>
                </c:pt>
                <c:pt idx="470">
                  <c:v>8.01874919687554E-6</c:v>
                </c:pt>
                <c:pt idx="471">
                  <c:v>8.02068100249424E-6</c:v>
                </c:pt>
                <c:pt idx="472">
                  <c:v>8.0225130286511592E-6</c:v>
                </c:pt>
                <c:pt idx="473">
                  <c:v>8.0244011828838798E-6</c:v>
                </c:pt>
                <c:pt idx="474">
                  <c:v>8.0262599946565692E-6</c:v>
                </c:pt>
                <c:pt idx="475">
                  <c:v>8.0281736928406704E-6</c:v>
                </c:pt>
                <c:pt idx="476">
                  <c:v>8.03008309740547E-6</c:v>
                </c:pt>
                <c:pt idx="477">
                  <c:v>8.0319252410693107E-6</c:v>
                </c:pt>
                <c:pt idx="478">
                  <c:v>8.0338208876251198E-6</c:v>
                </c:pt>
                <c:pt idx="479">
                  <c:v>8.0355617542955804E-6</c:v>
                </c:pt>
                <c:pt idx="480">
                  <c:v>8.0374698958598793E-6</c:v>
                </c:pt>
                <c:pt idx="481">
                  <c:v>8.0392894265735097E-6</c:v>
                </c:pt>
                <c:pt idx="482">
                  <c:v>8.0411992555708796E-6</c:v>
                </c:pt>
                <c:pt idx="483">
                  <c:v>8.0430399391177198E-6</c:v>
                </c:pt>
                <c:pt idx="484">
                  <c:v>8.0449380205087806E-6</c:v>
                </c:pt>
                <c:pt idx="485">
                  <c:v>8.0467676577890803E-6</c:v>
                </c:pt>
                <c:pt idx="486">
                  <c:v>8.0486826937951093E-6</c:v>
                </c:pt>
                <c:pt idx="487">
                  <c:v>8.0505760490644104E-6</c:v>
                </c:pt>
                <c:pt idx="488">
                  <c:v>8.0524963184646102E-6</c:v>
                </c:pt>
                <c:pt idx="489">
                  <c:v>8.0543434428051293E-6</c:v>
                </c:pt>
                <c:pt idx="490">
                  <c:v>8.0562377782613398E-6</c:v>
                </c:pt>
                <c:pt idx="491">
                  <c:v>8.0580814227037994E-6</c:v>
                </c:pt>
                <c:pt idx="492">
                  <c:v>8.0599719953727208E-6</c:v>
                </c:pt>
                <c:pt idx="493">
                  <c:v>8.0618801635039304E-6</c:v>
                </c:pt>
                <c:pt idx="494">
                  <c:v>8.0637947815065606E-6</c:v>
                </c:pt>
                <c:pt idx="495">
                  <c:v>8.0657000853216403E-6</c:v>
                </c:pt>
                <c:pt idx="496">
                  <c:v>8.0676082623012305E-6</c:v>
                </c:pt>
                <c:pt idx="497">
                  <c:v>8.0694668953518993E-6</c:v>
                </c:pt>
                <c:pt idx="498">
                  <c:v>8.0713088428746697E-6</c:v>
                </c:pt>
                <c:pt idx="499">
                  <c:v>8.0731268379301198E-6</c:v>
                </c:pt>
                <c:pt idx="500">
                  <c:v>8.0749120447058305E-6</c:v>
                </c:pt>
                <c:pt idx="501">
                  <c:v>8.0767521424952506E-6</c:v>
                </c:pt>
                <c:pt idx="502">
                  <c:v>8.0786009541387092E-6</c:v>
                </c:pt>
                <c:pt idx="503">
                  <c:v>8.0805014226830807E-6</c:v>
                </c:pt>
                <c:pt idx="504">
                  <c:v>8.0823871945298799E-6</c:v>
                </c:pt>
                <c:pt idx="505">
                  <c:v>8.0842504876163896E-6</c:v>
                </c:pt>
                <c:pt idx="506">
                  <c:v>8.0861311763775708E-6</c:v>
                </c:pt>
                <c:pt idx="507">
                  <c:v>8.0879797612732893E-6</c:v>
                </c:pt>
                <c:pt idx="508">
                  <c:v>8.0898837531789002E-6</c:v>
                </c:pt>
                <c:pt idx="509">
                  <c:v>8.0917948201860004E-6</c:v>
                </c:pt>
                <c:pt idx="510">
                  <c:v>8.0936927830850801E-6</c:v>
                </c:pt>
                <c:pt idx="511">
                  <c:v>8.0956037530569498E-6</c:v>
                </c:pt>
                <c:pt idx="512">
                  <c:v>8.0974834414571601E-6</c:v>
                </c:pt>
                <c:pt idx="513">
                  <c:v>8.0993198910338296E-6</c:v>
                </c:pt>
                <c:pt idx="514">
                  <c:v>8.1011787146350902E-6</c:v>
                </c:pt>
                <c:pt idx="515">
                  <c:v>8.1029225771577997E-6</c:v>
                </c:pt>
                <c:pt idx="516">
                  <c:v>8.1047845484767899E-6</c:v>
                </c:pt>
                <c:pt idx="517">
                  <c:v>8.1064946449012802E-6</c:v>
                </c:pt>
                <c:pt idx="518">
                  <c:v>8.1083748956372502E-6</c:v>
                </c:pt>
                <c:pt idx="519">
                  <c:v>8.1100745453409206E-6</c:v>
                </c:pt>
                <c:pt idx="520">
                  <c:v>8.1119848835425906E-6</c:v>
                </c:pt>
                <c:pt idx="521">
                  <c:v>8.1137702958868702E-6</c:v>
                </c:pt>
                <c:pt idx="522">
                  <c:v>8.1156820085841097E-6</c:v>
                </c:pt>
                <c:pt idx="523">
                  <c:v>8.1175819685435705E-6</c:v>
                </c:pt>
                <c:pt idx="524">
                  <c:v>8.1194741331179002E-6</c:v>
                </c:pt>
                <c:pt idx="525">
                  <c:v>8.1213776740769597E-6</c:v>
                </c:pt>
                <c:pt idx="526">
                  <c:v>8.1232515002159896E-6</c:v>
                </c:pt>
                <c:pt idx="527">
                  <c:v>8.1250767500220407E-6</c:v>
                </c:pt>
                <c:pt idx="528">
                  <c:v>8.1269288747051596E-6</c:v>
                </c:pt>
                <c:pt idx="529">
                  <c:v>8.1287530398913798E-6</c:v>
                </c:pt>
                <c:pt idx="530">
                  <c:v>8.1305913590628297E-6</c:v>
                </c:pt>
                <c:pt idx="531">
                  <c:v>8.1324405394416905E-6</c:v>
                </c:pt>
                <c:pt idx="532">
                  <c:v>8.1342836653374204E-6</c:v>
                </c:pt>
                <c:pt idx="533">
                  <c:v>8.1361194354587897E-6</c:v>
                </c:pt>
                <c:pt idx="534">
                  <c:v>8.1379502165268398E-6</c:v>
                </c:pt>
                <c:pt idx="535">
                  <c:v>8.1398246948935804E-6</c:v>
                </c:pt>
                <c:pt idx="536">
                  <c:v>8.1416791094417504E-6</c:v>
                </c:pt>
                <c:pt idx="537">
                  <c:v>8.1435841217342697E-6</c:v>
                </c:pt>
                <c:pt idx="538">
                  <c:v>8.1454659292644502E-6</c:v>
                </c:pt>
                <c:pt idx="539">
                  <c:v>8.1473135728946095E-6</c:v>
                </c:pt>
                <c:pt idx="540">
                  <c:v>8.1491832690259006E-6</c:v>
                </c:pt>
                <c:pt idx="541">
                  <c:v>8.1510164678019607E-6</c:v>
                </c:pt>
                <c:pt idx="542">
                  <c:v>8.15291430334891E-6</c:v>
                </c:pt>
                <c:pt idx="543">
                  <c:v>8.1547857070127692E-6</c:v>
                </c:pt>
                <c:pt idx="544">
                  <c:v>8.1567078431381307E-6</c:v>
                </c:pt>
                <c:pt idx="545">
                  <c:v>8.1585671373417895E-6</c:v>
                </c:pt>
                <c:pt idx="546">
                  <c:v>8.1604616198243103E-6</c:v>
                </c:pt>
                <c:pt idx="547">
                  <c:v>8.1623266959903295E-6</c:v>
                </c:pt>
                <c:pt idx="548">
                  <c:v>8.1641951202729206E-6</c:v>
                </c:pt>
                <c:pt idx="549">
                  <c:v>8.1660526843819504E-6</c:v>
                </c:pt>
                <c:pt idx="550">
                  <c:v>8.1678488464270201E-6</c:v>
                </c:pt>
                <c:pt idx="551">
                  <c:v>8.1696129619054498E-6</c:v>
                </c:pt>
                <c:pt idx="552">
                  <c:v>8.1714296862625604E-6</c:v>
                </c:pt>
                <c:pt idx="553">
                  <c:v>8.1731961454584208E-6</c:v>
                </c:pt>
                <c:pt idx="554">
                  <c:v>8.1750903012845694E-6</c:v>
                </c:pt>
                <c:pt idx="555">
                  <c:v>8.1768541643900508E-6</c:v>
                </c:pt>
                <c:pt idx="556">
                  <c:v>8.1787360046280206E-6</c:v>
                </c:pt>
                <c:pt idx="557">
                  <c:v>8.1805145368285694E-6</c:v>
                </c:pt>
                <c:pt idx="558">
                  <c:v>8.18238836840385E-6</c:v>
                </c:pt>
                <c:pt idx="559">
                  <c:v>8.1841924993055294E-6</c:v>
                </c:pt>
                <c:pt idx="560">
                  <c:v>8.1860419521484398E-6</c:v>
                </c:pt>
                <c:pt idx="561">
                  <c:v>8.1878546032054306E-6</c:v>
                </c:pt>
                <c:pt idx="562">
                  <c:v>8.1897165802634706E-6</c:v>
                </c:pt>
                <c:pt idx="563">
                  <c:v>8.1915916232776899E-6</c:v>
                </c:pt>
                <c:pt idx="564">
                  <c:v>8.1934697231659905E-6</c:v>
                </c:pt>
                <c:pt idx="565">
                  <c:v>8.1953244158726805E-6</c:v>
                </c:pt>
                <c:pt idx="566">
                  <c:v>8.1971964407098406E-6</c:v>
                </c:pt>
                <c:pt idx="567">
                  <c:v>8.1990566122806599E-6</c:v>
                </c:pt>
                <c:pt idx="568">
                  <c:v>8.2009440789146005E-6</c:v>
                </c:pt>
                <c:pt idx="569">
                  <c:v>8.2027977980795393E-6</c:v>
                </c:pt>
                <c:pt idx="570">
                  <c:v>8.2046916212684497E-6</c:v>
                </c:pt>
                <c:pt idx="571">
                  <c:v>8.2065577912169499E-6</c:v>
                </c:pt>
                <c:pt idx="572">
                  <c:v>8.2084245582766896E-6</c:v>
                </c:pt>
                <c:pt idx="573">
                  <c:v>8.2103079614461894E-6</c:v>
                </c:pt>
                <c:pt idx="574">
                  <c:v>8.2121612864837501E-6</c:v>
                </c:pt>
                <c:pt idx="575">
                  <c:v>8.2140333149934892E-6</c:v>
                </c:pt>
                <c:pt idx="576">
                  <c:v>8.2158866674664505E-6</c:v>
                </c:pt>
                <c:pt idx="577">
                  <c:v>8.2177274372903201E-6</c:v>
                </c:pt>
                <c:pt idx="578">
                  <c:v>8.2195815985541107E-6</c:v>
                </c:pt>
                <c:pt idx="579">
                  <c:v>8.2213491764418802E-6</c:v>
                </c:pt>
                <c:pt idx="580">
                  <c:v>8.2231742135358998E-6</c:v>
                </c:pt>
                <c:pt idx="581">
                  <c:v>8.2249104021288499E-6</c:v>
                </c:pt>
                <c:pt idx="582">
                  <c:v>8.2267426171553495E-6</c:v>
                </c:pt>
                <c:pt idx="583">
                  <c:v>8.2285257705426798E-6</c:v>
                </c:pt>
                <c:pt idx="584">
                  <c:v>8.2303890078468606E-6</c:v>
                </c:pt>
                <c:pt idx="585">
                  <c:v>8.2321454372737592E-6</c:v>
                </c:pt>
                <c:pt idx="586">
                  <c:v>8.23400072533386E-6</c:v>
                </c:pt>
                <c:pt idx="587">
                  <c:v>8.2357883014888708E-6</c:v>
                </c:pt>
                <c:pt idx="588">
                  <c:v>8.2376459467371907E-6</c:v>
                </c:pt>
                <c:pt idx="589">
                  <c:v>8.2395236232086592E-6</c:v>
                </c:pt>
                <c:pt idx="590">
                  <c:v>8.2413774137092797E-6</c:v>
                </c:pt>
                <c:pt idx="591">
                  <c:v>8.2432499368938103E-6</c:v>
                </c:pt>
                <c:pt idx="592">
                  <c:v>8.2450969179703802E-6</c:v>
                </c:pt>
                <c:pt idx="593">
                  <c:v>8.2469573510341701E-6</c:v>
                </c:pt>
                <c:pt idx="594">
                  <c:v>8.2488244047787703E-6</c:v>
                </c:pt>
                <c:pt idx="595">
                  <c:v>8.2506581055671805E-6</c:v>
                </c:pt>
                <c:pt idx="596">
                  <c:v>8.25253673213113E-6</c:v>
                </c:pt>
                <c:pt idx="597">
                  <c:v>8.2543867622824408E-6</c:v>
                </c:pt>
                <c:pt idx="598">
                  <c:v>8.2562475259871696E-6</c:v>
                </c:pt>
                <c:pt idx="599">
                  <c:v>8.2580957754018792E-6</c:v>
                </c:pt>
                <c:pt idx="600">
                  <c:v>8.2599508933989298E-6</c:v>
                </c:pt>
                <c:pt idx="601">
                  <c:v>8.2617727196351105E-6</c:v>
                </c:pt>
                <c:pt idx="602">
                  <c:v>8.2635568041692494E-6</c:v>
                </c:pt>
                <c:pt idx="603">
                  <c:v>8.2653838150942696E-6</c:v>
                </c:pt>
                <c:pt idx="604">
                  <c:v>8.26717334261796E-6</c:v>
                </c:pt>
                <c:pt idx="605">
                  <c:v>8.2690041143947007E-6</c:v>
                </c:pt>
                <c:pt idx="606">
                  <c:v>8.2708431667692099E-6</c:v>
                </c:pt>
                <c:pt idx="607">
                  <c:v>8.2726510448067797E-6</c:v>
                </c:pt>
                <c:pt idx="608">
                  <c:v>8.27447309222782E-6</c:v>
                </c:pt>
                <c:pt idx="609">
                  <c:v>8.2762275212108001E-6</c:v>
                </c:pt>
                <c:pt idx="610">
                  <c:v>8.2780250639677107E-6</c:v>
                </c:pt>
                <c:pt idx="611">
                  <c:v>8.2797711504815294E-6</c:v>
                </c:pt>
                <c:pt idx="612">
                  <c:v>8.2815736234769898E-6</c:v>
                </c:pt>
                <c:pt idx="613">
                  <c:v>8.2833649400956805E-6</c:v>
                </c:pt>
                <c:pt idx="614">
                  <c:v>8.2851830693184897E-6</c:v>
                </c:pt>
                <c:pt idx="615">
                  <c:v>8.2870242707913403E-6</c:v>
                </c:pt>
                <c:pt idx="616">
                  <c:v>8.2888511054455194E-6</c:v>
                </c:pt>
                <c:pt idx="617">
                  <c:v>8.2906918092246394E-6</c:v>
                </c:pt>
                <c:pt idx="618">
                  <c:v>8.2924814025411396E-6</c:v>
                </c:pt>
                <c:pt idx="619">
                  <c:v>8.2943029840685802E-6</c:v>
                </c:pt>
                <c:pt idx="620">
                  <c:v>8.2960709354739101E-6</c:v>
                </c:pt>
                <c:pt idx="621">
                  <c:v>8.2978991885261792E-6</c:v>
                </c:pt>
                <c:pt idx="622">
                  <c:v>8.2996526896590401E-6</c:v>
                </c:pt>
                <c:pt idx="623">
                  <c:v>8.3014999683843903E-6</c:v>
                </c:pt>
                <c:pt idx="624">
                  <c:v>8.3032437237380807E-6</c:v>
                </c:pt>
                <c:pt idx="625">
                  <c:v>8.3051005772256904E-6</c:v>
                </c:pt>
                <c:pt idx="626">
                  <c:v>8.3069146995539995E-6</c:v>
                </c:pt>
                <c:pt idx="627">
                  <c:v>8.3087637769464101E-6</c:v>
                </c:pt>
                <c:pt idx="628">
                  <c:v>8.3106010743528002E-6</c:v>
                </c:pt>
                <c:pt idx="629">
                  <c:v>8.3124402156491094E-6</c:v>
                </c:pt>
                <c:pt idx="630">
                  <c:v>8.3143012868565104E-6</c:v>
                </c:pt>
                <c:pt idx="631">
                  <c:v>8.3161153719197895E-6</c:v>
                </c:pt>
                <c:pt idx="632">
                  <c:v>8.3179764250784498E-6</c:v>
                </c:pt>
                <c:pt idx="633">
                  <c:v>8.3198021996504294E-6</c:v>
                </c:pt>
                <c:pt idx="634">
                  <c:v>8.3216382049459801E-6</c:v>
                </c:pt>
                <c:pt idx="635">
                  <c:v>8.3234816339292093E-6</c:v>
                </c:pt>
                <c:pt idx="636">
                  <c:v>8.3252992238523701E-6</c:v>
                </c:pt>
                <c:pt idx="637">
                  <c:v>8.3270786948967397E-6</c:v>
                </c:pt>
                <c:pt idx="638">
                  <c:v>8.3288900915983396E-6</c:v>
                </c:pt>
                <c:pt idx="639">
                  <c:v>8.3306500739319406E-6</c:v>
                </c:pt>
                <c:pt idx="640">
                  <c:v>8.3324703775795508E-6</c:v>
                </c:pt>
                <c:pt idx="641">
                  <c:v>8.3342660346923497E-6</c:v>
                </c:pt>
                <c:pt idx="642">
                  <c:v>8.3361050995184905E-6</c:v>
                </c:pt>
                <c:pt idx="643">
                  <c:v>8.3379152147470904E-6</c:v>
                </c:pt>
                <c:pt idx="644">
                  <c:v>8.3397530040280592E-6</c:v>
                </c:pt>
                <c:pt idx="645">
                  <c:v>8.3415870456283394E-6</c:v>
                </c:pt>
                <c:pt idx="646">
                  <c:v>8.34339862183338E-6</c:v>
                </c:pt>
                <c:pt idx="647">
                  <c:v>8.3452515003936706E-6</c:v>
                </c:pt>
                <c:pt idx="648">
                  <c:v>8.3470645872238798E-6</c:v>
                </c:pt>
                <c:pt idx="649">
                  <c:v>8.3488726898513496E-6</c:v>
                </c:pt>
                <c:pt idx="650">
                  <c:v>8.3506874282942398E-6</c:v>
                </c:pt>
                <c:pt idx="651">
                  <c:v>8.3524596536263497E-6</c:v>
                </c:pt>
                <c:pt idx="652">
                  <c:v>8.3542319728938103E-6</c:v>
                </c:pt>
                <c:pt idx="653">
                  <c:v>8.3560308902033906E-6</c:v>
                </c:pt>
                <c:pt idx="654">
                  <c:v>8.3578026148760296E-6</c:v>
                </c:pt>
                <c:pt idx="655">
                  <c:v>8.3596131677094295E-6</c:v>
                </c:pt>
                <c:pt idx="656">
                  <c:v>8.3614095308607699E-6</c:v>
                </c:pt>
                <c:pt idx="657">
                  <c:v>8.3631632231454905E-6</c:v>
                </c:pt>
                <c:pt idx="658">
                  <c:v>8.3649562122329293E-6</c:v>
                </c:pt>
                <c:pt idx="659">
                  <c:v>8.3667075557916102E-6</c:v>
                </c:pt>
                <c:pt idx="660">
                  <c:v>8.3685014593489004E-6</c:v>
                </c:pt>
                <c:pt idx="661">
                  <c:v>8.3702532479144801E-6</c:v>
                </c:pt>
                <c:pt idx="662">
                  <c:v>8.3720529714166094E-6</c:v>
                </c:pt>
                <c:pt idx="663">
                  <c:v>8.3738037947929907E-6</c:v>
                </c:pt>
                <c:pt idx="664">
                  <c:v>8.3756049257416094E-6</c:v>
                </c:pt>
                <c:pt idx="665">
                  <c:v>8.3773359375257894E-6</c:v>
                </c:pt>
                <c:pt idx="666">
                  <c:v>8.3791363376830905E-6</c:v>
                </c:pt>
                <c:pt idx="667">
                  <c:v>8.3808890223763095E-6</c:v>
                </c:pt>
                <c:pt idx="668">
                  <c:v>8.3826984876864392E-6</c:v>
                </c:pt>
                <c:pt idx="669">
                  <c:v>8.3845151746128505E-6</c:v>
                </c:pt>
                <c:pt idx="670">
                  <c:v>8.3863193522656799E-6</c:v>
                </c:pt>
                <c:pt idx="671">
                  <c:v>8.3880359587123007E-6</c:v>
                </c:pt>
                <c:pt idx="672">
                  <c:v>8.3898399037472094E-6</c:v>
                </c:pt>
                <c:pt idx="673">
                  <c:v>8.3915628418907208E-6</c:v>
                </c:pt>
                <c:pt idx="674">
                  <c:v>8.3933876257228396E-6</c:v>
                </c:pt>
                <c:pt idx="675">
                  <c:v>8.3951816077234292E-6</c:v>
                </c:pt>
                <c:pt idx="676">
                  <c:v>8.3969945837025399E-6</c:v>
                </c:pt>
                <c:pt idx="677">
                  <c:v>8.3987376839230204E-6</c:v>
                </c:pt>
                <c:pt idx="678">
                  <c:v>8.4005313611209504E-6</c:v>
                </c:pt>
                <c:pt idx="679">
                  <c:v>8.4022866453107693E-6</c:v>
                </c:pt>
                <c:pt idx="680">
                  <c:v>8.4040905984713007E-6</c:v>
                </c:pt>
                <c:pt idx="681">
                  <c:v>8.4058956082330904E-6</c:v>
                </c:pt>
                <c:pt idx="682">
                  <c:v>8.4077079269956696E-6</c:v>
                </c:pt>
                <c:pt idx="683">
                  <c:v>8.4095226684581002E-6</c:v>
                </c:pt>
                <c:pt idx="684">
                  <c:v>8.4113134513113592E-6</c:v>
                </c:pt>
                <c:pt idx="685">
                  <c:v>8.4130882969923396E-6</c:v>
                </c:pt>
                <c:pt idx="686">
                  <c:v>8.4148337167442296E-6</c:v>
                </c:pt>
                <c:pt idx="687">
                  <c:v>8.4165777199488592E-6</c:v>
                </c:pt>
                <c:pt idx="688">
                  <c:v>8.4183294287050499E-6</c:v>
                </c:pt>
                <c:pt idx="689">
                  <c:v>8.4200947068855197E-6</c:v>
                </c:pt>
                <c:pt idx="690">
                  <c:v>8.4218450837648103E-6</c:v>
                </c:pt>
                <c:pt idx="691">
                  <c:v>8.4236498111083496E-6</c:v>
                </c:pt>
                <c:pt idx="692">
                  <c:v>8.4254083108015207E-6</c:v>
                </c:pt>
                <c:pt idx="693">
                  <c:v>8.4272272449603699E-6</c:v>
                </c:pt>
                <c:pt idx="694">
                  <c:v>8.4290352424804208E-6</c:v>
                </c:pt>
                <c:pt idx="695">
                  <c:v>8.4308298262874908E-6</c:v>
                </c:pt>
                <c:pt idx="696">
                  <c:v>8.4326308174843197E-6</c:v>
                </c:pt>
                <c:pt idx="697">
                  <c:v>8.43435988029568E-6</c:v>
                </c:pt>
                <c:pt idx="698">
                  <c:v>8.4361779133207405E-6</c:v>
                </c:pt>
                <c:pt idx="699">
                  <c:v>8.4378834723651698E-6</c:v>
                </c:pt>
                <c:pt idx="700">
                  <c:v>8.4397216474332795E-6</c:v>
                </c:pt>
                <c:pt idx="701">
                  <c:v>8.44147327562096E-6</c:v>
                </c:pt>
                <c:pt idx="702">
                  <c:v>8.4432788191436107E-6</c:v>
                </c:pt>
                <c:pt idx="703">
                  <c:v>8.4450621489701993E-6</c:v>
                </c:pt>
                <c:pt idx="704">
                  <c:v>8.4468580858564001E-6</c:v>
                </c:pt>
                <c:pt idx="705">
                  <c:v>8.4486635108139793E-6</c:v>
                </c:pt>
                <c:pt idx="706">
                  <c:v>8.4504576744625192E-6</c:v>
                </c:pt>
                <c:pt idx="707">
                  <c:v>8.4522431942826506E-6</c:v>
                </c:pt>
                <c:pt idx="708">
                  <c:v>8.4539344576488692E-6</c:v>
                </c:pt>
                <c:pt idx="709">
                  <c:v>8.4556274409591602E-6</c:v>
                </c:pt>
                <c:pt idx="710">
                  <c:v>8.4573334112361507E-6</c:v>
                </c:pt>
                <c:pt idx="711">
                  <c:v>8.4590740696470594E-6</c:v>
                </c:pt>
                <c:pt idx="712">
                  <c:v>8.4608424641379396E-6</c:v>
                </c:pt>
                <c:pt idx="713">
                  <c:v>8.4626799323545493E-6</c:v>
                </c:pt>
                <c:pt idx="714">
                  <c:v>8.4644241366461304E-6</c:v>
                </c:pt>
                <c:pt idx="715">
                  <c:v>8.4662361494675004E-6</c:v>
                </c:pt>
                <c:pt idx="716">
                  <c:v>8.4680072181160306E-6</c:v>
                </c:pt>
                <c:pt idx="717">
                  <c:v>8.4698043317654996E-6</c:v>
                </c:pt>
                <c:pt idx="718">
                  <c:v>8.4715803264715808E-6</c:v>
                </c:pt>
                <c:pt idx="719">
                  <c:v>8.4733390598657602E-6</c:v>
                </c:pt>
                <c:pt idx="720">
                  <c:v>8.4750578024192699E-6</c:v>
                </c:pt>
                <c:pt idx="721">
                  <c:v>8.4768259352828908E-6</c:v>
                </c:pt>
                <c:pt idx="722">
                  <c:v>8.4785633520713596E-6</c:v>
                </c:pt>
                <c:pt idx="723">
                  <c:v>8.48034889743792E-6</c:v>
                </c:pt>
                <c:pt idx="724">
                  <c:v>8.4821493019325397E-6</c:v>
                </c:pt>
                <c:pt idx="725">
                  <c:v>8.4839325788135197E-6</c:v>
                </c:pt>
                <c:pt idx="726">
                  <c:v>8.4857170091472297E-6</c:v>
                </c:pt>
                <c:pt idx="727">
                  <c:v>8.4875187479505793E-6</c:v>
                </c:pt>
                <c:pt idx="728">
                  <c:v>8.4892898133313106E-6</c:v>
                </c:pt>
                <c:pt idx="729">
                  <c:v>8.4910881709971695E-6</c:v>
                </c:pt>
                <c:pt idx="730">
                  <c:v>8.4928456436688806E-6</c:v>
                </c:pt>
                <c:pt idx="731">
                  <c:v>8.4945824798220493E-6</c:v>
                </c:pt>
                <c:pt idx="732">
                  <c:v>8.49633058743458E-6</c:v>
                </c:pt>
                <c:pt idx="733">
                  <c:v>8.4980567134674902E-6</c:v>
                </c:pt>
                <c:pt idx="734">
                  <c:v>8.4998209458435004E-6</c:v>
                </c:pt>
                <c:pt idx="735">
                  <c:v>8.5015823998730795E-6</c:v>
                </c:pt>
                <c:pt idx="736">
                  <c:v>8.5033653066963999E-6</c:v>
                </c:pt>
                <c:pt idx="737">
                  <c:v>8.5051513205923097E-6</c:v>
                </c:pt>
                <c:pt idx="738">
                  <c:v>8.5069132802686997E-6</c:v>
                </c:pt>
                <c:pt idx="739">
                  <c:v>8.5087252979895692E-6</c:v>
                </c:pt>
                <c:pt idx="740">
                  <c:v>8.5104662081623596E-6</c:v>
                </c:pt>
                <c:pt idx="741">
                  <c:v>8.5121901189763507E-6</c:v>
                </c:pt>
                <c:pt idx="742">
                  <c:v>8.5139437978251603E-6</c:v>
                </c:pt>
                <c:pt idx="743">
                  <c:v>8.5156627903965007E-6</c:v>
                </c:pt>
                <c:pt idx="744">
                  <c:v>8.5174302027454805E-6</c:v>
                </c:pt>
                <c:pt idx="745">
                  <c:v>8.5192269688765606E-6</c:v>
                </c:pt>
                <c:pt idx="746">
                  <c:v>8.52097226483745E-6</c:v>
                </c:pt>
                <c:pt idx="747">
                  <c:v>8.5227719079207094E-6</c:v>
                </c:pt>
                <c:pt idx="748">
                  <c:v>8.5244986694884894E-6</c:v>
                </c:pt>
                <c:pt idx="749">
                  <c:v>8.5263229924179705E-6</c:v>
                </c:pt>
                <c:pt idx="750">
                  <c:v>8.5280317334812402E-6</c:v>
                </c:pt>
                <c:pt idx="751">
                  <c:v>8.5297572071731593E-6</c:v>
                </c:pt>
                <c:pt idx="752">
                  <c:v>8.5314697604086307E-6</c:v>
                </c:pt>
                <c:pt idx="753">
                  <c:v>8.5330594486627702E-6</c:v>
                </c:pt>
                <c:pt idx="754">
                  <c:v>8.5347355045460599E-6</c:v>
                </c:pt>
                <c:pt idx="755">
                  <c:v>8.5363980683940697E-6</c:v>
                </c:pt>
                <c:pt idx="756">
                  <c:v>8.5380928788369899E-6</c:v>
                </c:pt>
                <c:pt idx="757">
                  <c:v>8.5398626732656107E-6</c:v>
                </c:pt>
                <c:pt idx="758">
                  <c:v>8.54161235129471E-6</c:v>
                </c:pt>
                <c:pt idx="759">
                  <c:v>8.5433767258096894E-6</c:v>
                </c:pt>
                <c:pt idx="760">
                  <c:v>8.5451203818079295E-6</c:v>
                </c:pt>
                <c:pt idx="761">
                  <c:v>8.5468180911375503E-6</c:v>
                </c:pt>
                <c:pt idx="762">
                  <c:v>8.5485600314207892E-6</c:v>
                </c:pt>
                <c:pt idx="763">
                  <c:v>8.5502606735395397E-6</c:v>
                </c:pt>
                <c:pt idx="764">
                  <c:v>8.5519902858274697E-6</c:v>
                </c:pt>
                <c:pt idx="765">
                  <c:v>8.5537623605601607E-6</c:v>
                </c:pt>
                <c:pt idx="766">
                  <c:v>8.55549779481115E-6</c:v>
                </c:pt>
                <c:pt idx="767">
                  <c:v>8.5572815067626192E-6</c:v>
                </c:pt>
                <c:pt idx="768">
                  <c:v>8.5590171465411895E-6</c:v>
                </c:pt>
                <c:pt idx="769">
                  <c:v>8.5607903208628605E-6</c:v>
                </c:pt>
                <c:pt idx="770">
                  <c:v>8.5625569451863896E-6</c:v>
                </c:pt>
                <c:pt idx="771">
                  <c:v>8.5643015887689998E-6</c:v>
                </c:pt>
                <c:pt idx="772">
                  <c:v>8.5660834777536595E-6</c:v>
                </c:pt>
                <c:pt idx="773">
                  <c:v>8.5678239319405607E-6</c:v>
                </c:pt>
                <c:pt idx="774">
                  <c:v>8.5695684432794506E-6</c:v>
                </c:pt>
                <c:pt idx="775">
                  <c:v>8.5712783790834294E-6</c:v>
                </c:pt>
                <c:pt idx="776">
                  <c:v>8.5729801157325199E-6</c:v>
                </c:pt>
                <c:pt idx="777">
                  <c:v>8.5746944135408206E-6</c:v>
                </c:pt>
                <c:pt idx="778">
                  <c:v>8.5763937251044694E-6</c:v>
                </c:pt>
                <c:pt idx="779">
                  <c:v>8.5781632235893803E-6</c:v>
                </c:pt>
                <c:pt idx="780">
                  <c:v>8.5798849608525694E-6</c:v>
                </c:pt>
                <c:pt idx="781">
                  <c:v>8.5816142703135E-6</c:v>
                </c:pt>
                <c:pt idx="782">
                  <c:v>8.5832916337806697E-6</c:v>
                </c:pt>
                <c:pt idx="783">
                  <c:v>8.5850183769725308E-6</c:v>
                </c:pt>
                <c:pt idx="784">
                  <c:v>8.5867004723136202E-6</c:v>
                </c:pt>
                <c:pt idx="785">
                  <c:v>8.5884617118713806E-6</c:v>
                </c:pt>
                <c:pt idx="786">
                  <c:v>8.5901979186515104E-6</c:v>
                </c:pt>
                <c:pt idx="787">
                  <c:v>8.5919451758398094E-6</c:v>
                </c:pt>
                <c:pt idx="788">
                  <c:v>8.5936653693772207E-6</c:v>
                </c:pt>
                <c:pt idx="789">
                  <c:v>8.5953516354075202E-6</c:v>
                </c:pt>
                <c:pt idx="790">
                  <c:v>8.5970633491809806E-6</c:v>
                </c:pt>
                <c:pt idx="791">
                  <c:v>8.5987651996539605E-6</c:v>
                </c:pt>
                <c:pt idx="792">
                  <c:v>8.6004959857254103E-6</c:v>
                </c:pt>
                <c:pt idx="793">
                  <c:v>8.6022490334115495E-6</c:v>
                </c:pt>
                <c:pt idx="794">
                  <c:v>8.6039824257311802E-6</c:v>
                </c:pt>
                <c:pt idx="795">
                  <c:v>8.6057192321347103E-6</c:v>
                </c:pt>
                <c:pt idx="796">
                  <c:v>8.6073798302824294E-6</c:v>
                </c:pt>
                <c:pt idx="797">
                  <c:v>8.6091207058247301E-6</c:v>
                </c:pt>
                <c:pt idx="798">
                  <c:v>8.6107904683206692E-6</c:v>
                </c:pt>
                <c:pt idx="799">
                  <c:v>8.6125198565337495E-6</c:v>
                </c:pt>
                <c:pt idx="800">
                  <c:v>8.6142743386666307E-6</c:v>
                </c:pt>
                <c:pt idx="801">
                  <c:v>8.6160084819301293E-6</c:v>
                </c:pt>
                <c:pt idx="802">
                  <c:v>8.6177547018124196E-6</c:v>
                </c:pt>
                <c:pt idx="803">
                  <c:v>8.6195152655652293E-6</c:v>
                </c:pt>
                <c:pt idx="804">
                  <c:v>8.6212476846894098E-6</c:v>
                </c:pt>
                <c:pt idx="805">
                  <c:v>8.6229973378964796E-6</c:v>
                </c:pt>
                <c:pt idx="806">
                  <c:v>8.6247394318141395E-6</c:v>
                </c:pt>
                <c:pt idx="807">
                  <c:v>8.6264740962145996E-6</c:v>
                </c:pt>
                <c:pt idx="808">
                  <c:v>8.6282233280693904E-6</c:v>
                </c:pt>
                <c:pt idx="809">
                  <c:v>8.6299393034970992E-6</c:v>
                </c:pt>
                <c:pt idx="810">
                  <c:v>8.6316792145710299E-6</c:v>
                </c:pt>
                <c:pt idx="811">
                  <c:v>8.6333921334106004E-6</c:v>
                </c:pt>
                <c:pt idx="812">
                  <c:v>8.6351283744465892E-6</c:v>
                </c:pt>
                <c:pt idx="813">
                  <c:v>8.6368410072216205E-6</c:v>
                </c:pt>
                <c:pt idx="814">
                  <c:v>8.6385729870215207E-6</c:v>
                </c:pt>
                <c:pt idx="815">
                  <c:v>8.6402534385515192E-6</c:v>
                </c:pt>
                <c:pt idx="816">
                  <c:v>8.6419746965513406E-6</c:v>
                </c:pt>
                <c:pt idx="817">
                  <c:v>8.6436801657755898E-6</c:v>
                </c:pt>
                <c:pt idx="818">
                  <c:v>8.64541789806942E-6</c:v>
                </c:pt>
                <c:pt idx="819">
                  <c:v>8.64714595449771E-6</c:v>
                </c:pt>
                <c:pt idx="820">
                  <c:v>8.6488700867681992E-6</c:v>
                </c:pt>
                <c:pt idx="821">
                  <c:v>8.6505554769541797E-6</c:v>
                </c:pt>
                <c:pt idx="822">
                  <c:v>8.6522684262188095E-6</c:v>
                </c:pt>
                <c:pt idx="823">
                  <c:v>8.6539718395726803E-6</c:v>
                </c:pt>
                <c:pt idx="824">
                  <c:v>8.6556963355357101E-6</c:v>
                </c:pt>
                <c:pt idx="825">
                  <c:v>8.65742133539656E-6</c:v>
                </c:pt>
                <c:pt idx="826">
                  <c:v>8.6591573446045303E-6</c:v>
                </c:pt>
                <c:pt idx="827">
                  <c:v>8.6608663821404903E-6</c:v>
                </c:pt>
                <c:pt idx="828">
                  <c:v>8.6626007632275607E-6</c:v>
                </c:pt>
                <c:pt idx="829">
                  <c:v>8.6643268024977697E-6</c:v>
                </c:pt>
                <c:pt idx="830">
                  <c:v>8.6660412916755296E-6</c:v>
                </c:pt>
                <c:pt idx="831">
                  <c:v>8.6677720282367008E-6</c:v>
                </c:pt>
                <c:pt idx="832">
                  <c:v>8.6694890692937093E-6</c:v>
                </c:pt>
                <c:pt idx="833">
                  <c:v>8.6712279433571492E-6</c:v>
                </c:pt>
                <c:pt idx="834">
                  <c:v>8.6729350199871708E-6</c:v>
                </c:pt>
                <c:pt idx="835">
                  <c:v>8.6746599933778108E-6</c:v>
                </c:pt>
                <c:pt idx="836">
                  <c:v>8.6763861679185699E-6</c:v>
                </c:pt>
                <c:pt idx="837">
                  <c:v>8.6780652320026496E-6</c:v>
                </c:pt>
                <c:pt idx="838">
                  <c:v>8.6797332855794294E-6</c:v>
                </c:pt>
                <c:pt idx="839">
                  <c:v>8.6813966249345408E-6</c:v>
                </c:pt>
                <c:pt idx="840">
                  <c:v>8.6829862971582904E-6</c:v>
                </c:pt>
                <c:pt idx="841">
                  <c:v>8.6846540504367099E-6</c:v>
                </c:pt>
                <c:pt idx="842">
                  <c:v>8.6863030759892993E-6</c:v>
                </c:pt>
                <c:pt idx="843">
                  <c:v>8.6879399383579393E-6</c:v>
                </c:pt>
                <c:pt idx="844">
                  <c:v>8.6896268638597498E-6</c:v>
                </c:pt>
                <c:pt idx="845">
                  <c:v>8.6912886522968097E-6</c:v>
                </c:pt>
                <c:pt idx="846">
                  <c:v>8.6929944076649092E-6</c:v>
                </c:pt>
                <c:pt idx="847">
                  <c:v>8.6947251025588001E-6</c:v>
                </c:pt>
                <c:pt idx="848">
                  <c:v>8.6964448960878006E-6</c:v>
                </c:pt>
                <c:pt idx="849">
                  <c:v>8.6981745427950804E-6</c:v>
                </c:pt>
                <c:pt idx="850">
                  <c:v>8.6998835728844807E-6</c:v>
                </c:pt>
                <c:pt idx="851">
                  <c:v>8.7016024563980304E-6</c:v>
                </c:pt>
                <c:pt idx="852">
                  <c:v>8.7033286935409499E-6</c:v>
                </c:pt>
                <c:pt idx="853">
                  <c:v>8.7050313803543092E-6</c:v>
                </c:pt>
                <c:pt idx="854">
                  <c:v>8.7067548016097096E-6</c:v>
                </c:pt>
                <c:pt idx="855">
                  <c:v>8.7084478209028801E-6</c:v>
                </c:pt>
                <c:pt idx="856">
                  <c:v>8.7101246676587304E-6</c:v>
                </c:pt>
                <c:pt idx="857">
                  <c:v>8.7118382005225302E-6</c:v>
                </c:pt>
                <c:pt idx="858">
                  <c:v>8.7134982028525494E-6</c:v>
                </c:pt>
                <c:pt idx="859">
                  <c:v>8.7152325748779698E-6</c:v>
                </c:pt>
                <c:pt idx="860">
                  <c:v>8.7169187512905097E-6</c:v>
                </c:pt>
                <c:pt idx="861">
                  <c:v>8.7186503013290605E-6</c:v>
                </c:pt>
                <c:pt idx="862">
                  <c:v>8.7203443129648493E-6</c:v>
                </c:pt>
                <c:pt idx="863">
                  <c:v>8.7220481426177903E-6</c:v>
                </c:pt>
                <c:pt idx="864">
                  <c:v>8.7237425483037094E-6</c:v>
                </c:pt>
                <c:pt idx="865">
                  <c:v>8.7254566651307899E-6</c:v>
                </c:pt>
                <c:pt idx="866">
                  <c:v>8.7271368458079699E-6</c:v>
                </c:pt>
                <c:pt idx="867">
                  <c:v>8.7288493453086096E-6</c:v>
                </c:pt>
                <c:pt idx="868">
                  <c:v>8.7305203819208508E-6</c:v>
                </c:pt>
                <c:pt idx="869">
                  <c:v>8.7322113549249696E-6</c:v>
                </c:pt>
                <c:pt idx="870">
                  <c:v>8.7339048205396901E-6</c:v>
                </c:pt>
                <c:pt idx="871">
                  <c:v>8.7356208988067803E-6</c:v>
                </c:pt>
                <c:pt idx="872">
                  <c:v>8.7373178067797207E-6</c:v>
                </c:pt>
                <c:pt idx="873">
                  <c:v>8.7390406020983695E-6</c:v>
                </c:pt>
                <c:pt idx="874">
                  <c:v>8.7407274197475697E-6</c:v>
                </c:pt>
                <c:pt idx="875">
                  <c:v>8.7424216637180805E-6</c:v>
                </c:pt>
                <c:pt idx="876">
                  <c:v>8.7440490791401894E-6</c:v>
                </c:pt>
                <c:pt idx="877">
                  <c:v>8.7457286919109297E-6</c:v>
                </c:pt>
                <c:pt idx="878">
                  <c:v>8.7473725122242203E-6</c:v>
                </c:pt>
                <c:pt idx="879">
                  <c:v>8.74905664423327E-6</c:v>
                </c:pt>
                <c:pt idx="880">
                  <c:v>8.7507425591233405E-6</c:v>
                </c:pt>
                <c:pt idx="881">
                  <c:v>8.7523805227865697E-6</c:v>
                </c:pt>
                <c:pt idx="882">
                  <c:v>8.7540382280043492E-6</c:v>
                </c:pt>
                <c:pt idx="883">
                  <c:v>8.7556650216918099E-6</c:v>
                </c:pt>
                <c:pt idx="884">
                  <c:v>8.7573538551389695E-6</c:v>
                </c:pt>
                <c:pt idx="885">
                  <c:v>8.7590355578922904E-6</c:v>
                </c:pt>
                <c:pt idx="886">
                  <c:v>8.7607417539986899E-6</c:v>
                </c:pt>
                <c:pt idx="887">
                  <c:v>8.7624497043877404E-6</c:v>
                </c:pt>
                <c:pt idx="888">
                  <c:v>8.7641251272554802E-6</c:v>
                </c:pt>
                <c:pt idx="889">
                  <c:v>8.7658282915812698E-6</c:v>
                </c:pt>
                <c:pt idx="890">
                  <c:v>8.7675028049792005E-6</c:v>
                </c:pt>
                <c:pt idx="891">
                  <c:v>8.7692003673455708E-6</c:v>
                </c:pt>
                <c:pt idx="892">
                  <c:v>8.7708869503799701E-6</c:v>
                </c:pt>
                <c:pt idx="893">
                  <c:v>8.7725722599364694E-6</c:v>
                </c:pt>
                <c:pt idx="894">
                  <c:v>8.7742583947323308E-6</c:v>
                </c:pt>
                <c:pt idx="895">
                  <c:v>8.7759466385319207E-6</c:v>
                </c:pt>
                <c:pt idx="896">
                  <c:v>8.7776316255017902E-6</c:v>
                </c:pt>
                <c:pt idx="897">
                  <c:v>8.7793296869597699E-6</c:v>
                </c:pt>
                <c:pt idx="898">
                  <c:v>8.7810068729152003E-6</c:v>
                </c:pt>
                <c:pt idx="899">
                  <c:v>8.7826907170992798E-6</c:v>
                </c:pt>
                <c:pt idx="900">
                  <c:v>8.7843653629752895E-6</c:v>
                </c:pt>
                <c:pt idx="901">
                  <c:v>8.7860362954878693E-6</c:v>
                </c:pt>
                <c:pt idx="902">
                  <c:v>8.7876877968667196E-6</c:v>
                </c:pt>
                <c:pt idx="903">
                  <c:v>8.7893534100001205E-6</c:v>
                </c:pt>
                <c:pt idx="904">
                  <c:v>8.7910131031775593E-6</c:v>
                </c:pt>
                <c:pt idx="905">
                  <c:v>8.7926800343296101E-6</c:v>
                </c:pt>
                <c:pt idx="906">
                  <c:v>8.7943086094768194E-6</c:v>
                </c:pt>
                <c:pt idx="907">
                  <c:v>8.7959876741252602E-6</c:v>
                </c:pt>
                <c:pt idx="908">
                  <c:v>8.7976074691128698E-6</c:v>
                </c:pt>
                <c:pt idx="909">
                  <c:v>8.7993005100394397E-6</c:v>
                </c:pt>
                <c:pt idx="910">
                  <c:v>8.8009718283652203E-6</c:v>
                </c:pt>
                <c:pt idx="911">
                  <c:v>8.8026468740559802E-6</c:v>
                </c:pt>
                <c:pt idx="912">
                  <c:v>8.8043416525180992E-6</c:v>
                </c:pt>
                <c:pt idx="913">
                  <c:v>8.8059897870511595E-6</c:v>
                </c:pt>
                <c:pt idx="914">
                  <c:v>8.8077044024744198E-6</c:v>
                </c:pt>
                <c:pt idx="915">
                  <c:v>8.8093483865430096E-6</c:v>
                </c:pt>
                <c:pt idx="916">
                  <c:v>8.8110366742957795E-6</c:v>
                </c:pt>
                <c:pt idx="917">
                  <c:v>8.8127152186139103E-6</c:v>
                </c:pt>
                <c:pt idx="918">
                  <c:v>8.8143782473562293E-6</c:v>
                </c:pt>
                <c:pt idx="919">
                  <c:v>8.8160682662227494E-6</c:v>
                </c:pt>
                <c:pt idx="920">
                  <c:v>8.8177509807100696E-6</c:v>
                </c:pt>
                <c:pt idx="921">
                  <c:v>8.8194120590638904E-6</c:v>
                </c:pt>
                <c:pt idx="922">
                  <c:v>8.8211088873267903E-6</c:v>
                </c:pt>
                <c:pt idx="923">
                  <c:v>8.8227600290864696E-6</c:v>
                </c:pt>
                <c:pt idx="924">
                  <c:v>8.8244527966567608E-6</c:v>
                </c:pt>
                <c:pt idx="925">
                  <c:v>8.8261082310570104E-6</c:v>
                </c:pt>
                <c:pt idx="926">
                  <c:v>8.8277814680620093E-6</c:v>
                </c:pt>
                <c:pt idx="927">
                  <c:v>8.8294551617911798E-6</c:v>
                </c:pt>
                <c:pt idx="928">
                  <c:v>8.8311114260346595E-6</c:v>
                </c:pt>
                <c:pt idx="929">
                  <c:v>8.8327940090284308E-6</c:v>
                </c:pt>
                <c:pt idx="930">
                  <c:v>8.8344573198383201E-6</c:v>
                </c:pt>
                <c:pt idx="931">
                  <c:v>8.8361451927986204E-6</c:v>
                </c:pt>
                <c:pt idx="932">
                  <c:v>8.8378094242611002E-6</c:v>
                </c:pt>
                <c:pt idx="933">
                  <c:v>8.8394803439667994E-6</c:v>
                </c:pt>
                <c:pt idx="934">
                  <c:v>8.8411535597142901E-6</c:v>
                </c:pt>
                <c:pt idx="935">
                  <c:v>8.8427937249036799E-6</c:v>
                </c:pt>
                <c:pt idx="936">
                  <c:v>8.84444012626934E-6</c:v>
                </c:pt>
                <c:pt idx="937">
                  <c:v>8.8461201296503404E-6</c:v>
                </c:pt>
                <c:pt idx="938">
                  <c:v>8.8477458321778001E-6</c:v>
                </c:pt>
                <c:pt idx="939">
                  <c:v>8.8494246897601702E-6</c:v>
                </c:pt>
                <c:pt idx="940">
                  <c:v>8.8510799644633503E-6</c:v>
                </c:pt>
                <c:pt idx="941">
                  <c:v>8.8527124931155093E-6</c:v>
                </c:pt>
                <c:pt idx="942">
                  <c:v>8.8543868508582305E-6</c:v>
                </c:pt>
                <c:pt idx="943">
                  <c:v>8.8560167599061896E-6</c:v>
                </c:pt>
                <c:pt idx="944">
                  <c:v>8.8576565642881194E-6</c:v>
                </c:pt>
                <c:pt idx="945">
                  <c:v>8.8593036032093295E-6</c:v>
                </c:pt>
                <c:pt idx="946">
                  <c:v>8.8609359636675402E-6</c:v>
                </c:pt>
                <c:pt idx="947">
                  <c:v>8.8625878385632598E-6</c:v>
                </c:pt>
                <c:pt idx="948">
                  <c:v>8.8642659622722406E-6</c:v>
                </c:pt>
                <c:pt idx="949">
                  <c:v>8.8659000686248502E-6</c:v>
                </c:pt>
                <c:pt idx="950">
                  <c:v>8.8675894003951605E-6</c:v>
                </c:pt>
                <c:pt idx="951">
                  <c:v>8.8692303808289304E-6</c:v>
                </c:pt>
                <c:pt idx="952">
                  <c:v>8.8708991878133598E-6</c:v>
                </c:pt>
                <c:pt idx="953">
                  <c:v>8.8725795338495806E-6</c:v>
                </c:pt>
                <c:pt idx="954">
                  <c:v>8.8742289760776803E-6</c:v>
                </c:pt>
                <c:pt idx="955">
                  <c:v>8.8759060931967403E-6</c:v>
                </c:pt>
                <c:pt idx="956">
                  <c:v>8.8775600947782892E-6</c:v>
                </c:pt>
                <c:pt idx="957">
                  <c:v>8.8792104348637E-6</c:v>
                </c:pt>
                <c:pt idx="958">
                  <c:v>8.8808670549745505E-6</c:v>
                </c:pt>
                <c:pt idx="959">
                  <c:v>8.8825149884645593E-6</c:v>
                </c:pt>
                <c:pt idx="960">
                  <c:v>8.8841697672709198E-6</c:v>
                </c:pt>
                <c:pt idx="961">
                  <c:v>8.8858286441352295E-6</c:v>
                </c:pt>
                <c:pt idx="962">
                  <c:v>8.8874699461378801E-6</c:v>
                </c:pt>
                <c:pt idx="963">
                  <c:v>8.8891338255613105E-6</c:v>
                </c:pt>
                <c:pt idx="964">
                  <c:v>8.8907617800536692E-6</c:v>
                </c:pt>
                <c:pt idx="965">
                  <c:v>8.8925204305390998E-6</c:v>
                </c:pt>
                <c:pt idx="966">
                  <c:v>8.8941245516638603E-6</c:v>
                </c:pt>
                <c:pt idx="967">
                  <c:v>8.8958169615700697E-6</c:v>
                </c:pt>
                <c:pt idx="968">
                  <c:v>8.8974255311331198E-6</c:v>
                </c:pt>
                <c:pt idx="969">
                  <c:v>8.8990123813453495E-6</c:v>
                </c:pt>
                <c:pt idx="970">
                  <c:v>8.9006455700498503E-6</c:v>
                </c:pt>
                <c:pt idx="971">
                  <c:v>8.9022860379210598E-6</c:v>
                </c:pt>
                <c:pt idx="972">
                  <c:v>8.9039285438095292E-6</c:v>
                </c:pt>
                <c:pt idx="973">
                  <c:v>8.9055622941595392E-6</c:v>
                </c:pt>
                <c:pt idx="974">
                  <c:v>8.9072233056074592E-6</c:v>
                </c:pt>
                <c:pt idx="975">
                  <c:v>8.9088670359139294E-6</c:v>
                </c:pt>
                <c:pt idx="976">
                  <c:v>8.9105123485561906E-6</c:v>
                </c:pt>
                <c:pt idx="977">
                  <c:v>8.91216434203676E-6</c:v>
                </c:pt>
                <c:pt idx="978">
                  <c:v>8.9138036134328198E-6</c:v>
                </c:pt>
                <c:pt idx="979">
                  <c:v>8.9154571658755008E-6</c:v>
                </c:pt>
                <c:pt idx="980">
                  <c:v>8.9170858776760704E-6</c:v>
                </c:pt>
                <c:pt idx="981">
                  <c:v>8.91874551798959E-6</c:v>
                </c:pt>
                <c:pt idx="982">
                  <c:v>8.9203602777632597E-6</c:v>
                </c:pt>
                <c:pt idx="983">
                  <c:v>8.9220233963199108E-6</c:v>
                </c:pt>
                <c:pt idx="984">
                  <c:v>8.9236465292234694E-6</c:v>
                </c:pt>
                <c:pt idx="985">
                  <c:v>8.9253066622088103E-6</c:v>
                </c:pt>
                <c:pt idx="986">
                  <c:v>8.9269253692385508E-6</c:v>
                </c:pt>
                <c:pt idx="987">
                  <c:v>8.9285904369516906E-6</c:v>
                </c:pt>
                <c:pt idx="988">
                  <c:v>8.9302049473968501E-6</c:v>
                </c:pt>
                <c:pt idx="989">
                  <c:v>8.9318525702403597E-6</c:v>
                </c:pt>
                <c:pt idx="990">
                  <c:v>8.9334941800369007E-6</c:v>
                </c:pt>
                <c:pt idx="991">
                  <c:v>8.9351111620722907E-6</c:v>
                </c:pt>
                <c:pt idx="992">
                  <c:v>8.9367715998809402E-6</c:v>
                </c:pt>
                <c:pt idx="993">
                  <c:v>8.9383866447685902E-6</c:v>
                </c:pt>
                <c:pt idx="994">
                  <c:v>8.9400198522945307E-6</c:v>
                </c:pt>
                <c:pt idx="995">
                  <c:v>8.9416616112009798E-6</c:v>
                </c:pt>
                <c:pt idx="996">
                  <c:v>8.9432774276185407E-6</c:v>
                </c:pt>
                <c:pt idx="997">
                  <c:v>8.9449164548370399E-6</c:v>
                </c:pt>
                <c:pt idx="998">
                  <c:v>8.9465600747280899E-6</c:v>
                </c:pt>
                <c:pt idx="999">
                  <c:v>8.9481677580042397E-6</c:v>
                </c:pt>
                <c:pt idx="1000">
                  <c:v>8.9498138254107397E-6</c:v>
                </c:pt>
                <c:pt idx="1001">
                  <c:v>8.9514367949129506E-6</c:v>
                </c:pt>
                <c:pt idx="1002">
                  <c:v>8.9530692032878303E-6</c:v>
                </c:pt>
                <c:pt idx="1003">
                  <c:v>8.9547023838970797E-6</c:v>
                </c:pt>
                <c:pt idx="1004">
                  <c:v>8.95633059995676E-6</c:v>
                </c:pt>
                <c:pt idx="1005">
                  <c:v>8.9579475625476498E-6</c:v>
                </c:pt>
                <c:pt idx="1006">
                  <c:v>8.9595015135881299E-6</c:v>
                </c:pt>
                <c:pt idx="1007">
                  <c:v>8.9611216233432692E-6</c:v>
                </c:pt>
                <c:pt idx="1008">
                  <c:v>8.962678411736E-6</c:v>
                </c:pt>
                <c:pt idx="1009">
                  <c:v>8.9642976221554796E-6</c:v>
                </c:pt>
                <c:pt idx="1010">
                  <c:v>8.9659234357172696E-6</c:v>
                </c:pt>
                <c:pt idx="1011">
                  <c:v>8.9675320784141794E-6</c:v>
                </c:pt>
                <c:pt idx="1012">
                  <c:v>8.9691670524265895E-6</c:v>
                </c:pt>
                <c:pt idx="1013">
                  <c:v>8.9707820562357605E-6</c:v>
                </c:pt>
                <c:pt idx="1014">
                  <c:v>8.9724098182901195E-6</c:v>
                </c:pt>
                <c:pt idx="1015">
                  <c:v>8.9740316240722395E-6</c:v>
                </c:pt>
                <c:pt idx="1016">
                  <c:v>8.9756611320850992E-6</c:v>
                </c:pt>
                <c:pt idx="1017">
                  <c:v>8.9772647741463596E-6</c:v>
                </c:pt>
                <c:pt idx="1018">
                  <c:v>8.9789112421418692E-6</c:v>
                </c:pt>
                <c:pt idx="1019">
                  <c:v>8.9805123928044101E-6</c:v>
                </c:pt>
                <c:pt idx="1020">
                  <c:v>8.9821282953624401E-6</c:v>
                </c:pt>
                <c:pt idx="1021">
                  <c:v>8.9837631660907798E-6</c:v>
                </c:pt>
                <c:pt idx="1022">
                  <c:v>8.9853527763452906E-6</c:v>
                </c:pt>
                <c:pt idx="1023">
                  <c:v>8.9869816893033594E-6</c:v>
                </c:pt>
                <c:pt idx="1024">
                  <c:v>8.9886034254171093E-6</c:v>
                </c:pt>
                <c:pt idx="1025">
                  <c:v>8.99020505906308E-6</c:v>
                </c:pt>
                <c:pt idx="1026">
                  <c:v>8.9918337843199707E-6</c:v>
                </c:pt>
                <c:pt idx="1027">
                  <c:v>8.9934338275606606E-6</c:v>
                </c:pt>
                <c:pt idx="1028">
                  <c:v>8.9950553675610806E-6</c:v>
                </c:pt>
                <c:pt idx="1029">
                  <c:v>8.9966672999332006E-6</c:v>
                </c:pt>
                <c:pt idx="1030">
                  <c:v>8.9982880128829904E-6</c:v>
                </c:pt>
                <c:pt idx="1031">
                  <c:v>8.9999088101995097E-6</c:v>
                </c:pt>
                <c:pt idx="1032">
                  <c:v>9.0015265740354002E-6</c:v>
                </c:pt>
                <c:pt idx="1033">
                  <c:v>9.0031408641251502E-6</c:v>
                </c:pt>
                <c:pt idx="1034">
                  <c:v>9.0047576886172096E-6</c:v>
                </c:pt>
                <c:pt idx="1035">
                  <c:v>9.0063544789652492E-6</c:v>
                </c:pt>
                <c:pt idx="1036">
                  <c:v>9.0079649225161501E-6</c:v>
                </c:pt>
                <c:pt idx="1037">
                  <c:v>9.0095520147774601E-6</c:v>
                </c:pt>
                <c:pt idx="1038">
                  <c:v>9.01117996249828E-6</c:v>
                </c:pt>
                <c:pt idx="1039">
                  <c:v>9.0127802352444697E-6</c:v>
                </c:pt>
                <c:pt idx="1040">
                  <c:v>9.01439835923211E-6</c:v>
                </c:pt>
                <c:pt idx="1041">
                  <c:v>9.0159922691583693E-6</c:v>
                </c:pt>
                <c:pt idx="1042">
                  <c:v>9.0176121064649901E-6</c:v>
                </c:pt>
                <c:pt idx="1043">
                  <c:v>9.0191924539765303E-6</c:v>
                </c:pt>
                <c:pt idx="1044">
                  <c:v>9.0208178950977793E-6</c:v>
                </c:pt>
                <c:pt idx="1045">
                  <c:v>9.0224143833064205E-6</c:v>
                </c:pt>
                <c:pt idx="1046">
                  <c:v>9.0240255801423392E-6</c:v>
                </c:pt>
                <c:pt idx="1047">
                  <c:v>9.0256536810854307E-6</c:v>
                </c:pt>
                <c:pt idx="1048">
                  <c:v>9.0272555210195706E-6</c:v>
                </c:pt>
                <c:pt idx="1049">
                  <c:v>9.0288683980895407E-6</c:v>
                </c:pt>
                <c:pt idx="1050">
                  <c:v>9.0304631052463202E-6</c:v>
                </c:pt>
                <c:pt idx="1051">
                  <c:v>9.0320506090125702E-6</c:v>
                </c:pt>
                <c:pt idx="1052">
                  <c:v>9.0336521292814308E-6</c:v>
                </c:pt>
                <c:pt idx="1053">
                  <c:v>9.03524832055758E-6</c:v>
                </c:pt>
                <c:pt idx="1054">
                  <c:v>9.0368507815096698E-6</c:v>
                </c:pt>
                <c:pt idx="1055">
                  <c:v>9.0384492420051993E-6</c:v>
                </c:pt>
                <c:pt idx="1056">
                  <c:v>9.0400378595120493E-6</c:v>
                </c:pt>
                <c:pt idx="1057">
                  <c:v>9.0416415628934298E-6</c:v>
                </c:pt>
                <c:pt idx="1058">
                  <c:v>9.0432241778998505E-6</c:v>
                </c:pt>
                <c:pt idx="1059">
                  <c:v>9.0448184617514895E-6</c:v>
                </c:pt>
                <c:pt idx="1060">
                  <c:v>9.0464197677453294E-6</c:v>
                </c:pt>
                <c:pt idx="1061">
                  <c:v>9.0480039728663004E-6</c:v>
                </c:pt>
                <c:pt idx="1062">
                  <c:v>9.0496113871087908E-6</c:v>
                </c:pt>
                <c:pt idx="1063">
                  <c:v>9.0512069892673199E-6</c:v>
                </c:pt>
                <c:pt idx="1064">
                  <c:v>9.0527833158838896E-6</c:v>
                </c:pt>
                <c:pt idx="1065">
                  <c:v>9.0543786473827897E-6</c:v>
                </c:pt>
                <c:pt idx="1066">
                  <c:v>9.0559384406019496E-6</c:v>
                </c:pt>
                <c:pt idx="1067">
                  <c:v>9.0575453698146007E-6</c:v>
                </c:pt>
                <c:pt idx="1068">
                  <c:v>9.0591514884217595E-6</c:v>
                </c:pt>
                <c:pt idx="1069">
                  <c:v>9.0607403357352193E-6</c:v>
                </c:pt>
                <c:pt idx="1070">
                  <c:v>9.0623516560727599E-6</c:v>
                </c:pt>
                <c:pt idx="1071">
                  <c:v>9.06393362863724E-6</c:v>
                </c:pt>
                <c:pt idx="1072">
                  <c:v>9.0655070263447396E-6</c:v>
                </c:pt>
                <c:pt idx="1073">
                  <c:v>9.0670694449576594E-6</c:v>
                </c:pt>
                <c:pt idx="1074">
                  <c:v>9.0686133252039095E-6</c:v>
                </c:pt>
                <c:pt idx="1075">
                  <c:v>9.0701515046550396E-6</c:v>
                </c:pt>
                <c:pt idx="1076">
                  <c:v>9.0717252830807403E-6</c:v>
                </c:pt>
                <c:pt idx="1077">
                  <c:v>9.0732840460233603E-6</c:v>
                </c:pt>
                <c:pt idx="1078">
                  <c:v>9.0748847197951101E-6</c:v>
                </c:pt>
                <c:pt idx="1079">
                  <c:v>9.0764781236510301E-6</c:v>
                </c:pt>
                <c:pt idx="1080">
                  <c:v>9.0780567298598693E-6</c:v>
                </c:pt>
                <c:pt idx="1081">
                  <c:v>9.0796457000000301E-6</c:v>
                </c:pt>
                <c:pt idx="1082">
                  <c:v>9.0812297109840295E-6</c:v>
                </c:pt>
                <c:pt idx="1083">
                  <c:v>9.0827838644378792E-6</c:v>
                </c:pt>
                <c:pt idx="1084">
                  <c:v>9.0843887887361193E-6</c:v>
                </c:pt>
                <c:pt idx="1085">
                  <c:v>9.0859555644196092E-6</c:v>
                </c:pt>
                <c:pt idx="1086">
                  <c:v>9.08755364241898E-6</c:v>
                </c:pt>
                <c:pt idx="1087">
                  <c:v>9.0891134926949992E-6</c:v>
                </c:pt>
                <c:pt idx="1088">
                  <c:v>9.0906541346912593E-6</c:v>
                </c:pt>
                <c:pt idx="1089">
                  <c:v>9.0921991282963906E-6</c:v>
                </c:pt>
                <c:pt idx="1090">
                  <c:v>9.0937292897940101E-6</c:v>
                </c:pt>
                <c:pt idx="1091">
                  <c:v>9.0952806976056808E-6</c:v>
                </c:pt>
                <c:pt idx="1092">
                  <c:v>9.0968590956382008E-6</c:v>
                </c:pt>
                <c:pt idx="1093">
                  <c:v>9.0984234189052894E-6</c:v>
                </c:pt>
                <c:pt idx="1094">
                  <c:v>9.1000114414965599E-6</c:v>
                </c:pt>
                <c:pt idx="1095">
                  <c:v>9.1015783177794408E-6</c:v>
                </c:pt>
                <c:pt idx="1096">
                  <c:v>9.1031529950301199E-6</c:v>
                </c:pt>
                <c:pt idx="1097">
                  <c:v>9.1047347010703705E-6</c:v>
                </c:pt>
                <c:pt idx="1098">
                  <c:v>9.1062965953937805E-6</c:v>
                </c:pt>
                <c:pt idx="1099">
                  <c:v>9.1078872466680398E-6</c:v>
                </c:pt>
                <c:pt idx="1100">
                  <c:v>9.1094460352344907E-6</c:v>
                </c:pt>
                <c:pt idx="1101">
                  <c:v>9.1110139186363898E-6</c:v>
                </c:pt>
                <c:pt idx="1102">
                  <c:v>9.1125997762419692E-6</c:v>
                </c:pt>
                <c:pt idx="1103">
                  <c:v>9.1141528362142599E-6</c:v>
                </c:pt>
                <c:pt idx="1104">
                  <c:v>9.1157459890468296E-6</c:v>
                </c:pt>
                <c:pt idx="1105">
                  <c:v>9.1173170849464607E-6</c:v>
                </c:pt>
                <c:pt idx="1106">
                  <c:v>9.1188731987617592E-6</c:v>
                </c:pt>
                <c:pt idx="1107">
                  <c:v>9.1204402234577805E-6</c:v>
                </c:pt>
                <c:pt idx="1108">
                  <c:v>9.1219750569459895E-6</c:v>
                </c:pt>
                <c:pt idx="1109">
                  <c:v>9.1235513221782899E-6</c:v>
                </c:pt>
                <c:pt idx="1110">
                  <c:v>9.1251094798440898E-6</c:v>
                </c:pt>
                <c:pt idx="1111">
                  <c:v>9.1267085945943103E-6</c:v>
                </c:pt>
                <c:pt idx="1112">
                  <c:v>9.12827402959139E-6</c:v>
                </c:pt>
                <c:pt idx="1113">
                  <c:v>9.1298556354648107E-6</c:v>
                </c:pt>
                <c:pt idx="1114">
                  <c:v>9.1314131020974899E-6</c:v>
                </c:pt>
                <c:pt idx="1115">
                  <c:v>9.1329735614318993E-6</c:v>
                </c:pt>
                <c:pt idx="1116">
                  <c:v>9.1345503882181497E-6</c:v>
                </c:pt>
                <c:pt idx="1117">
                  <c:v>9.1360942603136203E-6</c:v>
                </c:pt>
                <c:pt idx="1118">
                  <c:v>9.1376823297401496E-6</c:v>
                </c:pt>
                <c:pt idx="1119">
                  <c:v>9.1392346515583397E-6</c:v>
                </c:pt>
                <c:pt idx="1120">
                  <c:v>9.1407980464503993E-6</c:v>
                </c:pt>
                <c:pt idx="1121">
                  <c:v>9.1423632294639897E-6</c:v>
                </c:pt>
                <c:pt idx="1122">
                  <c:v>9.1438996152112507E-6</c:v>
                </c:pt>
                <c:pt idx="1123">
                  <c:v>9.1454590177233905E-6</c:v>
                </c:pt>
                <c:pt idx="1124">
                  <c:v>9.1470146097939102E-6</c:v>
                </c:pt>
                <c:pt idx="1125">
                  <c:v>9.1485764059747806E-6</c:v>
                </c:pt>
                <c:pt idx="1126">
                  <c:v>9.1501341845154096E-6</c:v>
                </c:pt>
                <c:pt idx="1127">
                  <c:v>9.1516954682853502E-6</c:v>
                </c:pt>
                <c:pt idx="1128">
                  <c:v>9.1532423060959797E-6</c:v>
                </c:pt>
                <c:pt idx="1129">
                  <c:v>9.1547989938967394E-6</c:v>
                </c:pt>
                <c:pt idx="1130">
                  <c:v>9.1563499507757907E-6</c:v>
                </c:pt>
                <c:pt idx="1131">
                  <c:v>9.1579220132562903E-6</c:v>
                </c:pt>
                <c:pt idx="1132">
                  <c:v>9.1594603312493507E-6</c:v>
                </c:pt>
                <c:pt idx="1133">
                  <c:v>9.1610301549337792E-6</c:v>
                </c:pt>
                <c:pt idx="1134">
                  <c:v>9.1625782631793497E-6</c:v>
                </c:pt>
                <c:pt idx="1135">
                  <c:v>9.1641290151101193E-6</c:v>
                </c:pt>
                <c:pt idx="1136">
                  <c:v>9.1656977239672198E-6</c:v>
                </c:pt>
                <c:pt idx="1137">
                  <c:v>9.1672529899718101E-6</c:v>
                </c:pt>
                <c:pt idx="1138">
                  <c:v>9.1688050030061806E-6</c:v>
                </c:pt>
                <c:pt idx="1139">
                  <c:v>9.1703756971861606E-6</c:v>
                </c:pt>
                <c:pt idx="1140">
                  <c:v>9.1718815067661996E-6</c:v>
                </c:pt>
                <c:pt idx="1141">
                  <c:v>9.1733879525097593E-6</c:v>
                </c:pt>
                <c:pt idx="1142">
                  <c:v>9.1748820828878303E-6</c:v>
                </c:pt>
                <c:pt idx="1143">
                  <c:v>9.1763791958696199E-6</c:v>
                </c:pt>
                <c:pt idx="1144">
                  <c:v>9.1779189285265494E-6</c:v>
                </c:pt>
                <c:pt idx="1145">
                  <c:v>9.1794568142311106E-6</c:v>
                </c:pt>
                <c:pt idx="1146">
                  <c:v>9.1810196398698296E-6</c:v>
                </c:pt>
                <c:pt idx="1147">
                  <c:v>9.1825593564564893E-6</c:v>
                </c:pt>
                <c:pt idx="1148">
                  <c:v>9.1840981836654204E-6</c:v>
                </c:pt>
                <c:pt idx="1149">
                  <c:v>9.1856429421629606E-6</c:v>
                </c:pt>
                <c:pt idx="1150">
                  <c:v>9.1871815767144697E-6</c:v>
                </c:pt>
                <c:pt idx="1151">
                  <c:v>9.1887107955289002E-6</c:v>
                </c:pt>
                <c:pt idx="1152">
                  <c:v>9.1902619197166199E-6</c:v>
                </c:pt>
                <c:pt idx="1153">
                  <c:v>9.1918241668116494E-6</c:v>
                </c:pt>
                <c:pt idx="1154">
                  <c:v>9.1933500693241502E-6</c:v>
                </c:pt>
                <c:pt idx="1155">
                  <c:v>9.1949218959827693E-6</c:v>
                </c:pt>
                <c:pt idx="1156">
                  <c:v>9.1964452602748004E-6</c:v>
                </c:pt>
                <c:pt idx="1157">
                  <c:v>9.1979820961296605E-6</c:v>
                </c:pt>
                <c:pt idx="1158">
                  <c:v>9.1995126185299906E-6</c:v>
                </c:pt>
                <c:pt idx="1159">
                  <c:v>9.2010664650069894E-6</c:v>
                </c:pt>
                <c:pt idx="1160">
                  <c:v>9.2025872319825308E-6</c:v>
                </c:pt>
                <c:pt idx="1161">
                  <c:v>9.2041311103505108E-6</c:v>
                </c:pt>
                <c:pt idx="1162">
                  <c:v>9.2056842658795207E-6</c:v>
                </c:pt>
                <c:pt idx="1163">
                  <c:v>9.2072105275136894E-6</c:v>
                </c:pt>
                <c:pt idx="1164">
                  <c:v>9.2087575369240002E-6</c:v>
                </c:pt>
                <c:pt idx="1165">
                  <c:v>9.2102862584519807E-6</c:v>
                </c:pt>
                <c:pt idx="1166">
                  <c:v>9.2118160979706708E-6</c:v>
                </c:pt>
                <c:pt idx="1167">
                  <c:v>9.2133372089275204E-6</c:v>
                </c:pt>
                <c:pt idx="1168">
                  <c:v>9.2148768098907201E-6</c:v>
                </c:pt>
                <c:pt idx="1169">
                  <c:v>9.2164050337416497E-6</c:v>
                </c:pt>
                <c:pt idx="1170">
                  <c:v>9.2179617714439495E-6</c:v>
                </c:pt>
                <c:pt idx="1171">
                  <c:v>9.2194709658843007E-6</c:v>
                </c:pt>
                <c:pt idx="1172">
                  <c:v>9.2210217783212206E-6</c:v>
                </c:pt>
                <c:pt idx="1173">
                  <c:v>9.2225287748254605E-6</c:v>
                </c:pt>
                <c:pt idx="1174">
                  <c:v>9.2240608792255602E-6</c:v>
                </c:pt>
                <c:pt idx="1175">
                  <c:v>9.22558501375411E-6</c:v>
                </c:pt>
                <c:pt idx="1176">
                  <c:v>9.2271342221477107E-6</c:v>
                </c:pt>
                <c:pt idx="1177">
                  <c:v>9.2286651124839505E-6</c:v>
                </c:pt>
                <c:pt idx="1178">
                  <c:v>9.2302222119932702E-6</c:v>
                </c:pt>
                <c:pt idx="1179">
                  <c:v>9.2317504575761108E-6</c:v>
                </c:pt>
                <c:pt idx="1180">
                  <c:v>9.2333041547844404E-6</c:v>
                </c:pt>
                <c:pt idx="1181">
                  <c:v>9.2348066890562592E-6</c:v>
                </c:pt>
                <c:pt idx="1182">
                  <c:v>9.2363515212321607E-6</c:v>
                </c:pt>
                <c:pt idx="1183">
                  <c:v>9.2378341787263993E-6</c:v>
                </c:pt>
                <c:pt idx="1184">
                  <c:v>9.2393732186067992E-6</c:v>
                </c:pt>
                <c:pt idx="1185">
                  <c:v>9.2408832650776006E-6</c:v>
                </c:pt>
                <c:pt idx="1186">
                  <c:v>9.2424083110058598E-6</c:v>
                </c:pt>
                <c:pt idx="1187">
                  <c:v>9.2439523251209899E-6</c:v>
                </c:pt>
                <c:pt idx="1188">
                  <c:v>9.2454552958066803E-6</c:v>
                </c:pt>
                <c:pt idx="1189">
                  <c:v>9.2469760855797798E-6</c:v>
                </c:pt>
                <c:pt idx="1190">
                  <c:v>9.2484861082176507E-6</c:v>
                </c:pt>
                <c:pt idx="1191">
                  <c:v>9.2499841227122405E-6</c:v>
                </c:pt>
                <c:pt idx="1192">
                  <c:v>9.2515223853070592E-6</c:v>
                </c:pt>
                <c:pt idx="1193">
                  <c:v>9.2530292255816692E-6</c:v>
                </c:pt>
                <c:pt idx="1194">
                  <c:v>9.2545658997541892E-6</c:v>
                </c:pt>
                <c:pt idx="1195">
                  <c:v>9.2560670864356202E-6</c:v>
                </c:pt>
                <c:pt idx="1196">
                  <c:v>9.2576082427995493E-6</c:v>
                </c:pt>
                <c:pt idx="1197">
                  <c:v>9.2590897507639995E-6</c:v>
                </c:pt>
                <c:pt idx="1198">
                  <c:v>9.2606324634486001E-6</c:v>
                </c:pt>
                <c:pt idx="1199">
                  <c:v>9.2621407754105908E-6</c:v>
                </c:pt>
                <c:pt idx="1200">
                  <c:v>9.2636444438547893E-6</c:v>
                </c:pt>
                <c:pt idx="1201">
                  <c:v>9.2651998141868099E-6</c:v>
                </c:pt>
                <c:pt idx="1202">
                  <c:v>9.2666591614880292E-6</c:v>
                </c:pt>
                <c:pt idx="1203">
                  <c:v>9.2681969524830599E-6</c:v>
                </c:pt>
                <c:pt idx="1204">
                  <c:v>9.2696654242735394E-6</c:v>
                </c:pt>
                <c:pt idx="1205">
                  <c:v>9.2711634222249592E-6</c:v>
                </c:pt>
                <c:pt idx="1206">
                  <c:v>9.27268370173235E-6</c:v>
                </c:pt>
                <c:pt idx="1207">
                  <c:v>9.2741711663177999E-6</c:v>
                </c:pt>
                <c:pt idx="1208">
                  <c:v>9.2757120845988804E-6</c:v>
                </c:pt>
                <c:pt idx="1209">
                  <c:v>9.2772340527074107E-6</c:v>
                </c:pt>
                <c:pt idx="1210">
                  <c:v>9.2787582528812105E-6</c:v>
                </c:pt>
                <c:pt idx="1211">
                  <c:v>9.2802780120991708E-6</c:v>
                </c:pt>
                <c:pt idx="1212">
                  <c:v>9.2817911415474592E-6</c:v>
                </c:pt>
                <c:pt idx="1213">
                  <c:v>9.2832745503680196E-6</c:v>
                </c:pt>
                <c:pt idx="1214">
                  <c:v>9.28481721440413E-6</c:v>
                </c:pt>
                <c:pt idx="1215">
                  <c:v>9.2862810765272406E-6</c:v>
                </c:pt>
                <c:pt idx="1216">
                  <c:v>9.2878056242900905E-6</c:v>
                </c:pt>
                <c:pt idx="1217">
                  <c:v>9.2892932001659592E-6</c:v>
                </c:pt>
                <c:pt idx="1218">
                  <c:v>9.2907946524819098E-6</c:v>
                </c:pt>
                <c:pt idx="1219">
                  <c:v>9.2923186868378005E-6</c:v>
                </c:pt>
                <c:pt idx="1220">
                  <c:v>9.2938172201385492E-6</c:v>
                </c:pt>
                <c:pt idx="1221">
                  <c:v>9.2953359272682902E-6</c:v>
                </c:pt>
                <c:pt idx="1222">
                  <c:v>9.2968143219711998E-6</c:v>
                </c:pt>
                <c:pt idx="1223">
                  <c:v>9.2983377724648794E-6</c:v>
                </c:pt>
                <c:pt idx="1224">
                  <c:v>9.2998248750531996E-6</c:v>
                </c:pt>
                <c:pt idx="1225">
                  <c:v>9.3013373119492797E-6</c:v>
                </c:pt>
                <c:pt idx="1226">
                  <c:v>9.3028477076498594E-6</c:v>
                </c:pt>
                <c:pt idx="1227">
                  <c:v>9.3043648659207995E-6</c:v>
                </c:pt>
                <c:pt idx="1228">
                  <c:v>9.3058630211963801E-6</c:v>
                </c:pt>
                <c:pt idx="1229">
                  <c:v>9.3073674264202497E-6</c:v>
                </c:pt>
                <c:pt idx="1230">
                  <c:v>9.3088576974868704E-6</c:v>
                </c:pt>
                <c:pt idx="1231">
                  <c:v>9.3103375790690998E-6</c:v>
                </c:pt>
                <c:pt idx="1232">
                  <c:v>9.31185997735605E-6</c:v>
                </c:pt>
                <c:pt idx="1233">
                  <c:v>9.3133577157631408E-6</c:v>
                </c:pt>
                <c:pt idx="1234">
                  <c:v>9.3148596286344608E-6</c:v>
                </c:pt>
                <c:pt idx="1235">
                  <c:v>9.3163501210215698E-6</c:v>
                </c:pt>
                <c:pt idx="1236">
                  <c:v>9.3178422003730898E-6</c:v>
                </c:pt>
                <c:pt idx="1237">
                  <c:v>9.3193126719649795E-6</c:v>
                </c:pt>
                <c:pt idx="1238">
                  <c:v>9.3208101055400897E-6</c:v>
                </c:pt>
                <c:pt idx="1239">
                  <c:v>9.3222889230024795E-6</c:v>
                </c:pt>
                <c:pt idx="1240">
                  <c:v>9.3237539936056598E-6</c:v>
                </c:pt>
                <c:pt idx="1241">
                  <c:v>9.3251954492674896E-6</c:v>
                </c:pt>
                <c:pt idx="1242">
                  <c:v>9.3266486053340806E-6</c:v>
                </c:pt>
                <c:pt idx="1243">
                  <c:v>9.3281080968212597E-6</c:v>
                </c:pt>
                <c:pt idx="1244">
                  <c:v>9.3295737261582598E-6</c:v>
                </c:pt>
                <c:pt idx="1245">
                  <c:v>9.3310777612934008E-6</c:v>
                </c:pt>
                <c:pt idx="1246">
                  <c:v>9.3325506845266398E-6</c:v>
                </c:pt>
                <c:pt idx="1247">
                  <c:v>9.3340431729740703E-6</c:v>
                </c:pt>
                <c:pt idx="1248">
                  <c:v>9.3355340523583899E-6</c:v>
                </c:pt>
                <c:pt idx="1249">
                  <c:v>9.3370214821339196E-6</c:v>
                </c:pt>
                <c:pt idx="1250">
                  <c:v>9.3385124375700394E-6</c:v>
                </c:pt>
                <c:pt idx="1251">
                  <c:v>9.3400039341519294E-6</c:v>
                </c:pt>
                <c:pt idx="1252">
                  <c:v>9.3414690171222599E-6</c:v>
                </c:pt>
                <c:pt idx="1253">
                  <c:v>9.3429864157795004E-6</c:v>
                </c:pt>
                <c:pt idx="1254">
                  <c:v>9.3444299690738905E-6</c:v>
                </c:pt>
                <c:pt idx="1255">
                  <c:v>9.3459564288801704E-6</c:v>
                </c:pt>
                <c:pt idx="1256">
                  <c:v>9.3473840126345798E-6</c:v>
                </c:pt>
                <c:pt idx="1257">
                  <c:v>9.3489072432880104E-6</c:v>
                </c:pt>
                <c:pt idx="1258">
                  <c:v>9.3503594907978496E-6</c:v>
                </c:pt>
                <c:pt idx="1259">
                  <c:v>9.3518608770618203E-6</c:v>
                </c:pt>
                <c:pt idx="1260">
                  <c:v>9.3533447017550106E-6</c:v>
                </c:pt>
                <c:pt idx="1261">
                  <c:v>9.3548193669897698E-6</c:v>
                </c:pt>
                <c:pt idx="1262">
                  <c:v>9.3562999934666304E-6</c:v>
                </c:pt>
                <c:pt idx="1263">
                  <c:v>9.3577771794377694E-6</c:v>
                </c:pt>
                <c:pt idx="1264">
                  <c:v>9.3592412407303794E-6</c:v>
                </c:pt>
                <c:pt idx="1265">
                  <c:v>9.3607334985093694E-6</c:v>
                </c:pt>
                <c:pt idx="1266">
                  <c:v>9.3622008986308502E-6</c:v>
                </c:pt>
                <c:pt idx="1267">
                  <c:v>9.3636826114226308E-6</c:v>
                </c:pt>
              </c:numCache>
            </c:numRef>
          </c:xVal>
          <c:yVal>
            <c:numRef>
              <c:f>'Post Processing - SS NaCl'!$BZ$56:$BZ$1323</c:f>
              <c:numCache>
                <c:formatCode>0.00E+00</c:formatCode>
                <c:ptCount val="1268"/>
                <c:pt idx="0">
                  <c:v>0.7067954807528164</c:v>
                </c:pt>
                <c:pt idx="1">
                  <c:v>0.70226717083573842</c:v>
                </c:pt>
                <c:pt idx="2">
                  <c:v>0.70267084087919573</c:v>
                </c:pt>
                <c:pt idx="3">
                  <c:v>0.70626211688704743</c:v>
                </c:pt>
                <c:pt idx="4">
                  <c:v>0.7081957498277377</c:v>
                </c:pt>
                <c:pt idx="5">
                  <c:v>0.7069797267300989</c:v>
                </c:pt>
                <c:pt idx="6">
                  <c:v>0.70589111437766461</c:v>
                </c:pt>
                <c:pt idx="7">
                  <c:v>0.70711760102006671</c:v>
                </c:pt>
                <c:pt idx="8">
                  <c:v>0.70733983080348006</c:v>
                </c:pt>
                <c:pt idx="9">
                  <c:v>0.70445088625813079</c:v>
                </c:pt>
                <c:pt idx="10">
                  <c:v>0.70530489004813945</c:v>
                </c:pt>
                <c:pt idx="11">
                  <c:v>0.70606310950032902</c:v>
                </c:pt>
                <c:pt idx="12">
                  <c:v>0.7080853852044775</c:v>
                </c:pt>
                <c:pt idx="13">
                  <c:v>0.70460965174295254</c:v>
                </c:pt>
                <c:pt idx="14">
                  <c:v>0.70310366464934593</c:v>
                </c:pt>
                <c:pt idx="15">
                  <c:v>0.706847263127796</c:v>
                </c:pt>
                <c:pt idx="16">
                  <c:v>0.69727326589726046</c:v>
                </c:pt>
                <c:pt idx="17">
                  <c:v>0.69352542465312217</c:v>
                </c:pt>
                <c:pt idx="18">
                  <c:v>0.70161233325701489</c:v>
                </c:pt>
                <c:pt idx="19">
                  <c:v>0.70320593213885407</c:v>
                </c:pt>
                <c:pt idx="20">
                  <c:v>0.70424359575351503</c:v>
                </c:pt>
                <c:pt idx="21">
                  <c:v>0.68991629339157456</c:v>
                </c:pt>
                <c:pt idx="22">
                  <c:v>0.69935555506493619</c:v>
                </c:pt>
                <c:pt idx="23">
                  <c:v>0.70110722566944361</c:v>
                </c:pt>
                <c:pt idx="24">
                  <c:v>0.70271245466832999</c:v>
                </c:pt>
                <c:pt idx="25">
                  <c:v>0.70133084544889879</c:v>
                </c:pt>
                <c:pt idx="26">
                  <c:v>0.71166862399810027</c:v>
                </c:pt>
                <c:pt idx="27">
                  <c:v>0.71520483283695346</c:v>
                </c:pt>
                <c:pt idx="28">
                  <c:v>0.70169842472314514</c:v>
                </c:pt>
                <c:pt idx="29">
                  <c:v>0.69905309874227639</c:v>
                </c:pt>
                <c:pt idx="30">
                  <c:v>0.70082082565175829</c:v>
                </c:pt>
                <c:pt idx="31">
                  <c:v>0.70220531221141858</c:v>
                </c:pt>
                <c:pt idx="32">
                  <c:v>0.70389417399650955</c:v>
                </c:pt>
                <c:pt idx="33">
                  <c:v>0.70098414486340621</c:v>
                </c:pt>
                <c:pt idx="34">
                  <c:v>0.70079711793216448</c:v>
                </c:pt>
                <c:pt idx="35">
                  <c:v>0.7069564632856975</c:v>
                </c:pt>
                <c:pt idx="36">
                  <c:v>0.70287107497081158</c:v>
                </c:pt>
                <c:pt idx="37">
                  <c:v>0.70060198348062153</c:v>
                </c:pt>
                <c:pt idx="38">
                  <c:v>0.70327394006345023</c:v>
                </c:pt>
                <c:pt idx="39">
                  <c:v>0.70611023517666083</c:v>
                </c:pt>
                <c:pt idx="40">
                  <c:v>0.70176189370415709</c:v>
                </c:pt>
                <c:pt idx="41">
                  <c:v>0.70080294358744721</c:v>
                </c:pt>
                <c:pt idx="42">
                  <c:v>0.69939720514766568</c:v>
                </c:pt>
                <c:pt idx="43">
                  <c:v>0.70168171510166599</c:v>
                </c:pt>
                <c:pt idx="44">
                  <c:v>0.69823739277050012</c:v>
                </c:pt>
                <c:pt idx="45">
                  <c:v>0.69612333573554463</c:v>
                </c:pt>
                <c:pt idx="46">
                  <c:v>0.69580977177138137</c:v>
                </c:pt>
                <c:pt idx="47">
                  <c:v>0.69373901367898649</c:v>
                </c:pt>
                <c:pt idx="48">
                  <c:v>0.69134151706741254</c:v>
                </c:pt>
                <c:pt idx="49">
                  <c:v>0.6988269686949885</c:v>
                </c:pt>
                <c:pt idx="50">
                  <c:v>0.697382079106731</c:v>
                </c:pt>
                <c:pt idx="51">
                  <c:v>0.69241599942522747</c:v>
                </c:pt>
                <c:pt idx="52">
                  <c:v>0.69316842308627347</c:v>
                </c:pt>
                <c:pt idx="53">
                  <c:v>0.69556848238205582</c:v>
                </c:pt>
                <c:pt idx="54">
                  <c:v>0.69737469248699746</c:v>
                </c:pt>
                <c:pt idx="55">
                  <c:v>0.69434186445088208</c:v>
                </c:pt>
                <c:pt idx="56">
                  <c:v>0.6981009261459008</c:v>
                </c:pt>
                <c:pt idx="57">
                  <c:v>0.70347712327695999</c:v>
                </c:pt>
                <c:pt idx="58">
                  <c:v>0.69974712142934381</c:v>
                </c:pt>
                <c:pt idx="59">
                  <c:v>0.69625187121198484</c:v>
                </c:pt>
                <c:pt idx="60">
                  <c:v>0.69837983719950836</c:v>
                </c:pt>
                <c:pt idx="61">
                  <c:v>0.704933448698566</c:v>
                </c:pt>
                <c:pt idx="62">
                  <c:v>0.69523764066632565</c:v>
                </c:pt>
                <c:pt idx="63">
                  <c:v>0.69388924178540579</c:v>
                </c:pt>
                <c:pt idx="64">
                  <c:v>0.69414618816743268</c:v>
                </c:pt>
                <c:pt idx="65">
                  <c:v>0.69276506111671854</c:v>
                </c:pt>
                <c:pt idx="66">
                  <c:v>0.69018632909205668</c:v>
                </c:pt>
                <c:pt idx="67">
                  <c:v>0.68990029726600166</c:v>
                </c:pt>
                <c:pt idx="68">
                  <c:v>0.69330387942971849</c:v>
                </c:pt>
                <c:pt idx="69">
                  <c:v>0.69444879230319834</c:v>
                </c:pt>
                <c:pt idx="70">
                  <c:v>0.69283304893345543</c:v>
                </c:pt>
                <c:pt idx="71">
                  <c:v>0.69345778694946669</c:v>
                </c:pt>
                <c:pt idx="72">
                  <c:v>0.69462387655235192</c:v>
                </c:pt>
                <c:pt idx="73">
                  <c:v>0.69579260863634396</c:v>
                </c:pt>
                <c:pt idx="74">
                  <c:v>0.69504755158263765</c:v>
                </c:pt>
                <c:pt idx="75">
                  <c:v>0.69363593596145501</c:v>
                </c:pt>
                <c:pt idx="76">
                  <c:v>0.69802700308593801</c:v>
                </c:pt>
                <c:pt idx="77">
                  <c:v>0.68952466352868769</c:v>
                </c:pt>
                <c:pt idx="78">
                  <c:v>0.6856678662196013</c:v>
                </c:pt>
                <c:pt idx="79">
                  <c:v>0.68483148460836663</c:v>
                </c:pt>
                <c:pt idx="80">
                  <c:v>0.6865052175963221</c:v>
                </c:pt>
                <c:pt idx="81">
                  <c:v>0.68995938977881455</c:v>
                </c:pt>
                <c:pt idx="82">
                  <c:v>0.69234668675520239</c:v>
                </c:pt>
                <c:pt idx="83">
                  <c:v>0.69426929160974771</c:v>
                </c:pt>
                <c:pt idx="84">
                  <c:v>0.69105084071074252</c:v>
                </c:pt>
                <c:pt idx="85">
                  <c:v>0.69380077538658236</c:v>
                </c:pt>
                <c:pt idx="86">
                  <c:v>0.69473136575296568</c:v>
                </c:pt>
                <c:pt idx="87">
                  <c:v>0.69686324014078171</c:v>
                </c:pt>
                <c:pt idx="88">
                  <c:v>0.6956694065397061</c:v>
                </c:pt>
                <c:pt idx="89">
                  <c:v>0.69642491796469441</c:v>
                </c:pt>
                <c:pt idx="90">
                  <c:v>0.69826586437406712</c:v>
                </c:pt>
                <c:pt idx="91">
                  <c:v>0.6933998573766561</c:v>
                </c:pt>
                <c:pt idx="92">
                  <c:v>0.68932746946628198</c:v>
                </c:pt>
                <c:pt idx="93">
                  <c:v>0.69131056841471461</c:v>
                </c:pt>
                <c:pt idx="94">
                  <c:v>0.69836373669934804</c:v>
                </c:pt>
                <c:pt idx="95">
                  <c:v>0.69354510952879322</c:v>
                </c:pt>
                <c:pt idx="96">
                  <c:v>0.69407622562937354</c:v>
                </c:pt>
                <c:pt idx="97">
                  <c:v>0.68817098444176839</c:v>
                </c:pt>
                <c:pt idx="98">
                  <c:v>0.68543839178755217</c:v>
                </c:pt>
                <c:pt idx="99">
                  <c:v>0.68435406023867851</c:v>
                </c:pt>
                <c:pt idx="100">
                  <c:v>0.67360075010800324</c:v>
                </c:pt>
                <c:pt idx="101">
                  <c:v>0.67520319919834848</c:v>
                </c:pt>
                <c:pt idx="102">
                  <c:v>0.69039798703630317</c:v>
                </c:pt>
                <c:pt idx="103">
                  <c:v>0.68861305925696459</c:v>
                </c:pt>
                <c:pt idx="104">
                  <c:v>0.68618198544106124</c:v>
                </c:pt>
                <c:pt idx="105">
                  <c:v>0.66975647281479955</c:v>
                </c:pt>
                <c:pt idx="106">
                  <c:v>0.68892596894700808</c:v>
                </c:pt>
                <c:pt idx="107">
                  <c:v>0.69225645326602858</c:v>
                </c:pt>
                <c:pt idx="108">
                  <c:v>0.68964985468871165</c:v>
                </c:pt>
                <c:pt idx="109">
                  <c:v>0.68900061038685956</c:v>
                </c:pt>
                <c:pt idx="110">
                  <c:v>0.70386087989093093</c:v>
                </c:pt>
                <c:pt idx="111">
                  <c:v>0.69680694231278473</c:v>
                </c:pt>
                <c:pt idx="112">
                  <c:v>0.68107613196211314</c:v>
                </c:pt>
                <c:pt idx="113">
                  <c:v>0.67195487299360179</c:v>
                </c:pt>
                <c:pt idx="114">
                  <c:v>0.68122677366602069</c:v>
                </c:pt>
                <c:pt idx="115">
                  <c:v>0.6767803879147104</c:v>
                </c:pt>
                <c:pt idx="116">
                  <c:v>0.67822007887276936</c:v>
                </c:pt>
                <c:pt idx="117">
                  <c:v>0.6774359540851268</c:v>
                </c:pt>
                <c:pt idx="118">
                  <c:v>0.6861017224382352</c:v>
                </c:pt>
                <c:pt idx="119">
                  <c:v>0.68930635228029025</c:v>
                </c:pt>
                <c:pt idx="120">
                  <c:v>0.68926077469136049</c:v>
                </c:pt>
                <c:pt idx="121">
                  <c:v>0.69206162023655349</c:v>
                </c:pt>
                <c:pt idx="122">
                  <c:v>0.69171749875632171</c:v>
                </c:pt>
                <c:pt idx="123">
                  <c:v>0.68852470745526673</c:v>
                </c:pt>
                <c:pt idx="124">
                  <c:v>0.69444311519885338</c:v>
                </c:pt>
                <c:pt idx="125">
                  <c:v>0.69214160848411066</c:v>
                </c:pt>
                <c:pt idx="126">
                  <c:v>0.6928222496571792</c:v>
                </c:pt>
                <c:pt idx="127">
                  <c:v>0.69036661413059885</c:v>
                </c:pt>
                <c:pt idx="128">
                  <c:v>0.6885542856534772</c:v>
                </c:pt>
                <c:pt idx="129">
                  <c:v>0.68702362084019819</c:v>
                </c:pt>
                <c:pt idx="130">
                  <c:v>0.68312023482726614</c:v>
                </c:pt>
                <c:pt idx="131">
                  <c:v>0.68176091249603221</c:v>
                </c:pt>
                <c:pt idx="132">
                  <c:v>0.67981612195476415</c:v>
                </c:pt>
                <c:pt idx="133">
                  <c:v>0.68565440349054008</c:v>
                </c:pt>
                <c:pt idx="134">
                  <c:v>0.68280699531828759</c:v>
                </c:pt>
                <c:pt idx="135">
                  <c:v>0.67881517291310611</c:v>
                </c:pt>
                <c:pt idx="136">
                  <c:v>0.67977527830318774</c:v>
                </c:pt>
                <c:pt idx="137">
                  <c:v>0.68291108097307207</c:v>
                </c:pt>
                <c:pt idx="138">
                  <c:v>0.68581569808957288</c:v>
                </c:pt>
                <c:pt idx="139">
                  <c:v>0.68598034980381184</c:v>
                </c:pt>
                <c:pt idx="140">
                  <c:v>0.68375517545547759</c:v>
                </c:pt>
                <c:pt idx="141">
                  <c:v>0.68473350831900759</c:v>
                </c:pt>
                <c:pt idx="142">
                  <c:v>0.68389827760725663</c:v>
                </c:pt>
                <c:pt idx="143">
                  <c:v>0.68359031362001743</c:v>
                </c:pt>
                <c:pt idx="144">
                  <c:v>0.68283051525869864</c:v>
                </c:pt>
                <c:pt idx="145">
                  <c:v>0.67387349954579912</c:v>
                </c:pt>
                <c:pt idx="146">
                  <c:v>0.68235778189904439</c:v>
                </c:pt>
                <c:pt idx="147">
                  <c:v>0.67975228282568156</c:v>
                </c:pt>
                <c:pt idx="148">
                  <c:v>0.67231670969812896</c:v>
                </c:pt>
                <c:pt idx="149">
                  <c:v>0.66048340253725824</c:v>
                </c:pt>
                <c:pt idx="150">
                  <c:v>0.67812687605776001</c:v>
                </c:pt>
                <c:pt idx="151">
                  <c:v>0.67773858630850192</c:v>
                </c:pt>
                <c:pt idx="152">
                  <c:v>0.67845679459626995</c:v>
                </c:pt>
                <c:pt idx="153">
                  <c:v>0.66734655242531027</c:v>
                </c:pt>
                <c:pt idx="154">
                  <c:v>0.67885657266306154</c:v>
                </c:pt>
                <c:pt idx="155">
                  <c:v>0.68318840622719035</c:v>
                </c:pt>
                <c:pt idx="156">
                  <c:v>0.67922905350795915</c:v>
                </c:pt>
                <c:pt idx="157">
                  <c:v>0.67806401334152999</c:v>
                </c:pt>
                <c:pt idx="158">
                  <c:v>0.68360052895741641</c:v>
                </c:pt>
                <c:pt idx="159">
                  <c:v>0.68445221723939398</c:v>
                </c:pt>
                <c:pt idx="160">
                  <c:v>0.67140348337055922</c:v>
                </c:pt>
                <c:pt idx="161">
                  <c:v>0.67396937751925401</c:v>
                </c:pt>
                <c:pt idx="162">
                  <c:v>0.67509603739851787</c:v>
                </c:pt>
                <c:pt idx="163">
                  <c:v>0.67307318904132085</c:v>
                </c:pt>
                <c:pt idx="164">
                  <c:v>0.67468293559301695</c:v>
                </c:pt>
                <c:pt idx="165">
                  <c:v>0.67016420563664736</c:v>
                </c:pt>
                <c:pt idx="166">
                  <c:v>0.67471292255006077</c:v>
                </c:pt>
                <c:pt idx="167">
                  <c:v>0.66994129870940011</c:v>
                </c:pt>
                <c:pt idx="168">
                  <c:v>0.67384928227813068</c:v>
                </c:pt>
                <c:pt idx="169">
                  <c:v>0.66496290571081429</c:v>
                </c:pt>
                <c:pt idx="170">
                  <c:v>0.66971789882190524</c:v>
                </c:pt>
                <c:pt idx="171">
                  <c:v>0.67845564267676572</c:v>
                </c:pt>
                <c:pt idx="172">
                  <c:v>0.67360949731822739</c:v>
                </c:pt>
                <c:pt idx="173">
                  <c:v>0.6770769348888791</c:v>
                </c:pt>
                <c:pt idx="174">
                  <c:v>0.65772724325225174</c:v>
                </c:pt>
                <c:pt idx="175">
                  <c:v>0.67143497461096824</c:v>
                </c:pt>
                <c:pt idx="176">
                  <c:v>0.68255612471072435</c:v>
                </c:pt>
                <c:pt idx="177">
                  <c:v>0.68341231579891959</c:v>
                </c:pt>
                <c:pt idx="178">
                  <c:v>0.68395948541859675</c:v>
                </c:pt>
                <c:pt idx="179">
                  <c:v>0.68736852376328039</c:v>
                </c:pt>
                <c:pt idx="180">
                  <c:v>0.69505995980016877</c:v>
                </c:pt>
                <c:pt idx="181">
                  <c:v>0.6787621631074191</c:v>
                </c:pt>
                <c:pt idx="182">
                  <c:v>0.67302630907816952</c:v>
                </c:pt>
                <c:pt idx="183">
                  <c:v>0.67269680430327439</c:v>
                </c:pt>
                <c:pt idx="184">
                  <c:v>0.67914734871643434</c:v>
                </c:pt>
                <c:pt idx="185">
                  <c:v>0.67821063283374383</c:v>
                </c:pt>
                <c:pt idx="186">
                  <c:v>0.6603260578633422</c:v>
                </c:pt>
                <c:pt idx="187">
                  <c:v>0.66376810373322603</c:v>
                </c:pt>
                <c:pt idx="188">
                  <c:v>0.66003920672875593</c:v>
                </c:pt>
                <c:pt idx="189">
                  <c:v>0.66184084179713176</c:v>
                </c:pt>
                <c:pt idx="190">
                  <c:v>0.66174259354465792</c:v>
                </c:pt>
                <c:pt idx="191">
                  <c:v>0.66657823413388784</c:v>
                </c:pt>
                <c:pt idx="192">
                  <c:v>0.66755253566798101</c:v>
                </c:pt>
                <c:pt idx="193">
                  <c:v>0.66949224621124315</c:v>
                </c:pt>
                <c:pt idx="194">
                  <c:v>0.6670665405653694</c:v>
                </c:pt>
                <c:pt idx="195">
                  <c:v>0.66527769200239861</c:v>
                </c:pt>
                <c:pt idx="196">
                  <c:v>0.67259336571384287</c:v>
                </c:pt>
                <c:pt idx="197">
                  <c:v>0.67321835341210656</c:v>
                </c:pt>
                <c:pt idx="198">
                  <c:v>0.67449819346435158</c:v>
                </c:pt>
                <c:pt idx="199">
                  <c:v>0.67537684129981224</c:v>
                </c:pt>
                <c:pt idx="200">
                  <c:v>0.67533644779713264</c:v>
                </c:pt>
                <c:pt idx="201">
                  <c:v>0.67162587904284998</c:v>
                </c:pt>
                <c:pt idx="202">
                  <c:v>0.6716597704141084</c:v>
                </c:pt>
                <c:pt idx="203">
                  <c:v>0.66806524865366801</c:v>
                </c:pt>
                <c:pt idx="204">
                  <c:v>0.66896311701103484</c:v>
                </c:pt>
                <c:pt idx="205">
                  <c:v>0.66794510958210229</c:v>
                </c:pt>
                <c:pt idx="206">
                  <c:v>0.66580205969750872</c:v>
                </c:pt>
                <c:pt idx="207">
                  <c:v>0.67432864417064386</c:v>
                </c:pt>
                <c:pt idx="208">
                  <c:v>0.66563872728447182</c:v>
                </c:pt>
                <c:pt idx="209">
                  <c:v>0.67495654698235419</c:v>
                </c:pt>
                <c:pt idx="210">
                  <c:v>0.67651297471108174</c:v>
                </c:pt>
                <c:pt idx="211">
                  <c:v>0.68254521029111803</c:v>
                </c:pt>
                <c:pt idx="212">
                  <c:v>0.68091014373296566</c:v>
                </c:pt>
                <c:pt idx="213">
                  <c:v>0.68172857166551981</c:v>
                </c:pt>
                <c:pt idx="214">
                  <c:v>0.67482565217984691</c:v>
                </c:pt>
                <c:pt idx="215">
                  <c:v>0.65659805952397066</c:v>
                </c:pt>
                <c:pt idx="216">
                  <c:v>0.65901725920077636</c:v>
                </c:pt>
                <c:pt idx="217">
                  <c:v>0.65504486824346841</c:v>
                </c:pt>
                <c:pt idx="218">
                  <c:v>0.64323384867391553</c:v>
                </c:pt>
                <c:pt idx="219">
                  <c:v>0.63759985390699525</c:v>
                </c:pt>
                <c:pt idx="220">
                  <c:v>0.63093863538467487</c:v>
                </c:pt>
                <c:pt idx="221">
                  <c:v>0.65494263923778773</c:v>
                </c:pt>
                <c:pt idx="222">
                  <c:v>0.64529305621298738</c:v>
                </c:pt>
                <c:pt idx="223">
                  <c:v>0.64746118346213533</c:v>
                </c:pt>
                <c:pt idx="224">
                  <c:v>0.6526733880980915</c:v>
                </c:pt>
                <c:pt idx="225">
                  <c:v>0.67422485746347738</c:v>
                </c:pt>
                <c:pt idx="226">
                  <c:v>0.67913735562008848</c:v>
                </c:pt>
                <c:pt idx="227">
                  <c:v>0.67472943769617377</c:v>
                </c:pt>
                <c:pt idx="228">
                  <c:v>0.68252336321238927</c:v>
                </c:pt>
                <c:pt idx="229">
                  <c:v>0.67772806725510704</c:v>
                </c:pt>
                <c:pt idx="230">
                  <c:v>0.66234431363858792</c:v>
                </c:pt>
                <c:pt idx="231">
                  <c:v>0.66168626297794142</c:v>
                </c:pt>
                <c:pt idx="232">
                  <c:v>0.6562917893252701</c:v>
                </c:pt>
                <c:pt idx="233">
                  <c:v>0.66136430805343827</c:v>
                </c:pt>
                <c:pt idx="234">
                  <c:v>0.64607505853723712</c:v>
                </c:pt>
                <c:pt idx="235">
                  <c:v>0.65627793232752074</c:v>
                </c:pt>
                <c:pt idx="236">
                  <c:v>0.65429244552407384</c:v>
                </c:pt>
                <c:pt idx="237">
                  <c:v>0.65780268412803189</c:v>
                </c:pt>
                <c:pt idx="238">
                  <c:v>0.65504114021567794</c:v>
                </c:pt>
                <c:pt idx="239">
                  <c:v>0.65949324282919297</c:v>
                </c:pt>
                <c:pt idx="240">
                  <c:v>0.66023695570760865</c:v>
                </c:pt>
                <c:pt idx="241">
                  <c:v>0.66179879327222435</c:v>
                </c:pt>
                <c:pt idx="242">
                  <c:v>0.64533413897647096</c:v>
                </c:pt>
                <c:pt idx="243">
                  <c:v>0.64530984243519085</c:v>
                </c:pt>
                <c:pt idx="244">
                  <c:v>0.63617509951318574</c:v>
                </c:pt>
                <c:pt idx="245">
                  <c:v>0.63196998227856382</c:v>
                </c:pt>
                <c:pt idx="246">
                  <c:v>0.64766330365676228</c:v>
                </c:pt>
                <c:pt idx="247">
                  <c:v>0.66414823004922174</c:v>
                </c:pt>
                <c:pt idx="248">
                  <c:v>0.6680853398502794</c:v>
                </c:pt>
                <c:pt idx="249">
                  <c:v>0.66567690988547823</c:v>
                </c:pt>
                <c:pt idx="250">
                  <c:v>0.66896000212550599</c:v>
                </c:pt>
                <c:pt idx="251">
                  <c:v>0.67254045059849044</c:v>
                </c:pt>
                <c:pt idx="252">
                  <c:v>0.66789946086732499</c:v>
                </c:pt>
                <c:pt idx="253">
                  <c:v>0.68011623193625925</c:v>
                </c:pt>
                <c:pt idx="254">
                  <c:v>0.68546992679911434</c:v>
                </c:pt>
                <c:pt idx="255">
                  <c:v>0.69135310401644567</c:v>
                </c:pt>
                <c:pt idx="256">
                  <c:v>0.68606998737999503</c:v>
                </c:pt>
                <c:pt idx="257">
                  <c:v>0.6737694619717417</c:v>
                </c:pt>
                <c:pt idx="258">
                  <c:v>0.66173741749205728</c:v>
                </c:pt>
                <c:pt idx="259">
                  <c:v>0.66445257636680233</c:v>
                </c:pt>
                <c:pt idx="260">
                  <c:v>0.66188122486090684</c:v>
                </c:pt>
                <c:pt idx="261">
                  <c:v>0.65678401154282451</c:v>
                </c:pt>
                <c:pt idx="262">
                  <c:v>0.65591039531959483</c:v>
                </c:pt>
                <c:pt idx="263">
                  <c:v>0.64975086052126441</c:v>
                </c:pt>
                <c:pt idx="264">
                  <c:v>0.64426046115142444</c:v>
                </c:pt>
                <c:pt idx="265">
                  <c:v>0.64759813973300895</c:v>
                </c:pt>
                <c:pt idx="266">
                  <c:v>0.65600633194585689</c:v>
                </c:pt>
                <c:pt idx="267">
                  <c:v>0.63638393835924933</c:v>
                </c:pt>
                <c:pt idx="268">
                  <c:v>0.60910076078163755</c:v>
                </c:pt>
                <c:pt idx="269">
                  <c:v>0.61302772677127892</c:v>
                </c:pt>
                <c:pt idx="270">
                  <c:v>0.63085901867797933</c:v>
                </c:pt>
                <c:pt idx="271">
                  <c:v>0.65254502910502232</c:v>
                </c:pt>
                <c:pt idx="272">
                  <c:v>0.62376527571042728</c:v>
                </c:pt>
                <c:pt idx="273">
                  <c:v>0.64828032079165254</c:v>
                </c:pt>
                <c:pt idx="274">
                  <c:v>0.6606885449397385</c:v>
                </c:pt>
                <c:pt idx="275">
                  <c:v>0.66453191816861945</c:v>
                </c:pt>
                <c:pt idx="276">
                  <c:v>0.66198892696265244</c:v>
                </c:pt>
                <c:pt idx="277">
                  <c:v>0.67475318389048555</c:v>
                </c:pt>
                <c:pt idx="278">
                  <c:v>0.70919697398611847</c:v>
                </c:pt>
                <c:pt idx="279">
                  <c:v>0.71020201700166163</c:v>
                </c:pt>
                <c:pt idx="280">
                  <c:v>0.69936402922252727</c:v>
                </c:pt>
                <c:pt idx="281">
                  <c:v>0.68097634909643046</c:v>
                </c:pt>
                <c:pt idx="282">
                  <c:v>0.67561822044982689</c:v>
                </c:pt>
                <c:pt idx="283">
                  <c:v>0.67038136155242278</c:v>
                </c:pt>
                <c:pt idx="284">
                  <c:v>0.65422305476770459</c:v>
                </c:pt>
                <c:pt idx="285">
                  <c:v>0.65130268559296933</c:v>
                </c:pt>
                <c:pt idx="286">
                  <c:v>0.65697415380019641</c:v>
                </c:pt>
                <c:pt idx="287">
                  <c:v>0.65814063835315739</c:v>
                </c:pt>
                <c:pt idx="288">
                  <c:v>0.65924849980504274</c:v>
                </c:pt>
                <c:pt idx="289">
                  <c:v>0.64859211385936322</c:v>
                </c:pt>
                <c:pt idx="290">
                  <c:v>0.65515807886233868</c:v>
                </c:pt>
                <c:pt idx="291">
                  <c:v>0.66041796358165872</c:v>
                </c:pt>
                <c:pt idx="292">
                  <c:v>0.65959995729372456</c:v>
                </c:pt>
                <c:pt idx="293">
                  <c:v>0.65535745360772779</c:v>
                </c:pt>
                <c:pt idx="294">
                  <c:v>0.6596554460797579</c:v>
                </c:pt>
                <c:pt idx="295">
                  <c:v>0.6597910382513672</c:v>
                </c:pt>
                <c:pt idx="296">
                  <c:v>0.65758672434003052</c:v>
                </c:pt>
                <c:pt idx="297">
                  <c:v>0.65310463452181688</c:v>
                </c:pt>
                <c:pt idx="298">
                  <c:v>0.65611303656058129</c:v>
                </c:pt>
                <c:pt idx="299">
                  <c:v>0.6514794973118313</c:v>
                </c:pt>
                <c:pt idx="300">
                  <c:v>0.646379093512779</c:v>
                </c:pt>
                <c:pt idx="301">
                  <c:v>0.64190858681459029</c:v>
                </c:pt>
                <c:pt idx="302">
                  <c:v>0.64506686199027763</c:v>
                </c:pt>
                <c:pt idx="303">
                  <c:v>0.64042348882160693</c:v>
                </c:pt>
                <c:pt idx="304">
                  <c:v>0.61750813387456549</c:v>
                </c:pt>
                <c:pt idx="305">
                  <c:v>0.62481390039180185</c:v>
                </c:pt>
                <c:pt idx="306">
                  <c:v>0.64334553639115422</c:v>
                </c:pt>
                <c:pt idx="307">
                  <c:v>0.64797358910246405</c:v>
                </c:pt>
                <c:pt idx="308">
                  <c:v>0.62986617687465674</c:v>
                </c:pt>
                <c:pt idx="309">
                  <c:v>0.63096684531030212</c:v>
                </c:pt>
                <c:pt idx="310">
                  <c:v>0.65254008168024968</c:v>
                </c:pt>
                <c:pt idx="311">
                  <c:v>0.65930026555705334</c:v>
                </c:pt>
                <c:pt idx="312">
                  <c:v>0.65903760829817459</c:v>
                </c:pt>
                <c:pt idx="313">
                  <c:v>0.66918750953783968</c:v>
                </c:pt>
                <c:pt idx="314">
                  <c:v>0.68126153237419262</c:v>
                </c:pt>
                <c:pt idx="315">
                  <c:v>0.67509633364953703</c:v>
                </c:pt>
                <c:pt idx="316">
                  <c:v>0.65180785767593596</c:v>
                </c:pt>
                <c:pt idx="317">
                  <c:v>0.65687175009782239</c:v>
                </c:pt>
                <c:pt idx="318">
                  <c:v>0.64681545335042101</c:v>
                </c:pt>
                <c:pt idx="319">
                  <c:v>0.64093379233795034</c:v>
                </c:pt>
                <c:pt idx="320">
                  <c:v>0.61785813738796447</c:v>
                </c:pt>
                <c:pt idx="321">
                  <c:v>0.63103529595120611</c:v>
                </c:pt>
                <c:pt idx="322">
                  <c:v>0.64527201735179396</c:v>
                </c:pt>
                <c:pt idx="323">
                  <c:v>0.62078907042123377</c:v>
                </c:pt>
                <c:pt idx="324">
                  <c:v>0.61124098388082315</c:v>
                </c:pt>
                <c:pt idx="325">
                  <c:v>0.58824417736598689</c:v>
                </c:pt>
                <c:pt idx="326">
                  <c:v>0.61716960153110012</c:v>
                </c:pt>
                <c:pt idx="327">
                  <c:v>0.62904024065499953</c:v>
                </c:pt>
                <c:pt idx="328">
                  <c:v>0.65197036194716262</c:v>
                </c:pt>
                <c:pt idx="329">
                  <c:v>0.65408145110628646</c:v>
                </c:pt>
                <c:pt idx="330">
                  <c:v>0.6702875058646639</c:v>
                </c:pt>
                <c:pt idx="331">
                  <c:v>0.65823691119354</c:v>
                </c:pt>
                <c:pt idx="332">
                  <c:v>0.66108100637234768</c:v>
                </c:pt>
                <c:pt idx="333">
                  <c:v>0.67117801908609775</c:v>
                </c:pt>
                <c:pt idx="334">
                  <c:v>0.68374668842678754</c:v>
                </c:pt>
                <c:pt idx="335">
                  <c:v>0.68498842734941479</c:v>
                </c:pt>
                <c:pt idx="336">
                  <c:v>0.68541289931441507</c:v>
                </c:pt>
                <c:pt idx="337">
                  <c:v>0.66845629520360084</c:v>
                </c:pt>
                <c:pt idx="338">
                  <c:v>0.63800049427570849</c:v>
                </c:pt>
                <c:pt idx="339">
                  <c:v>0.63200690325708742</c:v>
                </c:pt>
                <c:pt idx="340">
                  <c:v>0.63210203163758705</c:v>
                </c:pt>
                <c:pt idx="341">
                  <c:v>0.63602280825590352</c:v>
                </c:pt>
                <c:pt idx="342">
                  <c:v>0.64466940073048096</c:v>
                </c:pt>
                <c:pt idx="343">
                  <c:v>0.63219761561630528</c:v>
                </c:pt>
                <c:pt idx="344">
                  <c:v>0.63505092923820838</c:v>
                </c:pt>
                <c:pt idx="345">
                  <c:v>0.63603298436957589</c:v>
                </c:pt>
                <c:pt idx="346">
                  <c:v>0.63948701463519098</c:v>
                </c:pt>
                <c:pt idx="347">
                  <c:v>0.64681513031423155</c:v>
                </c:pt>
                <c:pt idx="348">
                  <c:v>0.64016913240167506</c:v>
                </c:pt>
                <c:pt idx="349">
                  <c:v>0.65428876392990998</c:v>
                </c:pt>
                <c:pt idx="350">
                  <c:v>0.66713852845348787</c:v>
                </c:pt>
                <c:pt idx="351">
                  <c:v>0.64534063333127545</c:v>
                </c:pt>
                <c:pt idx="352">
                  <c:v>0.62133689832092576</c:v>
                </c:pt>
                <c:pt idx="353">
                  <c:v>0.60110030995852137</c:v>
                </c:pt>
                <c:pt idx="354">
                  <c:v>0.63646009690728422</c:v>
                </c:pt>
                <c:pt idx="355">
                  <c:v>0.6529726599585135</c:v>
                </c:pt>
                <c:pt idx="356">
                  <c:v>0.64000486118751931</c:v>
                </c:pt>
                <c:pt idx="357">
                  <c:v>0.62950713322828478</c:v>
                </c:pt>
                <c:pt idx="358">
                  <c:v>0.62938084154566487</c:v>
                </c:pt>
                <c:pt idx="359">
                  <c:v>0.65733283796105113</c:v>
                </c:pt>
                <c:pt idx="360">
                  <c:v>0.64238085088316477</c:v>
                </c:pt>
                <c:pt idx="361">
                  <c:v>0.65105141084268103</c:v>
                </c:pt>
                <c:pt idx="362">
                  <c:v>0.66195665085736044</c:v>
                </c:pt>
                <c:pt idx="363">
                  <c:v>0.67048861392719661</c:v>
                </c:pt>
                <c:pt idx="364">
                  <c:v>0.6544814457307867</c:v>
                </c:pt>
                <c:pt idx="365">
                  <c:v>0.63251746083410043</c:v>
                </c:pt>
                <c:pt idx="366">
                  <c:v>0.63324078053440469</c:v>
                </c:pt>
                <c:pt idx="367">
                  <c:v>0.64201699698877823</c:v>
                </c:pt>
                <c:pt idx="368">
                  <c:v>0.63730391411686704</c:v>
                </c:pt>
                <c:pt idx="369">
                  <c:v>0.63518544001824695</c:v>
                </c:pt>
                <c:pt idx="370">
                  <c:v>0.63955380397380213</c:v>
                </c:pt>
                <c:pt idx="371">
                  <c:v>0.63770244651626573</c:v>
                </c:pt>
                <c:pt idx="372">
                  <c:v>0.61072504817988138</c:v>
                </c:pt>
                <c:pt idx="373">
                  <c:v>0.59019150190086267</c:v>
                </c:pt>
                <c:pt idx="374">
                  <c:v>0.62092751367160959</c:v>
                </c:pt>
                <c:pt idx="375">
                  <c:v>0.6415042065307619</c:v>
                </c:pt>
                <c:pt idx="376">
                  <c:v>0.63886509165133964</c:v>
                </c:pt>
                <c:pt idx="377">
                  <c:v>0.61922971307962482</c:v>
                </c:pt>
                <c:pt idx="378">
                  <c:v>0.61646129869412158</c:v>
                </c:pt>
                <c:pt idx="379">
                  <c:v>0.65802909277432864</c:v>
                </c:pt>
                <c:pt idx="380">
                  <c:v>0.6449748352960164</c:v>
                </c:pt>
                <c:pt idx="381">
                  <c:v>0.66318836667072556</c:v>
                </c:pt>
                <c:pt idx="382">
                  <c:v>0.6924233499938709</c:v>
                </c:pt>
                <c:pt idx="383">
                  <c:v>0.71272500175565878</c:v>
                </c:pt>
                <c:pt idx="384">
                  <c:v>0.68293512661868339</c:v>
                </c:pt>
                <c:pt idx="385">
                  <c:v>0.65906513685697732</c:v>
                </c:pt>
                <c:pt idx="386">
                  <c:v>0.6552556730900414</c:v>
                </c:pt>
                <c:pt idx="387">
                  <c:v>0.64360199719742361</c:v>
                </c:pt>
                <c:pt idx="388">
                  <c:v>0.64328317111188593</c:v>
                </c:pt>
                <c:pt idx="389">
                  <c:v>0.64133584605249327</c:v>
                </c:pt>
                <c:pt idx="390">
                  <c:v>0.64554235027016027</c:v>
                </c:pt>
                <c:pt idx="391">
                  <c:v>0.64977084308630895</c:v>
                </c:pt>
                <c:pt idx="392">
                  <c:v>0.64759059134497499</c:v>
                </c:pt>
                <c:pt idx="393">
                  <c:v>0.64785746753993423</c:v>
                </c:pt>
                <c:pt idx="394">
                  <c:v>0.64424856334853575</c:v>
                </c:pt>
                <c:pt idx="395">
                  <c:v>0.64843172415300943</c:v>
                </c:pt>
                <c:pt idx="396">
                  <c:v>0.64608100963379933</c:v>
                </c:pt>
                <c:pt idx="397">
                  <c:v>0.63903201312194191</c:v>
                </c:pt>
                <c:pt idx="398">
                  <c:v>0.63986545174530318</c:v>
                </c:pt>
                <c:pt idx="399">
                  <c:v>0.64001310113161403</c:v>
                </c:pt>
                <c:pt idx="400">
                  <c:v>0.63408509420186177</c:v>
                </c:pt>
                <c:pt idx="401">
                  <c:v>0.62871785552574444</c:v>
                </c:pt>
                <c:pt idx="402">
                  <c:v>0.62228769266990791</c:v>
                </c:pt>
                <c:pt idx="403">
                  <c:v>0.62537305834700196</c:v>
                </c:pt>
                <c:pt idx="404">
                  <c:v>0.61807162111664349</c:v>
                </c:pt>
                <c:pt idx="405">
                  <c:v>0.61373569551312945</c:v>
                </c:pt>
                <c:pt idx="406">
                  <c:v>0.61076700593892774</c:v>
                </c:pt>
                <c:pt idx="407">
                  <c:v>0.63298786475290059</c:v>
                </c:pt>
                <c:pt idx="408">
                  <c:v>0.63068475580915306</c:v>
                </c:pt>
                <c:pt idx="409">
                  <c:v>0.61952631043185358</c:v>
                </c:pt>
                <c:pt idx="410">
                  <c:v>0.62468774856542664</c:v>
                </c:pt>
                <c:pt idx="411">
                  <c:v>0.62870158450039182</c:v>
                </c:pt>
                <c:pt idx="412">
                  <c:v>0.64463731838165272</c:v>
                </c:pt>
                <c:pt idx="413">
                  <c:v>0.63837027330961604</c:v>
                </c:pt>
                <c:pt idx="414">
                  <c:v>0.65408743515461498</c:v>
                </c:pt>
                <c:pt idx="415">
                  <c:v>0.64934535976944818</c:v>
                </c:pt>
                <c:pt idx="416">
                  <c:v>0.62736160525437767</c:v>
                </c:pt>
                <c:pt idx="417">
                  <c:v>0.59995374004982716</c:v>
                </c:pt>
                <c:pt idx="418">
                  <c:v>0.60254034195705475</c:v>
                </c:pt>
                <c:pt idx="419">
                  <c:v>0.57625917011888728</c:v>
                </c:pt>
                <c:pt idx="420">
                  <c:v>0.53060959772303795</c:v>
                </c:pt>
                <c:pt idx="421">
                  <c:v>0.49599830335895262</c:v>
                </c:pt>
                <c:pt idx="422">
                  <c:v>0.48717939639792518</c:v>
                </c:pt>
                <c:pt idx="423">
                  <c:v>0.54663519463853361</c:v>
                </c:pt>
                <c:pt idx="424">
                  <c:v>0.57561531745308325</c:v>
                </c:pt>
                <c:pt idx="425">
                  <c:v>0.57372390522758021</c:v>
                </c:pt>
                <c:pt idx="426">
                  <c:v>0.58012604394733969</c:v>
                </c:pt>
                <c:pt idx="427">
                  <c:v>0.58904575586671315</c:v>
                </c:pt>
                <c:pt idx="428">
                  <c:v>0.6801454944188583</c:v>
                </c:pt>
                <c:pt idx="429">
                  <c:v>0.69940971818364739</c:v>
                </c:pt>
                <c:pt idx="430">
                  <c:v>0.73573809114046163</c:v>
                </c:pt>
                <c:pt idx="431">
                  <c:v>0.75851058745040023</c:v>
                </c:pt>
                <c:pt idx="432">
                  <c:v>0.76657701668881217</c:v>
                </c:pt>
                <c:pt idx="433">
                  <c:v>0.68993451916662252</c:v>
                </c:pt>
                <c:pt idx="434">
                  <c:v>0.62115577733212446</c:v>
                </c:pt>
                <c:pt idx="435">
                  <c:v>0.62145480491400307</c:v>
                </c:pt>
                <c:pt idx="436">
                  <c:v>0.61847882942308607</c:v>
                </c:pt>
                <c:pt idx="437">
                  <c:v>0.62820316963651934</c:v>
                </c:pt>
                <c:pt idx="438">
                  <c:v>0.63534800570104188</c:v>
                </c:pt>
                <c:pt idx="439">
                  <c:v>0.6429680814885067</c:v>
                </c:pt>
                <c:pt idx="440">
                  <c:v>0.63263399472615423</c:v>
                </c:pt>
                <c:pt idx="441">
                  <c:v>0.64323236913649751</c:v>
                </c:pt>
                <c:pt idx="442">
                  <c:v>0.64721637785454866</c:v>
                </c:pt>
                <c:pt idx="443">
                  <c:v>0.64064823208608446</c:v>
                </c:pt>
                <c:pt idx="444">
                  <c:v>0.64123239113791541</c:v>
                </c:pt>
                <c:pt idx="445">
                  <c:v>0.64890249116820897</c:v>
                </c:pt>
                <c:pt idx="446">
                  <c:v>0.65226395938407855</c:v>
                </c:pt>
                <c:pt idx="447">
                  <c:v>0.63892849945827923</c:v>
                </c:pt>
                <c:pt idx="448">
                  <c:v>0.63289559346459923</c:v>
                </c:pt>
                <c:pt idx="449">
                  <c:v>0.63533534370159639</c:v>
                </c:pt>
                <c:pt idx="450">
                  <c:v>0.63859408116863925</c:v>
                </c:pt>
                <c:pt idx="451">
                  <c:v>0.63629960741333647</c:v>
                </c:pt>
                <c:pt idx="452">
                  <c:v>0.63618108511003479</c:v>
                </c:pt>
                <c:pt idx="453">
                  <c:v>0.64015545810623931</c:v>
                </c:pt>
                <c:pt idx="454">
                  <c:v>0.63892659852498468</c:v>
                </c:pt>
                <c:pt idx="455">
                  <c:v>0.63083703168260408</c:v>
                </c:pt>
                <c:pt idx="456">
                  <c:v>0.62553336838384888</c:v>
                </c:pt>
                <c:pt idx="457">
                  <c:v>0.63147543885647273</c:v>
                </c:pt>
                <c:pt idx="458">
                  <c:v>0.6389623735071438</c:v>
                </c:pt>
                <c:pt idx="459">
                  <c:v>0.63900213752562784</c:v>
                </c:pt>
                <c:pt idx="460">
                  <c:v>0.63776949873280797</c:v>
                </c:pt>
                <c:pt idx="461">
                  <c:v>0.63744759847016486</c:v>
                </c:pt>
                <c:pt idx="462">
                  <c:v>0.63632335044929156</c:v>
                </c:pt>
                <c:pt idx="463">
                  <c:v>0.63555137330091171</c:v>
                </c:pt>
                <c:pt idx="464">
                  <c:v>0.63259350668573477</c:v>
                </c:pt>
                <c:pt idx="465">
                  <c:v>0.63382963997160202</c:v>
                </c:pt>
                <c:pt idx="466">
                  <c:v>0.62464777402339888</c:v>
                </c:pt>
                <c:pt idx="467">
                  <c:v>0.61711833235957381</c:v>
                </c:pt>
                <c:pt idx="468">
                  <c:v>0.61724089447877395</c:v>
                </c:pt>
                <c:pt idx="469">
                  <c:v>0.61653406592071747</c:v>
                </c:pt>
                <c:pt idx="470">
                  <c:v>0.61211655598544734</c:v>
                </c:pt>
                <c:pt idx="471">
                  <c:v>0.61000104429705548</c:v>
                </c:pt>
                <c:pt idx="472">
                  <c:v>0.62191335494263233</c:v>
                </c:pt>
                <c:pt idx="473">
                  <c:v>0.62494747289765418</c:v>
                </c:pt>
                <c:pt idx="474">
                  <c:v>0.63357620728587072</c:v>
                </c:pt>
                <c:pt idx="475">
                  <c:v>0.61544521746897052</c:v>
                </c:pt>
                <c:pt idx="476">
                  <c:v>0.64619292536327499</c:v>
                </c:pt>
                <c:pt idx="477">
                  <c:v>0.65754504002388836</c:v>
                </c:pt>
                <c:pt idx="478">
                  <c:v>0.66092876783275156</c:v>
                </c:pt>
                <c:pt idx="479">
                  <c:v>0.65379113016396884</c:v>
                </c:pt>
                <c:pt idx="480">
                  <c:v>0.65828216474603651</c:v>
                </c:pt>
                <c:pt idx="481">
                  <c:v>0.64632427188006558</c:v>
                </c:pt>
                <c:pt idx="482">
                  <c:v>0.62547998751109513</c:v>
                </c:pt>
                <c:pt idx="483">
                  <c:v>0.62078470549464526</c:v>
                </c:pt>
                <c:pt idx="484">
                  <c:v>0.62114221917273471</c:v>
                </c:pt>
                <c:pt idx="485">
                  <c:v>0.62636100565132857</c:v>
                </c:pt>
                <c:pt idx="486">
                  <c:v>0.61931952417117098</c:v>
                </c:pt>
                <c:pt idx="487">
                  <c:v>0.61139540646377633</c:v>
                </c:pt>
                <c:pt idx="488">
                  <c:v>0.60691086672494221</c:v>
                </c:pt>
                <c:pt idx="489">
                  <c:v>0.61869021654884448</c:v>
                </c:pt>
                <c:pt idx="490">
                  <c:v>0.62820764375325677</c:v>
                </c:pt>
                <c:pt idx="491">
                  <c:v>0.62340287992577093</c:v>
                </c:pt>
                <c:pt idx="492">
                  <c:v>0.62047864472184033</c:v>
                </c:pt>
                <c:pt idx="493">
                  <c:v>0.63008953163923243</c:v>
                </c:pt>
                <c:pt idx="494">
                  <c:v>0.63605492050173218</c:v>
                </c:pt>
                <c:pt idx="495">
                  <c:v>0.63325091625123864</c:v>
                </c:pt>
                <c:pt idx="496">
                  <c:v>0.63574913525741783</c:v>
                </c:pt>
                <c:pt idx="497">
                  <c:v>0.6358373919382907</c:v>
                </c:pt>
                <c:pt idx="498">
                  <c:v>0.62780608332179844</c:v>
                </c:pt>
                <c:pt idx="499">
                  <c:v>0.62054709828280208</c:v>
                </c:pt>
                <c:pt idx="500">
                  <c:v>0.6201364188624735</c:v>
                </c:pt>
                <c:pt idx="501">
                  <c:v>0.61111338024017281</c:v>
                </c:pt>
                <c:pt idx="502">
                  <c:v>0.60840934145758385</c:v>
                </c:pt>
                <c:pt idx="503">
                  <c:v>0.60926060417692951</c:v>
                </c:pt>
                <c:pt idx="504">
                  <c:v>0.6171984027231826</c:v>
                </c:pt>
                <c:pt idx="505">
                  <c:v>0.5807004375544047</c:v>
                </c:pt>
                <c:pt idx="506">
                  <c:v>0.56521510584727119</c:v>
                </c:pt>
                <c:pt idx="507">
                  <c:v>0.60579005068885838</c:v>
                </c:pt>
                <c:pt idx="508">
                  <c:v>0.62797987869144389</c:v>
                </c:pt>
                <c:pt idx="509">
                  <c:v>0.62922674687353541</c:v>
                </c:pt>
                <c:pt idx="510">
                  <c:v>0.57674524127984883</c:v>
                </c:pt>
                <c:pt idx="511">
                  <c:v>0.58144877410362694</c:v>
                </c:pt>
                <c:pt idx="512">
                  <c:v>0.60472404550120995</c:v>
                </c:pt>
                <c:pt idx="513">
                  <c:v>0.60271950036584909</c:v>
                </c:pt>
                <c:pt idx="514">
                  <c:v>0.61649134186459686</c:v>
                </c:pt>
                <c:pt idx="515">
                  <c:v>0.63910983163007873</c:v>
                </c:pt>
                <c:pt idx="516">
                  <c:v>0.6509808265010375</c:v>
                </c:pt>
                <c:pt idx="517">
                  <c:v>0.61852536826405968</c:v>
                </c:pt>
                <c:pt idx="518">
                  <c:v>0.59980927915644078</c:v>
                </c:pt>
                <c:pt idx="519">
                  <c:v>0.61104545815101241</c:v>
                </c:pt>
                <c:pt idx="520">
                  <c:v>0.62407086305745674</c:v>
                </c:pt>
                <c:pt idx="521">
                  <c:v>0.64554566191467999</c:v>
                </c:pt>
                <c:pt idx="522">
                  <c:v>0.65467023775333888</c:v>
                </c:pt>
                <c:pt idx="523">
                  <c:v>0.65405444579503835</c:v>
                </c:pt>
                <c:pt idx="524">
                  <c:v>0.64055757878218622</c:v>
                </c:pt>
                <c:pt idx="525">
                  <c:v>0.62990326288753562</c:v>
                </c:pt>
                <c:pt idx="526">
                  <c:v>0.63886079761773562</c:v>
                </c:pt>
                <c:pt idx="527">
                  <c:v>0.63939257431660701</c:v>
                </c:pt>
                <c:pt idx="528">
                  <c:v>0.64001500197765415</c:v>
                </c:pt>
                <c:pt idx="529">
                  <c:v>0.64565065469124183</c:v>
                </c:pt>
                <c:pt idx="530">
                  <c:v>0.64532116903076175</c:v>
                </c:pt>
                <c:pt idx="531">
                  <c:v>0.64002259176012233</c:v>
                </c:pt>
                <c:pt idx="532">
                  <c:v>0.63405959191143302</c:v>
                </c:pt>
                <c:pt idx="533">
                  <c:v>0.63009264542535426</c:v>
                </c:pt>
                <c:pt idx="534">
                  <c:v>0.6284546981588639</c:v>
                </c:pt>
                <c:pt idx="535">
                  <c:v>0.62031154193970894</c:v>
                </c:pt>
                <c:pt idx="536">
                  <c:v>0.61584401921919674</c:v>
                </c:pt>
                <c:pt idx="537">
                  <c:v>0.60260970304471506</c:v>
                </c:pt>
                <c:pt idx="538">
                  <c:v>0.5811550680589489</c:v>
                </c:pt>
                <c:pt idx="539">
                  <c:v>0.57989598799767783</c:v>
                </c:pt>
                <c:pt idx="540">
                  <c:v>0.57633788241890582</c:v>
                </c:pt>
                <c:pt idx="541">
                  <c:v>0.54132215136560369</c:v>
                </c:pt>
                <c:pt idx="542">
                  <c:v>0.53923629695949837</c:v>
                </c:pt>
                <c:pt idx="543">
                  <c:v>0.55169475175994875</c:v>
                </c:pt>
                <c:pt idx="544">
                  <c:v>0.59095220816012339</c:v>
                </c:pt>
                <c:pt idx="545">
                  <c:v>0.59724244189754427</c:v>
                </c:pt>
                <c:pt idx="546">
                  <c:v>0.56342161929658019</c:v>
                </c:pt>
                <c:pt idx="547">
                  <c:v>0.62390275186606259</c:v>
                </c:pt>
                <c:pt idx="548">
                  <c:v>0.64271629619627635</c:v>
                </c:pt>
                <c:pt idx="549">
                  <c:v>0.67149675185352897</c:v>
                </c:pt>
                <c:pt idx="550">
                  <c:v>0.66634146447117315</c:v>
                </c:pt>
                <c:pt idx="551">
                  <c:v>0.70738706994094569</c:v>
                </c:pt>
                <c:pt idx="552">
                  <c:v>0.69721107866164023</c:v>
                </c:pt>
                <c:pt idx="553">
                  <c:v>0.66300122796048477</c:v>
                </c:pt>
                <c:pt idx="554">
                  <c:v>0.64357374213041385</c:v>
                </c:pt>
                <c:pt idx="555">
                  <c:v>0.62195416910654455</c:v>
                </c:pt>
                <c:pt idx="556">
                  <c:v>0.62515917322628434</c:v>
                </c:pt>
                <c:pt idx="557">
                  <c:v>0.62742912053228062</c:v>
                </c:pt>
                <c:pt idx="558">
                  <c:v>0.62943509544134357</c:v>
                </c:pt>
                <c:pt idx="559">
                  <c:v>0.62819321234701053</c:v>
                </c:pt>
                <c:pt idx="560">
                  <c:v>0.62965921765747523</c:v>
                </c:pt>
                <c:pt idx="561">
                  <c:v>0.63361769557439063</c:v>
                </c:pt>
                <c:pt idx="562">
                  <c:v>0.631750685618932</c:v>
                </c:pt>
                <c:pt idx="563">
                  <c:v>0.63052531057781813</c:v>
                </c:pt>
                <c:pt idx="564">
                  <c:v>0.6286925143748161</c:v>
                </c:pt>
                <c:pt idx="565">
                  <c:v>0.62854966873454809</c:v>
                </c:pt>
                <c:pt idx="566">
                  <c:v>0.6281958342492785</c:v>
                </c:pt>
                <c:pt idx="567">
                  <c:v>0.62592286408835163</c:v>
                </c:pt>
                <c:pt idx="568">
                  <c:v>0.62977074877621897</c:v>
                </c:pt>
                <c:pt idx="569">
                  <c:v>0.6281111815894207</c:v>
                </c:pt>
                <c:pt idx="570">
                  <c:v>0.62761329735659577</c:v>
                </c:pt>
                <c:pt idx="571">
                  <c:v>0.6263708443018331</c:v>
                </c:pt>
                <c:pt idx="572">
                  <c:v>0.62754899712143952</c:v>
                </c:pt>
                <c:pt idx="573">
                  <c:v>0.62644330676761195</c:v>
                </c:pt>
                <c:pt idx="574">
                  <c:v>0.62314674936054126</c:v>
                </c:pt>
                <c:pt idx="575">
                  <c:v>0.62345319879697225</c:v>
                </c:pt>
                <c:pt idx="576">
                  <c:v>0.61606077212351118</c:v>
                </c:pt>
                <c:pt idx="577">
                  <c:v>0.61419112880745264</c:v>
                </c:pt>
                <c:pt idx="578">
                  <c:v>0.6209206375908406</c:v>
                </c:pt>
                <c:pt idx="579">
                  <c:v>0.62655730360821826</c:v>
                </c:pt>
                <c:pt idx="580">
                  <c:v>0.62358381655272421</c:v>
                </c:pt>
                <c:pt idx="581">
                  <c:v>0.61201196888332976</c:v>
                </c:pt>
                <c:pt idx="582">
                  <c:v>0.62412035264853261</c:v>
                </c:pt>
                <c:pt idx="583">
                  <c:v>0.62619997105916347</c:v>
                </c:pt>
                <c:pt idx="584">
                  <c:v>0.62765834107142726</c:v>
                </c:pt>
                <c:pt idx="585">
                  <c:v>0.62816104979498866</c:v>
                </c:pt>
                <c:pt idx="586">
                  <c:v>0.63643182843790647</c:v>
                </c:pt>
                <c:pt idx="587">
                  <c:v>0.6364793258170317</c:v>
                </c:pt>
                <c:pt idx="588">
                  <c:v>0.63114777751836937</c:v>
                </c:pt>
                <c:pt idx="589">
                  <c:v>0.62927605020225075</c:v>
                </c:pt>
                <c:pt idx="590">
                  <c:v>0.62661293449278455</c:v>
                </c:pt>
                <c:pt idx="591">
                  <c:v>0.62425472878961308</c:v>
                </c:pt>
                <c:pt idx="592">
                  <c:v>0.62145586522388452</c:v>
                </c:pt>
                <c:pt idx="593">
                  <c:v>0.61786599873844095</c:v>
                </c:pt>
                <c:pt idx="594">
                  <c:v>0.61753795338828044</c:v>
                </c:pt>
                <c:pt idx="595">
                  <c:v>0.62006357419026126</c:v>
                </c:pt>
                <c:pt idx="596">
                  <c:v>0.61948712272302831</c:v>
                </c:pt>
                <c:pt idx="597">
                  <c:v>0.61476134828961948</c:v>
                </c:pt>
                <c:pt idx="598">
                  <c:v>0.61756436284186622</c:v>
                </c:pt>
                <c:pt idx="599">
                  <c:v>0.62092377839585533</c:v>
                </c:pt>
                <c:pt idx="600">
                  <c:v>0.6177859773251243</c:v>
                </c:pt>
                <c:pt idx="601">
                  <c:v>0.61617493363359166</c:v>
                </c:pt>
                <c:pt idx="602">
                  <c:v>0.61985292659312563</c:v>
                </c:pt>
                <c:pt idx="603">
                  <c:v>0.62045606851118373</c:v>
                </c:pt>
                <c:pt idx="604">
                  <c:v>0.61992199398607539</c:v>
                </c:pt>
                <c:pt idx="605">
                  <c:v>0.61350107075367299</c:v>
                </c:pt>
                <c:pt idx="606">
                  <c:v>0.61917979327485073</c:v>
                </c:pt>
                <c:pt idx="607">
                  <c:v>0.61787482522517634</c:v>
                </c:pt>
                <c:pt idx="608">
                  <c:v>0.61660409504698876</c:v>
                </c:pt>
                <c:pt idx="609">
                  <c:v>0.61788649899447556</c:v>
                </c:pt>
                <c:pt idx="610">
                  <c:v>0.62058721885175661</c:v>
                </c:pt>
                <c:pt idx="611">
                  <c:v>0.61808347508285277</c:v>
                </c:pt>
                <c:pt idx="612">
                  <c:v>0.60881239630088246</c:v>
                </c:pt>
                <c:pt idx="613">
                  <c:v>0.61631168388892077</c:v>
                </c:pt>
                <c:pt idx="614">
                  <c:v>0.61596965090237554</c:v>
                </c:pt>
                <c:pt idx="615">
                  <c:v>0.6165469123783559</c:v>
                </c:pt>
                <c:pt idx="616">
                  <c:v>0.61470976146240086</c:v>
                </c:pt>
                <c:pt idx="617">
                  <c:v>0.62092245550099512</c:v>
                </c:pt>
                <c:pt idx="618">
                  <c:v>0.6183759351734095</c:v>
                </c:pt>
                <c:pt idx="619">
                  <c:v>0.61748126789378577</c:v>
                </c:pt>
                <c:pt idx="620">
                  <c:v>0.61927044192469971</c:v>
                </c:pt>
                <c:pt idx="621">
                  <c:v>0.62634096376522252</c:v>
                </c:pt>
                <c:pt idx="622">
                  <c:v>0.62227714653521826</c:v>
                </c:pt>
                <c:pt idx="623">
                  <c:v>0.62004556081182582</c:v>
                </c:pt>
                <c:pt idx="624">
                  <c:v>0.61695443261225036</c:v>
                </c:pt>
                <c:pt idx="625">
                  <c:v>0.61638689102076027</c:v>
                </c:pt>
                <c:pt idx="626">
                  <c:v>0.61497683434475459</c:v>
                </c:pt>
                <c:pt idx="627">
                  <c:v>0.61543520043604427</c:v>
                </c:pt>
                <c:pt idx="628">
                  <c:v>0.62235314394389074</c:v>
                </c:pt>
                <c:pt idx="629">
                  <c:v>0.613398540441777</c:v>
                </c:pt>
                <c:pt idx="630">
                  <c:v>0.61933180396122345</c:v>
                </c:pt>
                <c:pt idx="631">
                  <c:v>0.61015132248202397</c:v>
                </c:pt>
                <c:pt idx="632">
                  <c:v>0.62132752946340586</c:v>
                </c:pt>
                <c:pt idx="633">
                  <c:v>0.61945712190893343</c:v>
                </c:pt>
                <c:pt idx="634">
                  <c:v>0.62624912761729812</c:v>
                </c:pt>
                <c:pt idx="635">
                  <c:v>0.62874483395993619</c:v>
                </c:pt>
                <c:pt idx="636">
                  <c:v>0.6249492438328963</c:v>
                </c:pt>
                <c:pt idx="637">
                  <c:v>0.62127545108568394</c:v>
                </c:pt>
                <c:pt idx="638">
                  <c:v>0.61197340241485609</c:v>
                </c:pt>
                <c:pt idx="639">
                  <c:v>0.61503147275435333</c:v>
                </c:pt>
                <c:pt idx="640">
                  <c:v>0.61483675559743989</c:v>
                </c:pt>
                <c:pt idx="641">
                  <c:v>0.60938521033048421</c:v>
                </c:pt>
                <c:pt idx="642">
                  <c:v>0.61626582802577357</c:v>
                </c:pt>
                <c:pt idx="643">
                  <c:v>0.61852765823977951</c:v>
                </c:pt>
                <c:pt idx="644">
                  <c:v>0.62145537888245228</c:v>
                </c:pt>
                <c:pt idx="645">
                  <c:v>0.61562009324051115</c:v>
                </c:pt>
                <c:pt idx="646">
                  <c:v>0.61937008341990518</c:v>
                </c:pt>
                <c:pt idx="647">
                  <c:v>0.62479863344118891</c:v>
                </c:pt>
                <c:pt idx="648">
                  <c:v>0.62372754600806701</c:v>
                </c:pt>
                <c:pt idx="649">
                  <c:v>0.62153719437117294</c:v>
                </c:pt>
                <c:pt idx="650">
                  <c:v>0.60977756979267672</c:v>
                </c:pt>
                <c:pt idx="651">
                  <c:v>0.61307410860527856</c:v>
                </c:pt>
                <c:pt idx="652">
                  <c:v>0.60333836402358432</c:v>
                </c:pt>
                <c:pt idx="653">
                  <c:v>0.60374353546432402</c:v>
                </c:pt>
                <c:pt idx="654">
                  <c:v>0.59750366305652458</c:v>
                </c:pt>
                <c:pt idx="655">
                  <c:v>0.59172805953362617</c:v>
                </c:pt>
                <c:pt idx="656">
                  <c:v>0.57074559202225938</c:v>
                </c:pt>
                <c:pt idx="657">
                  <c:v>0.54697986035825796</c:v>
                </c:pt>
                <c:pt idx="658">
                  <c:v>0.56203329340072328</c:v>
                </c:pt>
                <c:pt idx="659">
                  <c:v>0.57557493668589443</c:v>
                </c:pt>
                <c:pt idx="660">
                  <c:v>0.58456963243428506</c:v>
                </c:pt>
                <c:pt idx="661">
                  <c:v>0.57560820685861658</c:v>
                </c:pt>
                <c:pt idx="662">
                  <c:v>0.58002946586050885</c:v>
                </c:pt>
                <c:pt idx="663">
                  <c:v>0.60251212803337451</c:v>
                </c:pt>
                <c:pt idx="664">
                  <c:v>0.61704247881923358</c:v>
                </c:pt>
                <c:pt idx="665">
                  <c:v>0.62918570639557247</c:v>
                </c:pt>
                <c:pt idx="666">
                  <c:v>0.64951285223300159</c:v>
                </c:pt>
                <c:pt idx="667">
                  <c:v>0.66242779718597067</c:v>
                </c:pt>
                <c:pt idx="668">
                  <c:v>0.6536939686814025</c:v>
                </c:pt>
                <c:pt idx="669">
                  <c:v>0.63013737306945794</c:v>
                </c:pt>
                <c:pt idx="670">
                  <c:v>0.6140150886548239</c:v>
                </c:pt>
                <c:pt idx="671">
                  <c:v>0.60591716565705001</c:v>
                </c:pt>
                <c:pt idx="672">
                  <c:v>0.6083150555954242</c:v>
                </c:pt>
                <c:pt idx="673">
                  <c:v>0.61109365880832545</c:v>
                </c:pt>
                <c:pt idx="674">
                  <c:v>0.60707327897260799</c:v>
                </c:pt>
                <c:pt idx="675">
                  <c:v>0.59643004905716879</c:v>
                </c:pt>
                <c:pt idx="676">
                  <c:v>0.60184781275766464</c:v>
                </c:pt>
                <c:pt idx="677">
                  <c:v>0.59679921930477053</c:v>
                </c:pt>
                <c:pt idx="678">
                  <c:v>0.58591593618642157</c:v>
                </c:pt>
                <c:pt idx="679">
                  <c:v>0.57917826190652921</c:v>
                </c:pt>
                <c:pt idx="680">
                  <c:v>0.58556136482261156</c:v>
                </c:pt>
                <c:pt idx="681">
                  <c:v>0.60202040942370683</c:v>
                </c:pt>
                <c:pt idx="682">
                  <c:v>0.58994314567323425</c:v>
                </c:pt>
                <c:pt idx="683">
                  <c:v>0.57722756464280112</c:v>
                </c:pt>
                <c:pt idx="684">
                  <c:v>0.56215166865617072</c:v>
                </c:pt>
                <c:pt idx="685">
                  <c:v>0.54960721501294618</c:v>
                </c:pt>
                <c:pt idx="686">
                  <c:v>0.55978486714409914</c:v>
                </c:pt>
                <c:pt idx="687">
                  <c:v>0.52599602049960681</c:v>
                </c:pt>
                <c:pt idx="688">
                  <c:v>0.46414050122727246</c:v>
                </c:pt>
                <c:pt idx="689">
                  <c:v>0.42410678949585318</c:v>
                </c:pt>
                <c:pt idx="690">
                  <c:v>0.43278169667865835</c:v>
                </c:pt>
                <c:pt idx="691">
                  <c:v>0.4329595141157519</c:v>
                </c:pt>
                <c:pt idx="692">
                  <c:v>0.42324619261914315</c:v>
                </c:pt>
                <c:pt idx="693">
                  <c:v>0.48566070541480583</c:v>
                </c:pt>
                <c:pt idx="694">
                  <c:v>0.49842069783192461</c:v>
                </c:pt>
                <c:pt idx="695">
                  <c:v>0.56753978723574583</c:v>
                </c:pt>
                <c:pt idx="696">
                  <c:v>0.52008961728387326</c:v>
                </c:pt>
                <c:pt idx="697">
                  <c:v>0.71920482929934648</c:v>
                </c:pt>
                <c:pt idx="698">
                  <c:v>0.79273066472546705</c:v>
                </c:pt>
                <c:pt idx="699">
                  <c:v>0.81591781361160465</c:v>
                </c:pt>
                <c:pt idx="700">
                  <c:v>0.78365829374936513</c:v>
                </c:pt>
                <c:pt idx="701">
                  <c:v>0.78376571476855739</c:v>
                </c:pt>
                <c:pt idx="702">
                  <c:v>0.71000573940991174</c:v>
                </c:pt>
                <c:pt idx="703">
                  <c:v>0.60599265862163165</c:v>
                </c:pt>
                <c:pt idx="704">
                  <c:v>0.60429690831120686</c:v>
                </c:pt>
                <c:pt idx="705">
                  <c:v>0.6005491535507006</c:v>
                </c:pt>
                <c:pt idx="706">
                  <c:v>0.59362438895534531</c:v>
                </c:pt>
                <c:pt idx="707">
                  <c:v>0.59288600585956241</c:v>
                </c:pt>
                <c:pt idx="708">
                  <c:v>0.59131032394584182</c:v>
                </c:pt>
                <c:pt idx="709">
                  <c:v>0.58148319750866939</c:v>
                </c:pt>
                <c:pt idx="710">
                  <c:v>0.58498505993852778</c:v>
                </c:pt>
                <c:pt idx="711">
                  <c:v>0.58917265868763757</c:v>
                </c:pt>
                <c:pt idx="712">
                  <c:v>0.5965290436447015</c:v>
                </c:pt>
                <c:pt idx="713">
                  <c:v>0.577737145305532</c:v>
                </c:pt>
                <c:pt idx="714">
                  <c:v>0.57120739494371908</c:v>
                </c:pt>
                <c:pt idx="715">
                  <c:v>0.54915186885819289</c:v>
                </c:pt>
                <c:pt idx="716">
                  <c:v>0.52088921346946593</c:v>
                </c:pt>
                <c:pt idx="717">
                  <c:v>0.49995525000276519</c:v>
                </c:pt>
                <c:pt idx="718">
                  <c:v>0.47377482676787486</c:v>
                </c:pt>
                <c:pt idx="719">
                  <c:v>0.47662173647550232</c:v>
                </c:pt>
                <c:pt idx="720">
                  <c:v>0.43014315295830446</c:v>
                </c:pt>
                <c:pt idx="721">
                  <c:v>0.39413201348317001</c:v>
                </c:pt>
                <c:pt idx="722">
                  <c:v>0.39520109528537228</c:v>
                </c:pt>
                <c:pt idx="723">
                  <c:v>0.36695005548976639</c:v>
                </c:pt>
                <c:pt idx="724">
                  <c:v>0.3703968170565633</c:v>
                </c:pt>
                <c:pt idx="725">
                  <c:v>0.33507165863846955</c:v>
                </c:pt>
                <c:pt idx="726">
                  <c:v>0.34028418183617376</c:v>
                </c:pt>
                <c:pt idx="727">
                  <c:v>0.3254528795109034</c:v>
                </c:pt>
                <c:pt idx="728">
                  <c:v>0.36288524726697302</c:v>
                </c:pt>
                <c:pt idx="729">
                  <c:v>0.33683371314469962</c:v>
                </c:pt>
                <c:pt idx="730">
                  <c:v>0.36757546501035987</c:v>
                </c:pt>
                <c:pt idx="731">
                  <c:v>0.31506786251046937</c:v>
                </c:pt>
                <c:pt idx="732">
                  <c:v>0.34026048681893117</c:v>
                </c:pt>
                <c:pt idx="733">
                  <c:v>0.35954093099253276</c:v>
                </c:pt>
                <c:pt idx="734">
                  <c:v>0.52174806838309573</c:v>
                </c:pt>
                <c:pt idx="735">
                  <c:v>0.65263192881894139</c:v>
                </c:pt>
                <c:pt idx="736">
                  <c:v>0.68758123550631178</c:v>
                </c:pt>
                <c:pt idx="737">
                  <c:v>0.71807791380617603</c:v>
                </c:pt>
                <c:pt idx="738">
                  <c:v>0.68503921176477767</c:v>
                </c:pt>
                <c:pt idx="739">
                  <c:v>0.86338178256356279</c:v>
                </c:pt>
                <c:pt idx="740">
                  <c:v>0.85164164450406177</c:v>
                </c:pt>
                <c:pt idx="741">
                  <c:v>0.87376868620793868</c:v>
                </c:pt>
                <c:pt idx="742">
                  <c:v>0.87121440897646429</c:v>
                </c:pt>
                <c:pt idx="743">
                  <c:v>0.86227741633920074</c:v>
                </c:pt>
                <c:pt idx="744">
                  <c:v>0.72952522736159875</c:v>
                </c:pt>
                <c:pt idx="745">
                  <c:v>0.60259382988032784</c:v>
                </c:pt>
                <c:pt idx="746">
                  <c:v>0.59922644623008159</c:v>
                </c:pt>
                <c:pt idx="747">
                  <c:v>0.59532203761022606</c:v>
                </c:pt>
                <c:pt idx="748">
                  <c:v>0.59461774094925479</c:v>
                </c:pt>
                <c:pt idx="749">
                  <c:v>0.59461631805235604</c:v>
                </c:pt>
                <c:pt idx="750">
                  <c:v>0.59265199062418039</c:v>
                </c:pt>
                <c:pt idx="751">
                  <c:v>0.59082476762554792</c:v>
                </c:pt>
                <c:pt idx="752">
                  <c:v>0.59023764579713023</c:v>
                </c:pt>
                <c:pt idx="753">
                  <c:v>0.5881513656262074</c:v>
                </c:pt>
                <c:pt idx="754">
                  <c:v>0.58231888070037052</c:v>
                </c:pt>
                <c:pt idx="755">
                  <c:v>0.58734632534142384</c:v>
                </c:pt>
                <c:pt idx="756">
                  <c:v>0.59516095770010524</c:v>
                </c:pt>
                <c:pt idx="757">
                  <c:v>0.59483169898933497</c:v>
                </c:pt>
                <c:pt idx="758">
                  <c:v>0.58760188761564602</c:v>
                </c:pt>
                <c:pt idx="759">
                  <c:v>0.58018706297694145</c:v>
                </c:pt>
                <c:pt idx="760">
                  <c:v>0.58144139606494083</c:v>
                </c:pt>
                <c:pt idx="761">
                  <c:v>0.57860970103425535</c:v>
                </c:pt>
                <c:pt idx="762">
                  <c:v>0.57238435397945087</c:v>
                </c:pt>
                <c:pt idx="763">
                  <c:v>0.57453079086105785</c:v>
                </c:pt>
                <c:pt idx="764">
                  <c:v>0.57038070406551322</c:v>
                </c:pt>
                <c:pt idx="765">
                  <c:v>0.57528716075150066</c:v>
                </c:pt>
                <c:pt idx="766">
                  <c:v>0.57574063592711477</c:v>
                </c:pt>
                <c:pt idx="767">
                  <c:v>0.58872105662647256</c:v>
                </c:pt>
                <c:pt idx="768">
                  <c:v>0.58866001430262183</c:v>
                </c:pt>
                <c:pt idx="769">
                  <c:v>0.57985965002735507</c:v>
                </c:pt>
                <c:pt idx="770">
                  <c:v>0.57281592635125467</c:v>
                </c:pt>
                <c:pt idx="771">
                  <c:v>0.58913817834812809</c:v>
                </c:pt>
                <c:pt idx="772">
                  <c:v>0.60801368391147159</c:v>
                </c:pt>
                <c:pt idx="773">
                  <c:v>0.60646320459915848</c:v>
                </c:pt>
                <c:pt idx="774">
                  <c:v>0.61349141760958448</c:v>
                </c:pt>
                <c:pt idx="775">
                  <c:v>0.59465560439450471</c:v>
                </c:pt>
                <c:pt idx="776">
                  <c:v>0.60937075348703973</c:v>
                </c:pt>
                <c:pt idx="777">
                  <c:v>0.59951781247257097</c:v>
                </c:pt>
                <c:pt idx="778">
                  <c:v>0.59916114425721667</c:v>
                </c:pt>
                <c:pt idx="779">
                  <c:v>0.60271130199113354</c:v>
                </c:pt>
                <c:pt idx="780">
                  <c:v>0.62344017263765628</c:v>
                </c:pt>
                <c:pt idx="781">
                  <c:v>0.6144539446107915</c:v>
                </c:pt>
                <c:pt idx="782">
                  <c:v>0.59517636928529971</c:v>
                </c:pt>
                <c:pt idx="783">
                  <c:v>0.59407839789527817</c:v>
                </c:pt>
                <c:pt idx="784">
                  <c:v>0.58958807601635288</c:v>
                </c:pt>
                <c:pt idx="785">
                  <c:v>0.58699384579082736</c:v>
                </c:pt>
                <c:pt idx="786">
                  <c:v>0.59274622356218043</c:v>
                </c:pt>
                <c:pt idx="787">
                  <c:v>0.59510662965786887</c:v>
                </c:pt>
                <c:pt idx="788">
                  <c:v>0.59549729797949735</c:v>
                </c:pt>
                <c:pt idx="789">
                  <c:v>0.58705503523075198</c:v>
                </c:pt>
                <c:pt idx="790">
                  <c:v>0.59701914137371248</c:v>
                </c:pt>
                <c:pt idx="791">
                  <c:v>0.60109177203443231</c:v>
                </c:pt>
                <c:pt idx="792">
                  <c:v>0.60118608159292297</c:v>
                </c:pt>
                <c:pt idx="793">
                  <c:v>0.5980216540537191</c:v>
                </c:pt>
                <c:pt idx="794">
                  <c:v>0.60941000021248581</c:v>
                </c:pt>
                <c:pt idx="795">
                  <c:v>0.61003712437770241</c:v>
                </c:pt>
                <c:pt idx="796">
                  <c:v>0.60729292109901356</c:v>
                </c:pt>
                <c:pt idx="797">
                  <c:v>0.61124745457730001</c:v>
                </c:pt>
                <c:pt idx="798">
                  <c:v>0.60826763845932463</c:v>
                </c:pt>
                <c:pt idx="799">
                  <c:v>0.60679961827325668</c:v>
                </c:pt>
                <c:pt idx="800">
                  <c:v>0.60311010742395565</c:v>
                </c:pt>
                <c:pt idx="801">
                  <c:v>0.6042872710688022</c:v>
                </c:pt>
                <c:pt idx="802">
                  <c:v>0.60053752909416103</c:v>
                </c:pt>
                <c:pt idx="803">
                  <c:v>0.60355646115811479</c:v>
                </c:pt>
                <c:pt idx="804">
                  <c:v>0.6026406055959499</c:v>
                </c:pt>
                <c:pt idx="805">
                  <c:v>0.59771166113418095</c:v>
                </c:pt>
                <c:pt idx="806">
                  <c:v>0.59423584804892593</c:v>
                </c:pt>
                <c:pt idx="807">
                  <c:v>0.58671320992184028</c:v>
                </c:pt>
                <c:pt idx="808">
                  <c:v>0.59077596875502769</c:v>
                </c:pt>
                <c:pt idx="809">
                  <c:v>0.59062472770601848</c:v>
                </c:pt>
                <c:pt idx="810">
                  <c:v>0.58167368284176046</c:v>
                </c:pt>
                <c:pt idx="811">
                  <c:v>0.58689598030870216</c:v>
                </c:pt>
                <c:pt idx="812">
                  <c:v>0.59110455129768291</c:v>
                </c:pt>
                <c:pt idx="813">
                  <c:v>0.59649290622921247</c:v>
                </c:pt>
                <c:pt idx="814">
                  <c:v>0.58733721729947452</c:v>
                </c:pt>
                <c:pt idx="815">
                  <c:v>0.58816724434681089</c:v>
                </c:pt>
                <c:pt idx="816">
                  <c:v>0.60024319724574926</c:v>
                </c:pt>
                <c:pt idx="817">
                  <c:v>0.58904901774438689</c:v>
                </c:pt>
                <c:pt idx="818">
                  <c:v>0.58770376445084938</c:v>
                </c:pt>
                <c:pt idx="819">
                  <c:v>0.59528676096213706</c:v>
                </c:pt>
                <c:pt idx="820">
                  <c:v>0.60564891189032499</c:v>
                </c:pt>
                <c:pt idx="821">
                  <c:v>0.60521470395813692</c:v>
                </c:pt>
                <c:pt idx="822">
                  <c:v>0.56864474499022988</c:v>
                </c:pt>
                <c:pt idx="823">
                  <c:v>0.59630891344738235</c:v>
                </c:pt>
                <c:pt idx="824">
                  <c:v>0.59968015412350473</c:v>
                </c:pt>
                <c:pt idx="825">
                  <c:v>0.59976479202779098</c:v>
                </c:pt>
                <c:pt idx="826">
                  <c:v>0.59073598354001122</c:v>
                </c:pt>
                <c:pt idx="827">
                  <c:v>0.60488395935750128</c:v>
                </c:pt>
                <c:pt idx="828">
                  <c:v>0.61215313960045237</c:v>
                </c:pt>
                <c:pt idx="829">
                  <c:v>0.59363669871585956</c:v>
                </c:pt>
                <c:pt idx="830">
                  <c:v>0.59049970810890917</c:v>
                </c:pt>
                <c:pt idx="831">
                  <c:v>0.58954640427198024</c:v>
                </c:pt>
                <c:pt idx="832">
                  <c:v>0.59846627357866766</c:v>
                </c:pt>
                <c:pt idx="833">
                  <c:v>0.59822979561721534</c:v>
                </c:pt>
                <c:pt idx="834">
                  <c:v>0.59832988741408988</c:v>
                </c:pt>
                <c:pt idx="835">
                  <c:v>0.59373341725202378</c:v>
                </c:pt>
                <c:pt idx="836">
                  <c:v>0.59415642800515811</c:v>
                </c:pt>
                <c:pt idx="837">
                  <c:v>0.59237249052603735</c:v>
                </c:pt>
                <c:pt idx="838">
                  <c:v>0.58922001614802288</c:v>
                </c:pt>
                <c:pt idx="839">
                  <c:v>0.58891086137282378</c:v>
                </c:pt>
                <c:pt idx="840">
                  <c:v>0.59201264790234187</c:v>
                </c:pt>
                <c:pt idx="841">
                  <c:v>0.59841601867641248</c:v>
                </c:pt>
                <c:pt idx="842">
                  <c:v>0.60509530595694572</c:v>
                </c:pt>
                <c:pt idx="843">
                  <c:v>0.60055840130921123</c:v>
                </c:pt>
                <c:pt idx="844">
                  <c:v>0.59607779653700266</c:v>
                </c:pt>
                <c:pt idx="845">
                  <c:v>0.59814263976472404</c:v>
                </c:pt>
                <c:pt idx="846">
                  <c:v>0.60530850028795757</c:v>
                </c:pt>
                <c:pt idx="847">
                  <c:v>0.60791997524990116</c:v>
                </c:pt>
                <c:pt idx="848">
                  <c:v>0.6039175019952181</c:v>
                </c:pt>
                <c:pt idx="849">
                  <c:v>0.60494296840804185</c:v>
                </c:pt>
                <c:pt idx="850">
                  <c:v>0.6080932679757225</c:v>
                </c:pt>
                <c:pt idx="851">
                  <c:v>0.60113902961578647</c:v>
                </c:pt>
                <c:pt idx="852">
                  <c:v>0.59668578592814758</c:v>
                </c:pt>
                <c:pt idx="853">
                  <c:v>0.59388974851615284</c:v>
                </c:pt>
                <c:pt idx="854">
                  <c:v>0.59558485415178375</c:v>
                </c:pt>
                <c:pt idx="855">
                  <c:v>0.5961465905728065</c:v>
                </c:pt>
                <c:pt idx="856">
                  <c:v>0.59669648757092264</c:v>
                </c:pt>
                <c:pt idx="857">
                  <c:v>0.59381005873261838</c:v>
                </c:pt>
                <c:pt idx="858">
                  <c:v>0.59388047460500804</c:v>
                </c:pt>
                <c:pt idx="859">
                  <c:v>0.59761332373652887</c:v>
                </c:pt>
                <c:pt idx="860">
                  <c:v>0.59664979912139571</c:v>
                </c:pt>
                <c:pt idx="861">
                  <c:v>0.59414223980072789</c:v>
                </c:pt>
                <c:pt idx="862">
                  <c:v>0.59542190237540016</c:v>
                </c:pt>
                <c:pt idx="863">
                  <c:v>0.6009818514598243</c:v>
                </c:pt>
                <c:pt idx="864">
                  <c:v>0.60321558754842375</c:v>
                </c:pt>
                <c:pt idx="865">
                  <c:v>0.60045873682896789</c:v>
                </c:pt>
                <c:pt idx="866">
                  <c:v>0.58932785737817672</c:v>
                </c:pt>
                <c:pt idx="867">
                  <c:v>0.59498325039003352</c:v>
                </c:pt>
                <c:pt idx="868">
                  <c:v>0.60196853017610819</c:v>
                </c:pt>
                <c:pt idx="869">
                  <c:v>0.59826891917384173</c:v>
                </c:pt>
                <c:pt idx="870">
                  <c:v>0.59758140632399603</c:v>
                </c:pt>
                <c:pt idx="871">
                  <c:v>0.59277022362151299</c:v>
                </c:pt>
                <c:pt idx="872">
                  <c:v>0.60126512492355988</c:v>
                </c:pt>
                <c:pt idx="873">
                  <c:v>0.59854092837775752</c:v>
                </c:pt>
                <c:pt idx="874">
                  <c:v>0.59681027477304793</c:v>
                </c:pt>
                <c:pt idx="875">
                  <c:v>0.59902914557705333</c:v>
                </c:pt>
                <c:pt idx="876">
                  <c:v>0.60143335111254304</c:v>
                </c:pt>
                <c:pt idx="877">
                  <c:v>0.60314500731345366</c:v>
                </c:pt>
                <c:pt idx="878">
                  <c:v>0.59151973437068228</c:v>
                </c:pt>
                <c:pt idx="879">
                  <c:v>0.58842174545099302</c:v>
                </c:pt>
                <c:pt idx="880">
                  <c:v>0.58805828127914184</c:v>
                </c:pt>
                <c:pt idx="881">
                  <c:v>0.58639512249139825</c:v>
                </c:pt>
                <c:pt idx="882">
                  <c:v>0.58896527206726179</c:v>
                </c:pt>
                <c:pt idx="883">
                  <c:v>0.57846063035387174</c:v>
                </c:pt>
                <c:pt idx="884">
                  <c:v>0.57023976885212091</c:v>
                </c:pt>
                <c:pt idx="885">
                  <c:v>0.56269458509191561</c:v>
                </c:pt>
                <c:pt idx="886">
                  <c:v>0.56175624799838886</c:v>
                </c:pt>
                <c:pt idx="887">
                  <c:v>0.5597585933451964</c:v>
                </c:pt>
                <c:pt idx="888">
                  <c:v>0.55991519860055772</c:v>
                </c:pt>
                <c:pt idx="889">
                  <c:v>0.54338900424309322</c:v>
                </c:pt>
                <c:pt idx="890">
                  <c:v>0.5294817623739122</c:v>
                </c:pt>
                <c:pt idx="891">
                  <c:v>0.53293055961066726</c:v>
                </c:pt>
                <c:pt idx="892">
                  <c:v>0.53303940833973706</c:v>
                </c:pt>
                <c:pt idx="893">
                  <c:v>0.54366988672215844</c:v>
                </c:pt>
                <c:pt idx="894">
                  <c:v>0.49790665923741256</c:v>
                </c:pt>
                <c:pt idx="895">
                  <c:v>0.50122733599583613</c:v>
                </c:pt>
                <c:pt idx="896">
                  <c:v>0.51473815389214661</c:v>
                </c:pt>
                <c:pt idx="897">
                  <c:v>0.4575254061610628</c:v>
                </c:pt>
                <c:pt idx="898">
                  <c:v>0.4031493503695075</c:v>
                </c:pt>
                <c:pt idx="899">
                  <c:v>0.39686625938523978</c:v>
                </c:pt>
                <c:pt idx="900">
                  <c:v>0.44690406500758362</c:v>
                </c:pt>
                <c:pt idx="901">
                  <c:v>0.43136870715097181</c:v>
                </c:pt>
                <c:pt idx="902">
                  <c:v>0.31627146666819156</c:v>
                </c:pt>
                <c:pt idx="903">
                  <c:v>0.26530749131756265</c:v>
                </c:pt>
                <c:pt idx="904">
                  <c:v>0.34494324533535542</c:v>
                </c:pt>
                <c:pt idx="905">
                  <c:v>0.35080290802717984</c:v>
                </c:pt>
                <c:pt idx="906">
                  <c:v>0.34693956444431678</c:v>
                </c:pt>
                <c:pt idx="907">
                  <c:v>0.31504179246677</c:v>
                </c:pt>
                <c:pt idx="908">
                  <c:v>0.34897201613575057</c:v>
                </c:pt>
                <c:pt idx="909">
                  <c:v>0.3670009886362498</c:v>
                </c:pt>
                <c:pt idx="910">
                  <c:v>0.34917210548342237</c:v>
                </c:pt>
                <c:pt idx="911">
                  <c:v>0.31814630167480384</c:v>
                </c:pt>
                <c:pt idx="912">
                  <c:v>0.38315047998210838</c:v>
                </c:pt>
                <c:pt idx="913">
                  <c:v>0.41800072991386372</c:v>
                </c:pt>
                <c:pt idx="914">
                  <c:v>0.39249498852834003</c:v>
                </c:pt>
                <c:pt idx="915">
                  <c:v>0.47612173281468517</c:v>
                </c:pt>
                <c:pt idx="916">
                  <c:v>0.61828622636195874</c:v>
                </c:pt>
                <c:pt idx="917">
                  <c:v>0.63864324560859276</c:v>
                </c:pt>
                <c:pt idx="918">
                  <c:v>0.64902842732121302</c:v>
                </c:pt>
                <c:pt idx="919">
                  <c:v>0.63825204289696691</c:v>
                </c:pt>
                <c:pt idx="920">
                  <c:v>0.85763050508982142</c:v>
                </c:pt>
                <c:pt idx="921">
                  <c:v>0.8664300508921281</c:v>
                </c:pt>
                <c:pt idx="922">
                  <c:v>0.86351185637396211</c:v>
                </c:pt>
                <c:pt idx="923">
                  <c:v>0.83901932447680527</c:v>
                </c:pt>
                <c:pt idx="924">
                  <c:v>0.85832067984997917</c:v>
                </c:pt>
                <c:pt idx="925">
                  <c:v>0.7317877628862357</c:v>
                </c:pt>
                <c:pt idx="926">
                  <c:v>0.59714452633818282</c:v>
                </c:pt>
                <c:pt idx="927">
                  <c:v>0.59729359059567355</c:v>
                </c:pt>
                <c:pt idx="928">
                  <c:v>0.59762990441327069</c:v>
                </c:pt>
                <c:pt idx="929">
                  <c:v>0.59498549462551753</c:v>
                </c:pt>
                <c:pt idx="930">
                  <c:v>0.59255155317329344</c:v>
                </c:pt>
                <c:pt idx="931">
                  <c:v>0.59441469930005431</c:v>
                </c:pt>
                <c:pt idx="932">
                  <c:v>0.59487807132570869</c:v>
                </c:pt>
                <c:pt idx="933">
                  <c:v>0.59268677740981723</c:v>
                </c:pt>
                <c:pt idx="934">
                  <c:v>0.59214915577137983</c:v>
                </c:pt>
                <c:pt idx="935">
                  <c:v>0.58926607876765869</c:v>
                </c:pt>
                <c:pt idx="936">
                  <c:v>0.58693233936517486</c:v>
                </c:pt>
                <c:pt idx="937">
                  <c:v>0.5875913461398341</c:v>
                </c:pt>
                <c:pt idx="938">
                  <c:v>0.58268603141248798</c:v>
                </c:pt>
                <c:pt idx="939">
                  <c:v>0.57724176599557686</c:v>
                </c:pt>
                <c:pt idx="940">
                  <c:v>0.57670871163805093</c:v>
                </c:pt>
                <c:pt idx="941">
                  <c:v>0.57830914636771535</c:v>
                </c:pt>
                <c:pt idx="942">
                  <c:v>0.57086887650446272</c:v>
                </c:pt>
                <c:pt idx="943">
                  <c:v>0.56810012623120243</c:v>
                </c:pt>
                <c:pt idx="944">
                  <c:v>0.56511260050673995</c:v>
                </c:pt>
                <c:pt idx="945">
                  <c:v>0.56383512599730368</c:v>
                </c:pt>
                <c:pt idx="946">
                  <c:v>0.56726985419048126</c:v>
                </c:pt>
                <c:pt idx="947">
                  <c:v>0.57053670386119648</c:v>
                </c:pt>
                <c:pt idx="948">
                  <c:v>0.57617688114425736</c:v>
                </c:pt>
                <c:pt idx="949">
                  <c:v>0.57010838470318548</c:v>
                </c:pt>
                <c:pt idx="950">
                  <c:v>0.56546890947388029</c:v>
                </c:pt>
                <c:pt idx="951">
                  <c:v>0.57620875663041715</c:v>
                </c:pt>
                <c:pt idx="952">
                  <c:v>0.57420186626519132</c:v>
                </c:pt>
                <c:pt idx="953">
                  <c:v>0.57698201979842678</c:v>
                </c:pt>
                <c:pt idx="954">
                  <c:v>0.58123545290453282</c:v>
                </c:pt>
                <c:pt idx="955">
                  <c:v>0.57981135352866064</c:v>
                </c:pt>
                <c:pt idx="956">
                  <c:v>0.53146548284227968</c:v>
                </c:pt>
                <c:pt idx="957">
                  <c:v>0.52504875640677351</c:v>
                </c:pt>
                <c:pt idx="958">
                  <c:v>0.528680298497745</c:v>
                </c:pt>
                <c:pt idx="959">
                  <c:v>0.51284652720039559</c:v>
                </c:pt>
                <c:pt idx="960">
                  <c:v>0.49366303607373413</c:v>
                </c:pt>
                <c:pt idx="961">
                  <c:v>0.45118693666683857</c:v>
                </c:pt>
                <c:pt idx="962">
                  <c:v>0.47235903450606115</c:v>
                </c:pt>
                <c:pt idx="963">
                  <c:v>0.46352087095866051</c:v>
                </c:pt>
                <c:pt idx="964">
                  <c:v>0.40284541712020772</c:v>
                </c:pt>
                <c:pt idx="965">
                  <c:v>0.40952909214140359</c:v>
                </c:pt>
                <c:pt idx="966">
                  <c:v>0.41022729885440862</c:v>
                </c:pt>
                <c:pt idx="967">
                  <c:v>0.43867313278642545</c:v>
                </c:pt>
                <c:pt idx="968">
                  <c:v>0.41020766178656592</c:v>
                </c:pt>
                <c:pt idx="969">
                  <c:v>0.39830441576428527</c:v>
                </c:pt>
                <c:pt idx="970">
                  <c:v>0.39154259483020509</c:v>
                </c:pt>
                <c:pt idx="971">
                  <c:v>0.40683745862208254</c:v>
                </c:pt>
                <c:pt idx="972">
                  <c:v>0.33626301104613637</c:v>
                </c:pt>
                <c:pt idx="973">
                  <c:v>0.43074664967776999</c:v>
                </c:pt>
                <c:pt idx="974">
                  <c:v>0.59441166773809728</c:v>
                </c:pt>
                <c:pt idx="975">
                  <c:v>0.6423624616787893</c:v>
                </c:pt>
                <c:pt idx="976">
                  <c:v>0.60764072547667014</c:v>
                </c:pt>
                <c:pt idx="977">
                  <c:v>0.52569955563210535</c:v>
                </c:pt>
                <c:pt idx="978">
                  <c:v>0.75800851189825291</c:v>
                </c:pt>
                <c:pt idx="979">
                  <c:v>0.74749513674921986</c:v>
                </c:pt>
                <c:pt idx="980">
                  <c:v>0.74687031427772499</c:v>
                </c:pt>
                <c:pt idx="981">
                  <c:v>0.75581876529969505</c:v>
                </c:pt>
                <c:pt idx="982">
                  <c:v>0.83008719135994724</c:v>
                </c:pt>
                <c:pt idx="983">
                  <c:v>0.73282834451633683</c:v>
                </c:pt>
                <c:pt idx="984">
                  <c:v>0.58993996981440944</c:v>
                </c:pt>
                <c:pt idx="985">
                  <c:v>0.59206056822247266</c:v>
                </c:pt>
                <c:pt idx="986">
                  <c:v>0.5898181692922414</c:v>
                </c:pt>
                <c:pt idx="987">
                  <c:v>0.58865881140730691</c:v>
                </c:pt>
                <c:pt idx="988">
                  <c:v>0.58982137981917315</c:v>
                </c:pt>
                <c:pt idx="989">
                  <c:v>0.58927002847351828</c:v>
                </c:pt>
                <c:pt idx="990">
                  <c:v>0.59010891851512015</c:v>
                </c:pt>
                <c:pt idx="991">
                  <c:v>0.58599251252389972</c:v>
                </c:pt>
                <c:pt idx="992">
                  <c:v>0.58639777972213525</c:v>
                </c:pt>
                <c:pt idx="993">
                  <c:v>0.58770381521711501</c:v>
                </c:pt>
                <c:pt idx="994">
                  <c:v>0.58446957496242313</c:v>
                </c:pt>
                <c:pt idx="995">
                  <c:v>0.58269470900734244</c:v>
                </c:pt>
                <c:pt idx="996">
                  <c:v>0.57808336890965661</c:v>
                </c:pt>
                <c:pt idx="997">
                  <c:v>0.57938265242930187</c:v>
                </c:pt>
                <c:pt idx="998">
                  <c:v>0.57689390460336853</c:v>
                </c:pt>
                <c:pt idx="999">
                  <c:v>0.57512258861326493</c:v>
                </c:pt>
                <c:pt idx="1000">
                  <c:v>0.57641401891854649</c:v>
                </c:pt>
                <c:pt idx="1001">
                  <c:v>0.57398358026797658</c:v>
                </c:pt>
                <c:pt idx="1002">
                  <c:v>0.57450747256732126</c:v>
                </c:pt>
                <c:pt idx="1003">
                  <c:v>0.56938043249103953</c:v>
                </c:pt>
                <c:pt idx="1004">
                  <c:v>0.57179136347693849</c:v>
                </c:pt>
                <c:pt idx="1005">
                  <c:v>0.56895618944417126</c:v>
                </c:pt>
                <c:pt idx="1006">
                  <c:v>0.56245886788800903</c:v>
                </c:pt>
                <c:pt idx="1007">
                  <c:v>0.56237261290048679</c:v>
                </c:pt>
                <c:pt idx="1008">
                  <c:v>0.5717348924911857</c:v>
                </c:pt>
                <c:pt idx="1009">
                  <c:v>0.56689732848192587</c:v>
                </c:pt>
                <c:pt idx="1010">
                  <c:v>0.55759070189547222</c:v>
                </c:pt>
                <c:pt idx="1011">
                  <c:v>0.54879292421005754</c:v>
                </c:pt>
                <c:pt idx="1012">
                  <c:v>0.53305150136287216</c:v>
                </c:pt>
                <c:pt idx="1013">
                  <c:v>0.54296727516387189</c:v>
                </c:pt>
                <c:pt idx="1014">
                  <c:v>0.54367181834845424</c:v>
                </c:pt>
                <c:pt idx="1015">
                  <c:v>0.51321191875695127</c:v>
                </c:pt>
                <c:pt idx="1016">
                  <c:v>0.45709739984144454</c:v>
                </c:pt>
                <c:pt idx="1017">
                  <c:v>0.38518557421061905</c:v>
                </c:pt>
                <c:pt idx="1018">
                  <c:v>0.38188010646590242</c:v>
                </c:pt>
                <c:pt idx="1019">
                  <c:v>0.43922482118847278</c:v>
                </c:pt>
                <c:pt idx="1020">
                  <c:v>0.38394128891848578</c:v>
                </c:pt>
                <c:pt idx="1021">
                  <c:v>0.3648355931713817</c:v>
                </c:pt>
                <c:pt idx="1022">
                  <c:v>0.27520569463232852</c:v>
                </c:pt>
                <c:pt idx="1023">
                  <c:v>0.28189612462960512</c:v>
                </c:pt>
                <c:pt idx="1024">
                  <c:v>0.30120938833537503</c:v>
                </c:pt>
                <c:pt idx="1025">
                  <c:v>0.3010431493696919</c:v>
                </c:pt>
                <c:pt idx="1026">
                  <c:v>0.36282781838242717</c:v>
                </c:pt>
                <c:pt idx="1027">
                  <c:v>0.35548788144647098</c:v>
                </c:pt>
                <c:pt idx="1028">
                  <c:v>0.37135332088103129</c:v>
                </c:pt>
                <c:pt idx="1029">
                  <c:v>0.36386606049569509</c:v>
                </c:pt>
                <c:pt idx="1030">
                  <c:v>0.34473740483048965</c:v>
                </c:pt>
                <c:pt idx="1031">
                  <c:v>0.36644004279676845</c:v>
                </c:pt>
                <c:pt idx="1032">
                  <c:v>0.35619954459706105</c:v>
                </c:pt>
                <c:pt idx="1033">
                  <c:v>0.40992609289918919</c:v>
                </c:pt>
                <c:pt idx="1034">
                  <c:v>0.38925510501400629</c:v>
                </c:pt>
                <c:pt idx="1035">
                  <c:v>0.38388738612912199</c:v>
                </c:pt>
                <c:pt idx="1036">
                  <c:v>0.36865865732174224</c:v>
                </c:pt>
                <c:pt idx="1037">
                  <c:v>0.34881476112684823</c:v>
                </c:pt>
                <c:pt idx="1038">
                  <c:v>0.27783727580169987</c:v>
                </c:pt>
                <c:pt idx="1039">
                  <c:v>0.24560565433646087</c:v>
                </c:pt>
                <c:pt idx="1040">
                  <c:v>0.26221241997402694</c:v>
                </c:pt>
                <c:pt idx="1041">
                  <c:v>0.27200792422940773</c:v>
                </c:pt>
                <c:pt idx="1042">
                  <c:v>0.27335747898312968</c:v>
                </c:pt>
                <c:pt idx="1043">
                  <c:v>0.27575580364894858</c:v>
                </c:pt>
                <c:pt idx="1044">
                  <c:v>0.37114874901653616</c:v>
                </c:pt>
                <c:pt idx="1045">
                  <c:v>0.35928283248541559</c:v>
                </c:pt>
                <c:pt idx="1046">
                  <c:v>0.35110747762736111</c:v>
                </c:pt>
                <c:pt idx="1047">
                  <c:v>0.34529983868596148</c:v>
                </c:pt>
                <c:pt idx="1048">
                  <c:v>0.45716905380982531</c:v>
                </c:pt>
                <c:pt idx="1049">
                  <c:v>0.42882448939067991</c:v>
                </c:pt>
                <c:pt idx="1050">
                  <c:v>0.3842242530454274</c:v>
                </c:pt>
                <c:pt idx="1051">
                  <c:v>0.56223598451432799</c:v>
                </c:pt>
                <c:pt idx="1052">
                  <c:v>0.73001754318752832</c:v>
                </c:pt>
                <c:pt idx="1053">
                  <c:v>0.69429665197116619</c:v>
                </c:pt>
                <c:pt idx="1054">
                  <c:v>0.58875494081888868</c:v>
                </c:pt>
                <c:pt idx="1055">
                  <c:v>0.60646632151778435</c:v>
                </c:pt>
                <c:pt idx="1056">
                  <c:v>0.86132172399636087</c:v>
                </c:pt>
                <c:pt idx="1057">
                  <c:v>0.84598791308756149</c:v>
                </c:pt>
                <c:pt idx="1058">
                  <c:v>0.84073377110660108</c:v>
                </c:pt>
                <c:pt idx="1059">
                  <c:v>0.87649923244653438</c:v>
                </c:pt>
                <c:pt idx="1060">
                  <c:v>0.90972541060095857</c:v>
                </c:pt>
                <c:pt idx="1061">
                  <c:v>0.72597794793216908</c:v>
                </c:pt>
                <c:pt idx="1062">
                  <c:v>0.57722887800878553</c:v>
                </c:pt>
                <c:pt idx="1063">
                  <c:v>0.57458587510554726</c:v>
                </c:pt>
                <c:pt idx="1064">
                  <c:v>0.57087324233124082</c:v>
                </c:pt>
                <c:pt idx="1065">
                  <c:v>0.57177088843709933</c:v>
                </c:pt>
                <c:pt idx="1066">
                  <c:v>0.57633601777916099</c:v>
                </c:pt>
                <c:pt idx="1067">
                  <c:v>0.57529605220821245</c:v>
                </c:pt>
                <c:pt idx="1068">
                  <c:v>0.56843900489796828</c:v>
                </c:pt>
                <c:pt idx="1069">
                  <c:v>0.56077508714113755</c:v>
                </c:pt>
                <c:pt idx="1070">
                  <c:v>0.56822048073508313</c:v>
                </c:pt>
                <c:pt idx="1071">
                  <c:v>0.57133069868070774</c:v>
                </c:pt>
                <c:pt idx="1072">
                  <c:v>0.5621656888874752</c:v>
                </c:pt>
                <c:pt idx="1073">
                  <c:v>0.5404781073493311</c:v>
                </c:pt>
                <c:pt idx="1074">
                  <c:v>0.52477435264906425</c:v>
                </c:pt>
                <c:pt idx="1075">
                  <c:v>0.51333228325374702</c:v>
                </c:pt>
                <c:pt idx="1076">
                  <c:v>0.50177919408600524</c:v>
                </c:pt>
                <c:pt idx="1077">
                  <c:v>0.45859384239085327</c:v>
                </c:pt>
                <c:pt idx="1078">
                  <c:v>0.45795649176173903</c:v>
                </c:pt>
                <c:pt idx="1079">
                  <c:v>0.48724619650680773</c:v>
                </c:pt>
                <c:pt idx="1080">
                  <c:v>0.41695187176840814</c:v>
                </c:pt>
                <c:pt idx="1081">
                  <c:v>0.39165266704949353</c:v>
                </c:pt>
                <c:pt idx="1082">
                  <c:v>0.33635245385364887</c:v>
                </c:pt>
                <c:pt idx="1083">
                  <c:v>0.4376433769209857</c:v>
                </c:pt>
                <c:pt idx="1084">
                  <c:v>0.43461859092776312</c:v>
                </c:pt>
                <c:pt idx="1085">
                  <c:v>0.44263899628387732</c:v>
                </c:pt>
                <c:pt idx="1086">
                  <c:v>0.43424696300030635</c:v>
                </c:pt>
                <c:pt idx="1087">
                  <c:v>0.45622230876124126</c:v>
                </c:pt>
                <c:pt idx="1088">
                  <c:v>0.41187239907594381</c:v>
                </c:pt>
                <c:pt idx="1089">
                  <c:v>0.40457446794507762</c:v>
                </c:pt>
                <c:pt idx="1090">
                  <c:v>0.44297075072746067</c:v>
                </c:pt>
                <c:pt idx="1091">
                  <c:v>0.42313834317310589</c:v>
                </c:pt>
                <c:pt idx="1092">
                  <c:v>0.34827596819578244</c:v>
                </c:pt>
                <c:pt idx="1093">
                  <c:v>0.35188297208927488</c:v>
                </c:pt>
                <c:pt idx="1094">
                  <c:v>0.31211930486921147</c:v>
                </c:pt>
                <c:pt idx="1095">
                  <c:v>0.26810772577655656</c:v>
                </c:pt>
                <c:pt idx="1096">
                  <c:v>0.29540256719157687</c:v>
                </c:pt>
                <c:pt idx="1097">
                  <c:v>0.31186152014149976</c:v>
                </c:pt>
                <c:pt idx="1098">
                  <c:v>0.28699167721233931</c:v>
                </c:pt>
                <c:pt idx="1099">
                  <c:v>0.24452529590275288</c:v>
                </c:pt>
                <c:pt idx="1100">
                  <c:v>0.29066454859521224</c:v>
                </c:pt>
                <c:pt idx="1101">
                  <c:v>0.32477446143633187</c:v>
                </c:pt>
                <c:pt idx="1102">
                  <c:v>0.39619842664740224</c:v>
                </c:pt>
                <c:pt idx="1103">
                  <c:v>0.57869597478473356</c:v>
                </c:pt>
                <c:pt idx="1104">
                  <c:v>0.6249606340002769</c:v>
                </c:pt>
                <c:pt idx="1105">
                  <c:v>0.64078595815204931</c:v>
                </c:pt>
                <c:pt idx="1106">
                  <c:v>0.57697202985509288</c:v>
                </c:pt>
                <c:pt idx="1107">
                  <c:v>0.81015041822298395</c:v>
                </c:pt>
                <c:pt idx="1108">
                  <c:v>0.89092752329028824</c:v>
                </c:pt>
                <c:pt idx="1109">
                  <c:v>0.88676878126633152</c:v>
                </c:pt>
                <c:pt idx="1110">
                  <c:v>0.88325346073145783</c:v>
                </c:pt>
                <c:pt idx="1111">
                  <c:v>0.89347579828864909</c:v>
                </c:pt>
                <c:pt idx="1112">
                  <c:v>0.77524546107993797</c:v>
                </c:pt>
                <c:pt idx="1113">
                  <c:v>0.61406828129058055</c:v>
                </c:pt>
                <c:pt idx="1114">
                  <c:v>0.57717051600475855</c:v>
                </c:pt>
                <c:pt idx="1115">
                  <c:v>0.57908733276968749</c:v>
                </c:pt>
                <c:pt idx="1116">
                  <c:v>0.5801919260544548</c:v>
                </c:pt>
                <c:pt idx="1117">
                  <c:v>0.57837870889407905</c:v>
                </c:pt>
                <c:pt idx="1118">
                  <c:v>0.57895891265052746</c:v>
                </c:pt>
                <c:pt idx="1119">
                  <c:v>0.58331397619232694</c:v>
                </c:pt>
                <c:pt idx="1120">
                  <c:v>0.58571512552320837</c:v>
                </c:pt>
                <c:pt idx="1121">
                  <c:v>0.58472378568134942</c:v>
                </c:pt>
                <c:pt idx="1122">
                  <c:v>0.57939458594003723</c:v>
                </c:pt>
                <c:pt idx="1123">
                  <c:v>0.58229097679897512</c:v>
                </c:pt>
                <c:pt idx="1124">
                  <c:v>0.58123061756640182</c:v>
                </c:pt>
                <c:pt idx="1125">
                  <c:v>0.584886158998973</c:v>
                </c:pt>
                <c:pt idx="1126">
                  <c:v>0.58397984516898427</c:v>
                </c:pt>
                <c:pt idx="1127">
                  <c:v>0.58326644992309584</c:v>
                </c:pt>
                <c:pt idx="1128">
                  <c:v>0.58038606762047262</c:v>
                </c:pt>
                <c:pt idx="1129">
                  <c:v>0.57909546282860469</c:v>
                </c:pt>
                <c:pt idx="1130">
                  <c:v>0.57947882426010144</c:v>
                </c:pt>
                <c:pt idx="1131">
                  <c:v>0.57735922372681325</c:v>
                </c:pt>
                <c:pt idx="1132">
                  <c:v>0.57519149268406478</c:v>
                </c:pt>
                <c:pt idx="1133">
                  <c:v>0.57576055111284441</c:v>
                </c:pt>
                <c:pt idx="1134">
                  <c:v>0.57559608900315584</c:v>
                </c:pt>
                <c:pt idx="1135">
                  <c:v>0.57240366675779886</c:v>
                </c:pt>
                <c:pt idx="1136">
                  <c:v>0.5690966031086736</c:v>
                </c:pt>
                <c:pt idx="1137">
                  <c:v>0.55693269672676204</c:v>
                </c:pt>
                <c:pt idx="1138">
                  <c:v>0.55195686159880342</c:v>
                </c:pt>
                <c:pt idx="1139">
                  <c:v>0.53193343940874172</c:v>
                </c:pt>
                <c:pt idx="1140">
                  <c:v>0.51328662863282881</c:v>
                </c:pt>
                <c:pt idx="1141">
                  <c:v>0.50310933456363183</c:v>
                </c:pt>
                <c:pt idx="1142">
                  <c:v>0.49565225350255088</c:v>
                </c:pt>
                <c:pt idx="1143">
                  <c:v>0.52197694188150656</c:v>
                </c:pt>
                <c:pt idx="1144">
                  <c:v>0.49692126162154282</c:v>
                </c:pt>
                <c:pt idx="1145">
                  <c:v>0.52597553057925472</c:v>
                </c:pt>
                <c:pt idx="1146">
                  <c:v>0.50196251238006728</c:v>
                </c:pt>
                <c:pt idx="1147">
                  <c:v>0.53936211676959844</c:v>
                </c:pt>
                <c:pt idx="1148">
                  <c:v>0.54874427791964653</c:v>
                </c:pt>
                <c:pt idx="1149">
                  <c:v>0.59817418977499237</c:v>
                </c:pt>
                <c:pt idx="1150">
                  <c:v>0.59647862268801488</c:v>
                </c:pt>
                <c:pt idx="1151">
                  <c:v>0.574137624334501</c:v>
                </c:pt>
                <c:pt idx="1152">
                  <c:v>0.56191029984059626</c:v>
                </c:pt>
                <c:pt idx="1153">
                  <c:v>0.5433578769562295</c:v>
                </c:pt>
                <c:pt idx="1154">
                  <c:v>0.5249549699110958</c:v>
                </c:pt>
                <c:pt idx="1155">
                  <c:v>0.50428687829398722</c:v>
                </c:pt>
                <c:pt idx="1156">
                  <c:v>0.48750413503045043</c:v>
                </c:pt>
                <c:pt idx="1157">
                  <c:v>0.4649532950490885</c:v>
                </c:pt>
                <c:pt idx="1158">
                  <c:v>0.46197901139727199</c:v>
                </c:pt>
                <c:pt idx="1159">
                  <c:v>0.46841052106584452</c:v>
                </c:pt>
                <c:pt idx="1160">
                  <c:v>0.49697464128804048</c:v>
                </c:pt>
                <c:pt idx="1161">
                  <c:v>0.44784858909237069</c:v>
                </c:pt>
                <c:pt idx="1162">
                  <c:v>0.41923806291022497</c:v>
                </c:pt>
                <c:pt idx="1163">
                  <c:v>0.40959952689451262</c:v>
                </c:pt>
                <c:pt idx="1164">
                  <c:v>0.41590059298950932</c:v>
                </c:pt>
                <c:pt idx="1165">
                  <c:v>0.42980278422745782</c:v>
                </c:pt>
                <c:pt idx="1166">
                  <c:v>0.42453546329219721</c:v>
                </c:pt>
                <c:pt idx="1167">
                  <c:v>0.4666676327989932</c:v>
                </c:pt>
                <c:pt idx="1168">
                  <c:v>0.50986089557433711</c:v>
                </c:pt>
                <c:pt idx="1169">
                  <c:v>0.48381083528801105</c:v>
                </c:pt>
                <c:pt idx="1170">
                  <c:v>0.56777252999178174</c:v>
                </c:pt>
                <c:pt idx="1171">
                  <c:v>0.61692989671168574</c:v>
                </c:pt>
                <c:pt idx="1172">
                  <c:v>0.74655155502836268</c:v>
                </c:pt>
                <c:pt idx="1173">
                  <c:v>0.7545843189481366</c:v>
                </c:pt>
                <c:pt idx="1174">
                  <c:v>0.76847463604715227</c:v>
                </c:pt>
                <c:pt idx="1175">
                  <c:v>0.71457143816357338</c:v>
                </c:pt>
                <c:pt idx="1176">
                  <c:v>0.6570329616278231</c:v>
                </c:pt>
                <c:pt idx="1177">
                  <c:v>0.61603664231078836</c:v>
                </c:pt>
                <c:pt idx="1178">
                  <c:v>0.57443379893881985</c:v>
                </c:pt>
                <c:pt idx="1179">
                  <c:v>0.57511820102581845</c:v>
                </c:pt>
                <c:pt idx="1180">
                  <c:v>0.57350555395258895</c:v>
                </c:pt>
                <c:pt idx="1181">
                  <c:v>0.57609267487994109</c:v>
                </c:pt>
                <c:pt idx="1182">
                  <c:v>0.57572718035865011</c:v>
                </c:pt>
                <c:pt idx="1183">
                  <c:v>0.57398760405214311</c:v>
                </c:pt>
                <c:pt idx="1184">
                  <c:v>0.57607119810897878</c:v>
                </c:pt>
                <c:pt idx="1185">
                  <c:v>0.5748891645655605</c:v>
                </c:pt>
                <c:pt idx="1186">
                  <c:v>0.57890848876321155</c:v>
                </c:pt>
                <c:pt idx="1187">
                  <c:v>0.57931631795019856</c:v>
                </c:pt>
                <c:pt idx="1188">
                  <c:v>0.57848532469155878</c:v>
                </c:pt>
                <c:pt idx="1189">
                  <c:v>0.57707723463377958</c:v>
                </c:pt>
                <c:pt idx="1190">
                  <c:v>0.5733764848536711</c:v>
                </c:pt>
                <c:pt idx="1191">
                  <c:v>0.57201721301621011</c:v>
                </c:pt>
                <c:pt idx="1192">
                  <c:v>0.57286833239077228</c:v>
                </c:pt>
                <c:pt idx="1193">
                  <c:v>0.57243793270228682</c:v>
                </c:pt>
                <c:pt idx="1194">
                  <c:v>0.57187991724603959</c:v>
                </c:pt>
                <c:pt idx="1195">
                  <c:v>0.56501848449191183</c:v>
                </c:pt>
                <c:pt idx="1196">
                  <c:v>0.57004809082595098</c:v>
                </c:pt>
                <c:pt idx="1197">
                  <c:v>0.56860784956396859</c:v>
                </c:pt>
                <c:pt idx="1198">
                  <c:v>0.57230190155899263</c:v>
                </c:pt>
                <c:pt idx="1199">
                  <c:v>0.57677059013025167</c:v>
                </c:pt>
                <c:pt idx="1200">
                  <c:v>0.57574833050196939</c:v>
                </c:pt>
                <c:pt idx="1201">
                  <c:v>0.57648333103245109</c:v>
                </c:pt>
                <c:pt idx="1202">
                  <c:v>0.57261543972887419</c:v>
                </c:pt>
                <c:pt idx="1203">
                  <c:v>0.57868075551950038</c:v>
                </c:pt>
                <c:pt idx="1204">
                  <c:v>0.57852405142871399</c:v>
                </c:pt>
                <c:pt idx="1205">
                  <c:v>0.57484063264049134</c:v>
                </c:pt>
                <c:pt idx="1206">
                  <c:v>0.57909391723106818</c:v>
                </c:pt>
                <c:pt idx="1207">
                  <c:v>0.57936166275840506</c:v>
                </c:pt>
                <c:pt idx="1208">
                  <c:v>0.57723789889339661</c:v>
                </c:pt>
                <c:pt idx="1209">
                  <c:v>0.5746627555895597</c:v>
                </c:pt>
                <c:pt idx="1210">
                  <c:v>0.57683318042816156</c:v>
                </c:pt>
                <c:pt idx="1211">
                  <c:v>0.57502322981859344</c:v>
                </c:pt>
                <c:pt idx="1212">
                  <c:v>0.57137994817442894</c:v>
                </c:pt>
                <c:pt idx="1213">
                  <c:v>0.56972420659786216</c:v>
                </c:pt>
                <c:pt idx="1214">
                  <c:v>0.56951730611604978</c:v>
                </c:pt>
                <c:pt idx="1215">
                  <c:v>0.56843311730360147</c:v>
                </c:pt>
                <c:pt idx="1216">
                  <c:v>0.56838429736351392</c:v>
                </c:pt>
                <c:pt idx="1217">
                  <c:v>0.5694379578462605</c:v>
                </c:pt>
                <c:pt idx="1218">
                  <c:v>0.56762003833534169</c:v>
                </c:pt>
                <c:pt idx="1219">
                  <c:v>0.56788480982995537</c:v>
                </c:pt>
                <c:pt idx="1220">
                  <c:v>0.56919122251736498</c:v>
                </c:pt>
                <c:pt idx="1221">
                  <c:v>0.56787495184982784</c:v>
                </c:pt>
                <c:pt idx="1222">
                  <c:v>0.56774703113923886</c:v>
                </c:pt>
                <c:pt idx="1223">
                  <c:v>0.55497777454826425</c:v>
                </c:pt>
                <c:pt idx="1224">
                  <c:v>0.5577189217888403</c:v>
                </c:pt>
                <c:pt idx="1225">
                  <c:v>0.56193683297803343</c:v>
                </c:pt>
                <c:pt idx="1226">
                  <c:v>0.56744226791961183</c:v>
                </c:pt>
                <c:pt idx="1227">
                  <c:v>0.56690363105598118</c:v>
                </c:pt>
                <c:pt idx="1228">
                  <c:v>0.56343597533754386</c:v>
                </c:pt>
                <c:pt idx="1229">
                  <c:v>0.56898789753585421</c:v>
                </c:pt>
                <c:pt idx="1230">
                  <c:v>0.57115702066804752</c:v>
                </c:pt>
                <c:pt idx="1231">
                  <c:v>0.57588412614330753</c:v>
                </c:pt>
                <c:pt idx="1232">
                  <c:v>0.57700224444377235</c:v>
                </c:pt>
                <c:pt idx="1233">
                  <c:v>0.58342483480684548</c:v>
                </c:pt>
                <c:pt idx="1234">
                  <c:v>0.58791272544680462</c:v>
                </c:pt>
                <c:pt idx="1235">
                  <c:v>0.58337997159087818</c:v>
                </c:pt>
                <c:pt idx="1236">
                  <c:v>0.57906997969096297</c:v>
                </c:pt>
                <c:pt idx="1237">
                  <c:v>0.57505912541051563</c:v>
                </c:pt>
                <c:pt idx="1238">
                  <c:v>0.5750488790563667</c:v>
                </c:pt>
                <c:pt idx="1239">
                  <c:v>0.57322239273712783</c:v>
                </c:pt>
                <c:pt idx="1240">
                  <c:v>0.57124209808701776</c:v>
                </c:pt>
                <c:pt idx="1241">
                  <c:v>0.56990922831620539</c:v>
                </c:pt>
                <c:pt idx="1242">
                  <c:v>0.57202232101712458</c:v>
                </c:pt>
                <c:pt idx="1243">
                  <c:v>0.56429500063261884</c:v>
                </c:pt>
                <c:pt idx="1244">
                  <c:v>0.5622495431245158</c:v>
                </c:pt>
                <c:pt idx="1245">
                  <c:v>0.56888972951497963</c:v>
                </c:pt>
                <c:pt idx="1246">
                  <c:v>0.5678188261431667</c:v>
                </c:pt>
                <c:pt idx="1247">
                  <c:v>0.56774631263035891</c:v>
                </c:pt>
                <c:pt idx="1248">
                  <c:v>0.55440409721462036</c:v>
                </c:pt>
                <c:pt idx="1249">
                  <c:v>0.56649296554561557</c:v>
                </c:pt>
                <c:pt idx="1250">
                  <c:v>0.56473683239682049</c:v>
                </c:pt>
                <c:pt idx="1251">
                  <c:v>0.56238985276223108</c:v>
                </c:pt>
                <c:pt idx="1252">
                  <c:v>0.55146887730681626</c:v>
                </c:pt>
                <c:pt idx="1253">
                  <c:v>0.54983421304934044</c:v>
                </c:pt>
                <c:pt idx="1254">
                  <c:v>0.53384391282558252</c:v>
                </c:pt>
                <c:pt idx="1255">
                  <c:v>0.51558921821788273</c:v>
                </c:pt>
                <c:pt idx="1256">
                  <c:v>0.51049166066342511</c:v>
                </c:pt>
                <c:pt idx="1257">
                  <c:v>0.44705408181930728</c:v>
                </c:pt>
                <c:pt idx="1258">
                  <c:v>0.42386442322645662</c:v>
                </c:pt>
                <c:pt idx="1259">
                  <c:v>0.38564858751626424</c:v>
                </c:pt>
                <c:pt idx="1260">
                  <c:v>0.36629958757565506</c:v>
                </c:pt>
                <c:pt idx="1261">
                  <c:v>0.36280868451207676</c:v>
                </c:pt>
                <c:pt idx="1262">
                  <c:v>0.30123905253843419</c:v>
                </c:pt>
                <c:pt idx="1263">
                  <c:v>0.32973185910653469</c:v>
                </c:pt>
                <c:pt idx="1264">
                  <c:v>0.29881747796889613</c:v>
                </c:pt>
                <c:pt idx="1265">
                  <c:v>0.34192050728938522</c:v>
                </c:pt>
                <c:pt idx="1266">
                  <c:v>0.31035924059126557</c:v>
                </c:pt>
                <c:pt idx="1267">
                  <c:v>0.35916013983597028</c:v>
                </c:pt>
              </c:numCache>
            </c:numRef>
          </c:yVal>
          <c:smooth val="0"/>
          <c:extLst>
            <c:ext xmlns:c16="http://schemas.microsoft.com/office/drawing/2014/chart" uri="{C3380CC4-5D6E-409C-BE32-E72D297353CC}">
              <c16:uniqueId val="{00000005-212A-441A-8CC4-ABEA5372C228}"/>
            </c:ext>
          </c:extLst>
        </c:ser>
        <c:dLbls>
          <c:showLegendKey val="0"/>
          <c:showVal val="0"/>
          <c:showCatName val="0"/>
          <c:showSerName val="0"/>
          <c:showPercent val="0"/>
          <c:showBubbleSize val="0"/>
        </c:dLbls>
        <c:axId val="1227419855"/>
        <c:axId val="1227420335"/>
      </c:scatterChart>
      <c:valAx>
        <c:axId val="1227419855"/>
        <c:scaling>
          <c:orientation val="minMax"/>
          <c:min val="5.0000000000000021E-6"/>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Jw</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27420335"/>
        <c:crosses val="autoZero"/>
        <c:crossBetween val="midCat"/>
      </c:valAx>
      <c:valAx>
        <c:axId val="1227420335"/>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Seiving Coefficient</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27419855"/>
        <c:crosses val="autoZero"/>
        <c:crossBetween val="midCat"/>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'Post Processing - SS CaCl2'!$AF$1</c:f>
              <c:strCache>
                <c:ptCount val="1"/>
                <c:pt idx="0">
                  <c:v>NF270_MC2_050724_CaCl2</c:v>
                </c:pt>
              </c:strCache>
            </c:strRef>
          </c:tx>
          <c:spPr>
            <a:ln w="25400" cap="rnd">
              <a:noFill/>
              <a:round/>
            </a:ln>
            <a:effectLst/>
          </c:spPr>
          <c:marker>
            <c:symbol val="circle"/>
            <c:size val="2"/>
            <c:spPr>
              <a:solidFill>
                <a:schemeClr val="accent1"/>
              </a:solidFill>
              <a:ln w="9525">
                <a:solidFill>
                  <a:schemeClr val="accent1"/>
                </a:solidFill>
              </a:ln>
              <a:effectLst/>
            </c:spPr>
          </c:marker>
          <c:xVal>
            <c:numRef>
              <c:f>'Post Processing - SS CaCl2'!$AK$64:$AK$603</c:f>
              <c:numCache>
                <c:formatCode>0.00E+00</c:formatCode>
                <c:ptCount val="540"/>
                <c:pt idx="0">
                  <c:v>8.4528798148898808E-6</c:v>
                </c:pt>
                <c:pt idx="1">
                  <c:v>8.4430193343259395E-6</c:v>
                </c:pt>
                <c:pt idx="2">
                  <c:v>8.4333169979900408E-6</c:v>
                </c:pt>
                <c:pt idx="3">
                  <c:v>8.4235539154702904E-6</c:v>
                </c:pt>
                <c:pt idx="4">
                  <c:v>8.4133324137350494E-6</c:v>
                </c:pt>
                <c:pt idx="5">
                  <c:v>8.4033980152490505E-6</c:v>
                </c:pt>
                <c:pt idx="6">
                  <c:v>8.3927281856461796E-6</c:v>
                </c:pt>
                <c:pt idx="7">
                  <c:v>8.3824064147634208E-6</c:v>
                </c:pt>
                <c:pt idx="8">
                  <c:v>8.3720596305486005E-6</c:v>
                </c:pt>
                <c:pt idx="9">
                  <c:v>8.3615073397403601E-6</c:v>
                </c:pt>
                <c:pt idx="10">
                  <c:v>8.3517075357123496E-6</c:v>
                </c:pt>
                <c:pt idx="11">
                  <c:v>8.34130842863809E-6</c:v>
                </c:pt>
                <c:pt idx="12">
                  <c:v>8.3313444826107806E-6</c:v>
                </c:pt>
                <c:pt idx="13">
                  <c:v>8.3211284078023597E-6</c:v>
                </c:pt>
                <c:pt idx="14">
                  <c:v>8.3109598404549708E-6</c:v>
                </c:pt>
                <c:pt idx="15">
                  <c:v>8.3007989054131902E-6</c:v>
                </c:pt>
                <c:pt idx="16">
                  <c:v>8.29086509310104E-6</c:v>
                </c:pt>
                <c:pt idx="17">
                  <c:v>8.2806845241997206E-6</c:v>
                </c:pt>
                <c:pt idx="18">
                  <c:v>8.2707232763750802E-6</c:v>
                </c:pt>
                <c:pt idx="19">
                  <c:v>8.2606488527189894E-6</c:v>
                </c:pt>
                <c:pt idx="20">
                  <c:v>8.2505967811987693E-6</c:v>
                </c:pt>
                <c:pt idx="21">
                  <c:v>8.2407545432760801E-6</c:v>
                </c:pt>
                <c:pt idx="22">
                  <c:v>8.2306534213657998E-6</c:v>
                </c:pt>
                <c:pt idx="23">
                  <c:v>8.2208650309914401E-6</c:v>
                </c:pt>
                <c:pt idx="24">
                  <c:v>8.2107183943155804E-6</c:v>
                </c:pt>
                <c:pt idx="25">
                  <c:v>8.20096414141409E-6</c:v>
                </c:pt>
                <c:pt idx="26">
                  <c:v>8.1908487943947396E-6</c:v>
                </c:pt>
                <c:pt idx="27">
                  <c:v>8.1813207455850297E-6</c:v>
                </c:pt>
                <c:pt idx="28">
                  <c:v>8.1716151408638196E-6</c:v>
                </c:pt>
                <c:pt idx="29">
                  <c:v>8.1623332873616195E-6</c:v>
                </c:pt>
                <c:pt idx="30">
                  <c:v>8.1530542347611605E-6</c:v>
                </c:pt>
                <c:pt idx="31">
                  <c:v>8.1437981306847199E-6</c:v>
                </c:pt>
                <c:pt idx="32">
                  <c:v>8.1345240817538807E-6</c:v>
                </c:pt>
                <c:pt idx="33">
                  <c:v>8.1252772479186107E-6</c:v>
                </c:pt>
                <c:pt idx="34">
                  <c:v>8.1155489098452905E-6</c:v>
                </c:pt>
                <c:pt idx="35">
                  <c:v>8.1063047679252707E-6</c:v>
                </c:pt>
                <c:pt idx="36">
                  <c:v>8.0961964487763408E-6</c:v>
                </c:pt>
                <c:pt idx="37">
                  <c:v>8.0869537405117393E-6</c:v>
                </c:pt>
                <c:pt idx="38">
                  <c:v>8.0773291820004692E-6</c:v>
                </c:pt>
                <c:pt idx="39">
                  <c:v>8.0677565470155296E-6</c:v>
                </c:pt>
                <c:pt idx="40">
                  <c:v>8.0584647557345294E-6</c:v>
                </c:pt>
                <c:pt idx="41">
                  <c:v>8.0485813602549599E-6</c:v>
                </c:pt>
                <c:pt idx="42">
                  <c:v>8.0392117992127308E-6</c:v>
                </c:pt>
                <c:pt idx="43">
                  <c:v>8.0294315277595898E-6</c:v>
                </c:pt>
                <c:pt idx="44">
                  <c:v>8.0200111473374606E-6</c:v>
                </c:pt>
                <c:pt idx="45">
                  <c:v>8.0103355447929206E-6</c:v>
                </c:pt>
                <c:pt idx="46">
                  <c:v>8.0008712251139802E-6</c:v>
                </c:pt>
                <c:pt idx="47">
                  <c:v>7.9913631383976703E-6</c:v>
                </c:pt>
                <c:pt idx="48">
                  <c:v>7.9818000109825703E-6</c:v>
                </c:pt>
                <c:pt idx="49">
                  <c:v>7.9724598165183294E-6</c:v>
                </c:pt>
                <c:pt idx="50">
                  <c:v>7.9628070593636894E-6</c:v>
                </c:pt>
                <c:pt idx="51">
                  <c:v>7.9535213297525608E-6</c:v>
                </c:pt>
                <c:pt idx="52">
                  <c:v>7.9438987124833507E-6</c:v>
                </c:pt>
                <c:pt idx="53">
                  <c:v>7.9347385707439503E-6</c:v>
                </c:pt>
                <c:pt idx="54">
                  <c:v>7.9254743632679699E-6</c:v>
                </c:pt>
                <c:pt idx="55">
                  <c:v>7.9161299598297698E-6</c:v>
                </c:pt>
                <c:pt idx="56">
                  <c:v>7.9072499267762408E-6</c:v>
                </c:pt>
                <c:pt idx="57">
                  <c:v>7.8979074733590197E-6</c:v>
                </c:pt>
                <c:pt idx="58">
                  <c:v>7.8887479773300297E-6</c:v>
                </c:pt>
                <c:pt idx="59">
                  <c:v>7.8797216379459704E-6</c:v>
                </c:pt>
                <c:pt idx="60">
                  <c:v>7.8706513748123096E-6</c:v>
                </c:pt>
                <c:pt idx="61">
                  <c:v>7.8618086736256806E-6</c:v>
                </c:pt>
                <c:pt idx="62">
                  <c:v>7.8531659771105592E-6</c:v>
                </c:pt>
                <c:pt idx="63">
                  <c:v>7.8445367216967106E-6</c:v>
                </c:pt>
                <c:pt idx="64">
                  <c:v>7.8358765161420794E-6</c:v>
                </c:pt>
                <c:pt idx="65">
                  <c:v>7.8272654976737504E-6</c:v>
                </c:pt>
                <c:pt idx="66">
                  <c:v>7.8185808093777303E-6</c:v>
                </c:pt>
                <c:pt idx="67">
                  <c:v>7.8099300957014703E-6</c:v>
                </c:pt>
                <c:pt idx="68">
                  <c:v>7.8008859464445701E-6</c:v>
                </c:pt>
                <c:pt idx="69">
                  <c:v>7.7921549251612204E-6</c:v>
                </c:pt>
                <c:pt idx="70">
                  <c:v>7.7827342683107292E-6</c:v>
                </c:pt>
                <c:pt idx="71">
                  <c:v>7.7739388355445098E-6</c:v>
                </c:pt>
                <c:pt idx="72">
                  <c:v>7.7646153139819807E-6</c:v>
                </c:pt>
                <c:pt idx="73">
                  <c:v>7.7557807883060302E-6</c:v>
                </c:pt>
                <c:pt idx="74">
                  <c:v>7.7466384738929792E-6</c:v>
                </c:pt>
                <c:pt idx="75">
                  <c:v>7.7376910183518099E-6</c:v>
                </c:pt>
                <c:pt idx="76">
                  <c:v>7.7285849355188493E-6</c:v>
                </c:pt>
                <c:pt idx="77">
                  <c:v>7.7196130838013405E-6</c:v>
                </c:pt>
                <c:pt idx="78">
                  <c:v>7.7106111913628799E-6</c:v>
                </c:pt>
                <c:pt idx="79">
                  <c:v>7.7016881498749397E-6</c:v>
                </c:pt>
                <c:pt idx="80">
                  <c:v>7.6928486374753307E-6</c:v>
                </c:pt>
                <c:pt idx="81">
                  <c:v>7.6839511056706896E-6</c:v>
                </c:pt>
                <c:pt idx="82">
                  <c:v>7.6751570477817093E-6</c:v>
                </c:pt>
                <c:pt idx="83">
                  <c:v>7.6661713459210002E-6</c:v>
                </c:pt>
                <c:pt idx="84">
                  <c:v>7.6575308201495508E-6</c:v>
                </c:pt>
                <c:pt idx="85">
                  <c:v>7.6488399397942599E-6</c:v>
                </c:pt>
                <c:pt idx="86">
                  <c:v>7.6404253027038601E-6</c:v>
                </c:pt>
                <c:pt idx="87">
                  <c:v>7.6321926758591703E-6</c:v>
                </c:pt>
                <c:pt idx="88">
                  <c:v>7.6238864610265798E-6</c:v>
                </c:pt>
                <c:pt idx="89">
                  <c:v>7.6156978624863196E-6</c:v>
                </c:pt>
                <c:pt idx="90">
                  <c:v>7.6073944773205897E-6</c:v>
                </c:pt>
                <c:pt idx="91">
                  <c:v>7.5992339512554703E-6</c:v>
                </c:pt>
                <c:pt idx="92">
                  <c:v>7.5910449658685004E-6</c:v>
                </c:pt>
                <c:pt idx="93">
                  <c:v>7.5828736485261201E-6</c:v>
                </c:pt>
                <c:pt idx="94">
                  <c:v>7.5746971638469597E-6</c:v>
                </c:pt>
                <c:pt idx="95">
                  <c:v>7.5660561680502804E-6</c:v>
                </c:pt>
                <c:pt idx="96">
                  <c:v>7.5578521424726701E-6</c:v>
                </c:pt>
                <c:pt idx="97">
                  <c:v>7.5488594496951104E-6</c:v>
                </c:pt>
                <c:pt idx="98">
                  <c:v>7.5406521381350402E-6</c:v>
                </c:pt>
                <c:pt idx="99">
                  <c:v>7.5317375042973796E-6</c:v>
                </c:pt>
                <c:pt idx="100">
                  <c:v>7.5234782767359501E-6</c:v>
                </c:pt>
                <c:pt idx="101">
                  <c:v>7.5146506260132803E-6</c:v>
                </c:pt>
                <c:pt idx="102">
                  <c:v>7.5063161648535604E-6</c:v>
                </c:pt>
                <c:pt idx="103">
                  <c:v>7.4976983908147903E-6</c:v>
                </c:pt>
                <c:pt idx="104">
                  <c:v>7.4893122951725599E-6</c:v>
                </c:pt>
                <c:pt idx="105">
                  <c:v>7.4808216876022701E-6</c:v>
                </c:pt>
                <c:pt idx="106">
                  <c:v>7.4724891821785901E-6</c:v>
                </c:pt>
                <c:pt idx="107">
                  <c:v>7.4639091610516304E-6</c:v>
                </c:pt>
                <c:pt idx="108">
                  <c:v>7.4555934283445498E-6</c:v>
                </c:pt>
                <c:pt idx="109">
                  <c:v>7.4470857858028896E-6</c:v>
                </c:pt>
                <c:pt idx="110">
                  <c:v>7.4386725843182702E-6</c:v>
                </c:pt>
                <c:pt idx="111">
                  <c:v>7.4304299285349701E-6</c:v>
                </c:pt>
                <c:pt idx="112">
                  <c:v>7.4219139894396201E-6</c:v>
                </c:pt>
                <c:pt idx="113">
                  <c:v>7.4137893357607796E-6</c:v>
                </c:pt>
                <c:pt idx="114">
                  <c:v>7.4052970484839298E-6</c:v>
                </c:pt>
                <c:pt idx="115">
                  <c:v>7.3972296142536696E-6</c:v>
                </c:pt>
                <c:pt idx="116">
                  <c:v>7.3887780209490197E-6</c:v>
                </c:pt>
                <c:pt idx="117">
                  <c:v>7.3807343865607404E-6</c:v>
                </c:pt>
                <c:pt idx="118">
                  <c:v>7.3722778087444298E-6</c:v>
                </c:pt>
                <c:pt idx="119">
                  <c:v>7.3642570119650102E-6</c:v>
                </c:pt>
                <c:pt idx="120">
                  <c:v>7.3557355003456701E-6</c:v>
                </c:pt>
                <c:pt idx="121">
                  <c:v>7.3479801951034202E-6</c:v>
                </c:pt>
                <c:pt idx="122">
                  <c:v>7.3397718416831399E-6</c:v>
                </c:pt>
                <c:pt idx="123">
                  <c:v>7.3321806382099999E-6</c:v>
                </c:pt>
                <c:pt idx="124">
                  <c:v>7.3240289356245201E-6</c:v>
                </c:pt>
                <c:pt idx="125">
                  <c:v>7.3163519950742403E-6</c:v>
                </c:pt>
                <c:pt idx="126">
                  <c:v>7.30792317090003E-6</c:v>
                </c:pt>
                <c:pt idx="127">
                  <c:v>7.3002009157126597E-6</c:v>
                </c:pt>
                <c:pt idx="128">
                  <c:v>7.2918599093164699E-6</c:v>
                </c:pt>
                <c:pt idx="129">
                  <c:v>7.2841094615721197E-6</c:v>
                </c:pt>
                <c:pt idx="130">
                  <c:v>7.2759027046139004E-6</c:v>
                </c:pt>
                <c:pt idx="131">
                  <c:v>7.2681859506261896E-6</c:v>
                </c:pt>
                <c:pt idx="132">
                  <c:v>7.2600197897531601E-6</c:v>
                </c:pt>
                <c:pt idx="133">
                  <c:v>7.2522170858565797E-6</c:v>
                </c:pt>
                <c:pt idx="134">
                  <c:v>7.2441588389418998E-6</c:v>
                </c:pt>
                <c:pt idx="135">
                  <c:v>7.2362938079255797E-6</c:v>
                </c:pt>
                <c:pt idx="136">
                  <c:v>7.2283471749595597E-6</c:v>
                </c:pt>
                <c:pt idx="137">
                  <c:v>7.2204900326968396E-6</c:v>
                </c:pt>
                <c:pt idx="138">
                  <c:v>7.2126155157988502E-6</c:v>
                </c:pt>
                <c:pt idx="139">
                  <c:v>7.2047366483673402E-6</c:v>
                </c:pt>
                <c:pt idx="140">
                  <c:v>7.1969895715655599E-6</c:v>
                </c:pt>
                <c:pt idx="141">
                  <c:v>7.1890706911172904E-6</c:v>
                </c:pt>
                <c:pt idx="142">
                  <c:v>7.18147623196548E-6</c:v>
                </c:pt>
                <c:pt idx="143">
                  <c:v>7.1734918039873203E-6</c:v>
                </c:pt>
                <c:pt idx="144">
                  <c:v>7.1659635155779301E-6</c:v>
                </c:pt>
                <c:pt idx="145">
                  <c:v>7.1579841640987103E-6</c:v>
                </c:pt>
                <c:pt idx="146">
                  <c:v>7.1504274378770904E-6</c:v>
                </c:pt>
                <c:pt idx="147">
                  <c:v>7.14249705301602E-6</c:v>
                </c:pt>
                <c:pt idx="148">
                  <c:v>7.1350170064323201E-6</c:v>
                </c:pt>
                <c:pt idx="149">
                  <c:v>7.1271247275801197E-6</c:v>
                </c:pt>
                <c:pt idx="150">
                  <c:v>7.1197912055235004E-6</c:v>
                </c:pt>
                <c:pt idx="151">
                  <c:v>7.1122322298622603E-6</c:v>
                </c:pt>
                <c:pt idx="152">
                  <c:v>7.1051232580853803E-6</c:v>
                </c:pt>
                <c:pt idx="153">
                  <c:v>7.0978603207648101E-6</c:v>
                </c:pt>
                <c:pt idx="154">
                  <c:v>7.0904171923826103E-6</c:v>
                </c:pt>
                <c:pt idx="155">
                  <c:v>7.0832022415633796E-6</c:v>
                </c:pt>
                <c:pt idx="156">
                  <c:v>7.0753084611272099E-6</c:v>
                </c:pt>
                <c:pt idx="157">
                  <c:v>7.0681793648660002E-6</c:v>
                </c:pt>
                <c:pt idx="158">
                  <c:v>7.0603832580524299E-6</c:v>
                </c:pt>
                <c:pt idx="159">
                  <c:v>7.0531655808487903E-6</c:v>
                </c:pt>
                <c:pt idx="160">
                  <c:v>7.0454717518311098E-6</c:v>
                </c:pt>
                <c:pt idx="161">
                  <c:v>7.0382285754919396E-6</c:v>
                </c:pt>
                <c:pt idx="162">
                  <c:v>7.0306124335709601E-6</c:v>
                </c:pt>
                <c:pt idx="163">
                  <c:v>7.0233814758114501E-6</c:v>
                </c:pt>
                <c:pt idx="164">
                  <c:v>7.0159057373886899E-6</c:v>
                </c:pt>
                <c:pt idx="165">
                  <c:v>7.0086093522604103E-6</c:v>
                </c:pt>
                <c:pt idx="166">
                  <c:v>7.0012676596234297E-6</c:v>
                </c:pt>
                <c:pt idx="167">
                  <c:v>6.9938465223392797E-6</c:v>
                </c:pt>
                <c:pt idx="168">
                  <c:v>6.9865793128212904E-6</c:v>
                </c:pt>
                <c:pt idx="169">
                  <c:v>6.9789845793395802E-6</c:v>
                </c:pt>
                <c:pt idx="170">
                  <c:v>6.9717743275393504E-6</c:v>
                </c:pt>
                <c:pt idx="171">
                  <c:v>6.9643265587567201E-6</c:v>
                </c:pt>
                <c:pt idx="172">
                  <c:v>6.9570417578287398E-6</c:v>
                </c:pt>
                <c:pt idx="173">
                  <c:v>6.9499578739118101E-6</c:v>
                </c:pt>
                <c:pt idx="174">
                  <c:v>6.9425936094067099E-6</c:v>
                </c:pt>
                <c:pt idx="175">
                  <c:v>6.9356416693553197E-6</c:v>
                </c:pt>
                <c:pt idx="176">
                  <c:v>6.9285241386804096E-6</c:v>
                </c:pt>
                <c:pt idx="177">
                  <c:v>6.9213510245827397E-6</c:v>
                </c:pt>
                <c:pt idx="178">
                  <c:v>6.91452222663506E-6</c:v>
                </c:pt>
                <c:pt idx="179">
                  <c:v>6.9075288494939399E-6</c:v>
                </c:pt>
                <c:pt idx="180">
                  <c:v>6.90085093726774E-6</c:v>
                </c:pt>
                <c:pt idx="181">
                  <c:v>6.89418481782138E-6</c:v>
                </c:pt>
                <c:pt idx="182">
                  <c:v>6.8875948464829503E-6</c:v>
                </c:pt>
                <c:pt idx="183">
                  <c:v>6.8809653644626104E-6</c:v>
                </c:pt>
                <c:pt idx="184">
                  <c:v>6.8742923492328702E-6</c:v>
                </c:pt>
                <c:pt idx="185">
                  <c:v>6.8674156298079698E-6</c:v>
                </c:pt>
                <c:pt idx="186">
                  <c:v>6.8607125450297701E-6</c:v>
                </c:pt>
                <c:pt idx="187">
                  <c:v>6.8538225957832601E-6</c:v>
                </c:pt>
                <c:pt idx="188">
                  <c:v>6.84690851989123E-6</c:v>
                </c:pt>
                <c:pt idx="189">
                  <c:v>6.8401898224927198E-6</c:v>
                </c:pt>
                <c:pt idx="190">
                  <c:v>6.8330796578715004E-6</c:v>
                </c:pt>
                <c:pt idx="191">
                  <c:v>6.8263048123517299E-6</c:v>
                </c:pt>
                <c:pt idx="192">
                  <c:v>6.8192926194640103E-6</c:v>
                </c:pt>
                <c:pt idx="193">
                  <c:v>6.8125856934415899E-6</c:v>
                </c:pt>
                <c:pt idx="194">
                  <c:v>6.80561906171886E-6</c:v>
                </c:pt>
                <c:pt idx="195">
                  <c:v>6.7988784023074802E-6</c:v>
                </c:pt>
                <c:pt idx="196">
                  <c:v>6.7920358694975598E-6</c:v>
                </c:pt>
                <c:pt idx="197">
                  <c:v>6.7852606598295E-6</c:v>
                </c:pt>
                <c:pt idx="198">
                  <c:v>6.7785527380783997E-6</c:v>
                </c:pt>
                <c:pt idx="199">
                  <c:v>6.7717358356704702E-6</c:v>
                </c:pt>
                <c:pt idx="200">
                  <c:v>6.7651185700917397E-6</c:v>
                </c:pt>
                <c:pt idx="201">
                  <c:v>6.75824027625E-6</c:v>
                </c:pt>
                <c:pt idx="202">
                  <c:v>6.7517415588917998E-6</c:v>
                </c:pt>
                <c:pt idx="203">
                  <c:v>6.7448887401252701E-6</c:v>
                </c:pt>
                <c:pt idx="204">
                  <c:v>6.7383792577884803E-6</c:v>
                </c:pt>
                <c:pt idx="205">
                  <c:v>6.7315087699999002E-6</c:v>
                </c:pt>
                <c:pt idx="206">
                  <c:v>6.7248108487727303E-6</c:v>
                </c:pt>
                <c:pt idx="207">
                  <c:v>6.7181646945824804E-6</c:v>
                </c:pt>
                <c:pt idx="208">
                  <c:v>6.7113668665350103E-6</c:v>
                </c:pt>
                <c:pt idx="209">
                  <c:v>6.7051321818095104E-6</c:v>
                </c:pt>
                <c:pt idx="210">
                  <c:v>6.6985545622004697E-6</c:v>
                </c:pt>
                <c:pt idx="211">
                  <c:v>6.6920961822825098E-6</c:v>
                </c:pt>
                <c:pt idx="212">
                  <c:v>6.6858189917939701E-6</c:v>
                </c:pt>
                <c:pt idx="213">
                  <c:v>6.6790764235600097E-6</c:v>
                </c:pt>
                <c:pt idx="214">
                  <c:v>6.6729162497110402E-6</c:v>
                </c:pt>
                <c:pt idx="215">
                  <c:v>6.6665071604666501E-6</c:v>
                </c:pt>
                <c:pt idx="216">
                  <c:v>6.6601233275024697E-6</c:v>
                </c:pt>
                <c:pt idx="217">
                  <c:v>6.6539355828621098E-6</c:v>
                </c:pt>
                <c:pt idx="218">
                  <c:v>6.6473134452615996E-6</c:v>
                </c:pt>
                <c:pt idx="219">
                  <c:v>6.6408748146678801E-6</c:v>
                </c:pt>
                <c:pt idx="220">
                  <c:v>6.63448893397457E-6</c:v>
                </c:pt>
                <c:pt idx="221">
                  <c:v>6.6279397313531601E-6</c:v>
                </c:pt>
                <c:pt idx="222">
                  <c:v>6.6217142503122802E-6</c:v>
                </c:pt>
                <c:pt idx="223">
                  <c:v>6.6153816427915602E-6</c:v>
                </c:pt>
                <c:pt idx="224">
                  <c:v>6.6090237493772297E-6</c:v>
                </c:pt>
                <c:pt idx="225">
                  <c:v>6.60282566524938E-6</c:v>
                </c:pt>
                <c:pt idx="226">
                  <c:v>6.5964839437293701E-6</c:v>
                </c:pt>
                <c:pt idx="227">
                  <c:v>6.5903082766344897E-6</c:v>
                </c:pt>
                <c:pt idx="228">
                  <c:v>6.58407130806194E-6</c:v>
                </c:pt>
                <c:pt idx="229">
                  <c:v>6.5779714343396804E-6</c:v>
                </c:pt>
                <c:pt idx="230">
                  <c:v>6.5716879319287501E-6</c:v>
                </c:pt>
                <c:pt idx="231">
                  <c:v>6.5656613427898797E-6</c:v>
                </c:pt>
                <c:pt idx="232">
                  <c:v>6.5594075062371397E-6</c:v>
                </c:pt>
                <c:pt idx="233">
                  <c:v>6.5533772223521603E-6</c:v>
                </c:pt>
                <c:pt idx="234">
                  <c:v>6.5471402753308698E-6</c:v>
                </c:pt>
                <c:pt idx="235">
                  <c:v>6.5411969970808198E-6</c:v>
                </c:pt>
                <c:pt idx="236">
                  <c:v>6.5349209731185597E-6</c:v>
                </c:pt>
                <c:pt idx="237">
                  <c:v>6.5291923725017001E-6</c:v>
                </c:pt>
                <c:pt idx="238">
                  <c:v>6.5232141985619798E-6</c:v>
                </c:pt>
                <c:pt idx="239">
                  <c:v>6.5175560625574503E-6</c:v>
                </c:pt>
                <c:pt idx="240">
                  <c:v>6.5119132769941699E-6</c:v>
                </c:pt>
                <c:pt idx="241">
                  <c:v>6.5062336464679399E-6</c:v>
                </c:pt>
                <c:pt idx="242">
                  <c:v>6.5006355775631497E-6</c:v>
                </c:pt>
                <c:pt idx="243">
                  <c:v>6.4950276569511799E-6</c:v>
                </c:pt>
                <c:pt idx="244">
                  <c:v>6.4894098100101202E-6</c:v>
                </c:pt>
                <c:pt idx="245">
                  <c:v>6.4835465952884397E-6</c:v>
                </c:pt>
                <c:pt idx="246">
                  <c:v>6.4779163013275798E-6</c:v>
                </c:pt>
                <c:pt idx="247">
                  <c:v>6.4718863909438401E-6</c:v>
                </c:pt>
                <c:pt idx="248">
                  <c:v>6.4662047369501197E-6</c:v>
                </c:pt>
                <c:pt idx="249">
                  <c:v>6.4602189029290297E-6</c:v>
                </c:pt>
                <c:pt idx="250">
                  <c:v>6.4546132363876897E-6</c:v>
                </c:pt>
                <c:pt idx="251">
                  <c:v>6.4485383953050697E-6</c:v>
                </c:pt>
                <c:pt idx="252">
                  <c:v>6.4427229505474897E-6</c:v>
                </c:pt>
                <c:pt idx="253">
                  <c:v>6.4366928482170497E-6</c:v>
                </c:pt>
                <c:pt idx="254">
                  <c:v>6.4307908980149198E-6</c:v>
                </c:pt>
                <c:pt idx="255">
                  <c:v>6.4249690789664698E-6</c:v>
                </c:pt>
                <c:pt idx="256">
                  <c:v>6.4193118409592498E-6</c:v>
                </c:pt>
                <c:pt idx="257">
                  <c:v>6.4136458270973802E-6</c:v>
                </c:pt>
                <c:pt idx="258">
                  <c:v>6.4079489684521698E-6</c:v>
                </c:pt>
                <c:pt idx="259">
                  <c:v>6.4023127011471803E-6</c:v>
                </c:pt>
                <c:pt idx="260">
                  <c:v>6.39649436221392E-6</c:v>
                </c:pt>
                <c:pt idx="261">
                  <c:v>6.3908325591310402E-6</c:v>
                </c:pt>
                <c:pt idx="262">
                  <c:v>6.3851769792464704E-6</c:v>
                </c:pt>
                <c:pt idx="263">
                  <c:v>6.3794896110887099E-6</c:v>
                </c:pt>
                <c:pt idx="264">
                  <c:v>6.3740554865711299E-6</c:v>
                </c:pt>
                <c:pt idx="265">
                  <c:v>6.36838684652123E-6</c:v>
                </c:pt>
                <c:pt idx="266">
                  <c:v>6.3630322993306997E-6</c:v>
                </c:pt>
                <c:pt idx="267">
                  <c:v>6.3573114196468004E-6</c:v>
                </c:pt>
                <c:pt idx="268">
                  <c:v>6.3521261105783403E-6</c:v>
                </c:pt>
                <c:pt idx="269">
                  <c:v>6.34666077027589E-6</c:v>
                </c:pt>
                <c:pt idx="270">
                  <c:v>6.3415469410984601E-6</c:v>
                </c:pt>
                <c:pt idx="271">
                  <c:v>6.3364267092406398E-6</c:v>
                </c:pt>
                <c:pt idx="272">
                  <c:v>6.3313335892815203E-6</c:v>
                </c:pt>
                <c:pt idx="273">
                  <c:v>6.3262517791821396E-6</c:v>
                </c:pt>
                <c:pt idx="274">
                  <c:v>6.3209229267732499E-6</c:v>
                </c:pt>
                <c:pt idx="275">
                  <c:v>6.3157953472923499E-6</c:v>
                </c:pt>
                <c:pt idx="276">
                  <c:v>6.31028659567573E-6</c:v>
                </c:pt>
                <c:pt idx="277">
                  <c:v>6.3051638041115498E-6</c:v>
                </c:pt>
                <c:pt idx="278">
                  <c:v>6.2996750474643797E-6</c:v>
                </c:pt>
                <c:pt idx="279">
                  <c:v>6.2946078115887001E-6</c:v>
                </c:pt>
                <c:pt idx="280">
                  <c:v>6.28914158185723E-6</c:v>
                </c:pt>
                <c:pt idx="281">
                  <c:v>6.2840324499422799E-6</c:v>
                </c:pt>
                <c:pt idx="282">
                  <c:v>6.2787368418727902E-6</c:v>
                </c:pt>
                <c:pt idx="283">
                  <c:v>6.2735614000707799E-6</c:v>
                </c:pt>
                <c:pt idx="284">
                  <c:v>6.2683087203423699E-6</c:v>
                </c:pt>
                <c:pt idx="285">
                  <c:v>6.2630304832806997E-6</c:v>
                </c:pt>
                <c:pt idx="286">
                  <c:v>6.2578148902465798E-6</c:v>
                </c:pt>
                <c:pt idx="287">
                  <c:v>6.2525832324427003E-6</c:v>
                </c:pt>
                <c:pt idx="288">
                  <c:v>6.2474459653354702E-6</c:v>
                </c:pt>
                <c:pt idx="289">
                  <c:v>6.2424686078623203E-6</c:v>
                </c:pt>
                <c:pt idx="290">
                  <c:v>6.2374109878512799E-6</c:v>
                </c:pt>
                <c:pt idx="291">
                  <c:v>6.2323486881744101E-6</c:v>
                </c:pt>
                <c:pt idx="292">
                  <c:v>6.2272892568798102E-6</c:v>
                </c:pt>
                <c:pt idx="293">
                  <c:v>6.2222161981238701E-6</c:v>
                </c:pt>
                <c:pt idx="294">
                  <c:v>6.2170843511266101E-6</c:v>
                </c:pt>
                <c:pt idx="295">
                  <c:v>6.2122731813668701E-6</c:v>
                </c:pt>
                <c:pt idx="296">
                  <c:v>6.2073792561351502E-6</c:v>
                </c:pt>
                <c:pt idx="297">
                  <c:v>6.2027018826047296E-6</c:v>
                </c:pt>
                <c:pt idx="298">
                  <c:v>6.1980288079876097E-6</c:v>
                </c:pt>
                <c:pt idx="299">
                  <c:v>6.1934328739217802E-6</c:v>
                </c:pt>
                <c:pt idx="300">
                  <c:v>6.1887958234692704E-6</c:v>
                </c:pt>
                <c:pt idx="301">
                  <c:v>6.18419075025465E-6</c:v>
                </c:pt>
                <c:pt idx="302">
                  <c:v>6.1793814878539904E-6</c:v>
                </c:pt>
                <c:pt idx="303">
                  <c:v>6.1747607923398997E-6</c:v>
                </c:pt>
                <c:pt idx="304">
                  <c:v>6.1699937641262198E-6</c:v>
                </c:pt>
                <c:pt idx="305">
                  <c:v>6.1654321524733703E-6</c:v>
                </c:pt>
                <c:pt idx="306">
                  <c:v>6.1609487259109901E-6</c:v>
                </c:pt>
                <c:pt idx="307">
                  <c:v>6.1564128002359104E-6</c:v>
                </c:pt>
                <c:pt idx="308">
                  <c:v>6.1517010980680297E-6</c:v>
                </c:pt>
                <c:pt idx="309">
                  <c:v>6.1471659689075403E-6</c:v>
                </c:pt>
                <c:pt idx="310">
                  <c:v>6.1423222908681001E-6</c:v>
                </c:pt>
                <c:pt idx="311">
                  <c:v>6.13773266558769E-6</c:v>
                </c:pt>
                <c:pt idx="312">
                  <c:v>6.13295205053905E-6</c:v>
                </c:pt>
                <c:pt idx="313">
                  <c:v>6.1283311906567903E-6</c:v>
                </c:pt>
                <c:pt idx="314">
                  <c:v>6.1236292613340201E-6</c:v>
                </c:pt>
                <c:pt idx="315">
                  <c:v>6.1190065541158598E-6</c:v>
                </c:pt>
                <c:pt idx="316">
                  <c:v>6.1144368641140599E-6</c:v>
                </c:pt>
                <c:pt idx="317">
                  <c:v>6.1098225967811301E-6</c:v>
                </c:pt>
                <c:pt idx="318">
                  <c:v>6.1052777227019702E-6</c:v>
                </c:pt>
                <c:pt idx="319">
                  <c:v>6.1007098609831796E-6</c:v>
                </c:pt>
                <c:pt idx="320">
                  <c:v>6.0962078814274199E-6</c:v>
                </c:pt>
                <c:pt idx="321">
                  <c:v>6.0916660543074801E-6</c:v>
                </c:pt>
                <c:pt idx="322">
                  <c:v>6.08723412809181E-6</c:v>
                </c:pt>
                <c:pt idx="323">
                  <c:v>6.0826400554107196E-6</c:v>
                </c:pt>
                <c:pt idx="324">
                  <c:v>6.0782756342088303E-6</c:v>
                </c:pt>
                <c:pt idx="325">
                  <c:v>6.07362886612247E-6</c:v>
                </c:pt>
                <c:pt idx="326">
                  <c:v>6.0692055203397796E-6</c:v>
                </c:pt>
                <c:pt idx="327">
                  <c:v>6.0647394841663804E-6</c:v>
                </c:pt>
                <c:pt idx="328">
                  <c:v>6.0602369182413496E-6</c:v>
                </c:pt>
                <c:pt idx="329">
                  <c:v>6.0560230871234497E-6</c:v>
                </c:pt>
                <c:pt idx="330">
                  <c:v>6.0517493783779802E-6</c:v>
                </c:pt>
                <c:pt idx="331">
                  <c:v>6.0476392301938601E-6</c:v>
                </c:pt>
                <c:pt idx="332">
                  <c:v>6.04359578345632E-6</c:v>
                </c:pt>
                <c:pt idx="333">
                  <c:v>6.03952207774005E-6</c:v>
                </c:pt>
                <c:pt idx="334">
                  <c:v>6.0354905821833403E-6</c:v>
                </c:pt>
                <c:pt idx="335">
                  <c:v>6.0312613137535399E-6</c:v>
                </c:pt>
                <c:pt idx="336">
                  <c:v>6.0271801645432803E-6</c:v>
                </c:pt>
                <c:pt idx="337">
                  <c:v>6.0228080755626797E-6</c:v>
                </c:pt>
                <c:pt idx="338">
                  <c:v>6.0187127363780902E-6</c:v>
                </c:pt>
                <c:pt idx="339">
                  <c:v>6.0143887644826096E-6</c:v>
                </c:pt>
                <c:pt idx="340">
                  <c:v>6.0103398340539697E-6</c:v>
                </c:pt>
                <c:pt idx="341">
                  <c:v>6.0061042196741096E-6</c:v>
                </c:pt>
                <c:pt idx="342">
                  <c:v>6.0020423935335404E-6</c:v>
                </c:pt>
                <c:pt idx="343">
                  <c:v>5.9978722039660697E-6</c:v>
                </c:pt>
                <c:pt idx="344">
                  <c:v>5.9938724229905301E-6</c:v>
                </c:pt>
                <c:pt idx="345">
                  <c:v>5.9897036806564101E-6</c:v>
                </c:pt>
                <c:pt idx="346">
                  <c:v>5.9857202417971598E-6</c:v>
                </c:pt>
                <c:pt idx="347">
                  <c:v>5.9816033659359797E-6</c:v>
                </c:pt>
                <c:pt idx="348">
                  <c:v>5.9775216051481599E-6</c:v>
                </c:pt>
                <c:pt idx="349">
                  <c:v>5.9734575958802596E-6</c:v>
                </c:pt>
                <c:pt idx="350">
                  <c:v>5.9694008698627103E-6</c:v>
                </c:pt>
                <c:pt idx="351">
                  <c:v>5.9653335519850304E-6</c:v>
                </c:pt>
                <c:pt idx="352">
                  <c:v>5.9613204946444998E-6</c:v>
                </c:pt>
                <c:pt idx="353">
                  <c:v>5.9574084981855502E-6</c:v>
                </c:pt>
                <c:pt idx="354">
                  <c:v>5.95333504460866E-6</c:v>
                </c:pt>
                <c:pt idx="355">
                  <c:v>5.9496194407921901E-6</c:v>
                </c:pt>
                <c:pt idx="356">
                  <c:v>5.9455838661945804E-6</c:v>
                </c:pt>
                <c:pt idx="357">
                  <c:v>5.9418495236619704E-6</c:v>
                </c:pt>
                <c:pt idx="358">
                  <c:v>5.9378849185071399E-6</c:v>
                </c:pt>
                <c:pt idx="359">
                  <c:v>5.9342014349744104E-6</c:v>
                </c:pt>
                <c:pt idx="360">
                  <c:v>5.9304373290130098E-6</c:v>
                </c:pt>
                <c:pt idx="361">
                  <c:v>5.9268701898026401E-6</c:v>
                </c:pt>
                <c:pt idx="362">
                  <c:v>5.9233345643075502E-6</c:v>
                </c:pt>
                <c:pt idx="363">
                  <c:v>5.9198233801240998E-6</c:v>
                </c:pt>
                <c:pt idx="364">
                  <c:v>5.9162944360646796E-6</c:v>
                </c:pt>
                <c:pt idx="365">
                  <c:v>5.9128026026357502E-6</c:v>
                </c:pt>
                <c:pt idx="366">
                  <c:v>5.9091376859008798E-6</c:v>
                </c:pt>
                <c:pt idx="367">
                  <c:v>5.9056203209608698E-6</c:v>
                </c:pt>
                <c:pt idx="368">
                  <c:v>5.9018432069834698E-6</c:v>
                </c:pt>
                <c:pt idx="369">
                  <c:v>5.8983099371501102E-6</c:v>
                </c:pt>
                <c:pt idx="370">
                  <c:v>5.8945677664392302E-6</c:v>
                </c:pt>
                <c:pt idx="371">
                  <c:v>5.8910631902814401E-6</c:v>
                </c:pt>
                <c:pt idx="372">
                  <c:v>5.8873900718747197E-6</c:v>
                </c:pt>
                <c:pt idx="373">
                  <c:v>5.8838733339732597E-6</c:v>
                </c:pt>
                <c:pt idx="374">
                  <c:v>5.8802075567368703E-6</c:v>
                </c:pt>
                <c:pt idx="375">
                  <c:v>5.8767196007603602E-6</c:v>
                </c:pt>
                <c:pt idx="376">
                  <c:v>5.87308781029079E-6</c:v>
                </c:pt>
                <c:pt idx="377">
                  <c:v>5.86964482201691E-6</c:v>
                </c:pt>
                <c:pt idx="378">
                  <c:v>5.86610766220653E-6</c:v>
                </c:pt>
                <c:pt idx="379">
                  <c:v>5.8626742786976103E-6</c:v>
                </c:pt>
                <c:pt idx="380">
                  <c:v>5.8592189742202499E-6</c:v>
                </c:pt>
                <c:pt idx="381">
                  <c:v>5.8558315316576999E-6</c:v>
                </c:pt>
                <c:pt idx="382">
                  <c:v>5.8524114137622499E-6</c:v>
                </c:pt>
                <c:pt idx="383">
                  <c:v>5.8490803714358701E-6</c:v>
                </c:pt>
                <c:pt idx="384">
                  <c:v>5.8456566593046703E-6</c:v>
                </c:pt>
                <c:pt idx="385">
                  <c:v>5.8423891732278499E-6</c:v>
                </c:pt>
                <c:pt idx="386">
                  <c:v>5.83895280546469E-6</c:v>
                </c:pt>
                <c:pt idx="387">
                  <c:v>5.8357576452714398E-6</c:v>
                </c:pt>
                <c:pt idx="388">
                  <c:v>5.8323153850572504E-6</c:v>
                </c:pt>
                <c:pt idx="389">
                  <c:v>5.8292326869264103E-6</c:v>
                </c:pt>
                <c:pt idx="390">
                  <c:v>5.8259526773464398E-6</c:v>
                </c:pt>
                <c:pt idx="391">
                  <c:v>5.8227603809933598E-6</c:v>
                </c:pt>
                <c:pt idx="392">
                  <c:v>5.81966870587659E-6</c:v>
                </c:pt>
                <c:pt idx="393">
                  <c:v>5.8163354700765902E-6</c:v>
                </c:pt>
                <c:pt idx="394">
                  <c:v>5.8133116232692796E-6</c:v>
                </c:pt>
                <c:pt idx="395">
                  <c:v>5.8100213189681797E-6</c:v>
                </c:pt>
                <c:pt idx="396">
                  <c:v>5.8069994763661696E-6</c:v>
                </c:pt>
                <c:pt idx="397">
                  <c:v>5.8037567366991198E-6</c:v>
                </c:pt>
                <c:pt idx="398">
                  <c:v>5.8007546401953802E-6</c:v>
                </c:pt>
                <c:pt idx="399">
                  <c:v>5.7975485046469999E-6</c:v>
                </c:pt>
                <c:pt idx="400">
                  <c:v>5.7944741476935799E-6</c:v>
                </c:pt>
                <c:pt idx="401">
                  <c:v>5.7913978422884898E-6</c:v>
                </c:pt>
                <c:pt idx="402">
                  <c:v>5.7882721421993696E-6</c:v>
                </c:pt>
                <c:pt idx="403">
                  <c:v>5.7852960039554798E-6</c:v>
                </c:pt>
                <c:pt idx="404">
                  <c:v>5.7822744274798198E-6</c:v>
                </c:pt>
                <c:pt idx="405">
                  <c:v>5.7792906014704802E-6</c:v>
                </c:pt>
                <c:pt idx="406">
                  <c:v>5.7763752487027801E-6</c:v>
                </c:pt>
                <c:pt idx="407">
                  <c:v>5.7734161973444204E-6</c:v>
                </c:pt>
                <c:pt idx="408">
                  <c:v>5.7705470197200496E-6</c:v>
                </c:pt>
                <c:pt idx="409">
                  <c:v>5.7676040174602397E-6</c:v>
                </c:pt>
                <c:pt idx="410">
                  <c:v>5.7647423844420297E-6</c:v>
                </c:pt>
                <c:pt idx="411">
                  <c:v>5.7618320492587196E-6</c:v>
                </c:pt>
                <c:pt idx="412">
                  <c:v>5.7590142203014401E-6</c:v>
                </c:pt>
                <c:pt idx="413">
                  <c:v>5.7560981389094098E-6</c:v>
                </c:pt>
                <c:pt idx="414">
                  <c:v>5.7532651612538699E-6</c:v>
                </c:pt>
                <c:pt idx="415">
                  <c:v>5.7504568351442104E-6</c:v>
                </c:pt>
                <c:pt idx="416">
                  <c:v>5.7477157230963403E-6</c:v>
                </c:pt>
                <c:pt idx="417">
                  <c:v>5.7449490001577503E-6</c:v>
                </c:pt>
                <c:pt idx="418">
                  <c:v>5.7423766750503701E-6</c:v>
                </c:pt>
                <c:pt idx="419">
                  <c:v>5.7396802784921898E-6</c:v>
                </c:pt>
                <c:pt idx="420">
                  <c:v>5.7371227008924198E-6</c:v>
                </c:pt>
                <c:pt idx="421">
                  <c:v>5.7344531117796004E-6</c:v>
                </c:pt>
                <c:pt idx="422">
                  <c:v>5.7318065004621498E-6</c:v>
                </c:pt>
                <c:pt idx="423">
                  <c:v>5.72911904193512E-6</c:v>
                </c:pt>
                <c:pt idx="424">
                  <c:v>5.7263918121532997E-6</c:v>
                </c:pt>
                <c:pt idx="425">
                  <c:v>5.7237784287884397E-6</c:v>
                </c:pt>
                <c:pt idx="426">
                  <c:v>5.7211249563175201E-6</c:v>
                </c:pt>
                <c:pt idx="427">
                  <c:v>5.7185115559753001E-6</c:v>
                </c:pt>
                <c:pt idx="428">
                  <c:v>5.7159728718533996E-6</c:v>
                </c:pt>
                <c:pt idx="429">
                  <c:v>5.7134108056219699E-6</c:v>
                </c:pt>
                <c:pt idx="430">
                  <c:v>5.7109232635048698E-6</c:v>
                </c:pt>
                <c:pt idx="431">
                  <c:v>5.7084071687265103E-6</c:v>
                </c:pt>
                <c:pt idx="432">
                  <c:v>5.7059406210568204E-6</c:v>
                </c:pt>
                <c:pt idx="433">
                  <c:v>5.7034914039482499E-6</c:v>
                </c:pt>
                <c:pt idx="434">
                  <c:v>5.7010666629359002E-6</c:v>
                </c:pt>
                <c:pt idx="435">
                  <c:v>5.6986200534438797E-6</c:v>
                </c:pt>
                <c:pt idx="436">
                  <c:v>5.6961825585039798E-6</c:v>
                </c:pt>
                <c:pt idx="437">
                  <c:v>5.6937232264627303E-6</c:v>
                </c:pt>
                <c:pt idx="438">
                  <c:v>5.6912474808005496E-6</c:v>
                </c:pt>
                <c:pt idx="439">
                  <c:v>5.6888864333917596E-6</c:v>
                </c:pt>
                <c:pt idx="440">
                  <c:v>5.6864968093264298E-6</c:v>
                </c:pt>
                <c:pt idx="441">
                  <c:v>5.6842250370917801E-6</c:v>
                </c:pt>
                <c:pt idx="442">
                  <c:v>5.6818670941910602E-6</c:v>
                </c:pt>
                <c:pt idx="443">
                  <c:v>5.6795817569193502E-6</c:v>
                </c:pt>
                <c:pt idx="444">
                  <c:v>5.6772845858782302E-6</c:v>
                </c:pt>
                <c:pt idx="445">
                  <c:v>5.6749706123294302E-6</c:v>
                </c:pt>
                <c:pt idx="446">
                  <c:v>5.6727242709042797E-6</c:v>
                </c:pt>
                <c:pt idx="447">
                  <c:v>5.67052184740939E-6</c:v>
                </c:pt>
                <c:pt idx="448">
                  <c:v>5.6682586222039897E-6</c:v>
                </c:pt>
                <c:pt idx="449">
                  <c:v>5.66618096920234E-6</c:v>
                </c:pt>
                <c:pt idx="450">
                  <c:v>5.6639633112855703E-6</c:v>
                </c:pt>
                <c:pt idx="451">
                  <c:v>5.6619105365463202E-6</c:v>
                </c:pt>
                <c:pt idx="452">
                  <c:v>5.6597268697188296E-6</c:v>
                </c:pt>
                <c:pt idx="453">
                  <c:v>5.65761983469823E-6</c:v>
                </c:pt>
                <c:pt idx="454">
                  <c:v>5.6554480833108401E-6</c:v>
                </c:pt>
                <c:pt idx="455">
                  <c:v>5.65330179543494E-6</c:v>
                </c:pt>
                <c:pt idx="456">
                  <c:v>5.6512274039765898E-6</c:v>
                </c:pt>
                <c:pt idx="457">
                  <c:v>5.6491627023518902E-6</c:v>
                </c:pt>
                <c:pt idx="458">
                  <c:v>5.6471946674928302E-6</c:v>
                </c:pt>
                <c:pt idx="459">
                  <c:v>5.6452003980351397E-6</c:v>
                </c:pt>
                <c:pt idx="460">
                  <c:v>5.6432419973434704E-6</c:v>
                </c:pt>
                <c:pt idx="461">
                  <c:v>5.6412592689498803E-6</c:v>
                </c:pt>
                <c:pt idx="462">
                  <c:v>5.6393381460445502E-6</c:v>
                </c:pt>
                <c:pt idx="463">
                  <c:v>5.6373863829575101E-6</c:v>
                </c:pt>
                <c:pt idx="464">
                  <c:v>5.6355346910518404E-6</c:v>
                </c:pt>
                <c:pt idx="465">
                  <c:v>5.6336564204504198E-6</c:v>
                </c:pt>
                <c:pt idx="466">
                  <c:v>5.6318420718324401E-6</c:v>
                </c:pt>
                <c:pt idx="467">
                  <c:v>5.6299814600182201E-6</c:v>
                </c:pt>
                <c:pt idx="468">
                  <c:v>5.6282279383642497E-6</c:v>
                </c:pt>
                <c:pt idx="469">
                  <c:v>5.62646243266067E-6</c:v>
                </c:pt>
                <c:pt idx="470">
                  <c:v>5.6247926708005798E-6</c:v>
                </c:pt>
                <c:pt idx="471">
                  <c:v>5.6231394016325198E-6</c:v>
                </c:pt>
                <c:pt idx="472">
                  <c:v>5.6215037121940199E-6</c:v>
                </c:pt>
                <c:pt idx="473">
                  <c:v>5.6197767581244898E-6</c:v>
                </c:pt>
                <c:pt idx="474">
                  <c:v>5.6180725789506199E-6</c:v>
                </c:pt>
                <c:pt idx="475">
                  <c:v>5.6163097562643303E-6</c:v>
                </c:pt>
                <c:pt idx="476">
                  <c:v>5.6146410011193897E-6</c:v>
                </c:pt>
                <c:pt idx="477">
                  <c:v>5.6129417275761496E-6</c:v>
                </c:pt>
                <c:pt idx="478">
                  <c:v>5.6113914353561999E-6</c:v>
                </c:pt>
                <c:pt idx="479">
                  <c:v>5.6097184735255198E-6</c:v>
                </c:pt>
                <c:pt idx="480">
                  <c:v>5.6081953123617499E-6</c:v>
                </c:pt>
                <c:pt idx="481">
                  <c:v>5.6065687728761298E-6</c:v>
                </c:pt>
                <c:pt idx="482">
                  <c:v>5.6050687083969598E-6</c:v>
                </c:pt>
                <c:pt idx="483">
                  <c:v>5.6035119794757997E-6</c:v>
                </c:pt>
                <c:pt idx="484">
                  <c:v>5.6020197280947299E-6</c:v>
                </c:pt>
                <c:pt idx="485">
                  <c:v>5.6005051636208203E-6</c:v>
                </c:pt>
                <c:pt idx="486">
                  <c:v>5.5990418813870202E-6</c:v>
                </c:pt>
                <c:pt idx="487">
                  <c:v>5.5975662736895301E-6</c:v>
                </c:pt>
                <c:pt idx="488">
                  <c:v>5.5961437214959998E-6</c:v>
                </c:pt>
                <c:pt idx="489">
                  <c:v>5.5947263818939398E-6</c:v>
                </c:pt>
                <c:pt idx="490">
                  <c:v>5.5933168902698202E-6</c:v>
                </c:pt>
                <c:pt idx="491">
                  <c:v>5.5919483810890196E-6</c:v>
                </c:pt>
                <c:pt idx="492">
                  <c:v>5.5905654119021099E-6</c:v>
                </c:pt>
                <c:pt idx="493">
                  <c:v>5.5892391515370901E-6</c:v>
                </c:pt>
                <c:pt idx="494">
                  <c:v>5.5878970305542602E-6</c:v>
                </c:pt>
                <c:pt idx="495">
                  <c:v>5.5866034423081002E-6</c:v>
                </c:pt>
                <c:pt idx="496">
                  <c:v>5.5852811522013803E-6</c:v>
                </c:pt>
                <c:pt idx="497">
                  <c:v>5.58399389705325E-6</c:v>
                </c:pt>
                <c:pt idx="498">
                  <c:v>5.5827420545222299E-6</c:v>
                </c:pt>
                <c:pt idx="499">
                  <c:v>5.5815226613039601E-6</c:v>
                </c:pt>
                <c:pt idx="500">
                  <c:v>5.5803778193734103E-6</c:v>
                </c:pt>
                <c:pt idx="501">
                  <c:v>5.5792197066700903E-6</c:v>
                </c:pt>
                <c:pt idx="502">
                  <c:v>5.5780621788498796E-6</c:v>
                </c:pt>
                <c:pt idx="503">
                  <c:v>5.5768795083514997E-6</c:v>
                </c:pt>
                <c:pt idx="504">
                  <c:v>5.5757399287268202E-6</c:v>
                </c:pt>
                <c:pt idx="505">
                  <c:v>5.5745686180692596E-6</c:v>
                </c:pt>
                <c:pt idx="506">
                  <c:v>5.57351071206899E-6</c:v>
                </c:pt>
                <c:pt idx="507">
                  <c:v>5.5723767337630297E-6</c:v>
                </c:pt>
                <c:pt idx="508">
                  <c:v>5.5713466416209603E-6</c:v>
                </c:pt>
                <c:pt idx="509">
                  <c:v>5.5702476189281196E-6</c:v>
                </c:pt>
                <c:pt idx="510">
                  <c:v>5.5692217219213697E-6</c:v>
                </c:pt>
                <c:pt idx="511">
                  <c:v>5.5681900373665701E-6</c:v>
                </c:pt>
                <c:pt idx="512">
                  <c:v>5.5671642211495E-6</c:v>
                </c:pt>
                <c:pt idx="513">
                  <c:v>5.5661681123121203E-6</c:v>
                </c:pt>
                <c:pt idx="514">
                  <c:v>5.5651985230108602E-6</c:v>
                </c:pt>
                <c:pt idx="515">
                  <c:v>5.5642308421287303E-6</c:v>
                </c:pt>
                <c:pt idx="516">
                  <c:v>5.5632966246152502E-6</c:v>
                </c:pt>
                <c:pt idx="517">
                  <c:v>5.5623873082217198E-6</c:v>
                </c:pt>
                <c:pt idx="518">
                  <c:v>5.5614849975511903E-6</c:v>
                </c:pt>
                <c:pt idx="519">
                  <c:v>5.5606243068228303E-6</c:v>
                </c:pt>
                <c:pt idx="520">
                  <c:v>5.5597790398738801E-6</c:v>
                </c:pt>
                <c:pt idx="521">
                  <c:v>5.5589509330324103E-6</c:v>
                </c:pt>
                <c:pt idx="522">
                  <c:v>5.5581500950777004E-6</c:v>
                </c:pt>
                <c:pt idx="523">
                  <c:v>5.5573474939179401E-6</c:v>
                </c:pt>
                <c:pt idx="524">
                  <c:v>5.5565925015096098E-6</c:v>
                </c:pt>
                <c:pt idx="525">
                  <c:v>5.5558191279243203E-6</c:v>
                </c:pt>
                <c:pt idx="526">
                  <c:v>5.5551085507231902E-6</c:v>
                </c:pt>
                <c:pt idx="527">
                  <c:v>5.5543617427968497E-6</c:v>
                </c:pt>
                <c:pt idx="528">
                  <c:v>5.5537000132516804E-6</c:v>
                </c:pt>
                <c:pt idx="529">
                  <c:v>5.5530161669459304E-6</c:v>
                </c:pt>
                <c:pt idx="530">
                  <c:v>5.5523571879540304E-6</c:v>
                </c:pt>
                <c:pt idx="531">
                  <c:v>5.5517087135351803E-6</c:v>
                </c:pt>
                <c:pt idx="532">
                  <c:v>5.5510536659541996E-6</c:v>
                </c:pt>
                <c:pt idx="533">
                  <c:v>5.55044122942622E-6</c:v>
                </c:pt>
                <c:pt idx="534">
                  <c:v>5.5498296175054398E-6</c:v>
                </c:pt>
                <c:pt idx="535">
                  <c:v>5.5492631783850498E-6</c:v>
                </c:pt>
                <c:pt idx="536">
                  <c:v>5.5487051052338803E-6</c:v>
                </c:pt>
                <c:pt idx="537">
                  <c:v>5.5481549611643897E-6</c:v>
                </c:pt>
                <c:pt idx="538">
                  <c:v>5.5476424905570298E-6</c:v>
                </c:pt>
                <c:pt idx="539">
                  <c:v>5.5473800605205802E-6</c:v>
                </c:pt>
              </c:numCache>
            </c:numRef>
          </c:xVal>
          <c:yVal>
            <c:numRef>
              <c:f>'Post Processing - SS CaCl2'!$AL$64:$AL$603</c:f>
              <c:numCache>
                <c:formatCode>General</c:formatCode>
                <c:ptCount val="540"/>
                <c:pt idx="0">
                  <c:v>0.51832149017104001</c:v>
                </c:pt>
                <c:pt idx="1">
                  <c:v>0.52323657459264494</c:v>
                </c:pt>
                <c:pt idx="2">
                  <c:v>0.52490107605457681</c:v>
                </c:pt>
                <c:pt idx="3">
                  <c:v>0.52762372426761805</c:v>
                </c:pt>
                <c:pt idx="4">
                  <c:v>0.52330978784155047</c:v>
                </c:pt>
                <c:pt idx="5">
                  <c:v>0.51716839520565994</c:v>
                </c:pt>
                <c:pt idx="6">
                  <c:v>0.51611284873238694</c:v>
                </c:pt>
                <c:pt idx="7">
                  <c:v>0.51764370069014631</c:v>
                </c:pt>
                <c:pt idx="8">
                  <c:v>0.51832089975544593</c:v>
                </c:pt>
                <c:pt idx="9">
                  <c:v>0.52124505968357782</c:v>
                </c:pt>
                <c:pt idx="10">
                  <c:v>0.52093348652005822</c:v>
                </c:pt>
                <c:pt idx="11">
                  <c:v>0.52432184120529646</c:v>
                </c:pt>
                <c:pt idx="12">
                  <c:v>0.51449230764489107</c:v>
                </c:pt>
                <c:pt idx="13">
                  <c:v>0.51422663045893757</c:v>
                </c:pt>
                <c:pt idx="14">
                  <c:v>0.52190976372976394</c:v>
                </c:pt>
                <c:pt idx="15">
                  <c:v>0.5270376660082704</c:v>
                </c:pt>
                <c:pt idx="16">
                  <c:v>0.52969039986705113</c:v>
                </c:pt>
                <c:pt idx="17">
                  <c:v>0.52738862301772904</c:v>
                </c:pt>
                <c:pt idx="18">
                  <c:v>0.53344080946512995</c:v>
                </c:pt>
                <c:pt idx="19">
                  <c:v>0.5350174281964053</c:v>
                </c:pt>
                <c:pt idx="20">
                  <c:v>0.5352813261702507</c:v>
                </c:pt>
                <c:pt idx="21">
                  <c:v>0.54034125391608601</c:v>
                </c:pt>
                <c:pt idx="22">
                  <c:v>0.54039859531361134</c:v>
                </c:pt>
                <c:pt idx="23">
                  <c:v>0.54234096521944231</c:v>
                </c:pt>
                <c:pt idx="24">
                  <c:v>0.53337739449232557</c:v>
                </c:pt>
                <c:pt idx="25">
                  <c:v>0.53424449545053654</c:v>
                </c:pt>
                <c:pt idx="26">
                  <c:v>0.52797226838281608</c:v>
                </c:pt>
                <c:pt idx="27">
                  <c:v>0.53137014300182495</c:v>
                </c:pt>
                <c:pt idx="28">
                  <c:v>0.53577317462571272</c:v>
                </c:pt>
                <c:pt idx="29">
                  <c:v>0.53863268352070437</c:v>
                </c:pt>
                <c:pt idx="30">
                  <c:v>0.52955577525925845</c:v>
                </c:pt>
                <c:pt idx="31">
                  <c:v>0.53098906381012034</c:v>
                </c:pt>
                <c:pt idx="32">
                  <c:v>0.53353158894316388</c:v>
                </c:pt>
                <c:pt idx="33">
                  <c:v>0.53438192367161297</c:v>
                </c:pt>
                <c:pt idx="34">
                  <c:v>0.52770636352754818</c:v>
                </c:pt>
                <c:pt idx="35">
                  <c:v>0.52779626301210325</c:v>
                </c:pt>
                <c:pt idx="36">
                  <c:v>0.53335505356791058</c:v>
                </c:pt>
                <c:pt idx="37">
                  <c:v>0.53277990464959912</c:v>
                </c:pt>
                <c:pt idx="38">
                  <c:v>0.53930461617331238</c:v>
                </c:pt>
                <c:pt idx="39">
                  <c:v>0.53725386061587599</c:v>
                </c:pt>
                <c:pt idx="40">
                  <c:v>0.5367243050301278</c:v>
                </c:pt>
                <c:pt idx="41">
                  <c:v>0.53694849851547777</c:v>
                </c:pt>
                <c:pt idx="42">
                  <c:v>0.53780023553298451</c:v>
                </c:pt>
                <c:pt idx="43">
                  <c:v>0.53861760423191218</c:v>
                </c:pt>
                <c:pt idx="44">
                  <c:v>0.5331197988637405</c:v>
                </c:pt>
                <c:pt idx="45">
                  <c:v>0.53338794629730679</c:v>
                </c:pt>
                <c:pt idx="46">
                  <c:v>0.53833375963187913</c:v>
                </c:pt>
                <c:pt idx="47">
                  <c:v>0.54348869695705038</c:v>
                </c:pt>
                <c:pt idx="48">
                  <c:v>0.5436179125068431</c:v>
                </c:pt>
                <c:pt idx="49">
                  <c:v>0.5342613633542731</c:v>
                </c:pt>
                <c:pt idx="50">
                  <c:v>0.54106233807377868</c:v>
                </c:pt>
                <c:pt idx="51">
                  <c:v>0.54491630686395132</c:v>
                </c:pt>
                <c:pt idx="52">
                  <c:v>0.54423510813995324</c:v>
                </c:pt>
                <c:pt idx="53">
                  <c:v>0.54697423271489565</c:v>
                </c:pt>
                <c:pt idx="54">
                  <c:v>0.55694585720305967</c:v>
                </c:pt>
                <c:pt idx="55">
                  <c:v>0.55558310998737248</c:v>
                </c:pt>
                <c:pt idx="56">
                  <c:v>0.55262074261947836</c:v>
                </c:pt>
                <c:pt idx="57">
                  <c:v>0.55631531502699727</c:v>
                </c:pt>
                <c:pt idx="58">
                  <c:v>0.55063172642399039</c:v>
                </c:pt>
                <c:pt idx="59">
                  <c:v>0.54840781904522218</c:v>
                </c:pt>
                <c:pt idx="60">
                  <c:v>0.55334562112292651</c:v>
                </c:pt>
                <c:pt idx="61">
                  <c:v>0.5551026404072138</c:v>
                </c:pt>
                <c:pt idx="62">
                  <c:v>0.55421179418203248</c:v>
                </c:pt>
                <c:pt idx="63">
                  <c:v>0.55013263737051421</c:v>
                </c:pt>
                <c:pt idx="64">
                  <c:v>0.55032155170061503</c:v>
                </c:pt>
                <c:pt idx="65">
                  <c:v>0.54700788759114327</c:v>
                </c:pt>
                <c:pt idx="66">
                  <c:v>0.545076022676524</c:v>
                </c:pt>
                <c:pt idx="67">
                  <c:v>0.54943984220639497</c:v>
                </c:pt>
                <c:pt idx="68">
                  <c:v>0.54673761373668739</c:v>
                </c:pt>
                <c:pt idx="69">
                  <c:v>0.54952288370768287</c:v>
                </c:pt>
                <c:pt idx="70">
                  <c:v>0.54023395417956699</c:v>
                </c:pt>
                <c:pt idx="71">
                  <c:v>0.5458530495816134</c:v>
                </c:pt>
                <c:pt idx="72">
                  <c:v>0.55081977823649275</c:v>
                </c:pt>
                <c:pt idx="73">
                  <c:v>0.55157957396572332</c:v>
                </c:pt>
                <c:pt idx="74">
                  <c:v>0.55114866764221015</c:v>
                </c:pt>
                <c:pt idx="75">
                  <c:v>0.55308846010486612</c:v>
                </c:pt>
                <c:pt idx="76">
                  <c:v>0.55509490845831311</c:v>
                </c:pt>
                <c:pt idx="77">
                  <c:v>0.55233654908437713</c:v>
                </c:pt>
                <c:pt idx="78">
                  <c:v>0.55412937474768298</c:v>
                </c:pt>
                <c:pt idx="79">
                  <c:v>0.55435840324170582</c:v>
                </c:pt>
                <c:pt idx="80">
                  <c:v>0.55289425739150744</c:v>
                </c:pt>
                <c:pt idx="81">
                  <c:v>0.55523770345004397</c:v>
                </c:pt>
                <c:pt idx="82">
                  <c:v>0.55425931305554665</c:v>
                </c:pt>
                <c:pt idx="83">
                  <c:v>0.55022011863674525</c:v>
                </c:pt>
                <c:pt idx="84">
                  <c:v>0.54838951311066542</c:v>
                </c:pt>
                <c:pt idx="85">
                  <c:v>0.5585757768098486</c:v>
                </c:pt>
                <c:pt idx="86">
                  <c:v>0.56296590588149953</c:v>
                </c:pt>
                <c:pt idx="87">
                  <c:v>0.55960107764589728</c:v>
                </c:pt>
                <c:pt idx="88">
                  <c:v>0.55754868596664353</c:v>
                </c:pt>
                <c:pt idx="89">
                  <c:v>0.55925584319552901</c:v>
                </c:pt>
                <c:pt idx="90">
                  <c:v>0.56158778980708413</c:v>
                </c:pt>
                <c:pt idx="91">
                  <c:v>0.56027788204129025</c:v>
                </c:pt>
                <c:pt idx="92">
                  <c:v>0.56063855907363147</c:v>
                </c:pt>
                <c:pt idx="93">
                  <c:v>0.56649275303256519</c:v>
                </c:pt>
                <c:pt idx="94">
                  <c:v>0.56149459891319042</c:v>
                </c:pt>
                <c:pt idx="95">
                  <c:v>0.55709353495510361</c:v>
                </c:pt>
                <c:pt idx="96">
                  <c:v>0.5568670476961356</c:v>
                </c:pt>
                <c:pt idx="97">
                  <c:v>0.55384636516752694</c:v>
                </c:pt>
                <c:pt idx="98">
                  <c:v>0.553468026305169</c:v>
                </c:pt>
                <c:pt idx="99">
                  <c:v>0.55363543465323439</c:v>
                </c:pt>
                <c:pt idx="100">
                  <c:v>0.56082607529421646</c:v>
                </c:pt>
                <c:pt idx="101">
                  <c:v>0.56155088612978599</c:v>
                </c:pt>
                <c:pt idx="102">
                  <c:v>0.55439878402122567</c:v>
                </c:pt>
                <c:pt idx="103">
                  <c:v>0.56137760343793952</c:v>
                </c:pt>
                <c:pt idx="104">
                  <c:v>0.56813901124992361</c:v>
                </c:pt>
                <c:pt idx="105">
                  <c:v>0.56853546399299137</c:v>
                </c:pt>
                <c:pt idx="106">
                  <c:v>0.56265757881727896</c:v>
                </c:pt>
                <c:pt idx="107">
                  <c:v>0.5693362174806702</c:v>
                </c:pt>
                <c:pt idx="108">
                  <c:v>0.57166425389591946</c:v>
                </c:pt>
                <c:pt idx="109">
                  <c:v>0.57106692193132669</c:v>
                </c:pt>
                <c:pt idx="110">
                  <c:v>0.57009879353389703</c:v>
                </c:pt>
                <c:pt idx="111">
                  <c:v>0.57428035436364744</c:v>
                </c:pt>
                <c:pt idx="112">
                  <c:v>0.57306662635511507</c:v>
                </c:pt>
                <c:pt idx="113">
                  <c:v>0.57389549857137756</c:v>
                </c:pt>
                <c:pt idx="114">
                  <c:v>0.57470535502945652</c:v>
                </c:pt>
                <c:pt idx="115">
                  <c:v>0.57588360523053561</c:v>
                </c:pt>
                <c:pt idx="116">
                  <c:v>0.57463439198642319</c:v>
                </c:pt>
                <c:pt idx="117">
                  <c:v>0.57683442606858315</c:v>
                </c:pt>
                <c:pt idx="118">
                  <c:v>0.57658250073049622</c:v>
                </c:pt>
                <c:pt idx="119">
                  <c:v>0.57534796542654842</c:v>
                </c:pt>
                <c:pt idx="120">
                  <c:v>0.57129787895242778</c:v>
                </c:pt>
                <c:pt idx="121">
                  <c:v>0.57565052785568449</c:v>
                </c:pt>
                <c:pt idx="122">
                  <c:v>0.58014247568198818</c:v>
                </c:pt>
                <c:pt idx="123">
                  <c:v>0.57567850922490471</c:v>
                </c:pt>
                <c:pt idx="124">
                  <c:v>0.57291153938589634</c:v>
                </c:pt>
                <c:pt idx="125">
                  <c:v>0.57643768172476706</c:v>
                </c:pt>
                <c:pt idx="126">
                  <c:v>0.57928992581051941</c:v>
                </c:pt>
                <c:pt idx="127">
                  <c:v>0.57400017979418871</c:v>
                </c:pt>
                <c:pt idx="128">
                  <c:v>0.57603309578786466</c:v>
                </c:pt>
                <c:pt idx="129">
                  <c:v>0.57900562880506501</c:v>
                </c:pt>
                <c:pt idx="130">
                  <c:v>0.58036144574756932</c:v>
                </c:pt>
                <c:pt idx="131">
                  <c:v>0.5793710647010808</c:v>
                </c:pt>
                <c:pt idx="132">
                  <c:v>0.56985172280527063</c:v>
                </c:pt>
                <c:pt idx="133">
                  <c:v>0.57272220691707287</c:v>
                </c:pt>
                <c:pt idx="134">
                  <c:v>0.58129691953069662</c:v>
                </c:pt>
                <c:pt idx="135">
                  <c:v>0.5811666912573199</c:v>
                </c:pt>
                <c:pt idx="136">
                  <c:v>0.58327867649626053</c:v>
                </c:pt>
                <c:pt idx="137">
                  <c:v>0.57340165994514436</c:v>
                </c:pt>
                <c:pt idx="138">
                  <c:v>0.58514680933591567</c:v>
                </c:pt>
                <c:pt idx="139">
                  <c:v>0.58307049144874401</c:v>
                </c:pt>
                <c:pt idx="140">
                  <c:v>0.58606905216624161</c:v>
                </c:pt>
                <c:pt idx="141">
                  <c:v>0.58673076788114775</c:v>
                </c:pt>
                <c:pt idx="142">
                  <c:v>0.59684587297484482</c:v>
                </c:pt>
                <c:pt idx="143">
                  <c:v>0.59595137687002953</c:v>
                </c:pt>
                <c:pt idx="144">
                  <c:v>0.5884723331681212</c:v>
                </c:pt>
                <c:pt idx="145">
                  <c:v>0.58845066758510134</c:v>
                </c:pt>
                <c:pt idx="146">
                  <c:v>0.59058689339325976</c:v>
                </c:pt>
                <c:pt idx="147">
                  <c:v>0.58488292468471004</c:v>
                </c:pt>
                <c:pt idx="148">
                  <c:v>0.58451719078994868</c:v>
                </c:pt>
                <c:pt idx="149">
                  <c:v>0.5904990205942201</c:v>
                </c:pt>
                <c:pt idx="150">
                  <c:v>0.59052972026481099</c:v>
                </c:pt>
                <c:pt idx="151">
                  <c:v>0.59203683425651688</c:v>
                </c:pt>
                <c:pt idx="152">
                  <c:v>0.5903868881853922</c:v>
                </c:pt>
                <c:pt idx="153">
                  <c:v>0.59438365364538293</c:v>
                </c:pt>
                <c:pt idx="154">
                  <c:v>0.59095433915066542</c:v>
                </c:pt>
                <c:pt idx="155">
                  <c:v>0.59126358807582813</c:v>
                </c:pt>
                <c:pt idx="156">
                  <c:v>0.58881995504936091</c:v>
                </c:pt>
                <c:pt idx="157">
                  <c:v>0.59217449381208942</c:v>
                </c:pt>
                <c:pt idx="158">
                  <c:v>0.59656877727395619</c:v>
                </c:pt>
                <c:pt idx="159">
                  <c:v>0.59213301490504877</c:v>
                </c:pt>
                <c:pt idx="160">
                  <c:v>0.59091650941318719</c:v>
                </c:pt>
                <c:pt idx="161">
                  <c:v>0.59565041362284399</c:v>
                </c:pt>
                <c:pt idx="162">
                  <c:v>0.59745773126366619</c:v>
                </c:pt>
                <c:pt idx="163">
                  <c:v>0.59306958420297695</c:v>
                </c:pt>
                <c:pt idx="164">
                  <c:v>0.59229827940110602</c:v>
                </c:pt>
                <c:pt idx="165">
                  <c:v>0.59541326194236732</c:v>
                </c:pt>
                <c:pt idx="166">
                  <c:v>0.59667230543274952</c:v>
                </c:pt>
                <c:pt idx="167">
                  <c:v>0.59255687966957293</c:v>
                </c:pt>
                <c:pt idx="168">
                  <c:v>0.59448152519108377</c:v>
                </c:pt>
                <c:pt idx="169">
                  <c:v>0.59471202469769313</c:v>
                </c:pt>
                <c:pt idx="170">
                  <c:v>0.59642926183573053</c:v>
                </c:pt>
                <c:pt idx="171">
                  <c:v>0.59682063244299177</c:v>
                </c:pt>
                <c:pt idx="172">
                  <c:v>0.59754003825251278</c:v>
                </c:pt>
                <c:pt idx="173">
                  <c:v>0.59778177792245502</c:v>
                </c:pt>
                <c:pt idx="174">
                  <c:v>0.59824960651814152</c:v>
                </c:pt>
                <c:pt idx="175">
                  <c:v>0.59834628943268253</c:v>
                </c:pt>
                <c:pt idx="176">
                  <c:v>0.60109385282349792</c:v>
                </c:pt>
                <c:pt idx="177">
                  <c:v>0.59981643819952812</c:v>
                </c:pt>
                <c:pt idx="178">
                  <c:v>0.5986276327182648</c:v>
                </c:pt>
                <c:pt idx="179">
                  <c:v>0.59922012335090558</c:v>
                </c:pt>
                <c:pt idx="180">
                  <c:v>0.59860456428053155</c:v>
                </c:pt>
                <c:pt idx="181">
                  <c:v>0.59975609574645072</c:v>
                </c:pt>
                <c:pt idx="182">
                  <c:v>0.59878844300086698</c:v>
                </c:pt>
                <c:pt idx="183">
                  <c:v>0.60100234570350974</c:v>
                </c:pt>
                <c:pt idx="184">
                  <c:v>0.5959463829489795</c:v>
                </c:pt>
                <c:pt idx="185">
                  <c:v>0.59892835187677718</c:v>
                </c:pt>
                <c:pt idx="186">
                  <c:v>0.59701865349733219</c:v>
                </c:pt>
                <c:pt idx="187">
                  <c:v>0.59953639187124552</c:v>
                </c:pt>
                <c:pt idx="188">
                  <c:v>0.59596595623946846</c:v>
                </c:pt>
                <c:pt idx="189">
                  <c:v>0.59534600261570292</c:v>
                </c:pt>
                <c:pt idx="190">
                  <c:v>0.59726822330687768</c:v>
                </c:pt>
                <c:pt idx="191">
                  <c:v>0.59737810878935016</c:v>
                </c:pt>
                <c:pt idx="192">
                  <c:v>0.59823315259114218</c:v>
                </c:pt>
                <c:pt idx="193">
                  <c:v>0.59768883896345881</c:v>
                </c:pt>
                <c:pt idx="194">
                  <c:v>0.59942100626714268</c:v>
                </c:pt>
                <c:pt idx="195">
                  <c:v>0.5993782490408186</c:v>
                </c:pt>
                <c:pt idx="196">
                  <c:v>0.60053724463081393</c:v>
                </c:pt>
                <c:pt idx="197">
                  <c:v>0.59958242524027883</c:v>
                </c:pt>
                <c:pt idx="198">
                  <c:v>0.59965905915955398</c:v>
                </c:pt>
                <c:pt idx="199">
                  <c:v>0.59984886278642457</c:v>
                </c:pt>
                <c:pt idx="200">
                  <c:v>0.6032364761912945</c:v>
                </c:pt>
                <c:pt idx="201">
                  <c:v>0.59744038991997406</c:v>
                </c:pt>
                <c:pt idx="202">
                  <c:v>0.5974863701255918</c:v>
                </c:pt>
                <c:pt idx="203">
                  <c:v>0.60028765301617815</c:v>
                </c:pt>
                <c:pt idx="204">
                  <c:v>0.60122066952328368</c:v>
                </c:pt>
                <c:pt idx="205">
                  <c:v>0.60256076026894423</c:v>
                </c:pt>
                <c:pt idx="206">
                  <c:v>0.59129805633610522</c:v>
                </c:pt>
                <c:pt idx="207">
                  <c:v>0.60034688724544505</c:v>
                </c:pt>
                <c:pt idx="208">
                  <c:v>0.60319809121352153</c:v>
                </c:pt>
                <c:pt idx="209">
                  <c:v>0.60704272134679271</c:v>
                </c:pt>
                <c:pt idx="210">
                  <c:v>0.60682849042475573</c:v>
                </c:pt>
                <c:pt idx="211">
                  <c:v>0.60107877891486594</c:v>
                </c:pt>
                <c:pt idx="212">
                  <c:v>0.60942443435215932</c:v>
                </c:pt>
                <c:pt idx="213">
                  <c:v>0.60595609747814161</c:v>
                </c:pt>
                <c:pt idx="214">
                  <c:v>0.60995299233208922</c:v>
                </c:pt>
                <c:pt idx="215">
                  <c:v>0.60888750941309078</c:v>
                </c:pt>
                <c:pt idx="216">
                  <c:v>0.60932496290095128</c:v>
                </c:pt>
                <c:pt idx="217">
                  <c:v>0.60847407975081924</c:v>
                </c:pt>
                <c:pt idx="218">
                  <c:v>0.6051296574592725</c:v>
                </c:pt>
                <c:pt idx="219">
                  <c:v>0.60324743851075713</c:v>
                </c:pt>
                <c:pt idx="220">
                  <c:v>0.60581954411963879</c:v>
                </c:pt>
                <c:pt idx="221">
                  <c:v>0.60736366731980529</c:v>
                </c:pt>
                <c:pt idx="222">
                  <c:v>0.60387387275465254</c:v>
                </c:pt>
                <c:pt idx="223">
                  <c:v>0.6036663708454193</c:v>
                </c:pt>
                <c:pt idx="224">
                  <c:v>0.60442002791383898</c:v>
                </c:pt>
                <c:pt idx="225">
                  <c:v>0.59881853522698336</c:v>
                </c:pt>
                <c:pt idx="226">
                  <c:v>0.59852907889044837</c:v>
                </c:pt>
                <c:pt idx="227">
                  <c:v>0.59461192305835564</c:v>
                </c:pt>
                <c:pt idx="228">
                  <c:v>0.59543793243019738</c:v>
                </c:pt>
                <c:pt idx="229">
                  <c:v>0.6051930667379084</c:v>
                </c:pt>
                <c:pt idx="230">
                  <c:v>0.59375450525796258</c:v>
                </c:pt>
                <c:pt idx="231">
                  <c:v>0.60393546337419746</c:v>
                </c:pt>
                <c:pt idx="232">
                  <c:v>0.59278611911009793</c:v>
                </c:pt>
                <c:pt idx="233">
                  <c:v>0.6047026146348472</c:v>
                </c:pt>
                <c:pt idx="234">
                  <c:v>0.60547994817608253</c:v>
                </c:pt>
                <c:pt idx="235">
                  <c:v>0.6141836967046741</c:v>
                </c:pt>
                <c:pt idx="236">
                  <c:v>0.6082910686783809</c:v>
                </c:pt>
                <c:pt idx="237">
                  <c:v>0.61756293154992492</c:v>
                </c:pt>
                <c:pt idx="238">
                  <c:v>0.61865903936425992</c:v>
                </c:pt>
                <c:pt idx="239">
                  <c:v>0.60994222477712257</c:v>
                </c:pt>
                <c:pt idx="240">
                  <c:v>0.60371049471917426</c:v>
                </c:pt>
                <c:pt idx="241">
                  <c:v>0.60481008251875568</c:v>
                </c:pt>
                <c:pt idx="242">
                  <c:v>0.61381106153865739</c:v>
                </c:pt>
                <c:pt idx="243">
                  <c:v>0.61306717216689277</c:v>
                </c:pt>
                <c:pt idx="244">
                  <c:v>0.61365069226448543</c:v>
                </c:pt>
                <c:pt idx="245">
                  <c:v>0.60454320082700141</c:v>
                </c:pt>
                <c:pt idx="246">
                  <c:v>0.61286315871891428</c:v>
                </c:pt>
                <c:pt idx="247">
                  <c:v>0.61475475288683368</c:v>
                </c:pt>
                <c:pt idx="248">
                  <c:v>0.61694211058744874</c:v>
                </c:pt>
                <c:pt idx="249">
                  <c:v>0.61743367488351331</c:v>
                </c:pt>
                <c:pt idx="250">
                  <c:v>0.62183345129738343</c:v>
                </c:pt>
                <c:pt idx="251">
                  <c:v>0.6212248451830984</c:v>
                </c:pt>
                <c:pt idx="252">
                  <c:v>0.6096537111160184</c:v>
                </c:pt>
                <c:pt idx="253">
                  <c:v>0.61054236060936762</c:v>
                </c:pt>
                <c:pt idx="254">
                  <c:v>0.61091111754591731</c:v>
                </c:pt>
                <c:pt idx="255">
                  <c:v>0.61375097216012042</c:v>
                </c:pt>
                <c:pt idx="256">
                  <c:v>0.60960446399174462</c:v>
                </c:pt>
                <c:pt idx="257">
                  <c:v>0.61178307916856178</c:v>
                </c:pt>
                <c:pt idx="258">
                  <c:v>0.61214979806864911</c:v>
                </c:pt>
                <c:pt idx="259">
                  <c:v>0.61228699719025526</c:v>
                </c:pt>
                <c:pt idx="260">
                  <c:v>0.60774853990469579</c:v>
                </c:pt>
                <c:pt idx="261">
                  <c:v>0.61070828824143131</c:v>
                </c:pt>
                <c:pt idx="262">
                  <c:v>0.61613205346826239</c:v>
                </c:pt>
                <c:pt idx="263">
                  <c:v>0.61425736912404805</c:v>
                </c:pt>
                <c:pt idx="264">
                  <c:v>0.61201219683906083</c:v>
                </c:pt>
                <c:pt idx="265">
                  <c:v>0.61021188054560827</c:v>
                </c:pt>
                <c:pt idx="266">
                  <c:v>0.61236212493120756</c:v>
                </c:pt>
                <c:pt idx="267">
                  <c:v>0.60911142183919065</c:v>
                </c:pt>
                <c:pt idx="268">
                  <c:v>0.60505310439330984</c:v>
                </c:pt>
                <c:pt idx="269">
                  <c:v>0.60859395978326425</c:v>
                </c:pt>
                <c:pt idx="270">
                  <c:v>0.61080557898031707</c:v>
                </c:pt>
                <c:pt idx="271">
                  <c:v>0.61110278219501812</c:v>
                </c:pt>
                <c:pt idx="272">
                  <c:v>0.60543155385468272</c:v>
                </c:pt>
                <c:pt idx="273">
                  <c:v>0.60856765005026447</c:v>
                </c:pt>
                <c:pt idx="274">
                  <c:v>0.60623166360030412</c:v>
                </c:pt>
                <c:pt idx="275">
                  <c:v>0.60995302301707288</c:v>
                </c:pt>
                <c:pt idx="276">
                  <c:v>0.60043234808514889</c:v>
                </c:pt>
                <c:pt idx="277">
                  <c:v>0.59712249042735499</c:v>
                </c:pt>
                <c:pt idx="278">
                  <c:v>0.61507597071134867</c:v>
                </c:pt>
                <c:pt idx="279">
                  <c:v>0.61310210074591653</c:v>
                </c:pt>
                <c:pt idx="280">
                  <c:v>0.61263222459130096</c:v>
                </c:pt>
                <c:pt idx="281">
                  <c:v>0.59412134336163436</c:v>
                </c:pt>
                <c:pt idx="282">
                  <c:v>0.61188277683852554</c:v>
                </c:pt>
                <c:pt idx="283">
                  <c:v>0.61186772128832545</c:v>
                </c:pt>
                <c:pt idx="284">
                  <c:v>0.60802012661783389</c:v>
                </c:pt>
                <c:pt idx="285">
                  <c:v>0.61051720805575027</c:v>
                </c:pt>
                <c:pt idx="286">
                  <c:v>0.62355574926011981</c:v>
                </c:pt>
                <c:pt idx="287">
                  <c:v>0.62454992355728478</c:v>
                </c:pt>
                <c:pt idx="288">
                  <c:v>0.60989627812358738</c:v>
                </c:pt>
                <c:pt idx="289">
                  <c:v>0.61255491189472067</c:v>
                </c:pt>
                <c:pt idx="290">
                  <c:v>0.6151071636523624</c:v>
                </c:pt>
                <c:pt idx="291">
                  <c:v>0.60930370537338407</c:v>
                </c:pt>
                <c:pt idx="292">
                  <c:v>0.60822403443044226</c:v>
                </c:pt>
                <c:pt idx="293">
                  <c:v>0.61338433365795286</c:v>
                </c:pt>
                <c:pt idx="294">
                  <c:v>0.61512393035555302</c:v>
                </c:pt>
                <c:pt idx="295">
                  <c:v>0.61420484251915075</c:v>
                </c:pt>
                <c:pt idx="296">
                  <c:v>0.60940371956311834</c:v>
                </c:pt>
                <c:pt idx="297">
                  <c:v>0.61455699298690381</c:v>
                </c:pt>
                <c:pt idx="298">
                  <c:v>0.61823585002130976</c:v>
                </c:pt>
                <c:pt idx="299">
                  <c:v>0.61451659228066768</c:v>
                </c:pt>
                <c:pt idx="300">
                  <c:v>0.60793032287175619</c:v>
                </c:pt>
                <c:pt idx="301">
                  <c:v>0.60838477106690314</c:v>
                </c:pt>
                <c:pt idx="302">
                  <c:v>0.61075716195260199</c:v>
                </c:pt>
                <c:pt idx="303">
                  <c:v>0.6040400379216585</c:v>
                </c:pt>
                <c:pt idx="304">
                  <c:v>0.60485388747588198</c:v>
                </c:pt>
                <c:pt idx="305">
                  <c:v>0.60549593631183407</c:v>
                </c:pt>
                <c:pt idx="306">
                  <c:v>0.60874846882215716</c:v>
                </c:pt>
                <c:pt idx="307">
                  <c:v>0.60612562295812433</c:v>
                </c:pt>
                <c:pt idx="308">
                  <c:v>0.59887147333268842</c:v>
                </c:pt>
                <c:pt idx="309">
                  <c:v>0.60193399491734301</c:v>
                </c:pt>
                <c:pt idx="310">
                  <c:v>0.61097086212771812</c:v>
                </c:pt>
                <c:pt idx="311">
                  <c:v>0.61339304073758039</c:v>
                </c:pt>
                <c:pt idx="312">
                  <c:v>0.61382398048533537</c:v>
                </c:pt>
                <c:pt idx="313">
                  <c:v>0.60992591718860467</c:v>
                </c:pt>
                <c:pt idx="314">
                  <c:v>0.61387333247309683</c:v>
                </c:pt>
                <c:pt idx="315">
                  <c:v>0.60577055613966102</c:v>
                </c:pt>
                <c:pt idx="316">
                  <c:v>0.60657145897405929</c:v>
                </c:pt>
                <c:pt idx="317">
                  <c:v>0.61371395152908947</c:v>
                </c:pt>
                <c:pt idx="318">
                  <c:v>0.61774194784685343</c:v>
                </c:pt>
                <c:pt idx="319">
                  <c:v>0.61714271712396107</c:v>
                </c:pt>
                <c:pt idx="320">
                  <c:v>0.60463940965662399</c:v>
                </c:pt>
                <c:pt idx="321">
                  <c:v>0.61453548625712762</c:v>
                </c:pt>
                <c:pt idx="322">
                  <c:v>0.61127675394440428</c:v>
                </c:pt>
                <c:pt idx="323">
                  <c:v>0.60884059403456536</c:v>
                </c:pt>
                <c:pt idx="324">
                  <c:v>0.61341531541171901</c:v>
                </c:pt>
                <c:pt idx="325">
                  <c:v>0.62026154246529253</c:v>
                </c:pt>
                <c:pt idx="326">
                  <c:v>0.61974604372147746</c:v>
                </c:pt>
                <c:pt idx="327">
                  <c:v>0.61266417718559696</c:v>
                </c:pt>
                <c:pt idx="328">
                  <c:v>0.61577647032226424</c:v>
                </c:pt>
                <c:pt idx="329">
                  <c:v>0.61736595183578069</c:v>
                </c:pt>
                <c:pt idx="330">
                  <c:v>0.61946206191466258</c:v>
                </c:pt>
                <c:pt idx="331">
                  <c:v>0.60255757042126412</c:v>
                </c:pt>
                <c:pt idx="332">
                  <c:v>0.60026281033496109</c:v>
                </c:pt>
                <c:pt idx="333">
                  <c:v>0.61186830207246901</c:v>
                </c:pt>
                <c:pt idx="334">
                  <c:v>0.61470886076251097</c:v>
                </c:pt>
                <c:pt idx="335">
                  <c:v>0.61449118955526416</c:v>
                </c:pt>
                <c:pt idx="336">
                  <c:v>0.60050015886647257</c:v>
                </c:pt>
                <c:pt idx="337">
                  <c:v>0.6077806961545722</c:v>
                </c:pt>
                <c:pt idx="338">
                  <c:v>0.61043720908268617</c:v>
                </c:pt>
                <c:pt idx="339">
                  <c:v>0.61124141971456203</c:v>
                </c:pt>
                <c:pt idx="340">
                  <c:v>0.61027562656432688</c:v>
                </c:pt>
                <c:pt idx="341">
                  <c:v>0.62161088636299366</c:v>
                </c:pt>
                <c:pt idx="342">
                  <c:v>0.62226728064860048</c:v>
                </c:pt>
                <c:pt idx="343">
                  <c:v>0.61262794497562356</c:v>
                </c:pt>
                <c:pt idx="344">
                  <c:v>0.61593304262942516</c:v>
                </c:pt>
                <c:pt idx="345">
                  <c:v>0.60654066367676807</c:v>
                </c:pt>
                <c:pt idx="346">
                  <c:v>0.60670402326597261</c:v>
                </c:pt>
                <c:pt idx="347">
                  <c:v>0.60826935007010774</c:v>
                </c:pt>
                <c:pt idx="348">
                  <c:v>0.61645025246891816</c:v>
                </c:pt>
                <c:pt idx="349">
                  <c:v>0.61709903481866912</c:v>
                </c:pt>
                <c:pt idx="350">
                  <c:v>0.60709577284864036</c:v>
                </c:pt>
                <c:pt idx="351">
                  <c:v>0.61427253087250011</c:v>
                </c:pt>
                <c:pt idx="352">
                  <c:v>0.61716481301225512</c:v>
                </c:pt>
                <c:pt idx="353">
                  <c:v>0.61891808455610764</c:v>
                </c:pt>
                <c:pt idx="354">
                  <c:v>0.61440648255577635</c:v>
                </c:pt>
                <c:pt idx="355">
                  <c:v>0.62324956351320626</c:v>
                </c:pt>
                <c:pt idx="356">
                  <c:v>0.62427027652831668</c:v>
                </c:pt>
                <c:pt idx="357">
                  <c:v>0.6103954532231507</c:v>
                </c:pt>
                <c:pt idx="358">
                  <c:v>0.61679914915872014</c:v>
                </c:pt>
                <c:pt idx="359">
                  <c:v>0.61270809253494785</c:v>
                </c:pt>
                <c:pt idx="360">
                  <c:v>0.61186115961450038</c:v>
                </c:pt>
                <c:pt idx="361">
                  <c:v>0.61478848923635188</c:v>
                </c:pt>
                <c:pt idx="362">
                  <c:v>0.617806079889899</c:v>
                </c:pt>
                <c:pt idx="363">
                  <c:v>0.61776520254142153</c:v>
                </c:pt>
                <c:pt idx="364">
                  <c:v>0.61492048446671665</c:v>
                </c:pt>
                <c:pt idx="365">
                  <c:v>0.61412445432925489</c:v>
                </c:pt>
                <c:pt idx="366">
                  <c:v>0.6162482799863519</c:v>
                </c:pt>
                <c:pt idx="367">
                  <c:v>0.61546922575015706</c:v>
                </c:pt>
                <c:pt idx="368">
                  <c:v>0.61291042673526119</c:v>
                </c:pt>
                <c:pt idx="369">
                  <c:v>0.61139357735357658</c:v>
                </c:pt>
                <c:pt idx="370">
                  <c:v>0.61292834618782865</c:v>
                </c:pt>
                <c:pt idx="371">
                  <c:v>0.61406748218266716</c:v>
                </c:pt>
                <c:pt idx="372">
                  <c:v>0.61650284513009701</c:v>
                </c:pt>
                <c:pt idx="373">
                  <c:v>0.61507864414661351</c:v>
                </c:pt>
                <c:pt idx="374">
                  <c:v>0.61748843881619775</c:v>
                </c:pt>
                <c:pt idx="375">
                  <c:v>0.62299960434211377</c:v>
                </c:pt>
                <c:pt idx="376">
                  <c:v>0.62375246861976663</c:v>
                </c:pt>
                <c:pt idx="377">
                  <c:v>0.61970429029458485</c:v>
                </c:pt>
                <c:pt idx="378">
                  <c:v>0.62408567497731615</c:v>
                </c:pt>
                <c:pt idx="379">
                  <c:v>0.62940051972642141</c:v>
                </c:pt>
                <c:pt idx="380">
                  <c:v>0.62797404103858701</c:v>
                </c:pt>
                <c:pt idx="381">
                  <c:v>0.62228596299905548</c:v>
                </c:pt>
                <c:pt idx="382">
                  <c:v>0.62557147561479243</c:v>
                </c:pt>
                <c:pt idx="383">
                  <c:v>0.62505030232850811</c:v>
                </c:pt>
                <c:pt idx="384">
                  <c:v>0.62150481582227046</c:v>
                </c:pt>
                <c:pt idx="385">
                  <c:v>0.62072775899373711</c:v>
                </c:pt>
                <c:pt idx="386">
                  <c:v>0.62044889378843848</c:v>
                </c:pt>
                <c:pt idx="387">
                  <c:v>0.62146251258875929</c:v>
                </c:pt>
                <c:pt idx="388">
                  <c:v>0.61873991905631531</c:v>
                </c:pt>
                <c:pt idx="389">
                  <c:v>0.61792546173828911</c:v>
                </c:pt>
                <c:pt idx="390">
                  <c:v>0.60813563983529206</c:v>
                </c:pt>
                <c:pt idx="391">
                  <c:v>0.60837976001700367</c:v>
                </c:pt>
                <c:pt idx="392">
                  <c:v>0.61674735597066976</c:v>
                </c:pt>
                <c:pt idx="393">
                  <c:v>0.6208547536634148</c:v>
                </c:pt>
                <c:pt idx="394">
                  <c:v>0.6198421573393369</c:v>
                </c:pt>
                <c:pt idx="395">
                  <c:v>0.6042232630306601</c:v>
                </c:pt>
                <c:pt idx="396">
                  <c:v>0.6138329912403977</c:v>
                </c:pt>
                <c:pt idx="397">
                  <c:v>0.6154522033851938</c:v>
                </c:pt>
                <c:pt idx="398">
                  <c:v>0.60947994426270935</c:v>
                </c:pt>
                <c:pt idx="399">
                  <c:v>0.60808806540564964</c:v>
                </c:pt>
                <c:pt idx="400">
                  <c:v>0.62252443009783953</c:v>
                </c:pt>
                <c:pt idx="401">
                  <c:v>0.62499717812713007</c:v>
                </c:pt>
                <c:pt idx="402">
                  <c:v>0.61872989950539758</c:v>
                </c:pt>
                <c:pt idx="403">
                  <c:v>0.61084884793792726</c:v>
                </c:pt>
                <c:pt idx="404">
                  <c:v>0.61157579531945916</c:v>
                </c:pt>
                <c:pt idx="405">
                  <c:v>0.61119937211315167</c:v>
                </c:pt>
                <c:pt idx="406">
                  <c:v>0.61398311287203566</c:v>
                </c:pt>
                <c:pt idx="407">
                  <c:v>0.60834831306609738</c:v>
                </c:pt>
                <c:pt idx="408">
                  <c:v>0.61316664101108553</c:v>
                </c:pt>
                <c:pt idx="409">
                  <c:v>0.6208950365952508</c:v>
                </c:pt>
                <c:pt idx="410">
                  <c:v>0.61917912695427968</c:v>
                </c:pt>
                <c:pt idx="411">
                  <c:v>0.61816428298305115</c:v>
                </c:pt>
                <c:pt idx="412">
                  <c:v>0.61164574328310439</c:v>
                </c:pt>
                <c:pt idx="413">
                  <c:v>0.61576269729105348</c:v>
                </c:pt>
                <c:pt idx="414">
                  <c:v>0.61546188398878954</c:v>
                </c:pt>
                <c:pt idx="415">
                  <c:v>0.61647996827441143</c:v>
                </c:pt>
                <c:pt idx="416">
                  <c:v>0.61786886027851429</c:v>
                </c:pt>
                <c:pt idx="417">
                  <c:v>0.6266274783968947</c:v>
                </c:pt>
                <c:pt idx="418">
                  <c:v>0.62555966183872136</c:v>
                </c:pt>
                <c:pt idx="419">
                  <c:v>0.61879358435858955</c:v>
                </c:pt>
                <c:pt idx="420">
                  <c:v>0.61299278627269527</c:v>
                </c:pt>
                <c:pt idx="421">
                  <c:v>0.61930890648581649</c:v>
                </c:pt>
                <c:pt idx="422">
                  <c:v>0.61684322189967045</c:v>
                </c:pt>
                <c:pt idx="423">
                  <c:v>0.62076805356620279</c:v>
                </c:pt>
                <c:pt idx="424">
                  <c:v>0.62037026837072906</c:v>
                </c:pt>
                <c:pt idx="425">
                  <c:v>0.61946067867645838</c:v>
                </c:pt>
                <c:pt idx="426">
                  <c:v>0.61983894205292056</c:v>
                </c:pt>
                <c:pt idx="427">
                  <c:v>0.61027444498115579</c:v>
                </c:pt>
                <c:pt idx="428">
                  <c:v>0.60780953638852708</c:v>
                </c:pt>
                <c:pt idx="429">
                  <c:v>0.61503786019852735</c:v>
                </c:pt>
                <c:pt idx="430">
                  <c:v>0.61603366641493562</c:v>
                </c:pt>
                <c:pt idx="431">
                  <c:v>0.60540191627046136</c:v>
                </c:pt>
                <c:pt idx="432">
                  <c:v>0.59776891502028817</c:v>
                </c:pt>
                <c:pt idx="433">
                  <c:v>0.61205093638980645</c:v>
                </c:pt>
                <c:pt idx="434">
                  <c:v>0.61492084284593995</c:v>
                </c:pt>
                <c:pt idx="435">
                  <c:v>0.61947468938385697</c:v>
                </c:pt>
                <c:pt idx="436">
                  <c:v>0.6052303922712895</c:v>
                </c:pt>
                <c:pt idx="437">
                  <c:v>0.61643090678415768</c:v>
                </c:pt>
                <c:pt idx="438">
                  <c:v>0.61818286467747707</c:v>
                </c:pt>
                <c:pt idx="439">
                  <c:v>0.62126193788794148</c:v>
                </c:pt>
                <c:pt idx="440">
                  <c:v>0.62391070955616412</c:v>
                </c:pt>
                <c:pt idx="441">
                  <c:v>0.63058698840273464</c:v>
                </c:pt>
                <c:pt idx="442">
                  <c:v>0.62450320991180353</c:v>
                </c:pt>
                <c:pt idx="443">
                  <c:v>0.62581463344257071</c:v>
                </c:pt>
                <c:pt idx="444">
                  <c:v>0.61289036894863402</c:v>
                </c:pt>
                <c:pt idx="445">
                  <c:v>0.60886734485492222</c:v>
                </c:pt>
                <c:pt idx="446">
                  <c:v>0.61667319450852576</c:v>
                </c:pt>
                <c:pt idx="447">
                  <c:v>0.62560423544609323</c:v>
                </c:pt>
                <c:pt idx="448">
                  <c:v>0.61926224220043902</c:v>
                </c:pt>
                <c:pt idx="449">
                  <c:v>0.59979818992597056</c:v>
                </c:pt>
                <c:pt idx="450">
                  <c:v>0.61565310694825726</c:v>
                </c:pt>
                <c:pt idx="451">
                  <c:v>0.62007178836512422</c:v>
                </c:pt>
                <c:pt idx="452">
                  <c:v>0.61892471976680807</c:v>
                </c:pt>
                <c:pt idx="453">
                  <c:v>0.6052287513449871</c:v>
                </c:pt>
                <c:pt idx="454">
                  <c:v>0.62583424075229843</c:v>
                </c:pt>
                <c:pt idx="455">
                  <c:v>0.63075115202371534</c:v>
                </c:pt>
                <c:pt idx="456">
                  <c:v>0.62326835178008033</c:v>
                </c:pt>
                <c:pt idx="457">
                  <c:v>0.61767339964088863</c:v>
                </c:pt>
                <c:pt idx="458">
                  <c:v>0.62655498354333672</c:v>
                </c:pt>
                <c:pt idx="459">
                  <c:v>0.61767850864871621</c:v>
                </c:pt>
                <c:pt idx="460">
                  <c:v>0.60865151653546323</c:v>
                </c:pt>
                <c:pt idx="461">
                  <c:v>0.61734761734660415</c:v>
                </c:pt>
                <c:pt idx="462">
                  <c:v>0.6186612903548212</c:v>
                </c:pt>
                <c:pt idx="463">
                  <c:v>0.60641105932142592</c:v>
                </c:pt>
                <c:pt idx="464">
                  <c:v>0.59316572640065635</c:v>
                </c:pt>
                <c:pt idx="465">
                  <c:v>0.61224398220200149</c:v>
                </c:pt>
                <c:pt idx="466">
                  <c:v>0.60962594620800625</c:v>
                </c:pt>
                <c:pt idx="467">
                  <c:v>0.59995512407530183</c:v>
                </c:pt>
                <c:pt idx="468">
                  <c:v>0.58603114573162796</c:v>
                </c:pt>
                <c:pt idx="469">
                  <c:v>0.62278801343189871</c:v>
                </c:pt>
                <c:pt idx="470">
                  <c:v>0.6240402864431619</c:v>
                </c:pt>
                <c:pt idx="471">
                  <c:v>0.61079531292202782</c:v>
                </c:pt>
                <c:pt idx="472">
                  <c:v>0.59679676142562965</c:v>
                </c:pt>
                <c:pt idx="473">
                  <c:v>0.62365818462391731</c:v>
                </c:pt>
                <c:pt idx="474">
                  <c:v>0.62363307871780993</c:v>
                </c:pt>
                <c:pt idx="475">
                  <c:v>0.61588333481700208</c:v>
                </c:pt>
                <c:pt idx="476">
                  <c:v>0.61547535330240244</c:v>
                </c:pt>
                <c:pt idx="477">
                  <c:v>0.62922092183099898</c:v>
                </c:pt>
                <c:pt idx="478">
                  <c:v>0.63432281102318178</c:v>
                </c:pt>
                <c:pt idx="479">
                  <c:v>0.62050038462600043</c:v>
                </c:pt>
                <c:pt idx="480">
                  <c:v>0.61774849469493454</c:v>
                </c:pt>
                <c:pt idx="481">
                  <c:v>0.62333282743756613</c:v>
                </c:pt>
                <c:pt idx="482">
                  <c:v>0.62531864125085901</c:v>
                </c:pt>
                <c:pt idx="483">
                  <c:v>0.62389561091439127</c:v>
                </c:pt>
                <c:pt idx="484">
                  <c:v>0.61852301537453414</c:v>
                </c:pt>
                <c:pt idx="485">
                  <c:v>0.61787909166472643</c:v>
                </c:pt>
                <c:pt idx="486">
                  <c:v>0.61908860429815393</c:v>
                </c:pt>
                <c:pt idx="487">
                  <c:v>0.62205036001755054</c:v>
                </c:pt>
                <c:pt idx="488">
                  <c:v>0.61435544389621355</c:v>
                </c:pt>
                <c:pt idx="489">
                  <c:v>0.61609854082228255</c:v>
                </c:pt>
                <c:pt idx="490">
                  <c:v>0.62204502657956573</c:v>
                </c:pt>
                <c:pt idx="491">
                  <c:v>0.6214174439880864</c:v>
                </c:pt>
                <c:pt idx="492">
                  <c:v>0.6211815631537092</c:v>
                </c:pt>
                <c:pt idx="493">
                  <c:v>0.61305564931579148</c:v>
                </c:pt>
                <c:pt idx="494">
                  <c:v>0.61566978726745958</c:v>
                </c:pt>
                <c:pt idx="495">
                  <c:v>0.61976835865580682</c:v>
                </c:pt>
                <c:pt idx="496">
                  <c:v>0.61495553199167396</c:v>
                </c:pt>
                <c:pt idx="497">
                  <c:v>0.61141692786881408</c:v>
                </c:pt>
                <c:pt idx="498">
                  <c:v>0.61732244897097466</c:v>
                </c:pt>
                <c:pt idx="499">
                  <c:v>0.6206735707999822</c:v>
                </c:pt>
                <c:pt idx="500">
                  <c:v>0.61803058730080418</c:v>
                </c:pt>
                <c:pt idx="501">
                  <c:v>0.60664451186439827</c:v>
                </c:pt>
                <c:pt idx="502">
                  <c:v>0.61225981783924466</c:v>
                </c:pt>
                <c:pt idx="503">
                  <c:v>0.61671672871951444</c:v>
                </c:pt>
                <c:pt idx="504">
                  <c:v>0.62413172996489774</c:v>
                </c:pt>
                <c:pt idx="505">
                  <c:v>0.62083193375332535</c:v>
                </c:pt>
                <c:pt idx="506">
                  <c:v>0.62247716531923036</c:v>
                </c:pt>
                <c:pt idx="507">
                  <c:v>0.63038471884782021</c:v>
                </c:pt>
                <c:pt idx="508">
                  <c:v>0.62471641380944476</c:v>
                </c:pt>
                <c:pt idx="509">
                  <c:v>0.62479000609151714</c:v>
                </c:pt>
                <c:pt idx="510">
                  <c:v>0.6153273672609243</c:v>
                </c:pt>
                <c:pt idx="511">
                  <c:v>0.61594744117598366</c:v>
                </c:pt>
                <c:pt idx="512">
                  <c:v>0.62392634084443366</c:v>
                </c:pt>
                <c:pt idx="513">
                  <c:v>0.6182124020961749</c:v>
                </c:pt>
                <c:pt idx="514">
                  <c:v>0.61628541329950592</c:v>
                </c:pt>
                <c:pt idx="515">
                  <c:v>0.60940942648735963</c:v>
                </c:pt>
                <c:pt idx="516">
                  <c:v>0.61290833064548711</c:v>
                </c:pt>
                <c:pt idx="517">
                  <c:v>0.60987300296559099</c:v>
                </c:pt>
                <c:pt idx="518">
                  <c:v>0.61241792730951572</c:v>
                </c:pt>
                <c:pt idx="519">
                  <c:v>0.61804819932170785</c:v>
                </c:pt>
                <c:pt idx="520">
                  <c:v>0.6239202869261824</c:v>
                </c:pt>
                <c:pt idx="521">
                  <c:v>0.61619445391366967</c:v>
                </c:pt>
                <c:pt idx="522">
                  <c:v>0.61720702638979519</c:v>
                </c:pt>
                <c:pt idx="523">
                  <c:v>0.62017704871986545</c:v>
                </c:pt>
                <c:pt idx="524">
                  <c:v>0.61401612703047792</c:v>
                </c:pt>
                <c:pt idx="525">
                  <c:v>0.60845410478627604</c:v>
                </c:pt>
                <c:pt idx="526">
                  <c:v>0.62420540964762905</c:v>
                </c:pt>
                <c:pt idx="527">
                  <c:v>0.62706060854793533</c:v>
                </c:pt>
                <c:pt idx="528">
                  <c:v>0.61260784411451485</c:v>
                </c:pt>
                <c:pt idx="529">
                  <c:v>0.60503528675609708</c:v>
                </c:pt>
                <c:pt idx="530">
                  <c:v>0.61826289662819878</c:v>
                </c:pt>
                <c:pt idx="531">
                  <c:v>0.62000378266582779</c:v>
                </c:pt>
                <c:pt idx="532">
                  <c:v>0.61791974718664566</c:v>
                </c:pt>
                <c:pt idx="533">
                  <c:v>0.61161065555156047</c:v>
                </c:pt>
                <c:pt idx="534">
                  <c:v>0.62358764801677458</c:v>
                </c:pt>
                <c:pt idx="535">
                  <c:v>0.61844049043110572</c:v>
                </c:pt>
                <c:pt idx="536">
                  <c:v>0.60775232949720981</c:v>
                </c:pt>
                <c:pt idx="537">
                  <c:v>0.60712126063297367</c:v>
                </c:pt>
                <c:pt idx="538">
                  <c:v>0.61819812632263238</c:v>
                </c:pt>
                <c:pt idx="539">
                  <c:v>0.6262546870718757</c:v>
                </c:pt>
              </c:numCache>
            </c:numRef>
          </c:yVal>
          <c:smooth val="0"/>
          <c:extLst>
            <c:ext xmlns:c16="http://schemas.microsoft.com/office/drawing/2014/chart" uri="{C3380CC4-5D6E-409C-BE32-E72D297353CC}">
              <c16:uniqueId val="{00000000-16BB-4F39-8545-6DAFE747B07E}"/>
            </c:ext>
          </c:extLst>
        </c:ser>
        <c:ser>
          <c:idx val="1"/>
          <c:order val="1"/>
          <c:tx>
            <c:strRef>
              <c:f>'Post Processing - SS CaCl2'!$AP$1</c:f>
              <c:strCache>
                <c:ptCount val="1"/>
                <c:pt idx="0">
                  <c:v>NF270_MC2_060624_SCaCl2</c:v>
                </c:pt>
              </c:strCache>
            </c:strRef>
          </c:tx>
          <c:spPr>
            <a:ln w="25400" cap="rnd">
              <a:noFill/>
              <a:round/>
            </a:ln>
            <a:effectLst/>
          </c:spPr>
          <c:marker>
            <c:symbol val="circle"/>
            <c:size val="2"/>
            <c:spPr>
              <a:solidFill>
                <a:schemeClr val="accent2"/>
              </a:solidFill>
              <a:ln w="9525">
                <a:solidFill>
                  <a:schemeClr val="accent2"/>
                </a:solidFill>
              </a:ln>
              <a:effectLst/>
            </c:spPr>
          </c:marker>
          <c:xVal>
            <c:numRef>
              <c:f>'Post Processing - SS CaCl2'!$AU$82:$AU$808</c:f>
              <c:numCache>
                <c:formatCode>0.00E+00</c:formatCode>
                <c:ptCount val="727"/>
                <c:pt idx="0">
                  <c:v>4.9542630884906304E-6</c:v>
                </c:pt>
                <c:pt idx="1">
                  <c:v>4.9534099481118701E-6</c:v>
                </c:pt>
                <c:pt idx="2">
                  <c:v>4.9525823667240798E-6</c:v>
                </c:pt>
                <c:pt idx="3">
                  <c:v>4.9517757607601197E-6</c:v>
                </c:pt>
                <c:pt idx="4">
                  <c:v>4.9509699678200699E-6</c:v>
                </c:pt>
                <c:pt idx="5">
                  <c:v>4.9501612140887603E-6</c:v>
                </c:pt>
                <c:pt idx="6">
                  <c:v>4.9493720132148402E-6</c:v>
                </c:pt>
                <c:pt idx="7">
                  <c:v>4.94857410365023E-6</c:v>
                </c:pt>
                <c:pt idx="8">
                  <c:v>4.9477944597816198E-6</c:v>
                </c:pt>
                <c:pt idx="9">
                  <c:v>4.9470077401259199E-6</c:v>
                </c:pt>
                <c:pt idx="10">
                  <c:v>4.9461975312607098E-6</c:v>
                </c:pt>
                <c:pt idx="11">
                  <c:v>4.9454109436507302E-6</c:v>
                </c:pt>
                <c:pt idx="12">
                  <c:v>4.94457788534041E-6</c:v>
                </c:pt>
                <c:pt idx="13">
                  <c:v>4.9437891487515097E-6</c:v>
                </c:pt>
                <c:pt idx="14">
                  <c:v>4.9429729907008897E-6</c:v>
                </c:pt>
                <c:pt idx="15">
                  <c:v>4.9421952366963796E-6</c:v>
                </c:pt>
                <c:pt idx="16">
                  <c:v>4.9413841177184801E-6</c:v>
                </c:pt>
                <c:pt idx="17">
                  <c:v>4.94061958463954E-6</c:v>
                </c:pt>
                <c:pt idx="18">
                  <c:v>4.9398258650402898E-6</c:v>
                </c:pt>
                <c:pt idx="19">
                  <c:v>4.9390642205655496E-6</c:v>
                </c:pt>
                <c:pt idx="20">
                  <c:v>4.9382961920782002E-6</c:v>
                </c:pt>
                <c:pt idx="21">
                  <c:v>4.93753312225168E-6</c:v>
                </c:pt>
                <c:pt idx="22">
                  <c:v>4.9367830758139999E-6</c:v>
                </c:pt>
                <c:pt idx="23">
                  <c:v>4.9360297563073203E-6</c:v>
                </c:pt>
                <c:pt idx="24">
                  <c:v>4.9352983290509297E-6</c:v>
                </c:pt>
                <c:pt idx="25">
                  <c:v>4.9345465518563697E-6</c:v>
                </c:pt>
                <c:pt idx="26">
                  <c:v>4.9338364137990603E-6</c:v>
                </c:pt>
                <c:pt idx="27">
                  <c:v>4.9330847254393998E-6</c:v>
                </c:pt>
                <c:pt idx="28">
                  <c:v>4.9323875301933402E-6</c:v>
                </c:pt>
                <c:pt idx="29">
                  <c:v>4.9316485397609197E-6</c:v>
                </c:pt>
                <c:pt idx="30">
                  <c:v>4.9309615786817599E-6</c:v>
                </c:pt>
                <c:pt idx="31">
                  <c:v>4.9302329098287799E-6</c:v>
                </c:pt>
                <c:pt idx="32">
                  <c:v>4.9295668631875796E-6</c:v>
                </c:pt>
                <c:pt idx="33">
                  <c:v>4.9288790829179902E-6</c:v>
                </c:pt>
                <c:pt idx="34">
                  <c:v>4.9282332384186098E-6</c:v>
                </c:pt>
                <c:pt idx="35">
                  <c:v>4.9275895601313099E-6</c:v>
                </c:pt>
                <c:pt idx="36">
                  <c:v>4.9269611499740303E-6</c:v>
                </c:pt>
                <c:pt idx="37">
                  <c:v>4.9263281644317097E-6</c:v>
                </c:pt>
                <c:pt idx="38">
                  <c:v>4.9257042967337097E-6</c:v>
                </c:pt>
                <c:pt idx="39">
                  <c:v>4.9250809024263998E-6</c:v>
                </c:pt>
                <c:pt idx="40">
                  <c:v>4.9244324015610703E-6</c:v>
                </c:pt>
                <c:pt idx="41">
                  <c:v>4.9238139007421603E-6</c:v>
                </c:pt>
                <c:pt idx="42">
                  <c:v>4.9231511730675902E-6</c:v>
                </c:pt>
                <c:pt idx="43">
                  <c:v>4.9225370540798801E-6</c:v>
                </c:pt>
                <c:pt idx="44">
                  <c:v>4.9218901007378101E-6</c:v>
                </c:pt>
                <c:pt idx="45">
                  <c:v>4.9212826616141297E-6</c:v>
                </c:pt>
                <c:pt idx="46">
                  <c:v>4.9206421538192298E-6</c:v>
                </c:pt>
                <c:pt idx="47">
                  <c:v>4.9200514521246098E-6</c:v>
                </c:pt>
                <c:pt idx="48">
                  <c:v>4.9194231063618004E-6</c:v>
                </c:pt>
                <c:pt idx="49">
                  <c:v>4.9188350788088798E-6</c:v>
                </c:pt>
                <c:pt idx="50">
                  <c:v>4.91823101824637E-6</c:v>
                </c:pt>
                <c:pt idx="51">
                  <c:v>4.9176450395580801E-6</c:v>
                </c:pt>
                <c:pt idx="52">
                  <c:v>4.9170510132840398E-6</c:v>
                </c:pt>
                <c:pt idx="53">
                  <c:v>4.9164788929284899E-6</c:v>
                </c:pt>
                <c:pt idx="54">
                  <c:v>4.9159007712858501E-6</c:v>
                </c:pt>
                <c:pt idx="55">
                  <c:v>4.9153317476764103E-6</c:v>
                </c:pt>
                <c:pt idx="56">
                  <c:v>4.9147743793420796E-6</c:v>
                </c:pt>
                <c:pt idx="57">
                  <c:v>4.9142103836303403E-6</c:v>
                </c:pt>
                <c:pt idx="58">
                  <c:v>4.9136698010626704E-6</c:v>
                </c:pt>
                <c:pt idx="59">
                  <c:v>4.9131134199168099E-6</c:v>
                </c:pt>
                <c:pt idx="60">
                  <c:v>4.9125916040594497E-6</c:v>
                </c:pt>
                <c:pt idx="61">
                  <c:v>4.9120445145050799E-6</c:v>
                </c:pt>
                <c:pt idx="62">
                  <c:v>4.9115366436172197E-6</c:v>
                </c:pt>
                <c:pt idx="63">
                  <c:v>4.91101967441724E-6</c:v>
                </c:pt>
                <c:pt idx="64">
                  <c:v>4.9105047708243299E-6</c:v>
                </c:pt>
                <c:pt idx="65">
                  <c:v>4.9100166601214301E-6</c:v>
                </c:pt>
                <c:pt idx="66">
                  <c:v>4.9095185703356203E-6</c:v>
                </c:pt>
                <c:pt idx="67">
                  <c:v>4.9090461358278003E-6</c:v>
                </c:pt>
                <c:pt idx="68">
                  <c:v>4.9085791375325499E-6</c:v>
                </c:pt>
                <c:pt idx="69">
                  <c:v>4.9081242335929999E-6</c:v>
                </c:pt>
                <c:pt idx="70">
                  <c:v>4.9076649237590003E-6</c:v>
                </c:pt>
                <c:pt idx="71">
                  <c:v>4.9072186954564601E-6</c:v>
                </c:pt>
                <c:pt idx="72">
                  <c:v>4.9067673590202001E-6</c:v>
                </c:pt>
                <c:pt idx="73">
                  <c:v>4.9063077131579304E-6</c:v>
                </c:pt>
                <c:pt idx="74">
                  <c:v>4.9058678799975498E-6</c:v>
                </c:pt>
                <c:pt idx="75">
                  <c:v>4.9054151295021599E-6</c:v>
                </c:pt>
                <c:pt idx="76">
                  <c:v>4.9049699124130003E-6</c:v>
                </c:pt>
                <c:pt idx="77">
                  <c:v>4.9045418557963898E-6</c:v>
                </c:pt>
                <c:pt idx="78">
                  <c:v>4.90409460929067E-6</c:v>
                </c:pt>
                <c:pt idx="79">
                  <c:v>4.90366909905209E-6</c:v>
                </c:pt>
                <c:pt idx="80">
                  <c:v>4.9032329648555597E-6</c:v>
                </c:pt>
                <c:pt idx="81">
                  <c:v>4.90282472199539E-6</c:v>
                </c:pt>
                <c:pt idx="82">
                  <c:v>4.9023953432638503E-6</c:v>
                </c:pt>
                <c:pt idx="83">
                  <c:v>4.9019980061337503E-6</c:v>
                </c:pt>
                <c:pt idx="84">
                  <c:v>4.9015841248562404E-6</c:v>
                </c:pt>
                <c:pt idx="85">
                  <c:v>4.9011942698084201E-6</c:v>
                </c:pt>
                <c:pt idx="86">
                  <c:v>4.9007939834870402E-6</c:v>
                </c:pt>
                <c:pt idx="87">
                  <c:v>4.9004129609507302E-6</c:v>
                </c:pt>
                <c:pt idx="88">
                  <c:v>4.9000269499604497E-6</c:v>
                </c:pt>
                <c:pt idx="89">
                  <c:v>4.8996524444883201E-6</c:v>
                </c:pt>
                <c:pt idx="90">
                  <c:v>4.8992839539283002E-6</c:v>
                </c:pt>
                <c:pt idx="91">
                  <c:v>4.8989199182733302E-6</c:v>
                </c:pt>
                <c:pt idx="92">
                  <c:v>4.8985711500980904E-6</c:v>
                </c:pt>
                <c:pt idx="93">
                  <c:v>4.8982208182255504E-6</c:v>
                </c:pt>
                <c:pt idx="94">
                  <c:v>4.89787783496185E-6</c:v>
                </c:pt>
                <c:pt idx="95">
                  <c:v>4.8975459278473603E-6</c:v>
                </c:pt>
                <c:pt idx="96">
                  <c:v>4.8972024701901701E-6</c:v>
                </c:pt>
                <c:pt idx="97">
                  <c:v>4.8968837361449298E-6</c:v>
                </c:pt>
                <c:pt idx="98">
                  <c:v>4.8965399353992602E-6</c:v>
                </c:pt>
                <c:pt idx="99">
                  <c:v>4.8962241866548701E-6</c:v>
                </c:pt>
                <c:pt idx="100">
                  <c:v>4.8959085890926804E-6</c:v>
                </c:pt>
                <c:pt idx="101">
                  <c:v>4.8956078937742897E-6</c:v>
                </c:pt>
                <c:pt idx="102">
                  <c:v>4.8953282914532903E-6</c:v>
                </c:pt>
                <c:pt idx="103">
                  <c:v>4.8950492784012903E-6</c:v>
                </c:pt>
                <c:pt idx="104">
                  <c:v>4.8947782393263098E-6</c:v>
                </c:pt>
                <c:pt idx="105">
                  <c:v>4.8945082254196099E-6</c:v>
                </c:pt>
                <c:pt idx="106">
                  <c:v>4.8942447246744802E-6</c:v>
                </c:pt>
                <c:pt idx="107">
                  <c:v>4.8939871016922002E-6</c:v>
                </c:pt>
                <c:pt idx="108">
                  <c:v>4.8937319851274299E-6</c:v>
                </c:pt>
                <c:pt idx="109">
                  <c:v>4.89348441268705E-6</c:v>
                </c:pt>
                <c:pt idx="110">
                  <c:v>4.89322925912374E-6</c:v>
                </c:pt>
                <c:pt idx="111">
                  <c:v>4.8929883019860101E-6</c:v>
                </c:pt>
                <c:pt idx="112">
                  <c:v>4.8927355120648402E-6</c:v>
                </c:pt>
                <c:pt idx="113">
                  <c:v>4.89250038644591E-6</c:v>
                </c:pt>
                <c:pt idx="114">
                  <c:v>4.89226100328257E-6</c:v>
                </c:pt>
                <c:pt idx="115">
                  <c:v>4.89203719084188E-6</c:v>
                </c:pt>
                <c:pt idx="116">
                  <c:v>4.8918076543537196E-6</c:v>
                </c:pt>
                <c:pt idx="117">
                  <c:v>4.8915967592712103E-6</c:v>
                </c:pt>
                <c:pt idx="118">
                  <c:v>4.8913806078641201E-6</c:v>
                </c:pt>
                <c:pt idx="119">
                  <c:v>4.89117456979191E-6</c:v>
                </c:pt>
                <c:pt idx="120">
                  <c:v>4.8909738587781701E-6</c:v>
                </c:pt>
                <c:pt idx="121">
                  <c:v>4.8907733603628704E-6</c:v>
                </c:pt>
                <c:pt idx="122">
                  <c:v>4.89058324833998E-6</c:v>
                </c:pt>
                <c:pt idx="123">
                  <c:v>4.8903988650020399E-6</c:v>
                </c:pt>
                <c:pt idx="124">
                  <c:v>4.8902203336379896E-6</c:v>
                </c:pt>
                <c:pt idx="125">
                  <c:v>4.8900515302162104E-6</c:v>
                </c:pt>
                <c:pt idx="126">
                  <c:v>4.88988430262429E-6</c:v>
                </c:pt>
                <c:pt idx="127">
                  <c:v>4.8897267996756099E-6</c:v>
                </c:pt>
                <c:pt idx="128">
                  <c:v>4.8895685107473499E-6</c:v>
                </c:pt>
                <c:pt idx="129">
                  <c:v>4.8894248149748E-6</c:v>
                </c:pt>
                <c:pt idx="130">
                  <c:v>4.8892772715896503E-6</c:v>
                </c:pt>
                <c:pt idx="131">
                  <c:v>4.8891446456116598E-6</c:v>
                </c:pt>
                <c:pt idx="132">
                  <c:v>4.8890095102922502E-6</c:v>
                </c:pt>
                <c:pt idx="133">
                  <c:v>4.8888886759118001E-6</c:v>
                </c:pt>
                <c:pt idx="134">
                  <c:v>4.8887710426031199E-6</c:v>
                </c:pt>
                <c:pt idx="135">
                  <c:v>4.8886627604599498E-6</c:v>
                </c:pt>
                <c:pt idx="136">
                  <c:v>4.8885619415915898E-6</c:v>
                </c:pt>
                <c:pt idx="137">
                  <c:v>4.8884638407981397E-6</c:v>
                </c:pt>
                <c:pt idx="138">
                  <c:v>4.8883730831543899E-6</c:v>
                </c:pt>
                <c:pt idx="139">
                  <c:v>4.8882852150935299E-6</c:v>
                </c:pt>
                <c:pt idx="140">
                  <c:v>4.8882030511908698E-6</c:v>
                </c:pt>
                <c:pt idx="141">
                  <c:v>4.8881263828802299E-6</c:v>
                </c:pt>
                <c:pt idx="142">
                  <c:v>4.8880537414113104E-6</c:v>
                </c:pt>
                <c:pt idx="143">
                  <c:v>4.8879872927370903E-6</c:v>
                </c:pt>
                <c:pt idx="144">
                  <c:v>4.8879226511909902E-6</c:v>
                </c:pt>
                <c:pt idx="145">
                  <c:v>4.8878655477087496E-6</c:v>
                </c:pt>
                <c:pt idx="146">
                  <c:v>4.8878101183933897E-6</c:v>
                </c:pt>
                <c:pt idx="147">
                  <c:v>4.8877630145798897E-6</c:v>
                </c:pt>
                <c:pt idx="148">
                  <c:v>4.88771959230875E-6</c:v>
                </c:pt>
                <c:pt idx="149">
                  <c:v>4.8876832023119204E-6</c:v>
                </c:pt>
                <c:pt idx="150">
                  <c:v>4.8876518760401504E-6</c:v>
                </c:pt>
                <c:pt idx="151">
                  <c:v>4.8876267034006402E-6</c:v>
                </c:pt>
                <c:pt idx="152">
                  <c:v>4.8876073987072E-6</c:v>
                </c:pt>
                <c:pt idx="153">
                  <c:v>4.8875935295479102E-6</c:v>
                </c:pt>
                <c:pt idx="154">
                  <c:v>4.8875856880667599E-6</c:v>
                </c:pt>
                <c:pt idx="155">
                  <c:v>4.8875834075893199E-6</c:v>
                </c:pt>
                <c:pt idx="156">
                  <c:v>4.8875868777852997E-6</c:v>
                </c:pt>
                <c:pt idx="157">
                  <c:v>4.8875960911250999E-6</c:v>
                </c:pt>
                <c:pt idx="158">
                  <c:v>4.8876110124198303E-6</c:v>
                </c:pt>
                <c:pt idx="159">
                  <c:v>4.8876318744567301E-6</c:v>
                </c:pt>
                <c:pt idx="160">
                  <c:v>4.8876580712146101E-6</c:v>
                </c:pt>
                <c:pt idx="161">
                  <c:v>4.8876909320158602E-6</c:v>
                </c:pt>
                <c:pt idx="162">
                  <c:v>4.8877280700496702E-6</c:v>
                </c:pt>
                <c:pt idx="163">
                  <c:v>4.8877730603189199E-6</c:v>
                </c:pt>
                <c:pt idx="164">
                  <c:v>4.8878210005128903E-6</c:v>
                </c:pt>
                <c:pt idx="165">
                  <c:v>4.8878783362557002E-6</c:v>
                </c:pt>
                <c:pt idx="166">
                  <c:v>4.8879366538002404E-6</c:v>
                </c:pt>
                <c:pt idx="167">
                  <c:v>4.8880019191395499E-6</c:v>
                </c:pt>
                <c:pt idx="168">
                  <c:v>4.8880703781484804E-6</c:v>
                </c:pt>
                <c:pt idx="169">
                  <c:v>4.8881425292239499E-6</c:v>
                </c:pt>
                <c:pt idx="170">
                  <c:v>4.8882209853752799E-6</c:v>
                </c:pt>
                <c:pt idx="171">
                  <c:v>4.8883036881428802E-6</c:v>
                </c:pt>
                <c:pt idx="172">
                  <c:v>4.88839247395888E-6</c:v>
                </c:pt>
                <c:pt idx="173">
                  <c:v>4.8884863858920798E-6</c:v>
                </c:pt>
                <c:pt idx="174">
                  <c:v>4.8885906045605896E-6</c:v>
                </c:pt>
                <c:pt idx="175">
                  <c:v>4.8886948372796904E-6</c:v>
                </c:pt>
                <c:pt idx="176">
                  <c:v>4.8888098877211796E-6</c:v>
                </c:pt>
                <c:pt idx="177">
                  <c:v>4.8889245225243097E-6</c:v>
                </c:pt>
                <c:pt idx="178">
                  <c:v>4.8890502955367403E-6</c:v>
                </c:pt>
                <c:pt idx="179">
                  <c:v>4.8891781024728698E-6</c:v>
                </c:pt>
                <c:pt idx="180">
                  <c:v>4.8893189369143102E-6</c:v>
                </c:pt>
                <c:pt idx="181">
                  <c:v>4.8894607024082202E-6</c:v>
                </c:pt>
                <c:pt idx="182">
                  <c:v>4.8896137719575604E-6</c:v>
                </c:pt>
                <c:pt idx="183">
                  <c:v>4.8897724020266204E-6</c:v>
                </c:pt>
                <c:pt idx="184">
                  <c:v>4.8899361764934004E-6</c:v>
                </c:pt>
                <c:pt idx="185">
                  <c:v>4.8901052859808697E-6</c:v>
                </c:pt>
                <c:pt idx="186">
                  <c:v>4.8902790425219099E-6</c:v>
                </c:pt>
                <c:pt idx="187">
                  <c:v>4.8904567419677797E-6</c:v>
                </c:pt>
                <c:pt idx="188">
                  <c:v>4.8906418240313101E-6</c:v>
                </c:pt>
                <c:pt idx="189">
                  <c:v>4.8908336847711003E-6</c:v>
                </c:pt>
                <c:pt idx="190">
                  <c:v>4.8910277306246299E-6</c:v>
                </c:pt>
                <c:pt idx="191">
                  <c:v>4.8912295276582199E-6</c:v>
                </c:pt>
                <c:pt idx="192">
                  <c:v>4.8914393085986797E-6</c:v>
                </c:pt>
                <c:pt idx="193">
                  <c:v>4.8916483923200896E-6</c:v>
                </c:pt>
                <c:pt idx="194">
                  <c:v>4.8918727458944103E-6</c:v>
                </c:pt>
                <c:pt idx="195">
                  <c:v>4.89209100110011E-6</c:v>
                </c:pt>
                <c:pt idx="196">
                  <c:v>4.8923277044960897E-6</c:v>
                </c:pt>
                <c:pt idx="197">
                  <c:v>4.89255647390598E-6</c:v>
                </c:pt>
                <c:pt idx="198">
                  <c:v>4.8928070773804797E-6</c:v>
                </c:pt>
                <c:pt idx="199">
                  <c:v>4.8930435811750199E-6</c:v>
                </c:pt>
                <c:pt idx="200">
                  <c:v>4.8932966772664197E-6</c:v>
                </c:pt>
                <c:pt idx="201">
                  <c:v>4.8935572975431298E-6</c:v>
                </c:pt>
                <c:pt idx="202">
                  <c:v>4.89382359925766E-6</c:v>
                </c:pt>
                <c:pt idx="203">
                  <c:v>4.8940962305343901E-6</c:v>
                </c:pt>
                <c:pt idx="204">
                  <c:v>4.8943856599452903E-6</c:v>
                </c:pt>
                <c:pt idx="205">
                  <c:v>4.8946539390459996E-6</c:v>
                </c:pt>
                <c:pt idx="206">
                  <c:v>4.8949541112492799E-6</c:v>
                </c:pt>
                <c:pt idx="207">
                  <c:v>4.8952362625830303E-6</c:v>
                </c:pt>
                <c:pt idx="208">
                  <c:v>4.89554685972166E-6</c:v>
                </c:pt>
                <c:pt idx="209">
                  <c:v>4.8958420754254096E-6</c:v>
                </c:pt>
                <c:pt idx="210">
                  <c:v>4.8961614054079204E-6</c:v>
                </c:pt>
                <c:pt idx="211">
                  <c:v>4.8964690315948903E-6</c:v>
                </c:pt>
                <c:pt idx="212">
                  <c:v>4.8968000632844E-6</c:v>
                </c:pt>
                <c:pt idx="213">
                  <c:v>4.8971180736731497E-6</c:v>
                </c:pt>
                <c:pt idx="214">
                  <c:v>4.8974614100214703E-6</c:v>
                </c:pt>
                <c:pt idx="215">
                  <c:v>4.8977906788885801E-6</c:v>
                </c:pt>
                <c:pt idx="216">
                  <c:v>4.8981425355747902E-6</c:v>
                </c:pt>
                <c:pt idx="217">
                  <c:v>4.8984887424013596E-6</c:v>
                </c:pt>
                <c:pt idx="218">
                  <c:v>4.8988520234479499E-6</c:v>
                </c:pt>
                <c:pt idx="219">
                  <c:v>4.8992122710893999E-6</c:v>
                </c:pt>
                <c:pt idx="220">
                  <c:v>4.8995869512712101E-6</c:v>
                </c:pt>
                <c:pt idx="221">
                  <c:v>4.8999677313124904E-6</c:v>
                </c:pt>
                <c:pt idx="222">
                  <c:v>4.9003511791560097E-6</c:v>
                </c:pt>
                <c:pt idx="223">
                  <c:v>4.9007452264516802E-6</c:v>
                </c:pt>
                <c:pt idx="224">
                  <c:v>4.9011365150573898E-6</c:v>
                </c:pt>
                <c:pt idx="225">
                  <c:v>4.9015329483160399E-6</c:v>
                </c:pt>
                <c:pt idx="226">
                  <c:v>4.9019360070687497E-6</c:v>
                </c:pt>
                <c:pt idx="227">
                  <c:v>4.90234172347158E-6</c:v>
                </c:pt>
                <c:pt idx="228">
                  <c:v>4.9027644233983004E-6</c:v>
                </c:pt>
                <c:pt idx="229">
                  <c:v>4.90317183851367E-6</c:v>
                </c:pt>
                <c:pt idx="230">
                  <c:v>4.9035941504906202E-6</c:v>
                </c:pt>
                <c:pt idx="231">
                  <c:v>4.9040219517146303E-6</c:v>
                </c:pt>
                <c:pt idx="232">
                  <c:v>4.9044413212320704E-6</c:v>
                </c:pt>
                <c:pt idx="233">
                  <c:v>4.9049013425333803E-6</c:v>
                </c:pt>
                <c:pt idx="234">
                  <c:v>4.9053313768657597E-6</c:v>
                </c:pt>
                <c:pt idx="235">
                  <c:v>4.90578458134199E-6</c:v>
                </c:pt>
                <c:pt idx="236">
                  <c:v>4.9062201862754203E-6</c:v>
                </c:pt>
                <c:pt idx="237">
                  <c:v>4.90668586607331E-6</c:v>
                </c:pt>
                <c:pt idx="238">
                  <c:v>4.9071303597030404E-6</c:v>
                </c:pt>
                <c:pt idx="239">
                  <c:v>4.9076051987856E-6</c:v>
                </c:pt>
                <c:pt idx="240">
                  <c:v>4.90805761365766E-6</c:v>
                </c:pt>
                <c:pt idx="241">
                  <c:v>4.90851597368239E-6</c:v>
                </c:pt>
                <c:pt idx="242">
                  <c:v>4.9089808828075797E-6</c:v>
                </c:pt>
                <c:pt idx="243">
                  <c:v>4.90945686245683E-6</c:v>
                </c:pt>
                <c:pt idx="244">
                  <c:v>4.9099541609980904E-6</c:v>
                </c:pt>
                <c:pt idx="245">
                  <c:v>4.9104471783855197E-6</c:v>
                </c:pt>
                <c:pt idx="246">
                  <c:v>4.9109731398470602E-6</c:v>
                </c:pt>
                <c:pt idx="247">
                  <c:v>4.9114782706092103E-6</c:v>
                </c:pt>
                <c:pt idx="248">
                  <c:v>4.9120122072256297E-6</c:v>
                </c:pt>
                <c:pt idx="249">
                  <c:v>4.9125360008564597E-6</c:v>
                </c:pt>
                <c:pt idx="250">
                  <c:v>4.9130824555725003E-6</c:v>
                </c:pt>
                <c:pt idx="251">
                  <c:v>4.9136203744987799E-6</c:v>
                </c:pt>
                <c:pt idx="252">
                  <c:v>4.9141771081930497E-6</c:v>
                </c:pt>
                <c:pt idx="253">
                  <c:v>4.9147306098079603E-6</c:v>
                </c:pt>
                <c:pt idx="254">
                  <c:v>4.9152906139287597E-6</c:v>
                </c:pt>
                <c:pt idx="255">
                  <c:v>4.9158634069246502E-6</c:v>
                </c:pt>
                <c:pt idx="256">
                  <c:v>4.9164345169396097E-6</c:v>
                </c:pt>
                <c:pt idx="257">
                  <c:v>4.91701768761618E-6</c:v>
                </c:pt>
                <c:pt idx="258">
                  <c:v>4.9176001292996498E-6</c:v>
                </c:pt>
                <c:pt idx="259">
                  <c:v>4.9181955955247301E-6</c:v>
                </c:pt>
                <c:pt idx="260">
                  <c:v>4.9187755268072103E-6</c:v>
                </c:pt>
                <c:pt idx="261">
                  <c:v>4.9193980555263896E-6</c:v>
                </c:pt>
                <c:pt idx="262">
                  <c:v>4.9200017327093497E-6</c:v>
                </c:pt>
                <c:pt idx="263">
                  <c:v>4.9206283018728404E-6</c:v>
                </c:pt>
                <c:pt idx="264">
                  <c:v>4.9212707638683898E-6</c:v>
                </c:pt>
                <c:pt idx="265">
                  <c:v>4.9219046020335E-6</c:v>
                </c:pt>
                <c:pt idx="266">
                  <c:v>4.9225431338395701E-6</c:v>
                </c:pt>
                <c:pt idx="267">
                  <c:v>4.9231975661263396E-6</c:v>
                </c:pt>
                <c:pt idx="268">
                  <c:v>4.9238261598078999E-6</c:v>
                </c:pt>
                <c:pt idx="269">
                  <c:v>4.92449198439139E-6</c:v>
                </c:pt>
                <c:pt idx="270">
                  <c:v>4.9251215983971198E-6</c:v>
                </c:pt>
                <c:pt idx="271">
                  <c:v>4.92577081270532E-6</c:v>
                </c:pt>
                <c:pt idx="272">
                  <c:v>4.9264012030344702E-6</c:v>
                </c:pt>
                <c:pt idx="273">
                  <c:v>4.9270386554545201E-6</c:v>
                </c:pt>
                <c:pt idx="274">
                  <c:v>4.9277130509598196E-6</c:v>
                </c:pt>
                <c:pt idx="275">
                  <c:v>4.9283993549942397E-6</c:v>
                </c:pt>
                <c:pt idx="276">
                  <c:v>4.9290857398472599E-6</c:v>
                </c:pt>
                <c:pt idx="277">
                  <c:v>4.9298077856229601E-6</c:v>
                </c:pt>
                <c:pt idx="278">
                  <c:v>4.9304808279889098E-6</c:v>
                </c:pt>
                <c:pt idx="279">
                  <c:v>4.9312105205649002E-6</c:v>
                </c:pt>
                <c:pt idx="280">
                  <c:v>4.9319002018779102E-6</c:v>
                </c:pt>
                <c:pt idx="281">
                  <c:v>4.9326455099026701E-6</c:v>
                </c:pt>
                <c:pt idx="282">
                  <c:v>4.9333670082779198E-6</c:v>
                </c:pt>
                <c:pt idx="283">
                  <c:v>4.9341032448777898E-6</c:v>
                </c:pt>
                <c:pt idx="284">
                  <c:v>4.9348521327685396E-6</c:v>
                </c:pt>
                <c:pt idx="285">
                  <c:v>4.9355815099700903E-6</c:v>
                </c:pt>
                <c:pt idx="286">
                  <c:v>4.9363362262341601E-6</c:v>
                </c:pt>
                <c:pt idx="287">
                  <c:v>4.9370826953675701E-6</c:v>
                </c:pt>
                <c:pt idx="288">
                  <c:v>4.9378484427294399E-6</c:v>
                </c:pt>
                <c:pt idx="289">
                  <c:v>4.9386050684496904E-6</c:v>
                </c:pt>
                <c:pt idx="290">
                  <c:v>4.93937263964137E-6</c:v>
                </c:pt>
                <c:pt idx="291">
                  <c:v>4.94014978660436E-6</c:v>
                </c:pt>
                <c:pt idx="292">
                  <c:v>4.9409242222689198E-6</c:v>
                </c:pt>
                <c:pt idx="293">
                  <c:v>4.9417186149841197E-6</c:v>
                </c:pt>
                <c:pt idx="294">
                  <c:v>4.9425096040890801E-6</c:v>
                </c:pt>
                <c:pt idx="295">
                  <c:v>4.9433227343957103E-6</c:v>
                </c:pt>
                <c:pt idx="296">
                  <c:v>4.9441354565056301E-6</c:v>
                </c:pt>
                <c:pt idx="297">
                  <c:v>4.9449614458697503E-6</c:v>
                </c:pt>
                <c:pt idx="298">
                  <c:v>4.9457972918645299E-6</c:v>
                </c:pt>
                <c:pt idx="299">
                  <c:v>4.9466348539624601E-6</c:v>
                </c:pt>
                <c:pt idx="300">
                  <c:v>4.9474611386310598E-6</c:v>
                </c:pt>
                <c:pt idx="301">
                  <c:v>4.94832108992618E-6</c:v>
                </c:pt>
                <c:pt idx="302">
                  <c:v>4.9491345767950402E-6</c:v>
                </c:pt>
                <c:pt idx="303">
                  <c:v>4.9500070391813496E-6</c:v>
                </c:pt>
                <c:pt idx="304">
                  <c:v>4.9508248747049096E-6</c:v>
                </c:pt>
                <c:pt idx="305">
                  <c:v>4.9516731440967002E-6</c:v>
                </c:pt>
                <c:pt idx="306">
                  <c:v>4.9525346935575501E-6</c:v>
                </c:pt>
                <c:pt idx="307">
                  <c:v>4.9533492899796097E-6</c:v>
                </c:pt>
                <c:pt idx="308">
                  <c:v>4.9542205895513998E-6</c:v>
                </c:pt>
                <c:pt idx="309">
                  <c:v>4.95504511294711E-6</c:v>
                </c:pt>
                <c:pt idx="310">
                  <c:v>4.9559205202938096E-6</c:v>
                </c:pt>
                <c:pt idx="311">
                  <c:v>4.9567830733424703E-6</c:v>
                </c:pt>
                <c:pt idx="312">
                  <c:v>4.9577058635125699E-6</c:v>
                </c:pt>
                <c:pt idx="313">
                  <c:v>4.9586195492416703E-6</c:v>
                </c:pt>
                <c:pt idx="314">
                  <c:v>4.9595158859982296E-6</c:v>
                </c:pt>
                <c:pt idx="315">
                  <c:v>4.9604311742488098E-6</c:v>
                </c:pt>
                <c:pt idx="316">
                  <c:v>4.9613312267038198E-6</c:v>
                </c:pt>
                <c:pt idx="317">
                  <c:v>4.9622374444029501E-6</c:v>
                </c:pt>
                <c:pt idx="318">
                  <c:v>4.9631820384058402E-6</c:v>
                </c:pt>
                <c:pt idx="319">
                  <c:v>4.9640965944550801E-6</c:v>
                </c:pt>
                <c:pt idx="320">
                  <c:v>4.9650603599636499E-6</c:v>
                </c:pt>
                <c:pt idx="321">
                  <c:v>4.9659862971916498E-6</c:v>
                </c:pt>
                <c:pt idx="322">
                  <c:v>4.9669555428844302E-6</c:v>
                </c:pt>
                <c:pt idx="323">
                  <c:v>4.9679058146397602E-6</c:v>
                </c:pt>
                <c:pt idx="324">
                  <c:v>4.9688717678860902E-6</c:v>
                </c:pt>
                <c:pt idx="325">
                  <c:v>4.9698367578886202E-6</c:v>
                </c:pt>
                <c:pt idx="326">
                  <c:v>4.97080599935726E-6</c:v>
                </c:pt>
                <c:pt idx="327">
                  <c:v>4.9717937440693497E-6</c:v>
                </c:pt>
                <c:pt idx="328">
                  <c:v>4.9727723215203602E-6</c:v>
                </c:pt>
                <c:pt idx="329">
                  <c:v>4.9737834901311001E-6</c:v>
                </c:pt>
                <c:pt idx="330">
                  <c:v>4.9747654579012098E-6</c:v>
                </c:pt>
                <c:pt idx="331">
                  <c:v>4.97579313201613E-6</c:v>
                </c:pt>
                <c:pt idx="332">
                  <c:v>4.9767743885995801E-6</c:v>
                </c:pt>
                <c:pt idx="333">
                  <c:v>4.9778090233783402E-6</c:v>
                </c:pt>
                <c:pt idx="334">
                  <c:v>4.9788133403474404E-6</c:v>
                </c:pt>
                <c:pt idx="335">
                  <c:v>4.9798585891812303E-6</c:v>
                </c:pt>
                <c:pt idx="336">
                  <c:v>4.9808688488933704E-6</c:v>
                </c:pt>
                <c:pt idx="337">
                  <c:v>4.9819305643406801E-6</c:v>
                </c:pt>
                <c:pt idx="338">
                  <c:v>4.9829427927127896E-6</c:v>
                </c:pt>
                <c:pt idx="339">
                  <c:v>4.9840280895226199E-6</c:v>
                </c:pt>
                <c:pt idx="340">
                  <c:v>4.9850500386406298E-6</c:v>
                </c:pt>
                <c:pt idx="341">
                  <c:v>4.9861662910516102E-6</c:v>
                </c:pt>
                <c:pt idx="342">
                  <c:v>4.98723645443493E-6</c:v>
                </c:pt>
                <c:pt idx="343">
                  <c:v>4.9883139252024398E-6</c:v>
                </c:pt>
                <c:pt idx="344">
                  <c:v>4.9894432609007203E-6</c:v>
                </c:pt>
                <c:pt idx="345">
                  <c:v>4.9904715845838998E-6</c:v>
                </c:pt>
                <c:pt idx="346">
                  <c:v>4.9916054794442898E-6</c:v>
                </c:pt>
                <c:pt idx="347">
                  <c:v>4.9926603379368897E-6</c:v>
                </c:pt>
                <c:pt idx="348">
                  <c:v>4.9938074262228603E-6</c:v>
                </c:pt>
                <c:pt idx="349">
                  <c:v>4.9949253735415402E-6</c:v>
                </c:pt>
                <c:pt idx="350">
                  <c:v>4.9960564827926702E-6</c:v>
                </c:pt>
                <c:pt idx="351">
                  <c:v>4.9972034010099604E-6</c:v>
                </c:pt>
                <c:pt idx="352">
                  <c:v>4.9983063702761396E-6</c:v>
                </c:pt>
                <c:pt idx="353">
                  <c:v>4.9994598339988802E-6</c:v>
                </c:pt>
                <c:pt idx="354">
                  <c:v>5.0005780966556401E-6</c:v>
                </c:pt>
                <c:pt idx="355">
                  <c:v>5.0017663379313596E-6</c:v>
                </c:pt>
                <c:pt idx="356">
                  <c:v>5.0029132108887301E-6</c:v>
                </c:pt>
                <c:pt idx="357">
                  <c:v>5.0040914728388604E-6</c:v>
                </c:pt>
                <c:pt idx="358">
                  <c:v>5.0052592822640198E-6</c:v>
                </c:pt>
                <c:pt idx="359">
                  <c:v>5.0064248056778899E-6</c:v>
                </c:pt>
                <c:pt idx="360">
                  <c:v>5.0076030959455302E-6</c:v>
                </c:pt>
                <c:pt idx="361">
                  <c:v>5.0088025917444403E-6</c:v>
                </c:pt>
                <c:pt idx="362">
                  <c:v>5.0100105801053499E-6</c:v>
                </c:pt>
                <c:pt idx="363">
                  <c:v>5.0112441516128802E-6</c:v>
                </c:pt>
                <c:pt idx="364">
                  <c:v>5.0124546652762404E-6</c:v>
                </c:pt>
                <c:pt idx="365">
                  <c:v>5.0136903782338298E-6</c:v>
                </c:pt>
                <c:pt idx="366">
                  <c:v>5.0148738049973299E-6</c:v>
                </c:pt>
                <c:pt idx="367">
                  <c:v>5.0161150499491301E-6</c:v>
                </c:pt>
                <c:pt idx="368">
                  <c:v>5.0173006745519901E-6</c:v>
                </c:pt>
                <c:pt idx="369">
                  <c:v>5.0185675588900596E-6</c:v>
                </c:pt>
                <c:pt idx="370">
                  <c:v>5.0197569270012196E-6</c:v>
                </c:pt>
                <c:pt idx="371">
                  <c:v>5.02104006948503E-6</c:v>
                </c:pt>
                <c:pt idx="372">
                  <c:v>5.0222248409503297E-6</c:v>
                </c:pt>
                <c:pt idx="373">
                  <c:v>5.0234622934070897E-6</c:v>
                </c:pt>
                <c:pt idx="374">
                  <c:v>5.0247223167742097E-6</c:v>
                </c:pt>
                <c:pt idx="375">
                  <c:v>5.0259865952631304E-6</c:v>
                </c:pt>
                <c:pt idx="376">
                  <c:v>5.0273113794473503E-6</c:v>
                </c:pt>
                <c:pt idx="377">
                  <c:v>5.02858829659251E-6</c:v>
                </c:pt>
                <c:pt idx="378">
                  <c:v>5.0298431830703996E-6</c:v>
                </c:pt>
                <c:pt idx="379">
                  <c:v>5.0310550664886299E-6</c:v>
                </c:pt>
                <c:pt idx="380">
                  <c:v>5.0322707852439102E-6</c:v>
                </c:pt>
                <c:pt idx="381">
                  <c:v>5.0335490007970597E-6</c:v>
                </c:pt>
                <c:pt idx="382">
                  <c:v>5.0347934770517702E-6</c:v>
                </c:pt>
                <c:pt idx="383">
                  <c:v>5.03615762213814E-6</c:v>
                </c:pt>
                <c:pt idx="384">
                  <c:v>5.0374682015793297E-6</c:v>
                </c:pt>
                <c:pt idx="385">
                  <c:v>5.0388064579446399E-6</c:v>
                </c:pt>
                <c:pt idx="386">
                  <c:v>5.0401740831724599E-6</c:v>
                </c:pt>
                <c:pt idx="387">
                  <c:v>5.0415161293979E-6</c:v>
                </c:pt>
                <c:pt idx="388">
                  <c:v>5.0428654036572497E-6</c:v>
                </c:pt>
                <c:pt idx="389">
                  <c:v>5.0442800943589303E-6</c:v>
                </c:pt>
                <c:pt idx="390">
                  <c:v>5.0456383267331603E-6</c:v>
                </c:pt>
                <c:pt idx="391">
                  <c:v>5.0470483746978498E-6</c:v>
                </c:pt>
                <c:pt idx="392">
                  <c:v>5.0484176561316403E-6</c:v>
                </c:pt>
                <c:pt idx="393">
                  <c:v>5.0497987039661304E-6</c:v>
                </c:pt>
                <c:pt idx="394">
                  <c:v>5.0511523789367497E-6</c:v>
                </c:pt>
                <c:pt idx="395">
                  <c:v>5.0525453285197602E-6</c:v>
                </c:pt>
                <c:pt idx="396">
                  <c:v>5.0539608249298003E-6</c:v>
                </c:pt>
                <c:pt idx="397">
                  <c:v>5.0553859628567997E-6</c:v>
                </c:pt>
                <c:pt idx="398">
                  <c:v>5.0568423273270703E-6</c:v>
                </c:pt>
                <c:pt idx="399">
                  <c:v>5.0582524196123504E-6</c:v>
                </c:pt>
                <c:pt idx="400">
                  <c:v>5.0597179128459401E-6</c:v>
                </c:pt>
                <c:pt idx="401">
                  <c:v>5.0611399047500202E-6</c:v>
                </c:pt>
                <c:pt idx="402">
                  <c:v>5.0626201535382701E-6</c:v>
                </c:pt>
                <c:pt idx="403">
                  <c:v>5.0640486396535902E-6</c:v>
                </c:pt>
                <c:pt idx="404">
                  <c:v>5.0655230411042004E-6</c:v>
                </c:pt>
                <c:pt idx="405">
                  <c:v>5.0669132608108798E-6</c:v>
                </c:pt>
                <c:pt idx="406">
                  <c:v>5.0684083201576897E-6</c:v>
                </c:pt>
                <c:pt idx="407">
                  <c:v>5.0698021363887698E-6</c:v>
                </c:pt>
                <c:pt idx="408">
                  <c:v>5.07132052630331E-6</c:v>
                </c:pt>
                <c:pt idx="409">
                  <c:v>5.0727978249427304E-6</c:v>
                </c:pt>
                <c:pt idx="410">
                  <c:v>5.0743303301157703E-6</c:v>
                </c:pt>
                <c:pt idx="411">
                  <c:v>5.0758050284661398E-6</c:v>
                </c:pt>
                <c:pt idx="412">
                  <c:v>5.0773623373547102E-6</c:v>
                </c:pt>
                <c:pt idx="413">
                  <c:v>5.0788243049019796E-6</c:v>
                </c:pt>
                <c:pt idx="414">
                  <c:v>5.0803182405545198E-6</c:v>
                </c:pt>
                <c:pt idx="415">
                  <c:v>5.0817926799733302E-6</c:v>
                </c:pt>
                <c:pt idx="416">
                  <c:v>5.0832031684402203E-6</c:v>
                </c:pt>
                <c:pt idx="417">
                  <c:v>5.0846274625757997E-6</c:v>
                </c:pt>
                <c:pt idx="418">
                  <c:v>5.0861156680515199E-6</c:v>
                </c:pt>
                <c:pt idx="419">
                  <c:v>5.0875692659938102E-6</c:v>
                </c:pt>
                <c:pt idx="420">
                  <c:v>5.0891440022302704E-6</c:v>
                </c:pt>
                <c:pt idx="421">
                  <c:v>5.0906950528367496E-6</c:v>
                </c:pt>
                <c:pt idx="422">
                  <c:v>5.0922797728346902E-6</c:v>
                </c:pt>
                <c:pt idx="423">
                  <c:v>5.09385696135085E-6</c:v>
                </c:pt>
                <c:pt idx="424">
                  <c:v>5.0954514652422203E-6</c:v>
                </c:pt>
                <c:pt idx="425">
                  <c:v>5.09703742019505E-6</c:v>
                </c:pt>
                <c:pt idx="426">
                  <c:v>5.0986399222139397E-6</c:v>
                </c:pt>
                <c:pt idx="427">
                  <c:v>5.1002601638349302E-6</c:v>
                </c:pt>
                <c:pt idx="428">
                  <c:v>5.1018934404112304E-6</c:v>
                </c:pt>
                <c:pt idx="429">
                  <c:v>5.1035092161140597E-6</c:v>
                </c:pt>
                <c:pt idx="430">
                  <c:v>5.1051514778501101E-6</c:v>
                </c:pt>
                <c:pt idx="431">
                  <c:v>5.1068011684793097E-6</c:v>
                </c:pt>
                <c:pt idx="432">
                  <c:v>5.1084091677375903E-6</c:v>
                </c:pt>
                <c:pt idx="433">
                  <c:v>5.1100378658777097E-6</c:v>
                </c:pt>
                <c:pt idx="434">
                  <c:v>5.1116545445776604E-6</c:v>
                </c:pt>
                <c:pt idx="435">
                  <c:v>5.1132516155860097E-6</c:v>
                </c:pt>
                <c:pt idx="436">
                  <c:v>5.1149072096685302E-6</c:v>
                </c:pt>
                <c:pt idx="437">
                  <c:v>5.1165658179736799E-6</c:v>
                </c:pt>
                <c:pt idx="438">
                  <c:v>5.1182506422301296E-6</c:v>
                </c:pt>
                <c:pt idx="439">
                  <c:v>5.1199067793757396E-6</c:v>
                </c:pt>
                <c:pt idx="440">
                  <c:v>5.1216183444650599E-6</c:v>
                </c:pt>
                <c:pt idx="441">
                  <c:v>5.1232681064583904E-6</c:v>
                </c:pt>
                <c:pt idx="442">
                  <c:v>5.1249151703068602E-6</c:v>
                </c:pt>
                <c:pt idx="443">
                  <c:v>5.1265576939685999E-6</c:v>
                </c:pt>
                <c:pt idx="444">
                  <c:v>5.1282267415932202E-6</c:v>
                </c:pt>
                <c:pt idx="445">
                  <c:v>5.12988790653963E-6</c:v>
                </c:pt>
                <c:pt idx="446">
                  <c:v>5.13157320328176E-6</c:v>
                </c:pt>
                <c:pt idx="447">
                  <c:v>5.1332413819115899E-6</c:v>
                </c:pt>
                <c:pt idx="448">
                  <c:v>5.1349391108399597E-6</c:v>
                </c:pt>
                <c:pt idx="449">
                  <c:v>5.1366327921370699E-6</c:v>
                </c:pt>
                <c:pt idx="450">
                  <c:v>5.1384082192777803E-6</c:v>
                </c:pt>
                <c:pt idx="451">
                  <c:v>5.1401368231692799E-6</c:v>
                </c:pt>
                <c:pt idx="452">
                  <c:v>5.1419128484114402E-6</c:v>
                </c:pt>
                <c:pt idx="453">
                  <c:v>5.1436305191446398E-6</c:v>
                </c:pt>
                <c:pt idx="454">
                  <c:v>5.1453603760117798E-6</c:v>
                </c:pt>
                <c:pt idx="455">
                  <c:v>5.1471421226109398E-6</c:v>
                </c:pt>
                <c:pt idx="456">
                  <c:v>5.1488051657241799E-6</c:v>
                </c:pt>
                <c:pt idx="457">
                  <c:v>5.1506159332384003E-6</c:v>
                </c:pt>
                <c:pt idx="458">
                  <c:v>5.1523508482704801E-6</c:v>
                </c:pt>
                <c:pt idx="459">
                  <c:v>5.1541381862463398E-6</c:v>
                </c:pt>
                <c:pt idx="460">
                  <c:v>5.15595060216995E-6</c:v>
                </c:pt>
                <c:pt idx="461">
                  <c:v>5.15774846213059E-6</c:v>
                </c:pt>
                <c:pt idx="462">
                  <c:v>5.15958667890529E-6</c:v>
                </c:pt>
                <c:pt idx="463">
                  <c:v>5.1614387629313297E-6</c:v>
                </c:pt>
                <c:pt idx="464">
                  <c:v>5.1632498247608798E-6</c:v>
                </c:pt>
                <c:pt idx="465">
                  <c:v>5.1650911867530401E-6</c:v>
                </c:pt>
                <c:pt idx="466">
                  <c:v>5.1669101831183396E-6</c:v>
                </c:pt>
                <c:pt idx="467">
                  <c:v>5.1687300557887397E-6</c:v>
                </c:pt>
                <c:pt idx="468">
                  <c:v>5.1705623996131398E-6</c:v>
                </c:pt>
                <c:pt idx="469">
                  <c:v>5.1723889811591697E-6</c:v>
                </c:pt>
                <c:pt idx="470">
                  <c:v>5.1741744269589401E-6</c:v>
                </c:pt>
                <c:pt idx="471">
                  <c:v>5.1760387131311099E-6</c:v>
                </c:pt>
                <c:pt idx="472">
                  <c:v>5.1778221985998298E-6</c:v>
                </c:pt>
                <c:pt idx="473">
                  <c:v>5.1797140895937001E-6</c:v>
                </c:pt>
                <c:pt idx="474">
                  <c:v>5.1815600215654599E-6</c:v>
                </c:pt>
                <c:pt idx="475">
                  <c:v>5.1834120598557803E-6</c:v>
                </c:pt>
                <c:pt idx="476">
                  <c:v>5.1853247603621999E-6</c:v>
                </c:pt>
                <c:pt idx="477">
                  <c:v>5.18713342428385E-6</c:v>
                </c:pt>
                <c:pt idx="478">
                  <c:v>5.1890601375145104E-6</c:v>
                </c:pt>
                <c:pt idx="479">
                  <c:v>5.1908339027495402E-6</c:v>
                </c:pt>
                <c:pt idx="480">
                  <c:v>5.19269212552145E-6</c:v>
                </c:pt>
                <c:pt idx="481">
                  <c:v>5.1944511819767897E-6</c:v>
                </c:pt>
                <c:pt idx="482">
                  <c:v>5.1963168731976003E-6</c:v>
                </c:pt>
                <c:pt idx="483">
                  <c:v>5.1981131250202097E-6</c:v>
                </c:pt>
                <c:pt idx="484">
                  <c:v>5.1999689397514803E-6</c:v>
                </c:pt>
                <c:pt idx="485">
                  <c:v>5.2018038534887797E-6</c:v>
                </c:pt>
                <c:pt idx="486">
                  <c:v>5.2036838180712501E-6</c:v>
                </c:pt>
                <c:pt idx="487">
                  <c:v>5.20561506556993E-6</c:v>
                </c:pt>
                <c:pt idx="488">
                  <c:v>5.2076111650145796E-6</c:v>
                </c:pt>
                <c:pt idx="489">
                  <c:v>5.2095536562561102E-6</c:v>
                </c:pt>
                <c:pt idx="490">
                  <c:v>5.2115496428362497E-6</c:v>
                </c:pt>
                <c:pt idx="491">
                  <c:v>5.2134195872803704E-6</c:v>
                </c:pt>
                <c:pt idx="492">
                  <c:v>5.2154263760646702E-6</c:v>
                </c:pt>
                <c:pt idx="493">
                  <c:v>5.2173263063488204E-6</c:v>
                </c:pt>
                <c:pt idx="494">
                  <c:v>5.2193497806532097E-6</c:v>
                </c:pt>
                <c:pt idx="495">
                  <c:v>5.2213198794062303E-6</c:v>
                </c:pt>
                <c:pt idx="496">
                  <c:v>5.2233175855159203E-6</c:v>
                </c:pt>
                <c:pt idx="497">
                  <c:v>5.2252930235052598E-6</c:v>
                </c:pt>
                <c:pt idx="498">
                  <c:v>5.2272661942362001E-6</c:v>
                </c:pt>
                <c:pt idx="499">
                  <c:v>5.2292358461386996E-6</c:v>
                </c:pt>
                <c:pt idx="500">
                  <c:v>5.2312065146779598E-6</c:v>
                </c:pt>
                <c:pt idx="501">
                  <c:v>5.2332158236094398E-6</c:v>
                </c:pt>
                <c:pt idx="502">
                  <c:v>5.2352280952136804E-6</c:v>
                </c:pt>
                <c:pt idx="503">
                  <c:v>5.2372854728711603E-6</c:v>
                </c:pt>
                <c:pt idx="504">
                  <c:v>5.23930503256128E-6</c:v>
                </c:pt>
                <c:pt idx="505">
                  <c:v>5.2413680365077497E-6</c:v>
                </c:pt>
                <c:pt idx="506">
                  <c:v>5.2433491038373202E-6</c:v>
                </c:pt>
                <c:pt idx="507">
                  <c:v>5.2454042218615898E-6</c:v>
                </c:pt>
                <c:pt idx="508">
                  <c:v>5.2473821001991999E-6</c:v>
                </c:pt>
                <c:pt idx="509">
                  <c:v>5.2494864262458699E-6</c:v>
                </c:pt>
                <c:pt idx="510">
                  <c:v>5.2514586530548601E-6</c:v>
                </c:pt>
                <c:pt idx="511">
                  <c:v>5.2535977604379901E-6</c:v>
                </c:pt>
                <c:pt idx="512">
                  <c:v>5.2555761771041804E-6</c:v>
                </c:pt>
                <c:pt idx="513">
                  <c:v>5.2577293147176697E-6</c:v>
                </c:pt>
                <c:pt idx="514">
                  <c:v>5.2598042471471896E-6</c:v>
                </c:pt>
                <c:pt idx="515">
                  <c:v>5.2618773637005696E-6</c:v>
                </c:pt>
                <c:pt idx="516">
                  <c:v>5.26406861061203E-6</c:v>
                </c:pt>
                <c:pt idx="517">
                  <c:v>5.26616596439883E-6</c:v>
                </c:pt>
                <c:pt idx="518">
                  <c:v>5.26835482723088E-6</c:v>
                </c:pt>
                <c:pt idx="519">
                  <c:v>5.2704733707174296E-6</c:v>
                </c:pt>
                <c:pt idx="520">
                  <c:v>5.2726622159833699E-6</c:v>
                </c:pt>
                <c:pt idx="521">
                  <c:v>5.2747715827973997E-6</c:v>
                </c:pt>
                <c:pt idx="522">
                  <c:v>5.2768825086460904E-6</c:v>
                </c:pt>
                <c:pt idx="523">
                  <c:v>5.27899965932185E-6</c:v>
                </c:pt>
                <c:pt idx="524">
                  <c:v>5.2811015556769902E-6</c:v>
                </c:pt>
                <c:pt idx="525">
                  <c:v>5.2831677039372597E-6</c:v>
                </c:pt>
                <c:pt idx="526">
                  <c:v>5.28536322328815E-6</c:v>
                </c:pt>
                <c:pt idx="527">
                  <c:v>5.2875412127202497E-6</c:v>
                </c:pt>
                <c:pt idx="528">
                  <c:v>5.2897017753423899E-6</c:v>
                </c:pt>
                <c:pt idx="529">
                  <c:v>5.2919126065386404E-6</c:v>
                </c:pt>
                <c:pt idx="530">
                  <c:v>5.2940498804586397E-6</c:v>
                </c:pt>
                <c:pt idx="531">
                  <c:v>5.2962498646324599E-6</c:v>
                </c:pt>
                <c:pt idx="532">
                  <c:v>5.2984616917641798E-6</c:v>
                </c:pt>
                <c:pt idx="533">
                  <c:v>5.3007213646426303E-6</c:v>
                </c:pt>
                <c:pt idx="534">
                  <c:v>5.3029523370030003E-6</c:v>
                </c:pt>
                <c:pt idx="535">
                  <c:v>5.30518257966584E-6</c:v>
                </c:pt>
                <c:pt idx="536">
                  <c:v>5.3074071477536298E-6</c:v>
                </c:pt>
                <c:pt idx="537">
                  <c:v>5.3095602625321002E-6</c:v>
                </c:pt>
                <c:pt idx="538">
                  <c:v>5.3118388973422001E-6</c:v>
                </c:pt>
                <c:pt idx="539">
                  <c:v>5.3139748628903103E-6</c:v>
                </c:pt>
                <c:pt idx="540">
                  <c:v>5.3162677881074104E-6</c:v>
                </c:pt>
                <c:pt idx="541">
                  <c:v>5.3183967806015598E-6</c:v>
                </c:pt>
                <c:pt idx="542">
                  <c:v>5.3206001573501896E-6</c:v>
                </c:pt>
                <c:pt idx="543">
                  <c:v>5.3228156889493099E-6</c:v>
                </c:pt>
                <c:pt idx="544">
                  <c:v>5.3249540026276697E-6</c:v>
                </c:pt>
                <c:pt idx="545">
                  <c:v>5.3271735635432797E-6</c:v>
                </c:pt>
                <c:pt idx="546">
                  <c:v>5.3293322448753497E-6</c:v>
                </c:pt>
                <c:pt idx="547">
                  <c:v>5.33157841902764E-6</c:v>
                </c:pt>
                <c:pt idx="548">
                  <c:v>5.3338423705186101E-6</c:v>
                </c:pt>
                <c:pt idx="549">
                  <c:v>5.33610076527912E-6</c:v>
                </c:pt>
                <c:pt idx="550">
                  <c:v>5.33837036630704E-6</c:v>
                </c:pt>
                <c:pt idx="551">
                  <c:v>5.3406280131135499E-6</c:v>
                </c:pt>
                <c:pt idx="552">
                  <c:v>5.3428363718147803E-6</c:v>
                </c:pt>
                <c:pt idx="553">
                  <c:v>5.3452295335680901E-6</c:v>
                </c:pt>
                <c:pt idx="554">
                  <c:v>5.3475304531744103E-6</c:v>
                </c:pt>
                <c:pt idx="555">
                  <c:v>5.3498709147348802E-6</c:v>
                </c:pt>
                <c:pt idx="556">
                  <c:v>5.3522050305419698E-6</c:v>
                </c:pt>
                <c:pt idx="557">
                  <c:v>5.3544899971437196E-6</c:v>
                </c:pt>
                <c:pt idx="558">
                  <c:v>5.3568461393038399E-6</c:v>
                </c:pt>
                <c:pt idx="559">
                  <c:v>5.3592232199071798E-6</c:v>
                </c:pt>
                <c:pt idx="560">
                  <c:v>5.3615790714031602E-6</c:v>
                </c:pt>
                <c:pt idx="561">
                  <c:v>5.36397946221722E-6</c:v>
                </c:pt>
                <c:pt idx="562">
                  <c:v>5.3663194130465002E-6</c:v>
                </c:pt>
                <c:pt idx="563">
                  <c:v>5.3686573244354797E-6</c:v>
                </c:pt>
                <c:pt idx="564">
                  <c:v>5.3710340510603899E-6</c:v>
                </c:pt>
                <c:pt idx="565">
                  <c:v>5.37335787188816E-6</c:v>
                </c:pt>
                <c:pt idx="566">
                  <c:v>5.3757815254256604E-6</c:v>
                </c:pt>
                <c:pt idx="567">
                  <c:v>5.3781980582498798E-6</c:v>
                </c:pt>
                <c:pt idx="568">
                  <c:v>5.3806530328060398E-6</c:v>
                </c:pt>
                <c:pt idx="569">
                  <c:v>5.3830971562064198E-6</c:v>
                </c:pt>
                <c:pt idx="570">
                  <c:v>5.38558572229666E-6</c:v>
                </c:pt>
                <c:pt idx="571">
                  <c:v>5.3880117737312598E-6</c:v>
                </c:pt>
                <c:pt idx="572">
                  <c:v>5.39044202155868E-6</c:v>
                </c:pt>
                <c:pt idx="573">
                  <c:v>5.3929431167570702E-6</c:v>
                </c:pt>
                <c:pt idx="574">
                  <c:v>5.3953582322791102E-6</c:v>
                </c:pt>
                <c:pt idx="575">
                  <c:v>5.3978113841834402E-6</c:v>
                </c:pt>
                <c:pt idx="576">
                  <c:v>5.4003314220372403E-6</c:v>
                </c:pt>
                <c:pt idx="577">
                  <c:v>5.4026713014611298E-6</c:v>
                </c:pt>
                <c:pt idx="578">
                  <c:v>5.4052273701866796E-6</c:v>
                </c:pt>
                <c:pt idx="579">
                  <c:v>5.40767364264793E-6</c:v>
                </c:pt>
                <c:pt idx="580">
                  <c:v>5.41024906315173E-6</c:v>
                </c:pt>
                <c:pt idx="581">
                  <c:v>5.4127067580399097E-6</c:v>
                </c:pt>
                <c:pt idx="582">
                  <c:v>5.4152913501204199E-6</c:v>
                </c:pt>
                <c:pt idx="583">
                  <c:v>5.4176449132732996E-6</c:v>
                </c:pt>
                <c:pt idx="584">
                  <c:v>5.4202211571845403E-6</c:v>
                </c:pt>
                <c:pt idx="585">
                  <c:v>5.4226034272636003E-6</c:v>
                </c:pt>
                <c:pt idx="586">
                  <c:v>5.4251736938953802E-6</c:v>
                </c:pt>
                <c:pt idx="587">
                  <c:v>5.4276023809831199E-6</c:v>
                </c:pt>
                <c:pt idx="588">
                  <c:v>5.4302045370039404E-6</c:v>
                </c:pt>
                <c:pt idx="589">
                  <c:v>5.4327111685391199E-6</c:v>
                </c:pt>
                <c:pt idx="590">
                  <c:v>5.4353604481201603E-6</c:v>
                </c:pt>
                <c:pt idx="591">
                  <c:v>5.4379315487208502E-6</c:v>
                </c:pt>
                <c:pt idx="592">
                  <c:v>5.4405522992240096E-6</c:v>
                </c:pt>
                <c:pt idx="593">
                  <c:v>5.4431281030004697E-6</c:v>
                </c:pt>
                <c:pt idx="594">
                  <c:v>5.4457399509608196E-6</c:v>
                </c:pt>
                <c:pt idx="595">
                  <c:v>5.4483300767445304E-6</c:v>
                </c:pt>
                <c:pt idx="596">
                  <c:v>5.4509702600664896E-6</c:v>
                </c:pt>
                <c:pt idx="597">
                  <c:v>5.4535334107087398E-6</c:v>
                </c:pt>
                <c:pt idx="598">
                  <c:v>5.4561757255012304E-6</c:v>
                </c:pt>
                <c:pt idx="599">
                  <c:v>5.4587629810263296E-6</c:v>
                </c:pt>
                <c:pt idx="600">
                  <c:v>5.4613304289812796E-6</c:v>
                </c:pt>
                <c:pt idx="601">
                  <c:v>5.4640017619290999E-6</c:v>
                </c:pt>
                <c:pt idx="602">
                  <c:v>5.4664991530474202E-6</c:v>
                </c:pt>
                <c:pt idx="603">
                  <c:v>5.4691855283759396E-6</c:v>
                </c:pt>
                <c:pt idx="604">
                  <c:v>5.4718073069792903E-6</c:v>
                </c:pt>
                <c:pt idx="605">
                  <c:v>5.47437420580718E-6</c:v>
                </c:pt>
                <c:pt idx="606">
                  <c:v>5.4769922541095801E-6</c:v>
                </c:pt>
                <c:pt idx="607">
                  <c:v>5.4795940182702197E-6</c:v>
                </c:pt>
                <c:pt idx="608">
                  <c:v>5.4822219294861698E-6</c:v>
                </c:pt>
                <c:pt idx="609">
                  <c:v>5.4849990896141798E-6</c:v>
                </c:pt>
                <c:pt idx="610">
                  <c:v>5.4877395006546503E-6</c:v>
                </c:pt>
                <c:pt idx="611">
                  <c:v>5.4903886899492198E-6</c:v>
                </c:pt>
                <c:pt idx="612">
                  <c:v>5.4931379661140003E-6</c:v>
                </c:pt>
                <c:pt idx="613">
                  <c:v>5.4956811944611103E-6</c:v>
                </c:pt>
                <c:pt idx="614">
                  <c:v>5.4984143666943302E-6</c:v>
                </c:pt>
                <c:pt idx="615">
                  <c:v>5.5010218656220004E-6</c:v>
                </c:pt>
                <c:pt idx="616">
                  <c:v>5.5037530338227899E-6</c:v>
                </c:pt>
                <c:pt idx="617">
                  <c:v>5.5064389725703596E-6</c:v>
                </c:pt>
                <c:pt idx="618">
                  <c:v>5.5091523904983798E-6</c:v>
                </c:pt>
                <c:pt idx="619">
                  <c:v>5.5118410034828199E-6</c:v>
                </c:pt>
                <c:pt idx="620">
                  <c:v>5.5145219059537697E-6</c:v>
                </c:pt>
                <c:pt idx="621">
                  <c:v>5.5172349421000602E-6</c:v>
                </c:pt>
                <c:pt idx="622">
                  <c:v>5.5199914982403396E-6</c:v>
                </c:pt>
                <c:pt idx="623">
                  <c:v>5.5227128990589103E-6</c:v>
                </c:pt>
                <c:pt idx="624">
                  <c:v>5.5254634954204097E-6</c:v>
                </c:pt>
                <c:pt idx="625">
                  <c:v>5.5282082244136596E-6</c:v>
                </c:pt>
                <c:pt idx="626">
                  <c:v>5.5309763573970397E-6</c:v>
                </c:pt>
                <c:pt idx="627">
                  <c:v>5.53373880048679E-6</c:v>
                </c:pt>
                <c:pt idx="628">
                  <c:v>5.5365700987690401E-6</c:v>
                </c:pt>
                <c:pt idx="629">
                  <c:v>5.5393463979951004E-6</c:v>
                </c:pt>
                <c:pt idx="630">
                  <c:v>5.5420910193641102E-6</c:v>
                </c:pt>
                <c:pt idx="631">
                  <c:v>5.5449284883524301E-6</c:v>
                </c:pt>
                <c:pt idx="632">
                  <c:v>5.5476045013451703E-6</c:v>
                </c:pt>
                <c:pt idx="633">
                  <c:v>5.5504599585310798E-6</c:v>
                </c:pt>
                <c:pt idx="634">
                  <c:v>5.5532338415307702E-6</c:v>
                </c:pt>
                <c:pt idx="635">
                  <c:v>5.5560113466668802E-6</c:v>
                </c:pt>
                <c:pt idx="636">
                  <c:v>5.5587785870125001E-6</c:v>
                </c:pt>
                <c:pt idx="637">
                  <c:v>5.56158651155867E-6</c:v>
                </c:pt>
                <c:pt idx="638">
                  <c:v>5.5643531664203301E-6</c:v>
                </c:pt>
                <c:pt idx="639">
                  <c:v>5.5671496340563902E-6</c:v>
                </c:pt>
                <c:pt idx="640">
                  <c:v>5.5699181057641802E-6</c:v>
                </c:pt>
                <c:pt idx="641">
                  <c:v>5.5725545719502501E-6</c:v>
                </c:pt>
                <c:pt idx="642">
                  <c:v>5.57522306873212E-6</c:v>
                </c:pt>
                <c:pt idx="643">
                  <c:v>5.5780316014008799E-6</c:v>
                </c:pt>
                <c:pt idx="644">
                  <c:v>5.5808547130628098E-6</c:v>
                </c:pt>
                <c:pt idx="645">
                  <c:v>5.5838282686315303E-6</c:v>
                </c:pt>
                <c:pt idx="646">
                  <c:v>5.5866974289080801E-6</c:v>
                </c:pt>
                <c:pt idx="647">
                  <c:v>5.58964485133522E-6</c:v>
                </c:pt>
                <c:pt idx="648">
                  <c:v>5.5925169460534703E-6</c:v>
                </c:pt>
                <c:pt idx="649">
                  <c:v>5.5953847639304798E-6</c:v>
                </c:pt>
                <c:pt idx="650">
                  <c:v>5.5983366108764901E-6</c:v>
                </c:pt>
                <c:pt idx="651">
                  <c:v>5.6011499076319598E-6</c:v>
                </c:pt>
                <c:pt idx="652">
                  <c:v>5.60407976295199E-6</c:v>
                </c:pt>
                <c:pt idx="653">
                  <c:v>5.60700853005801E-6</c:v>
                </c:pt>
                <c:pt idx="654">
                  <c:v>5.6099826400209397E-6</c:v>
                </c:pt>
                <c:pt idx="655">
                  <c:v>5.6129277531450199E-6</c:v>
                </c:pt>
                <c:pt idx="656">
                  <c:v>5.6159110513539999E-6</c:v>
                </c:pt>
                <c:pt idx="657">
                  <c:v>5.6188647179284797E-6</c:v>
                </c:pt>
                <c:pt idx="658">
                  <c:v>5.6218098520228596E-6</c:v>
                </c:pt>
                <c:pt idx="659">
                  <c:v>5.6247516924840899E-6</c:v>
                </c:pt>
                <c:pt idx="660">
                  <c:v>5.6277240321877799E-6</c:v>
                </c:pt>
                <c:pt idx="661">
                  <c:v>5.6305762398635702E-6</c:v>
                </c:pt>
                <c:pt idx="662">
                  <c:v>5.63357160503638E-6</c:v>
                </c:pt>
                <c:pt idx="663">
                  <c:v>5.6364371912411798E-6</c:v>
                </c:pt>
                <c:pt idx="664">
                  <c:v>5.63945059826027E-6</c:v>
                </c:pt>
                <c:pt idx="665">
                  <c:v>5.6424319816281099E-6</c:v>
                </c:pt>
                <c:pt idx="666">
                  <c:v>5.6453943154298497E-6</c:v>
                </c:pt>
                <c:pt idx="667">
                  <c:v>5.6485180199793899E-6</c:v>
                </c:pt>
                <c:pt idx="668">
                  <c:v>5.6515008350272903E-6</c:v>
                </c:pt>
                <c:pt idx="669">
                  <c:v>5.6546463954857902E-6</c:v>
                </c:pt>
                <c:pt idx="670">
                  <c:v>5.6577819231990003E-6</c:v>
                </c:pt>
                <c:pt idx="671">
                  <c:v>5.66092141675807E-6</c:v>
                </c:pt>
                <c:pt idx="672">
                  <c:v>5.6640897841869799E-6</c:v>
                </c:pt>
                <c:pt idx="673">
                  <c:v>5.6672195338875602E-6</c:v>
                </c:pt>
                <c:pt idx="674">
                  <c:v>5.6702258593961796E-6</c:v>
                </c:pt>
                <c:pt idx="675">
                  <c:v>5.6732072158663103E-6</c:v>
                </c:pt>
                <c:pt idx="676">
                  <c:v>5.6762314147002597E-6</c:v>
                </c:pt>
                <c:pt idx="677">
                  <c:v>5.6792331857353501E-6</c:v>
                </c:pt>
                <c:pt idx="678">
                  <c:v>5.6822720654343199E-6</c:v>
                </c:pt>
                <c:pt idx="679">
                  <c:v>5.6854399974672699E-6</c:v>
                </c:pt>
                <c:pt idx="680">
                  <c:v>5.6884982847360801E-6</c:v>
                </c:pt>
                <c:pt idx="681">
                  <c:v>5.6917032785799299E-6</c:v>
                </c:pt>
                <c:pt idx="682">
                  <c:v>5.69491352945647E-6</c:v>
                </c:pt>
                <c:pt idx="683">
                  <c:v>5.6981357613136302E-6</c:v>
                </c:pt>
                <c:pt idx="684">
                  <c:v>5.7013543689670904E-6</c:v>
                </c:pt>
                <c:pt idx="685">
                  <c:v>5.7046051342534202E-6</c:v>
                </c:pt>
                <c:pt idx="686">
                  <c:v>5.7078385451878501E-6</c:v>
                </c:pt>
                <c:pt idx="687">
                  <c:v>5.7110677355003701E-6</c:v>
                </c:pt>
                <c:pt idx="688">
                  <c:v>5.7142579772990103E-6</c:v>
                </c:pt>
                <c:pt idx="689">
                  <c:v>5.7174867439749897E-6</c:v>
                </c:pt>
                <c:pt idx="690">
                  <c:v>5.7206645248735601E-6</c:v>
                </c:pt>
                <c:pt idx="691">
                  <c:v>5.7238909507603704E-6</c:v>
                </c:pt>
                <c:pt idx="692">
                  <c:v>5.7271184460528396E-6</c:v>
                </c:pt>
                <c:pt idx="693">
                  <c:v>5.7303369232595201E-6</c:v>
                </c:pt>
                <c:pt idx="694">
                  <c:v>5.73360189180853E-6</c:v>
                </c:pt>
                <c:pt idx="695">
                  <c:v>5.7368480174034298E-6</c:v>
                </c:pt>
                <c:pt idx="696">
                  <c:v>5.7400156117418298E-6</c:v>
                </c:pt>
                <c:pt idx="697">
                  <c:v>5.7432430678070504E-6</c:v>
                </c:pt>
                <c:pt idx="698">
                  <c:v>5.74629165097368E-6</c:v>
                </c:pt>
                <c:pt idx="699">
                  <c:v>5.74955352468865E-6</c:v>
                </c:pt>
                <c:pt idx="700">
                  <c:v>5.7527386375708802E-6</c:v>
                </c:pt>
                <c:pt idx="701">
                  <c:v>5.7559086628926902E-6</c:v>
                </c:pt>
                <c:pt idx="702">
                  <c:v>5.7592275945733996E-6</c:v>
                </c:pt>
                <c:pt idx="703">
                  <c:v>5.7624200727395903E-6</c:v>
                </c:pt>
                <c:pt idx="704">
                  <c:v>5.7655905710662796E-6</c:v>
                </c:pt>
                <c:pt idx="705">
                  <c:v>5.7690092333987197E-6</c:v>
                </c:pt>
                <c:pt idx="706">
                  <c:v>5.7721453778208096E-6</c:v>
                </c:pt>
                <c:pt idx="707">
                  <c:v>5.7755502507657E-6</c:v>
                </c:pt>
                <c:pt idx="708">
                  <c:v>5.7787107664291701E-6</c:v>
                </c:pt>
                <c:pt idx="709">
                  <c:v>5.7820431983743099E-6</c:v>
                </c:pt>
                <c:pt idx="710">
                  <c:v>5.7851163850966798E-6</c:v>
                </c:pt>
                <c:pt idx="711">
                  <c:v>5.78845861800803E-6</c:v>
                </c:pt>
                <c:pt idx="712">
                  <c:v>5.7915605094213196E-6</c:v>
                </c:pt>
                <c:pt idx="713">
                  <c:v>5.7949199337735803E-6</c:v>
                </c:pt>
                <c:pt idx="714">
                  <c:v>5.7981860358118397E-6</c:v>
                </c:pt>
                <c:pt idx="715">
                  <c:v>5.8015773888055404E-6</c:v>
                </c:pt>
                <c:pt idx="716">
                  <c:v>5.8048636144636604E-6</c:v>
                </c:pt>
                <c:pt idx="717">
                  <c:v>5.8082254839953704E-6</c:v>
                </c:pt>
                <c:pt idx="718">
                  <c:v>5.8114255172943296E-6</c:v>
                </c:pt>
                <c:pt idx="719">
                  <c:v>5.8147418501029801E-6</c:v>
                </c:pt>
                <c:pt idx="720">
                  <c:v>5.8179691984063296E-6</c:v>
                </c:pt>
                <c:pt idx="721">
                  <c:v>5.8212430986586203E-6</c:v>
                </c:pt>
                <c:pt idx="722">
                  <c:v>5.8245251885432804E-6</c:v>
                </c:pt>
                <c:pt idx="723">
                  <c:v>5.8278164018266E-6</c:v>
                </c:pt>
                <c:pt idx="724">
                  <c:v>5.8312085303304398E-6</c:v>
                </c:pt>
                <c:pt idx="725">
                  <c:v>5.8345770718395396E-6</c:v>
                </c:pt>
                <c:pt idx="726">
                  <c:v>5.8363079611616604E-6</c:v>
                </c:pt>
              </c:numCache>
            </c:numRef>
          </c:xVal>
          <c:yVal>
            <c:numRef>
              <c:f>'Post Processing - SS CaCl2'!$AV$82:$AV$808</c:f>
              <c:numCache>
                <c:formatCode>General</c:formatCode>
                <c:ptCount val="727"/>
                <c:pt idx="0">
                  <c:v>0.47090182699830441</c:v>
                </c:pt>
                <c:pt idx="1">
                  <c:v>0.47589018175086162</c:v>
                </c:pt>
                <c:pt idx="2">
                  <c:v>0.47511186862255522</c:v>
                </c:pt>
                <c:pt idx="3">
                  <c:v>0.47616945537518257</c:v>
                </c:pt>
                <c:pt idx="4">
                  <c:v>0.4793183420549243</c:v>
                </c:pt>
                <c:pt idx="5">
                  <c:v>0.48094947534023624</c:v>
                </c:pt>
                <c:pt idx="6">
                  <c:v>0.47839893236101089</c:v>
                </c:pt>
                <c:pt idx="7">
                  <c:v>0.47886786756140826</c:v>
                </c:pt>
                <c:pt idx="8">
                  <c:v>0.47948756320425767</c:v>
                </c:pt>
                <c:pt idx="9">
                  <c:v>0.48352990147236696</c:v>
                </c:pt>
                <c:pt idx="10">
                  <c:v>0.48080462613738401</c:v>
                </c:pt>
                <c:pt idx="11">
                  <c:v>0.47839217292689068</c:v>
                </c:pt>
                <c:pt idx="12">
                  <c:v>0.47718038787675054</c:v>
                </c:pt>
                <c:pt idx="13">
                  <c:v>0.47244455766879578</c:v>
                </c:pt>
                <c:pt idx="14">
                  <c:v>0.47188298207637391</c:v>
                </c:pt>
                <c:pt idx="15">
                  <c:v>0.47400945959259855</c:v>
                </c:pt>
                <c:pt idx="16">
                  <c:v>0.47384236967177629</c:v>
                </c:pt>
                <c:pt idx="17">
                  <c:v>0.47287571432102332</c:v>
                </c:pt>
                <c:pt idx="18">
                  <c:v>0.46750483839298523</c:v>
                </c:pt>
                <c:pt idx="19">
                  <c:v>0.46729442636110513</c:v>
                </c:pt>
                <c:pt idx="20">
                  <c:v>0.46719458559905519</c:v>
                </c:pt>
                <c:pt idx="21">
                  <c:v>0.46761193575273186</c:v>
                </c:pt>
                <c:pt idx="22">
                  <c:v>0.47002987907586891</c:v>
                </c:pt>
                <c:pt idx="23">
                  <c:v>0.47591292033678073</c:v>
                </c:pt>
                <c:pt idx="24">
                  <c:v>0.47894548301456358</c:v>
                </c:pt>
                <c:pt idx="25">
                  <c:v>0.47729196306602711</c:v>
                </c:pt>
                <c:pt idx="26">
                  <c:v>0.47715910533752198</c:v>
                </c:pt>
                <c:pt idx="27">
                  <c:v>0.47635138122105936</c:v>
                </c:pt>
                <c:pt idx="28">
                  <c:v>0.47949989794925046</c:v>
                </c:pt>
                <c:pt idx="29">
                  <c:v>0.48354737221436533</c:v>
                </c:pt>
                <c:pt idx="30">
                  <c:v>0.48310211149550775</c:v>
                </c:pt>
                <c:pt idx="31">
                  <c:v>0.48278256229616912</c:v>
                </c:pt>
                <c:pt idx="32">
                  <c:v>0.48549909335152031</c:v>
                </c:pt>
                <c:pt idx="33">
                  <c:v>0.48349962715049466</c:v>
                </c:pt>
                <c:pt idx="34">
                  <c:v>0.48303820683648169</c:v>
                </c:pt>
                <c:pt idx="35">
                  <c:v>0.48334396763069032</c:v>
                </c:pt>
                <c:pt idx="36">
                  <c:v>0.48262049925906325</c:v>
                </c:pt>
                <c:pt idx="37">
                  <c:v>0.48276474106646367</c:v>
                </c:pt>
                <c:pt idx="38">
                  <c:v>0.48195579655359638</c:v>
                </c:pt>
                <c:pt idx="39">
                  <c:v>0.48213849520900198</c:v>
                </c:pt>
                <c:pt idx="40">
                  <c:v>0.48361685079027827</c:v>
                </c:pt>
                <c:pt idx="41">
                  <c:v>0.48106039648199456</c:v>
                </c:pt>
                <c:pt idx="42">
                  <c:v>0.48041917592488564</c:v>
                </c:pt>
                <c:pt idx="43">
                  <c:v>0.48386736719245349</c:v>
                </c:pt>
                <c:pt idx="44">
                  <c:v>0.48375297801507816</c:v>
                </c:pt>
                <c:pt idx="45">
                  <c:v>0.48299315717635483</c:v>
                </c:pt>
                <c:pt idx="46">
                  <c:v>0.48494382203265501</c:v>
                </c:pt>
                <c:pt idx="47">
                  <c:v>0.48582696212702381</c:v>
                </c:pt>
                <c:pt idx="48">
                  <c:v>0.48327062980817109</c:v>
                </c:pt>
                <c:pt idx="49">
                  <c:v>0.48330588717295359</c:v>
                </c:pt>
                <c:pt idx="50">
                  <c:v>0.48385804306338304</c:v>
                </c:pt>
                <c:pt idx="51">
                  <c:v>0.48429398706649807</c:v>
                </c:pt>
                <c:pt idx="52">
                  <c:v>0.48420081482389898</c:v>
                </c:pt>
                <c:pt idx="53">
                  <c:v>0.48070933492288132</c:v>
                </c:pt>
                <c:pt idx="54">
                  <c:v>0.4815381878440802</c:v>
                </c:pt>
                <c:pt idx="55">
                  <c:v>0.48126853842540612</c:v>
                </c:pt>
                <c:pt idx="56">
                  <c:v>0.48108522066567339</c:v>
                </c:pt>
                <c:pt idx="57">
                  <c:v>0.48350676213387694</c:v>
                </c:pt>
                <c:pt idx="58">
                  <c:v>0.48774160851641035</c:v>
                </c:pt>
                <c:pt idx="59">
                  <c:v>0.48792514235063511</c:v>
                </c:pt>
                <c:pt idx="60">
                  <c:v>0.48808920338152079</c:v>
                </c:pt>
                <c:pt idx="61">
                  <c:v>0.48896697442363685</c:v>
                </c:pt>
                <c:pt idx="62">
                  <c:v>0.49042096333538809</c:v>
                </c:pt>
                <c:pt idx="63">
                  <c:v>0.49193753878479946</c:v>
                </c:pt>
                <c:pt idx="64">
                  <c:v>0.49005602082665151</c:v>
                </c:pt>
                <c:pt idx="65">
                  <c:v>0.48802301902398743</c:v>
                </c:pt>
                <c:pt idx="66">
                  <c:v>0.48922747020506657</c:v>
                </c:pt>
                <c:pt idx="67">
                  <c:v>0.48818572274647326</c:v>
                </c:pt>
                <c:pt idx="68">
                  <c:v>0.48756868387311708</c:v>
                </c:pt>
                <c:pt idx="69">
                  <c:v>0.48646886026659047</c:v>
                </c:pt>
                <c:pt idx="70">
                  <c:v>0.48602694460564311</c:v>
                </c:pt>
                <c:pt idx="71">
                  <c:v>0.48613781531196754</c:v>
                </c:pt>
                <c:pt idx="72">
                  <c:v>0.48590491249366485</c:v>
                </c:pt>
                <c:pt idx="73">
                  <c:v>0.48471919183572293</c:v>
                </c:pt>
                <c:pt idx="74">
                  <c:v>0.48807548519392224</c:v>
                </c:pt>
                <c:pt idx="75">
                  <c:v>0.4907303235326842</c:v>
                </c:pt>
                <c:pt idx="76">
                  <c:v>0.48854821811348198</c:v>
                </c:pt>
                <c:pt idx="77">
                  <c:v>0.48684591133778016</c:v>
                </c:pt>
                <c:pt idx="78">
                  <c:v>0.48516884067368676</c:v>
                </c:pt>
                <c:pt idx="79">
                  <c:v>0.48561544316021399</c:v>
                </c:pt>
                <c:pt idx="80">
                  <c:v>0.48593444230163751</c:v>
                </c:pt>
                <c:pt idx="81">
                  <c:v>0.48552599053501566</c:v>
                </c:pt>
                <c:pt idx="82">
                  <c:v>0.48559577184082892</c:v>
                </c:pt>
                <c:pt idx="83">
                  <c:v>0.48609263819647452</c:v>
                </c:pt>
                <c:pt idx="84">
                  <c:v>0.48478780411440803</c:v>
                </c:pt>
                <c:pt idx="85">
                  <c:v>0.48381077802496641</c:v>
                </c:pt>
                <c:pt idx="86">
                  <c:v>0.48521719229965243</c:v>
                </c:pt>
                <c:pt idx="87">
                  <c:v>0.48324855697575436</c:v>
                </c:pt>
                <c:pt idx="88">
                  <c:v>0.480198842489379</c:v>
                </c:pt>
                <c:pt idx="89">
                  <c:v>0.4811396924245695</c:v>
                </c:pt>
                <c:pt idx="90">
                  <c:v>0.48240378538500989</c:v>
                </c:pt>
                <c:pt idx="91">
                  <c:v>0.48183849964489711</c:v>
                </c:pt>
                <c:pt idx="92">
                  <c:v>0.47982397971231983</c:v>
                </c:pt>
                <c:pt idx="93">
                  <c:v>0.48035221611529755</c:v>
                </c:pt>
                <c:pt idx="94">
                  <c:v>0.4822339980588991</c:v>
                </c:pt>
                <c:pt idx="95">
                  <c:v>0.48303705534178371</c:v>
                </c:pt>
                <c:pt idx="96">
                  <c:v>0.48000169918934948</c:v>
                </c:pt>
                <c:pt idx="97">
                  <c:v>0.48176967613229582</c:v>
                </c:pt>
                <c:pt idx="98">
                  <c:v>0.48461884205519234</c:v>
                </c:pt>
                <c:pt idx="99">
                  <c:v>0.48305130710511501</c:v>
                </c:pt>
                <c:pt idx="100">
                  <c:v>0.4825575320549278</c:v>
                </c:pt>
                <c:pt idx="101">
                  <c:v>0.48232248886704077</c:v>
                </c:pt>
                <c:pt idx="102">
                  <c:v>0.48601484574655202</c:v>
                </c:pt>
                <c:pt idx="103">
                  <c:v>0.48531769791359958</c:v>
                </c:pt>
                <c:pt idx="104">
                  <c:v>0.48442759630809018</c:v>
                </c:pt>
                <c:pt idx="105">
                  <c:v>0.48347075969429421</c:v>
                </c:pt>
                <c:pt idx="106">
                  <c:v>0.48596730553009165</c:v>
                </c:pt>
                <c:pt idx="107">
                  <c:v>0.48890555502486138</c:v>
                </c:pt>
                <c:pt idx="108">
                  <c:v>0.48936869312604186</c:v>
                </c:pt>
                <c:pt idx="109">
                  <c:v>0.49102280408280796</c:v>
                </c:pt>
                <c:pt idx="110">
                  <c:v>0.48782255223942839</c:v>
                </c:pt>
                <c:pt idx="111">
                  <c:v>0.48531361320976774</c:v>
                </c:pt>
                <c:pt idx="112">
                  <c:v>0.48487324576323865</c:v>
                </c:pt>
                <c:pt idx="113">
                  <c:v>0.48395204691699312</c:v>
                </c:pt>
                <c:pt idx="114">
                  <c:v>0.48020110719975762</c:v>
                </c:pt>
                <c:pt idx="115">
                  <c:v>0.48223294184506554</c:v>
                </c:pt>
                <c:pt idx="116">
                  <c:v>0.48694310138686431</c:v>
                </c:pt>
                <c:pt idx="117">
                  <c:v>0.48515343903402203</c:v>
                </c:pt>
                <c:pt idx="118">
                  <c:v>0.48386589639929489</c:v>
                </c:pt>
                <c:pt idx="119">
                  <c:v>0.4788107821941105</c:v>
                </c:pt>
                <c:pt idx="120">
                  <c:v>0.48249685425576888</c:v>
                </c:pt>
                <c:pt idx="121">
                  <c:v>0.48293970038796591</c:v>
                </c:pt>
                <c:pt idx="122">
                  <c:v>0.48341950047049581</c:v>
                </c:pt>
                <c:pt idx="123">
                  <c:v>0.48334354893624737</c:v>
                </c:pt>
                <c:pt idx="124">
                  <c:v>0.48597450627131733</c:v>
                </c:pt>
                <c:pt idx="125">
                  <c:v>0.48491519771911706</c:v>
                </c:pt>
                <c:pt idx="126">
                  <c:v>0.4814622546400063</c:v>
                </c:pt>
                <c:pt idx="127">
                  <c:v>0.48374094667537865</c:v>
                </c:pt>
                <c:pt idx="128">
                  <c:v>0.48487718760022525</c:v>
                </c:pt>
                <c:pt idx="129">
                  <c:v>0.48440450370280941</c:v>
                </c:pt>
                <c:pt idx="130">
                  <c:v>0.48741896626512998</c:v>
                </c:pt>
                <c:pt idx="131">
                  <c:v>0.4859705620828666</c:v>
                </c:pt>
                <c:pt idx="132">
                  <c:v>0.48259086413580565</c:v>
                </c:pt>
                <c:pt idx="133">
                  <c:v>0.4806713292601944</c:v>
                </c:pt>
                <c:pt idx="134">
                  <c:v>0.48159747744145964</c:v>
                </c:pt>
                <c:pt idx="135">
                  <c:v>0.48340977297393978</c:v>
                </c:pt>
                <c:pt idx="136">
                  <c:v>0.48191761163636304</c:v>
                </c:pt>
                <c:pt idx="137">
                  <c:v>0.48053589212702424</c:v>
                </c:pt>
                <c:pt idx="138">
                  <c:v>0.48268637629958605</c:v>
                </c:pt>
                <c:pt idx="139">
                  <c:v>0.48529347326380134</c:v>
                </c:pt>
                <c:pt idx="140">
                  <c:v>0.48398515013737792</c:v>
                </c:pt>
                <c:pt idx="141">
                  <c:v>0.48476204374381981</c:v>
                </c:pt>
                <c:pt idx="142">
                  <c:v>0.48654555691065349</c:v>
                </c:pt>
                <c:pt idx="143">
                  <c:v>0.48722020787887932</c:v>
                </c:pt>
                <c:pt idx="144">
                  <c:v>0.48643310199682943</c:v>
                </c:pt>
                <c:pt idx="145">
                  <c:v>0.48498103668373366</c:v>
                </c:pt>
                <c:pt idx="146">
                  <c:v>0.4854795466630239</c:v>
                </c:pt>
                <c:pt idx="147">
                  <c:v>0.48494239178789073</c:v>
                </c:pt>
                <c:pt idx="148">
                  <c:v>0.48294953164175075</c:v>
                </c:pt>
                <c:pt idx="149">
                  <c:v>0.4814865812529564</c:v>
                </c:pt>
                <c:pt idx="150">
                  <c:v>0.47905966208962736</c:v>
                </c:pt>
                <c:pt idx="151">
                  <c:v>0.47766988661317927</c:v>
                </c:pt>
                <c:pt idx="152">
                  <c:v>0.47664138319154664</c:v>
                </c:pt>
                <c:pt idx="153">
                  <c:v>0.47574359852549425</c:v>
                </c:pt>
                <c:pt idx="154">
                  <c:v>0.47369650603144547</c:v>
                </c:pt>
                <c:pt idx="155">
                  <c:v>0.47439798803823779</c:v>
                </c:pt>
                <c:pt idx="156">
                  <c:v>0.47612002421154492</c:v>
                </c:pt>
                <c:pt idx="157">
                  <c:v>0.47725007930337676</c:v>
                </c:pt>
                <c:pt idx="158">
                  <c:v>0.47838401772020184</c:v>
                </c:pt>
                <c:pt idx="159">
                  <c:v>0.47855424646908989</c:v>
                </c:pt>
                <c:pt idx="160">
                  <c:v>0.48164410154670745</c:v>
                </c:pt>
                <c:pt idx="161">
                  <c:v>0.48323925607326007</c:v>
                </c:pt>
                <c:pt idx="162">
                  <c:v>0.48267484086160173</c:v>
                </c:pt>
                <c:pt idx="163">
                  <c:v>0.48224971030657682</c:v>
                </c:pt>
                <c:pt idx="164">
                  <c:v>0.48298834568929699</c:v>
                </c:pt>
                <c:pt idx="165">
                  <c:v>0.48243283552311972</c:v>
                </c:pt>
                <c:pt idx="166">
                  <c:v>0.47941358036185194</c:v>
                </c:pt>
                <c:pt idx="167">
                  <c:v>0.47797324472603886</c:v>
                </c:pt>
                <c:pt idx="168">
                  <c:v>0.47612041841390162</c:v>
                </c:pt>
                <c:pt idx="169">
                  <c:v>0.47422812760766647</c:v>
                </c:pt>
                <c:pt idx="170">
                  <c:v>0.47397367953051972</c:v>
                </c:pt>
                <c:pt idx="171">
                  <c:v>0.47431017232927986</c:v>
                </c:pt>
                <c:pt idx="172">
                  <c:v>0.47569060971865518</c:v>
                </c:pt>
                <c:pt idx="173">
                  <c:v>0.47705075050746232</c:v>
                </c:pt>
                <c:pt idx="174">
                  <c:v>0.47882180970193167</c:v>
                </c:pt>
                <c:pt idx="175">
                  <c:v>0.4789399268148084</c:v>
                </c:pt>
                <c:pt idx="176">
                  <c:v>0.47818455141200611</c:v>
                </c:pt>
                <c:pt idx="177">
                  <c:v>0.47848110336374594</c:v>
                </c:pt>
                <c:pt idx="178">
                  <c:v>0.47959309637752301</c:v>
                </c:pt>
                <c:pt idx="179">
                  <c:v>0.48027365474328504</c:v>
                </c:pt>
                <c:pt idx="180">
                  <c:v>0.47988668358409842</c:v>
                </c:pt>
                <c:pt idx="181">
                  <c:v>0.47960904981244173</c:v>
                </c:pt>
                <c:pt idx="182">
                  <c:v>0.47959767447089885</c:v>
                </c:pt>
                <c:pt idx="183">
                  <c:v>0.47899015424870184</c:v>
                </c:pt>
                <c:pt idx="184">
                  <c:v>0.47916089880823604</c:v>
                </c:pt>
                <c:pt idx="185">
                  <c:v>0.47921348770054267</c:v>
                </c:pt>
                <c:pt idx="186">
                  <c:v>0.47868101668101176</c:v>
                </c:pt>
                <c:pt idx="187">
                  <c:v>0.47710438999434523</c:v>
                </c:pt>
                <c:pt idx="188">
                  <c:v>0.47504807422148121</c:v>
                </c:pt>
                <c:pt idx="189">
                  <c:v>0.47520948676288355</c:v>
                </c:pt>
                <c:pt idx="190">
                  <c:v>0.47555737601063452</c:v>
                </c:pt>
                <c:pt idx="191">
                  <c:v>0.47563940071082861</c:v>
                </c:pt>
                <c:pt idx="192">
                  <c:v>0.47439710424932879</c:v>
                </c:pt>
                <c:pt idx="193">
                  <c:v>0.47289478598329759</c:v>
                </c:pt>
                <c:pt idx="194">
                  <c:v>0.47356035256580786</c:v>
                </c:pt>
                <c:pt idx="195">
                  <c:v>0.47313148849464787</c:v>
                </c:pt>
                <c:pt idx="196">
                  <c:v>0.472944465982303</c:v>
                </c:pt>
                <c:pt idx="197">
                  <c:v>0.47279896147042499</c:v>
                </c:pt>
                <c:pt idx="198">
                  <c:v>0.47209523444212603</c:v>
                </c:pt>
                <c:pt idx="199">
                  <c:v>0.4721066016029416</c:v>
                </c:pt>
                <c:pt idx="200">
                  <c:v>0.47050420740772664</c:v>
                </c:pt>
                <c:pt idx="201">
                  <c:v>0.46987794852055009</c:v>
                </c:pt>
                <c:pt idx="202">
                  <c:v>0.47324625983231156</c:v>
                </c:pt>
                <c:pt idx="203">
                  <c:v>0.4719933682758915</c:v>
                </c:pt>
                <c:pt idx="204">
                  <c:v>0.46918842848532122</c:v>
                </c:pt>
                <c:pt idx="205">
                  <c:v>0.47019645647945962</c:v>
                </c:pt>
                <c:pt idx="206">
                  <c:v>0.4712116710004654</c:v>
                </c:pt>
                <c:pt idx="207">
                  <c:v>0.47195643977133472</c:v>
                </c:pt>
                <c:pt idx="208">
                  <c:v>0.4710200161432635</c:v>
                </c:pt>
                <c:pt idx="209">
                  <c:v>0.47148236734220872</c:v>
                </c:pt>
                <c:pt idx="210">
                  <c:v>0.47234289355490178</c:v>
                </c:pt>
                <c:pt idx="211">
                  <c:v>0.47245439650114401</c:v>
                </c:pt>
                <c:pt idx="212">
                  <c:v>0.47223349435237238</c:v>
                </c:pt>
                <c:pt idx="213">
                  <c:v>0.47533696541376341</c:v>
                </c:pt>
                <c:pt idx="214">
                  <c:v>0.47838595737642914</c:v>
                </c:pt>
                <c:pt idx="215">
                  <c:v>0.47765466444207738</c:v>
                </c:pt>
                <c:pt idx="216">
                  <c:v>0.47679597136334007</c:v>
                </c:pt>
                <c:pt idx="217">
                  <c:v>0.47606611129068804</c:v>
                </c:pt>
                <c:pt idx="218">
                  <c:v>0.47496231358263263</c:v>
                </c:pt>
                <c:pt idx="219">
                  <c:v>0.4742518413382541</c:v>
                </c:pt>
                <c:pt idx="220">
                  <c:v>0.47300548075000498</c:v>
                </c:pt>
                <c:pt idx="221">
                  <c:v>0.47296490204892544</c:v>
                </c:pt>
                <c:pt idx="222">
                  <c:v>0.47174972791618264</c:v>
                </c:pt>
                <c:pt idx="223">
                  <c:v>0.46985252243184056</c:v>
                </c:pt>
                <c:pt idx="224">
                  <c:v>0.47039984471986263</c:v>
                </c:pt>
                <c:pt idx="225">
                  <c:v>0.46967203607428931</c:v>
                </c:pt>
                <c:pt idx="226">
                  <c:v>0.46926625620023549</c:v>
                </c:pt>
                <c:pt idx="227">
                  <c:v>0.47087789043006245</c:v>
                </c:pt>
                <c:pt idx="228">
                  <c:v>0.47349634659888545</c:v>
                </c:pt>
                <c:pt idx="229">
                  <c:v>0.47389472816545442</c:v>
                </c:pt>
                <c:pt idx="230">
                  <c:v>0.47498203952864881</c:v>
                </c:pt>
                <c:pt idx="231">
                  <c:v>0.47516318784488071</c:v>
                </c:pt>
                <c:pt idx="232">
                  <c:v>0.47514326668484153</c:v>
                </c:pt>
                <c:pt idx="233">
                  <c:v>0.4760913964842976</c:v>
                </c:pt>
                <c:pt idx="234">
                  <c:v>0.47773609245676846</c:v>
                </c:pt>
                <c:pt idx="235">
                  <c:v>0.4763592257315713</c:v>
                </c:pt>
                <c:pt idx="236">
                  <c:v>0.47722816992515554</c:v>
                </c:pt>
                <c:pt idx="237">
                  <c:v>0.47804388005653115</c:v>
                </c:pt>
                <c:pt idx="238">
                  <c:v>0.47938243053912177</c:v>
                </c:pt>
                <c:pt idx="239">
                  <c:v>0.47833087968648863</c:v>
                </c:pt>
                <c:pt idx="240">
                  <c:v>0.4766273428459355</c:v>
                </c:pt>
                <c:pt idx="241">
                  <c:v>0.47778727236604146</c:v>
                </c:pt>
                <c:pt idx="242">
                  <c:v>0.47944863296361789</c:v>
                </c:pt>
                <c:pt idx="243">
                  <c:v>0.47714675619072999</c:v>
                </c:pt>
                <c:pt idx="244">
                  <c:v>0.47288233670277335</c:v>
                </c:pt>
                <c:pt idx="245">
                  <c:v>0.47237410024612086</c:v>
                </c:pt>
                <c:pt idx="246">
                  <c:v>0.47309836626545271</c:v>
                </c:pt>
                <c:pt idx="247">
                  <c:v>0.47331810353326581</c:v>
                </c:pt>
                <c:pt idx="248">
                  <c:v>0.47263649130594704</c:v>
                </c:pt>
                <c:pt idx="249">
                  <c:v>0.47306156045358178</c:v>
                </c:pt>
                <c:pt idx="250">
                  <c:v>0.47452093241293136</c:v>
                </c:pt>
                <c:pt idx="251">
                  <c:v>0.47536332752798127</c:v>
                </c:pt>
                <c:pt idx="252">
                  <c:v>0.47365661094643119</c:v>
                </c:pt>
                <c:pt idx="253">
                  <c:v>0.47381933088730627</c:v>
                </c:pt>
                <c:pt idx="254">
                  <c:v>0.47627022660517926</c:v>
                </c:pt>
                <c:pt idx="255">
                  <c:v>0.47723222114045177</c:v>
                </c:pt>
                <c:pt idx="256">
                  <c:v>0.47690206355693071</c:v>
                </c:pt>
                <c:pt idx="257">
                  <c:v>0.47508392207273975</c:v>
                </c:pt>
                <c:pt idx="258">
                  <c:v>0.47533680916759669</c:v>
                </c:pt>
                <c:pt idx="259">
                  <c:v>0.47507809099819198</c:v>
                </c:pt>
                <c:pt idx="260">
                  <c:v>0.4706938650550791</c:v>
                </c:pt>
                <c:pt idx="261">
                  <c:v>0.46998695358013076</c:v>
                </c:pt>
                <c:pt idx="262">
                  <c:v>0.47395042389256176</c:v>
                </c:pt>
                <c:pt idx="263">
                  <c:v>0.4739739043912321</c:v>
                </c:pt>
                <c:pt idx="264">
                  <c:v>0.4725906787120715</c:v>
                </c:pt>
                <c:pt idx="265">
                  <c:v>0.47044509140327373</c:v>
                </c:pt>
                <c:pt idx="266">
                  <c:v>0.47212206140832186</c:v>
                </c:pt>
                <c:pt idx="267">
                  <c:v>0.47095533953750879</c:v>
                </c:pt>
                <c:pt idx="268">
                  <c:v>0.47224345583575089</c:v>
                </c:pt>
                <c:pt idx="269">
                  <c:v>0.47262705103209196</c:v>
                </c:pt>
                <c:pt idx="270">
                  <c:v>0.47371430331509273</c:v>
                </c:pt>
                <c:pt idx="271">
                  <c:v>0.47435569703674452</c:v>
                </c:pt>
                <c:pt idx="272">
                  <c:v>0.47374591704125063</c:v>
                </c:pt>
                <c:pt idx="273">
                  <c:v>0.47486262896022691</c:v>
                </c:pt>
                <c:pt idx="274">
                  <c:v>0.47426403377999909</c:v>
                </c:pt>
                <c:pt idx="275">
                  <c:v>0.4732852215147012</c:v>
                </c:pt>
                <c:pt idx="276">
                  <c:v>0.47369477779077585</c:v>
                </c:pt>
                <c:pt idx="277">
                  <c:v>0.47482058191098903</c:v>
                </c:pt>
                <c:pt idx="278">
                  <c:v>0.47438397995660059</c:v>
                </c:pt>
                <c:pt idx="279">
                  <c:v>0.4729327690297111</c:v>
                </c:pt>
                <c:pt idx="280">
                  <c:v>0.47440235900109184</c:v>
                </c:pt>
                <c:pt idx="281">
                  <c:v>0.47531430576210604</c:v>
                </c:pt>
                <c:pt idx="282">
                  <c:v>0.47319236198974773</c:v>
                </c:pt>
                <c:pt idx="283">
                  <c:v>0.47163788550514768</c:v>
                </c:pt>
                <c:pt idx="284">
                  <c:v>0.46943996294581303</c:v>
                </c:pt>
                <c:pt idx="285">
                  <c:v>0.47264550077239875</c:v>
                </c:pt>
                <c:pt idx="286">
                  <c:v>0.47222570484634419</c:v>
                </c:pt>
                <c:pt idx="287">
                  <c:v>0.4730677758065463</c:v>
                </c:pt>
                <c:pt idx="288">
                  <c:v>0.47265043879128821</c:v>
                </c:pt>
                <c:pt idx="289">
                  <c:v>0.47413624187753806</c:v>
                </c:pt>
                <c:pt idx="290">
                  <c:v>0.47435222593281812</c:v>
                </c:pt>
                <c:pt idx="291">
                  <c:v>0.47128637353137492</c:v>
                </c:pt>
                <c:pt idx="292">
                  <c:v>0.47187200770621052</c:v>
                </c:pt>
                <c:pt idx="293">
                  <c:v>0.47282433539123109</c:v>
                </c:pt>
                <c:pt idx="294">
                  <c:v>0.4717282286704087</c:v>
                </c:pt>
                <c:pt idx="295">
                  <c:v>0.47136621420097946</c:v>
                </c:pt>
                <c:pt idx="296">
                  <c:v>0.47139344352794282</c:v>
                </c:pt>
                <c:pt idx="297">
                  <c:v>0.46788248987171432</c:v>
                </c:pt>
                <c:pt idx="298">
                  <c:v>0.46705716036956557</c:v>
                </c:pt>
                <c:pt idx="299">
                  <c:v>0.46946032326493453</c:v>
                </c:pt>
                <c:pt idx="300">
                  <c:v>0.47005359032562155</c:v>
                </c:pt>
                <c:pt idx="301">
                  <c:v>0.47003495897962949</c:v>
                </c:pt>
                <c:pt idx="302">
                  <c:v>0.4673983845862969</c:v>
                </c:pt>
                <c:pt idx="303">
                  <c:v>0.46850096100097671</c:v>
                </c:pt>
                <c:pt idx="304">
                  <c:v>0.47155451536780946</c:v>
                </c:pt>
                <c:pt idx="305">
                  <c:v>0.4725640923894841</c:v>
                </c:pt>
                <c:pt idx="306">
                  <c:v>0.47298050163446648</c:v>
                </c:pt>
                <c:pt idx="307">
                  <c:v>0.47579628253527551</c:v>
                </c:pt>
                <c:pt idx="308">
                  <c:v>0.47539521094319676</c:v>
                </c:pt>
                <c:pt idx="309">
                  <c:v>0.47283812896934235</c:v>
                </c:pt>
                <c:pt idx="310">
                  <c:v>0.47246132547214137</c:v>
                </c:pt>
                <c:pt idx="311">
                  <c:v>0.47342857397351418</c:v>
                </c:pt>
                <c:pt idx="312">
                  <c:v>0.47396591632482038</c:v>
                </c:pt>
                <c:pt idx="313">
                  <c:v>0.47351915215126766</c:v>
                </c:pt>
                <c:pt idx="314">
                  <c:v>0.47247811262360317</c:v>
                </c:pt>
                <c:pt idx="315">
                  <c:v>0.47075936005479962</c:v>
                </c:pt>
                <c:pt idx="316">
                  <c:v>0.46980092657994699</c:v>
                </c:pt>
                <c:pt idx="317">
                  <c:v>0.46963619024151004</c:v>
                </c:pt>
                <c:pt idx="318">
                  <c:v>0.47126272702651006</c:v>
                </c:pt>
                <c:pt idx="319">
                  <c:v>0.46992919636084923</c:v>
                </c:pt>
                <c:pt idx="320">
                  <c:v>0.47024283833176317</c:v>
                </c:pt>
                <c:pt idx="321">
                  <c:v>0.46928896198637032</c:v>
                </c:pt>
                <c:pt idx="322">
                  <c:v>0.46913061357388042</c:v>
                </c:pt>
                <c:pt idx="323">
                  <c:v>0.46953848206284787</c:v>
                </c:pt>
                <c:pt idx="324">
                  <c:v>0.47022643304643802</c:v>
                </c:pt>
                <c:pt idx="325">
                  <c:v>0.47188741043491739</c:v>
                </c:pt>
                <c:pt idx="326">
                  <c:v>0.47262006099667903</c:v>
                </c:pt>
                <c:pt idx="327">
                  <c:v>0.4704526360494003</c:v>
                </c:pt>
                <c:pt idx="328">
                  <c:v>0.46934547367232288</c:v>
                </c:pt>
                <c:pt idx="329">
                  <c:v>0.47097934126085811</c:v>
                </c:pt>
                <c:pt idx="330">
                  <c:v>0.47270939914771565</c:v>
                </c:pt>
                <c:pt idx="331">
                  <c:v>0.47189978967305185</c:v>
                </c:pt>
                <c:pt idx="332">
                  <c:v>0.47203547740374396</c:v>
                </c:pt>
                <c:pt idx="333">
                  <c:v>0.47072773323309586</c:v>
                </c:pt>
                <c:pt idx="334">
                  <c:v>0.47053566434642735</c:v>
                </c:pt>
                <c:pt idx="335">
                  <c:v>0.46910835244464461</c:v>
                </c:pt>
                <c:pt idx="336">
                  <c:v>0.46872279862179261</c:v>
                </c:pt>
                <c:pt idx="337">
                  <c:v>0.46787944182382368</c:v>
                </c:pt>
                <c:pt idx="338">
                  <c:v>0.46914377071256474</c:v>
                </c:pt>
                <c:pt idx="339">
                  <c:v>0.46864746816343766</c:v>
                </c:pt>
                <c:pt idx="340">
                  <c:v>0.46705428386772363</c:v>
                </c:pt>
                <c:pt idx="341">
                  <c:v>0.46622862495416145</c:v>
                </c:pt>
                <c:pt idx="342">
                  <c:v>0.46561133211424971</c:v>
                </c:pt>
                <c:pt idx="343">
                  <c:v>0.46422986870094302</c:v>
                </c:pt>
                <c:pt idx="344">
                  <c:v>0.46341612391945874</c:v>
                </c:pt>
                <c:pt idx="345">
                  <c:v>0.46252919760360545</c:v>
                </c:pt>
                <c:pt idx="346">
                  <c:v>0.45976488357168371</c:v>
                </c:pt>
                <c:pt idx="347">
                  <c:v>0.46220336532101441</c:v>
                </c:pt>
                <c:pt idx="348">
                  <c:v>0.46210549389380046</c:v>
                </c:pt>
                <c:pt idx="349">
                  <c:v>0.46066259926099451</c:v>
                </c:pt>
                <c:pt idx="350">
                  <c:v>0.4611840164800301</c:v>
                </c:pt>
                <c:pt idx="351">
                  <c:v>0.46240293297061119</c:v>
                </c:pt>
                <c:pt idx="352">
                  <c:v>0.46238228143301302</c:v>
                </c:pt>
                <c:pt idx="353">
                  <c:v>0.46264495802285538</c:v>
                </c:pt>
                <c:pt idx="354">
                  <c:v>0.46480058665317348</c:v>
                </c:pt>
                <c:pt idx="355">
                  <c:v>0.46651439172071829</c:v>
                </c:pt>
                <c:pt idx="356">
                  <c:v>0.46876863141050212</c:v>
                </c:pt>
                <c:pt idx="357">
                  <c:v>0.46892179726143973</c:v>
                </c:pt>
                <c:pt idx="358">
                  <c:v>0.46877313735060638</c:v>
                </c:pt>
                <c:pt idx="359">
                  <c:v>0.468241266939603</c:v>
                </c:pt>
                <c:pt idx="360">
                  <c:v>0.46813713387248507</c:v>
                </c:pt>
                <c:pt idx="361">
                  <c:v>0.46859790580195765</c:v>
                </c:pt>
                <c:pt idx="362">
                  <c:v>0.46833784939217971</c:v>
                </c:pt>
                <c:pt idx="363">
                  <c:v>0.46759192632450108</c:v>
                </c:pt>
                <c:pt idx="364">
                  <c:v>0.46607464736962895</c:v>
                </c:pt>
                <c:pt idx="365">
                  <c:v>0.46508354413554726</c:v>
                </c:pt>
                <c:pt idx="366">
                  <c:v>0.46449577817227999</c:v>
                </c:pt>
                <c:pt idx="367">
                  <c:v>0.46482148453405592</c:v>
                </c:pt>
                <c:pt idx="368">
                  <c:v>0.46544081148969513</c:v>
                </c:pt>
                <c:pt idx="369">
                  <c:v>0.46793201819949493</c:v>
                </c:pt>
                <c:pt idx="370">
                  <c:v>0.46904885394219953</c:v>
                </c:pt>
                <c:pt idx="371">
                  <c:v>0.47011296949688358</c:v>
                </c:pt>
                <c:pt idx="372">
                  <c:v>0.47036096719039699</c:v>
                </c:pt>
                <c:pt idx="373">
                  <c:v>0.46932097590200839</c:v>
                </c:pt>
                <c:pt idx="374">
                  <c:v>0.4699850167412758</c:v>
                </c:pt>
                <c:pt idx="375">
                  <c:v>0.46962051423919954</c:v>
                </c:pt>
                <c:pt idx="376">
                  <c:v>0.47008957661225503</c:v>
                </c:pt>
                <c:pt idx="377">
                  <c:v>0.46775689756856031</c:v>
                </c:pt>
                <c:pt idx="378">
                  <c:v>0.46550050512248103</c:v>
                </c:pt>
                <c:pt idx="379">
                  <c:v>0.46441545766078918</c:v>
                </c:pt>
                <c:pt idx="380">
                  <c:v>0.46641004655858653</c:v>
                </c:pt>
                <c:pt idx="381">
                  <c:v>0.46675127687694878</c:v>
                </c:pt>
                <c:pt idx="382">
                  <c:v>0.4661604492010874</c:v>
                </c:pt>
                <c:pt idx="383">
                  <c:v>0.46641847925195962</c:v>
                </c:pt>
                <c:pt idx="384">
                  <c:v>0.46634664469791309</c:v>
                </c:pt>
                <c:pt idx="385">
                  <c:v>0.46454716087222292</c:v>
                </c:pt>
                <c:pt idx="386">
                  <c:v>0.46377108540361467</c:v>
                </c:pt>
                <c:pt idx="387">
                  <c:v>0.46450635349191405</c:v>
                </c:pt>
                <c:pt idx="388">
                  <c:v>0.46616289577035774</c:v>
                </c:pt>
                <c:pt idx="389">
                  <c:v>0.46757564172682869</c:v>
                </c:pt>
                <c:pt idx="390">
                  <c:v>0.4669665047644922</c:v>
                </c:pt>
                <c:pt idx="391">
                  <c:v>0.46792098253385822</c:v>
                </c:pt>
                <c:pt idx="392">
                  <c:v>0.46846371249904445</c:v>
                </c:pt>
                <c:pt idx="393">
                  <c:v>0.46983236052656474</c:v>
                </c:pt>
                <c:pt idx="394">
                  <c:v>0.47030122509036143</c:v>
                </c:pt>
                <c:pt idx="395">
                  <c:v>0.47065856494417979</c:v>
                </c:pt>
                <c:pt idx="396">
                  <c:v>0.47056684618306166</c:v>
                </c:pt>
                <c:pt idx="397">
                  <c:v>0.47190857818236692</c:v>
                </c:pt>
                <c:pt idx="398">
                  <c:v>0.47302472585947825</c:v>
                </c:pt>
                <c:pt idx="399">
                  <c:v>0.47136288269442167</c:v>
                </c:pt>
                <c:pt idx="400">
                  <c:v>0.47034686629685046</c:v>
                </c:pt>
                <c:pt idx="401">
                  <c:v>0.46775969937246792</c:v>
                </c:pt>
                <c:pt idx="402">
                  <c:v>0.4675818681347258</c:v>
                </c:pt>
                <c:pt idx="403">
                  <c:v>0.46478567250998504</c:v>
                </c:pt>
                <c:pt idx="404">
                  <c:v>0.46461974443534598</c:v>
                </c:pt>
                <c:pt idx="405">
                  <c:v>0.46451981913547752</c:v>
                </c:pt>
                <c:pt idx="406">
                  <c:v>0.46454814605762174</c:v>
                </c:pt>
                <c:pt idx="407">
                  <c:v>0.46349903435908812</c:v>
                </c:pt>
                <c:pt idx="408">
                  <c:v>0.46180347388651954</c:v>
                </c:pt>
                <c:pt idx="409">
                  <c:v>0.46207048765082015</c:v>
                </c:pt>
                <c:pt idx="410">
                  <c:v>0.46239755436016333</c:v>
                </c:pt>
                <c:pt idx="411">
                  <c:v>0.46457467986081979</c:v>
                </c:pt>
                <c:pt idx="412">
                  <c:v>0.4650817385766215</c:v>
                </c:pt>
                <c:pt idx="413">
                  <c:v>0.46627526735621017</c:v>
                </c:pt>
                <c:pt idx="414">
                  <c:v>0.46588634084054814</c:v>
                </c:pt>
                <c:pt idx="415">
                  <c:v>0.46524601815308714</c:v>
                </c:pt>
                <c:pt idx="416">
                  <c:v>0.46545578122549042</c:v>
                </c:pt>
                <c:pt idx="417">
                  <c:v>0.46385771197564124</c:v>
                </c:pt>
                <c:pt idx="418">
                  <c:v>0.46580047165249761</c:v>
                </c:pt>
                <c:pt idx="419">
                  <c:v>0.46754531554061146</c:v>
                </c:pt>
                <c:pt idx="420">
                  <c:v>0.46768120630847354</c:v>
                </c:pt>
                <c:pt idx="421">
                  <c:v>0.46752579753830104</c:v>
                </c:pt>
                <c:pt idx="422">
                  <c:v>0.46558455489840767</c:v>
                </c:pt>
                <c:pt idx="423">
                  <c:v>0.4633100340961171</c:v>
                </c:pt>
                <c:pt idx="424">
                  <c:v>0.4614168819312956</c:v>
                </c:pt>
                <c:pt idx="425">
                  <c:v>0.46199961917989141</c:v>
                </c:pt>
                <c:pt idx="426">
                  <c:v>0.46288767703596467</c:v>
                </c:pt>
                <c:pt idx="427">
                  <c:v>0.46197130105917805</c:v>
                </c:pt>
                <c:pt idx="428">
                  <c:v>0.46224839228803127</c:v>
                </c:pt>
                <c:pt idx="429">
                  <c:v>0.46093178834168708</c:v>
                </c:pt>
                <c:pt idx="430">
                  <c:v>0.46117489445277143</c:v>
                </c:pt>
                <c:pt idx="431">
                  <c:v>0.45905601871720536</c:v>
                </c:pt>
                <c:pt idx="432">
                  <c:v>0.45972359242006344</c:v>
                </c:pt>
                <c:pt idx="433">
                  <c:v>0.4622983446677274</c:v>
                </c:pt>
                <c:pt idx="434">
                  <c:v>0.46364978498863491</c:v>
                </c:pt>
                <c:pt idx="435">
                  <c:v>0.462257619963926</c:v>
                </c:pt>
                <c:pt idx="436">
                  <c:v>0.46068949266100157</c:v>
                </c:pt>
                <c:pt idx="437">
                  <c:v>0.46180982972006818</c:v>
                </c:pt>
                <c:pt idx="438">
                  <c:v>0.46222194681814904</c:v>
                </c:pt>
                <c:pt idx="439">
                  <c:v>0.46086928390154103</c:v>
                </c:pt>
                <c:pt idx="440">
                  <c:v>0.46027248721696501</c:v>
                </c:pt>
                <c:pt idx="441">
                  <c:v>0.46297414329680492</c:v>
                </c:pt>
                <c:pt idx="442">
                  <c:v>0.46348928458151639</c:v>
                </c:pt>
                <c:pt idx="443">
                  <c:v>0.46088937923173434</c:v>
                </c:pt>
                <c:pt idx="444">
                  <c:v>0.46064310321740692</c:v>
                </c:pt>
                <c:pt idx="445">
                  <c:v>0.46277591959479175</c:v>
                </c:pt>
                <c:pt idx="446">
                  <c:v>0.46433472857665203</c:v>
                </c:pt>
                <c:pt idx="447">
                  <c:v>0.46350944235239822</c:v>
                </c:pt>
                <c:pt idx="448">
                  <c:v>0.4625355055993805</c:v>
                </c:pt>
                <c:pt idx="449">
                  <c:v>0.46332868510021136</c:v>
                </c:pt>
                <c:pt idx="450">
                  <c:v>0.46434568196321674</c:v>
                </c:pt>
                <c:pt idx="451">
                  <c:v>0.46398963696173201</c:v>
                </c:pt>
                <c:pt idx="452">
                  <c:v>0.4652903402595881</c:v>
                </c:pt>
                <c:pt idx="453">
                  <c:v>0.46636325726262479</c:v>
                </c:pt>
                <c:pt idx="454">
                  <c:v>0.46482135408709729</c:v>
                </c:pt>
                <c:pt idx="455">
                  <c:v>0.46361520644041793</c:v>
                </c:pt>
                <c:pt idx="456">
                  <c:v>0.46355955734671028</c:v>
                </c:pt>
                <c:pt idx="457">
                  <c:v>0.46366015423001888</c:v>
                </c:pt>
                <c:pt idx="458">
                  <c:v>0.46422469002148531</c:v>
                </c:pt>
                <c:pt idx="459">
                  <c:v>0.46596529521333407</c:v>
                </c:pt>
                <c:pt idx="460">
                  <c:v>0.4672383088731476</c:v>
                </c:pt>
                <c:pt idx="461">
                  <c:v>0.4666674138247846</c:v>
                </c:pt>
                <c:pt idx="462">
                  <c:v>0.46628025395850847</c:v>
                </c:pt>
                <c:pt idx="463">
                  <c:v>0.46787386590322211</c:v>
                </c:pt>
                <c:pt idx="464">
                  <c:v>0.46890890529177243</c:v>
                </c:pt>
                <c:pt idx="465">
                  <c:v>0.46900847992810352</c:v>
                </c:pt>
                <c:pt idx="466">
                  <c:v>0.4676816247565409</c:v>
                </c:pt>
                <c:pt idx="467">
                  <c:v>0.46752005690881449</c:v>
                </c:pt>
                <c:pt idx="468">
                  <c:v>0.4668548679990796</c:v>
                </c:pt>
                <c:pt idx="469">
                  <c:v>0.46488386183514863</c:v>
                </c:pt>
                <c:pt idx="470">
                  <c:v>0.46370576426310223</c:v>
                </c:pt>
                <c:pt idx="471">
                  <c:v>0.46301935839194763</c:v>
                </c:pt>
                <c:pt idx="472">
                  <c:v>0.46295369139406911</c:v>
                </c:pt>
                <c:pt idx="473">
                  <c:v>0.46170500012531013</c:v>
                </c:pt>
                <c:pt idx="474">
                  <c:v>0.46076468591783687</c:v>
                </c:pt>
                <c:pt idx="475">
                  <c:v>0.46103152303883227</c:v>
                </c:pt>
                <c:pt idx="476">
                  <c:v>0.46261823462000712</c:v>
                </c:pt>
                <c:pt idx="477">
                  <c:v>0.46164201933592769</c:v>
                </c:pt>
                <c:pt idx="478">
                  <c:v>0.46104738269878331</c:v>
                </c:pt>
                <c:pt idx="479">
                  <c:v>0.46114787582961009</c:v>
                </c:pt>
                <c:pt idx="480">
                  <c:v>0.4625870647141031</c:v>
                </c:pt>
                <c:pt idx="481">
                  <c:v>0.46234667446591221</c:v>
                </c:pt>
                <c:pt idx="482">
                  <c:v>0.4618180887563561</c:v>
                </c:pt>
                <c:pt idx="483">
                  <c:v>0.46189995040475973</c:v>
                </c:pt>
                <c:pt idx="484">
                  <c:v>0.46144247247350634</c:v>
                </c:pt>
                <c:pt idx="485">
                  <c:v>0.4603621212761741</c:v>
                </c:pt>
                <c:pt idx="486">
                  <c:v>0.45951110512413773</c:v>
                </c:pt>
                <c:pt idx="487">
                  <c:v>0.46070692442167771</c:v>
                </c:pt>
                <c:pt idx="488">
                  <c:v>0.45811751095411196</c:v>
                </c:pt>
                <c:pt idx="489">
                  <c:v>0.45813048987014854</c:v>
                </c:pt>
                <c:pt idx="490">
                  <c:v>0.46186997919701916</c:v>
                </c:pt>
                <c:pt idx="491">
                  <c:v>0.46095268177716542</c:v>
                </c:pt>
                <c:pt idx="492">
                  <c:v>0.4604160615294059</c:v>
                </c:pt>
                <c:pt idx="493">
                  <c:v>0.45669384703723087</c:v>
                </c:pt>
                <c:pt idx="494">
                  <c:v>0.46204759728045752</c:v>
                </c:pt>
                <c:pt idx="495">
                  <c:v>0.46215343508148504</c:v>
                </c:pt>
                <c:pt idx="496">
                  <c:v>0.46239665649664508</c:v>
                </c:pt>
                <c:pt idx="497">
                  <c:v>0.46251460471420419</c:v>
                </c:pt>
                <c:pt idx="498">
                  <c:v>0.46324069986396499</c:v>
                </c:pt>
                <c:pt idx="499">
                  <c:v>0.46128086844143046</c:v>
                </c:pt>
                <c:pt idx="500">
                  <c:v>0.45780061224779439</c:v>
                </c:pt>
                <c:pt idx="501">
                  <c:v>0.45753393628896444</c:v>
                </c:pt>
                <c:pt idx="502">
                  <c:v>0.45783143365669154</c:v>
                </c:pt>
                <c:pt idx="503">
                  <c:v>0.45709862643704458</c:v>
                </c:pt>
                <c:pt idx="504">
                  <c:v>0.45836805167804173</c:v>
                </c:pt>
                <c:pt idx="505">
                  <c:v>0.45750984611120121</c:v>
                </c:pt>
                <c:pt idx="506">
                  <c:v>0.45661948112237999</c:v>
                </c:pt>
                <c:pt idx="507">
                  <c:v>0.45778751465571516</c:v>
                </c:pt>
                <c:pt idx="508">
                  <c:v>0.4596267726753604</c:v>
                </c:pt>
                <c:pt idx="509">
                  <c:v>0.45834896043607448</c:v>
                </c:pt>
                <c:pt idx="510">
                  <c:v>0.45592142130137925</c:v>
                </c:pt>
                <c:pt idx="511">
                  <c:v>0.45758876547888994</c:v>
                </c:pt>
                <c:pt idx="512">
                  <c:v>0.45751171345609176</c:v>
                </c:pt>
                <c:pt idx="513">
                  <c:v>0.45686551374027989</c:v>
                </c:pt>
                <c:pt idx="514">
                  <c:v>0.45759181707129348</c:v>
                </c:pt>
                <c:pt idx="515">
                  <c:v>0.4583696649111817</c:v>
                </c:pt>
                <c:pt idx="516">
                  <c:v>0.45972444499894705</c:v>
                </c:pt>
                <c:pt idx="517">
                  <c:v>0.46138361123926103</c:v>
                </c:pt>
                <c:pt idx="518">
                  <c:v>0.46052347273566718</c:v>
                </c:pt>
                <c:pt idx="519">
                  <c:v>0.46028156012934746</c:v>
                </c:pt>
                <c:pt idx="520">
                  <c:v>0.45886669998855412</c:v>
                </c:pt>
                <c:pt idx="521">
                  <c:v>0.45876209593391637</c:v>
                </c:pt>
                <c:pt idx="522">
                  <c:v>0.45793517443266007</c:v>
                </c:pt>
                <c:pt idx="523">
                  <c:v>0.45797996891202303</c:v>
                </c:pt>
                <c:pt idx="524">
                  <c:v>0.45738950227638231</c:v>
                </c:pt>
                <c:pt idx="525">
                  <c:v>0.45910504221412324</c:v>
                </c:pt>
                <c:pt idx="526">
                  <c:v>0.45837291213302284</c:v>
                </c:pt>
                <c:pt idx="527">
                  <c:v>0.45868250397846688</c:v>
                </c:pt>
                <c:pt idx="528">
                  <c:v>0.45950381993351974</c:v>
                </c:pt>
                <c:pt idx="529">
                  <c:v>0.46102371667261566</c:v>
                </c:pt>
                <c:pt idx="530">
                  <c:v>0.46135631530084809</c:v>
                </c:pt>
                <c:pt idx="531">
                  <c:v>0.45862514348955202</c:v>
                </c:pt>
                <c:pt idx="532">
                  <c:v>0.45794439945076959</c:v>
                </c:pt>
                <c:pt idx="533">
                  <c:v>0.45808857775928719</c:v>
                </c:pt>
                <c:pt idx="534">
                  <c:v>0.45738575378431767</c:v>
                </c:pt>
                <c:pt idx="535">
                  <c:v>0.45572650360142841</c:v>
                </c:pt>
                <c:pt idx="536">
                  <c:v>0.45220687111851288</c:v>
                </c:pt>
                <c:pt idx="537">
                  <c:v>0.45503134383110755</c:v>
                </c:pt>
                <c:pt idx="538">
                  <c:v>0.45243035739208121</c:v>
                </c:pt>
                <c:pt idx="539">
                  <c:v>0.4485773057110698</c:v>
                </c:pt>
                <c:pt idx="540">
                  <c:v>0.44766236383951247</c:v>
                </c:pt>
                <c:pt idx="541">
                  <c:v>0.4534097534109639</c:v>
                </c:pt>
                <c:pt idx="542">
                  <c:v>0.45439891371878444</c:v>
                </c:pt>
                <c:pt idx="543">
                  <c:v>0.45169829544173401</c:v>
                </c:pt>
                <c:pt idx="544">
                  <c:v>0.45200859276504457</c:v>
                </c:pt>
                <c:pt idx="545">
                  <c:v>0.45366422635438258</c:v>
                </c:pt>
                <c:pt idx="546">
                  <c:v>0.45375256441040052</c:v>
                </c:pt>
                <c:pt idx="547">
                  <c:v>0.45467997690518874</c:v>
                </c:pt>
                <c:pt idx="548">
                  <c:v>0.4574356147352327</c:v>
                </c:pt>
                <c:pt idx="549">
                  <c:v>0.45715564971953238</c:v>
                </c:pt>
                <c:pt idx="550">
                  <c:v>0.45777567623858156</c:v>
                </c:pt>
                <c:pt idx="551">
                  <c:v>0.45614357334815153</c:v>
                </c:pt>
                <c:pt idx="552">
                  <c:v>0.45507186042221792</c:v>
                </c:pt>
                <c:pt idx="553">
                  <c:v>0.45243820694909576</c:v>
                </c:pt>
                <c:pt idx="554">
                  <c:v>0.45195934850603742</c:v>
                </c:pt>
                <c:pt idx="555">
                  <c:v>0.45077449158631205</c:v>
                </c:pt>
                <c:pt idx="556">
                  <c:v>0.44892477321482072</c:v>
                </c:pt>
                <c:pt idx="557">
                  <c:v>0.44668327226344978</c:v>
                </c:pt>
                <c:pt idx="558">
                  <c:v>0.44842254678682758</c:v>
                </c:pt>
                <c:pt idx="559">
                  <c:v>0.45248853328357591</c:v>
                </c:pt>
                <c:pt idx="560">
                  <c:v>0.45215297079897199</c:v>
                </c:pt>
                <c:pt idx="561">
                  <c:v>0.45204034918234043</c:v>
                </c:pt>
                <c:pt idx="562">
                  <c:v>0.45188146370944782</c:v>
                </c:pt>
                <c:pt idx="563">
                  <c:v>0.45485875044936791</c:v>
                </c:pt>
                <c:pt idx="564">
                  <c:v>0.45642137168868285</c:v>
                </c:pt>
                <c:pt idx="565">
                  <c:v>0.45536895399825705</c:v>
                </c:pt>
                <c:pt idx="566">
                  <c:v>0.4562797480858154</c:v>
                </c:pt>
                <c:pt idx="567">
                  <c:v>0.45795803438162813</c:v>
                </c:pt>
                <c:pt idx="568">
                  <c:v>0.4572940550520142</c:v>
                </c:pt>
                <c:pt idx="569">
                  <c:v>0.45515612686695062</c:v>
                </c:pt>
                <c:pt idx="570">
                  <c:v>0.45323004250614668</c:v>
                </c:pt>
                <c:pt idx="571">
                  <c:v>0.45257132464288335</c:v>
                </c:pt>
                <c:pt idx="572">
                  <c:v>0.45161907754758202</c:v>
                </c:pt>
                <c:pt idx="573">
                  <c:v>0.45102309993987399</c:v>
                </c:pt>
                <c:pt idx="574">
                  <c:v>0.45224341792812195</c:v>
                </c:pt>
                <c:pt idx="575">
                  <c:v>0.45204476991586173</c:v>
                </c:pt>
                <c:pt idx="576">
                  <c:v>0.45246983852780615</c:v>
                </c:pt>
                <c:pt idx="577">
                  <c:v>0.4513468039269829</c:v>
                </c:pt>
                <c:pt idx="578">
                  <c:v>0.45265861484981845</c:v>
                </c:pt>
                <c:pt idx="579">
                  <c:v>0.45231515811573791</c:v>
                </c:pt>
                <c:pt idx="580">
                  <c:v>0.45354893392547729</c:v>
                </c:pt>
                <c:pt idx="581">
                  <c:v>0.45302055721651674</c:v>
                </c:pt>
                <c:pt idx="582">
                  <c:v>0.45380564364983372</c:v>
                </c:pt>
                <c:pt idx="583">
                  <c:v>0.4530311055433075</c:v>
                </c:pt>
                <c:pt idx="584">
                  <c:v>0.45077465861867461</c:v>
                </c:pt>
                <c:pt idx="585">
                  <c:v>0.45134869065274008</c:v>
                </c:pt>
                <c:pt idx="586">
                  <c:v>0.45069258885625918</c:v>
                </c:pt>
                <c:pt idx="587">
                  <c:v>0.45030107168116829</c:v>
                </c:pt>
                <c:pt idx="588">
                  <c:v>0.44942583148221094</c:v>
                </c:pt>
                <c:pt idx="589">
                  <c:v>0.45004598006143809</c:v>
                </c:pt>
                <c:pt idx="590">
                  <c:v>0.44988817715645696</c:v>
                </c:pt>
                <c:pt idx="591">
                  <c:v>0.44840248400441024</c:v>
                </c:pt>
                <c:pt idx="592">
                  <c:v>0.4473431631092622</c:v>
                </c:pt>
                <c:pt idx="593">
                  <c:v>0.44734932251482851</c:v>
                </c:pt>
                <c:pt idx="594">
                  <c:v>0.4485374557035447</c:v>
                </c:pt>
                <c:pt idx="595">
                  <c:v>0.4497332600149746</c:v>
                </c:pt>
                <c:pt idx="596">
                  <c:v>0.45002128520295653</c:v>
                </c:pt>
                <c:pt idx="597">
                  <c:v>0.45162935531561532</c:v>
                </c:pt>
                <c:pt idx="598">
                  <c:v>0.45337302058748497</c:v>
                </c:pt>
                <c:pt idx="599">
                  <c:v>0.45423496033196176</c:v>
                </c:pt>
                <c:pt idx="600">
                  <c:v>0.45422046282780054</c:v>
                </c:pt>
                <c:pt idx="601">
                  <c:v>0.45409901527209928</c:v>
                </c:pt>
                <c:pt idx="602">
                  <c:v>0.45497995080875053</c:v>
                </c:pt>
                <c:pt idx="603">
                  <c:v>0.45488676397589872</c:v>
                </c:pt>
                <c:pt idx="604">
                  <c:v>0.4535925670527034</c:v>
                </c:pt>
                <c:pt idx="605">
                  <c:v>0.45284313314903263</c:v>
                </c:pt>
                <c:pt idx="606">
                  <c:v>0.44996893846187691</c:v>
                </c:pt>
                <c:pt idx="607">
                  <c:v>0.44725802523043579</c:v>
                </c:pt>
                <c:pt idx="608">
                  <c:v>0.44775187458619864</c:v>
                </c:pt>
                <c:pt idx="609">
                  <c:v>0.44837292200336226</c:v>
                </c:pt>
                <c:pt idx="610">
                  <c:v>0.44937091110729122</c:v>
                </c:pt>
                <c:pt idx="611">
                  <c:v>0.44886579211032973</c:v>
                </c:pt>
                <c:pt idx="612">
                  <c:v>0.44787622143307437</c:v>
                </c:pt>
                <c:pt idx="613">
                  <c:v>0.44943871524999168</c:v>
                </c:pt>
                <c:pt idx="614">
                  <c:v>0.45011176630679156</c:v>
                </c:pt>
                <c:pt idx="615">
                  <c:v>0.44883382244765219</c:v>
                </c:pt>
                <c:pt idx="616">
                  <c:v>0.44850248073414362</c:v>
                </c:pt>
                <c:pt idx="617">
                  <c:v>0.45065366683597957</c:v>
                </c:pt>
                <c:pt idx="618">
                  <c:v>0.44711614694981106</c:v>
                </c:pt>
                <c:pt idx="619">
                  <c:v>0.4444156210671244</c:v>
                </c:pt>
                <c:pt idx="620">
                  <c:v>0.44650751747156886</c:v>
                </c:pt>
                <c:pt idx="621">
                  <c:v>0.44868983939594198</c:v>
                </c:pt>
                <c:pt idx="622">
                  <c:v>0.4504846924257625</c:v>
                </c:pt>
                <c:pt idx="623">
                  <c:v>0.44774523043899356</c:v>
                </c:pt>
                <c:pt idx="624">
                  <c:v>0.45063327813446419</c:v>
                </c:pt>
                <c:pt idx="625">
                  <c:v>0.45088778150761949</c:v>
                </c:pt>
                <c:pt idx="626">
                  <c:v>0.45044124746257774</c:v>
                </c:pt>
                <c:pt idx="627">
                  <c:v>0.45014705861641491</c:v>
                </c:pt>
                <c:pt idx="628">
                  <c:v>0.45437798304100119</c:v>
                </c:pt>
                <c:pt idx="629">
                  <c:v>0.45450107480964091</c:v>
                </c:pt>
                <c:pt idx="630">
                  <c:v>0.45080523889676649</c:v>
                </c:pt>
                <c:pt idx="631">
                  <c:v>0.44913240881147376</c:v>
                </c:pt>
                <c:pt idx="632">
                  <c:v>0.44927013412643801</c:v>
                </c:pt>
                <c:pt idx="633">
                  <c:v>0.44809988772632392</c:v>
                </c:pt>
                <c:pt idx="634">
                  <c:v>0.44665543780793193</c:v>
                </c:pt>
                <c:pt idx="635">
                  <c:v>0.44546443725547535</c:v>
                </c:pt>
                <c:pt idx="636">
                  <c:v>0.44642324571970099</c:v>
                </c:pt>
                <c:pt idx="637">
                  <c:v>0.44784747943296183</c:v>
                </c:pt>
                <c:pt idx="638">
                  <c:v>0.44595992005316348</c:v>
                </c:pt>
                <c:pt idx="639">
                  <c:v>0.44401203516816956</c:v>
                </c:pt>
                <c:pt idx="640">
                  <c:v>0.44386527287342481</c:v>
                </c:pt>
                <c:pt idx="641">
                  <c:v>0.44632767794849643</c:v>
                </c:pt>
                <c:pt idx="642">
                  <c:v>0.44806580954509928</c:v>
                </c:pt>
                <c:pt idx="643">
                  <c:v>0.44829328513983135</c:v>
                </c:pt>
                <c:pt idx="644">
                  <c:v>0.45089726320869877</c:v>
                </c:pt>
                <c:pt idx="645">
                  <c:v>0.45364975362167076</c:v>
                </c:pt>
                <c:pt idx="646">
                  <c:v>0.45301054502297911</c:v>
                </c:pt>
                <c:pt idx="647">
                  <c:v>0.45104522454930263</c:v>
                </c:pt>
                <c:pt idx="648">
                  <c:v>0.45066861762870181</c:v>
                </c:pt>
                <c:pt idx="649">
                  <c:v>0.45189645966153591</c:v>
                </c:pt>
                <c:pt idx="650">
                  <c:v>0.4521867059918751</c:v>
                </c:pt>
                <c:pt idx="651">
                  <c:v>0.44955414380881448</c:v>
                </c:pt>
                <c:pt idx="652">
                  <c:v>0.44561484607047525</c:v>
                </c:pt>
                <c:pt idx="653">
                  <c:v>0.44515078356360727</c:v>
                </c:pt>
                <c:pt idx="654">
                  <c:v>0.44364124858651777</c:v>
                </c:pt>
                <c:pt idx="655">
                  <c:v>0.44088988131527518</c:v>
                </c:pt>
                <c:pt idx="656">
                  <c:v>0.44168618097673279</c:v>
                </c:pt>
                <c:pt idx="657">
                  <c:v>0.44277457977744983</c:v>
                </c:pt>
                <c:pt idx="658">
                  <c:v>0.44401806968201085</c:v>
                </c:pt>
                <c:pt idx="659">
                  <c:v>0.44564078680736929</c:v>
                </c:pt>
                <c:pt idx="660">
                  <c:v>0.44682746834911891</c:v>
                </c:pt>
                <c:pt idx="661">
                  <c:v>0.44736353522624578</c:v>
                </c:pt>
                <c:pt idx="662">
                  <c:v>0.44840222168125005</c:v>
                </c:pt>
                <c:pt idx="663">
                  <c:v>0.44887998538599871</c:v>
                </c:pt>
                <c:pt idx="664">
                  <c:v>0.44886312574566334</c:v>
                </c:pt>
                <c:pt idx="665">
                  <c:v>0.44973479329021143</c:v>
                </c:pt>
                <c:pt idx="666">
                  <c:v>0.44958247043701494</c:v>
                </c:pt>
                <c:pt idx="667">
                  <c:v>0.45129273584642082</c:v>
                </c:pt>
                <c:pt idx="668">
                  <c:v>0.45196181569215077</c:v>
                </c:pt>
                <c:pt idx="669">
                  <c:v>0.44967391233526693</c:v>
                </c:pt>
                <c:pt idx="670">
                  <c:v>0.44960082589730671</c:v>
                </c:pt>
                <c:pt idx="671">
                  <c:v>0.44932302296248788</c:v>
                </c:pt>
                <c:pt idx="672">
                  <c:v>0.44873426659432691</c:v>
                </c:pt>
                <c:pt idx="673">
                  <c:v>0.4498543066463328</c:v>
                </c:pt>
                <c:pt idx="674">
                  <c:v>0.45192647252494578</c:v>
                </c:pt>
                <c:pt idx="675">
                  <c:v>0.45084356611714144</c:v>
                </c:pt>
                <c:pt idx="676">
                  <c:v>0.44846936087128425</c:v>
                </c:pt>
                <c:pt idx="677">
                  <c:v>0.44720345635384595</c:v>
                </c:pt>
                <c:pt idx="678">
                  <c:v>0.44607896891325938</c:v>
                </c:pt>
                <c:pt idx="679">
                  <c:v>0.44679176885565597</c:v>
                </c:pt>
                <c:pt idx="680">
                  <c:v>0.44546194799485805</c:v>
                </c:pt>
                <c:pt idx="681">
                  <c:v>0.44502806527376282</c:v>
                </c:pt>
                <c:pt idx="682">
                  <c:v>0.44494740238385888</c:v>
                </c:pt>
                <c:pt idx="683">
                  <c:v>0.44419873628439382</c:v>
                </c:pt>
                <c:pt idx="684">
                  <c:v>0.44204108617477644</c:v>
                </c:pt>
                <c:pt idx="685">
                  <c:v>0.44135558622564897</c:v>
                </c:pt>
                <c:pt idx="686">
                  <c:v>0.44175821526592796</c:v>
                </c:pt>
                <c:pt idx="687">
                  <c:v>0.44128037548110061</c:v>
                </c:pt>
                <c:pt idx="688">
                  <c:v>0.44083645011992134</c:v>
                </c:pt>
                <c:pt idx="689">
                  <c:v>0.44076225976483996</c:v>
                </c:pt>
                <c:pt idx="690">
                  <c:v>0.44045014570964258</c:v>
                </c:pt>
                <c:pt idx="691">
                  <c:v>0.44067122993920838</c:v>
                </c:pt>
                <c:pt idx="692">
                  <c:v>0.4403270988672755</c:v>
                </c:pt>
                <c:pt idx="693">
                  <c:v>0.4416541857028517</c:v>
                </c:pt>
                <c:pt idx="694">
                  <c:v>0.43827891568257737</c:v>
                </c:pt>
                <c:pt idx="695">
                  <c:v>0.4382460308410901</c:v>
                </c:pt>
                <c:pt idx="696">
                  <c:v>0.44253794390163376</c:v>
                </c:pt>
                <c:pt idx="697">
                  <c:v>0.44341123780916519</c:v>
                </c:pt>
                <c:pt idx="698">
                  <c:v>0.44276687549749089</c:v>
                </c:pt>
                <c:pt idx="699">
                  <c:v>0.4380168545056396</c:v>
                </c:pt>
                <c:pt idx="700">
                  <c:v>0.44198338178625685</c:v>
                </c:pt>
                <c:pt idx="701">
                  <c:v>0.4447700771173001</c:v>
                </c:pt>
                <c:pt idx="702">
                  <c:v>0.44449307289759499</c:v>
                </c:pt>
                <c:pt idx="703">
                  <c:v>0.44417559759514097</c:v>
                </c:pt>
                <c:pt idx="704">
                  <c:v>0.44796561165746751</c:v>
                </c:pt>
                <c:pt idx="705">
                  <c:v>0.45005416600491771</c:v>
                </c:pt>
                <c:pt idx="706">
                  <c:v>0.44478005417191263</c:v>
                </c:pt>
                <c:pt idx="707">
                  <c:v>0.44262726535519226</c:v>
                </c:pt>
                <c:pt idx="708">
                  <c:v>0.44366760621337731</c:v>
                </c:pt>
                <c:pt idx="709">
                  <c:v>0.44471743958565674</c:v>
                </c:pt>
                <c:pt idx="710">
                  <c:v>0.44342054065090253</c:v>
                </c:pt>
                <c:pt idx="711">
                  <c:v>0.44168532207193772</c:v>
                </c:pt>
                <c:pt idx="712">
                  <c:v>0.4415713297024591</c:v>
                </c:pt>
                <c:pt idx="713">
                  <c:v>0.44050955592552427</c:v>
                </c:pt>
                <c:pt idx="714">
                  <c:v>0.4407592753605718</c:v>
                </c:pt>
                <c:pt idx="715">
                  <c:v>0.438895370274128</c:v>
                </c:pt>
                <c:pt idx="716">
                  <c:v>0.43895014057053183</c:v>
                </c:pt>
                <c:pt idx="717">
                  <c:v>0.44045580529146811</c:v>
                </c:pt>
                <c:pt idx="718">
                  <c:v>0.44086912619533758</c:v>
                </c:pt>
                <c:pt idx="719">
                  <c:v>0.44101075827203046</c:v>
                </c:pt>
                <c:pt idx="720">
                  <c:v>0.43835245061360101</c:v>
                </c:pt>
                <c:pt idx="721">
                  <c:v>0.43946193967712033</c:v>
                </c:pt>
                <c:pt idx="722">
                  <c:v>0.44101929871509177</c:v>
                </c:pt>
                <c:pt idx="723">
                  <c:v>0.44286915453881975</c:v>
                </c:pt>
                <c:pt idx="724">
                  <c:v>0.44291441418792082</c:v>
                </c:pt>
                <c:pt idx="725">
                  <c:v>0.44610775604751313</c:v>
                </c:pt>
                <c:pt idx="726">
                  <c:v>0.44868599041875684</c:v>
                </c:pt>
              </c:numCache>
            </c:numRef>
          </c:yVal>
          <c:smooth val="0"/>
          <c:extLst>
            <c:ext xmlns:c16="http://schemas.microsoft.com/office/drawing/2014/chart" uri="{C3380CC4-5D6E-409C-BE32-E72D297353CC}">
              <c16:uniqueId val="{00000001-16BB-4F39-8545-6DAFE747B07E}"/>
            </c:ext>
          </c:extLst>
        </c:ser>
        <c:ser>
          <c:idx val="2"/>
          <c:order val="2"/>
          <c:tx>
            <c:strRef>
              <c:f>'Post Processing - SS CaCl2'!$AZ$1</c:f>
              <c:strCache>
                <c:ptCount val="1"/>
                <c:pt idx="0">
                  <c:v>NF270_MC2_060624_S2CaCl2</c:v>
                </c:pt>
              </c:strCache>
            </c:strRef>
          </c:tx>
          <c:spPr>
            <a:ln w="25400" cap="rnd">
              <a:noFill/>
              <a:round/>
            </a:ln>
            <a:effectLst/>
          </c:spPr>
          <c:marker>
            <c:symbol val="circle"/>
            <c:size val="2"/>
            <c:spPr>
              <a:solidFill>
                <a:schemeClr val="accent3"/>
              </a:solidFill>
              <a:ln w="9525">
                <a:solidFill>
                  <a:schemeClr val="accent3"/>
                </a:solidFill>
              </a:ln>
              <a:effectLst/>
            </c:spPr>
          </c:marker>
          <c:xVal>
            <c:numRef>
              <c:f>'Post Processing - SS CaCl2'!$BE$81:$BE$1798</c:f>
              <c:numCache>
                <c:formatCode>0.00E+00</c:formatCode>
                <c:ptCount val="1718"/>
                <c:pt idx="0">
                  <c:v>4.8156838451049102E-6</c:v>
                </c:pt>
                <c:pt idx="1">
                  <c:v>4.8164628752416302E-6</c:v>
                </c:pt>
                <c:pt idx="2">
                  <c:v>4.8172025192353097E-6</c:v>
                </c:pt>
                <c:pt idx="3">
                  <c:v>4.8179757495647299E-6</c:v>
                </c:pt>
                <c:pt idx="4">
                  <c:v>4.8187111369806099E-6</c:v>
                </c:pt>
                <c:pt idx="5">
                  <c:v>4.8194473595540099E-6</c:v>
                </c:pt>
                <c:pt idx="6">
                  <c:v>4.82017506044781E-6</c:v>
                </c:pt>
                <c:pt idx="7">
                  <c:v>4.8209276823367E-6</c:v>
                </c:pt>
                <c:pt idx="8">
                  <c:v>4.8216984458988901E-6</c:v>
                </c:pt>
                <c:pt idx="9">
                  <c:v>4.8224536880536703E-6</c:v>
                </c:pt>
                <c:pt idx="10">
                  <c:v>4.8232371902599403E-6</c:v>
                </c:pt>
                <c:pt idx="11">
                  <c:v>4.8240246887296398E-6</c:v>
                </c:pt>
                <c:pt idx="12">
                  <c:v>4.82476995306834E-6</c:v>
                </c:pt>
                <c:pt idx="13">
                  <c:v>4.82556146992409E-6</c:v>
                </c:pt>
                <c:pt idx="14">
                  <c:v>4.8263067792178298E-6</c:v>
                </c:pt>
                <c:pt idx="15">
                  <c:v>4.8270955954693301E-6</c:v>
                </c:pt>
                <c:pt idx="16">
                  <c:v>4.8278548361926297E-6</c:v>
                </c:pt>
                <c:pt idx="17">
                  <c:v>4.8286785535090198E-6</c:v>
                </c:pt>
                <c:pt idx="18">
                  <c:v>4.8294523881111898E-6</c:v>
                </c:pt>
                <c:pt idx="19">
                  <c:v>4.8302734421139998E-6</c:v>
                </c:pt>
                <c:pt idx="20">
                  <c:v>4.8310616081185802E-6</c:v>
                </c:pt>
                <c:pt idx="21">
                  <c:v>4.8318737579982002E-6</c:v>
                </c:pt>
                <c:pt idx="22">
                  <c:v>4.8326658609595898E-6</c:v>
                </c:pt>
                <c:pt idx="23">
                  <c:v>4.83347379028789E-6</c:v>
                </c:pt>
                <c:pt idx="24">
                  <c:v>4.83426754272717E-6</c:v>
                </c:pt>
                <c:pt idx="25">
                  <c:v>4.8350856093455499E-6</c:v>
                </c:pt>
                <c:pt idx="26">
                  <c:v>4.8358843206410697E-6</c:v>
                </c:pt>
                <c:pt idx="27">
                  <c:v>4.8367054656479103E-6</c:v>
                </c:pt>
                <c:pt idx="28">
                  <c:v>4.8375067878858296E-6</c:v>
                </c:pt>
                <c:pt idx="29">
                  <c:v>4.8383180713027303E-6</c:v>
                </c:pt>
                <c:pt idx="30">
                  <c:v>4.8391360949091804E-6</c:v>
                </c:pt>
                <c:pt idx="31">
                  <c:v>4.8399698237864503E-6</c:v>
                </c:pt>
                <c:pt idx="32">
                  <c:v>4.8407947638396901E-6</c:v>
                </c:pt>
                <c:pt idx="33">
                  <c:v>4.8416356348083496E-6</c:v>
                </c:pt>
                <c:pt idx="34">
                  <c:v>4.84244412414056E-6</c:v>
                </c:pt>
                <c:pt idx="35">
                  <c:v>4.8432801857792401E-6</c:v>
                </c:pt>
                <c:pt idx="36">
                  <c:v>4.8440748944167602E-6</c:v>
                </c:pt>
                <c:pt idx="37">
                  <c:v>4.8449198760260798E-6</c:v>
                </c:pt>
                <c:pt idx="38">
                  <c:v>4.8457181064121496E-6</c:v>
                </c:pt>
                <c:pt idx="39">
                  <c:v>4.8465304762168101E-6</c:v>
                </c:pt>
                <c:pt idx="40">
                  <c:v>4.8473605929616803E-6</c:v>
                </c:pt>
                <c:pt idx="41">
                  <c:v>4.84814524012196E-6</c:v>
                </c:pt>
                <c:pt idx="42">
                  <c:v>4.8489676159644101E-6</c:v>
                </c:pt>
                <c:pt idx="43">
                  <c:v>4.8497525776033398E-6</c:v>
                </c:pt>
                <c:pt idx="44">
                  <c:v>4.8505356228412598E-6</c:v>
                </c:pt>
                <c:pt idx="45">
                  <c:v>4.8513185098561103E-6</c:v>
                </c:pt>
                <c:pt idx="46">
                  <c:v>4.8521033090331797E-6</c:v>
                </c:pt>
                <c:pt idx="47">
                  <c:v>4.8528887956440702E-6</c:v>
                </c:pt>
                <c:pt idx="48">
                  <c:v>4.8536775939896302E-6</c:v>
                </c:pt>
                <c:pt idx="49">
                  <c:v>4.85446904736299E-6</c:v>
                </c:pt>
                <c:pt idx="50">
                  <c:v>4.8552945722342598E-6</c:v>
                </c:pt>
                <c:pt idx="51">
                  <c:v>4.85609581941981E-6</c:v>
                </c:pt>
                <c:pt idx="52">
                  <c:v>4.8569638874031998E-6</c:v>
                </c:pt>
                <c:pt idx="53">
                  <c:v>4.8577731227352399E-6</c:v>
                </c:pt>
                <c:pt idx="54">
                  <c:v>4.8585983649208603E-6</c:v>
                </c:pt>
                <c:pt idx="55">
                  <c:v>4.8594043269298298E-6</c:v>
                </c:pt>
                <c:pt idx="56">
                  <c:v>4.8602027859870897E-6</c:v>
                </c:pt>
                <c:pt idx="57">
                  <c:v>4.8610350167856803E-6</c:v>
                </c:pt>
                <c:pt idx="58">
                  <c:v>4.8618649212113103E-6</c:v>
                </c:pt>
                <c:pt idx="59">
                  <c:v>4.8627295117813397E-6</c:v>
                </c:pt>
                <c:pt idx="60">
                  <c:v>4.8635596851997698E-6</c:v>
                </c:pt>
                <c:pt idx="61">
                  <c:v>4.8644281390862399E-6</c:v>
                </c:pt>
                <c:pt idx="62">
                  <c:v>4.8652539131789601E-6</c:v>
                </c:pt>
                <c:pt idx="63">
                  <c:v>4.86612517006212E-6</c:v>
                </c:pt>
                <c:pt idx="64">
                  <c:v>4.8669647548262696E-6</c:v>
                </c:pt>
                <c:pt idx="65">
                  <c:v>4.8678286100486498E-6</c:v>
                </c:pt>
                <c:pt idx="66">
                  <c:v>4.8686889251578099E-6</c:v>
                </c:pt>
                <c:pt idx="67">
                  <c:v>4.8695420742371697E-6</c:v>
                </c:pt>
                <c:pt idx="68">
                  <c:v>4.87041270360371E-6</c:v>
                </c:pt>
                <c:pt idx="69">
                  <c:v>4.8712670992120797E-6</c:v>
                </c:pt>
                <c:pt idx="70">
                  <c:v>4.8721275279677596E-6</c:v>
                </c:pt>
                <c:pt idx="71">
                  <c:v>4.87299832199978E-6</c:v>
                </c:pt>
                <c:pt idx="72">
                  <c:v>4.8738610818397398E-6</c:v>
                </c:pt>
                <c:pt idx="73">
                  <c:v>4.8747275536473301E-6</c:v>
                </c:pt>
                <c:pt idx="74">
                  <c:v>4.8756064744909199E-6</c:v>
                </c:pt>
                <c:pt idx="75">
                  <c:v>4.87646080002453E-6</c:v>
                </c:pt>
                <c:pt idx="76">
                  <c:v>4.8773500298844201E-6</c:v>
                </c:pt>
                <c:pt idx="77">
                  <c:v>4.8781949611366899E-6</c:v>
                </c:pt>
                <c:pt idx="78">
                  <c:v>4.8790530755865497E-6</c:v>
                </c:pt>
                <c:pt idx="79">
                  <c:v>4.8798833841123203E-6</c:v>
                </c:pt>
                <c:pt idx="80">
                  <c:v>4.8807489826847496E-6</c:v>
                </c:pt>
                <c:pt idx="81">
                  <c:v>4.8815873836870001E-6</c:v>
                </c:pt>
                <c:pt idx="82">
                  <c:v>4.8824572315363597E-6</c:v>
                </c:pt>
                <c:pt idx="83">
                  <c:v>4.8833348430066498E-6</c:v>
                </c:pt>
                <c:pt idx="84">
                  <c:v>4.8841706685803002E-6</c:v>
                </c:pt>
                <c:pt idx="85">
                  <c:v>4.88504437465492E-6</c:v>
                </c:pt>
                <c:pt idx="86">
                  <c:v>4.8858750891278603E-6</c:v>
                </c:pt>
                <c:pt idx="87">
                  <c:v>4.8867204411757298E-6</c:v>
                </c:pt>
                <c:pt idx="88">
                  <c:v>4.8875842500958298E-6</c:v>
                </c:pt>
                <c:pt idx="89">
                  <c:v>4.8884375013067496E-6</c:v>
                </c:pt>
                <c:pt idx="90">
                  <c:v>4.8893115179959499E-6</c:v>
                </c:pt>
                <c:pt idx="91">
                  <c:v>4.8901994661271801E-6</c:v>
                </c:pt>
                <c:pt idx="92">
                  <c:v>4.8910436533312899E-6</c:v>
                </c:pt>
                <c:pt idx="93">
                  <c:v>4.89192645092807E-6</c:v>
                </c:pt>
                <c:pt idx="94">
                  <c:v>4.8927685777216202E-6</c:v>
                </c:pt>
                <c:pt idx="95">
                  <c:v>4.8936133305229403E-6</c:v>
                </c:pt>
                <c:pt idx="96">
                  <c:v>4.8945023116004302E-6</c:v>
                </c:pt>
                <c:pt idx="97">
                  <c:v>4.8953639321135098E-6</c:v>
                </c:pt>
                <c:pt idx="98">
                  <c:v>4.8962785681351096E-6</c:v>
                </c:pt>
                <c:pt idx="99">
                  <c:v>4.8971628333683997E-6</c:v>
                </c:pt>
                <c:pt idx="100">
                  <c:v>4.8980685992869602E-6</c:v>
                </c:pt>
                <c:pt idx="101">
                  <c:v>4.8989635690514398E-6</c:v>
                </c:pt>
                <c:pt idx="102">
                  <c:v>4.8998740366078704E-6</c:v>
                </c:pt>
                <c:pt idx="103">
                  <c:v>4.9007719045789202E-6</c:v>
                </c:pt>
                <c:pt idx="104">
                  <c:v>4.9016781679105597E-6</c:v>
                </c:pt>
                <c:pt idx="105">
                  <c:v>4.9025831750715098E-6</c:v>
                </c:pt>
                <c:pt idx="106">
                  <c:v>4.9034889672052598E-6</c:v>
                </c:pt>
                <c:pt idx="107">
                  <c:v>4.9044099158855497E-6</c:v>
                </c:pt>
                <c:pt idx="108">
                  <c:v>4.9053037204179297E-6</c:v>
                </c:pt>
                <c:pt idx="109">
                  <c:v>4.9062345449265004E-6</c:v>
                </c:pt>
                <c:pt idx="110">
                  <c:v>4.90712455548895E-6</c:v>
                </c:pt>
                <c:pt idx="111">
                  <c:v>4.9080574796308702E-6</c:v>
                </c:pt>
                <c:pt idx="112">
                  <c:v>4.9089506091944396E-6</c:v>
                </c:pt>
                <c:pt idx="113">
                  <c:v>4.9098987762508403E-6</c:v>
                </c:pt>
                <c:pt idx="114">
                  <c:v>4.9107838329909501E-6</c:v>
                </c:pt>
                <c:pt idx="115">
                  <c:v>4.9117440085149599E-6</c:v>
                </c:pt>
                <c:pt idx="116">
                  <c:v>4.9126188530504204E-6</c:v>
                </c:pt>
                <c:pt idx="117">
                  <c:v>4.9135290560388797E-6</c:v>
                </c:pt>
                <c:pt idx="118">
                  <c:v>4.9144050760127496E-6</c:v>
                </c:pt>
                <c:pt idx="119">
                  <c:v>4.9152675652733199E-6</c:v>
                </c:pt>
                <c:pt idx="120">
                  <c:v>4.9161459023448399E-6</c:v>
                </c:pt>
                <c:pt idx="121">
                  <c:v>4.9170115547756203E-6</c:v>
                </c:pt>
                <c:pt idx="122">
                  <c:v>4.9178907887912101E-6</c:v>
                </c:pt>
                <c:pt idx="123">
                  <c:v>4.9187661302445401E-6</c:v>
                </c:pt>
                <c:pt idx="124">
                  <c:v>4.9196844326626897E-6</c:v>
                </c:pt>
                <c:pt idx="125">
                  <c:v>4.9205702362010602E-6</c:v>
                </c:pt>
                <c:pt idx="126">
                  <c:v>4.9214909864378596E-6</c:v>
                </c:pt>
                <c:pt idx="127">
                  <c:v>4.9224186647456596E-6</c:v>
                </c:pt>
                <c:pt idx="128">
                  <c:v>4.9233186529415197E-6</c:v>
                </c:pt>
                <c:pt idx="129">
                  <c:v>4.9242729264299199E-6</c:v>
                </c:pt>
                <c:pt idx="130">
                  <c:v>4.9251938938085299E-6</c:v>
                </c:pt>
                <c:pt idx="131">
                  <c:v>4.9261455980725397E-6</c:v>
                </c:pt>
                <c:pt idx="132">
                  <c:v>4.9270623600180101E-6</c:v>
                </c:pt>
                <c:pt idx="133">
                  <c:v>4.9280288559142698E-6</c:v>
                </c:pt>
                <c:pt idx="134">
                  <c:v>4.9289496746811499E-6</c:v>
                </c:pt>
                <c:pt idx="135">
                  <c:v>4.9299175158711803E-6</c:v>
                </c:pt>
                <c:pt idx="136">
                  <c:v>4.9308391275576497E-6</c:v>
                </c:pt>
                <c:pt idx="137">
                  <c:v>4.9318046426869899E-6</c:v>
                </c:pt>
                <c:pt idx="138">
                  <c:v>4.9327364842716503E-6</c:v>
                </c:pt>
                <c:pt idx="139">
                  <c:v>4.9336958968796999E-6</c:v>
                </c:pt>
                <c:pt idx="140">
                  <c:v>4.9346464543545996E-6</c:v>
                </c:pt>
                <c:pt idx="141">
                  <c:v>4.9355960483560104E-6</c:v>
                </c:pt>
                <c:pt idx="142">
                  <c:v>4.9365434859658896E-6</c:v>
                </c:pt>
                <c:pt idx="143">
                  <c:v>4.9374919596095197E-6</c:v>
                </c:pt>
                <c:pt idx="144">
                  <c:v>4.9384540469097699E-6</c:v>
                </c:pt>
                <c:pt idx="145">
                  <c:v>4.9393960723169401E-6</c:v>
                </c:pt>
                <c:pt idx="146">
                  <c:v>4.9403780541876402E-6</c:v>
                </c:pt>
                <c:pt idx="147">
                  <c:v>4.9413089016444002E-6</c:v>
                </c:pt>
                <c:pt idx="148">
                  <c:v>4.9422931051783004E-6</c:v>
                </c:pt>
                <c:pt idx="149">
                  <c:v>4.9432215447773998E-6</c:v>
                </c:pt>
                <c:pt idx="150">
                  <c:v>4.9441717021771697E-6</c:v>
                </c:pt>
                <c:pt idx="151">
                  <c:v>4.9451279738625303E-6</c:v>
                </c:pt>
                <c:pt idx="152">
                  <c:v>4.9460549867783199E-6</c:v>
                </c:pt>
                <c:pt idx="153">
                  <c:v>4.9470060423460103E-6</c:v>
                </c:pt>
                <c:pt idx="154">
                  <c:v>4.94792599076538E-6</c:v>
                </c:pt>
                <c:pt idx="155">
                  <c:v>4.9488438945883399E-6</c:v>
                </c:pt>
                <c:pt idx="156">
                  <c:v>4.9497585353585402E-6</c:v>
                </c:pt>
                <c:pt idx="157">
                  <c:v>4.95072345855383E-6</c:v>
                </c:pt>
                <c:pt idx="158">
                  <c:v>4.95164032381769E-6</c:v>
                </c:pt>
                <c:pt idx="159">
                  <c:v>4.9526034286863101E-6</c:v>
                </c:pt>
                <c:pt idx="160">
                  <c:v>4.9535223801658799E-6</c:v>
                </c:pt>
                <c:pt idx="161">
                  <c:v>4.9544417374875399E-6</c:v>
                </c:pt>
                <c:pt idx="162">
                  <c:v>4.9554153254236804E-6</c:v>
                </c:pt>
                <c:pt idx="163">
                  <c:v>4.95635122275627E-6</c:v>
                </c:pt>
                <c:pt idx="164">
                  <c:v>4.9573684359216101E-6</c:v>
                </c:pt>
                <c:pt idx="165">
                  <c:v>4.9583149111333103E-6</c:v>
                </c:pt>
                <c:pt idx="166">
                  <c:v>4.9593233231354297E-6</c:v>
                </c:pt>
                <c:pt idx="167">
                  <c:v>4.9602828679754901E-6</c:v>
                </c:pt>
                <c:pt idx="168">
                  <c:v>4.96128184323007E-6</c:v>
                </c:pt>
                <c:pt idx="169">
                  <c:v>4.9622475758779996E-6</c:v>
                </c:pt>
                <c:pt idx="170">
                  <c:v>4.96324867122391E-6</c:v>
                </c:pt>
                <c:pt idx="171">
                  <c:v>4.9642194009255198E-6</c:v>
                </c:pt>
                <c:pt idx="172">
                  <c:v>4.9652192758851503E-6</c:v>
                </c:pt>
                <c:pt idx="173">
                  <c:v>4.9662171130763902E-6</c:v>
                </c:pt>
                <c:pt idx="174">
                  <c:v>4.9672347364159697E-6</c:v>
                </c:pt>
                <c:pt idx="175">
                  <c:v>4.9682325945296798E-6</c:v>
                </c:pt>
                <c:pt idx="176">
                  <c:v>4.9692537652382999E-6</c:v>
                </c:pt>
                <c:pt idx="177">
                  <c:v>4.9702338020068202E-6</c:v>
                </c:pt>
                <c:pt idx="178">
                  <c:v>4.9712424145901201E-6</c:v>
                </c:pt>
                <c:pt idx="179">
                  <c:v>4.9722329632607301E-6</c:v>
                </c:pt>
                <c:pt idx="180">
                  <c:v>4.9732466808331103E-6</c:v>
                </c:pt>
                <c:pt idx="181">
                  <c:v>4.9742379686234301E-6</c:v>
                </c:pt>
                <c:pt idx="182">
                  <c:v>4.97525168391256E-6</c:v>
                </c:pt>
                <c:pt idx="183">
                  <c:v>4.9762315273209997E-6</c:v>
                </c:pt>
                <c:pt idx="184">
                  <c:v>4.9772625495234403E-6</c:v>
                </c:pt>
                <c:pt idx="185">
                  <c:v>4.9782361700724202E-6</c:v>
                </c:pt>
                <c:pt idx="186">
                  <c:v>4.9792855328385003E-6</c:v>
                </c:pt>
                <c:pt idx="187">
                  <c:v>4.9802479565751702E-6</c:v>
                </c:pt>
                <c:pt idx="188">
                  <c:v>4.9812473998542797E-6</c:v>
                </c:pt>
                <c:pt idx="189">
                  <c:v>4.9822066908517397E-6</c:v>
                </c:pt>
                <c:pt idx="190">
                  <c:v>4.9831497177716898E-6</c:v>
                </c:pt>
                <c:pt idx="191">
                  <c:v>4.9840978352438398E-6</c:v>
                </c:pt>
                <c:pt idx="192">
                  <c:v>4.9850525557842999E-6</c:v>
                </c:pt>
                <c:pt idx="193">
                  <c:v>4.9859949435510798E-6</c:v>
                </c:pt>
                <c:pt idx="194">
                  <c:v>4.9869832688558901E-6</c:v>
                </c:pt>
                <c:pt idx="195">
                  <c:v>4.9879825505586504E-6</c:v>
                </c:pt>
                <c:pt idx="196">
                  <c:v>4.9889662391996203E-6</c:v>
                </c:pt>
                <c:pt idx="197">
                  <c:v>4.9899811801242203E-6</c:v>
                </c:pt>
                <c:pt idx="198">
                  <c:v>4.9909903004978903E-6</c:v>
                </c:pt>
                <c:pt idx="199">
                  <c:v>4.9919659062074998E-6</c:v>
                </c:pt>
                <c:pt idx="200">
                  <c:v>4.9930263420885602E-6</c:v>
                </c:pt>
                <c:pt idx="201">
                  <c:v>4.9940113202550801E-6</c:v>
                </c:pt>
                <c:pt idx="202">
                  <c:v>4.9950601587319901E-6</c:v>
                </c:pt>
                <c:pt idx="203">
                  <c:v>4.9960639216864501E-6</c:v>
                </c:pt>
                <c:pt idx="204">
                  <c:v>4.9971118003424999E-6</c:v>
                </c:pt>
                <c:pt idx="205">
                  <c:v>4.9981284194464197E-6</c:v>
                </c:pt>
                <c:pt idx="206">
                  <c:v>4.9991828620414998E-6</c:v>
                </c:pt>
                <c:pt idx="207">
                  <c:v>5.0002016675016699E-6</c:v>
                </c:pt>
                <c:pt idx="208">
                  <c:v>5.0012472696370797E-6</c:v>
                </c:pt>
                <c:pt idx="209">
                  <c:v>5.0022606806154999E-6</c:v>
                </c:pt>
                <c:pt idx="210">
                  <c:v>5.0033159520992404E-6</c:v>
                </c:pt>
                <c:pt idx="211">
                  <c:v>5.0043375961849599E-6</c:v>
                </c:pt>
                <c:pt idx="212">
                  <c:v>5.0053909352016703E-6</c:v>
                </c:pt>
                <c:pt idx="213">
                  <c:v>5.0064264718683299E-6</c:v>
                </c:pt>
                <c:pt idx="214">
                  <c:v>5.0074634052402E-6</c:v>
                </c:pt>
                <c:pt idx="215">
                  <c:v>5.0085072324978897E-6</c:v>
                </c:pt>
                <c:pt idx="216">
                  <c:v>5.0095509476222502E-6</c:v>
                </c:pt>
                <c:pt idx="217">
                  <c:v>5.0106018091351001E-6</c:v>
                </c:pt>
                <c:pt idx="218">
                  <c:v>5.0116452078080599E-6</c:v>
                </c:pt>
                <c:pt idx="219">
                  <c:v>5.0127009765342699E-6</c:v>
                </c:pt>
                <c:pt idx="220">
                  <c:v>5.0137347637679497E-6</c:v>
                </c:pt>
                <c:pt idx="221">
                  <c:v>5.0148035169833996E-6</c:v>
                </c:pt>
                <c:pt idx="222">
                  <c:v>5.0158270905375603E-6</c:v>
                </c:pt>
                <c:pt idx="223">
                  <c:v>5.0169043942378196E-6</c:v>
                </c:pt>
                <c:pt idx="224">
                  <c:v>5.0179285684646697E-6</c:v>
                </c:pt>
                <c:pt idx="225">
                  <c:v>5.0189592391203098E-6</c:v>
                </c:pt>
                <c:pt idx="226">
                  <c:v>5.0199771286874403E-6</c:v>
                </c:pt>
                <c:pt idx="227">
                  <c:v>5.0209573381375496E-6</c:v>
                </c:pt>
                <c:pt idx="228">
                  <c:v>5.0219566042515502E-6</c:v>
                </c:pt>
                <c:pt idx="229">
                  <c:v>5.0229448990790097E-6</c:v>
                </c:pt>
                <c:pt idx="230">
                  <c:v>5.0239467851850996E-6</c:v>
                </c:pt>
                <c:pt idx="231">
                  <c:v>5.0249466009861297E-6</c:v>
                </c:pt>
                <c:pt idx="232">
                  <c:v>5.0259561717527702E-6</c:v>
                </c:pt>
                <c:pt idx="233">
                  <c:v>5.0269593998617604E-6</c:v>
                </c:pt>
                <c:pt idx="234">
                  <c:v>5.0280163301806998E-6</c:v>
                </c:pt>
                <c:pt idx="235">
                  <c:v>5.0290359840836798E-6</c:v>
                </c:pt>
                <c:pt idx="236">
                  <c:v>5.0301480232924599E-6</c:v>
                </c:pt>
                <c:pt idx="237">
                  <c:v>5.0311789201935301E-6</c:v>
                </c:pt>
                <c:pt idx="238">
                  <c:v>5.0322830731741398E-6</c:v>
                </c:pt>
                <c:pt idx="239">
                  <c:v>5.0333362441273899E-6</c:v>
                </c:pt>
                <c:pt idx="240">
                  <c:v>5.0344163829101801E-6</c:v>
                </c:pt>
                <c:pt idx="241">
                  <c:v>5.0354815955818504E-6</c:v>
                </c:pt>
                <c:pt idx="242">
                  <c:v>5.0365723039228604E-6</c:v>
                </c:pt>
                <c:pt idx="243">
                  <c:v>5.0376369472390303E-6</c:v>
                </c:pt>
                <c:pt idx="244">
                  <c:v>5.0387283007517996E-6</c:v>
                </c:pt>
                <c:pt idx="245">
                  <c:v>5.0398053075842303E-6</c:v>
                </c:pt>
                <c:pt idx="246">
                  <c:v>5.0408784217196797E-6</c:v>
                </c:pt>
                <c:pt idx="247">
                  <c:v>5.0419581596669297E-6</c:v>
                </c:pt>
                <c:pt idx="248">
                  <c:v>5.0430466103437202E-6</c:v>
                </c:pt>
                <c:pt idx="249">
                  <c:v>5.0441313268940899E-6</c:v>
                </c:pt>
                <c:pt idx="250">
                  <c:v>5.0452231739399403E-6</c:v>
                </c:pt>
                <c:pt idx="251">
                  <c:v>5.04630929314102E-6</c:v>
                </c:pt>
                <c:pt idx="252">
                  <c:v>5.0473951596030198E-6</c:v>
                </c:pt>
                <c:pt idx="253">
                  <c:v>5.0484921710104504E-6</c:v>
                </c:pt>
                <c:pt idx="254">
                  <c:v>5.0495735198884199E-6</c:v>
                </c:pt>
                <c:pt idx="255">
                  <c:v>5.0506855222229903E-6</c:v>
                </c:pt>
                <c:pt idx="256">
                  <c:v>5.0517598594121E-6</c:v>
                </c:pt>
                <c:pt idx="257">
                  <c:v>5.05288508678828E-6</c:v>
                </c:pt>
                <c:pt idx="258">
                  <c:v>5.05399303927565E-6</c:v>
                </c:pt>
                <c:pt idx="259">
                  <c:v>5.0550992804615398E-6</c:v>
                </c:pt>
                <c:pt idx="260">
                  <c:v>5.0562437993714503E-6</c:v>
                </c:pt>
                <c:pt idx="261">
                  <c:v>5.0573575808477198E-6</c:v>
                </c:pt>
                <c:pt idx="262">
                  <c:v>5.0584589162017501E-6</c:v>
                </c:pt>
                <c:pt idx="263">
                  <c:v>5.0596069477603803E-6</c:v>
                </c:pt>
                <c:pt idx="264">
                  <c:v>5.06064932192785E-6</c:v>
                </c:pt>
                <c:pt idx="265">
                  <c:v>5.0617418026802598E-6</c:v>
                </c:pt>
                <c:pt idx="266">
                  <c:v>5.0627846992179201E-6</c:v>
                </c:pt>
                <c:pt idx="267">
                  <c:v>5.0638413555033103E-6</c:v>
                </c:pt>
                <c:pt idx="268">
                  <c:v>5.0649402991779203E-6</c:v>
                </c:pt>
                <c:pt idx="269">
                  <c:v>5.0660113073495001E-6</c:v>
                </c:pt>
                <c:pt idx="270">
                  <c:v>5.0671838262205699E-6</c:v>
                </c:pt>
                <c:pt idx="271">
                  <c:v>5.0683003626359096E-6</c:v>
                </c:pt>
                <c:pt idx="272">
                  <c:v>5.0694695619726898E-6</c:v>
                </c:pt>
                <c:pt idx="273">
                  <c:v>5.07059469968838E-6</c:v>
                </c:pt>
                <c:pt idx="274">
                  <c:v>5.0717353449111198E-6</c:v>
                </c:pt>
                <c:pt idx="275">
                  <c:v>5.0728373998097404E-6</c:v>
                </c:pt>
                <c:pt idx="276">
                  <c:v>5.0739675221572497E-6</c:v>
                </c:pt>
                <c:pt idx="277">
                  <c:v>5.0750827873525396E-6</c:v>
                </c:pt>
                <c:pt idx="278">
                  <c:v>5.0762068498579202E-6</c:v>
                </c:pt>
                <c:pt idx="279">
                  <c:v>5.0773185361050803E-6</c:v>
                </c:pt>
                <c:pt idx="280">
                  <c:v>5.0784583531855601E-6</c:v>
                </c:pt>
                <c:pt idx="281">
                  <c:v>5.0795634005612701E-6</c:v>
                </c:pt>
                <c:pt idx="282">
                  <c:v>5.0807047691343201E-6</c:v>
                </c:pt>
                <c:pt idx="283">
                  <c:v>5.0818168232563604E-6</c:v>
                </c:pt>
                <c:pt idx="284">
                  <c:v>5.0829607480191402E-6</c:v>
                </c:pt>
                <c:pt idx="285">
                  <c:v>5.0841106031358503E-6</c:v>
                </c:pt>
                <c:pt idx="286">
                  <c:v>5.0852575236748401E-6</c:v>
                </c:pt>
                <c:pt idx="287">
                  <c:v>5.0864123612377397E-6</c:v>
                </c:pt>
                <c:pt idx="288">
                  <c:v>5.0875662811970497E-6</c:v>
                </c:pt>
                <c:pt idx="289">
                  <c:v>5.0887195966638303E-6</c:v>
                </c:pt>
                <c:pt idx="290">
                  <c:v>5.0898595535307901E-6</c:v>
                </c:pt>
                <c:pt idx="291">
                  <c:v>5.0910443339269402E-6</c:v>
                </c:pt>
                <c:pt idx="292">
                  <c:v>5.0921406995744402E-6</c:v>
                </c:pt>
                <c:pt idx="293">
                  <c:v>5.0933386182648597E-6</c:v>
                </c:pt>
                <c:pt idx="294">
                  <c:v>5.0944264026880903E-6</c:v>
                </c:pt>
                <c:pt idx="295">
                  <c:v>5.0956205239061101E-6</c:v>
                </c:pt>
                <c:pt idx="296">
                  <c:v>5.0967216704426E-6</c:v>
                </c:pt>
                <c:pt idx="297">
                  <c:v>5.0979124013432698E-6</c:v>
                </c:pt>
                <c:pt idx="298">
                  <c:v>5.0990035455568897E-6</c:v>
                </c:pt>
                <c:pt idx="299">
                  <c:v>5.1001471348236504E-6</c:v>
                </c:pt>
                <c:pt idx="300">
                  <c:v>5.1012295217761001E-6</c:v>
                </c:pt>
                <c:pt idx="301">
                  <c:v>5.1023864410993602E-6</c:v>
                </c:pt>
                <c:pt idx="302">
                  <c:v>5.1035349403876197E-6</c:v>
                </c:pt>
                <c:pt idx="303">
                  <c:v>5.1046883548625297E-6</c:v>
                </c:pt>
                <c:pt idx="304">
                  <c:v>5.1058374613578796E-6</c:v>
                </c:pt>
                <c:pt idx="305">
                  <c:v>5.1069794020214596E-6</c:v>
                </c:pt>
                <c:pt idx="306">
                  <c:v>5.1080815103194596E-6</c:v>
                </c:pt>
                <c:pt idx="307">
                  <c:v>5.10927828378072E-6</c:v>
                </c:pt>
                <c:pt idx="308">
                  <c:v>5.11039651125757E-6</c:v>
                </c:pt>
                <c:pt idx="309">
                  <c:v>5.1116003890400697E-6</c:v>
                </c:pt>
                <c:pt idx="310">
                  <c:v>5.1127225738203699E-6</c:v>
                </c:pt>
                <c:pt idx="311">
                  <c:v>5.1139250590903096E-6</c:v>
                </c:pt>
                <c:pt idx="312">
                  <c:v>5.1150633959566702E-6</c:v>
                </c:pt>
                <c:pt idx="313">
                  <c:v>5.1162514478856502E-6</c:v>
                </c:pt>
                <c:pt idx="314">
                  <c:v>5.1173991466108001E-6</c:v>
                </c:pt>
                <c:pt idx="315">
                  <c:v>5.1185890861611404E-6</c:v>
                </c:pt>
                <c:pt idx="316">
                  <c:v>5.1197383294138001E-6</c:v>
                </c:pt>
                <c:pt idx="317">
                  <c:v>5.1209258643239496E-6</c:v>
                </c:pt>
                <c:pt idx="318">
                  <c:v>5.1220846896749297E-6</c:v>
                </c:pt>
                <c:pt idx="319">
                  <c:v>5.1232628536420404E-6</c:v>
                </c:pt>
                <c:pt idx="320">
                  <c:v>5.1244279426341197E-6</c:v>
                </c:pt>
                <c:pt idx="321">
                  <c:v>5.12560699841112E-6</c:v>
                </c:pt>
                <c:pt idx="322">
                  <c:v>5.1267840484853104E-6</c:v>
                </c:pt>
                <c:pt idx="323">
                  <c:v>5.1279545076679296E-6</c:v>
                </c:pt>
                <c:pt idx="324">
                  <c:v>5.1291458032932199E-6</c:v>
                </c:pt>
                <c:pt idx="325">
                  <c:v>5.1303113465997299E-6</c:v>
                </c:pt>
                <c:pt idx="326">
                  <c:v>5.1315089813620204E-6</c:v>
                </c:pt>
                <c:pt idx="327">
                  <c:v>5.13267527354737E-6</c:v>
                </c:pt>
                <c:pt idx="328">
                  <c:v>5.1338814417957197E-6</c:v>
                </c:pt>
                <c:pt idx="329">
                  <c:v>5.1350336522964696E-6</c:v>
                </c:pt>
                <c:pt idx="330">
                  <c:v>5.1362646019111001E-6</c:v>
                </c:pt>
                <c:pt idx="331">
                  <c:v>5.1374009269333798E-6</c:v>
                </c:pt>
                <c:pt idx="332">
                  <c:v>5.1386471795015396E-6</c:v>
                </c:pt>
                <c:pt idx="333">
                  <c:v>5.1397768611065798E-6</c:v>
                </c:pt>
                <c:pt idx="334">
                  <c:v>5.1409672118565699E-6</c:v>
                </c:pt>
                <c:pt idx="335">
                  <c:v>5.1421564130462504E-6</c:v>
                </c:pt>
                <c:pt idx="336">
                  <c:v>5.1432901337802301E-6</c:v>
                </c:pt>
                <c:pt idx="337">
                  <c:v>5.1444742996112102E-6</c:v>
                </c:pt>
                <c:pt idx="338">
                  <c:v>5.1456021038503796E-6</c:v>
                </c:pt>
                <c:pt idx="339">
                  <c:v>5.1467237534242503E-6</c:v>
                </c:pt>
                <c:pt idx="340">
                  <c:v>5.1478527378650403E-6</c:v>
                </c:pt>
                <c:pt idx="341">
                  <c:v>5.14898450680117E-6</c:v>
                </c:pt>
                <c:pt idx="342">
                  <c:v>5.1501911690342302E-6</c:v>
                </c:pt>
                <c:pt idx="343">
                  <c:v>5.1513831661285801E-6</c:v>
                </c:pt>
                <c:pt idx="344">
                  <c:v>5.1526050804545198E-6</c:v>
                </c:pt>
                <c:pt idx="345">
                  <c:v>5.1538550341135702E-6</c:v>
                </c:pt>
                <c:pt idx="346">
                  <c:v>5.1550242357482E-6</c:v>
                </c:pt>
                <c:pt idx="347">
                  <c:v>5.1562600054304204E-6</c:v>
                </c:pt>
                <c:pt idx="348">
                  <c:v>5.1574407507894997E-6</c:v>
                </c:pt>
                <c:pt idx="349">
                  <c:v>5.15867034076973E-6</c:v>
                </c:pt>
                <c:pt idx="350">
                  <c:v>5.1598491828962896E-6</c:v>
                </c:pt>
                <c:pt idx="351">
                  <c:v>5.1611064273063703E-6</c:v>
                </c:pt>
                <c:pt idx="352">
                  <c:v>5.1622844509844198E-6</c:v>
                </c:pt>
                <c:pt idx="353">
                  <c:v>5.1635338087785398E-6</c:v>
                </c:pt>
                <c:pt idx="354">
                  <c:v>5.1647281561229798E-6</c:v>
                </c:pt>
                <c:pt idx="355">
                  <c:v>5.1659563271495198E-6</c:v>
                </c:pt>
                <c:pt idx="356">
                  <c:v>5.1671596438498803E-6</c:v>
                </c:pt>
                <c:pt idx="357">
                  <c:v>5.16838641854739E-6</c:v>
                </c:pt>
                <c:pt idx="358">
                  <c:v>5.1696076761608803E-6</c:v>
                </c:pt>
                <c:pt idx="359">
                  <c:v>5.1708274101107197E-6</c:v>
                </c:pt>
                <c:pt idx="360">
                  <c:v>5.1720692699826804E-6</c:v>
                </c:pt>
                <c:pt idx="361">
                  <c:v>5.17326740769902E-6</c:v>
                </c:pt>
                <c:pt idx="362">
                  <c:v>5.1745286860276E-6</c:v>
                </c:pt>
                <c:pt idx="363">
                  <c:v>5.1757181576996399E-6</c:v>
                </c:pt>
                <c:pt idx="364">
                  <c:v>5.1769921779416597E-6</c:v>
                </c:pt>
                <c:pt idx="365">
                  <c:v>5.1781821090682904E-6</c:v>
                </c:pt>
                <c:pt idx="366">
                  <c:v>5.17945288301667E-6</c:v>
                </c:pt>
                <c:pt idx="367">
                  <c:v>5.1806318046157402E-6</c:v>
                </c:pt>
                <c:pt idx="368">
                  <c:v>5.1818525882285099E-6</c:v>
                </c:pt>
                <c:pt idx="369">
                  <c:v>5.1830188453561704E-6</c:v>
                </c:pt>
                <c:pt idx="370">
                  <c:v>5.1841923781767999E-6</c:v>
                </c:pt>
                <c:pt idx="371">
                  <c:v>5.1853641502440701E-6</c:v>
                </c:pt>
                <c:pt idx="372">
                  <c:v>5.1865895503245898E-6</c:v>
                </c:pt>
                <c:pt idx="373">
                  <c:v>5.1877656174583098E-6</c:v>
                </c:pt>
                <c:pt idx="374">
                  <c:v>5.1889873978870101E-6</c:v>
                </c:pt>
                <c:pt idx="375">
                  <c:v>5.1901626845165203E-6</c:v>
                </c:pt>
                <c:pt idx="376">
                  <c:v>5.1913281735766602E-6</c:v>
                </c:pt>
                <c:pt idx="377">
                  <c:v>5.1925086125513898E-6</c:v>
                </c:pt>
                <c:pt idx="378">
                  <c:v>5.1936855368671203E-6</c:v>
                </c:pt>
                <c:pt idx="379">
                  <c:v>5.19491908840082E-6</c:v>
                </c:pt>
                <c:pt idx="380">
                  <c:v>5.1961185910643003E-6</c:v>
                </c:pt>
                <c:pt idx="381">
                  <c:v>5.1974162825542899E-6</c:v>
                </c:pt>
                <c:pt idx="382">
                  <c:v>5.1986866934730101E-6</c:v>
                </c:pt>
                <c:pt idx="383">
                  <c:v>5.19998477049686E-6</c:v>
                </c:pt>
                <c:pt idx="384">
                  <c:v>5.2013438429166202E-6</c:v>
                </c:pt>
                <c:pt idx="385">
                  <c:v>5.2026332998046497E-6</c:v>
                </c:pt>
                <c:pt idx="386">
                  <c:v>5.2039472260480897E-6</c:v>
                </c:pt>
                <c:pt idx="387">
                  <c:v>5.2052335640101E-6</c:v>
                </c:pt>
                <c:pt idx="388">
                  <c:v>5.2065125727707004E-6</c:v>
                </c:pt>
                <c:pt idx="389">
                  <c:v>5.2077793978400704E-6</c:v>
                </c:pt>
                <c:pt idx="390">
                  <c:v>5.2090770310624899E-6</c:v>
                </c:pt>
                <c:pt idx="391">
                  <c:v>5.2103731533192802E-6</c:v>
                </c:pt>
                <c:pt idx="392">
                  <c:v>5.2116837313845504E-6</c:v>
                </c:pt>
                <c:pt idx="393">
                  <c:v>5.21301008904367E-6</c:v>
                </c:pt>
                <c:pt idx="394">
                  <c:v>5.2143201190326997E-6</c:v>
                </c:pt>
                <c:pt idx="395">
                  <c:v>5.21561173699432E-6</c:v>
                </c:pt>
                <c:pt idx="396">
                  <c:v>5.2169171219235003E-6</c:v>
                </c:pt>
                <c:pt idx="397">
                  <c:v>5.2182034714925698E-6</c:v>
                </c:pt>
                <c:pt idx="398">
                  <c:v>5.2194793602104803E-6</c:v>
                </c:pt>
                <c:pt idx="399">
                  <c:v>5.2207882106374798E-6</c:v>
                </c:pt>
                <c:pt idx="400">
                  <c:v>5.2220213693295399E-6</c:v>
                </c:pt>
                <c:pt idx="401">
                  <c:v>5.2233330759550697E-6</c:v>
                </c:pt>
                <c:pt idx="402">
                  <c:v>5.2245823932039603E-6</c:v>
                </c:pt>
                <c:pt idx="403">
                  <c:v>5.2258897772606302E-6</c:v>
                </c:pt>
                <c:pt idx="404">
                  <c:v>5.2271364080712103E-6</c:v>
                </c:pt>
                <c:pt idx="405">
                  <c:v>5.22845545463094E-6</c:v>
                </c:pt>
                <c:pt idx="406">
                  <c:v>5.22970266821104E-6</c:v>
                </c:pt>
                <c:pt idx="407">
                  <c:v>5.2310299396405702E-6</c:v>
                </c:pt>
                <c:pt idx="408">
                  <c:v>5.23227415584699E-6</c:v>
                </c:pt>
                <c:pt idx="409">
                  <c:v>5.2335985773373296E-6</c:v>
                </c:pt>
                <c:pt idx="410">
                  <c:v>5.2348360969232099E-6</c:v>
                </c:pt>
                <c:pt idx="411">
                  <c:v>5.2360967216600902E-6</c:v>
                </c:pt>
                <c:pt idx="412">
                  <c:v>5.23732715194497E-6</c:v>
                </c:pt>
                <c:pt idx="413">
                  <c:v>5.2385341805058403E-6</c:v>
                </c:pt>
                <c:pt idx="414">
                  <c:v>5.2397574291457496E-6</c:v>
                </c:pt>
                <c:pt idx="415">
                  <c:v>5.2410465401243403E-6</c:v>
                </c:pt>
                <c:pt idx="416">
                  <c:v>5.2422617803715201E-6</c:v>
                </c:pt>
                <c:pt idx="417">
                  <c:v>5.2435548862878397E-6</c:v>
                </c:pt>
                <c:pt idx="418">
                  <c:v>5.24476682097728E-6</c:v>
                </c:pt>
                <c:pt idx="419">
                  <c:v>5.2459940033755903E-6</c:v>
                </c:pt>
                <c:pt idx="420">
                  <c:v>5.2472745117512997E-6</c:v>
                </c:pt>
                <c:pt idx="421">
                  <c:v>5.2485342542295897E-6</c:v>
                </c:pt>
                <c:pt idx="422">
                  <c:v>5.2498530602248897E-6</c:v>
                </c:pt>
                <c:pt idx="423">
                  <c:v>5.2511554399019999E-6</c:v>
                </c:pt>
                <c:pt idx="424">
                  <c:v>5.25246671203372E-6</c:v>
                </c:pt>
                <c:pt idx="425">
                  <c:v>5.2537749497142403E-6</c:v>
                </c:pt>
                <c:pt idx="426">
                  <c:v>5.2551216486931801E-6</c:v>
                </c:pt>
                <c:pt idx="427">
                  <c:v>5.2564202976697197E-6</c:v>
                </c:pt>
                <c:pt idx="428">
                  <c:v>5.2577818758293701E-6</c:v>
                </c:pt>
                <c:pt idx="429">
                  <c:v>5.2591166372855198E-6</c:v>
                </c:pt>
                <c:pt idx="430">
                  <c:v>5.2604466347102202E-6</c:v>
                </c:pt>
                <c:pt idx="431">
                  <c:v>5.2617838802488E-6</c:v>
                </c:pt>
                <c:pt idx="432">
                  <c:v>5.2630960966997101E-6</c:v>
                </c:pt>
                <c:pt idx="433">
                  <c:v>5.2644097598894899E-6</c:v>
                </c:pt>
                <c:pt idx="434">
                  <c:v>5.2657159001144603E-6</c:v>
                </c:pt>
                <c:pt idx="435">
                  <c:v>5.2670506755925002E-6</c:v>
                </c:pt>
                <c:pt idx="436">
                  <c:v>5.2683494802364399E-6</c:v>
                </c:pt>
                <c:pt idx="437">
                  <c:v>5.2696946244592398E-6</c:v>
                </c:pt>
                <c:pt idx="438">
                  <c:v>5.2709863259231501E-6</c:v>
                </c:pt>
                <c:pt idx="439">
                  <c:v>5.2723434208951002E-6</c:v>
                </c:pt>
                <c:pt idx="440">
                  <c:v>5.2736341073605099E-6</c:v>
                </c:pt>
                <c:pt idx="441">
                  <c:v>5.2750095928239703E-6</c:v>
                </c:pt>
                <c:pt idx="442">
                  <c:v>5.2763597444870597E-6</c:v>
                </c:pt>
                <c:pt idx="443">
                  <c:v>5.2776713176147599E-6</c:v>
                </c:pt>
                <c:pt idx="444">
                  <c:v>5.2790019223607502E-6</c:v>
                </c:pt>
                <c:pt idx="445">
                  <c:v>5.2802508581413701E-6</c:v>
                </c:pt>
                <c:pt idx="446">
                  <c:v>5.2815092766216404E-6</c:v>
                </c:pt>
                <c:pt idx="447">
                  <c:v>5.2827679435592602E-6</c:v>
                </c:pt>
                <c:pt idx="448">
                  <c:v>5.2840853489246802E-6</c:v>
                </c:pt>
                <c:pt idx="449">
                  <c:v>5.2853669341564097E-6</c:v>
                </c:pt>
                <c:pt idx="450">
                  <c:v>5.2867626358985504E-6</c:v>
                </c:pt>
                <c:pt idx="451">
                  <c:v>5.2881125326524199E-6</c:v>
                </c:pt>
                <c:pt idx="452">
                  <c:v>5.2894633838126398E-6</c:v>
                </c:pt>
                <c:pt idx="453">
                  <c:v>5.2908453462029798E-6</c:v>
                </c:pt>
                <c:pt idx="454">
                  <c:v>5.2921611082293501E-6</c:v>
                </c:pt>
                <c:pt idx="455">
                  <c:v>5.2935384142610302E-6</c:v>
                </c:pt>
                <c:pt idx="456">
                  <c:v>5.2949011141108803E-6</c:v>
                </c:pt>
                <c:pt idx="457">
                  <c:v>5.29625386281948E-6</c:v>
                </c:pt>
                <c:pt idx="458">
                  <c:v>5.2976263169092798E-6</c:v>
                </c:pt>
                <c:pt idx="459">
                  <c:v>5.2989548084657402E-6</c:v>
                </c:pt>
                <c:pt idx="460">
                  <c:v>5.3003203625408397E-6</c:v>
                </c:pt>
                <c:pt idx="461">
                  <c:v>5.3016577508287098E-6</c:v>
                </c:pt>
                <c:pt idx="462">
                  <c:v>5.3030272328392296E-6</c:v>
                </c:pt>
                <c:pt idx="463">
                  <c:v>5.3043778138695101E-6</c:v>
                </c:pt>
                <c:pt idx="464">
                  <c:v>5.3057281536138404E-6</c:v>
                </c:pt>
                <c:pt idx="465">
                  <c:v>5.3070947265996698E-6</c:v>
                </c:pt>
                <c:pt idx="466">
                  <c:v>5.3084342805647403E-6</c:v>
                </c:pt>
                <c:pt idx="467">
                  <c:v>5.3098142186662499E-6</c:v>
                </c:pt>
                <c:pt idx="468">
                  <c:v>5.31114790232856E-6</c:v>
                </c:pt>
                <c:pt idx="469">
                  <c:v>5.3125389519698603E-6</c:v>
                </c:pt>
                <c:pt idx="470">
                  <c:v>5.3138688328870303E-6</c:v>
                </c:pt>
                <c:pt idx="471">
                  <c:v>5.3152613560909999E-6</c:v>
                </c:pt>
                <c:pt idx="472">
                  <c:v>5.3165860999778298E-6</c:v>
                </c:pt>
                <c:pt idx="473">
                  <c:v>5.3179891802771304E-6</c:v>
                </c:pt>
                <c:pt idx="474">
                  <c:v>5.3193150698044801E-6</c:v>
                </c:pt>
                <c:pt idx="475">
                  <c:v>5.3207403552757597E-6</c:v>
                </c:pt>
                <c:pt idx="476">
                  <c:v>5.3221262316796196E-6</c:v>
                </c:pt>
                <c:pt idx="477">
                  <c:v>5.3234846689113497E-6</c:v>
                </c:pt>
                <c:pt idx="478">
                  <c:v>5.3248550890222698E-6</c:v>
                </c:pt>
                <c:pt idx="479">
                  <c:v>5.3261441904149904E-6</c:v>
                </c:pt>
                <c:pt idx="480">
                  <c:v>5.3274420383649402E-6</c:v>
                </c:pt>
                <c:pt idx="481">
                  <c:v>5.3287442314001997E-6</c:v>
                </c:pt>
                <c:pt idx="482">
                  <c:v>5.33012494806485E-6</c:v>
                </c:pt>
                <c:pt idx="483">
                  <c:v>5.3314888717919001E-6</c:v>
                </c:pt>
                <c:pt idx="484">
                  <c:v>5.3328868894396097E-6</c:v>
                </c:pt>
                <c:pt idx="485">
                  <c:v>5.3343254238498598E-6</c:v>
                </c:pt>
                <c:pt idx="486">
                  <c:v>5.3357041583146597E-6</c:v>
                </c:pt>
                <c:pt idx="487">
                  <c:v>5.3371045562112696E-6</c:v>
                </c:pt>
                <c:pt idx="488">
                  <c:v>5.33854759608661E-6</c:v>
                </c:pt>
                <c:pt idx="489">
                  <c:v>5.3399449647204697E-6</c:v>
                </c:pt>
                <c:pt idx="490">
                  <c:v>5.3413527164356699E-6</c:v>
                </c:pt>
                <c:pt idx="491">
                  <c:v>5.3427741639988097E-6</c:v>
                </c:pt>
                <c:pt idx="492">
                  <c:v>5.3441486444842302E-6</c:v>
                </c:pt>
                <c:pt idx="493">
                  <c:v>5.3455534607414201E-6</c:v>
                </c:pt>
                <c:pt idx="494">
                  <c:v>5.3469280777070401E-6</c:v>
                </c:pt>
                <c:pt idx="495">
                  <c:v>5.34834746093543E-6</c:v>
                </c:pt>
                <c:pt idx="496">
                  <c:v>5.3497204953794404E-6</c:v>
                </c:pt>
                <c:pt idx="497">
                  <c:v>5.3511385608677899E-6</c:v>
                </c:pt>
                <c:pt idx="498">
                  <c:v>5.3525608002882499E-6</c:v>
                </c:pt>
                <c:pt idx="499">
                  <c:v>5.3539777843553597E-6</c:v>
                </c:pt>
                <c:pt idx="500">
                  <c:v>5.3554418418644599E-6</c:v>
                </c:pt>
                <c:pt idx="501">
                  <c:v>5.3568581667374798E-6</c:v>
                </c:pt>
                <c:pt idx="502">
                  <c:v>5.3583310872172799E-6</c:v>
                </c:pt>
                <c:pt idx="503">
                  <c:v>5.3597694549523499E-6</c:v>
                </c:pt>
                <c:pt idx="504">
                  <c:v>5.36122506238385E-6</c:v>
                </c:pt>
                <c:pt idx="505">
                  <c:v>5.3626571156592702E-6</c:v>
                </c:pt>
                <c:pt idx="506">
                  <c:v>5.3641109848863497E-6</c:v>
                </c:pt>
                <c:pt idx="507">
                  <c:v>5.3655388818829103E-6</c:v>
                </c:pt>
                <c:pt idx="508">
                  <c:v>5.3669446202854E-6</c:v>
                </c:pt>
                <c:pt idx="509">
                  <c:v>5.3684189660392402E-6</c:v>
                </c:pt>
                <c:pt idx="510">
                  <c:v>5.3697645475257898E-6</c:v>
                </c:pt>
                <c:pt idx="511">
                  <c:v>5.37125444443893E-6</c:v>
                </c:pt>
                <c:pt idx="512">
                  <c:v>5.3726730655800603E-6</c:v>
                </c:pt>
                <c:pt idx="513">
                  <c:v>5.3740931173627904E-6</c:v>
                </c:pt>
                <c:pt idx="514">
                  <c:v>5.3755818837697499E-6</c:v>
                </c:pt>
                <c:pt idx="515">
                  <c:v>5.3769335276345999E-6</c:v>
                </c:pt>
                <c:pt idx="516">
                  <c:v>5.3784252489536898E-6</c:v>
                </c:pt>
                <c:pt idx="517">
                  <c:v>5.3797659760375498E-6</c:v>
                </c:pt>
                <c:pt idx="518">
                  <c:v>5.3811868160433103E-6</c:v>
                </c:pt>
                <c:pt idx="519">
                  <c:v>5.3826024950801803E-6</c:v>
                </c:pt>
                <c:pt idx="520">
                  <c:v>5.3840306781782201E-6</c:v>
                </c:pt>
                <c:pt idx="521">
                  <c:v>5.3854719817657604E-6</c:v>
                </c:pt>
                <c:pt idx="522">
                  <c:v>5.3869820786140301E-6</c:v>
                </c:pt>
                <c:pt idx="523">
                  <c:v>5.3884231197317404E-6</c:v>
                </c:pt>
                <c:pt idx="524">
                  <c:v>5.3899166985056897E-6</c:v>
                </c:pt>
                <c:pt idx="525">
                  <c:v>5.3913612503380301E-6</c:v>
                </c:pt>
                <c:pt idx="526">
                  <c:v>5.3928371931438897E-6</c:v>
                </c:pt>
                <c:pt idx="527">
                  <c:v>5.3942329311930101E-6</c:v>
                </c:pt>
                <c:pt idx="528">
                  <c:v>5.3957032722749002E-6</c:v>
                </c:pt>
                <c:pt idx="529">
                  <c:v>5.3971188018052398E-6</c:v>
                </c:pt>
                <c:pt idx="530">
                  <c:v>5.3985626902377201E-6</c:v>
                </c:pt>
                <c:pt idx="531">
                  <c:v>5.4000029059805904E-6</c:v>
                </c:pt>
                <c:pt idx="532">
                  <c:v>5.4014273014881801E-6</c:v>
                </c:pt>
                <c:pt idx="533">
                  <c:v>5.4028833103504703E-6</c:v>
                </c:pt>
                <c:pt idx="534">
                  <c:v>5.4043184326227903E-6</c:v>
                </c:pt>
                <c:pt idx="535">
                  <c:v>5.4057647250346401E-6</c:v>
                </c:pt>
                <c:pt idx="536">
                  <c:v>5.4072068861351901E-6</c:v>
                </c:pt>
                <c:pt idx="537">
                  <c:v>5.4086680937993896E-6</c:v>
                </c:pt>
                <c:pt idx="538">
                  <c:v>5.4100927483906698E-6</c:v>
                </c:pt>
                <c:pt idx="539">
                  <c:v>5.4115903126167997E-6</c:v>
                </c:pt>
                <c:pt idx="540">
                  <c:v>5.4130696003361896E-6</c:v>
                </c:pt>
                <c:pt idx="541">
                  <c:v>5.4145694032164498E-6</c:v>
                </c:pt>
                <c:pt idx="542">
                  <c:v>5.4160557534448198E-6</c:v>
                </c:pt>
                <c:pt idx="543">
                  <c:v>5.4175674944493396E-6</c:v>
                </c:pt>
                <c:pt idx="544">
                  <c:v>5.4190450257072E-6</c:v>
                </c:pt>
                <c:pt idx="545">
                  <c:v>5.4204911900905E-6</c:v>
                </c:pt>
                <c:pt idx="546">
                  <c:v>5.4219516177737596E-6</c:v>
                </c:pt>
                <c:pt idx="547">
                  <c:v>5.4233183893033902E-6</c:v>
                </c:pt>
                <c:pt idx="548">
                  <c:v>5.4247000460835999E-6</c:v>
                </c:pt>
                <c:pt idx="549">
                  <c:v>5.4260789828101402E-6</c:v>
                </c:pt>
                <c:pt idx="550">
                  <c:v>5.4274603247294002E-6</c:v>
                </c:pt>
                <c:pt idx="551">
                  <c:v>5.4289108355220004E-6</c:v>
                </c:pt>
                <c:pt idx="552">
                  <c:v>5.4303129176021596E-6</c:v>
                </c:pt>
                <c:pt idx="553">
                  <c:v>5.4318413951806498E-6</c:v>
                </c:pt>
                <c:pt idx="554">
                  <c:v>5.4333189417002397E-6</c:v>
                </c:pt>
                <c:pt idx="555">
                  <c:v>5.4348084784460303E-6</c:v>
                </c:pt>
                <c:pt idx="556">
                  <c:v>5.4363490357522297E-6</c:v>
                </c:pt>
                <c:pt idx="557">
                  <c:v>5.4378204404364001E-6</c:v>
                </c:pt>
                <c:pt idx="558">
                  <c:v>5.4393088156983703E-6</c:v>
                </c:pt>
                <c:pt idx="559">
                  <c:v>5.4408246001833402E-6</c:v>
                </c:pt>
                <c:pt idx="560">
                  <c:v>5.4423070620133399E-6</c:v>
                </c:pt>
                <c:pt idx="561">
                  <c:v>5.4438003896751597E-6</c:v>
                </c:pt>
                <c:pt idx="562">
                  <c:v>5.4453310334811702E-6</c:v>
                </c:pt>
                <c:pt idx="563">
                  <c:v>5.4468354304641301E-6</c:v>
                </c:pt>
                <c:pt idx="564">
                  <c:v>5.44833839653338E-6</c:v>
                </c:pt>
                <c:pt idx="565">
                  <c:v>5.4498481878987599E-6</c:v>
                </c:pt>
                <c:pt idx="566">
                  <c:v>5.4513434558379998E-6</c:v>
                </c:pt>
                <c:pt idx="567">
                  <c:v>5.4528672769143799E-6</c:v>
                </c:pt>
                <c:pt idx="568">
                  <c:v>5.4543941492078903E-6</c:v>
                </c:pt>
                <c:pt idx="569">
                  <c:v>5.45592472857797E-6</c:v>
                </c:pt>
                <c:pt idx="570">
                  <c:v>5.4574585054106098E-6</c:v>
                </c:pt>
                <c:pt idx="571">
                  <c:v>5.4589266798853699E-6</c:v>
                </c:pt>
                <c:pt idx="572">
                  <c:v>5.4604737649215403E-6</c:v>
                </c:pt>
                <c:pt idx="573">
                  <c:v>5.4619857454836599E-6</c:v>
                </c:pt>
                <c:pt idx="574">
                  <c:v>5.4635362656990902E-6</c:v>
                </c:pt>
                <c:pt idx="575">
                  <c:v>5.4650687708147199E-6</c:v>
                </c:pt>
                <c:pt idx="576">
                  <c:v>5.4666129013354102E-6</c:v>
                </c:pt>
                <c:pt idx="577">
                  <c:v>5.4681518094234E-6</c:v>
                </c:pt>
                <c:pt idx="578">
                  <c:v>5.4696500146944599E-6</c:v>
                </c:pt>
                <c:pt idx="579">
                  <c:v>5.47123269090636E-6</c:v>
                </c:pt>
                <c:pt idx="580">
                  <c:v>5.4727532885842498E-6</c:v>
                </c:pt>
                <c:pt idx="581">
                  <c:v>5.4743342015980503E-6</c:v>
                </c:pt>
                <c:pt idx="582">
                  <c:v>5.4759527222853899E-6</c:v>
                </c:pt>
                <c:pt idx="583">
                  <c:v>5.4775079142869597E-6</c:v>
                </c:pt>
                <c:pt idx="584">
                  <c:v>5.4791201216814501E-6</c:v>
                </c:pt>
                <c:pt idx="585">
                  <c:v>5.4806172472208004E-6</c:v>
                </c:pt>
                <c:pt idx="586">
                  <c:v>5.4822135815903098E-6</c:v>
                </c:pt>
                <c:pt idx="587">
                  <c:v>5.4837402634910696E-6</c:v>
                </c:pt>
                <c:pt idx="588">
                  <c:v>5.4853269464803201E-6</c:v>
                </c:pt>
                <c:pt idx="589">
                  <c:v>5.4869026182593004E-6</c:v>
                </c:pt>
                <c:pt idx="590">
                  <c:v>5.4884322192804398E-6</c:v>
                </c:pt>
                <c:pt idx="591">
                  <c:v>5.4900007116469897E-6</c:v>
                </c:pt>
                <c:pt idx="592">
                  <c:v>5.4915436985501697E-6</c:v>
                </c:pt>
                <c:pt idx="593">
                  <c:v>5.49307429711241E-6</c:v>
                </c:pt>
                <c:pt idx="594">
                  <c:v>5.4946351998043096E-6</c:v>
                </c:pt>
                <c:pt idx="595">
                  <c:v>5.4961570498395396E-6</c:v>
                </c:pt>
                <c:pt idx="596">
                  <c:v>5.49772972316141E-6</c:v>
                </c:pt>
                <c:pt idx="597">
                  <c:v>5.4992955937780002E-6</c:v>
                </c:pt>
                <c:pt idx="598">
                  <c:v>5.5008592071183297E-6</c:v>
                </c:pt>
                <c:pt idx="599">
                  <c:v>5.5024254937832303E-6</c:v>
                </c:pt>
                <c:pt idx="600">
                  <c:v>5.5039414770659097E-6</c:v>
                </c:pt>
                <c:pt idx="601">
                  <c:v>5.50552368971784E-6</c:v>
                </c:pt>
                <c:pt idx="602">
                  <c:v>5.5070605692243602E-6</c:v>
                </c:pt>
                <c:pt idx="603">
                  <c:v>5.5086001495278596E-6</c:v>
                </c:pt>
                <c:pt idx="604">
                  <c:v>5.5101852057045101E-6</c:v>
                </c:pt>
                <c:pt idx="605">
                  <c:v>5.5116642074770604E-6</c:v>
                </c:pt>
                <c:pt idx="606">
                  <c:v>5.5132833067711299E-6</c:v>
                </c:pt>
                <c:pt idx="607">
                  <c:v>5.5148136640135802E-6</c:v>
                </c:pt>
                <c:pt idx="608">
                  <c:v>5.5163636854965999E-6</c:v>
                </c:pt>
                <c:pt idx="609">
                  <c:v>5.5178799757886301E-6</c:v>
                </c:pt>
                <c:pt idx="610">
                  <c:v>5.5194173517036099E-6</c:v>
                </c:pt>
                <c:pt idx="611">
                  <c:v>5.5208787169925001E-6</c:v>
                </c:pt>
                <c:pt idx="612">
                  <c:v>5.5224198582320096E-6</c:v>
                </c:pt>
                <c:pt idx="613">
                  <c:v>5.5239601453125396E-6</c:v>
                </c:pt>
                <c:pt idx="614">
                  <c:v>5.5254391518437599E-6</c:v>
                </c:pt>
                <c:pt idx="615">
                  <c:v>5.52705393859688E-6</c:v>
                </c:pt>
                <c:pt idx="616">
                  <c:v>5.5285207470596096E-6</c:v>
                </c:pt>
                <c:pt idx="617">
                  <c:v>5.5300584694445701E-6</c:v>
                </c:pt>
                <c:pt idx="618">
                  <c:v>5.5315986079369601E-6</c:v>
                </c:pt>
                <c:pt idx="619">
                  <c:v>5.5330795916947701E-6</c:v>
                </c:pt>
                <c:pt idx="620">
                  <c:v>5.5347026768952102E-6</c:v>
                </c:pt>
                <c:pt idx="621">
                  <c:v>5.5362572365438199E-6</c:v>
                </c:pt>
                <c:pt idx="622">
                  <c:v>5.5378319140150298E-6</c:v>
                </c:pt>
                <c:pt idx="623">
                  <c:v>5.5394311211618701E-6</c:v>
                </c:pt>
                <c:pt idx="624">
                  <c:v>5.5409655627922801E-6</c:v>
                </c:pt>
                <c:pt idx="625">
                  <c:v>5.5425533451345797E-6</c:v>
                </c:pt>
                <c:pt idx="626">
                  <c:v>5.5440779359119403E-6</c:v>
                </c:pt>
                <c:pt idx="627">
                  <c:v>5.5456759330579599E-6</c:v>
                </c:pt>
                <c:pt idx="628">
                  <c:v>5.5472069956561296E-6</c:v>
                </c:pt>
                <c:pt idx="629">
                  <c:v>5.5487953198376798E-6</c:v>
                </c:pt>
                <c:pt idx="630">
                  <c:v>5.5503402844023797E-6</c:v>
                </c:pt>
                <c:pt idx="631">
                  <c:v>5.5519204037518397E-6</c:v>
                </c:pt>
                <c:pt idx="632">
                  <c:v>5.5534798988281204E-6</c:v>
                </c:pt>
                <c:pt idx="633">
                  <c:v>5.5550617504782898E-6</c:v>
                </c:pt>
                <c:pt idx="634">
                  <c:v>5.5566652238074802E-6</c:v>
                </c:pt>
                <c:pt idx="635">
                  <c:v>5.5582581670986999E-6</c:v>
                </c:pt>
                <c:pt idx="636">
                  <c:v>5.5598380011969104E-6</c:v>
                </c:pt>
                <c:pt idx="637">
                  <c:v>5.5614468689429603E-6</c:v>
                </c:pt>
                <c:pt idx="638">
                  <c:v>5.5629798308438598E-6</c:v>
                </c:pt>
                <c:pt idx="639">
                  <c:v>5.5646238053871998E-6</c:v>
                </c:pt>
                <c:pt idx="640">
                  <c:v>5.5662073892625698E-6</c:v>
                </c:pt>
                <c:pt idx="641">
                  <c:v>5.5677883844693499E-6</c:v>
                </c:pt>
                <c:pt idx="642">
                  <c:v>5.5693575860775498E-6</c:v>
                </c:pt>
                <c:pt idx="643">
                  <c:v>5.5708499426537902E-6</c:v>
                </c:pt>
                <c:pt idx="644">
                  <c:v>5.5724170814519097E-6</c:v>
                </c:pt>
                <c:pt idx="645">
                  <c:v>5.57393201164893E-6</c:v>
                </c:pt>
                <c:pt idx="646">
                  <c:v>5.5755038615647801E-6</c:v>
                </c:pt>
                <c:pt idx="647">
                  <c:v>5.5770954381928204E-6</c:v>
                </c:pt>
                <c:pt idx="648">
                  <c:v>5.5786196130431599E-6</c:v>
                </c:pt>
                <c:pt idx="649">
                  <c:v>5.5802728212508396E-6</c:v>
                </c:pt>
                <c:pt idx="650">
                  <c:v>5.58186283198662E-6</c:v>
                </c:pt>
                <c:pt idx="651">
                  <c:v>5.5834739891888498E-6</c:v>
                </c:pt>
                <c:pt idx="652">
                  <c:v>5.5851231558556002E-6</c:v>
                </c:pt>
                <c:pt idx="653">
                  <c:v>5.5867477891949004E-6</c:v>
                </c:pt>
                <c:pt idx="654">
                  <c:v>5.5883431180062598E-6</c:v>
                </c:pt>
                <c:pt idx="655">
                  <c:v>5.5899908813295798E-6</c:v>
                </c:pt>
                <c:pt idx="656">
                  <c:v>5.5915509105835997E-6</c:v>
                </c:pt>
                <c:pt idx="657">
                  <c:v>5.5931921655693903E-6</c:v>
                </c:pt>
                <c:pt idx="658">
                  <c:v>5.5948325309111502E-6</c:v>
                </c:pt>
                <c:pt idx="659">
                  <c:v>5.5964984640265698E-6</c:v>
                </c:pt>
                <c:pt idx="660">
                  <c:v>5.5981894473739604E-6</c:v>
                </c:pt>
                <c:pt idx="661">
                  <c:v>5.5998227754405396E-6</c:v>
                </c:pt>
                <c:pt idx="662">
                  <c:v>5.6014931273853498E-6</c:v>
                </c:pt>
                <c:pt idx="663">
                  <c:v>5.6031286434377301E-6</c:v>
                </c:pt>
                <c:pt idx="664">
                  <c:v>5.6048014629492102E-6</c:v>
                </c:pt>
                <c:pt idx="665">
                  <c:v>5.6064874169361803E-6</c:v>
                </c:pt>
                <c:pt idx="666">
                  <c:v>5.6081485753138997E-6</c:v>
                </c:pt>
                <c:pt idx="667">
                  <c:v>5.6097958512717497E-6</c:v>
                </c:pt>
                <c:pt idx="668">
                  <c:v>5.6114632325564303E-6</c:v>
                </c:pt>
                <c:pt idx="669">
                  <c:v>5.6131169574850603E-6</c:v>
                </c:pt>
                <c:pt idx="670">
                  <c:v>5.61481869126539E-6</c:v>
                </c:pt>
                <c:pt idx="671">
                  <c:v>5.61650193363588E-6</c:v>
                </c:pt>
                <c:pt idx="672">
                  <c:v>5.6181391562833603E-6</c:v>
                </c:pt>
                <c:pt idx="673">
                  <c:v>5.6198357688471796E-6</c:v>
                </c:pt>
                <c:pt idx="674">
                  <c:v>5.6214742208423501E-6</c:v>
                </c:pt>
                <c:pt idx="675">
                  <c:v>5.6232026189099901E-6</c:v>
                </c:pt>
                <c:pt idx="676">
                  <c:v>5.6249063073250102E-6</c:v>
                </c:pt>
                <c:pt idx="677">
                  <c:v>5.6266170841217798E-6</c:v>
                </c:pt>
                <c:pt idx="678">
                  <c:v>5.6282471247645802E-6</c:v>
                </c:pt>
                <c:pt idx="679">
                  <c:v>5.62993358743393E-6</c:v>
                </c:pt>
                <c:pt idx="680">
                  <c:v>5.6314962564965097E-6</c:v>
                </c:pt>
                <c:pt idx="681">
                  <c:v>5.6331138600501403E-6</c:v>
                </c:pt>
                <c:pt idx="682">
                  <c:v>5.6347476532960096E-6</c:v>
                </c:pt>
                <c:pt idx="683">
                  <c:v>5.6363107781095701E-6</c:v>
                </c:pt>
                <c:pt idx="684">
                  <c:v>5.6380125386748604E-6</c:v>
                </c:pt>
                <c:pt idx="685">
                  <c:v>5.6396474814746603E-6</c:v>
                </c:pt>
                <c:pt idx="686">
                  <c:v>5.6413046044409203E-6</c:v>
                </c:pt>
                <c:pt idx="687">
                  <c:v>5.64298842955495E-6</c:v>
                </c:pt>
                <c:pt idx="688">
                  <c:v>5.6446079932762596E-6</c:v>
                </c:pt>
                <c:pt idx="689">
                  <c:v>5.6462911957903097E-6</c:v>
                </c:pt>
                <c:pt idx="690">
                  <c:v>5.6479396883204797E-6</c:v>
                </c:pt>
                <c:pt idx="691">
                  <c:v>5.6496079473436101E-6</c:v>
                </c:pt>
                <c:pt idx="692">
                  <c:v>5.6512831691364704E-6</c:v>
                </c:pt>
                <c:pt idx="693">
                  <c:v>5.6529851149688201E-6</c:v>
                </c:pt>
                <c:pt idx="694">
                  <c:v>5.6546645302770798E-6</c:v>
                </c:pt>
                <c:pt idx="695">
                  <c:v>5.6563915475916802E-6</c:v>
                </c:pt>
                <c:pt idx="696">
                  <c:v>5.6580575652783801E-6</c:v>
                </c:pt>
                <c:pt idx="697">
                  <c:v>5.6597661783570197E-6</c:v>
                </c:pt>
                <c:pt idx="698">
                  <c:v>5.6614691340764498E-6</c:v>
                </c:pt>
                <c:pt idx="699">
                  <c:v>5.6632120042584901E-6</c:v>
                </c:pt>
                <c:pt idx="700">
                  <c:v>5.6649529997404697E-6</c:v>
                </c:pt>
                <c:pt idx="701">
                  <c:v>5.6666929633580598E-6</c:v>
                </c:pt>
                <c:pt idx="702">
                  <c:v>5.6684306821687797E-6</c:v>
                </c:pt>
                <c:pt idx="703">
                  <c:v>5.6701650522873604E-6</c:v>
                </c:pt>
                <c:pt idx="704">
                  <c:v>5.6718390854185502E-6</c:v>
                </c:pt>
                <c:pt idx="705">
                  <c:v>5.67356497092584E-6</c:v>
                </c:pt>
                <c:pt idx="706">
                  <c:v>5.6751687626176398E-6</c:v>
                </c:pt>
                <c:pt idx="707">
                  <c:v>5.6769128595315699E-6</c:v>
                </c:pt>
                <c:pt idx="708">
                  <c:v>5.6785823345013696E-6</c:v>
                </c:pt>
                <c:pt idx="709">
                  <c:v>5.6802529068379601E-6</c:v>
                </c:pt>
                <c:pt idx="710">
                  <c:v>5.6819126740432501E-6</c:v>
                </c:pt>
                <c:pt idx="711">
                  <c:v>5.6834859274944201E-6</c:v>
                </c:pt>
                <c:pt idx="712">
                  <c:v>5.6851623369061702E-6</c:v>
                </c:pt>
                <c:pt idx="713">
                  <c:v>5.6868429504531098E-6</c:v>
                </c:pt>
                <c:pt idx="714">
                  <c:v>5.6885943086548701E-6</c:v>
                </c:pt>
                <c:pt idx="715">
                  <c:v>5.6902788165712998E-6</c:v>
                </c:pt>
                <c:pt idx="716">
                  <c:v>5.6920341172751297E-6</c:v>
                </c:pt>
                <c:pt idx="717">
                  <c:v>5.69371133809014E-6</c:v>
                </c:pt>
                <c:pt idx="718">
                  <c:v>5.69548074521538E-6</c:v>
                </c:pt>
                <c:pt idx="719">
                  <c:v>5.6971797989478096E-6</c:v>
                </c:pt>
                <c:pt idx="720">
                  <c:v>5.6989180158974598E-6</c:v>
                </c:pt>
                <c:pt idx="721">
                  <c:v>5.7005585500143901E-6</c:v>
                </c:pt>
                <c:pt idx="722">
                  <c:v>5.7022862168696398E-6</c:v>
                </c:pt>
                <c:pt idx="723">
                  <c:v>5.7039964950755804E-6</c:v>
                </c:pt>
                <c:pt idx="724">
                  <c:v>5.7056987977948202E-6</c:v>
                </c:pt>
                <c:pt idx="725">
                  <c:v>5.7074749524244802E-6</c:v>
                </c:pt>
                <c:pt idx="726">
                  <c:v>5.70917458388116E-6</c:v>
                </c:pt>
                <c:pt idx="727">
                  <c:v>5.7109256518672201E-6</c:v>
                </c:pt>
                <c:pt idx="728">
                  <c:v>5.7126572997966402E-6</c:v>
                </c:pt>
                <c:pt idx="729">
                  <c:v>5.7143538709138999E-6</c:v>
                </c:pt>
                <c:pt idx="730">
                  <c:v>5.7160768571163701E-6</c:v>
                </c:pt>
                <c:pt idx="731">
                  <c:v>5.7177462331167201E-6</c:v>
                </c:pt>
                <c:pt idx="732">
                  <c:v>5.7194608687827499E-6</c:v>
                </c:pt>
                <c:pt idx="733">
                  <c:v>5.7211366939661404E-6</c:v>
                </c:pt>
                <c:pt idx="734">
                  <c:v>5.7228692824799196E-6</c:v>
                </c:pt>
                <c:pt idx="735">
                  <c:v>5.7245938616938503E-6</c:v>
                </c:pt>
                <c:pt idx="736">
                  <c:v>5.7263126256826798E-6</c:v>
                </c:pt>
                <c:pt idx="737">
                  <c:v>5.7280883448777501E-6</c:v>
                </c:pt>
                <c:pt idx="738">
                  <c:v>5.7298121055135603E-6</c:v>
                </c:pt>
                <c:pt idx="739">
                  <c:v>5.7315391258310101E-6</c:v>
                </c:pt>
                <c:pt idx="740">
                  <c:v>5.7333221205919502E-6</c:v>
                </c:pt>
                <c:pt idx="741">
                  <c:v>5.7350534188993903E-6</c:v>
                </c:pt>
                <c:pt idx="742">
                  <c:v>5.7368536139574999E-6</c:v>
                </c:pt>
                <c:pt idx="743">
                  <c:v>5.7386480771152797E-6</c:v>
                </c:pt>
                <c:pt idx="744">
                  <c:v>5.7403564008535402E-6</c:v>
                </c:pt>
                <c:pt idx="745">
                  <c:v>5.7420785104409601E-6</c:v>
                </c:pt>
                <c:pt idx="746">
                  <c:v>5.7437878901504804E-6</c:v>
                </c:pt>
                <c:pt idx="747">
                  <c:v>5.7455159590084003E-6</c:v>
                </c:pt>
                <c:pt idx="748">
                  <c:v>5.7473208702339002E-6</c:v>
                </c:pt>
                <c:pt idx="749">
                  <c:v>5.7491269196063304E-6</c:v>
                </c:pt>
                <c:pt idx="750">
                  <c:v>5.75093964200222E-6</c:v>
                </c:pt>
                <c:pt idx="751">
                  <c:v>5.7526677932404696E-6</c:v>
                </c:pt>
                <c:pt idx="752">
                  <c:v>5.7544609520849103E-6</c:v>
                </c:pt>
                <c:pt idx="753">
                  <c:v>5.7561194973132401E-6</c:v>
                </c:pt>
                <c:pt idx="754">
                  <c:v>5.7579193304639098E-6</c:v>
                </c:pt>
                <c:pt idx="755">
                  <c:v>5.7596480962916299E-6</c:v>
                </c:pt>
                <c:pt idx="756">
                  <c:v>5.7614680395249898E-6</c:v>
                </c:pt>
                <c:pt idx="757">
                  <c:v>5.7632174469212001E-6</c:v>
                </c:pt>
                <c:pt idx="758">
                  <c:v>5.7649974940848298E-6</c:v>
                </c:pt>
                <c:pt idx="759">
                  <c:v>5.7667190083194201E-6</c:v>
                </c:pt>
                <c:pt idx="760">
                  <c:v>5.7685130988853601E-6</c:v>
                </c:pt>
                <c:pt idx="761">
                  <c:v>5.7702863511090798E-6</c:v>
                </c:pt>
                <c:pt idx="762">
                  <c:v>5.7720641940421201E-6</c:v>
                </c:pt>
                <c:pt idx="763">
                  <c:v>5.7738489554362198E-6</c:v>
                </c:pt>
                <c:pt idx="764">
                  <c:v>5.7755658058272901E-6</c:v>
                </c:pt>
                <c:pt idx="765">
                  <c:v>5.7773454316592304E-6</c:v>
                </c:pt>
                <c:pt idx="766">
                  <c:v>5.7791173498474899E-6</c:v>
                </c:pt>
                <c:pt idx="767">
                  <c:v>5.7808657164323702E-6</c:v>
                </c:pt>
                <c:pt idx="768">
                  <c:v>5.7826716865682699E-6</c:v>
                </c:pt>
                <c:pt idx="769">
                  <c:v>5.7843787790774199E-6</c:v>
                </c:pt>
                <c:pt idx="770">
                  <c:v>5.7861893033632099E-6</c:v>
                </c:pt>
                <c:pt idx="771">
                  <c:v>5.7879672198758999E-6</c:v>
                </c:pt>
                <c:pt idx="772">
                  <c:v>5.7897987000294403E-6</c:v>
                </c:pt>
                <c:pt idx="773">
                  <c:v>5.7916465311066703E-6</c:v>
                </c:pt>
                <c:pt idx="774">
                  <c:v>5.7934786130446402E-6</c:v>
                </c:pt>
                <c:pt idx="775">
                  <c:v>5.7952529993164698E-6</c:v>
                </c:pt>
                <c:pt idx="776">
                  <c:v>5.7970917700248803E-6</c:v>
                </c:pt>
                <c:pt idx="777">
                  <c:v>5.7988657483463098E-6</c:v>
                </c:pt>
                <c:pt idx="778">
                  <c:v>5.8007116048619504E-6</c:v>
                </c:pt>
                <c:pt idx="779">
                  <c:v>5.8025551232362503E-6</c:v>
                </c:pt>
                <c:pt idx="780">
                  <c:v>5.8043170790829799E-6</c:v>
                </c:pt>
                <c:pt idx="781">
                  <c:v>5.8060532794604003E-6</c:v>
                </c:pt>
                <c:pt idx="782">
                  <c:v>5.80772416143341E-6</c:v>
                </c:pt>
                <c:pt idx="783">
                  <c:v>5.8093820095876902E-6</c:v>
                </c:pt>
                <c:pt idx="784">
                  <c:v>5.8111370401826498E-6</c:v>
                </c:pt>
                <c:pt idx="785">
                  <c:v>5.8128307283448603E-6</c:v>
                </c:pt>
                <c:pt idx="786">
                  <c:v>5.8146766316193302E-6</c:v>
                </c:pt>
                <c:pt idx="787">
                  <c:v>5.8164584183328101E-6</c:v>
                </c:pt>
                <c:pt idx="788">
                  <c:v>5.8183310813820697E-6</c:v>
                </c:pt>
                <c:pt idx="789">
                  <c:v>5.8201707275739902E-6</c:v>
                </c:pt>
                <c:pt idx="790">
                  <c:v>5.8220474733879996E-6</c:v>
                </c:pt>
                <c:pt idx="791">
                  <c:v>5.8238419127783204E-6</c:v>
                </c:pt>
                <c:pt idx="792">
                  <c:v>5.82567136344664E-6</c:v>
                </c:pt>
                <c:pt idx="793">
                  <c:v>5.8274862110601196E-6</c:v>
                </c:pt>
                <c:pt idx="794">
                  <c:v>5.8293188635632004E-6</c:v>
                </c:pt>
                <c:pt idx="795">
                  <c:v>5.8311467302866502E-6</c:v>
                </c:pt>
                <c:pt idx="796">
                  <c:v>5.8329679954250902E-6</c:v>
                </c:pt>
                <c:pt idx="797">
                  <c:v>5.8347984112426401E-6</c:v>
                </c:pt>
                <c:pt idx="798">
                  <c:v>5.83662182246491E-6</c:v>
                </c:pt>
                <c:pt idx="799">
                  <c:v>5.83846882487392E-6</c:v>
                </c:pt>
                <c:pt idx="800">
                  <c:v>5.8402763435005203E-6</c:v>
                </c:pt>
                <c:pt idx="801">
                  <c:v>5.8420960041729504E-6</c:v>
                </c:pt>
                <c:pt idx="802">
                  <c:v>5.8438513998822802E-6</c:v>
                </c:pt>
                <c:pt idx="803">
                  <c:v>5.8456933737597803E-6</c:v>
                </c:pt>
                <c:pt idx="804">
                  <c:v>5.8475072585488699E-6</c:v>
                </c:pt>
                <c:pt idx="805">
                  <c:v>5.8493127248401898E-6</c:v>
                </c:pt>
                <c:pt idx="806">
                  <c:v>5.8511726711156501E-6</c:v>
                </c:pt>
                <c:pt idx="807">
                  <c:v>5.8529843054391602E-6</c:v>
                </c:pt>
                <c:pt idx="808">
                  <c:v>5.8547860465350799E-6</c:v>
                </c:pt>
                <c:pt idx="809">
                  <c:v>5.8566652151831598E-6</c:v>
                </c:pt>
                <c:pt idx="810">
                  <c:v>5.8584845571166996E-6</c:v>
                </c:pt>
                <c:pt idx="811">
                  <c:v>5.8603819566417799E-6</c:v>
                </c:pt>
                <c:pt idx="812">
                  <c:v>5.86228273112835E-6</c:v>
                </c:pt>
                <c:pt idx="813">
                  <c:v>5.8641950471307802E-6</c:v>
                </c:pt>
                <c:pt idx="814">
                  <c:v>5.8660929681713297E-6</c:v>
                </c:pt>
                <c:pt idx="815">
                  <c:v>5.86798226208513E-6</c:v>
                </c:pt>
                <c:pt idx="816">
                  <c:v>5.8697930923177704E-6</c:v>
                </c:pt>
                <c:pt idx="817">
                  <c:v>5.8716585559398099E-6</c:v>
                </c:pt>
                <c:pt idx="818">
                  <c:v>5.8734129142271797E-6</c:v>
                </c:pt>
                <c:pt idx="819">
                  <c:v>5.8752803239567696E-6</c:v>
                </c:pt>
                <c:pt idx="820">
                  <c:v>5.8771265977102302E-6</c:v>
                </c:pt>
                <c:pt idx="821">
                  <c:v>5.87899760374979E-6</c:v>
                </c:pt>
                <c:pt idx="822">
                  <c:v>5.8808626518758601E-6</c:v>
                </c:pt>
                <c:pt idx="823">
                  <c:v>5.8827179035237898E-6</c:v>
                </c:pt>
                <c:pt idx="824">
                  <c:v>5.8845868328573397E-6</c:v>
                </c:pt>
                <c:pt idx="825">
                  <c:v>5.8864450034491197E-6</c:v>
                </c:pt>
                <c:pt idx="826">
                  <c:v>5.8883347786477597E-6</c:v>
                </c:pt>
                <c:pt idx="827">
                  <c:v>5.8901763101024899E-6</c:v>
                </c:pt>
                <c:pt idx="828">
                  <c:v>5.8920167432789702E-6</c:v>
                </c:pt>
                <c:pt idx="829">
                  <c:v>5.8938238414646397E-6</c:v>
                </c:pt>
                <c:pt idx="830">
                  <c:v>5.8956854933829698E-6</c:v>
                </c:pt>
                <c:pt idx="831">
                  <c:v>5.8975401940293799E-6</c:v>
                </c:pt>
                <c:pt idx="832">
                  <c:v>5.8994581165216699E-6</c:v>
                </c:pt>
                <c:pt idx="833">
                  <c:v>5.9013763597461397E-6</c:v>
                </c:pt>
                <c:pt idx="834">
                  <c:v>5.90331790657314E-6</c:v>
                </c:pt>
                <c:pt idx="835">
                  <c:v>5.9052426815408296E-6</c:v>
                </c:pt>
                <c:pt idx="836">
                  <c:v>5.9070826336885401E-6</c:v>
                </c:pt>
                <c:pt idx="837">
                  <c:v>5.9090017012833001E-6</c:v>
                </c:pt>
                <c:pt idx="838">
                  <c:v>5.91075421094398E-6</c:v>
                </c:pt>
                <c:pt idx="839">
                  <c:v>5.9126936286927801E-6</c:v>
                </c:pt>
                <c:pt idx="840">
                  <c:v>5.9145515246872698E-6</c:v>
                </c:pt>
                <c:pt idx="841">
                  <c:v>5.9164918110270899E-6</c:v>
                </c:pt>
                <c:pt idx="842">
                  <c:v>5.9184442594637697E-6</c:v>
                </c:pt>
                <c:pt idx="843">
                  <c:v>5.9203767422458401E-6</c:v>
                </c:pt>
                <c:pt idx="844">
                  <c:v>5.9223186867481201E-6</c:v>
                </c:pt>
                <c:pt idx="845">
                  <c:v>5.9242577255552598E-6</c:v>
                </c:pt>
                <c:pt idx="846">
                  <c:v>5.9261164549348699E-6</c:v>
                </c:pt>
                <c:pt idx="847">
                  <c:v>5.9280599798216099E-6</c:v>
                </c:pt>
                <c:pt idx="848">
                  <c:v>5.9299362129011798E-6</c:v>
                </c:pt>
                <c:pt idx="849">
                  <c:v>5.9318861310624099E-6</c:v>
                </c:pt>
                <c:pt idx="850">
                  <c:v>5.9338266314710202E-6</c:v>
                </c:pt>
                <c:pt idx="851">
                  <c:v>5.9357574271094399E-6</c:v>
                </c:pt>
                <c:pt idx="852">
                  <c:v>5.9376374728822103E-6</c:v>
                </c:pt>
                <c:pt idx="853">
                  <c:v>5.9395951046540296E-6</c:v>
                </c:pt>
                <c:pt idx="854">
                  <c:v>5.9414969373584296E-6</c:v>
                </c:pt>
                <c:pt idx="855">
                  <c:v>5.9434506691073797E-6</c:v>
                </c:pt>
                <c:pt idx="856">
                  <c:v>5.9453686031876902E-6</c:v>
                </c:pt>
                <c:pt idx="857">
                  <c:v>5.9472408811767198E-6</c:v>
                </c:pt>
                <c:pt idx="858">
                  <c:v>5.94912165081172E-6</c:v>
                </c:pt>
                <c:pt idx="859">
                  <c:v>5.9510094315568702E-6</c:v>
                </c:pt>
                <c:pt idx="860">
                  <c:v>5.9529085752254604E-6</c:v>
                </c:pt>
                <c:pt idx="861">
                  <c:v>5.9548591607541096E-6</c:v>
                </c:pt>
                <c:pt idx="862">
                  <c:v>5.9567994056938002E-6</c:v>
                </c:pt>
                <c:pt idx="863">
                  <c:v>5.9586869689956004E-6</c:v>
                </c:pt>
                <c:pt idx="864">
                  <c:v>5.9606521476369803E-6</c:v>
                </c:pt>
                <c:pt idx="865">
                  <c:v>5.96254675229738E-6</c:v>
                </c:pt>
                <c:pt idx="866">
                  <c:v>5.9645044180908298E-6</c:v>
                </c:pt>
                <c:pt idx="867">
                  <c:v>5.96641420267338E-6</c:v>
                </c:pt>
                <c:pt idx="868">
                  <c:v>5.9683663829704301E-6</c:v>
                </c:pt>
                <c:pt idx="869">
                  <c:v>5.9702561108094303E-6</c:v>
                </c:pt>
                <c:pt idx="870">
                  <c:v>5.9721348916434499E-6</c:v>
                </c:pt>
                <c:pt idx="871">
                  <c:v>5.9740737980689698E-6</c:v>
                </c:pt>
                <c:pt idx="872">
                  <c:v>5.9758850258130102E-6</c:v>
                </c:pt>
                <c:pt idx="873">
                  <c:v>5.9778525018661703E-6</c:v>
                </c:pt>
                <c:pt idx="874">
                  <c:v>5.9797571835786896E-6</c:v>
                </c:pt>
                <c:pt idx="875">
                  <c:v>5.9817532276595997E-6</c:v>
                </c:pt>
                <c:pt idx="876">
                  <c:v>5.9837332069195004E-6</c:v>
                </c:pt>
                <c:pt idx="877">
                  <c:v>5.9857262909866803E-6</c:v>
                </c:pt>
                <c:pt idx="878">
                  <c:v>5.9877258923917703E-6</c:v>
                </c:pt>
                <c:pt idx="879">
                  <c:v>5.9897157290814204E-6</c:v>
                </c:pt>
                <c:pt idx="880">
                  <c:v>5.9917307055418297E-6</c:v>
                </c:pt>
                <c:pt idx="881">
                  <c:v>5.9937313778679001E-6</c:v>
                </c:pt>
                <c:pt idx="882">
                  <c:v>5.9957138273479598E-6</c:v>
                </c:pt>
                <c:pt idx="883">
                  <c:v>5.9977044371488704E-6</c:v>
                </c:pt>
                <c:pt idx="884">
                  <c:v>5.9995977381431902E-6</c:v>
                </c:pt>
                <c:pt idx="885">
                  <c:v>6.0015686361686498E-6</c:v>
                </c:pt>
                <c:pt idx="886">
                  <c:v>6.0034997556400302E-6</c:v>
                </c:pt>
                <c:pt idx="887">
                  <c:v>6.0054623896756801E-6</c:v>
                </c:pt>
                <c:pt idx="888">
                  <c:v>6.00742955008923E-6</c:v>
                </c:pt>
                <c:pt idx="889">
                  <c:v>6.0093955844865803E-6</c:v>
                </c:pt>
                <c:pt idx="890">
                  <c:v>6.0113248907195797E-6</c:v>
                </c:pt>
                <c:pt idx="891">
                  <c:v>6.0133130656295301E-6</c:v>
                </c:pt>
                <c:pt idx="892">
                  <c:v>6.0152850800522102E-6</c:v>
                </c:pt>
                <c:pt idx="893">
                  <c:v>6.01725022210047E-6</c:v>
                </c:pt>
                <c:pt idx="894">
                  <c:v>6.0192617348804997E-6</c:v>
                </c:pt>
                <c:pt idx="895">
                  <c:v>6.0212316944648602E-6</c:v>
                </c:pt>
                <c:pt idx="896">
                  <c:v>6.0232710937157797E-6</c:v>
                </c:pt>
                <c:pt idx="897">
                  <c:v>6.0253226980715401E-6</c:v>
                </c:pt>
                <c:pt idx="898">
                  <c:v>6.0273378652597997E-6</c:v>
                </c:pt>
                <c:pt idx="899">
                  <c:v>6.0293868707757096E-6</c:v>
                </c:pt>
                <c:pt idx="900">
                  <c:v>6.0313921299602399E-6</c:v>
                </c:pt>
                <c:pt idx="901">
                  <c:v>6.0333920482443399E-6</c:v>
                </c:pt>
                <c:pt idx="902">
                  <c:v>6.0353395090590201E-6</c:v>
                </c:pt>
                <c:pt idx="903">
                  <c:v>6.0373355431859903E-6</c:v>
                </c:pt>
                <c:pt idx="904">
                  <c:v>6.0392887536109201E-6</c:v>
                </c:pt>
                <c:pt idx="905">
                  <c:v>6.0413049064628204E-6</c:v>
                </c:pt>
                <c:pt idx="906">
                  <c:v>6.0433280619894398E-6</c:v>
                </c:pt>
                <c:pt idx="907">
                  <c:v>6.0452794696255003E-6</c:v>
                </c:pt>
                <c:pt idx="908">
                  <c:v>6.04730860400747E-6</c:v>
                </c:pt>
                <c:pt idx="909">
                  <c:v>6.0492383321840901E-6</c:v>
                </c:pt>
                <c:pt idx="910">
                  <c:v>6.0512761144739898E-6</c:v>
                </c:pt>
                <c:pt idx="911">
                  <c:v>6.05328809375632E-6</c:v>
                </c:pt>
                <c:pt idx="912">
                  <c:v>6.0553209111311101E-6</c:v>
                </c:pt>
                <c:pt idx="913">
                  <c:v>6.0572698298645201E-6</c:v>
                </c:pt>
                <c:pt idx="914">
                  <c:v>6.0592847551507503E-6</c:v>
                </c:pt>
                <c:pt idx="915">
                  <c:v>6.0612344779949199E-6</c:v>
                </c:pt>
                <c:pt idx="916">
                  <c:v>6.0631810658846099E-6</c:v>
                </c:pt>
                <c:pt idx="917">
                  <c:v>6.0651738109321297E-6</c:v>
                </c:pt>
                <c:pt idx="918">
                  <c:v>6.0671001914465298E-6</c:v>
                </c:pt>
                <c:pt idx="919">
                  <c:v>6.0690984102705499E-6</c:v>
                </c:pt>
                <c:pt idx="920">
                  <c:v>6.0710951288331301E-6</c:v>
                </c:pt>
                <c:pt idx="921">
                  <c:v>6.0730890481813299E-6</c:v>
                </c:pt>
                <c:pt idx="922">
                  <c:v>6.0750706596967804E-6</c:v>
                </c:pt>
                <c:pt idx="923">
                  <c:v>6.0770342651361204E-6</c:v>
                </c:pt>
                <c:pt idx="924">
                  <c:v>6.0790337279918398E-6</c:v>
                </c:pt>
                <c:pt idx="925">
                  <c:v>6.0810355090504398E-6</c:v>
                </c:pt>
                <c:pt idx="926">
                  <c:v>6.0830649551821403E-6</c:v>
                </c:pt>
                <c:pt idx="927">
                  <c:v>6.0851014791813899E-6</c:v>
                </c:pt>
                <c:pt idx="928">
                  <c:v>6.08713824496706E-6</c:v>
                </c:pt>
                <c:pt idx="929">
                  <c:v>6.08919792608355E-6</c:v>
                </c:pt>
                <c:pt idx="930">
                  <c:v>6.0912587166905599E-6</c:v>
                </c:pt>
                <c:pt idx="931">
                  <c:v>6.0932554495355097E-6</c:v>
                </c:pt>
                <c:pt idx="932">
                  <c:v>6.09531600579959E-6</c:v>
                </c:pt>
                <c:pt idx="933">
                  <c:v>6.0973065705747897E-6</c:v>
                </c:pt>
                <c:pt idx="934">
                  <c:v>6.0993629925891301E-6</c:v>
                </c:pt>
                <c:pt idx="935">
                  <c:v>6.1014183715620296E-6</c:v>
                </c:pt>
                <c:pt idx="936">
                  <c:v>6.1033922536972001E-6</c:v>
                </c:pt>
                <c:pt idx="937">
                  <c:v>6.1054444677966197E-6</c:v>
                </c:pt>
                <c:pt idx="938">
                  <c:v>6.1074521389366602E-6</c:v>
                </c:pt>
                <c:pt idx="939">
                  <c:v>6.1095050652028997E-6</c:v>
                </c:pt>
                <c:pt idx="940">
                  <c:v>6.1115845194841398E-6</c:v>
                </c:pt>
                <c:pt idx="941">
                  <c:v>6.1135469783820999E-6</c:v>
                </c:pt>
                <c:pt idx="942">
                  <c:v>6.11562414114526E-6</c:v>
                </c:pt>
                <c:pt idx="943">
                  <c:v>6.1176138540747703E-6</c:v>
                </c:pt>
                <c:pt idx="944">
                  <c:v>6.11968640051082E-6</c:v>
                </c:pt>
                <c:pt idx="945">
                  <c:v>6.1217828428639598E-6</c:v>
                </c:pt>
                <c:pt idx="946">
                  <c:v>6.1238443413445098E-6</c:v>
                </c:pt>
                <c:pt idx="947">
                  <c:v>6.1259469313290403E-6</c:v>
                </c:pt>
                <c:pt idx="948">
                  <c:v>6.1280218955381996E-6</c:v>
                </c:pt>
                <c:pt idx="949">
                  <c:v>6.1301294835388301E-6</c:v>
                </c:pt>
                <c:pt idx="950">
                  <c:v>6.1322040602959197E-6</c:v>
                </c:pt>
                <c:pt idx="951">
                  <c:v>6.1342914591198801E-6</c:v>
                </c:pt>
                <c:pt idx="952">
                  <c:v>6.1363125740205E-6</c:v>
                </c:pt>
                <c:pt idx="953">
                  <c:v>6.13837343289798E-6</c:v>
                </c:pt>
                <c:pt idx="954">
                  <c:v>6.1403874919995998E-6</c:v>
                </c:pt>
                <c:pt idx="955">
                  <c:v>6.1424477067089402E-6</c:v>
                </c:pt>
                <c:pt idx="956">
                  <c:v>6.1445011359801101E-6</c:v>
                </c:pt>
                <c:pt idx="957">
                  <c:v>6.14657175733539E-6</c:v>
                </c:pt>
                <c:pt idx="958">
                  <c:v>6.1486341472291404E-6</c:v>
                </c:pt>
                <c:pt idx="959">
                  <c:v>6.1507010900185599E-6</c:v>
                </c:pt>
                <c:pt idx="960">
                  <c:v>6.1527892035224403E-6</c:v>
                </c:pt>
                <c:pt idx="961">
                  <c:v>6.1548515837961199E-6</c:v>
                </c:pt>
                <c:pt idx="962">
                  <c:v>6.15696812016544E-6</c:v>
                </c:pt>
                <c:pt idx="963">
                  <c:v>6.1590430155070201E-6</c:v>
                </c:pt>
                <c:pt idx="964">
                  <c:v>6.1611398530923399E-6</c:v>
                </c:pt>
                <c:pt idx="965">
                  <c:v>6.16323604104357E-6</c:v>
                </c:pt>
                <c:pt idx="966">
                  <c:v>6.16532572262231E-6</c:v>
                </c:pt>
                <c:pt idx="967">
                  <c:v>6.1674418014113801E-6</c:v>
                </c:pt>
                <c:pt idx="968">
                  <c:v>6.1695685115376101E-6</c:v>
                </c:pt>
                <c:pt idx="969">
                  <c:v>6.1716903362021497E-6</c:v>
                </c:pt>
                <c:pt idx="970">
                  <c:v>6.1738047724908497E-6</c:v>
                </c:pt>
                <c:pt idx="971">
                  <c:v>6.1758233078117E-6</c:v>
                </c:pt>
                <c:pt idx="972">
                  <c:v>6.1779281520111302E-6</c:v>
                </c:pt>
                <c:pt idx="973">
                  <c:v>6.1798549863667804E-6</c:v>
                </c:pt>
                <c:pt idx="974">
                  <c:v>6.1819585065336997E-6</c:v>
                </c:pt>
                <c:pt idx="975">
                  <c:v>6.1838704013366904E-6</c:v>
                </c:pt>
                <c:pt idx="976">
                  <c:v>6.18598701025629E-6</c:v>
                </c:pt>
                <c:pt idx="977">
                  <c:v>6.1880081144126604E-6</c:v>
                </c:pt>
                <c:pt idx="978">
                  <c:v>6.19014173414575E-6</c:v>
                </c:pt>
                <c:pt idx="979">
                  <c:v>6.1922692407115096E-6</c:v>
                </c:pt>
                <c:pt idx="980">
                  <c:v>6.1943906243664597E-6</c:v>
                </c:pt>
                <c:pt idx="981">
                  <c:v>6.1964537287662401E-6</c:v>
                </c:pt>
                <c:pt idx="982">
                  <c:v>6.1985550969687499E-6</c:v>
                </c:pt>
                <c:pt idx="983">
                  <c:v>6.2006183594113698E-6</c:v>
                </c:pt>
                <c:pt idx="984">
                  <c:v>6.2027068926737198E-6</c:v>
                </c:pt>
                <c:pt idx="985">
                  <c:v>6.2047678859558197E-6</c:v>
                </c:pt>
                <c:pt idx="986">
                  <c:v>6.2068488591980803E-6</c:v>
                </c:pt>
                <c:pt idx="987">
                  <c:v>6.2089313260452996E-6</c:v>
                </c:pt>
                <c:pt idx="988">
                  <c:v>6.2110131803156801E-6</c:v>
                </c:pt>
                <c:pt idx="989">
                  <c:v>6.2130960467737097E-6</c:v>
                </c:pt>
                <c:pt idx="990">
                  <c:v>6.2151806980607097E-6</c:v>
                </c:pt>
                <c:pt idx="991">
                  <c:v>6.2172484085051897E-6</c:v>
                </c:pt>
                <c:pt idx="992">
                  <c:v>6.2192965844673998E-6</c:v>
                </c:pt>
                <c:pt idx="993">
                  <c:v>6.2213792192370798E-6</c:v>
                </c:pt>
                <c:pt idx="994">
                  <c:v>6.2234273021734001E-6</c:v>
                </c:pt>
                <c:pt idx="995">
                  <c:v>6.2254797838663097E-6</c:v>
                </c:pt>
                <c:pt idx="996">
                  <c:v>6.2275679823231596E-6</c:v>
                </c:pt>
                <c:pt idx="997">
                  <c:v>6.22970003107015E-6</c:v>
                </c:pt>
                <c:pt idx="998">
                  <c:v>6.2318025402375899E-6</c:v>
                </c:pt>
                <c:pt idx="999">
                  <c:v>6.2339721021153199E-6</c:v>
                </c:pt>
                <c:pt idx="1000">
                  <c:v>6.2360949647829001E-6</c:v>
                </c:pt>
                <c:pt idx="1001">
                  <c:v>6.2381644265015097E-6</c:v>
                </c:pt>
                <c:pt idx="1002">
                  <c:v>6.2403118187537497E-6</c:v>
                </c:pt>
                <c:pt idx="1003">
                  <c:v>6.2423704549052897E-6</c:v>
                </c:pt>
                <c:pt idx="1004">
                  <c:v>6.2444237368853599E-6</c:v>
                </c:pt>
                <c:pt idx="1005">
                  <c:v>6.2465810217727E-6</c:v>
                </c:pt>
                <c:pt idx="1006">
                  <c:v>6.2486271842651299E-6</c:v>
                </c:pt>
                <c:pt idx="1007">
                  <c:v>6.2508325168687298E-6</c:v>
                </c:pt>
                <c:pt idx="1008">
                  <c:v>6.2529843187037702E-6</c:v>
                </c:pt>
                <c:pt idx="1009">
                  <c:v>6.25515432698043E-6</c:v>
                </c:pt>
                <c:pt idx="1010">
                  <c:v>6.2572365303120598E-6</c:v>
                </c:pt>
                <c:pt idx="1011">
                  <c:v>6.25938205627113E-6</c:v>
                </c:pt>
                <c:pt idx="1012">
                  <c:v>6.2614750473027896E-6</c:v>
                </c:pt>
                <c:pt idx="1013">
                  <c:v>6.2636668316949697E-6</c:v>
                </c:pt>
                <c:pt idx="1014">
                  <c:v>6.2658537006958102E-6</c:v>
                </c:pt>
                <c:pt idx="1015">
                  <c:v>6.2680468080737701E-6</c:v>
                </c:pt>
                <c:pt idx="1016">
                  <c:v>6.2702209552377897E-6</c:v>
                </c:pt>
                <c:pt idx="1017">
                  <c:v>6.2723609884976596E-6</c:v>
                </c:pt>
                <c:pt idx="1018">
                  <c:v>6.2744715251316897E-6</c:v>
                </c:pt>
                <c:pt idx="1019">
                  <c:v>6.2766018437741197E-6</c:v>
                </c:pt>
                <c:pt idx="1020">
                  <c:v>6.2786903570743502E-6</c:v>
                </c:pt>
                <c:pt idx="1021">
                  <c:v>6.2808630067580099E-6</c:v>
                </c:pt>
                <c:pt idx="1022">
                  <c:v>6.2829908103884198E-6</c:v>
                </c:pt>
                <c:pt idx="1023">
                  <c:v>6.2851455600231404E-6</c:v>
                </c:pt>
                <c:pt idx="1024">
                  <c:v>6.2873083600145196E-6</c:v>
                </c:pt>
                <c:pt idx="1025">
                  <c:v>6.2894101091265599E-6</c:v>
                </c:pt>
                <c:pt idx="1026">
                  <c:v>6.2916211902651603E-6</c:v>
                </c:pt>
                <c:pt idx="1027">
                  <c:v>6.2937304558693603E-6</c:v>
                </c:pt>
                <c:pt idx="1028">
                  <c:v>6.2959027684676198E-6</c:v>
                </c:pt>
                <c:pt idx="1029">
                  <c:v>6.2979980604929103E-6</c:v>
                </c:pt>
                <c:pt idx="1030">
                  <c:v>6.3001331782480298E-6</c:v>
                </c:pt>
                <c:pt idx="1031">
                  <c:v>6.3022671887687804E-6</c:v>
                </c:pt>
                <c:pt idx="1032">
                  <c:v>6.3044633658993198E-6</c:v>
                </c:pt>
                <c:pt idx="1033">
                  <c:v>6.30664154463489E-6</c:v>
                </c:pt>
                <c:pt idx="1034">
                  <c:v>6.3087664088873701E-6</c:v>
                </c:pt>
                <c:pt idx="1035">
                  <c:v>6.3109309539574699E-6</c:v>
                </c:pt>
                <c:pt idx="1036">
                  <c:v>6.3129473156960696E-6</c:v>
                </c:pt>
                <c:pt idx="1037">
                  <c:v>6.3151481296710901E-6</c:v>
                </c:pt>
                <c:pt idx="1038">
                  <c:v>6.3172675359218803E-6</c:v>
                </c:pt>
                <c:pt idx="1039">
                  <c:v>6.3194784285400897E-6</c:v>
                </c:pt>
                <c:pt idx="1040">
                  <c:v>6.3217023754627703E-6</c:v>
                </c:pt>
                <c:pt idx="1041">
                  <c:v>6.3239217636571104E-6</c:v>
                </c:pt>
                <c:pt idx="1042">
                  <c:v>6.3261451661189302E-6</c:v>
                </c:pt>
                <c:pt idx="1043">
                  <c:v>6.3283871809764502E-6</c:v>
                </c:pt>
                <c:pt idx="1044">
                  <c:v>6.3305846788013699E-6</c:v>
                </c:pt>
                <c:pt idx="1045">
                  <c:v>6.3328310732992603E-6</c:v>
                </c:pt>
                <c:pt idx="1046">
                  <c:v>6.3350238261894001E-6</c:v>
                </c:pt>
                <c:pt idx="1047">
                  <c:v>6.3372319427015501E-6</c:v>
                </c:pt>
                <c:pt idx="1048">
                  <c:v>6.3393676462859401E-6</c:v>
                </c:pt>
                <c:pt idx="1049">
                  <c:v>6.3415465903299303E-6</c:v>
                </c:pt>
                <c:pt idx="1050">
                  <c:v>6.3436891059191804E-6</c:v>
                </c:pt>
                <c:pt idx="1051">
                  <c:v>6.3458947932203596E-6</c:v>
                </c:pt>
                <c:pt idx="1052">
                  <c:v>6.3481352126746004E-6</c:v>
                </c:pt>
                <c:pt idx="1053">
                  <c:v>6.35034660312434E-6</c:v>
                </c:pt>
                <c:pt idx="1054">
                  <c:v>6.3526100938093299E-6</c:v>
                </c:pt>
                <c:pt idx="1055">
                  <c:v>6.3548196342849101E-6</c:v>
                </c:pt>
                <c:pt idx="1056">
                  <c:v>6.3570509738310202E-6</c:v>
                </c:pt>
                <c:pt idx="1057">
                  <c:v>6.3592443679883796E-6</c:v>
                </c:pt>
                <c:pt idx="1058">
                  <c:v>6.3614656302080796E-6</c:v>
                </c:pt>
                <c:pt idx="1059">
                  <c:v>6.3636763325518003E-6</c:v>
                </c:pt>
                <c:pt idx="1060">
                  <c:v>6.3659262634228003E-6</c:v>
                </c:pt>
                <c:pt idx="1061">
                  <c:v>6.3681873969998401E-6</c:v>
                </c:pt>
                <c:pt idx="1062">
                  <c:v>6.3704226027575402E-6</c:v>
                </c:pt>
                <c:pt idx="1063">
                  <c:v>6.3726652614624597E-6</c:v>
                </c:pt>
                <c:pt idx="1064">
                  <c:v>6.3748358757481996E-6</c:v>
                </c:pt>
                <c:pt idx="1065">
                  <c:v>6.3770543631955401E-6</c:v>
                </c:pt>
                <c:pt idx="1066">
                  <c:v>6.3792158075690902E-6</c:v>
                </c:pt>
                <c:pt idx="1067">
                  <c:v>6.38137712298956E-6</c:v>
                </c:pt>
                <c:pt idx="1068">
                  <c:v>6.3835905925888403E-6</c:v>
                </c:pt>
                <c:pt idx="1069">
                  <c:v>6.3857882702528503E-6</c:v>
                </c:pt>
                <c:pt idx="1070">
                  <c:v>6.3880092815568104E-6</c:v>
                </c:pt>
                <c:pt idx="1071">
                  <c:v>6.3902736806569103E-6</c:v>
                </c:pt>
                <c:pt idx="1072">
                  <c:v>6.3923984511716601E-6</c:v>
                </c:pt>
                <c:pt idx="1073">
                  <c:v>6.3946482351461203E-6</c:v>
                </c:pt>
                <c:pt idx="1074">
                  <c:v>6.3968025349360904E-6</c:v>
                </c:pt>
                <c:pt idx="1075">
                  <c:v>6.3990775969612798E-6</c:v>
                </c:pt>
                <c:pt idx="1076">
                  <c:v>6.4013587798222597E-6</c:v>
                </c:pt>
                <c:pt idx="1077">
                  <c:v>6.4036506443689399E-6</c:v>
                </c:pt>
                <c:pt idx="1078">
                  <c:v>6.4058971724455396E-6</c:v>
                </c:pt>
                <c:pt idx="1079">
                  <c:v>6.4081672214484297E-6</c:v>
                </c:pt>
                <c:pt idx="1080">
                  <c:v>6.4104052220318003E-6</c:v>
                </c:pt>
                <c:pt idx="1081">
                  <c:v>6.4126675423597E-6</c:v>
                </c:pt>
                <c:pt idx="1082">
                  <c:v>6.41494604267192E-6</c:v>
                </c:pt>
                <c:pt idx="1083">
                  <c:v>6.4172344529251203E-6</c:v>
                </c:pt>
                <c:pt idx="1084">
                  <c:v>6.4195053795914901E-6</c:v>
                </c:pt>
                <c:pt idx="1085">
                  <c:v>6.4217824360858996E-6</c:v>
                </c:pt>
                <c:pt idx="1086">
                  <c:v>6.4240616955384704E-6</c:v>
                </c:pt>
                <c:pt idx="1087">
                  <c:v>6.42635214423191E-6</c:v>
                </c:pt>
                <c:pt idx="1088">
                  <c:v>6.4286305776223803E-6</c:v>
                </c:pt>
                <c:pt idx="1089">
                  <c:v>6.4309211580017301E-6</c:v>
                </c:pt>
                <c:pt idx="1090">
                  <c:v>6.4331805938822101E-6</c:v>
                </c:pt>
                <c:pt idx="1091">
                  <c:v>6.4354546923652999E-6</c:v>
                </c:pt>
                <c:pt idx="1092">
                  <c:v>6.43774490466293E-6</c:v>
                </c:pt>
                <c:pt idx="1093">
                  <c:v>6.4400059496733603E-6</c:v>
                </c:pt>
                <c:pt idx="1094">
                  <c:v>6.4422981628490599E-6</c:v>
                </c:pt>
                <c:pt idx="1095">
                  <c:v>6.4445637247800396E-6</c:v>
                </c:pt>
                <c:pt idx="1096">
                  <c:v>6.4468422390171197E-6</c:v>
                </c:pt>
                <c:pt idx="1097">
                  <c:v>6.4491270613754199E-6</c:v>
                </c:pt>
                <c:pt idx="1098">
                  <c:v>6.4513269989406202E-6</c:v>
                </c:pt>
                <c:pt idx="1099">
                  <c:v>6.4536282345981298E-6</c:v>
                </c:pt>
                <c:pt idx="1100">
                  <c:v>6.45583243663877E-6</c:v>
                </c:pt>
                <c:pt idx="1101">
                  <c:v>6.4581467717148801E-6</c:v>
                </c:pt>
                <c:pt idx="1102">
                  <c:v>6.46043179659146E-6</c:v>
                </c:pt>
                <c:pt idx="1103">
                  <c:v>6.4627368525880596E-6</c:v>
                </c:pt>
                <c:pt idx="1104">
                  <c:v>6.4650192411647197E-6</c:v>
                </c:pt>
                <c:pt idx="1105">
                  <c:v>6.4672096560335501E-6</c:v>
                </c:pt>
                <c:pt idx="1106">
                  <c:v>6.4695075204994604E-6</c:v>
                </c:pt>
                <c:pt idx="1107">
                  <c:v>6.4716908367801999E-6</c:v>
                </c:pt>
                <c:pt idx="1108">
                  <c:v>6.4739054157410401E-6</c:v>
                </c:pt>
                <c:pt idx="1109">
                  <c:v>6.4762052626095797E-6</c:v>
                </c:pt>
                <c:pt idx="1110">
                  <c:v>6.4784314774669898E-6</c:v>
                </c:pt>
                <c:pt idx="1111">
                  <c:v>6.4807491150402502E-6</c:v>
                </c:pt>
                <c:pt idx="1112">
                  <c:v>6.48307616964487E-6</c:v>
                </c:pt>
                <c:pt idx="1113">
                  <c:v>6.4853685713551298E-6</c:v>
                </c:pt>
                <c:pt idx="1114">
                  <c:v>6.4876642775169396E-6</c:v>
                </c:pt>
                <c:pt idx="1115">
                  <c:v>6.48987228554824E-6</c:v>
                </c:pt>
                <c:pt idx="1116">
                  <c:v>6.4921877317814302E-6</c:v>
                </c:pt>
                <c:pt idx="1117">
                  <c:v>6.4944324400852301E-6</c:v>
                </c:pt>
                <c:pt idx="1118">
                  <c:v>6.4967789283267997E-6</c:v>
                </c:pt>
                <c:pt idx="1119">
                  <c:v>6.4991033641431402E-6</c:v>
                </c:pt>
                <c:pt idx="1120">
                  <c:v>6.5014366109993504E-6</c:v>
                </c:pt>
                <c:pt idx="1121">
                  <c:v>6.5037583874190096E-6</c:v>
                </c:pt>
                <c:pt idx="1122">
                  <c:v>6.50608913698402E-6</c:v>
                </c:pt>
                <c:pt idx="1123">
                  <c:v>6.5083319389828602E-6</c:v>
                </c:pt>
                <c:pt idx="1124">
                  <c:v>6.5106302689831902E-6</c:v>
                </c:pt>
                <c:pt idx="1125">
                  <c:v>6.5128851053855597E-6</c:v>
                </c:pt>
                <c:pt idx="1126">
                  <c:v>6.5152016651343702E-6</c:v>
                </c:pt>
                <c:pt idx="1127">
                  <c:v>6.5175315573860699E-6</c:v>
                </c:pt>
                <c:pt idx="1128">
                  <c:v>6.5198662424046897E-6</c:v>
                </c:pt>
                <c:pt idx="1129">
                  <c:v>6.5221238347749501E-6</c:v>
                </c:pt>
                <c:pt idx="1130">
                  <c:v>6.5244297083031204E-6</c:v>
                </c:pt>
                <c:pt idx="1131">
                  <c:v>6.5266849460925002E-6</c:v>
                </c:pt>
                <c:pt idx="1132">
                  <c:v>6.5290278954202501E-6</c:v>
                </c:pt>
                <c:pt idx="1133">
                  <c:v>6.5313376919079999E-6</c:v>
                </c:pt>
                <c:pt idx="1134">
                  <c:v>6.5336001364268598E-6</c:v>
                </c:pt>
                <c:pt idx="1135">
                  <c:v>6.5359283902255804E-6</c:v>
                </c:pt>
                <c:pt idx="1136">
                  <c:v>6.5382049111766496E-6</c:v>
                </c:pt>
                <c:pt idx="1137">
                  <c:v>6.5405067841218596E-6</c:v>
                </c:pt>
                <c:pt idx="1138">
                  <c:v>6.5427885154160399E-6</c:v>
                </c:pt>
                <c:pt idx="1139">
                  <c:v>6.5450895093080898E-6</c:v>
                </c:pt>
                <c:pt idx="1140">
                  <c:v>6.5473560276764998E-6</c:v>
                </c:pt>
                <c:pt idx="1141">
                  <c:v>6.5496919513987402E-6</c:v>
                </c:pt>
                <c:pt idx="1142">
                  <c:v>6.5520732909742003E-6</c:v>
                </c:pt>
                <c:pt idx="1143">
                  <c:v>6.5544015648275203E-6</c:v>
                </c:pt>
                <c:pt idx="1144">
                  <c:v>6.5567623889113304E-6</c:v>
                </c:pt>
                <c:pt idx="1145">
                  <c:v>6.5591032276070198E-6</c:v>
                </c:pt>
                <c:pt idx="1146">
                  <c:v>6.5614611429471697E-6</c:v>
                </c:pt>
                <c:pt idx="1147">
                  <c:v>6.5638230729135E-6</c:v>
                </c:pt>
                <c:pt idx="1148">
                  <c:v>6.5662011340092598E-6</c:v>
                </c:pt>
                <c:pt idx="1149">
                  <c:v>6.5685624388953303E-6</c:v>
                </c:pt>
                <c:pt idx="1150">
                  <c:v>6.5709552977782304E-6</c:v>
                </c:pt>
                <c:pt idx="1151">
                  <c:v>6.5732900711172898E-6</c:v>
                </c:pt>
                <c:pt idx="1152">
                  <c:v>6.5756872361590197E-6</c:v>
                </c:pt>
                <c:pt idx="1153">
                  <c:v>6.5780430074862403E-6</c:v>
                </c:pt>
                <c:pt idx="1154">
                  <c:v>6.5804083662047996E-6</c:v>
                </c:pt>
                <c:pt idx="1155">
                  <c:v>6.5827793928926403E-6</c:v>
                </c:pt>
                <c:pt idx="1156">
                  <c:v>6.5851015040144201E-6</c:v>
                </c:pt>
                <c:pt idx="1157">
                  <c:v>6.5874827193748499E-6</c:v>
                </c:pt>
                <c:pt idx="1158">
                  <c:v>6.5898281419654197E-6</c:v>
                </c:pt>
                <c:pt idx="1159">
                  <c:v>6.59219846791513E-6</c:v>
                </c:pt>
                <c:pt idx="1160">
                  <c:v>6.5945049118299998E-6</c:v>
                </c:pt>
                <c:pt idx="1161">
                  <c:v>6.5968532639996504E-6</c:v>
                </c:pt>
                <c:pt idx="1162">
                  <c:v>6.5991787412174098E-6</c:v>
                </c:pt>
                <c:pt idx="1163">
                  <c:v>6.6015524248598399E-6</c:v>
                </c:pt>
                <c:pt idx="1164">
                  <c:v>6.6039456643854297E-6</c:v>
                </c:pt>
                <c:pt idx="1165">
                  <c:v>6.6063461149576003E-6</c:v>
                </c:pt>
                <c:pt idx="1166">
                  <c:v>6.6087097754353397E-6</c:v>
                </c:pt>
                <c:pt idx="1167">
                  <c:v>6.6110928395018103E-6</c:v>
                </c:pt>
                <c:pt idx="1168">
                  <c:v>6.6133989715882998E-6</c:v>
                </c:pt>
                <c:pt idx="1169">
                  <c:v>6.6157125474973497E-6</c:v>
                </c:pt>
                <c:pt idx="1170">
                  <c:v>6.6179410712261402E-6</c:v>
                </c:pt>
                <c:pt idx="1171">
                  <c:v>6.6202655290718104E-6</c:v>
                </c:pt>
                <c:pt idx="1172">
                  <c:v>6.6225793712516702E-6</c:v>
                </c:pt>
                <c:pt idx="1173">
                  <c:v>6.6249652479826801E-6</c:v>
                </c:pt>
                <c:pt idx="1174">
                  <c:v>6.6273774334996597E-6</c:v>
                </c:pt>
                <c:pt idx="1175">
                  <c:v>6.6297888766444001E-6</c:v>
                </c:pt>
                <c:pt idx="1176">
                  <c:v>6.6322240308346501E-6</c:v>
                </c:pt>
                <c:pt idx="1177">
                  <c:v>6.6346334918478804E-6</c:v>
                </c:pt>
                <c:pt idx="1178">
                  <c:v>6.6370346942132397E-6</c:v>
                </c:pt>
                <c:pt idx="1179">
                  <c:v>6.6394229722176403E-6</c:v>
                </c:pt>
                <c:pt idx="1180">
                  <c:v>6.6418081418920302E-6</c:v>
                </c:pt>
                <c:pt idx="1181">
                  <c:v>6.6442066992751499E-6</c:v>
                </c:pt>
                <c:pt idx="1182">
                  <c:v>6.6465949508218698E-6</c:v>
                </c:pt>
                <c:pt idx="1183">
                  <c:v>6.6489473264757004E-6</c:v>
                </c:pt>
                <c:pt idx="1184">
                  <c:v>6.6513627312762598E-6</c:v>
                </c:pt>
                <c:pt idx="1185">
                  <c:v>6.6536889073985104E-6</c:v>
                </c:pt>
                <c:pt idx="1186">
                  <c:v>6.6561393466402297E-6</c:v>
                </c:pt>
                <c:pt idx="1187">
                  <c:v>6.6585452030401998E-6</c:v>
                </c:pt>
                <c:pt idx="1188">
                  <c:v>6.6609815929196698E-6</c:v>
                </c:pt>
                <c:pt idx="1189">
                  <c:v>6.6634266129520396E-6</c:v>
                </c:pt>
                <c:pt idx="1190">
                  <c:v>6.6658802763839304E-6</c:v>
                </c:pt>
                <c:pt idx="1191">
                  <c:v>6.6683080234226501E-6</c:v>
                </c:pt>
                <c:pt idx="1192">
                  <c:v>6.6707445681295802E-6</c:v>
                </c:pt>
                <c:pt idx="1193">
                  <c:v>6.6731620415416604E-6</c:v>
                </c:pt>
                <c:pt idx="1194">
                  <c:v>6.6755849419887699E-6</c:v>
                </c:pt>
                <c:pt idx="1195">
                  <c:v>6.67803228526718E-6</c:v>
                </c:pt>
                <c:pt idx="1196">
                  <c:v>6.6804685986552897E-6</c:v>
                </c:pt>
                <c:pt idx="1197">
                  <c:v>6.6829231590243597E-6</c:v>
                </c:pt>
                <c:pt idx="1198">
                  <c:v>6.6853720763748903E-6</c:v>
                </c:pt>
                <c:pt idx="1199">
                  <c:v>6.6877977976542102E-6</c:v>
                </c:pt>
                <c:pt idx="1200">
                  <c:v>6.6902740070618397E-6</c:v>
                </c:pt>
                <c:pt idx="1201">
                  <c:v>6.6926806072563697E-6</c:v>
                </c:pt>
                <c:pt idx="1202">
                  <c:v>6.6951373732500496E-6</c:v>
                </c:pt>
                <c:pt idx="1203">
                  <c:v>6.69758341304916E-6</c:v>
                </c:pt>
                <c:pt idx="1204">
                  <c:v>6.7000105699626503E-6</c:v>
                </c:pt>
                <c:pt idx="1205">
                  <c:v>6.70247734081567E-6</c:v>
                </c:pt>
                <c:pt idx="1206">
                  <c:v>6.70492980759262E-6</c:v>
                </c:pt>
                <c:pt idx="1207">
                  <c:v>6.7074058767885996E-6</c:v>
                </c:pt>
                <c:pt idx="1208">
                  <c:v>6.7098416861797704E-6</c:v>
                </c:pt>
                <c:pt idx="1209">
                  <c:v>6.71232416085192E-6</c:v>
                </c:pt>
                <c:pt idx="1210">
                  <c:v>6.7147726325485998E-6</c:v>
                </c:pt>
                <c:pt idx="1211">
                  <c:v>6.7172472846789899E-6</c:v>
                </c:pt>
                <c:pt idx="1212">
                  <c:v>6.7197321960527402E-6</c:v>
                </c:pt>
                <c:pt idx="1213">
                  <c:v>6.7222058008362202E-6</c:v>
                </c:pt>
                <c:pt idx="1214">
                  <c:v>6.7246776024708097E-6</c:v>
                </c:pt>
                <c:pt idx="1215">
                  <c:v>6.7270963732607301E-6</c:v>
                </c:pt>
                <c:pt idx="1216">
                  <c:v>6.7295146309231198E-6</c:v>
                </c:pt>
                <c:pt idx="1217">
                  <c:v>6.7319480635750602E-6</c:v>
                </c:pt>
                <c:pt idx="1218">
                  <c:v>6.7344474792063197E-6</c:v>
                </c:pt>
                <c:pt idx="1219">
                  <c:v>6.7368889630684501E-6</c:v>
                </c:pt>
                <c:pt idx="1220">
                  <c:v>6.73936490961134E-6</c:v>
                </c:pt>
                <c:pt idx="1221">
                  <c:v>6.7418173872081703E-6</c:v>
                </c:pt>
                <c:pt idx="1222">
                  <c:v>6.7442160821151603E-6</c:v>
                </c:pt>
                <c:pt idx="1223">
                  <c:v>6.7467000051106801E-6</c:v>
                </c:pt>
                <c:pt idx="1224">
                  <c:v>6.7491655158113297E-6</c:v>
                </c:pt>
                <c:pt idx="1225">
                  <c:v>6.7516178821944001E-6</c:v>
                </c:pt>
                <c:pt idx="1226">
                  <c:v>6.7541139283008203E-6</c:v>
                </c:pt>
                <c:pt idx="1227">
                  <c:v>6.7565495537587502E-6</c:v>
                </c:pt>
                <c:pt idx="1228">
                  <c:v>6.7590802992615799E-6</c:v>
                </c:pt>
                <c:pt idx="1229">
                  <c:v>6.7615022372052504E-6</c:v>
                </c:pt>
                <c:pt idx="1230">
                  <c:v>6.7640226408199998E-6</c:v>
                </c:pt>
                <c:pt idx="1231">
                  <c:v>6.76647651239819E-6</c:v>
                </c:pt>
                <c:pt idx="1232">
                  <c:v>6.7689750414825101E-6</c:v>
                </c:pt>
                <c:pt idx="1233">
                  <c:v>6.77148772254845E-6</c:v>
                </c:pt>
                <c:pt idx="1234">
                  <c:v>6.7739476566262603E-6</c:v>
                </c:pt>
                <c:pt idx="1235">
                  <c:v>6.7764678219080103E-6</c:v>
                </c:pt>
                <c:pt idx="1236">
                  <c:v>6.7789517350411503E-6</c:v>
                </c:pt>
                <c:pt idx="1237">
                  <c:v>6.7814284217135902E-6</c:v>
                </c:pt>
                <c:pt idx="1238">
                  <c:v>6.7839692520949401E-6</c:v>
                </c:pt>
                <c:pt idx="1239">
                  <c:v>6.7864225455704698E-6</c:v>
                </c:pt>
                <c:pt idx="1240">
                  <c:v>6.7889617590521201E-6</c:v>
                </c:pt>
                <c:pt idx="1241">
                  <c:v>6.7914390659973199E-6</c:v>
                </c:pt>
                <c:pt idx="1242">
                  <c:v>6.7939633647455399E-6</c:v>
                </c:pt>
                <c:pt idx="1243">
                  <c:v>6.7964610965138097E-6</c:v>
                </c:pt>
                <c:pt idx="1244">
                  <c:v>6.7989709557626704E-6</c:v>
                </c:pt>
                <c:pt idx="1245">
                  <c:v>6.8014811991494498E-6</c:v>
                </c:pt>
                <c:pt idx="1246">
                  <c:v>6.80400169161103E-6</c:v>
                </c:pt>
                <c:pt idx="1247">
                  <c:v>6.8065201400003403E-6</c:v>
                </c:pt>
                <c:pt idx="1248">
                  <c:v>6.8090244029543399E-6</c:v>
                </c:pt>
                <c:pt idx="1249">
                  <c:v>6.8115389245514897E-6</c:v>
                </c:pt>
                <c:pt idx="1250">
                  <c:v>6.8140111275216297E-6</c:v>
                </c:pt>
                <c:pt idx="1251">
                  <c:v>6.8164511682722099E-6</c:v>
                </c:pt>
                <c:pt idx="1252">
                  <c:v>6.8189514536652599E-6</c:v>
                </c:pt>
                <c:pt idx="1253">
                  <c:v>6.8214135132252801E-6</c:v>
                </c:pt>
                <c:pt idx="1254">
                  <c:v>6.8239235161972301E-6</c:v>
                </c:pt>
                <c:pt idx="1255">
                  <c:v>6.8264507538620798E-6</c:v>
                </c:pt>
                <c:pt idx="1256">
                  <c:v>6.8289484229735098E-6</c:v>
                </c:pt>
                <c:pt idx="1257">
                  <c:v>6.8314892998138098E-6</c:v>
                </c:pt>
                <c:pt idx="1258">
                  <c:v>6.8339658767879596E-6</c:v>
                </c:pt>
                <c:pt idx="1259">
                  <c:v>6.8365366032818201E-6</c:v>
                </c:pt>
                <c:pt idx="1260">
                  <c:v>6.8390180516956E-6</c:v>
                </c:pt>
                <c:pt idx="1261">
                  <c:v>6.8415406622462299E-6</c:v>
                </c:pt>
                <c:pt idx="1262">
                  <c:v>6.8440725501203303E-6</c:v>
                </c:pt>
                <c:pt idx="1263">
                  <c:v>6.8465801536531201E-6</c:v>
                </c:pt>
                <c:pt idx="1264">
                  <c:v>6.8491249926764602E-6</c:v>
                </c:pt>
                <c:pt idx="1265">
                  <c:v>6.8516640870559904E-6</c:v>
                </c:pt>
                <c:pt idx="1266">
                  <c:v>6.8541967161889899E-6</c:v>
                </c:pt>
                <c:pt idx="1267">
                  <c:v>6.8567526536282802E-6</c:v>
                </c:pt>
                <c:pt idx="1268">
                  <c:v>6.8592984568451297E-6</c:v>
                </c:pt>
                <c:pt idx="1269">
                  <c:v>6.8618155027012804E-6</c:v>
                </c:pt>
                <c:pt idx="1270">
                  <c:v>6.8643651777262402E-6</c:v>
                </c:pt>
                <c:pt idx="1271">
                  <c:v>6.8668578083363497E-6</c:v>
                </c:pt>
                <c:pt idx="1272">
                  <c:v>6.8693974699849399E-6</c:v>
                </c:pt>
                <c:pt idx="1273">
                  <c:v>6.8719304573536804E-6</c:v>
                </c:pt>
                <c:pt idx="1274">
                  <c:v>6.8744405618801501E-6</c:v>
                </c:pt>
                <c:pt idx="1275">
                  <c:v>6.8769168343142298E-6</c:v>
                </c:pt>
                <c:pt idx="1276">
                  <c:v>6.8793905799323804E-6</c:v>
                </c:pt>
                <c:pt idx="1277">
                  <c:v>6.88186602259995E-6</c:v>
                </c:pt>
                <c:pt idx="1278">
                  <c:v>6.8843745136345004E-6</c:v>
                </c:pt>
                <c:pt idx="1279">
                  <c:v>6.8869220982456696E-6</c:v>
                </c:pt>
                <c:pt idx="1280">
                  <c:v>6.8894619121507403E-6</c:v>
                </c:pt>
                <c:pt idx="1281">
                  <c:v>6.8920032998970202E-6</c:v>
                </c:pt>
                <c:pt idx="1282">
                  <c:v>6.8945704659783501E-6</c:v>
                </c:pt>
                <c:pt idx="1283">
                  <c:v>6.8970810700065202E-6</c:v>
                </c:pt>
                <c:pt idx="1284">
                  <c:v>6.8996322864707796E-6</c:v>
                </c:pt>
                <c:pt idx="1285">
                  <c:v>6.9021762562837196E-6</c:v>
                </c:pt>
                <c:pt idx="1286">
                  <c:v>6.9046851398883399E-6</c:v>
                </c:pt>
                <c:pt idx="1287">
                  <c:v>6.90728127679078E-6</c:v>
                </c:pt>
                <c:pt idx="1288">
                  <c:v>6.9098558333183199E-6</c:v>
                </c:pt>
                <c:pt idx="1289">
                  <c:v>6.9124222224377996E-6</c:v>
                </c:pt>
                <c:pt idx="1290">
                  <c:v>6.9150120175745701E-6</c:v>
                </c:pt>
                <c:pt idx="1291">
                  <c:v>6.9175752085688202E-6</c:v>
                </c:pt>
                <c:pt idx="1292">
                  <c:v>6.9201383823228201E-6</c:v>
                </c:pt>
                <c:pt idx="1293">
                  <c:v>6.9227113079784097E-6</c:v>
                </c:pt>
                <c:pt idx="1294">
                  <c:v>6.9252902689297604E-6</c:v>
                </c:pt>
                <c:pt idx="1295">
                  <c:v>6.9278665546335703E-6</c:v>
                </c:pt>
                <c:pt idx="1296">
                  <c:v>6.9304474549097101E-6</c:v>
                </c:pt>
                <c:pt idx="1297">
                  <c:v>6.9330319084912E-6</c:v>
                </c:pt>
                <c:pt idx="1298">
                  <c:v>6.9356133246023003E-6</c:v>
                </c:pt>
                <c:pt idx="1299">
                  <c:v>6.9382054254863202E-6</c:v>
                </c:pt>
                <c:pt idx="1300">
                  <c:v>6.9407991286280003E-6</c:v>
                </c:pt>
                <c:pt idx="1301">
                  <c:v>6.9433788994136503E-6</c:v>
                </c:pt>
                <c:pt idx="1302">
                  <c:v>6.9459698998505501E-6</c:v>
                </c:pt>
                <c:pt idx="1303">
                  <c:v>6.94854874233385E-6</c:v>
                </c:pt>
                <c:pt idx="1304">
                  <c:v>6.9511103874842402E-6</c:v>
                </c:pt>
                <c:pt idx="1305">
                  <c:v>6.9536814630463202E-6</c:v>
                </c:pt>
                <c:pt idx="1306">
                  <c:v>6.9562349636223103E-6</c:v>
                </c:pt>
                <c:pt idx="1307">
                  <c:v>6.9588075659896398E-6</c:v>
                </c:pt>
                <c:pt idx="1308">
                  <c:v>6.9613708032114703E-6</c:v>
                </c:pt>
                <c:pt idx="1309">
                  <c:v>6.9639775473897501E-6</c:v>
                </c:pt>
                <c:pt idx="1310">
                  <c:v>6.9665783661357099E-6</c:v>
                </c:pt>
                <c:pt idx="1311">
                  <c:v>6.9691649753084197E-6</c:v>
                </c:pt>
                <c:pt idx="1312">
                  <c:v>6.97178853876093E-6</c:v>
                </c:pt>
                <c:pt idx="1313">
                  <c:v>6.9743592873443603E-6</c:v>
                </c:pt>
                <c:pt idx="1314">
                  <c:v>6.9769894765131197E-6</c:v>
                </c:pt>
                <c:pt idx="1315">
                  <c:v>6.9795536550302698E-6</c:v>
                </c:pt>
                <c:pt idx="1316">
                  <c:v>6.9821964023319896E-6</c:v>
                </c:pt>
                <c:pt idx="1317">
                  <c:v>6.9847421171166098E-6</c:v>
                </c:pt>
                <c:pt idx="1318">
                  <c:v>6.98737654667411E-6</c:v>
                </c:pt>
                <c:pt idx="1319">
                  <c:v>6.9899549248300698E-6</c:v>
                </c:pt>
                <c:pt idx="1320">
                  <c:v>6.9925635243878301E-6</c:v>
                </c:pt>
                <c:pt idx="1321">
                  <c:v>6.9951636113922997E-6</c:v>
                </c:pt>
                <c:pt idx="1322">
                  <c:v>6.9977622123769101E-6</c:v>
                </c:pt>
                <c:pt idx="1323">
                  <c:v>7.0003788281934299E-6</c:v>
                </c:pt>
                <c:pt idx="1324">
                  <c:v>7.0029767885024699E-6</c:v>
                </c:pt>
                <c:pt idx="1325">
                  <c:v>7.0056285832413404E-6</c:v>
                </c:pt>
                <c:pt idx="1326">
                  <c:v>7.0081937123904798E-6</c:v>
                </c:pt>
                <c:pt idx="1327">
                  <c:v>7.0106904792130003E-6</c:v>
                </c:pt>
                <c:pt idx="1328">
                  <c:v>7.0132823762412298E-6</c:v>
                </c:pt>
                <c:pt idx="1329">
                  <c:v>7.0157734735075401E-6</c:v>
                </c:pt>
                <c:pt idx="1330">
                  <c:v>7.0184043253349303E-6</c:v>
                </c:pt>
                <c:pt idx="1331">
                  <c:v>7.0210474784442703E-6</c:v>
                </c:pt>
                <c:pt idx="1332">
                  <c:v>7.0237205654355801E-6</c:v>
                </c:pt>
                <c:pt idx="1333">
                  <c:v>7.02629612443657E-6</c:v>
                </c:pt>
                <c:pt idx="1334">
                  <c:v>7.0289689724474998E-6</c:v>
                </c:pt>
                <c:pt idx="1335">
                  <c:v>7.0315582220878399E-6</c:v>
                </c:pt>
                <c:pt idx="1336">
                  <c:v>7.03416810099744E-6</c:v>
                </c:pt>
                <c:pt idx="1337">
                  <c:v>7.0368194022778497E-6</c:v>
                </c:pt>
                <c:pt idx="1338">
                  <c:v>7.0394098633705902E-6</c:v>
                </c:pt>
                <c:pt idx="1339">
                  <c:v>7.04206690965106E-6</c:v>
                </c:pt>
                <c:pt idx="1340">
                  <c:v>7.0446579446608496E-6</c:v>
                </c:pt>
                <c:pt idx="1341">
                  <c:v>7.0473185422148499E-6</c:v>
                </c:pt>
                <c:pt idx="1342">
                  <c:v>7.0499303999969399E-6</c:v>
                </c:pt>
                <c:pt idx="1343">
                  <c:v>7.05254472424908E-6</c:v>
                </c:pt>
                <c:pt idx="1344">
                  <c:v>7.0551456344260802E-6</c:v>
                </c:pt>
                <c:pt idx="1345">
                  <c:v>7.0577594331375803E-6</c:v>
                </c:pt>
                <c:pt idx="1346">
                  <c:v>7.0603720506615702E-6</c:v>
                </c:pt>
                <c:pt idx="1347">
                  <c:v>7.0630182347855704E-6</c:v>
                </c:pt>
                <c:pt idx="1348">
                  <c:v>7.0656797401939398E-6</c:v>
                </c:pt>
                <c:pt idx="1349">
                  <c:v>7.0683379071844204E-6</c:v>
                </c:pt>
                <c:pt idx="1350">
                  <c:v>7.0709967554532498E-6</c:v>
                </c:pt>
                <c:pt idx="1351">
                  <c:v>7.0736467532538998E-6</c:v>
                </c:pt>
                <c:pt idx="1352">
                  <c:v>7.0763277001012302E-6</c:v>
                </c:pt>
                <c:pt idx="1353">
                  <c:v>7.0789922818208102E-6</c:v>
                </c:pt>
                <c:pt idx="1354">
                  <c:v>7.0816736956943699E-6</c:v>
                </c:pt>
                <c:pt idx="1355">
                  <c:v>7.0843412962835104E-6</c:v>
                </c:pt>
                <c:pt idx="1356">
                  <c:v>7.0870049931990297E-6</c:v>
                </c:pt>
                <c:pt idx="1357">
                  <c:v>7.0896390167635298E-6</c:v>
                </c:pt>
                <c:pt idx="1358">
                  <c:v>7.0923092000509602E-6</c:v>
                </c:pt>
                <c:pt idx="1359">
                  <c:v>7.0949598165590102E-6</c:v>
                </c:pt>
                <c:pt idx="1360">
                  <c:v>7.0976311693734199E-6</c:v>
                </c:pt>
                <c:pt idx="1361">
                  <c:v>7.1003009866355504E-6</c:v>
                </c:pt>
                <c:pt idx="1362">
                  <c:v>7.1029866013501698E-6</c:v>
                </c:pt>
                <c:pt idx="1363">
                  <c:v>7.1056762302204403E-6</c:v>
                </c:pt>
                <c:pt idx="1364">
                  <c:v>7.1083377438736598E-6</c:v>
                </c:pt>
                <c:pt idx="1365">
                  <c:v>7.11103667701478E-6</c:v>
                </c:pt>
                <c:pt idx="1366">
                  <c:v>7.1136792078723904E-6</c:v>
                </c:pt>
                <c:pt idx="1367">
                  <c:v>7.1163514006754504E-6</c:v>
                </c:pt>
                <c:pt idx="1368">
                  <c:v>7.1190255612919297E-6</c:v>
                </c:pt>
                <c:pt idx="1369">
                  <c:v>7.1216946483311797E-6</c:v>
                </c:pt>
                <c:pt idx="1370">
                  <c:v>7.1244136570904502E-6</c:v>
                </c:pt>
                <c:pt idx="1371">
                  <c:v>7.1270942758698499E-6</c:v>
                </c:pt>
                <c:pt idx="1372">
                  <c:v>7.1298222776824597E-6</c:v>
                </c:pt>
                <c:pt idx="1373">
                  <c:v>7.1324760564594598E-6</c:v>
                </c:pt>
                <c:pt idx="1374">
                  <c:v>7.1351737131035097E-6</c:v>
                </c:pt>
                <c:pt idx="1375">
                  <c:v>7.1378367797400097E-6</c:v>
                </c:pt>
                <c:pt idx="1376">
                  <c:v>7.1405318807093301E-6</c:v>
                </c:pt>
                <c:pt idx="1377">
                  <c:v>7.1432226322933296E-6</c:v>
                </c:pt>
                <c:pt idx="1378">
                  <c:v>7.14593376539282E-6</c:v>
                </c:pt>
                <c:pt idx="1379">
                  <c:v>7.1486208383392698E-6</c:v>
                </c:pt>
                <c:pt idx="1380">
                  <c:v>7.1513374265674499E-6</c:v>
                </c:pt>
                <c:pt idx="1381">
                  <c:v>7.1540180062095101E-6</c:v>
                </c:pt>
                <c:pt idx="1382">
                  <c:v>7.1567184282640396E-6</c:v>
                </c:pt>
                <c:pt idx="1383">
                  <c:v>7.1594195271381898E-6</c:v>
                </c:pt>
                <c:pt idx="1384">
                  <c:v>7.1621028186003696E-6</c:v>
                </c:pt>
                <c:pt idx="1385">
                  <c:v>7.1648423796725798E-6</c:v>
                </c:pt>
                <c:pt idx="1386">
                  <c:v>7.1675529530996701E-6</c:v>
                </c:pt>
                <c:pt idx="1387">
                  <c:v>7.1702593281157704E-6</c:v>
                </c:pt>
                <c:pt idx="1388">
                  <c:v>7.1729671179763298E-6</c:v>
                </c:pt>
                <c:pt idx="1389">
                  <c:v>7.1756609917925698E-6</c:v>
                </c:pt>
                <c:pt idx="1390">
                  <c:v>7.1783757258367903E-6</c:v>
                </c:pt>
                <c:pt idx="1391">
                  <c:v>7.1811004843802901E-6</c:v>
                </c:pt>
                <c:pt idx="1392">
                  <c:v>7.1838217925629203E-6</c:v>
                </c:pt>
                <c:pt idx="1393">
                  <c:v>7.1865604598766001E-6</c:v>
                </c:pt>
                <c:pt idx="1394">
                  <c:v>7.1892443005755401E-6</c:v>
                </c:pt>
                <c:pt idx="1395">
                  <c:v>7.1920013857804699E-6</c:v>
                </c:pt>
                <c:pt idx="1396">
                  <c:v>7.19470342168164E-6</c:v>
                </c:pt>
                <c:pt idx="1397">
                  <c:v>7.1974393360776097E-6</c:v>
                </c:pt>
                <c:pt idx="1398">
                  <c:v>7.2001541302092302E-6</c:v>
                </c:pt>
                <c:pt idx="1399">
                  <c:v>7.2028500239887998E-6</c:v>
                </c:pt>
                <c:pt idx="1400">
                  <c:v>7.2055294293795697E-6</c:v>
                </c:pt>
                <c:pt idx="1401">
                  <c:v>7.20825406417037E-6</c:v>
                </c:pt>
                <c:pt idx="1402">
                  <c:v>7.2109492260837998E-6</c:v>
                </c:pt>
                <c:pt idx="1403">
                  <c:v>7.2136732614235999E-6</c:v>
                </c:pt>
                <c:pt idx="1404">
                  <c:v>7.2164226544831699E-6</c:v>
                </c:pt>
                <c:pt idx="1405">
                  <c:v>7.2191225564374799E-6</c:v>
                </c:pt>
                <c:pt idx="1406">
                  <c:v>7.2218708177099599E-6</c:v>
                </c:pt>
                <c:pt idx="1407">
                  <c:v>7.2246105082810903E-6</c:v>
                </c:pt>
                <c:pt idx="1408">
                  <c:v>7.2272800117129297E-6</c:v>
                </c:pt>
                <c:pt idx="1409">
                  <c:v>7.2300022677282604E-6</c:v>
                </c:pt>
                <c:pt idx="1410">
                  <c:v>7.2326879337172501E-6</c:v>
                </c:pt>
                <c:pt idx="1411">
                  <c:v>7.2353898941003897E-6</c:v>
                </c:pt>
                <c:pt idx="1412">
                  <c:v>7.2381490611403197E-6</c:v>
                </c:pt>
                <c:pt idx="1413">
                  <c:v>7.2408530321592798E-6</c:v>
                </c:pt>
                <c:pt idx="1414">
                  <c:v>7.24362147502434E-6</c:v>
                </c:pt>
                <c:pt idx="1415">
                  <c:v>7.2463274714810501E-6</c:v>
                </c:pt>
                <c:pt idx="1416">
                  <c:v>7.2491317606907899E-6</c:v>
                </c:pt>
                <c:pt idx="1417">
                  <c:v>7.25188894183817E-6</c:v>
                </c:pt>
                <c:pt idx="1418">
                  <c:v>7.2546545527440402E-6</c:v>
                </c:pt>
                <c:pt idx="1419">
                  <c:v>7.2574668188232297E-6</c:v>
                </c:pt>
                <c:pt idx="1420">
                  <c:v>7.2602573839004399E-6</c:v>
                </c:pt>
                <c:pt idx="1421">
                  <c:v>7.26295599170115E-6</c:v>
                </c:pt>
                <c:pt idx="1422">
                  <c:v>7.2657644136652397E-6</c:v>
                </c:pt>
                <c:pt idx="1423">
                  <c:v>7.2684190003706303E-6</c:v>
                </c:pt>
                <c:pt idx="1424">
                  <c:v>7.2711796310348303E-6</c:v>
                </c:pt>
                <c:pt idx="1425">
                  <c:v>7.2739188048417999E-6</c:v>
                </c:pt>
                <c:pt idx="1426">
                  <c:v>7.2767318214312798E-6</c:v>
                </c:pt>
                <c:pt idx="1427">
                  <c:v>7.2794684765327599E-6</c:v>
                </c:pt>
                <c:pt idx="1428">
                  <c:v>7.2822204322355403E-6</c:v>
                </c:pt>
                <c:pt idx="1429">
                  <c:v>7.2849795336922003E-6</c:v>
                </c:pt>
                <c:pt idx="1430">
                  <c:v>7.2877085291394898E-6</c:v>
                </c:pt>
                <c:pt idx="1431">
                  <c:v>7.29049909592637E-6</c:v>
                </c:pt>
                <c:pt idx="1432">
                  <c:v>7.2932872690640903E-6</c:v>
                </c:pt>
                <c:pt idx="1433">
                  <c:v>7.2960722790821303E-6</c:v>
                </c:pt>
                <c:pt idx="1434">
                  <c:v>7.2988673359171303E-6</c:v>
                </c:pt>
                <c:pt idx="1435">
                  <c:v>7.30164333471271E-6</c:v>
                </c:pt>
                <c:pt idx="1436">
                  <c:v>7.3043933338136397E-6</c:v>
                </c:pt>
                <c:pt idx="1437">
                  <c:v>7.3072139449742504E-6</c:v>
                </c:pt>
                <c:pt idx="1438">
                  <c:v>7.3099230316106298E-6</c:v>
                </c:pt>
                <c:pt idx="1439">
                  <c:v>7.3127518630369697E-6</c:v>
                </c:pt>
                <c:pt idx="1440">
                  <c:v>7.3155109303339598E-6</c:v>
                </c:pt>
                <c:pt idx="1441">
                  <c:v>7.3183215233178298E-6</c:v>
                </c:pt>
                <c:pt idx="1442">
                  <c:v>7.3211064543925303E-6</c:v>
                </c:pt>
                <c:pt idx="1443">
                  <c:v>7.32386413681636E-6</c:v>
                </c:pt>
                <c:pt idx="1444">
                  <c:v>7.3265618251686597E-6</c:v>
                </c:pt>
                <c:pt idx="1445">
                  <c:v>7.3292731718354502E-6</c:v>
                </c:pt>
                <c:pt idx="1446">
                  <c:v>7.3319587090510002E-6</c:v>
                </c:pt>
                <c:pt idx="1447">
                  <c:v>7.3347230083001401E-6</c:v>
                </c:pt>
                <c:pt idx="1448">
                  <c:v>7.3375023776105601E-6</c:v>
                </c:pt>
                <c:pt idx="1449">
                  <c:v>7.3403128460521002E-6</c:v>
                </c:pt>
                <c:pt idx="1450">
                  <c:v>7.34311798919564E-6</c:v>
                </c:pt>
                <c:pt idx="1451">
                  <c:v>7.34590929775063E-6</c:v>
                </c:pt>
                <c:pt idx="1452">
                  <c:v>7.3487188236995E-6</c:v>
                </c:pt>
                <c:pt idx="1453">
                  <c:v>7.3514946001243704E-6</c:v>
                </c:pt>
                <c:pt idx="1454">
                  <c:v>7.3543241684226801E-6</c:v>
                </c:pt>
                <c:pt idx="1455">
                  <c:v>7.3571100987276896E-6</c:v>
                </c:pt>
                <c:pt idx="1456">
                  <c:v>7.3599252920560502E-6</c:v>
                </c:pt>
                <c:pt idx="1457">
                  <c:v>7.3627289424866204E-6</c:v>
                </c:pt>
                <c:pt idx="1458">
                  <c:v>7.3655374930231303E-6</c:v>
                </c:pt>
                <c:pt idx="1459">
                  <c:v>7.3683408600478402E-6</c:v>
                </c:pt>
                <c:pt idx="1460">
                  <c:v>7.3711819076737897E-6</c:v>
                </c:pt>
                <c:pt idx="1461">
                  <c:v>7.3740022826847597E-6</c:v>
                </c:pt>
                <c:pt idx="1462">
                  <c:v>7.3768151374317899E-6</c:v>
                </c:pt>
                <c:pt idx="1463">
                  <c:v>7.3796288218741802E-6</c:v>
                </c:pt>
                <c:pt idx="1464">
                  <c:v>7.3824379062720601E-6</c:v>
                </c:pt>
                <c:pt idx="1465">
                  <c:v>7.3852322570923E-6</c:v>
                </c:pt>
                <c:pt idx="1466">
                  <c:v>7.3880729324333803E-6</c:v>
                </c:pt>
                <c:pt idx="1467">
                  <c:v>7.3908868211099696E-6</c:v>
                </c:pt>
                <c:pt idx="1468">
                  <c:v>7.3937217840406799E-6</c:v>
                </c:pt>
                <c:pt idx="1469">
                  <c:v>7.3965162836220399E-6</c:v>
                </c:pt>
                <c:pt idx="1470">
                  <c:v>7.3993718227162598E-6</c:v>
                </c:pt>
                <c:pt idx="1471">
                  <c:v>7.4021685431296002E-6</c:v>
                </c:pt>
                <c:pt idx="1472">
                  <c:v>7.4050027339042296E-6</c:v>
                </c:pt>
                <c:pt idx="1473">
                  <c:v>7.40783757507651E-6</c:v>
                </c:pt>
                <c:pt idx="1474">
                  <c:v>7.4106584086084601E-6</c:v>
                </c:pt>
                <c:pt idx="1475">
                  <c:v>7.4135089751715897E-6</c:v>
                </c:pt>
                <c:pt idx="1476">
                  <c:v>7.4163267539376396E-6</c:v>
                </c:pt>
                <c:pt idx="1477">
                  <c:v>7.4192091246134904E-6</c:v>
                </c:pt>
                <c:pt idx="1478">
                  <c:v>7.4219843329183596E-6</c:v>
                </c:pt>
                <c:pt idx="1479">
                  <c:v>7.4248813114025197E-6</c:v>
                </c:pt>
                <c:pt idx="1480">
                  <c:v>7.4276735911733399E-6</c:v>
                </c:pt>
                <c:pt idx="1481">
                  <c:v>7.4305675889702002E-6</c:v>
                </c:pt>
                <c:pt idx="1482">
                  <c:v>7.4333769636931798E-6</c:v>
                </c:pt>
                <c:pt idx="1483">
                  <c:v>7.4362243988704304E-6</c:v>
                </c:pt>
                <c:pt idx="1484">
                  <c:v>7.4390868162364002E-6</c:v>
                </c:pt>
                <c:pt idx="1485">
                  <c:v>7.44190804508789E-6</c:v>
                </c:pt>
                <c:pt idx="1486">
                  <c:v>7.4447949026288498E-6</c:v>
                </c:pt>
                <c:pt idx="1487">
                  <c:v>7.4476431137810199E-6</c:v>
                </c:pt>
                <c:pt idx="1488">
                  <c:v>7.4504775921133899E-6</c:v>
                </c:pt>
                <c:pt idx="1489">
                  <c:v>7.4533152425785602E-6</c:v>
                </c:pt>
                <c:pt idx="1490">
                  <c:v>7.4561590226640997E-6</c:v>
                </c:pt>
                <c:pt idx="1491">
                  <c:v>7.4590118873675298E-6</c:v>
                </c:pt>
                <c:pt idx="1492">
                  <c:v>7.4618911910946199E-6</c:v>
                </c:pt>
                <c:pt idx="1493">
                  <c:v>7.4647368304237899E-6</c:v>
                </c:pt>
                <c:pt idx="1494">
                  <c:v>7.4676199751462796E-6</c:v>
                </c:pt>
                <c:pt idx="1495">
                  <c:v>7.4704605489100602E-6</c:v>
                </c:pt>
                <c:pt idx="1496">
                  <c:v>7.4733441795469702E-6</c:v>
                </c:pt>
                <c:pt idx="1497">
                  <c:v>7.4761804439248202E-6</c:v>
                </c:pt>
                <c:pt idx="1498">
                  <c:v>7.47908253822701E-6</c:v>
                </c:pt>
                <c:pt idx="1499">
                  <c:v>7.4819206280222797E-6</c:v>
                </c:pt>
                <c:pt idx="1500">
                  <c:v>7.4847984774984003E-6</c:v>
                </c:pt>
                <c:pt idx="1501">
                  <c:v>7.4876623176570298E-6</c:v>
                </c:pt>
                <c:pt idx="1502">
                  <c:v>7.4905190533695902E-6</c:v>
                </c:pt>
                <c:pt idx="1503">
                  <c:v>7.4934015616261396E-6</c:v>
                </c:pt>
                <c:pt idx="1504">
                  <c:v>7.4962765709633001E-6</c:v>
                </c:pt>
                <c:pt idx="1505">
                  <c:v>7.4991484296269401E-6</c:v>
                </c:pt>
                <c:pt idx="1506">
                  <c:v>7.5020961308504701E-6</c:v>
                </c:pt>
                <c:pt idx="1507">
                  <c:v>7.5049631142294002E-6</c:v>
                </c:pt>
                <c:pt idx="1508">
                  <c:v>7.5079359728027604E-6</c:v>
                </c:pt>
                <c:pt idx="1509">
                  <c:v>7.51080600654795E-6</c:v>
                </c:pt>
                <c:pt idx="1510">
                  <c:v>7.5136762454648702E-6</c:v>
                </c:pt>
                <c:pt idx="1511">
                  <c:v>7.5165763514797997E-6</c:v>
                </c:pt>
                <c:pt idx="1512">
                  <c:v>7.5194062326445304E-6</c:v>
                </c:pt>
                <c:pt idx="1513">
                  <c:v>7.5223149246402098E-6</c:v>
                </c:pt>
                <c:pt idx="1514">
                  <c:v>7.5251848207702299E-6</c:v>
                </c:pt>
                <c:pt idx="1515">
                  <c:v>7.5280210248904703E-6</c:v>
                </c:pt>
                <c:pt idx="1516">
                  <c:v>7.5309090479990598E-6</c:v>
                </c:pt>
                <c:pt idx="1517">
                  <c:v>7.5337619810840399E-6</c:v>
                </c:pt>
                <c:pt idx="1518">
                  <c:v>7.5366480213650301E-6</c:v>
                </c:pt>
                <c:pt idx="1519">
                  <c:v>7.5395544412936799E-6</c:v>
                </c:pt>
                <c:pt idx="1520">
                  <c:v>7.5424255190838096E-6</c:v>
                </c:pt>
                <c:pt idx="1521">
                  <c:v>7.5453659611109904E-6</c:v>
                </c:pt>
                <c:pt idx="1522">
                  <c:v>7.5482354578635901E-6</c:v>
                </c:pt>
                <c:pt idx="1523">
                  <c:v>7.5511765669674299E-6</c:v>
                </c:pt>
                <c:pt idx="1524">
                  <c:v>7.5540564725318104E-6</c:v>
                </c:pt>
                <c:pt idx="1525">
                  <c:v>7.5569549951097104E-6</c:v>
                </c:pt>
                <c:pt idx="1526">
                  <c:v>7.5598543330490098E-6</c:v>
                </c:pt>
                <c:pt idx="1527">
                  <c:v>7.5627372324863197E-6</c:v>
                </c:pt>
                <c:pt idx="1528">
                  <c:v>7.5656684615126998E-6</c:v>
                </c:pt>
                <c:pt idx="1529">
                  <c:v>7.5685511575389404E-6</c:v>
                </c:pt>
                <c:pt idx="1530">
                  <c:v>7.5714747938756303E-6</c:v>
                </c:pt>
                <c:pt idx="1531">
                  <c:v>7.5743803782341E-6</c:v>
                </c:pt>
                <c:pt idx="1532">
                  <c:v>7.57729279402075E-6</c:v>
                </c:pt>
                <c:pt idx="1533">
                  <c:v>7.5802200950088299E-6</c:v>
                </c:pt>
                <c:pt idx="1534">
                  <c:v>7.5831657263932004E-6</c:v>
                </c:pt>
                <c:pt idx="1535">
                  <c:v>7.5860477790662597E-6</c:v>
                </c:pt>
                <c:pt idx="1536">
                  <c:v>7.58900048491037E-6</c:v>
                </c:pt>
                <c:pt idx="1537">
                  <c:v>7.5918992495549703E-6</c:v>
                </c:pt>
                <c:pt idx="1538">
                  <c:v>7.5948237861832397E-6</c:v>
                </c:pt>
                <c:pt idx="1539">
                  <c:v>7.5977725261898497E-6</c:v>
                </c:pt>
                <c:pt idx="1540">
                  <c:v>7.6006851793975698E-6</c:v>
                </c:pt>
                <c:pt idx="1541">
                  <c:v>7.6036113463803803E-6</c:v>
                </c:pt>
                <c:pt idx="1542">
                  <c:v>7.6065403474706901E-6</c:v>
                </c:pt>
                <c:pt idx="1543">
                  <c:v>7.60945419250326E-6</c:v>
                </c:pt>
                <c:pt idx="1544">
                  <c:v>7.6123870211645899E-6</c:v>
                </c:pt>
                <c:pt idx="1545">
                  <c:v>7.6153241055522403E-6</c:v>
                </c:pt>
                <c:pt idx="1546">
                  <c:v>7.6182526937590904E-6</c:v>
                </c:pt>
                <c:pt idx="1547">
                  <c:v>7.6211992870675496E-6</c:v>
                </c:pt>
                <c:pt idx="1548">
                  <c:v>7.62413029368377E-6</c:v>
                </c:pt>
                <c:pt idx="1549">
                  <c:v>7.6270977739162496E-6</c:v>
                </c:pt>
                <c:pt idx="1550">
                  <c:v>7.6299813365689798E-6</c:v>
                </c:pt>
                <c:pt idx="1551">
                  <c:v>7.6328339937615199E-6</c:v>
                </c:pt>
                <c:pt idx="1552">
                  <c:v>7.6357275822028101E-6</c:v>
                </c:pt>
                <c:pt idx="1553">
                  <c:v>7.6385569786710301E-6</c:v>
                </c:pt>
                <c:pt idx="1554">
                  <c:v>7.6414985618448508E-6</c:v>
                </c:pt>
                <c:pt idx="1555">
                  <c:v>7.6444122871829992E-6</c:v>
                </c:pt>
                <c:pt idx="1556">
                  <c:v>7.6473833166747404E-6</c:v>
                </c:pt>
                <c:pt idx="1557">
                  <c:v>7.6502821519617403E-6</c:v>
                </c:pt>
                <c:pt idx="1558">
                  <c:v>7.65322996137265E-6</c:v>
                </c:pt>
                <c:pt idx="1559">
                  <c:v>7.6561867288100394E-6</c:v>
                </c:pt>
                <c:pt idx="1560">
                  <c:v>7.6591404387001104E-6</c:v>
                </c:pt>
                <c:pt idx="1561">
                  <c:v>7.6621267359324198E-6</c:v>
                </c:pt>
                <c:pt idx="1562">
                  <c:v>7.66509510250953E-6</c:v>
                </c:pt>
                <c:pt idx="1563">
                  <c:v>7.6680559226084105E-6</c:v>
                </c:pt>
                <c:pt idx="1564">
                  <c:v>7.6710273557024793E-6</c:v>
                </c:pt>
                <c:pt idx="1565">
                  <c:v>7.6739491605183697E-6</c:v>
                </c:pt>
                <c:pt idx="1566">
                  <c:v>7.6769174850254999E-6</c:v>
                </c:pt>
                <c:pt idx="1567">
                  <c:v>7.6798101847428896E-6</c:v>
                </c:pt>
                <c:pt idx="1568">
                  <c:v>7.6827287716362492E-6</c:v>
                </c:pt>
                <c:pt idx="1569">
                  <c:v>7.6856771771965401E-6</c:v>
                </c:pt>
                <c:pt idx="1570">
                  <c:v>7.6885993410339792E-6</c:v>
                </c:pt>
                <c:pt idx="1571">
                  <c:v>7.6915617719962392E-6</c:v>
                </c:pt>
                <c:pt idx="1572">
                  <c:v>7.6945450913587193E-6</c:v>
                </c:pt>
                <c:pt idx="1573">
                  <c:v>7.6974908940878108E-6</c:v>
                </c:pt>
                <c:pt idx="1574">
                  <c:v>7.7004776488400505E-6</c:v>
                </c:pt>
                <c:pt idx="1575">
                  <c:v>7.7034442953874092E-6</c:v>
                </c:pt>
                <c:pt idx="1576">
                  <c:v>7.7063704799021093E-6</c:v>
                </c:pt>
                <c:pt idx="1577">
                  <c:v>7.7093639581963094E-6</c:v>
                </c:pt>
                <c:pt idx="1578">
                  <c:v>7.7123185984997704E-6</c:v>
                </c:pt>
                <c:pt idx="1579">
                  <c:v>7.7152871516637208E-6</c:v>
                </c:pt>
                <c:pt idx="1580">
                  <c:v>7.71825320893831E-6</c:v>
                </c:pt>
                <c:pt idx="1581">
                  <c:v>7.7212091590106097E-6</c:v>
                </c:pt>
                <c:pt idx="1582">
                  <c:v>7.7241778150882907E-6</c:v>
                </c:pt>
                <c:pt idx="1583">
                  <c:v>7.7271608352231904E-6</c:v>
                </c:pt>
                <c:pt idx="1584">
                  <c:v>7.73014011923045E-6</c:v>
                </c:pt>
                <c:pt idx="1585">
                  <c:v>7.7331465884984693E-6</c:v>
                </c:pt>
                <c:pt idx="1586">
                  <c:v>7.7361192189062706E-6</c:v>
                </c:pt>
                <c:pt idx="1587">
                  <c:v>7.7391602971209104E-6</c:v>
                </c:pt>
                <c:pt idx="1588">
                  <c:v>7.7421314174066401E-6</c:v>
                </c:pt>
                <c:pt idx="1589">
                  <c:v>7.7451851013891007E-6</c:v>
                </c:pt>
                <c:pt idx="1590">
                  <c:v>7.7480834212926798E-6</c:v>
                </c:pt>
                <c:pt idx="1591">
                  <c:v>7.7511079180627604E-6</c:v>
                </c:pt>
                <c:pt idx="1592">
                  <c:v>7.7540360588122495E-6</c:v>
                </c:pt>
                <c:pt idx="1593">
                  <c:v>7.7569949152237301E-6</c:v>
                </c:pt>
                <c:pt idx="1594">
                  <c:v>7.7599936480751006E-6</c:v>
                </c:pt>
                <c:pt idx="1595">
                  <c:v>7.7629909034935404E-6</c:v>
                </c:pt>
                <c:pt idx="1596">
                  <c:v>7.7659644906966605E-6</c:v>
                </c:pt>
                <c:pt idx="1597">
                  <c:v>7.7690134707560807E-6</c:v>
                </c:pt>
                <c:pt idx="1598">
                  <c:v>7.7719685038228003E-6</c:v>
                </c:pt>
                <c:pt idx="1599">
                  <c:v>7.7750008412997396E-6</c:v>
                </c:pt>
                <c:pt idx="1600">
                  <c:v>7.7779727647348E-6</c:v>
                </c:pt>
                <c:pt idx="1601">
                  <c:v>7.7809792928493796E-6</c:v>
                </c:pt>
                <c:pt idx="1602">
                  <c:v>7.7839674907294596E-6</c:v>
                </c:pt>
                <c:pt idx="1603">
                  <c:v>7.7870063542868207E-6</c:v>
                </c:pt>
                <c:pt idx="1604">
                  <c:v>7.7900029800985101E-6</c:v>
                </c:pt>
                <c:pt idx="1605">
                  <c:v>7.7930195103447793E-6</c:v>
                </c:pt>
                <c:pt idx="1606">
                  <c:v>7.7960516217313608E-6</c:v>
                </c:pt>
                <c:pt idx="1607">
                  <c:v>7.7990510087910692E-6</c:v>
                </c:pt>
                <c:pt idx="1608">
                  <c:v>7.8020438601051306E-6</c:v>
                </c:pt>
                <c:pt idx="1609">
                  <c:v>7.8050918936067299E-6</c:v>
                </c:pt>
                <c:pt idx="1610">
                  <c:v>7.8080368777091608E-6</c:v>
                </c:pt>
                <c:pt idx="1611">
                  <c:v>7.8110708332587398E-6</c:v>
                </c:pt>
                <c:pt idx="1612">
                  <c:v>7.8140782520694107E-6</c:v>
                </c:pt>
                <c:pt idx="1613">
                  <c:v>7.8170926994689708E-6</c:v>
                </c:pt>
                <c:pt idx="1614">
                  <c:v>7.8201112575888501E-6</c:v>
                </c:pt>
                <c:pt idx="1615">
                  <c:v>7.82316217059471E-6</c:v>
                </c:pt>
                <c:pt idx="1616">
                  <c:v>7.8261480078734397E-6</c:v>
                </c:pt>
                <c:pt idx="1617">
                  <c:v>7.8292283262037902E-6</c:v>
                </c:pt>
                <c:pt idx="1618">
                  <c:v>7.8322102474321797E-6</c:v>
                </c:pt>
                <c:pt idx="1619">
                  <c:v>7.8352928084624897E-6</c:v>
                </c:pt>
                <c:pt idx="1620">
                  <c:v>7.8382842183909897E-6</c:v>
                </c:pt>
                <c:pt idx="1621">
                  <c:v>7.8413400898428993E-6</c:v>
                </c:pt>
                <c:pt idx="1622">
                  <c:v>7.8443802024206092E-6</c:v>
                </c:pt>
                <c:pt idx="1623">
                  <c:v>7.8474200493102892E-6</c:v>
                </c:pt>
                <c:pt idx="1624">
                  <c:v>7.8504673923310297E-6</c:v>
                </c:pt>
                <c:pt idx="1625">
                  <c:v>7.8535312795725501E-6</c:v>
                </c:pt>
                <c:pt idx="1626">
                  <c:v>7.8565249423576005E-6</c:v>
                </c:pt>
                <c:pt idx="1627">
                  <c:v>7.8595607525844392E-6</c:v>
                </c:pt>
                <c:pt idx="1628">
                  <c:v>7.8625758992906295E-6</c:v>
                </c:pt>
                <c:pt idx="1629">
                  <c:v>7.8655541241662198E-6</c:v>
                </c:pt>
                <c:pt idx="1630">
                  <c:v>7.8686320051586699E-6</c:v>
                </c:pt>
                <c:pt idx="1631">
                  <c:v>7.87162835414234E-6</c:v>
                </c:pt>
                <c:pt idx="1632">
                  <c:v>7.8746837866101699E-6</c:v>
                </c:pt>
                <c:pt idx="1633">
                  <c:v>7.8777494971722597E-6</c:v>
                </c:pt>
                <c:pt idx="1634">
                  <c:v>7.8807565192990106E-6</c:v>
                </c:pt>
                <c:pt idx="1635">
                  <c:v>7.8838518396975997E-6</c:v>
                </c:pt>
                <c:pt idx="1636">
                  <c:v>7.8868462344038401E-6</c:v>
                </c:pt>
                <c:pt idx="1637">
                  <c:v>7.8899416602708502E-6</c:v>
                </c:pt>
                <c:pt idx="1638">
                  <c:v>7.8929726166457799E-6</c:v>
                </c:pt>
                <c:pt idx="1639">
                  <c:v>7.89603475268016E-6</c:v>
                </c:pt>
                <c:pt idx="1640">
                  <c:v>7.8990978849489105E-6</c:v>
                </c:pt>
                <c:pt idx="1641">
                  <c:v>7.9021488921302805E-6</c:v>
                </c:pt>
                <c:pt idx="1642">
                  <c:v>7.9052256385029192E-6</c:v>
                </c:pt>
                <c:pt idx="1643">
                  <c:v>7.9083139725464206E-6</c:v>
                </c:pt>
                <c:pt idx="1644">
                  <c:v>7.9113401681733004E-6</c:v>
                </c:pt>
                <c:pt idx="1645">
                  <c:v>7.9144457486471106E-6</c:v>
                </c:pt>
                <c:pt idx="1646">
                  <c:v>7.9174321149625598E-6</c:v>
                </c:pt>
                <c:pt idx="1647">
                  <c:v>7.92054880365766E-6</c:v>
                </c:pt>
                <c:pt idx="1648">
                  <c:v>7.9235722822276307E-6</c:v>
                </c:pt>
                <c:pt idx="1649">
                  <c:v>7.9266606109742098E-6</c:v>
                </c:pt>
                <c:pt idx="1650">
                  <c:v>7.9297246661865903E-6</c:v>
                </c:pt>
                <c:pt idx="1651">
                  <c:v>7.93284751581577E-6</c:v>
                </c:pt>
                <c:pt idx="1652">
                  <c:v>7.9358865309285198E-6</c:v>
                </c:pt>
                <c:pt idx="1653">
                  <c:v>7.9390543558702108E-6</c:v>
                </c:pt>
                <c:pt idx="1654">
                  <c:v>7.9421155649724708E-6</c:v>
                </c:pt>
                <c:pt idx="1655">
                  <c:v>7.9451806989804701E-6</c:v>
                </c:pt>
                <c:pt idx="1656">
                  <c:v>7.9483258514744795E-6</c:v>
                </c:pt>
                <c:pt idx="1657">
                  <c:v>7.9513307393085692E-6</c:v>
                </c:pt>
                <c:pt idx="1658">
                  <c:v>7.9544941113235108E-6</c:v>
                </c:pt>
                <c:pt idx="1659">
                  <c:v>7.9575414245013003E-6</c:v>
                </c:pt>
                <c:pt idx="1660">
                  <c:v>7.9606724834233294E-6</c:v>
                </c:pt>
                <c:pt idx="1661">
                  <c:v>7.9637439295508299E-6</c:v>
                </c:pt>
                <c:pt idx="1662">
                  <c:v>7.9668462490635792E-6</c:v>
                </c:pt>
                <c:pt idx="1663">
                  <c:v>7.9699382358151706E-6</c:v>
                </c:pt>
                <c:pt idx="1664">
                  <c:v>7.9730624199562495E-6</c:v>
                </c:pt>
                <c:pt idx="1665">
                  <c:v>7.9761557355487003E-6</c:v>
                </c:pt>
                <c:pt idx="1666">
                  <c:v>7.9792757120604205E-6</c:v>
                </c:pt>
                <c:pt idx="1667">
                  <c:v>7.9823558001726098E-6</c:v>
                </c:pt>
                <c:pt idx="1668">
                  <c:v>7.9854329928214094E-6</c:v>
                </c:pt>
                <c:pt idx="1669">
                  <c:v>7.9884247735342995E-6</c:v>
                </c:pt>
                <c:pt idx="1670">
                  <c:v>7.9914860582405706E-6</c:v>
                </c:pt>
                <c:pt idx="1671">
                  <c:v>7.9945180621648902E-6</c:v>
                </c:pt>
                <c:pt idx="1672">
                  <c:v>7.9975687696756104E-6</c:v>
                </c:pt>
                <c:pt idx="1673">
                  <c:v>8.0007000528915607E-6</c:v>
                </c:pt>
                <c:pt idx="1674">
                  <c:v>8.0037668413795104E-6</c:v>
                </c:pt>
                <c:pt idx="1675">
                  <c:v>8.0069254694116304E-6</c:v>
                </c:pt>
                <c:pt idx="1676">
                  <c:v>8.0100023432841898E-6</c:v>
                </c:pt>
                <c:pt idx="1677">
                  <c:v>8.0131762999094206E-6</c:v>
                </c:pt>
                <c:pt idx="1678">
                  <c:v>8.0162673885198907E-6</c:v>
                </c:pt>
                <c:pt idx="1679">
                  <c:v>8.0193658836124792E-6</c:v>
                </c:pt>
                <c:pt idx="1680">
                  <c:v>8.0225073446474697E-6</c:v>
                </c:pt>
                <c:pt idx="1681">
                  <c:v>8.0256129667270199E-6</c:v>
                </c:pt>
                <c:pt idx="1682">
                  <c:v>8.0287596440828092E-6</c:v>
                </c:pt>
                <c:pt idx="1683">
                  <c:v>8.0318598745810503E-6</c:v>
                </c:pt>
                <c:pt idx="1684">
                  <c:v>8.0349785437053293E-6</c:v>
                </c:pt>
                <c:pt idx="1685">
                  <c:v>8.0380783387260497E-6</c:v>
                </c:pt>
                <c:pt idx="1686">
                  <c:v>8.0411881559098503E-6</c:v>
                </c:pt>
                <c:pt idx="1687">
                  <c:v>8.0443354477031497E-6</c:v>
                </c:pt>
                <c:pt idx="1688">
                  <c:v>8.0474796311953605E-6</c:v>
                </c:pt>
                <c:pt idx="1689">
                  <c:v>8.0506652456430004E-6</c:v>
                </c:pt>
                <c:pt idx="1690">
                  <c:v>8.0537374255081802E-6</c:v>
                </c:pt>
                <c:pt idx="1691">
                  <c:v>8.0568986250700203E-6</c:v>
                </c:pt>
                <c:pt idx="1692">
                  <c:v>8.0599239937590201E-6</c:v>
                </c:pt>
                <c:pt idx="1693">
                  <c:v>8.0631081696854794E-6</c:v>
                </c:pt>
                <c:pt idx="1694">
                  <c:v>8.0661793563145804E-6</c:v>
                </c:pt>
                <c:pt idx="1695">
                  <c:v>8.06938870184254E-6</c:v>
                </c:pt>
                <c:pt idx="1696">
                  <c:v>8.0724941109833199E-6</c:v>
                </c:pt>
                <c:pt idx="1697">
                  <c:v>8.0756030578168894E-6</c:v>
                </c:pt>
                <c:pt idx="1698">
                  <c:v>8.0787681097691194E-6</c:v>
                </c:pt>
                <c:pt idx="1699">
                  <c:v>8.0818587855897208E-6</c:v>
                </c:pt>
                <c:pt idx="1700">
                  <c:v>8.0850583893821995E-6</c:v>
                </c:pt>
                <c:pt idx="1701">
                  <c:v>8.0881885776064293E-6</c:v>
                </c:pt>
                <c:pt idx="1702">
                  <c:v>8.0913023101264993E-6</c:v>
                </c:pt>
                <c:pt idx="1703">
                  <c:v>8.0944999156192505E-6</c:v>
                </c:pt>
                <c:pt idx="1704">
                  <c:v>8.0975605159159901E-6</c:v>
                </c:pt>
                <c:pt idx="1705">
                  <c:v>8.1007722765544604E-6</c:v>
                </c:pt>
                <c:pt idx="1706">
                  <c:v>8.1039131720336106E-6</c:v>
                </c:pt>
                <c:pt idx="1707">
                  <c:v>8.1070271136048697E-6</c:v>
                </c:pt>
                <c:pt idx="1708">
                  <c:v>8.1102484338859004E-6</c:v>
                </c:pt>
                <c:pt idx="1709">
                  <c:v>8.1133034311085695E-6</c:v>
                </c:pt>
                <c:pt idx="1710">
                  <c:v>8.11652432544655E-6</c:v>
                </c:pt>
                <c:pt idx="1711">
                  <c:v>8.1196521443419595E-6</c:v>
                </c:pt>
                <c:pt idx="1712">
                  <c:v>8.1228112612803396E-6</c:v>
                </c:pt>
                <c:pt idx="1713">
                  <c:v>8.1259962660299795E-6</c:v>
                </c:pt>
                <c:pt idx="1714">
                  <c:v>8.1291798666883494E-6</c:v>
                </c:pt>
                <c:pt idx="1715">
                  <c:v>8.1323318513486901E-6</c:v>
                </c:pt>
                <c:pt idx="1716">
                  <c:v>8.1355322879893601E-6</c:v>
                </c:pt>
                <c:pt idx="1717">
                  <c:v>8.1371015688714607E-6</c:v>
                </c:pt>
              </c:numCache>
            </c:numRef>
          </c:xVal>
          <c:yVal>
            <c:numRef>
              <c:f>'Post Processing - SS CaCl2'!$BF$81:$BF$1798</c:f>
              <c:numCache>
                <c:formatCode>General</c:formatCode>
                <c:ptCount val="1718"/>
                <c:pt idx="0">
                  <c:v>0.49198356249121933</c:v>
                </c:pt>
                <c:pt idx="1">
                  <c:v>0.49083711411211661</c:v>
                </c:pt>
                <c:pt idx="2">
                  <c:v>0.49320684969908118</c:v>
                </c:pt>
                <c:pt idx="3">
                  <c:v>0.49840170010211937</c:v>
                </c:pt>
                <c:pt idx="4">
                  <c:v>0.49947627094344105</c:v>
                </c:pt>
                <c:pt idx="5">
                  <c:v>0.49851026371071827</c:v>
                </c:pt>
                <c:pt idx="6">
                  <c:v>0.49979750039227749</c:v>
                </c:pt>
                <c:pt idx="7">
                  <c:v>0.49978987030627892</c:v>
                </c:pt>
                <c:pt idx="8">
                  <c:v>0.49731433732553726</c:v>
                </c:pt>
                <c:pt idx="9">
                  <c:v>0.49522900403895032</c:v>
                </c:pt>
                <c:pt idx="10">
                  <c:v>0.49438732618154146</c:v>
                </c:pt>
                <c:pt idx="11">
                  <c:v>0.48969333264984083</c:v>
                </c:pt>
                <c:pt idx="12">
                  <c:v>0.48876179086763027</c:v>
                </c:pt>
                <c:pt idx="13">
                  <c:v>0.49005940275310889</c:v>
                </c:pt>
                <c:pt idx="14">
                  <c:v>0.48935069836779882</c:v>
                </c:pt>
                <c:pt idx="15">
                  <c:v>0.49145635499791845</c:v>
                </c:pt>
                <c:pt idx="16">
                  <c:v>0.49073830280267172</c:v>
                </c:pt>
                <c:pt idx="17">
                  <c:v>0.49072086664968262</c:v>
                </c:pt>
                <c:pt idx="18">
                  <c:v>0.49209248351021284</c:v>
                </c:pt>
                <c:pt idx="19">
                  <c:v>0.4951277756116636</c:v>
                </c:pt>
                <c:pt idx="20">
                  <c:v>0.49637623248142071</c:v>
                </c:pt>
                <c:pt idx="21">
                  <c:v>0.49678285514454062</c:v>
                </c:pt>
                <c:pt idx="22">
                  <c:v>0.49907829384411034</c:v>
                </c:pt>
                <c:pt idx="23">
                  <c:v>0.49844143870811475</c:v>
                </c:pt>
                <c:pt idx="24">
                  <c:v>0.49621565812543805</c:v>
                </c:pt>
                <c:pt idx="25">
                  <c:v>0.49430205180817055</c:v>
                </c:pt>
                <c:pt idx="26">
                  <c:v>0.4952528198229415</c:v>
                </c:pt>
                <c:pt idx="27">
                  <c:v>0.49718545724690133</c:v>
                </c:pt>
                <c:pt idx="28">
                  <c:v>0.49589584433175232</c:v>
                </c:pt>
                <c:pt idx="29">
                  <c:v>0.49586123750551275</c:v>
                </c:pt>
                <c:pt idx="30">
                  <c:v>0.49635096820731217</c:v>
                </c:pt>
                <c:pt idx="31">
                  <c:v>0.49602011868177975</c:v>
                </c:pt>
                <c:pt idx="32">
                  <c:v>0.49643831628394441</c:v>
                </c:pt>
                <c:pt idx="33">
                  <c:v>0.49769618209769728</c:v>
                </c:pt>
                <c:pt idx="34">
                  <c:v>0.49833027201053032</c:v>
                </c:pt>
                <c:pt idx="35">
                  <c:v>0.49874564960708251</c:v>
                </c:pt>
                <c:pt idx="36">
                  <c:v>0.49780305424854288</c:v>
                </c:pt>
                <c:pt idx="37">
                  <c:v>0.49648746211151168</c:v>
                </c:pt>
                <c:pt idx="38">
                  <c:v>0.49449262093330221</c:v>
                </c:pt>
                <c:pt idx="39">
                  <c:v>0.49626131616871549</c:v>
                </c:pt>
                <c:pt idx="40">
                  <c:v>0.49611215980942985</c:v>
                </c:pt>
                <c:pt idx="41">
                  <c:v>0.49630920905040021</c:v>
                </c:pt>
                <c:pt idx="42">
                  <c:v>0.4967042124864251</c:v>
                </c:pt>
                <c:pt idx="43">
                  <c:v>0.49588619836512232</c:v>
                </c:pt>
                <c:pt idx="44">
                  <c:v>0.49775940783299982</c:v>
                </c:pt>
                <c:pt idx="45">
                  <c:v>0.49814107866112206</c:v>
                </c:pt>
                <c:pt idx="46">
                  <c:v>0.49860521270246028</c:v>
                </c:pt>
                <c:pt idx="47">
                  <c:v>0.49992723786034615</c:v>
                </c:pt>
                <c:pt idx="48">
                  <c:v>0.49977833250598658</c:v>
                </c:pt>
                <c:pt idx="49">
                  <c:v>0.49721293781581694</c:v>
                </c:pt>
                <c:pt idx="50">
                  <c:v>0.49668055580652504</c:v>
                </c:pt>
                <c:pt idx="51">
                  <c:v>0.49714107224324638</c:v>
                </c:pt>
                <c:pt idx="52">
                  <c:v>0.49595383714353147</c:v>
                </c:pt>
                <c:pt idx="53">
                  <c:v>0.49628186959851156</c:v>
                </c:pt>
                <c:pt idx="54">
                  <c:v>0.49618841450746054</c:v>
                </c:pt>
                <c:pt idx="55">
                  <c:v>0.49687413001215158</c:v>
                </c:pt>
                <c:pt idx="56">
                  <c:v>0.495982298359399</c:v>
                </c:pt>
                <c:pt idx="57">
                  <c:v>0.49495387521697415</c:v>
                </c:pt>
                <c:pt idx="58">
                  <c:v>0.4959648765117135</c:v>
                </c:pt>
                <c:pt idx="59">
                  <c:v>0.4980296445915593</c:v>
                </c:pt>
                <c:pt idx="60">
                  <c:v>0.49794320666312519</c:v>
                </c:pt>
                <c:pt idx="61">
                  <c:v>0.49593927577917779</c:v>
                </c:pt>
                <c:pt idx="62">
                  <c:v>0.49636201023678073</c:v>
                </c:pt>
                <c:pt idx="63">
                  <c:v>0.49681877543237302</c:v>
                </c:pt>
                <c:pt idx="64">
                  <c:v>0.49652411622159404</c:v>
                </c:pt>
                <c:pt idx="65">
                  <c:v>0.49698487203923586</c:v>
                </c:pt>
                <c:pt idx="66">
                  <c:v>0.49856690024904432</c:v>
                </c:pt>
                <c:pt idx="67">
                  <c:v>0.49785179788542361</c:v>
                </c:pt>
                <c:pt idx="68">
                  <c:v>0.49714083785993113</c:v>
                </c:pt>
                <c:pt idx="69">
                  <c:v>0.49789645341380728</c:v>
                </c:pt>
                <c:pt idx="70">
                  <c:v>0.49648215858261913</c:v>
                </c:pt>
                <c:pt idx="71">
                  <c:v>0.49604097548509823</c:v>
                </c:pt>
                <c:pt idx="72">
                  <c:v>0.49422299861926083</c:v>
                </c:pt>
                <c:pt idx="73">
                  <c:v>0.49707546848142237</c:v>
                </c:pt>
                <c:pt idx="74">
                  <c:v>0.49727121021043674</c:v>
                </c:pt>
                <c:pt idx="75">
                  <c:v>0.49637402181540186</c:v>
                </c:pt>
                <c:pt idx="76">
                  <c:v>0.49418095995102729</c:v>
                </c:pt>
                <c:pt idx="77">
                  <c:v>0.49588540422469252</c:v>
                </c:pt>
                <c:pt idx="78">
                  <c:v>0.49607417185892044</c:v>
                </c:pt>
                <c:pt idx="79">
                  <c:v>0.49187707907565903</c:v>
                </c:pt>
                <c:pt idx="80">
                  <c:v>0.4926755055661371</c:v>
                </c:pt>
                <c:pt idx="81">
                  <c:v>0.49290414269016469</c:v>
                </c:pt>
                <c:pt idx="82">
                  <c:v>0.49352798829821598</c:v>
                </c:pt>
                <c:pt idx="83">
                  <c:v>0.49261049529293671</c:v>
                </c:pt>
                <c:pt idx="84">
                  <c:v>0.49152145988492824</c:v>
                </c:pt>
                <c:pt idx="85">
                  <c:v>0.49230733645399077</c:v>
                </c:pt>
                <c:pt idx="86">
                  <c:v>0.4943498908119458</c:v>
                </c:pt>
                <c:pt idx="87">
                  <c:v>0.4946250057052286</c:v>
                </c:pt>
                <c:pt idx="88">
                  <c:v>0.49549232604566729</c:v>
                </c:pt>
                <c:pt idx="89">
                  <c:v>0.49727914987133848</c:v>
                </c:pt>
                <c:pt idx="90">
                  <c:v>0.49819631966405881</c:v>
                </c:pt>
                <c:pt idx="91">
                  <c:v>0.49768068534731408</c:v>
                </c:pt>
                <c:pt idx="92">
                  <c:v>0.49581335704120827</c:v>
                </c:pt>
                <c:pt idx="93">
                  <c:v>0.49401910938342836</c:v>
                </c:pt>
                <c:pt idx="94">
                  <c:v>0.4939882294979378</c:v>
                </c:pt>
                <c:pt idx="95">
                  <c:v>0.49299243008712612</c:v>
                </c:pt>
                <c:pt idx="96">
                  <c:v>0.49288993254857516</c:v>
                </c:pt>
                <c:pt idx="97">
                  <c:v>0.49333651557261859</c:v>
                </c:pt>
                <c:pt idx="98">
                  <c:v>0.49333446332123709</c:v>
                </c:pt>
                <c:pt idx="99">
                  <c:v>0.49403459892643781</c:v>
                </c:pt>
                <c:pt idx="100">
                  <c:v>0.49478888352982814</c:v>
                </c:pt>
                <c:pt idx="101">
                  <c:v>0.49464760243182587</c:v>
                </c:pt>
                <c:pt idx="102">
                  <c:v>0.49429583450671777</c:v>
                </c:pt>
                <c:pt idx="103">
                  <c:v>0.49503826292936171</c:v>
                </c:pt>
                <c:pt idx="104">
                  <c:v>0.4949682271264958</c:v>
                </c:pt>
                <c:pt idx="105">
                  <c:v>0.4950661954194257</c:v>
                </c:pt>
                <c:pt idx="106">
                  <c:v>0.49563556046055185</c:v>
                </c:pt>
                <c:pt idx="107">
                  <c:v>0.49691639870709059</c:v>
                </c:pt>
                <c:pt idx="108">
                  <c:v>0.49775545410555783</c:v>
                </c:pt>
                <c:pt idx="109">
                  <c:v>0.49778029217489411</c:v>
                </c:pt>
                <c:pt idx="110">
                  <c:v>0.49673356957652681</c:v>
                </c:pt>
                <c:pt idx="111">
                  <c:v>0.496167395582302</c:v>
                </c:pt>
                <c:pt idx="112">
                  <c:v>0.49607653507866095</c:v>
                </c:pt>
                <c:pt idx="113">
                  <c:v>0.49660416528956886</c:v>
                </c:pt>
                <c:pt idx="114">
                  <c:v>0.49683493226264319</c:v>
                </c:pt>
                <c:pt idx="115">
                  <c:v>0.49679280840165774</c:v>
                </c:pt>
                <c:pt idx="116">
                  <c:v>0.4948661181625143</c:v>
                </c:pt>
                <c:pt idx="117">
                  <c:v>0.49331401365053162</c:v>
                </c:pt>
                <c:pt idx="118">
                  <c:v>0.49353727153868948</c:v>
                </c:pt>
                <c:pt idx="119">
                  <c:v>0.49210413774623479</c:v>
                </c:pt>
                <c:pt idx="120">
                  <c:v>0.49141054326655492</c:v>
                </c:pt>
                <c:pt idx="121">
                  <c:v>0.49078866060827908</c:v>
                </c:pt>
                <c:pt idx="122">
                  <c:v>0.49129165656559459</c:v>
                </c:pt>
                <c:pt idx="123">
                  <c:v>0.49060619096875907</c:v>
                </c:pt>
                <c:pt idx="124">
                  <c:v>0.49153831619663391</c:v>
                </c:pt>
                <c:pt idx="125">
                  <c:v>0.48985902628491496</c:v>
                </c:pt>
                <c:pt idx="126">
                  <c:v>0.4906717172530301</c:v>
                </c:pt>
                <c:pt idx="127">
                  <c:v>0.49167230673570478</c:v>
                </c:pt>
                <c:pt idx="128">
                  <c:v>0.49062095065729538</c:v>
                </c:pt>
                <c:pt idx="129">
                  <c:v>0.49036809898297656</c:v>
                </c:pt>
                <c:pt idx="130">
                  <c:v>0.49022998230530129</c:v>
                </c:pt>
                <c:pt idx="131">
                  <c:v>0.49049071762642998</c:v>
                </c:pt>
                <c:pt idx="132">
                  <c:v>0.49057966902834582</c:v>
                </c:pt>
                <c:pt idx="133">
                  <c:v>0.49163013797452976</c:v>
                </c:pt>
                <c:pt idx="134">
                  <c:v>0.49256064736781935</c:v>
                </c:pt>
                <c:pt idx="135">
                  <c:v>0.49210529904898559</c:v>
                </c:pt>
                <c:pt idx="136">
                  <c:v>0.49232066906977984</c:v>
                </c:pt>
                <c:pt idx="137">
                  <c:v>0.49117950254349746</c:v>
                </c:pt>
                <c:pt idx="138">
                  <c:v>0.49246754611906479</c:v>
                </c:pt>
                <c:pt idx="139">
                  <c:v>0.49319492633849127</c:v>
                </c:pt>
                <c:pt idx="140">
                  <c:v>0.4939083501175871</c:v>
                </c:pt>
                <c:pt idx="141">
                  <c:v>0.49405778477637502</c:v>
                </c:pt>
                <c:pt idx="142">
                  <c:v>0.49249390852314689</c:v>
                </c:pt>
                <c:pt idx="143">
                  <c:v>0.49317547932097988</c:v>
                </c:pt>
                <c:pt idx="144">
                  <c:v>0.49320079916421194</c:v>
                </c:pt>
                <c:pt idx="145">
                  <c:v>0.49324059756875377</c:v>
                </c:pt>
                <c:pt idx="146">
                  <c:v>0.49301619694766119</c:v>
                </c:pt>
                <c:pt idx="147">
                  <c:v>0.49345980489703178</c:v>
                </c:pt>
                <c:pt idx="148">
                  <c:v>0.49252834546085961</c:v>
                </c:pt>
                <c:pt idx="149">
                  <c:v>0.48961649685139796</c:v>
                </c:pt>
                <c:pt idx="150">
                  <c:v>0.48900622583148107</c:v>
                </c:pt>
                <c:pt idx="151">
                  <c:v>0.4906032637542273</c:v>
                </c:pt>
                <c:pt idx="152">
                  <c:v>0.49009222322880885</c:v>
                </c:pt>
                <c:pt idx="153">
                  <c:v>0.48950154032084636</c:v>
                </c:pt>
                <c:pt idx="154">
                  <c:v>0.48843164421538582</c:v>
                </c:pt>
                <c:pt idx="155">
                  <c:v>0.48929780026790376</c:v>
                </c:pt>
                <c:pt idx="156">
                  <c:v>0.48833023149891736</c:v>
                </c:pt>
                <c:pt idx="157">
                  <c:v>0.48841748930609286</c:v>
                </c:pt>
                <c:pt idx="158">
                  <c:v>0.49046010255743594</c:v>
                </c:pt>
                <c:pt idx="159">
                  <c:v>0.49213456947399975</c:v>
                </c:pt>
                <c:pt idx="160">
                  <c:v>0.49088379955244632</c:v>
                </c:pt>
                <c:pt idx="161">
                  <c:v>0.48769969467596352</c:v>
                </c:pt>
                <c:pt idx="162">
                  <c:v>0.48891504584202122</c:v>
                </c:pt>
                <c:pt idx="163">
                  <c:v>0.48793731323798839</c:v>
                </c:pt>
                <c:pt idx="164">
                  <c:v>0.48667363516450457</c:v>
                </c:pt>
                <c:pt idx="165">
                  <c:v>0.48551620969690401</c:v>
                </c:pt>
                <c:pt idx="166">
                  <c:v>0.48517994912377571</c:v>
                </c:pt>
                <c:pt idx="167">
                  <c:v>0.48415150919723593</c:v>
                </c:pt>
                <c:pt idx="168">
                  <c:v>0.48232264393357399</c:v>
                </c:pt>
                <c:pt idx="169">
                  <c:v>0.48159500093957669</c:v>
                </c:pt>
                <c:pt idx="170">
                  <c:v>0.482465825068292</c:v>
                </c:pt>
                <c:pt idx="171">
                  <c:v>0.48446958933343365</c:v>
                </c:pt>
                <c:pt idx="172">
                  <c:v>0.4842869780150823</c:v>
                </c:pt>
                <c:pt idx="173">
                  <c:v>0.48488279581643212</c:v>
                </c:pt>
                <c:pt idx="174">
                  <c:v>0.48478502564746195</c:v>
                </c:pt>
                <c:pt idx="175">
                  <c:v>0.48385155498955446</c:v>
                </c:pt>
                <c:pt idx="176">
                  <c:v>0.48396793186426956</c:v>
                </c:pt>
                <c:pt idx="177">
                  <c:v>0.48548543529354898</c:v>
                </c:pt>
                <c:pt idx="178">
                  <c:v>0.48671046505627369</c:v>
                </c:pt>
                <c:pt idx="179">
                  <c:v>0.48696069123389157</c:v>
                </c:pt>
                <c:pt idx="180">
                  <c:v>0.48723571755073886</c:v>
                </c:pt>
                <c:pt idx="181">
                  <c:v>0.48669093327305563</c:v>
                </c:pt>
                <c:pt idx="182">
                  <c:v>0.48714321545213174</c:v>
                </c:pt>
                <c:pt idx="183">
                  <c:v>0.48675369577524541</c:v>
                </c:pt>
                <c:pt idx="184">
                  <c:v>0.48687696563624849</c:v>
                </c:pt>
                <c:pt idx="185">
                  <c:v>0.48736097733506084</c:v>
                </c:pt>
                <c:pt idx="186">
                  <c:v>0.48740560459584775</c:v>
                </c:pt>
                <c:pt idx="187">
                  <c:v>0.48784192326466536</c:v>
                </c:pt>
                <c:pt idx="188">
                  <c:v>0.48663880807907184</c:v>
                </c:pt>
                <c:pt idx="189">
                  <c:v>0.48543471394838938</c:v>
                </c:pt>
                <c:pt idx="190">
                  <c:v>0.48357922230739508</c:v>
                </c:pt>
                <c:pt idx="191">
                  <c:v>0.48407413202662597</c:v>
                </c:pt>
                <c:pt idx="192">
                  <c:v>0.48158160571419395</c:v>
                </c:pt>
                <c:pt idx="193">
                  <c:v>0.48111836647478623</c:v>
                </c:pt>
                <c:pt idx="194">
                  <c:v>0.48490300542591752</c:v>
                </c:pt>
                <c:pt idx="195">
                  <c:v>0.48595671803425672</c:v>
                </c:pt>
                <c:pt idx="196">
                  <c:v>0.48617046713012729</c:v>
                </c:pt>
                <c:pt idx="197">
                  <c:v>0.48317876231534035</c:v>
                </c:pt>
                <c:pt idx="198">
                  <c:v>0.48537309014950702</c:v>
                </c:pt>
                <c:pt idx="199">
                  <c:v>0.48544675727918379</c:v>
                </c:pt>
                <c:pt idx="200">
                  <c:v>0.48605950468319864</c:v>
                </c:pt>
                <c:pt idx="201">
                  <c:v>0.4864985198049136</c:v>
                </c:pt>
                <c:pt idx="202">
                  <c:v>0.48782713878902895</c:v>
                </c:pt>
                <c:pt idx="203">
                  <c:v>0.48786038342265919</c:v>
                </c:pt>
                <c:pt idx="204">
                  <c:v>0.48395207174026522</c:v>
                </c:pt>
                <c:pt idx="205">
                  <c:v>0.48486085883127178</c:v>
                </c:pt>
                <c:pt idx="206">
                  <c:v>0.48455418914065101</c:v>
                </c:pt>
                <c:pt idx="207">
                  <c:v>0.48354872240119134</c:v>
                </c:pt>
                <c:pt idx="208">
                  <c:v>0.48329757168848231</c:v>
                </c:pt>
                <c:pt idx="209">
                  <c:v>0.48418631878350943</c:v>
                </c:pt>
                <c:pt idx="210">
                  <c:v>0.48448990476765119</c:v>
                </c:pt>
                <c:pt idx="211">
                  <c:v>0.48344049556503776</c:v>
                </c:pt>
                <c:pt idx="212">
                  <c:v>0.48324532027111344</c:v>
                </c:pt>
                <c:pt idx="213">
                  <c:v>0.48374878991122555</c:v>
                </c:pt>
                <c:pt idx="214">
                  <c:v>0.48383199080445483</c:v>
                </c:pt>
                <c:pt idx="215">
                  <c:v>0.48194733695136693</c:v>
                </c:pt>
                <c:pt idx="216">
                  <c:v>0.48148136944221226</c:v>
                </c:pt>
                <c:pt idx="217">
                  <c:v>0.48229244034992957</c:v>
                </c:pt>
                <c:pt idx="218">
                  <c:v>0.48125734541790677</c:v>
                </c:pt>
                <c:pt idx="219">
                  <c:v>0.4801823092945286</c:v>
                </c:pt>
                <c:pt idx="220">
                  <c:v>0.47925932808233335</c:v>
                </c:pt>
                <c:pt idx="221">
                  <c:v>0.47964965547987004</c:v>
                </c:pt>
                <c:pt idx="222">
                  <c:v>0.48024599599017753</c:v>
                </c:pt>
                <c:pt idx="223">
                  <c:v>0.47901810282823987</c:v>
                </c:pt>
                <c:pt idx="224">
                  <c:v>0.47840441014811513</c:v>
                </c:pt>
                <c:pt idx="225">
                  <c:v>0.4769841549077925</c:v>
                </c:pt>
                <c:pt idx="226">
                  <c:v>0.47691793538703126</c:v>
                </c:pt>
                <c:pt idx="227">
                  <c:v>0.47748408761307798</c:v>
                </c:pt>
                <c:pt idx="228">
                  <c:v>0.47750786930445543</c:v>
                </c:pt>
                <c:pt idx="229">
                  <c:v>0.47866323125153931</c:v>
                </c:pt>
                <c:pt idx="230">
                  <c:v>0.48057773394279685</c:v>
                </c:pt>
                <c:pt idx="231">
                  <c:v>0.48118469160636634</c:v>
                </c:pt>
                <c:pt idx="232">
                  <c:v>0.47961563291091291</c:v>
                </c:pt>
                <c:pt idx="233">
                  <c:v>0.47995169713513564</c:v>
                </c:pt>
                <c:pt idx="234">
                  <c:v>0.48130383357466133</c:v>
                </c:pt>
                <c:pt idx="235">
                  <c:v>0.48231551911777537</c:v>
                </c:pt>
                <c:pt idx="236">
                  <c:v>0.4814657992406976</c:v>
                </c:pt>
                <c:pt idx="237">
                  <c:v>0.47845739737154008</c:v>
                </c:pt>
                <c:pt idx="238">
                  <c:v>0.47851397637558635</c:v>
                </c:pt>
                <c:pt idx="239">
                  <c:v>0.48021171022147069</c:v>
                </c:pt>
                <c:pt idx="240">
                  <c:v>0.47837724517578772</c:v>
                </c:pt>
                <c:pt idx="241">
                  <c:v>0.47849980669680808</c:v>
                </c:pt>
                <c:pt idx="242">
                  <c:v>0.47812015324638552</c:v>
                </c:pt>
                <c:pt idx="243">
                  <c:v>0.4801652941148784</c:v>
                </c:pt>
                <c:pt idx="244">
                  <c:v>0.47941542904113521</c:v>
                </c:pt>
                <c:pt idx="245">
                  <c:v>0.47928475999284065</c:v>
                </c:pt>
                <c:pt idx="246">
                  <c:v>0.47963587618142861</c:v>
                </c:pt>
                <c:pt idx="247">
                  <c:v>0.48151033304164453</c:v>
                </c:pt>
                <c:pt idx="248">
                  <c:v>0.48130379066181461</c:v>
                </c:pt>
                <c:pt idx="249">
                  <c:v>0.479819044074551</c:v>
                </c:pt>
                <c:pt idx="250">
                  <c:v>0.47857492870903739</c:v>
                </c:pt>
                <c:pt idx="251">
                  <c:v>0.47800429627153745</c:v>
                </c:pt>
                <c:pt idx="252">
                  <c:v>0.47985471955707415</c:v>
                </c:pt>
                <c:pt idx="253">
                  <c:v>0.48044334469606481</c:v>
                </c:pt>
                <c:pt idx="254">
                  <c:v>0.48048028663045922</c:v>
                </c:pt>
                <c:pt idx="255">
                  <c:v>0.47859154007610766</c:v>
                </c:pt>
                <c:pt idx="256">
                  <c:v>0.47985142394436708</c:v>
                </c:pt>
                <c:pt idx="257">
                  <c:v>0.48090717647103376</c:v>
                </c:pt>
                <c:pt idx="258">
                  <c:v>0.4812248945865466</c:v>
                </c:pt>
                <c:pt idx="259">
                  <c:v>0.48077256717868638</c:v>
                </c:pt>
                <c:pt idx="260">
                  <c:v>0.48226386140530603</c:v>
                </c:pt>
                <c:pt idx="261">
                  <c:v>0.48336306088601977</c:v>
                </c:pt>
                <c:pt idx="262">
                  <c:v>0.47967318173551404</c:v>
                </c:pt>
                <c:pt idx="263">
                  <c:v>0.47883670661886452</c:v>
                </c:pt>
                <c:pt idx="264">
                  <c:v>0.47760797134379707</c:v>
                </c:pt>
                <c:pt idx="265">
                  <c:v>0.47688804510208932</c:v>
                </c:pt>
                <c:pt idx="266">
                  <c:v>0.47625702884408078</c:v>
                </c:pt>
                <c:pt idx="267">
                  <c:v>0.47513390205946932</c:v>
                </c:pt>
                <c:pt idx="268">
                  <c:v>0.47521984809164425</c:v>
                </c:pt>
                <c:pt idx="269">
                  <c:v>0.47491565668083507</c:v>
                </c:pt>
                <c:pt idx="270">
                  <c:v>0.47558455667547467</c:v>
                </c:pt>
                <c:pt idx="271">
                  <c:v>0.47508527339888124</c:v>
                </c:pt>
                <c:pt idx="272">
                  <c:v>0.47435165267335672</c:v>
                </c:pt>
                <c:pt idx="273">
                  <c:v>0.47373809813918516</c:v>
                </c:pt>
                <c:pt idx="274">
                  <c:v>0.47381243538877804</c:v>
                </c:pt>
                <c:pt idx="275">
                  <c:v>0.47428770571715367</c:v>
                </c:pt>
                <c:pt idx="276">
                  <c:v>0.47422762735893742</c:v>
                </c:pt>
                <c:pt idx="277">
                  <c:v>0.47510565238952995</c:v>
                </c:pt>
                <c:pt idx="278">
                  <c:v>0.4760114437859797</c:v>
                </c:pt>
                <c:pt idx="279">
                  <c:v>0.47711065255160023</c:v>
                </c:pt>
                <c:pt idx="280">
                  <c:v>0.47724940152803735</c:v>
                </c:pt>
                <c:pt idx="281">
                  <c:v>0.47719161508983349</c:v>
                </c:pt>
                <c:pt idx="282">
                  <c:v>0.47518472004653584</c:v>
                </c:pt>
                <c:pt idx="283">
                  <c:v>0.4760982125002497</c:v>
                </c:pt>
                <c:pt idx="284">
                  <c:v>0.47872196341153317</c:v>
                </c:pt>
                <c:pt idx="285">
                  <c:v>0.47859855670727053</c:v>
                </c:pt>
                <c:pt idx="286">
                  <c:v>0.47877465334117814</c:v>
                </c:pt>
                <c:pt idx="287">
                  <c:v>0.47626234684999447</c:v>
                </c:pt>
                <c:pt idx="288">
                  <c:v>0.4780325271642652</c:v>
                </c:pt>
                <c:pt idx="289">
                  <c:v>0.47778763229608445</c:v>
                </c:pt>
                <c:pt idx="290">
                  <c:v>0.47706751500601219</c:v>
                </c:pt>
                <c:pt idx="291">
                  <c:v>0.47754802736188651</c:v>
                </c:pt>
                <c:pt idx="292">
                  <c:v>0.47950644132378289</c:v>
                </c:pt>
                <c:pt idx="293">
                  <c:v>0.47726968958923294</c:v>
                </c:pt>
                <c:pt idx="294">
                  <c:v>0.47454769702314215</c:v>
                </c:pt>
                <c:pt idx="295">
                  <c:v>0.47546447052157104</c:v>
                </c:pt>
                <c:pt idx="296">
                  <c:v>0.4759457935235985</c:v>
                </c:pt>
                <c:pt idx="297">
                  <c:v>0.47611105761496803</c:v>
                </c:pt>
                <c:pt idx="298">
                  <c:v>0.47366964655416782</c:v>
                </c:pt>
                <c:pt idx="299">
                  <c:v>0.47262958322286591</c:v>
                </c:pt>
                <c:pt idx="300">
                  <c:v>0.47121806011398742</c:v>
                </c:pt>
                <c:pt idx="301">
                  <c:v>0.47143801721281603</c:v>
                </c:pt>
                <c:pt idx="302">
                  <c:v>0.47127225092073027</c:v>
                </c:pt>
                <c:pt idx="303">
                  <c:v>0.47078956946261924</c:v>
                </c:pt>
                <c:pt idx="304">
                  <c:v>0.4700952371933369</c:v>
                </c:pt>
                <c:pt idx="305">
                  <c:v>0.46977681276896166</c:v>
                </c:pt>
                <c:pt idx="306">
                  <c:v>0.47148557374997746</c:v>
                </c:pt>
                <c:pt idx="307">
                  <c:v>0.46972549246718631</c:v>
                </c:pt>
                <c:pt idx="308">
                  <c:v>0.47029618748699542</c:v>
                </c:pt>
                <c:pt idx="309">
                  <c:v>0.4701205389361312</c:v>
                </c:pt>
                <c:pt idx="310">
                  <c:v>0.47339087895115017</c:v>
                </c:pt>
                <c:pt idx="311">
                  <c:v>0.47329951851020291</c:v>
                </c:pt>
                <c:pt idx="312">
                  <c:v>0.47356391532245123</c:v>
                </c:pt>
                <c:pt idx="313">
                  <c:v>0.47390503509410192</c:v>
                </c:pt>
                <c:pt idx="314">
                  <c:v>0.4748668750287664</c:v>
                </c:pt>
                <c:pt idx="315">
                  <c:v>0.47375908218868557</c:v>
                </c:pt>
                <c:pt idx="316">
                  <c:v>0.47358941989337539</c:v>
                </c:pt>
                <c:pt idx="317">
                  <c:v>0.47414762477329564</c:v>
                </c:pt>
                <c:pt idx="318">
                  <c:v>0.47417883622727375</c:v>
                </c:pt>
                <c:pt idx="319">
                  <c:v>0.47244582919139305</c:v>
                </c:pt>
                <c:pt idx="320">
                  <c:v>0.47251291775956933</c:v>
                </c:pt>
                <c:pt idx="321">
                  <c:v>0.47467983385454043</c:v>
                </c:pt>
                <c:pt idx="322">
                  <c:v>0.47449216824489993</c:v>
                </c:pt>
                <c:pt idx="323">
                  <c:v>0.47559193240462666</c:v>
                </c:pt>
                <c:pt idx="324">
                  <c:v>0.4747549018712009</c:v>
                </c:pt>
                <c:pt idx="325">
                  <c:v>0.47670696741427371</c:v>
                </c:pt>
                <c:pt idx="326">
                  <c:v>0.47664665359765013</c:v>
                </c:pt>
                <c:pt idx="327">
                  <c:v>0.47599184318880661</c:v>
                </c:pt>
                <c:pt idx="328">
                  <c:v>0.47471958102929818</c:v>
                </c:pt>
                <c:pt idx="329">
                  <c:v>0.47582238733160581</c:v>
                </c:pt>
                <c:pt idx="330">
                  <c:v>0.4755919173255807</c:v>
                </c:pt>
                <c:pt idx="331">
                  <c:v>0.4727848003009068</c:v>
                </c:pt>
                <c:pt idx="332">
                  <c:v>0.47233595284550139</c:v>
                </c:pt>
                <c:pt idx="333">
                  <c:v>0.47164153781716056</c:v>
                </c:pt>
                <c:pt idx="334">
                  <c:v>0.47076408446543544</c:v>
                </c:pt>
                <c:pt idx="335">
                  <c:v>0.46974740937684895</c:v>
                </c:pt>
                <c:pt idx="336">
                  <c:v>0.46827338011636904</c:v>
                </c:pt>
                <c:pt idx="337">
                  <c:v>0.46723126174545987</c:v>
                </c:pt>
                <c:pt idx="338">
                  <c:v>0.46845677256160972</c:v>
                </c:pt>
                <c:pt idx="339">
                  <c:v>0.46956728392437441</c:v>
                </c:pt>
                <c:pt idx="340">
                  <c:v>0.46978023905809935</c:v>
                </c:pt>
                <c:pt idx="341">
                  <c:v>0.47165408953752908</c:v>
                </c:pt>
                <c:pt idx="342">
                  <c:v>0.47145112141253237</c:v>
                </c:pt>
                <c:pt idx="343">
                  <c:v>0.46993659785918718</c:v>
                </c:pt>
                <c:pt idx="344">
                  <c:v>0.4680450428962234</c:v>
                </c:pt>
                <c:pt idx="345">
                  <c:v>0.46901720047736545</c:v>
                </c:pt>
                <c:pt idx="346">
                  <c:v>0.46995436653161904</c:v>
                </c:pt>
                <c:pt idx="347">
                  <c:v>0.46902884607616169</c:v>
                </c:pt>
                <c:pt idx="348">
                  <c:v>0.46936166481330832</c:v>
                </c:pt>
                <c:pt idx="349">
                  <c:v>0.46963913970057958</c:v>
                </c:pt>
                <c:pt idx="350">
                  <c:v>0.47020232273082818</c:v>
                </c:pt>
                <c:pt idx="351">
                  <c:v>0.46898924828380434</c:v>
                </c:pt>
                <c:pt idx="352">
                  <c:v>0.46859787944402587</c:v>
                </c:pt>
                <c:pt idx="353">
                  <c:v>0.46874142191297186</c:v>
                </c:pt>
                <c:pt idx="354">
                  <c:v>0.46920549280232005</c:v>
                </c:pt>
                <c:pt idx="355">
                  <c:v>0.46843290312774249</c:v>
                </c:pt>
                <c:pt idx="356">
                  <c:v>0.46758733502683514</c:v>
                </c:pt>
                <c:pt idx="357">
                  <c:v>0.46699047165082369</c:v>
                </c:pt>
                <c:pt idx="358">
                  <c:v>0.46817765502365388</c:v>
                </c:pt>
                <c:pt idx="359">
                  <c:v>0.46885456097788486</c:v>
                </c:pt>
                <c:pt idx="360">
                  <c:v>0.4694618910722233</c:v>
                </c:pt>
                <c:pt idx="361">
                  <c:v>0.46985237518328848</c:v>
                </c:pt>
                <c:pt idx="362">
                  <c:v>0.47080631542321871</c:v>
                </c:pt>
                <c:pt idx="363">
                  <c:v>0.47175746780632677</c:v>
                </c:pt>
                <c:pt idx="364">
                  <c:v>0.47187866667512562</c:v>
                </c:pt>
                <c:pt idx="365">
                  <c:v>0.47166962392347994</c:v>
                </c:pt>
                <c:pt idx="366">
                  <c:v>0.47303748138066143</c:v>
                </c:pt>
                <c:pt idx="367">
                  <c:v>0.47320382903717989</c:v>
                </c:pt>
                <c:pt idx="368">
                  <c:v>0.47099640556245836</c:v>
                </c:pt>
                <c:pt idx="369">
                  <c:v>0.46852945943588942</c:v>
                </c:pt>
                <c:pt idx="370">
                  <c:v>0.46866659438124375</c:v>
                </c:pt>
                <c:pt idx="371">
                  <c:v>0.47149661238858426</c:v>
                </c:pt>
                <c:pt idx="372">
                  <c:v>0.46970753548275812</c:v>
                </c:pt>
                <c:pt idx="373">
                  <c:v>0.46786060116767603</c:v>
                </c:pt>
                <c:pt idx="374">
                  <c:v>0.46637955212981302</c:v>
                </c:pt>
                <c:pt idx="375">
                  <c:v>0.4672143297636655</c:v>
                </c:pt>
                <c:pt idx="376">
                  <c:v>0.4660077422124615</c:v>
                </c:pt>
                <c:pt idx="377">
                  <c:v>0.46514959086784685</c:v>
                </c:pt>
                <c:pt idx="378">
                  <c:v>0.46772108816299984</c:v>
                </c:pt>
                <c:pt idx="379">
                  <c:v>0.46817744816912576</c:v>
                </c:pt>
                <c:pt idx="380">
                  <c:v>0.46735851167198561</c:v>
                </c:pt>
                <c:pt idx="381">
                  <c:v>0.46546596796396078</c:v>
                </c:pt>
                <c:pt idx="382">
                  <c:v>0.46826648196196285</c:v>
                </c:pt>
                <c:pt idx="383">
                  <c:v>0.46924718090090134</c:v>
                </c:pt>
                <c:pt idx="384">
                  <c:v>0.46818983327225616</c:v>
                </c:pt>
                <c:pt idx="385">
                  <c:v>0.46901611378034053</c:v>
                </c:pt>
                <c:pt idx="386">
                  <c:v>0.46995656804075642</c:v>
                </c:pt>
                <c:pt idx="387">
                  <c:v>0.46994646940827833</c:v>
                </c:pt>
                <c:pt idx="388">
                  <c:v>0.46917744204702533</c:v>
                </c:pt>
                <c:pt idx="389">
                  <c:v>0.46937815778169911</c:v>
                </c:pt>
                <c:pt idx="390">
                  <c:v>0.46817453396563635</c:v>
                </c:pt>
                <c:pt idx="391">
                  <c:v>0.46708718964423529</c:v>
                </c:pt>
                <c:pt idx="392">
                  <c:v>0.46671613327004408</c:v>
                </c:pt>
                <c:pt idx="393">
                  <c:v>0.46673817665114681</c:v>
                </c:pt>
                <c:pt idx="394">
                  <c:v>0.46711231385413898</c:v>
                </c:pt>
                <c:pt idx="395">
                  <c:v>0.46605941424687453</c:v>
                </c:pt>
                <c:pt idx="396">
                  <c:v>0.46508925080275282</c:v>
                </c:pt>
                <c:pt idx="397">
                  <c:v>0.46411525352226662</c:v>
                </c:pt>
                <c:pt idx="398">
                  <c:v>0.46171989429738108</c:v>
                </c:pt>
                <c:pt idx="399">
                  <c:v>0.46079355497429253</c:v>
                </c:pt>
                <c:pt idx="400">
                  <c:v>0.46156875819714072</c:v>
                </c:pt>
                <c:pt idx="401">
                  <c:v>0.46276246569104357</c:v>
                </c:pt>
                <c:pt idx="402">
                  <c:v>0.46336843236232178</c:v>
                </c:pt>
                <c:pt idx="403">
                  <c:v>0.46328175654844433</c:v>
                </c:pt>
                <c:pt idx="404">
                  <c:v>0.46388200848391914</c:v>
                </c:pt>
                <c:pt idx="405">
                  <c:v>0.46404012868603789</c:v>
                </c:pt>
                <c:pt idx="406">
                  <c:v>0.46483553957220641</c:v>
                </c:pt>
                <c:pt idx="407">
                  <c:v>0.46552869158621146</c:v>
                </c:pt>
                <c:pt idx="408">
                  <c:v>0.46121188321311063</c:v>
                </c:pt>
                <c:pt idx="409">
                  <c:v>0.46089135051042884</c:v>
                </c:pt>
                <c:pt idx="410">
                  <c:v>0.46429120835608922</c:v>
                </c:pt>
                <c:pt idx="411">
                  <c:v>0.46332431498416443</c:v>
                </c:pt>
                <c:pt idx="412">
                  <c:v>0.46305926768861722</c:v>
                </c:pt>
                <c:pt idx="413">
                  <c:v>0.45852765145330243</c:v>
                </c:pt>
                <c:pt idx="414">
                  <c:v>0.46356387887451905</c:v>
                </c:pt>
                <c:pt idx="415">
                  <c:v>0.46365687484745471</c:v>
                </c:pt>
                <c:pt idx="416">
                  <c:v>0.46357915685925782</c:v>
                </c:pt>
                <c:pt idx="417">
                  <c:v>0.46249496846086585</c:v>
                </c:pt>
                <c:pt idx="418">
                  <c:v>0.46841093516061977</c:v>
                </c:pt>
                <c:pt idx="419">
                  <c:v>0.46850061111956515</c:v>
                </c:pt>
                <c:pt idx="420">
                  <c:v>0.46451644640937928</c:v>
                </c:pt>
                <c:pt idx="421">
                  <c:v>0.46556261987057607</c:v>
                </c:pt>
                <c:pt idx="422">
                  <c:v>0.46547907930219729</c:v>
                </c:pt>
                <c:pt idx="423">
                  <c:v>0.46527913431949847</c:v>
                </c:pt>
                <c:pt idx="424">
                  <c:v>0.46433442731857349</c:v>
                </c:pt>
                <c:pt idx="425">
                  <c:v>0.46380987835350773</c:v>
                </c:pt>
                <c:pt idx="426">
                  <c:v>0.46438715433777805</c:v>
                </c:pt>
                <c:pt idx="427">
                  <c:v>0.46555796535951888</c:v>
                </c:pt>
                <c:pt idx="428">
                  <c:v>0.4646845682061444</c:v>
                </c:pt>
                <c:pt idx="429">
                  <c:v>0.46501219365326196</c:v>
                </c:pt>
                <c:pt idx="430">
                  <c:v>0.46586655789544013</c:v>
                </c:pt>
                <c:pt idx="431">
                  <c:v>0.46547229633118981</c:v>
                </c:pt>
                <c:pt idx="432">
                  <c:v>0.46521650901178113</c:v>
                </c:pt>
                <c:pt idx="433">
                  <c:v>0.46355390853191569</c:v>
                </c:pt>
                <c:pt idx="434">
                  <c:v>0.46363747635378266</c:v>
                </c:pt>
                <c:pt idx="435">
                  <c:v>0.46272125225299698</c:v>
                </c:pt>
                <c:pt idx="436">
                  <c:v>0.46216948885162423</c:v>
                </c:pt>
                <c:pt idx="437">
                  <c:v>0.46117970730473756</c:v>
                </c:pt>
                <c:pt idx="438">
                  <c:v>0.46186216798974983</c:v>
                </c:pt>
                <c:pt idx="439">
                  <c:v>0.46264087756086797</c:v>
                </c:pt>
                <c:pt idx="440">
                  <c:v>0.46153281014911807</c:v>
                </c:pt>
                <c:pt idx="441">
                  <c:v>0.46139305652199691</c:v>
                </c:pt>
                <c:pt idx="442">
                  <c:v>0.46091665587731917</c:v>
                </c:pt>
                <c:pt idx="443">
                  <c:v>0.45895726596362268</c:v>
                </c:pt>
                <c:pt idx="444">
                  <c:v>0.45813654155538153</c:v>
                </c:pt>
                <c:pt idx="445">
                  <c:v>0.45994963422110446</c:v>
                </c:pt>
                <c:pt idx="446">
                  <c:v>0.45974829291438024</c:v>
                </c:pt>
                <c:pt idx="447">
                  <c:v>0.46006482417614564</c:v>
                </c:pt>
                <c:pt idx="448">
                  <c:v>0.45830167998130589</c:v>
                </c:pt>
                <c:pt idx="449">
                  <c:v>0.45920900125979375</c:v>
                </c:pt>
                <c:pt idx="450">
                  <c:v>0.46015095000808909</c:v>
                </c:pt>
                <c:pt idx="451">
                  <c:v>0.46013680248108652</c:v>
                </c:pt>
                <c:pt idx="452">
                  <c:v>0.45909032255233306</c:v>
                </c:pt>
                <c:pt idx="453">
                  <c:v>0.45985528809349779</c:v>
                </c:pt>
                <c:pt idx="454">
                  <c:v>0.46099758640617472</c:v>
                </c:pt>
                <c:pt idx="455">
                  <c:v>0.45976655556401391</c:v>
                </c:pt>
                <c:pt idx="456">
                  <c:v>0.460099168303789</c:v>
                </c:pt>
                <c:pt idx="457">
                  <c:v>0.46116926777355832</c:v>
                </c:pt>
                <c:pt idx="458">
                  <c:v>0.46217622051484064</c:v>
                </c:pt>
                <c:pt idx="459">
                  <c:v>0.46261924332016757</c:v>
                </c:pt>
                <c:pt idx="460">
                  <c:v>0.46176976307416195</c:v>
                </c:pt>
                <c:pt idx="461">
                  <c:v>0.46141982069837367</c:v>
                </c:pt>
                <c:pt idx="462">
                  <c:v>0.46120994073144561</c:v>
                </c:pt>
                <c:pt idx="463">
                  <c:v>0.46171133106937307</c:v>
                </c:pt>
                <c:pt idx="464">
                  <c:v>0.4610135875624749</c:v>
                </c:pt>
                <c:pt idx="465">
                  <c:v>0.4611796325395221</c:v>
                </c:pt>
                <c:pt idx="466">
                  <c:v>0.45943937138279861</c:v>
                </c:pt>
                <c:pt idx="467">
                  <c:v>0.45959187058189593</c:v>
                </c:pt>
                <c:pt idx="468">
                  <c:v>0.45896880549001767</c:v>
                </c:pt>
                <c:pt idx="469">
                  <c:v>0.45917315277208326</c:v>
                </c:pt>
                <c:pt idx="470">
                  <c:v>0.45945597898311158</c:v>
                </c:pt>
                <c:pt idx="471">
                  <c:v>0.46071771612862272</c:v>
                </c:pt>
                <c:pt idx="472">
                  <c:v>0.46158979677642759</c:v>
                </c:pt>
                <c:pt idx="473">
                  <c:v>0.46196351842250516</c:v>
                </c:pt>
                <c:pt idx="474">
                  <c:v>0.461685481557077</c:v>
                </c:pt>
                <c:pt idx="475">
                  <c:v>0.46060996452572378</c:v>
                </c:pt>
                <c:pt idx="476">
                  <c:v>0.46093580612958135</c:v>
                </c:pt>
                <c:pt idx="477">
                  <c:v>0.46123512294063218</c:v>
                </c:pt>
                <c:pt idx="478">
                  <c:v>0.46128125677893334</c:v>
                </c:pt>
                <c:pt idx="479">
                  <c:v>0.46067458467341199</c:v>
                </c:pt>
                <c:pt idx="480">
                  <c:v>0.46133701011928507</c:v>
                </c:pt>
                <c:pt idx="481">
                  <c:v>0.46175341747145077</c:v>
                </c:pt>
                <c:pt idx="482">
                  <c:v>0.4629498118355187</c:v>
                </c:pt>
                <c:pt idx="483">
                  <c:v>0.46089831644347257</c:v>
                </c:pt>
                <c:pt idx="484">
                  <c:v>0.4604552480869229</c:v>
                </c:pt>
                <c:pt idx="485">
                  <c:v>0.46047550945115323</c:v>
                </c:pt>
                <c:pt idx="486">
                  <c:v>0.4598241656318981</c:v>
                </c:pt>
                <c:pt idx="487">
                  <c:v>0.45811707953346159</c:v>
                </c:pt>
                <c:pt idx="488">
                  <c:v>0.45744341648674097</c:v>
                </c:pt>
                <c:pt idx="489">
                  <c:v>0.45767857568812975</c:v>
                </c:pt>
                <c:pt idx="490">
                  <c:v>0.45647062041433317</c:v>
                </c:pt>
                <c:pt idx="491">
                  <c:v>0.45627154582492097</c:v>
                </c:pt>
                <c:pt idx="492">
                  <c:v>0.45524096652291568</c:v>
                </c:pt>
                <c:pt idx="493">
                  <c:v>0.45502743788939759</c:v>
                </c:pt>
                <c:pt idx="494">
                  <c:v>0.45443437543817011</c:v>
                </c:pt>
                <c:pt idx="495">
                  <c:v>0.45421597080192305</c:v>
                </c:pt>
                <c:pt idx="496">
                  <c:v>0.45496612242490625</c:v>
                </c:pt>
                <c:pt idx="497">
                  <c:v>0.45606930379316724</c:v>
                </c:pt>
                <c:pt idx="498">
                  <c:v>0.45686390702218455</c:v>
                </c:pt>
                <c:pt idx="499">
                  <c:v>0.45710528465276945</c:v>
                </c:pt>
                <c:pt idx="500">
                  <c:v>0.45700291600055726</c:v>
                </c:pt>
                <c:pt idx="501">
                  <c:v>0.45535078715736027</c:v>
                </c:pt>
                <c:pt idx="502">
                  <c:v>0.45532542027064293</c:v>
                </c:pt>
                <c:pt idx="503">
                  <c:v>0.45559483665512202</c:v>
                </c:pt>
                <c:pt idx="504">
                  <c:v>0.4553033062059117</c:v>
                </c:pt>
                <c:pt idx="505">
                  <c:v>0.45617533716486564</c:v>
                </c:pt>
                <c:pt idx="506">
                  <c:v>0.45616274078922475</c:v>
                </c:pt>
                <c:pt idx="507">
                  <c:v>0.45540465120032869</c:v>
                </c:pt>
                <c:pt idx="508">
                  <c:v>0.45388498783900788</c:v>
                </c:pt>
                <c:pt idx="509">
                  <c:v>0.45531550058541947</c:v>
                </c:pt>
                <c:pt idx="510">
                  <c:v>0.45801895690119809</c:v>
                </c:pt>
                <c:pt idx="511">
                  <c:v>0.45822221100539612</c:v>
                </c:pt>
                <c:pt idx="512">
                  <c:v>0.45914576265708107</c:v>
                </c:pt>
                <c:pt idx="513">
                  <c:v>0.45905818544523835</c:v>
                </c:pt>
                <c:pt idx="514">
                  <c:v>0.46163431893194701</c:v>
                </c:pt>
                <c:pt idx="515">
                  <c:v>0.46046961515158008</c:v>
                </c:pt>
                <c:pt idx="516">
                  <c:v>0.46061705156008526</c:v>
                </c:pt>
                <c:pt idx="517">
                  <c:v>0.4605412168224447</c:v>
                </c:pt>
                <c:pt idx="518">
                  <c:v>0.45902013125389635</c:v>
                </c:pt>
                <c:pt idx="519">
                  <c:v>0.45889656170678372</c:v>
                </c:pt>
                <c:pt idx="520">
                  <c:v>0.45791343803686174</c:v>
                </c:pt>
                <c:pt idx="521">
                  <c:v>0.45774801775663443</c:v>
                </c:pt>
                <c:pt idx="522">
                  <c:v>0.45766120053469045</c:v>
                </c:pt>
                <c:pt idx="523">
                  <c:v>0.4564101806704855</c:v>
                </c:pt>
                <c:pt idx="524">
                  <c:v>0.45491939209425891</c:v>
                </c:pt>
                <c:pt idx="525">
                  <c:v>0.45391243023546379</c:v>
                </c:pt>
                <c:pt idx="526">
                  <c:v>0.45347284516020353</c:v>
                </c:pt>
                <c:pt idx="527">
                  <c:v>0.45361038171652146</c:v>
                </c:pt>
                <c:pt idx="528">
                  <c:v>0.4548158563344869</c:v>
                </c:pt>
                <c:pt idx="529">
                  <c:v>0.45405973144883355</c:v>
                </c:pt>
                <c:pt idx="530">
                  <c:v>0.45269263129016696</c:v>
                </c:pt>
                <c:pt idx="531">
                  <c:v>0.45178531823917983</c:v>
                </c:pt>
                <c:pt idx="532">
                  <c:v>0.45124364490277274</c:v>
                </c:pt>
                <c:pt idx="533">
                  <c:v>0.45115245344778881</c:v>
                </c:pt>
                <c:pt idx="534">
                  <c:v>0.451433851374416</c:v>
                </c:pt>
                <c:pt idx="535">
                  <c:v>0.45151744192408128</c:v>
                </c:pt>
                <c:pt idx="536">
                  <c:v>0.45181540455820229</c:v>
                </c:pt>
                <c:pt idx="537">
                  <c:v>0.45273390026771776</c:v>
                </c:pt>
                <c:pt idx="538">
                  <c:v>0.45173531479576784</c:v>
                </c:pt>
                <c:pt idx="539">
                  <c:v>0.45211597186723385</c:v>
                </c:pt>
                <c:pt idx="540">
                  <c:v>0.45324003662912349</c:v>
                </c:pt>
                <c:pt idx="541">
                  <c:v>0.45385192289544568</c:v>
                </c:pt>
                <c:pt idx="542">
                  <c:v>0.45497901764820531</c:v>
                </c:pt>
                <c:pt idx="543">
                  <c:v>0.45566952685581613</c:v>
                </c:pt>
                <c:pt idx="544">
                  <c:v>0.45770026967365318</c:v>
                </c:pt>
                <c:pt idx="545">
                  <c:v>0.45732949650235377</c:v>
                </c:pt>
                <c:pt idx="546">
                  <c:v>0.45653192716607671</c:v>
                </c:pt>
                <c:pt idx="547">
                  <c:v>0.4556215028377994</c:v>
                </c:pt>
                <c:pt idx="548">
                  <c:v>0.45592539850951047</c:v>
                </c:pt>
                <c:pt idx="549">
                  <c:v>0.45553826567098171</c:v>
                </c:pt>
                <c:pt idx="550">
                  <c:v>0.45547330549292836</c:v>
                </c:pt>
                <c:pt idx="551">
                  <c:v>0.45668627693315411</c:v>
                </c:pt>
                <c:pt idx="552">
                  <c:v>0.45695413309019001</c:v>
                </c:pt>
                <c:pt idx="553">
                  <c:v>0.4580404550232931</c:v>
                </c:pt>
                <c:pt idx="554">
                  <c:v>0.45770842952161789</c:v>
                </c:pt>
                <c:pt idx="555">
                  <c:v>0.4559676399381819</c:v>
                </c:pt>
                <c:pt idx="556">
                  <c:v>0.45483555572000162</c:v>
                </c:pt>
                <c:pt idx="557">
                  <c:v>0.45501097335328256</c:v>
                </c:pt>
                <c:pt idx="558">
                  <c:v>0.45394157022816811</c:v>
                </c:pt>
                <c:pt idx="559">
                  <c:v>0.45353011090856415</c:v>
                </c:pt>
                <c:pt idx="560">
                  <c:v>0.45379227251278775</c:v>
                </c:pt>
                <c:pt idx="561">
                  <c:v>0.45350691073805932</c:v>
                </c:pt>
                <c:pt idx="562">
                  <c:v>0.45231905082721535</c:v>
                </c:pt>
                <c:pt idx="563">
                  <c:v>0.45173663731546027</c:v>
                </c:pt>
                <c:pt idx="564">
                  <c:v>0.4520855425844848</c:v>
                </c:pt>
                <c:pt idx="565">
                  <c:v>0.45419447149459369</c:v>
                </c:pt>
                <c:pt idx="566">
                  <c:v>0.45625508635302608</c:v>
                </c:pt>
                <c:pt idx="567">
                  <c:v>0.45762331535682488</c:v>
                </c:pt>
                <c:pt idx="568">
                  <c:v>0.45848317853747417</c:v>
                </c:pt>
                <c:pt idx="569">
                  <c:v>0.45796617633319636</c:v>
                </c:pt>
                <c:pt idx="570">
                  <c:v>0.45577363992076086</c:v>
                </c:pt>
                <c:pt idx="571">
                  <c:v>0.45474600138407334</c:v>
                </c:pt>
                <c:pt idx="572">
                  <c:v>0.45544450144116971</c:v>
                </c:pt>
                <c:pt idx="573">
                  <c:v>0.45536335961163865</c:v>
                </c:pt>
                <c:pt idx="574">
                  <c:v>0.45406426858432736</c:v>
                </c:pt>
                <c:pt idx="575">
                  <c:v>0.4526427298863267</c:v>
                </c:pt>
                <c:pt idx="576">
                  <c:v>0.45228455371982212</c:v>
                </c:pt>
                <c:pt idx="577">
                  <c:v>0.45106658456954807</c:v>
                </c:pt>
                <c:pt idx="578">
                  <c:v>0.44938345907623761</c:v>
                </c:pt>
                <c:pt idx="579">
                  <c:v>0.4498873889951725</c:v>
                </c:pt>
                <c:pt idx="580">
                  <c:v>0.45213818293259395</c:v>
                </c:pt>
                <c:pt idx="581">
                  <c:v>0.45129488209255303</c:v>
                </c:pt>
                <c:pt idx="582">
                  <c:v>0.45014322791023509</c:v>
                </c:pt>
                <c:pt idx="583">
                  <c:v>0.45049230703638293</c:v>
                </c:pt>
                <c:pt idx="584">
                  <c:v>0.45136633335820203</c:v>
                </c:pt>
                <c:pt idx="585">
                  <c:v>0.45132717365493635</c:v>
                </c:pt>
                <c:pt idx="586">
                  <c:v>0.4515748602723309</c:v>
                </c:pt>
                <c:pt idx="587">
                  <c:v>0.45274517431209149</c:v>
                </c:pt>
                <c:pt idx="588">
                  <c:v>0.45381364462981816</c:v>
                </c:pt>
                <c:pt idx="589">
                  <c:v>0.45364206348802705</c:v>
                </c:pt>
                <c:pt idx="590">
                  <c:v>0.45485909086697363</c:v>
                </c:pt>
                <c:pt idx="591">
                  <c:v>0.45647621421387952</c:v>
                </c:pt>
                <c:pt idx="592">
                  <c:v>0.45713999835083619</c:v>
                </c:pt>
                <c:pt idx="593">
                  <c:v>0.45589935170464518</c:v>
                </c:pt>
                <c:pt idx="594">
                  <c:v>0.4559459904610319</c:v>
                </c:pt>
                <c:pt idx="595">
                  <c:v>0.45545956039461866</c:v>
                </c:pt>
                <c:pt idx="596">
                  <c:v>0.45391621913083924</c:v>
                </c:pt>
                <c:pt idx="597">
                  <c:v>0.4531827878271758</c:v>
                </c:pt>
                <c:pt idx="598">
                  <c:v>0.45156294094596255</c:v>
                </c:pt>
                <c:pt idx="599">
                  <c:v>0.45186652368677838</c:v>
                </c:pt>
                <c:pt idx="600">
                  <c:v>0.45062631331221498</c:v>
                </c:pt>
                <c:pt idx="601">
                  <c:v>0.4494317275482978</c:v>
                </c:pt>
                <c:pt idx="602">
                  <c:v>0.44929090718348291</c:v>
                </c:pt>
                <c:pt idx="603">
                  <c:v>0.4485728698822975</c:v>
                </c:pt>
                <c:pt idx="604">
                  <c:v>0.44931509878009068</c:v>
                </c:pt>
                <c:pt idx="605">
                  <c:v>0.44978750301349119</c:v>
                </c:pt>
                <c:pt idx="606">
                  <c:v>0.45086788249795695</c:v>
                </c:pt>
                <c:pt idx="607">
                  <c:v>0.45253152158888027</c:v>
                </c:pt>
                <c:pt idx="608">
                  <c:v>0.45227556626173826</c:v>
                </c:pt>
                <c:pt idx="609">
                  <c:v>0.4521509130348777</c:v>
                </c:pt>
                <c:pt idx="610">
                  <c:v>0.45253265240581469</c:v>
                </c:pt>
                <c:pt idx="611">
                  <c:v>0.45266342829372946</c:v>
                </c:pt>
                <c:pt idx="612">
                  <c:v>0.45254484172546255</c:v>
                </c:pt>
                <c:pt idx="613">
                  <c:v>0.45201732158215141</c:v>
                </c:pt>
                <c:pt idx="614">
                  <c:v>0.45080162279350555</c:v>
                </c:pt>
                <c:pt idx="615">
                  <c:v>0.44936003719953332</c:v>
                </c:pt>
                <c:pt idx="616">
                  <c:v>0.44987210373750591</c:v>
                </c:pt>
                <c:pt idx="617">
                  <c:v>0.44967997107826729</c:v>
                </c:pt>
                <c:pt idx="618">
                  <c:v>0.45026935246605149</c:v>
                </c:pt>
                <c:pt idx="619">
                  <c:v>0.45066964744793969</c:v>
                </c:pt>
                <c:pt idx="620">
                  <c:v>0.45139676006493834</c:v>
                </c:pt>
                <c:pt idx="621">
                  <c:v>0.45281831331187011</c:v>
                </c:pt>
                <c:pt idx="622">
                  <c:v>0.45314895122394505</c:v>
                </c:pt>
                <c:pt idx="623">
                  <c:v>0.45437057242089418</c:v>
                </c:pt>
                <c:pt idx="624">
                  <c:v>0.45536752638578759</c:v>
                </c:pt>
                <c:pt idx="625">
                  <c:v>0.45706300172238401</c:v>
                </c:pt>
                <c:pt idx="626">
                  <c:v>0.45618100071585843</c:v>
                </c:pt>
                <c:pt idx="627">
                  <c:v>0.45500192840023529</c:v>
                </c:pt>
                <c:pt idx="628">
                  <c:v>0.4551912703740027</c:v>
                </c:pt>
                <c:pt idx="629">
                  <c:v>0.45283717683461727</c:v>
                </c:pt>
                <c:pt idx="630">
                  <c:v>0.45212897794664442</c:v>
                </c:pt>
                <c:pt idx="631">
                  <c:v>0.45132653677480272</c:v>
                </c:pt>
                <c:pt idx="632">
                  <c:v>0.4516596094143609</c:v>
                </c:pt>
                <c:pt idx="633">
                  <c:v>0.45112272618035859</c:v>
                </c:pt>
                <c:pt idx="634">
                  <c:v>0.45100219371800565</c:v>
                </c:pt>
                <c:pt idx="635">
                  <c:v>0.45013803990079942</c:v>
                </c:pt>
                <c:pt idx="636">
                  <c:v>0.44877731990155212</c:v>
                </c:pt>
                <c:pt idx="637">
                  <c:v>0.44925817692206027</c:v>
                </c:pt>
                <c:pt idx="638">
                  <c:v>0.44875289149145642</c:v>
                </c:pt>
                <c:pt idx="639">
                  <c:v>0.45023899951085511</c:v>
                </c:pt>
                <c:pt idx="640">
                  <c:v>0.45185960060603825</c:v>
                </c:pt>
                <c:pt idx="641">
                  <c:v>0.45183047168102192</c:v>
                </c:pt>
                <c:pt idx="642">
                  <c:v>0.45166440721061302</c:v>
                </c:pt>
                <c:pt idx="643">
                  <c:v>0.44865717014167256</c:v>
                </c:pt>
                <c:pt idx="644">
                  <c:v>0.44939219003428599</c:v>
                </c:pt>
                <c:pt idx="645">
                  <c:v>0.45071271118602657</c:v>
                </c:pt>
                <c:pt idx="646">
                  <c:v>0.45149988651808892</c:v>
                </c:pt>
                <c:pt idx="647">
                  <c:v>0.45198488446501411</c:v>
                </c:pt>
                <c:pt idx="648">
                  <c:v>0.44942572441535172</c:v>
                </c:pt>
                <c:pt idx="649">
                  <c:v>0.45114608649644627</c:v>
                </c:pt>
                <c:pt idx="650">
                  <c:v>0.44970877755955713</c:v>
                </c:pt>
                <c:pt idx="651">
                  <c:v>0.44884365630519674</c:v>
                </c:pt>
                <c:pt idx="652">
                  <c:v>0.44900815187978571</c:v>
                </c:pt>
                <c:pt idx="653">
                  <c:v>0.45124378191309844</c:v>
                </c:pt>
                <c:pt idx="654">
                  <c:v>0.45256814594116862</c:v>
                </c:pt>
                <c:pt idx="655">
                  <c:v>0.4502059692504688</c:v>
                </c:pt>
                <c:pt idx="656">
                  <c:v>0.44995914950214322</c:v>
                </c:pt>
                <c:pt idx="657">
                  <c:v>0.4493337542756134</c:v>
                </c:pt>
                <c:pt idx="658">
                  <c:v>0.44993894467839213</c:v>
                </c:pt>
                <c:pt idx="659">
                  <c:v>0.4499706558845436</c:v>
                </c:pt>
                <c:pt idx="660">
                  <c:v>0.45079086729074713</c:v>
                </c:pt>
                <c:pt idx="661">
                  <c:v>0.45184686541072627</c:v>
                </c:pt>
                <c:pt idx="662">
                  <c:v>0.45205171716121095</c:v>
                </c:pt>
                <c:pt idx="663">
                  <c:v>0.45191393372291566</c:v>
                </c:pt>
                <c:pt idx="664">
                  <c:v>0.45185858541238016</c:v>
                </c:pt>
                <c:pt idx="665">
                  <c:v>0.45231453151246381</c:v>
                </c:pt>
                <c:pt idx="666">
                  <c:v>0.45210348534307426</c:v>
                </c:pt>
                <c:pt idx="667">
                  <c:v>0.4518960124331996</c:v>
                </c:pt>
                <c:pt idx="668">
                  <c:v>0.45023973393585714</c:v>
                </c:pt>
                <c:pt idx="669">
                  <c:v>0.45093946677791086</c:v>
                </c:pt>
                <c:pt idx="670">
                  <c:v>0.44957228693124102</c:v>
                </c:pt>
                <c:pt idx="671">
                  <c:v>0.44790392882220537</c:v>
                </c:pt>
                <c:pt idx="672">
                  <c:v>0.44644027850446882</c:v>
                </c:pt>
                <c:pt idx="673">
                  <c:v>0.4465904479172299</c:v>
                </c:pt>
                <c:pt idx="674">
                  <c:v>0.44605257236666768</c:v>
                </c:pt>
                <c:pt idx="675">
                  <c:v>0.44439903624225374</c:v>
                </c:pt>
                <c:pt idx="676">
                  <c:v>0.44421652632342851</c:v>
                </c:pt>
                <c:pt idx="677">
                  <c:v>0.44509376216541757</c:v>
                </c:pt>
                <c:pt idx="678">
                  <c:v>0.44669881354718077</c:v>
                </c:pt>
                <c:pt idx="679">
                  <c:v>0.44774107739307106</c:v>
                </c:pt>
                <c:pt idx="680">
                  <c:v>0.44918720381051852</c:v>
                </c:pt>
                <c:pt idx="681">
                  <c:v>0.45030261111100867</c:v>
                </c:pt>
                <c:pt idx="682">
                  <c:v>0.45051645381149097</c:v>
                </c:pt>
                <c:pt idx="683">
                  <c:v>0.44773447118538306</c:v>
                </c:pt>
                <c:pt idx="684">
                  <c:v>0.44764785086931808</c:v>
                </c:pt>
                <c:pt idx="685">
                  <c:v>0.45026373517976748</c:v>
                </c:pt>
                <c:pt idx="686">
                  <c:v>0.45051170105529431</c:v>
                </c:pt>
                <c:pt idx="687">
                  <c:v>0.44985115318992741</c:v>
                </c:pt>
                <c:pt idx="688">
                  <c:v>0.44688779958320102</c:v>
                </c:pt>
                <c:pt idx="689">
                  <c:v>0.4491957801678555</c:v>
                </c:pt>
                <c:pt idx="690">
                  <c:v>0.44832685968571034</c:v>
                </c:pt>
                <c:pt idx="691">
                  <c:v>0.44769483352551842</c:v>
                </c:pt>
                <c:pt idx="692">
                  <c:v>0.44688740677464323</c:v>
                </c:pt>
                <c:pt idx="693">
                  <c:v>0.45037471097958365</c:v>
                </c:pt>
                <c:pt idx="694">
                  <c:v>0.45088907936801736</c:v>
                </c:pt>
                <c:pt idx="695">
                  <c:v>0.45015585036023265</c:v>
                </c:pt>
                <c:pt idx="696">
                  <c:v>0.45053108802728187</c:v>
                </c:pt>
                <c:pt idx="697">
                  <c:v>0.45052060527244914</c:v>
                </c:pt>
                <c:pt idx="698">
                  <c:v>0.45016772357547785</c:v>
                </c:pt>
                <c:pt idx="699">
                  <c:v>0.4497239324023678</c:v>
                </c:pt>
                <c:pt idx="700">
                  <c:v>0.45004533827357257</c:v>
                </c:pt>
                <c:pt idx="701">
                  <c:v>0.45012725814469806</c:v>
                </c:pt>
                <c:pt idx="702">
                  <c:v>0.44992556260408362</c:v>
                </c:pt>
                <c:pt idx="703">
                  <c:v>0.45067319892514401</c:v>
                </c:pt>
                <c:pt idx="704">
                  <c:v>0.44887250919350002</c:v>
                </c:pt>
                <c:pt idx="705">
                  <c:v>0.447398245465505</c:v>
                </c:pt>
                <c:pt idx="706">
                  <c:v>0.44656513226315236</c:v>
                </c:pt>
                <c:pt idx="707">
                  <c:v>0.44595103395725461</c:v>
                </c:pt>
                <c:pt idx="708">
                  <c:v>0.44570271245641663</c:v>
                </c:pt>
                <c:pt idx="709">
                  <c:v>0.44407846579421756</c:v>
                </c:pt>
                <c:pt idx="710">
                  <c:v>0.442906711281359</c:v>
                </c:pt>
                <c:pt idx="711">
                  <c:v>0.4433133991159991</c:v>
                </c:pt>
                <c:pt idx="712">
                  <c:v>0.44335462682225318</c:v>
                </c:pt>
                <c:pt idx="713">
                  <c:v>0.44295843165824333</c:v>
                </c:pt>
                <c:pt idx="714">
                  <c:v>0.4436858924445255</c:v>
                </c:pt>
                <c:pt idx="715">
                  <c:v>0.44481186163545267</c:v>
                </c:pt>
                <c:pt idx="716">
                  <c:v>0.44565952669290287</c:v>
                </c:pt>
                <c:pt idx="717">
                  <c:v>0.44508565778282094</c:v>
                </c:pt>
                <c:pt idx="718">
                  <c:v>0.44615523939399582</c:v>
                </c:pt>
                <c:pt idx="719">
                  <c:v>0.44759268187917545</c:v>
                </c:pt>
                <c:pt idx="720">
                  <c:v>0.44857941900912313</c:v>
                </c:pt>
                <c:pt idx="721">
                  <c:v>0.44875477620445786</c:v>
                </c:pt>
                <c:pt idx="722">
                  <c:v>0.44966479754343069</c:v>
                </c:pt>
                <c:pt idx="723">
                  <c:v>0.45091576291541285</c:v>
                </c:pt>
                <c:pt idx="724">
                  <c:v>0.45055829297876987</c:v>
                </c:pt>
                <c:pt idx="725">
                  <c:v>0.44966816178317764</c:v>
                </c:pt>
                <c:pt idx="726">
                  <c:v>0.44843934661025509</c:v>
                </c:pt>
                <c:pt idx="727">
                  <c:v>0.44871335856751721</c:v>
                </c:pt>
                <c:pt idx="728">
                  <c:v>0.44781529375020906</c:v>
                </c:pt>
                <c:pt idx="729">
                  <c:v>0.44647092387783627</c:v>
                </c:pt>
                <c:pt idx="730">
                  <c:v>0.44602442339972237</c:v>
                </c:pt>
                <c:pt idx="731">
                  <c:v>0.44609265158133365</c:v>
                </c:pt>
                <c:pt idx="732">
                  <c:v>0.44662097907470966</c:v>
                </c:pt>
                <c:pt idx="733">
                  <c:v>0.44691149491480692</c:v>
                </c:pt>
                <c:pt idx="734">
                  <c:v>0.44793752623076993</c:v>
                </c:pt>
                <c:pt idx="735">
                  <c:v>0.44777903752322329</c:v>
                </c:pt>
                <c:pt idx="736">
                  <c:v>0.446912625179267</c:v>
                </c:pt>
                <c:pt idx="737">
                  <c:v>0.44646210919276108</c:v>
                </c:pt>
                <c:pt idx="738">
                  <c:v>0.44662929318211514</c:v>
                </c:pt>
                <c:pt idx="739">
                  <c:v>0.44543283160312147</c:v>
                </c:pt>
                <c:pt idx="740">
                  <c:v>0.44463551398650969</c:v>
                </c:pt>
                <c:pt idx="741">
                  <c:v>0.44436122080518525</c:v>
                </c:pt>
                <c:pt idx="742">
                  <c:v>0.44293002509234691</c:v>
                </c:pt>
                <c:pt idx="743">
                  <c:v>0.44109179638630036</c:v>
                </c:pt>
                <c:pt idx="744">
                  <c:v>0.43902738655827317</c:v>
                </c:pt>
                <c:pt idx="745">
                  <c:v>0.43953794620910291</c:v>
                </c:pt>
                <c:pt idx="746">
                  <c:v>0.4415468360537827</c:v>
                </c:pt>
                <c:pt idx="747">
                  <c:v>0.44235470859889153</c:v>
                </c:pt>
                <c:pt idx="748">
                  <c:v>0.44177707768011365</c:v>
                </c:pt>
                <c:pt idx="749">
                  <c:v>0.44271408297710035</c:v>
                </c:pt>
                <c:pt idx="750">
                  <c:v>0.44229896639333566</c:v>
                </c:pt>
                <c:pt idx="751">
                  <c:v>0.4420514139265217</c:v>
                </c:pt>
                <c:pt idx="752">
                  <c:v>0.44258546132337195</c:v>
                </c:pt>
                <c:pt idx="753">
                  <c:v>0.44341089467852474</c:v>
                </c:pt>
                <c:pt idx="754">
                  <c:v>0.44369679339682255</c:v>
                </c:pt>
                <c:pt idx="755">
                  <c:v>0.44371816689556465</c:v>
                </c:pt>
                <c:pt idx="756">
                  <c:v>0.44375602659142699</c:v>
                </c:pt>
                <c:pt idx="757">
                  <c:v>0.44406981419523212</c:v>
                </c:pt>
                <c:pt idx="758">
                  <c:v>0.44472535310760375</c:v>
                </c:pt>
                <c:pt idx="759">
                  <c:v>0.44527519445170038</c:v>
                </c:pt>
                <c:pt idx="760">
                  <c:v>0.44651558126498231</c:v>
                </c:pt>
                <c:pt idx="761">
                  <c:v>0.44720156589526355</c:v>
                </c:pt>
                <c:pt idx="762">
                  <c:v>0.44769870961327835</c:v>
                </c:pt>
                <c:pt idx="763">
                  <c:v>0.44850041280201131</c:v>
                </c:pt>
                <c:pt idx="764">
                  <c:v>0.44821500359431649</c:v>
                </c:pt>
                <c:pt idx="765">
                  <c:v>0.448692084365931</c:v>
                </c:pt>
                <c:pt idx="766">
                  <c:v>0.44864473468179561</c:v>
                </c:pt>
                <c:pt idx="767">
                  <c:v>0.44811085117741911</c:v>
                </c:pt>
                <c:pt idx="768">
                  <c:v>0.44703806862456119</c:v>
                </c:pt>
                <c:pt idx="769">
                  <c:v>0.44639201181039162</c:v>
                </c:pt>
                <c:pt idx="770">
                  <c:v>0.44594674764496223</c:v>
                </c:pt>
                <c:pt idx="771">
                  <c:v>0.44597067889152087</c:v>
                </c:pt>
                <c:pt idx="772">
                  <c:v>0.44505732314347485</c:v>
                </c:pt>
                <c:pt idx="773">
                  <c:v>0.44427464597050359</c:v>
                </c:pt>
                <c:pt idx="774">
                  <c:v>0.44438932384592822</c:v>
                </c:pt>
                <c:pt idx="775">
                  <c:v>0.44474384692888197</c:v>
                </c:pt>
                <c:pt idx="776">
                  <c:v>0.44401778767564798</c:v>
                </c:pt>
                <c:pt idx="777">
                  <c:v>0.44433695329878314</c:v>
                </c:pt>
                <c:pt idx="778">
                  <c:v>0.44687427850202494</c:v>
                </c:pt>
                <c:pt idx="779">
                  <c:v>0.44590433708500532</c:v>
                </c:pt>
                <c:pt idx="780">
                  <c:v>0.44458692225062302</c:v>
                </c:pt>
                <c:pt idx="781">
                  <c:v>0.44300644516020232</c:v>
                </c:pt>
                <c:pt idx="782">
                  <c:v>0.44333994315827774</c:v>
                </c:pt>
                <c:pt idx="783">
                  <c:v>0.4428634473974486</c:v>
                </c:pt>
                <c:pt idx="784">
                  <c:v>0.44132840087346131</c:v>
                </c:pt>
                <c:pt idx="785">
                  <c:v>0.44420418240787546</c:v>
                </c:pt>
                <c:pt idx="786">
                  <c:v>0.44603720225467525</c:v>
                </c:pt>
                <c:pt idx="787">
                  <c:v>0.44727266521170794</c:v>
                </c:pt>
                <c:pt idx="788">
                  <c:v>0.44605968589398487</c:v>
                </c:pt>
                <c:pt idx="789">
                  <c:v>0.44639639630914263</c:v>
                </c:pt>
                <c:pt idx="790">
                  <c:v>0.44605603462825355</c:v>
                </c:pt>
                <c:pt idx="791">
                  <c:v>0.44442012124475938</c:v>
                </c:pt>
                <c:pt idx="792">
                  <c:v>0.44469873471793725</c:v>
                </c:pt>
                <c:pt idx="793">
                  <c:v>0.44522456113546349</c:v>
                </c:pt>
                <c:pt idx="794">
                  <c:v>0.44555541838777329</c:v>
                </c:pt>
                <c:pt idx="795">
                  <c:v>0.44486993626764026</c:v>
                </c:pt>
                <c:pt idx="796">
                  <c:v>0.44336926657807252</c:v>
                </c:pt>
                <c:pt idx="797">
                  <c:v>0.44168064218408271</c:v>
                </c:pt>
                <c:pt idx="798">
                  <c:v>0.4418463201526901</c:v>
                </c:pt>
                <c:pt idx="799">
                  <c:v>0.44281592965282418</c:v>
                </c:pt>
                <c:pt idx="800">
                  <c:v>0.44366173460751906</c:v>
                </c:pt>
                <c:pt idx="801">
                  <c:v>0.44435718722695899</c:v>
                </c:pt>
                <c:pt idx="802">
                  <c:v>0.4437212215006352</c:v>
                </c:pt>
                <c:pt idx="803">
                  <c:v>0.44284642185673689</c:v>
                </c:pt>
                <c:pt idx="804">
                  <c:v>0.44299635927279446</c:v>
                </c:pt>
                <c:pt idx="805">
                  <c:v>0.44338575992091894</c:v>
                </c:pt>
                <c:pt idx="806">
                  <c:v>0.4444143959864148</c:v>
                </c:pt>
                <c:pt idx="807">
                  <c:v>0.44458909181581785</c:v>
                </c:pt>
                <c:pt idx="808">
                  <c:v>0.44351176200973247</c:v>
                </c:pt>
                <c:pt idx="809">
                  <c:v>0.44229013030360897</c:v>
                </c:pt>
                <c:pt idx="810">
                  <c:v>0.44210078268984676</c:v>
                </c:pt>
                <c:pt idx="811">
                  <c:v>0.44202927736636777</c:v>
                </c:pt>
                <c:pt idx="812">
                  <c:v>0.44202689376937687</c:v>
                </c:pt>
                <c:pt idx="813">
                  <c:v>0.4419549338929139</c:v>
                </c:pt>
                <c:pt idx="814">
                  <c:v>0.44204944156767412</c:v>
                </c:pt>
                <c:pt idx="815">
                  <c:v>0.44206292071925923</c:v>
                </c:pt>
                <c:pt idx="816">
                  <c:v>0.44161489229003226</c:v>
                </c:pt>
                <c:pt idx="817">
                  <c:v>0.44249352267872155</c:v>
                </c:pt>
                <c:pt idx="818">
                  <c:v>0.44332116797678428</c:v>
                </c:pt>
                <c:pt idx="819">
                  <c:v>0.44293773048047841</c:v>
                </c:pt>
                <c:pt idx="820">
                  <c:v>0.44251541001524075</c:v>
                </c:pt>
                <c:pt idx="821">
                  <c:v>0.44388083015283042</c:v>
                </c:pt>
                <c:pt idx="822">
                  <c:v>0.44465812875980754</c:v>
                </c:pt>
                <c:pt idx="823">
                  <c:v>0.44442636979907596</c:v>
                </c:pt>
                <c:pt idx="824">
                  <c:v>0.44344216342873582</c:v>
                </c:pt>
                <c:pt idx="825">
                  <c:v>0.44233304419785674</c:v>
                </c:pt>
                <c:pt idx="826">
                  <c:v>0.44148470534513229</c:v>
                </c:pt>
                <c:pt idx="827">
                  <c:v>0.44027581097718399</c:v>
                </c:pt>
                <c:pt idx="828">
                  <c:v>0.43960852844244397</c:v>
                </c:pt>
                <c:pt idx="829">
                  <c:v>0.43989955903105377</c:v>
                </c:pt>
                <c:pt idx="830">
                  <c:v>0.4404820050282503</c:v>
                </c:pt>
                <c:pt idx="831">
                  <c:v>0.44015073826154055</c:v>
                </c:pt>
                <c:pt idx="832">
                  <c:v>0.43965904616668133</c:v>
                </c:pt>
                <c:pt idx="833">
                  <c:v>0.43981986947748214</c:v>
                </c:pt>
                <c:pt idx="834">
                  <c:v>0.44006687298035602</c:v>
                </c:pt>
                <c:pt idx="835">
                  <c:v>0.44083510263851605</c:v>
                </c:pt>
                <c:pt idx="836">
                  <c:v>0.44081924036202441</c:v>
                </c:pt>
                <c:pt idx="837">
                  <c:v>0.44155280397654861</c:v>
                </c:pt>
                <c:pt idx="838">
                  <c:v>0.44251122776227358</c:v>
                </c:pt>
                <c:pt idx="839">
                  <c:v>0.442513350058443</c:v>
                </c:pt>
                <c:pt idx="840">
                  <c:v>0.44297916430010048</c:v>
                </c:pt>
                <c:pt idx="841">
                  <c:v>0.44227903005670893</c:v>
                </c:pt>
                <c:pt idx="842">
                  <c:v>0.4413951335784973</c:v>
                </c:pt>
                <c:pt idx="843">
                  <c:v>0.44112030539902103</c:v>
                </c:pt>
                <c:pt idx="844">
                  <c:v>0.44111844264320171</c:v>
                </c:pt>
                <c:pt idx="845">
                  <c:v>0.44026180296720918</c:v>
                </c:pt>
                <c:pt idx="846">
                  <c:v>0.43980950990290468</c:v>
                </c:pt>
                <c:pt idx="847">
                  <c:v>0.44059040333592719</c:v>
                </c:pt>
                <c:pt idx="848">
                  <c:v>0.44164036198301093</c:v>
                </c:pt>
                <c:pt idx="849">
                  <c:v>0.44082485881269023</c:v>
                </c:pt>
                <c:pt idx="850">
                  <c:v>0.44110228055786871</c:v>
                </c:pt>
                <c:pt idx="851">
                  <c:v>0.44152265093726106</c:v>
                </c:pt>
                <c:pt idx="852">
                  <c:v>0.44226501759486203</c:v>
                </c:pt>
                <c:pt idx="853">
                  <c:v>0.4426727138637675</c:v>
                </c:pt>
                <c:pt idx="854">
                  <c:v>0.4433916938246138</c:v>
                </c:pt>
                <c:pt idx="855">
                  <c:v>0.44321732892150134</c:v>
                </c:pt>
                <c:pt idx="856">
                  <c:v>0.4425861439513612</c:v>
                </c:pt>
                <c:pt idx="857">
                  <c:v>0.44246538283440362</c:v>
                </c:pt>
                <c:pt idx="858">
                  <c:v>0.4417010979000231</c:v>
                </c:pt>
                <c:pt idx="859">
                  <c:v>0.44271199195644728</c:v>
                </c:pt>
                <c:pt idx="860">
                  <c:v>0.44335931674491835</c:v>
                </c:pt>
                <c:pt idx="861">
                  <c:v>0.44364730206417891</c:v>
                </c:pt>
                <c:pt idx="862">
                  <c:v>0.44334874323949447</c:v>
                </c:pt>
                <c:pt idx="863">
                  <c:v>0.44217448435428586</c:v>
                </c:pt>
                <c:pt idx="864">
                  <c:v>0.44242557442877423</c:v>
                </c:pt>
                <c:pt idx="865">
                  <c:v>0.44312660268944631</c:v>
                </c:pt>
                <c:pt idx="866">
                  <c:v>0.44306198618703313</c:v>
                </c:pt>
                <c:pt idx="867">
                  <c:v>0.44247880821887386</c:v>
                </c:pt>
                <c:pt idx="868">
                  <c:v>0.44241904319048908</c:v>
                </c:pt>
                <c:pt idx="869">
                  <c:v>0.4425428001492166</c:v>
                </c:pt>
                <c:pt idx="870">
                  <c:v>0.43970422631637057</c:v>
                </c:pt>
                <c:pt idx="871">
                  <c:v>0.43863356305196821</c:v>
                </c:pt>
                <c:pt idx="872">
                  <c:v>0.43743471196300993</c:v>
                </c:pt>
                <c:pt idx="873">
                  <c:v>0.43771165652062849</c:v>
                </c:pt>
                <c:pt idx="874">
                  <c:v>0.43814263392772962</c:v>
                </c:pt>
                <c:pt idx="875">
                  <c:v>0.43850184334440023</c:v>
                </c:pt>
                <c:pt idx="876">
                  <c:v>0.43886797661763188</c:v>
                </c:pt>
                <c:pt idx="877">
                  <c:v>0.43906447158824807</c:v>
                </c:pt>
                <c:pt idx="878">
                  <c:v>0.43848329019148891</c:v>
                </c:pt>
                <c:pt idx="879">
                  <c:v>0.43910381066457765</c:v>
                </c:pt>
                <c:pt idx="880">
                  <c:v>0.44072227672850683</c:v>
                </c:pt>
                <c:pt idx="881">
                  <c:v>0.44266194142597554</c:v>
                </c:pt>
                <c:pt idx="882">
                  <c:v>0.44312925762502736</c:v>
                </c:pt>
                <c:pt idx="883">
                  <c:v>0.4418496788825268</c:v>
                </c:pt>
                <c:pt idx="884">
                  <c:v>0.44029190107481109</c:v>
                </c:pt>
                <c:pt idx="885">
                  <c:v>0.44067908845057802</c:v>
                </c:pt>
                <c:pt idx="886">
                  <c:v>0.43996056662966898</c:v>
                </c:pt>
                <c:pt idx="887">
                  <c:v>0.43915053967319678</c:v>
                </c:pt>
                <c:pt idx="888">
                  <c:v>0.43921388105439335</c:v>
                </c:pt>
                <c:pt idx="889">
                  <c:v>0.43953570118623447</c:v>
                </c:pt>
                <c:pt idx="890">
                  <c:v>0.43851936212803511</c:v>
                </c:pt>
                <c:pt idx="891">
                  <c:v>0.43787315866397752</c:v>
                </c:pt>
                <c:pt idx="892">
                  <c:v>0.43768346999359825</c:v>
                </c:pt>
                <c:pt idx="893">
                  <c:v>0.43696352702322427</c:v>
                </c:pt>
                <c:pt idx="894">
                  <c:v>0.43693527918160241</c:v>
                </c:pt>
                <c:pt idx="895">
                  <c:v>0.43689877046341574</c:v>
                </c:pt>
                <c:pt idx="896">
                  <c:v>0.43682413630547406</c:v>
                </c:pt>
                <c:pt idx="897">
                  <c:v>0.43738215009023834</c:v>
                </c:pt>
                <c:pt idx="898">
                  <c:v>0.43809091687800855</c:v>
                </c:pt>
                <c:pt idx="899">
                  <c:v>0.43846079246182446</c:v>
                </c:pt>
                <c:pt idx="900">
                  <c:v>0.44026813140744514</c:v>
                </c:pt>
                <c:pt idx="901">
                  <c:v>0.44039042089106417</c:v>
                </c:pt>
                <c:pt idx="902">
                  <c:v>0.44027170751879946</c:v>
                </c:pt>
                <c:pt idx="903">
                  <c:v>0.44005252891270208</c:v>
                </c:pt>
                <c:pt idx="904">
                  <c:v>0.44074470084685752</c:v>
                </c:pt>
                <c:pt idx="905">
                  <c:v>0.44210972283674377</c:v>
                </c:pt>
                <c:pt idx="906">
                  <c:v>0.44162148804585899</c:v>
                </c:pt>
                <c:pt idx="907">
                  <c:v>0.44042484423616407</c:v>
                </c:pt>
                <c:pt idx="908">
                  <c:v>0.43933636910507673</c:v>
                </c:pt>
                <c:pt idx="909">
                  <c:v>0.4394792865533943</c:v>
                </c:pt>
                <c:pt idx="910">
                  <c:v>0.43839044300539548</c:v>
                </c:pt>
                <c:pt idx="911">
                  <c:v>0.43783982215128375</c:v>
                </c:pt>
                <c:pt idx="912">
                  <c:v>0.43886132726695082</c:v>
                </c:pt>
                <c:pt idx="913">
                  <c:v>0.44004331931304869</c:v>
                </c:pt>
                <c:pt idx="914">
                  <c:v>0.44074335257237202</c:v>
                </c:pt>
                <c:pt idx="915">
                  <c:v>0.44114077050431233</c:v>
                </c:pt>
                <c:pt idx="916">
                  <c:v>0.44044092021035702</c:v>
                </c:pt>
                <c:pt idx="917">
                  <c:v>0.44093399540316613</c:v>
                </c:pt>
                <c:pt idx="918">
                  <c:v>0.44102356436109874</c:v>
                </c:pt>
                <c:pt idx="919">
                  <c:v>0.44069797507215269</c:v>
                </c:pt>
                <c:pt idx="920">
                  <c:v>0.43955825263051318</c:v>
                </c:pt>
                <c:pt idx="921">
                  <c:v>0.43929814752514867</c:v>
                </c:pt>
                <c:pt idx="922">
                  <c:v>0.43813317418926007</c:v>
                </c:pt>
                <c:pt idx="923">
                  <c:v>0.436778302150238</c:v>
                </c:pt>
                <c:pt idx="924">
                  <c:v>0.43650105710276194</c:v>
                </c:pt>
                <c:pt idx="925">
                  <c:v>0.43631020162739814</c:v>
                </c:pt>
                <c:pt idx="926">
                  <c:v>0.43511107438520158</c:v>
                </c:pt>
                <c:pt idx="927">
                  <c:v>0.43449296257623238</c:v>
                </c:pt>
                <c:pt idx="928">
                  <c:v>0.43587133123121558</c:v>
                </c:pt>
                <c:pt idx="929">
                  <c:v>0.43766109139467324</c:v>
                </c:pt>
                <c:pt idx="930">
                  <c:v>0.43912283559435744</c:v>
                </c:pt>
                <c:pt idx="931">
                  <c:v>0.439854892303292</c:v>
                </c:pt>
                <c:pt idx="932">
                  <c:v>0.43986335234566309</c:v>
                </c:pt>
                <c:pt idx="933">
                  <c:v>0.43968327902516557</c:v>
                </c:pt>
                <c:pt idx="934">
                  <c:v>0.43905532057094182</c:v>
                </c:pt>
                <c:pt idx="935">
                  <c:v>0.43958522528377558</c:v>
                </c:pt>
                <c:pt idx="936">
                  <c:v>0.43888533634078475</c:v>
                </c:pt>
                <c:pt idx="937">
                  <c:v>0.43885626862879062</c:v>
                </c:pt>
                <c:pt idx="938">
                  <c:v>0.4379959716772262</c:v>
                </c:pt>
                <c:pt idx="939">
                  <c:v>0.43762061901437282</c:v>
                </c:pt>
                <c:pt idx="940">
                  <c:v>0.4370330616615099</c:v>
                </c:pt>
                <c:pt idx="941">
                  <c:v>0.43720107358209304</c:v>
                </c:pt>
                <c:pt idx="942">
                  <c:v>0.43821663365031888</c:v>
                </c:pt>
                <c:pt idx="943">
                  <c:v>0.43867092949845737</c:v>
                </c:pt>
                <c:pt idx="944">
                  <c:v>0.43823578541343444</c:v>
                </c:pt>
                <c:pt idx="945">
                  <c:v>0.43648786268996825</c:v>
                </c:pt>
                <c:pt idx="946">
                  <c:v>0.43725882731480387</c:v>
                </c:pt>
                <c:pt idx="947">
                  <c:v>0.43762959706300658</c:v>
                </c:pt>
                <c:pt idx="948">
                  <c:v>0.43882262977690678</c:v>
                </c:pt>
                <c:pt idx="949">
                  <c:v>0.43669732811004441</c:v>
                </c:pt>
                <c:pt idx="950">
                  <c:v>0.43680990094399991</c:v>
                </c:pt>
                <c:pt idx="951">
                  <c:v>0.43725128259912616</c:v>
                </c:pt>
                <c:pt idx="952">
                  <c:v>0.43708851050983577</c:v>
                </c:pt>
                <c:pt idx="953">
                  <c:v>0.43746221852367245</c:v>
                </c:pt>
                <c:pt idx="954">
                  <c:v>0.43662851669564162</c:v>
                </c:pt>
                <c:pt idx="955">
                  <c:v>0.43720105441969792</c:v>
                </c:pt>
                <c:pt idx="956">
                  <c:v>0.43715362872559926</c:v>
                </c:pt>
                <c:pt idx="957">
                  <c:v>0.43761438416397697</c:v>
                </c:pt>
                <c:pt idx="958">
                  <c:v>0.43817349668723915</c:v>
                </c:pt>
                <c:pt idx="959">
                  <c:v>0.43745266943222683</c:v>
                </c:pt>
                <c:pt idx="960">
                  <c:v>0.43915380762347545</c:v>
                </c:pt>
                <c:pt idx="961">
                  <c:v>0.4402809557224201</c:v>
                </c:pt>
                <c:pt idx="962">
                  <c:v>0.44017246276976979</c:v>
                </c:pt>
                <c:pt idx="963">
                  <c:v>0.44047735280293321</c:v>
                </c:pt>
                <c:pt idx="964">
                  <c:v>0.44038497000657784</c:v>
                </c:pt>
                <c:pt idx="965">
                  <c:v>0.44148683367771951</c:v>
                </c:pt>
                <c:pt idx="966">
                  <c:v>0.44015474821789957</c:v>
                </c:pt>
                <c:pt idx="967">
                  <c:v>0.43868918654087263</c:v>
                </c:pt>
                <c:pt idx="968">
                  <c:v>0.43790266405485434</c:v>
                </c:pt>
                <c:pt idx="969">
                  <c:v>0.43853686585368618</c:v>
                </c:pt>
                <c:pt idx="970">
                  <c:v>0.4373688134079407</c:v>
                </c:pt>
                <c:pt idx="971">
                  <c:v>0.43409157931575626</c:v>
                </c:pt>
                <c:pt idx="972">
                  <c:v>0.43412989283121362</c:v>
                </c:pt>
                <c:pt idx="973">
                  <c:v>0.434500196565406</c:v>
                </c:pt>
                <c:pt idx="974">
                  <c:v>0.43520029606343835</c:v>
                </c:pt>
                <c:pt idx="975">
                  <c:v>0.43553350798363277</c:v>
                </c:pt>
                <c:pt idx="976">
                  <c:v>0.43751221576509935</c:v>
                </c:pt>
                <c:pt idx="977">
                  <c:v>0.43932056205926839</c:v>
                </c:pt>
                <c:pt idx="978">
                  <c:v>0.43964592455367141</c:v>
                </c:pt>
                <c:pt idx="979">
                  <c:v>0.44018401470973478</c:v>
                </c:pt>
                <c:pt idx="980">
                  <c:v>0.43885056876549139</c:v>
                </c:pt>
                <c:pt idx="981">
                  <c:v>0.43899382094664247</c:v>
                </c:pt>
                <c:pt idx="982">
                  <c:v>0.44102192067920687</c:v>
                </c:pt>
                <c:pt idx="983">
                  <c:v>0.44157951513721611</c:v>
                </c:pt>
                <c:pt idx="984">
                  <c:v>0.44014023759868154</c:v>
                </c:pt>
                <c:pt idx="985">
                  <c:v>0.43646231593689278</c:v>
                </c:pt>
                <c:pt idx="986">
                  <c:v>0.43876966411793922</c:v>
                </c:pt>
                <c:pt idx="987">
                  <c:v>0.43840170058316885</c:v>
                </c:pt>
                <c:pt idx="988">
                  <c:v>0.43774802155847015</c:v>
                </c:pt>
                <c:pt idx="989">
                  <c:v>0.43654833013109462</c:v>
                </c:pt>
                <c:pt idx="990">
                  <c:v>0.44014399775504659</c:v>
                </c:pt>
                <c:pt idx="991">
                  <c:v>0.44153938043312407</c:v>
                </c:pt>
                <c:pt idx="992">
                  <c:v>0.44037220994981463</c:v>
                </c:pt>
                <c:pt idx="993">
                  <c:v>0.44021666837401791</c:v>
                </c:pt>
                <c:pt idx="994">
                  <c:v>0.44110787162472126</c:v>
                </c:pt>
                <c:pt idx="995">
                  <c:v>0.44111110585864116</c:v>
                </c:pt>
                <c:pt idx="996">
                  <c:v>0.43919982677867619</c:v>
                </c:pt>
                <c:pt idx="997">
                  <c:v>0.43974949029463622</c:v>
                </c:pt>
                <c:pt idx="998">
                  <c:v>0.4408087618546962</c:v>
                </c:pt>
                <c:pt idx="999">
                  <c:v>0.44193766587185812</c:v>
                </c:pt>
                <c:pt idx="1000">
                  <c:v>0.4416389150082094</c:v>
                </c:pt>
                <c:pt idx="1001">
                  <c:v>0.43993760462226489</c:v>
                </c:pt>
                <c:pt idx="1002">
                  <c:v>0.4406964417146782</c:v>
                </c:pt>
                <c:pt idx="1003">
                  <c:v>0.44109307756751664</c:v>
                </c:pt>
                <c:pt idx="1004">
                  <c:v>0.43938845317947417</c:v>
                </c:pt>
                <c:pt idx="1005">
                  <c:v>0.43907283970485678</c:v>
                </c:pt>
                <c:pt idx="1006">
                  <c:v>0.43992000938836717</c:v>
                </c:pt>
                <c:pt idx="1007">
                  <c:v>0.44143676723918251</c:v>
                </c:pt>
                <c:pt idx="1008">
                  <c:v>0.44062941537202849</c:v>
                </c:pt>
                <c:pt idx="1009">
                  <c:v>0.43917865663330302</c:v>
                </c:pt>
                <c:pt idx="1010">
                  <c:v>0.43788247036046635</c:v>
                </c:pt>
                <c:pt idx="1011">
                  <c:v>0.43736921540591023</c:v>
                </c:pt>
                <c:pt idx="1012">
                  <c:v>0.43664916497786405</c:v>
                </c:pt>
                <c:pt idx="1013">
                  <c:v>0.43488223714175828</c:v>
                </c:pt>
                <c:pt idx="1014">
                  <c:v>0.43501479854135255</c:v>
                </c:pt>
                <c:pt idx="1015">
                  <c:v>0.43659686082137489</c:v>
                </c:pt>
                <c:pt idx="1016">
                  <c:v>0.43744929617093198</c:v>
                </c:pt>
                <c:pt idx="1017">
                  <c:v>0.43617685463574379</c:v>
                </c:pt>
                <c:pt idx="1018">
                  <c:v>0.4364204544087153</c:v>
                </c:pt>
                <c:pt idx="1019">
                  <c:v>0.43778414656805553</c:v>
                </c:pt>
                <c:pt idx="1020">
                  <c:v>0.43709667099983474</c:v>
                </c:pt>
                <c:pt idx="1021">
                  <c:v>0.43691923789607701</c:v>
                </c:pt>
                <c:pt idx="1022">
                  <c:v>0.43777710268129721</c:v>
                </c:pt>
                <c:pt idx="1023">
                  <c:v>0.43872420351836505</c:v>
                </c:pt>
                <c:pt idx="1024">
                  <c:v>0.43793592247683694</c:v>
                </c:pt>
                <c:pt idx="1025">
                  <c:v>0.43615471385606847</c:v>
                </c:pt>
                <c:pt idx="1026">
                  <c:v>0.43647948903903755</c:v>
                </c:pt>
                <c:pt idx="1027">
                  <c:v>0.43631605624128417</c:v>
                </c:pt>
                <c:pt idx="1028">
                  <c:v>0.43542273780781665</c:v>
                </c:pt>
                <c:pt idx="1029">
                  <c:v>0.43676312469075318</c:v>
                </c:pt>
                <c:pt idx="1030">
                  <c:v>0.4398968520883173</c:v>
                </c:pt>
                <c:pt idx="1031">
                  <c:v>0.43960004634467736</c:v>
                </c:pt>
                <c:pt idx="1032">
                  <c:v>0.43901619647219497</c:v>
                </c:pt>
                <c:pt idx="1033">
                  <c:v>0.43765798892731655</c:v>
                </c:pt>
                <c:pt idx="1034">
                  <c:v>0.43896234626464331</c:v>
                </c:pt>
                <c:pt idx="1035">
                  <c:v>0.43848191037237672</c:v>
                </c:pt>
                <c:pt idx="1036">
                  <c:v>0.43831932043713423</c:v>
                </c:pt>
                <c:pt idx="1037">
                  <c:v>0.43898516745903376</c:v>
                </c:pt>
                <c:pt idx="1038">
                  <c:v>0.43878585421851934</c:v>
                </c:pt>
                <c:pt idx="1039">
                  <c:v>0.43846363800469723</c:v>
                </c:pt>
                <c:pt idx="1040">
                  <c:v>0.43818677570027542</c:v>
                </c:pt>
                <c:pt idx="1041">
                  <c:v>0.43963248080487899</c:v>
                </c:pt>
                <c:pt idx="1042">
                  <c:v>0.44028652152624109</c:v>
                </c:pt>
                <c:pt idx="1043">
                  <c:v>0.43973823756001384</c:v>
                </c:pt>
                <c:pt idx="1044">
                  <c:v>0.44141042482213577</c:v>
                </c:pt>
                <c:pt idx="1045">
                  <c:v>0.44143214316926704</c:v>
                </c:pt>
                <c:pt idx="1046">
                  <c:v>0.44061991532002587</c:v>
                </c:pt>
                <c:pt idx="1047">
                  <c:v>0.44042626025422404</c:v>
                </c:pt>
                <c:pt idx="1048">
                  <c:v>0.44047650627066048</c:v>
                </c:pt>
                <c:pt idx="1049">
                  <c:v>0.43920654464026615</c:v>
                </c:pt>
                <c:pt idx="1050">
                  <c:v>0.43658108459208389</c:v>
                </c:pt>
                <c:pt idx="1051">
                  <c:v>0.43591672199270193</c:v>
                </c:pt>
                <c:pt idx="1052">
                  <c:v>0.4364823603977368</c:v>
                </c:pt>
                <c:pt idx="1053">
                  <c:v>0.43640690898990875</c:v>
                </c:pt>
                <c:pt idx="1054">
                  <c:v>0.43542310226123693</c:v>
                </c:pt>
                <c:pt idx="1055">
                  <c:v>0.43547718974762079</c:v>
                </c:pt>
                <c:pt idx="1056">
                  <c:v>0.43652340757262936</c:v>
                </c:pt>
                <c:pt idx="1057">
                  <c:v>0.43590229043621614</c:v>
                </c:pt>
                <c:pt idx="1058">
                  <c:v>0.4350118618111154</c:v>
                </c:pt>
                <c:pt idx="1059">
                  <c:v>0.43371966831362185</c:v>
                </c:pt>
                <c:pt idx="1060">
                  <c:v>0.43430015798838478</c:v>
                </c:pt>
                <c:pt idx="1061">
                  <c:v>0.43396083200777857</c:v>
                </c:pt>
                <c:pt idx="1062">
                  <c:v>0.43324794880048428</c:v>
                </c:pt>
                <c:pt idx="1063">
                  <c:v>0.43352607250610042</c:v>
                </c:pt>
                <c:pt idx="1064">
                  <c:v>0.43413462175690959</c:v>
                </c:pt>
                <c:pt idx="1065">
                  <c:v>0.43273213340119487</c:v>
                </c:pt>
                <c:pt idx="1066">
                  <c:v>0.43288690110083122</c:v>
                </c:pt>
                <c:pt idx="1067">
                  <c:v>0.43515430755005802</c:v>
                </c:pt>
                <c:pt idx="1068">
                  <c:v>0.43697139031839716</c:v>
                </c:pt>
                <c:pt idx="1069">
                  <c:v>0.43708804431404841</c:v>
                </c:pt>
                <c:pt idx="1070">
                  <c:v>0.43605274643322689</c:v>
                </c:pt>
                <c:pt idx="1071">
                  <c:v>0.43844269650085277</c:v>
                </c:pt>
                <c:pt idx="1072">
                  <c:v>0.43891996899899854</c:v>
                </c:pt>
                <c:pt idx="1073">
                  <c:v>0.43948464509094587</c:v>
                </c:pt>
                <c:pt idx="1074">
                  <c:v>0.43911403595083104</c:v>
                </c:pt>
                <c:pt idx="1075">
                  <c:v>0.43945367732019702</c:v>
                </c:pt>
                <c:pt idx="1076">
                  <c:v>0.43836171749368558</c:v>
                </c:pt>
                <c:pt idx="1077">
                  <c:v>0.43678128237575942</c:v>
                </c:pt>
                <c:pt idx="1078">
                  <c:v>0.43486091708620389</c:v>
                </c:pt>
                <c:pt idx="1079">
                  <c:v>0.43509594927207335</c:v>
                </c:pt>
                <c:pt idx="1080">
                  <c:v>0.43569198010344617</c:v>
                </c:pt>
                <c:pt idx="1081">
                  <c:v>0.43670107487155585</c:v>
                </c:pt>
                <c:pt idx="1082">
                  <c:v>0.43635234681009455</c:v>
                </c:pt>
                <c:pt idx="1083">
                  <c:v>0.43764373206135393</c:v>
                </c:pt>
                <c:pt idx="1084">
                  <c:v>0.43810772971311962</c:v>
                </c:pt>
                <c:pt idx="1085">
                  <c:v>0.43890648492794088</c:v>
                </c:pt>
                <c:pt idx="1086">
                  <c:v>0.43687236813057206</c:v>
                </c:pt>
                <c:pt idx="1087">
                  <c:v>0.43736011287561677</c:v>
                </c:pt>
                <c:pt idx="1088">
                  <c:v>0.43779582254103316</c:v>
                </c:pt>
                <c:pt idx="1089">
                  <c:v>0.43720689032257326</c:v>
                </c:pt>
                <c:pt idx="1090">
                  <c:v>0.4368571173396732</c:v>
                </c:pt>
                <c:pt idx="1091">
                  <c:v>0.43704633165296752</c:v>
                </c:pt>
                <c:pt idx="1092">
                  <c:v>0.43784773609138566</c:v>
                </c:pt>
                <c:pt idx="1093">
                  <c:v>0.4371867739733889</c:v>
                </c:pt>
                <c:pt idx="1094">
                  <c:v>0.43728851948112862</c:v>
                </c:pt>
                <c:pt idx="1095">
                  <c:v>0.43735415806129485</c:v>
                </c:pt>
                <c:pt idx="1096">
                  <c:v>0.43804627253216832</c:v>
                </c:pt>
                <c:pt idx="1097">
                  <c:v>0.43749157970437297</c:v>
                </c:pt>
                <c:pt idx="1098">
                  <c:v>0.43738299723783342</c:v>
                </c:pt>
                <c:pt idx="1099">
                  <c:v>0.43728952879047056</c:v>
                </c:pt>
                <c:pt idx="1100">
                  <c:v>0.43662635537546035</c:v>
                </c:pt>
                <c:pt idx="1101">
                  <c:v>0.43459237486113422</c:v>
                </c:pt>
                <c:pt idx="1102">
                  <c:v>0.43235080529578124</c:v>
                </c:pt>
                <c:pt idx="1103">
                  <c:v>0.43214910125954864</c:v>
                </c:pt>
                <c:pt idx="1104">
                  <c:v>0.43146970298908288</c:v>
                </c:pt>
                <c:pt idx="1105">
                  <c:v>0.43144855121791187</c:v>
                </c:pt>
                <c:pt idx="1106">
                  <c:v>0.43069214776499781</c:v>
                </c:pt>
                <c:pt idx="1107">
                  <c:v>0.43265613555818661</c:v>
                </c:pt>
                <c:pt idx="1108">
                  <c:v>0.43132906581560304</c:v>
                </c:pt>
                <c:pt idx="1109">
                  <c:v>0.43180371652339122</c:v>
                </c:pt>
                <c:pt idx="1110">
                  <c:v>0.43397306113785578</c:v>
                </c:pt>
                <c:pt idx="1111">
                  <c:v>0.43562187983193901</c:v>
                </c:pt>
                <c:pt idx="1112">
                  <c:v>0.43762641415714826</c:v>
                </c:pt>
                <c:pt idx="1113">
                  <c:v>0.43656941778724911</c:v>
                </c:pt>
                <c:pt idx="1114">
                  <c:v>0.4381145766248461</c:v>
                </c:pt>
                <c:pt idx="1115">
                  <c:v>0.43888642472784761</c:v>
                </c:pt>
                <c:pt idx="1116">
                  <c:v>0.43903642233690982</c:v>
                </c:pt>
                <c:pt idx="1117">
                  <c:v>0.43775130421973263</c:v>
                </c:pt>
                <c:pt idx="1118">
                  <c:v>0.43673871327642028</c:v>
                </c:pt>
                <c:pt idx="1119">
                  <c:v>0.43761606865605801</c:v>
                </c:pt>
                <c:pt idx="1120">
                  <c:v>0.4359085977792132</c:v>
                </c:pt>
                <c:pt idx="1121">
                  <c:v>0.43420182053125056</c:v>
                </c:pt>
                <c:pt idx="1122">
                  <c:v>0.43310616466039864</c:v>
                </c:pt>
                <c:pt idx="1123">
                  <c:v>0.43291126829743243</c:v>
                </c:pt>
                <c:pt idx="1124">
                  <c:v>0.43242536692059236</c:v>
                </c:pt>
                <c:pt idx="1125">
                  <c:v>0.43200671701990495</c:v>
                </c:pt>
                <c:pt idx="1126">
                  <c:v>0.43303476359359383</c:v>
                </c:pt>
                <c:pt idx="1127">
                  <c:v>0.43430300840787073</c:v>
                </c:pt>
                <c:pt idx="1128">
                  <c:v>0.43344375023852733</c:v>
                </c:pt>
                <c:pt idx="1129">
                  <c:v>0.43220460247992054</c:v>
                </c:pt>
                <c:pt idx="1130">
                  <c:v>0.43248986143929091</c:v>
                </c:pt>
                <c:pt idx="1131">
                  <c:v>0.4341688530353463</c:v>
                </c:pt>
                <c:pt idx="1132">
                  <c:v>0.43618479431845536</c:v>
                </c:pt>
                <c:pt idx="1133">
                  <c:v>0.43666041433693698</c:v>
                </c:pt>
                <c:pt idx="1134">
                  <c:v>0.43802376659680375</c:v>
                </c:pt>
                <c:pt idx="1135">
                  <c:v>0.43810915577221626</c:v>
                </c:pt>
                <c:pt idx="1136">
                  <c:v>0.4373309786112301</c:v>
                </c:pt>
                <c:pt idx="1137">
                  <c:v>0.43806693109634848</c:v>
                </c:pt>
                <c:pt idx="1138">
                  <c:v>0.43811362361405082</c:v>
                </c:pt>
                <c:pt idx="1139">
                  <c:v>0.43988870269427038</c:v>
                </c:pt>
                <c:pt idx="1140">
                  <c:v>0.43963313341632598</c:v>
                </c:pt>
                <c:pt idx="1141">
                  <c:v>0.43920951157960902</c:v>
                </c:pt>
                <c:pt idx="1142">
                  <c:v>0.43780011317899281</c:v>
                </c:pt>
                <c:pt idx="1143">
                  <c:v>0.43645141832335266</c:v>
                </c:pt>
                <c:pt idx="1144">
                  <c:v>0.43472086776372804</c:v>
                </c:pt>
                <c:pt idx="1145">
                  <c:v>0.43391717423715948</c:v>
                </c:pt>
                <c:pt idx="1146">
                  <c:v>0.43413975243074332</c:v>
                </c:pt>
                <c:pt idx="1147">
                  <c:v>0.43289881693721211</c:v>
                </c:pt>
                <c:pt idx="1148">
                  <c:v>0.43261056893038485</c:v>
                </c:pt>
                <c:pt idx="1149">
                  <c:v>0.4332832929353202</c:v>
                </c:pt>
                <c:pt idx="1150">
                  <c:v>0.43370629602105165</c:v>
                </c:pt>
                <c:pt idx="1151">
                  <c:v>0.43340375979252954</c:v>
                </c:pt>
                <c:pt idx="1152">
                  <c:v>0.43288824542343363</c:v>
                </c:pt>
                <c:pt idx="1153">
                  <c:v>0.43280282028989187</c:v>
                </c:pt>
                <c:pt idx="1154">
                  <c:v>0.43246946770125988</c:v>
                </c:pt>
                <c:pt idx="1155">
                  <c:v>0.43239000324269444</c:v>
                </c:pt>
                <c:pt idx="1156">
                  <c:v>0.43263865361804399</c:v>
                </c:pt>
                <c:pt idx="1157">
                  <c:v>0.43152652877116132</c:v>
                </c:pt>
                <c:pt idx="1158">
                  <c:v>0.43124712766647377</c:v>
                </c:pt>
                <c:pt idx="1159">
                  <c:v>0.43081225061373479</c:v>
                </c:pt>
                <c:pt idx="1160">
                  <c:v>0.43049176135046813</c:v>
                </c:pt>
                <c:pt idx="1161">
                  <c:v>0.43072015631709343</c:v>
                </c:pt>
                <c:pt idx="1162">
                  <c:v>0.43019811540522179</c:v>
                </c:pt>
                <c:pt idx="1163">
                  <c:v>0.43202498214651186</c:v>
                </c:pt>
                <c:pt idx="1164">
                  <c:v>0.43327160419440142</c:v>
                </c:pt>
                <c:pt idx="1165">
                  <c:v>0.43453333847312753</c:v>
                </c:pt>
                <c:pt idx="1166">
                  <c:v>0.43387357709834035</c:v>
                </c:pt>
                <c:pt idx="1167">
                  <c:v>0.43518550301114206</c:v>
                </c:pt>
                <c:pt idx="1168">
                  <c:v>0.4350222226790238</c:v>
                </c:pt>
                <c:pt idx="1169">
                  <c:v>0.43248275132225822</c:v>
                </c:pt>
                <c:pt idx="1170">
                  <c:v>0.43337457508763411</c:v>
                </c:pt>
                <c:pt idx="1171">
                  <c:v>0.43528383660179987</c:v>
                </c:pt>
                <c:pt idx="1172">
                  <c:v>0.43849637429299382</c:v>
                </c:pt>
                <c:pt idx="1173">
                  <c:v>0.43832562645794176</c:v>
                </c:pt>
                <c:pt idx="1174">
                  <c:v>0.43561704828277481</c:v>
                </c:pt>
                <c:pt idx="1175">
                  <c:v>0.43711057092498173</c:v>
                </c:pt>
                <c:pt idx="1176">
                  <c:v>0.43689859139430132</c:v>
                </c:pt>
                <c:pt idx="1177">
                  <c:v>0.43571204713716816</c:v>
                </c:pt>
                <c:pt idx="1178">
                  <c:v>0.43474415240737535</c:v>
                </c:pt>
                <c:pt idx="1179">
                  <c:v>0.43615392365095873</c:v>
                </c:pt>
                <c:pt idx="1180">
                  <c:v>0.43607587933137287</c:v>
                </c:pt>
                <c:pt idx="1181">
                  <c:v>0.43312606157888656</c:v>
                </c:pt>
                <c:pt idx="1182">
                  <c:v>0.4319146407555256</c:v>
                </c:pt>
                <c:pt idx="1183">
                  <c:v>0.43128131290739069</c:v>
                </c:pt>
                <c:pt idx="1184">
                  <c:v>0.43192930199634366</c:v>
                </c:pt>
                <c:pt idx="1185">
                  <c:v>0.43221581025583422</c:v>
                </c:pt>
                <c:pt idx="1186">
                  <c:v>0.43252463366107874</c:v>
                </c:pt>
                <c:pt idx="1187">
                  <c:v>0.43382713991512117</c:v>
                </c:pt>
                <c:pt idx="1188">
                  <c:v>0.43353589280859084</c:v>
                </c:pt>
                <c:pt idx="1189">
                  <c:v>0.43382528736310766</c:v>
                </c:pt>
                <c:pt idx="1190">
                  <c:v>0.43393812160569645</c:v>
                </c:pt>
                <c:pt idx="1191">
                  <c:v>0.43407995418527751</c:v>
                </c:pt>
                <c:pt idx="1192">
                  <c:v>0.43453603611693531</c:v>
                </c:pt>
                <c:pt idx="1193">
                  <c:v>0.43401132101839057</c:v>
                </c:pt>
                <c:pt idx="1194">
                  <c:v>0.43210456932324764</c:v>
                </c:pt>
                <c:pt idx="1195">
                  <c:v>0.43056187754198932</c:v>
                </c:pt>
                <c:pt idx="1196">
                  <c:v>0.42857341154063622</c:v>
                </c:pt>
                <c:pt idx="1197">
                  <c:v>0.42846868171940383</c:v>
                </c:pt>
                <c:pt idx="1198">
                  <c:v>0.42923686246674075</c:v>
                </c:pt>
                <c:pt idx="1199">
                  <c:v>0.42884482312759897</c:v>
                </c:pt>
                <c:pt idx="1200">
                  <c:v>0.4284974749123473</c:v>
                </c:pt>
                <c:pt idx="1201">
                  <c:v>0.42707805233877411</c:v>
                </c:pt>
                <c:pt idx="1202">
                  <c:v>0.42759076969564858</c:v>
                </c:pt>
                <c:pt idx="1203">
                  <c:v>0.42727400116618841</c:v>
                </c:pt>
                <c:pt idx="1204">
                  <c:v>0.43142102862149317</c:v>
                </c:pt>
                <c:pt idx="1205">
                  <c:v>0.43482245860082147</c:v>
                </c:pt>
                <c:pt idx="1206">
                  <c:v>0.43642486068765185</c:v>
                </c:pt>
                <c:pt idx="1207">
                  <c:v>0.43579217133977233</c:v>
                </c:pt>
                <c:pt idx="1208">
                  <c:v>0.43513774303803299</c:v>
                </c:pt>
                <c:pt idx="1209">
                  <c:v>0.43499358303506253</c:v>
                </c:pt>
                <c:pt idx="1210">
                  <c:v>0.43415672532616367</c:v>
                </c:pt>
                <c:pt idx="1211">
                  <c:v>0.43444357270866757</c:v>
                </c:pt>
                <c:pt idx="1212">
                  <c:v>0.43627956210503077</c:v>
                </c:pt>
                <c:pt idx="1213">
                  <c:v>0.4360364908767328</c:v>
                </c:pt>
                <c:pt idx="1214">
                  <c:v>0.43430027635985818</c:v>
                </c:pt>
                <c:pt idx="1215">
                  <c:v>0.43228935318160727</c:v>
                </c:pt>
                <c:pt idx="1216">
                  <c:v>0.43117787181167522</c:v>
                </c:pt>
                <c:pt idx="1217">
                  <c:v>0.42989962608521298</c:v>
                </c:pt>
                <c:pt idx="1218">
                  <c:v>0.43098626224984687</c:v>
                </c:pt>
                <c:pt idx="1219">
                  <c:v>0.43177548059799553</c:v>
                </c:pt>
                <c:pt idx="1220">
                  <c:v>0.4314142923200574</c:v>
                </c:pt>
                <c:pt idx="1221">
                  <c:v>0.4314342422975726</c:v>
                </c:pt>
                <c:pt idx="1222">
                  <c:v>0.43160715442827474</c:v>
                </c:pt>
                <c:pt idx="1223">
                  <c:v>0.42849401287153854</c:v>
                </c:pt>
                <c:pt idx="1224">
                  <c:v>0.42787428049087123</c:v>
                </c:pt>
                <c:pt idx="1225">
                  <c:v>0.42980566518676711</c:v>
                </c:pt>
                <c:pt idx="1226">
                  <c:v>0.42883792947735438</c:v>
                </c:pt>
                <c:pt idx="1227">
                  <c:v>0.42924048800468434</c:v>
                </c:pt>
                <c:pt idx="1228">
                  <c:v>0.42803459851422254</c:v>
                </c:pt>
                <c:pt idx="1229">
                  <c:v>0.43221013787523627</c:v>
                </c:pt>
                <c:pt idx="1230">
                  <c:v>0.43244364509841227</c:v>
                </c:pt>
                <c:pt idx="1231">
                  <c:v>0.42962098706127871</c:v>
                </c:pt>
                <c:pt idx="1232">
                  <c:v>0.42943740704665317</c:v>
                </c:pt>
                <c:pt idx="1233">
                  <c:v>0.43325348342199355</c:v>
                </c:pt>
                <c:pt idx="1234">
                  <c:v>0.4358602132973855</c:v>
                </c:pt>
                <c:pt idx="1235">
                  <c:v>0.43378196209312014</c:v>
                </c:pt>
                <c:pt idx="1236">
                  <c:v>0.4353025509782793</c:v>
                </c:pt>
                <c:pt idx="1237">
                  <c:v>0.43243958005811023</c:v>
                </c:pt>
                <c:pt idx="1238">
                  <c:v>0.43234156320288014</c:v>
                </c:pt>
                <c:pt idx="1239">
                  <c:v>0.43106072405095913</c:v>
                </c:pt>
                <c:pt idx="1240">
                  <c:v>0.43073400700046799</c:v>
                </c:pt>
                <c:pt idx="1241">
                  <c:v>0.4314922266764486</c:v>
                </c:pt>
                <c:pt idx="1242">
                  <c:v>0.43381189183754221</c:v>
                </c:pt>
                <c:pt idx="1243">
                  <c:v>0.43367817483293214</c:v>
                </c:pt>
                <c:pt idx="1244">
                  <c:v>0.43180259956853811</c:v>
                </c:pt>
                <c:pt idx="1245">
                  <c:v>0.43083070193914763</c:v>
                </c:pt>
                <c:pt idx="1246">
                  <c:v>0.42950690348473075</c:v>
                </c:pt>
                <c:pt idx="1247">
                  <c:v>0.42972738654805109</c:v>
                </c:pt>
                <c:pt idx="1248">
                  <c:v>0.42985406820299332</c:v>
                </c:pt>
                <c:pt idx="1249">
                  <c:v>0.43015412633990568</c:v>
                </c:pt>
                <c:pt idx="1250">
                  <c:v>0.43038065264955555</c:v>
                </c:pt>
                <c:pt idx="1251">
                  <c:v>0.43095817567305483</c:v>
                </c:pt>
                <c:pt idx="1252">
                  <c:v>0.43034289049021002</c:v>
                </c:pt>
                <c:pt idx="1253">
                  <c:v>0.42977074399064147</c:v>
                </c:pt>
                <c:pt idx="1254">
                  <c:v>0.4299133950983442</c:v>
                </c:pt>
                <c:pt idx="1255">
                  <c:v>0.43063557682553882</c:v>
                </c:pt>
                <c:pt idx="1256">
                  <c:v>0.43178793152556572</c:v>
                </c:pt>
                <c:pt idx="1257">
                  <c:v>0.43210492857543653</c:v>
                </c:pt>
                <c:pt idx="1258">
                  <c:v>0.43172703371749116</c:v>
                </c:pt>
                <c:pt idx="1259">
                  <c:v>0.43096904585877899</c:v>
                </c:pt>
                <c:pt idx="1260">
                  <c:v>0.42719526373733729</c:v>
                </c:pt>
                <c:pt idx="1261">
                  <c:v>0.42673593825547218</c:v>
                </c:pt>
                <c:pt idx="1262">
                  <c:v>0.43087492384889292</c:v>
                </c:pt>
                <c:pt idx="1263">
                  <c:v>0.4324858565131125</c:v>
                </c:pt>
                <c:pt idx="1264">
                  <c:v>0.43335943819404155</c:v>
                </c:pt>
                <c:pt idx="1265">
                  <c:v>0.42911259431083065</c:v>
                </c:pt>
                <c:pt idx="1266">
                  <c:v>0.43216632862796722</c:v>
                </c:pt>
                <c:pt idx="1267">
                  <c:v>0.43091458926549936</c:v>
                </c:pt>
                <c:pt idx="1268">
                  <c:v>0.430749204668601</c:v>
                </c:pt>
                <c:pt idx="1269">
                  <c:v>0.43072129656619906</c:v>
                </c:pt>
                <c:pt idx="1270">
                  <c:v>0.43384286611508471</c:v>
                </c:pt>
                <c:pt idx="1271">
                  <c:v>0.43296412304157011</c:v>
                </c:pt>
                <c:pt idx="1272">
                  <c:v>0.42891883796418451</c:v>
                </c:pt>
                <c:pt idx="1273">
                  <c:v>0.42710874625703821</c:v>
                </c:pt>
                <c:pt idx="1274">
                  <c:v>0.42647255397232342</c:v>
                </c:pt>
                <c:pt idx="1275">
                  <c:v>0.42562617598122832</c:v>
                </c:pt>
                <c:pt idx="1276">
                  <c:v>0.42694062842939307</c:v>
                </c:pt>
                <c:pt idx="1277">
                  <c:v>0.42800361921506735</c:v>
                </c:pt>
                <c:pt idx="1278">
                  <c:v>0.42730358428303755</c:v>
                </c:pt>
                <c:pt idx="1279">
                  <c:v>0.42792448883653456</c:v>
                </c:pt>
                <c:pt idx="1280">
                  <c:v>0.42881087446687033</c:v>
                </c:pt>
                <c:pt idx="1281">
                  <c:v>0.43106105679902862</c:v>
                </c:pt>
                <c:pt idx="1282">
                  <c:v>0.43203036090805569</c:v>
                </c:pt>
                <c:pt idx="1283">
                  <c:v>0.43234312905510769</c:v>
                </c:pt>
                <c:pt idx="1284">
                  <c:v>0.43321324576903242</c:v>
                </c:pt>
                <c:pt idx="1285">
                  <c:v>0.43350234128730508</c:v>
                </c:pt>
                <c:pt idx="1286">
                  <c:v>0.43317139324685977</c:v>
                </c:pt>
                <c:pt idx="1287">
                  <c:v>0.43255685363199242</c:v>
                </c:pt>
                <c:pt idx="1288">
                  <c:v>0.43324677208221768</c:v>
                </c:pt>
                <c:pt idx="1289">
                  <c:v>0.43201115967701065</c:v>
                </c:pt>
                <c:pt idx="1290">
                  <c:v>0.43028822756325125</c:v>
                </c:pt>
                <c:pt idx="1291">
                  <c:v>0.42947922014468809</c:v>
                </c:pt>
                <c:pt idx="1292">
                  <c:v>0.42940474707289117</c:v>
                </c:pt>
                <c:pt idx="1293">
                  <c:v>0.42980034025438474</c:v>
                </c:pt>
                <c:pt idx="1294">
                  <c:v>0.43022283694555907</c:v>
                </c:pt>
                <c:pt idx="1295">
                  <c:v>0.43071125218496931</c:v>
                </c:pt>
                <c:pt idx="1296">
                  <c:v>0.43077030072771588</c:v>
                </c:pt>
                <c:pt idx="1297">
                  <c:v>0.43287575404935708</c:v>
                </c:pt>
                <c:pt idx="1298">
                  <c:v>0.43414947949196953</c:v>
                </c:pt>
                <c:pt idx="1299">
                  <c:v>0.43449621028903918</c:v>
                </c:pt>
                <c:pt idx="1300">
                  <c:v>0.43427921025878674</c:v>
                </c:pt>
                <c:pt idx="1301">
                  <c:v>0.43339115891329283</c:v>
                </c:pt>
                <c:pt idx="1302">
                  <c:v>0.43241065526395189</c:v>
                </c:pt>
                <c:pt idx="1303">
                  <c:v>0.431437972202251</c:v>
                </c:pt>
                <c:pt idx="1304">
                  <c:v>0.43113748749638919</c:v>
                </c:pt>
                <c:pt idx="1305">
                  <c:v>0.43003667451822836</c:v>
                </c:pt>
                <c:pt idx="1306">
                  <c:v>0.42946032613377977</c:v>
                </c:pt>
                <c:pt idx="1307">
                  <c:v>0.42894739912292662</c:v>
                </c:pt>
                <c:pt idx="1308">
                  <c:v>0.42875101945867727</c:v>
                </c:pt>
                <c:pt idx="1309">
                  <c:v>0.42803968258185193</c:v>
                </c:pt>
                <c:pt idx="1310">
                  <c:v>0.42857596685167454</c:v>
                </c:pt>
                <c:pt idx="1311">
                  <c:v>0.42999427458043543</c:v>
                </c:pt>
                <c:pt idx="1312">
                  <c:v>0.43178791893665974</c:v>
                </c:pt>
                <c:pt idx="1313">
                  <c:v>0.43283517596553883</c:v>
                </c:pt>
                <c:pt idx="1314">
                  <c:v>0.43353066855113864</c:v>
                </c:pt>
                <c:pt idx="1315">
                  <c:v>0.4335415457297388</c:v>
                </c:pt>
                <c:pt idx="1316">
                  <c:v>0.4342081730119442</c:v>
                </c:pt>
                <c:pt idx="1317">
                  <c:v>0.43375951452877964</c:v>
                </c:pt>
                <c:pt idx="1318">
                  <c:v>0.43340560236035697</c:v>
                </c:pt>
                <c:pt idx="1319">
                  <c:v>0.43278483290917802</c:v>
                </c:pt>
                <c:pt idx="1320">
                  <c:v>0.43341508325755496</c:v>
                </c:pt>
                <c:pt idx="1321">
                  <c:v>0.43319939449185496</c:v>
                </c:pt>
                <c:pt idx="1322">
                  <c:v>0.43168611360101944</c:v>
                </c:pt>
                <c:pt idx="1323">
                  <c:v>0.4298798208333473</c:v>
                </c:pt>
                <c:pt idx="1324">
                  <c:v>0.42869136284759624</c:v>
                </c:pt>
                <c:pt idx="1325">
                  <c:v>0.42844251185733861</c:v>
                </c:pt>
                <c:pt idx="1326">
                  <c:v>0.42810856315271456</c:v>
                </c:pt>
                <c:pt idx="1327">
                  <c:v>0.4284536869270188</c:v>
                </c:pt>
                <c:pt idx="1328">
                  <c:v>0.42846580049626265</c:v>
                </c:pt>
                <c:pt idx="1329">
                  <c:v>0.42962053211067419</c:v>
                </c:pt>
                <c:pt idx="1330">
                  <c:v>0.42918697584005305</c:v>
                </c:pt>
                <c:pt idx="1331">
                  <c:v>0.4285259734473581</c:v>
                </c:pt>
                <c:pt idx="1332">
                  <c:v>0.42859372242023908</c:v>
                </c:pt>
                <c:pt idx="1333">
                  <c:v>0.4284466257474242</c:v>
                </c:pt>
                <c:pt idx="1334">
                  <c:v>0.42895735367373794</c:v>
                </c:pt>
                <c:pt idx="1335">
                  <c:v>0.42889163019912585</c:v>
                </c:pt>
                <c:pt idx="1336">
                  <c:v>0.42939142848802569</c:v>
                </c:pt>
                <c:pt idx="1337">
                  <c:v>0.42993219274427702</c:v>
                </c:pt>
                <c:pt idx="1338">
                  <c:v>0.43026049371865294</c:v>
                </c:pt>
                <c:pt idx="1339">
                  <c:v>0.43092588790601649</c:v>
                </c:pt>
                <c:pt idx="1340">
                  <c:v>0.43130388134239039</c:v>
                </c:pt>
                <c:pt idx="1341">
                  <c:v>0.43108443792163287</c:v>
                </c:pt>
                <c:pt idx="1342">
                  <c:v>0.43058323586449909</c:v>
                </c:pt>
                <c:pt idx="1343">
                  <c:v>0.4301180259445111</c:v>
                </c:pt>
                <c:pt idx="1344">
                  <c:v>0.43027080271408052</c:v>
                </c:pt>
                <c:pt idx="1345">
                  <c:v>0.42943417033419673</c:v>
                </c:pt>
                <c:pt idx="1346">
                  <c:v>0.42873196657479806</c:v>
                </c:pt>
                <c:pt idx="1347">
                  <c:v>0.42874154887216387</c:v>
                </c:pt>
                <c:pt idx="1348">
                  <c:v>0.42914830046052699</c:v>
                </c:pt>
                <c:pt idx="1349">
                  <c:v>0.43004311007384188</c:v>
                </c:pt>
                <c:pt idx="1350">
                  <c:v>0.42966611290634804</c:v>
                </c:pt>
                <c:pt idx="1351">
                  <c:v>0.42962716976578874</c:v>
                </c:pt>
                <c:pt idx="1352">
                  <c:v>0.43023347123318961</c:v>
                </c:pt>
                <c:pt idx="1353">
                  <c:v>0.43071378178583991</c:v>
                </c:pt>
                <c:pt idx="1354">
                  <c:v>0.42976922839736958</c:v>
                </c:pt>
                <c:pt idx="1355">
                  <c:v>0.42974199142058839</c:v>
                </c:pt>
                <c:pt idx="1356">
                  <c:v>0.42963165288042043</c:v>
                </c:pt>
                <c:pt idx="1357">
                  <c:v>0.43036210975383676</c:v>
                </c:pt>
                <c:pt idx="1358">
                  <c:v>0.43046294682757896</c:v>
                </c:pt>
                <c:pt idx="1359">
                  <c:v>0.4309208138893092</c:v>
                </c:pt>
                <c:pt idx="1360">
                  <c:v>0.43074582832562552</c:v>
                </c:pt>
                <c:pt idx="1361">
                  <c:v>0.43045693988175521</c:v>
                </c:pt>
                <c:pt idx="1362">
                  <c:v>0.43020387049771758</c:v>
                </c:pt>
                <c:pt idx="1363">
                  <c:v>0.4307002562902007</c:v>
                </c:pt>
                <c:pt idx="1364">
                  <c:v>0.43204162615476072</c:v>
                </c:pt>
                <c:pt idx="1365">
                  <c:v>0.43074169084898117</c:v>
                </c:pt>
                <c:pt idx="1366">
                  <c:v>0.42951166936588836</c:v>
                </c:pt>
                <c:pt idx="1367">
                  <c:v>0.42717472488026514</c:v>
                </c:pt>
                <c:pt idx="1368">
                  <c:v>0.42645616434315187</c:v>
                </c:pt>
                <c:pt idx="1369">
                  <c:v>0.42533478282471682</c:v>
                </c:pt>
                <c:pt idx="1370">
                  <c:v>0.42447628884773125</c:v>
                </c:pt>
                <c:pt idx="1371">
                  <c:v>0.42496306219137603</c:v>
                </c:pt>
                <c:pt idx="1372">
                  <c:v>0.42610047965590914</c:v>
                </c:pt>
                <c:pt idx="1373">
                  <c:v>0.42681365517958891</c:v>
                </c:pt>
                <c:pt idx="1374">
                  <c:v>0.42612561263086962</c:v>
                </c:pt>
                <c:pt idx="1375">
                  <c:v>0.42717304040068071</c:v>
                </c:pt>
                <c:pt idx="1376">
                  <c:v>0.42853426669172096</c:v>
                </c:pt>
                <c:pt idx="1377">
                  <c:v>0.42765598123337445</c:v>
                </c:pt>
                <c:pt idx="1378">
                  <c:v>0.42723459651459311</c:v>
                </c:pt>
                <c:pt idx="1379">
                  <c:v>0.42868007002282443</c:v>
                </c:pt>
                <c:pt idx="1380">
                  <c:v>0.42956124435649357</c:v>
                </c:pt>
                <c:pt idx="1381">
                  <c:v>0.42941211803988094</c:v>
                </c:pt>
                <c:pt idx="1382">
                  <c:v>0.42620429286942457</c:v>
                </c:pt>
                <c:pt idx="1383">
                  <c:v>0.42814652773290901</c:v>
                </c:pt>
                <c:pt idx="1384">
                  <c:v>0.42897554905161106</c:v>
                </c:pt>
                <c:pt idx="1385">
                  <c:v>0.42870536503509399</c:v>
                </c:pt>
                <c:pt idx="1386">
                  <c:v>0.4278377096534739</c:v>
                </c:pt>
                <c:pt idx="1387">
                  <c:v>0.42978535920545552</c:v>
                </c:pt>
                <c:pt idx="1388">
                  <c:v>0.43153070489926593</c:v>
                </c:pt>
                <c:pt idx="1389">
                  <c:v>0.43191536028559052</c:v>
                </c:pt>
                <c:pt idx="1390">
                  <c:v>0.4320471341361703</c:v>
                </c:pt>
                <c:pt idx="1391">
                  <c:v>0.43279243509830051</c:v>
                </c:pt>
                <c:pt idx="1392">
                  <c:v>0.43394258465025065</c:v>
                </c:pt>
                <c:pt idx="1393">
                  <c:v>0.43408982100829879</c:v>
                </c:pt>
                <c:pt idx="1394">
                  <c:v>0.4333891161253895</c:v>
                </c:pt>
                <c:pt idx="1395">
                  <c:v>0.42995671225456145</c:v>
                </c:pt>
                <c:pt idx="1396">
                  <c:v>0.43038138168499651</c:v>
                </c:pt>
                <c:pt idx="1397">
                  <c:v>0.43249902613660357</c:v>
                </c:pt>
                <c:pt idx="1398">
                  <c:v>0.43194144067320911</c:v>
                </c:pt>
                <c:pt idx="1399">
                  <c:v>0.43060260696602504</c:v>
                </c:pt>
                <c:pt idx="1400">
                  <c:v>0.42684229990558947</c:v>
                </c:pt>
                <c:pt idx="1401">
                  <c:v>0.42938838521086159</c:v>
                </c:pt>
                <c:pt idx="1402">
                  <c:v>0.42829767527020579</c:v>
                </c:pt>
                <c:pt idx="1403">
                  <c:v>0.42760225938634838</c:v>
                </c:pt>
                <c:pt idx="1404">
                  <c:v>0.42762174444570911</c:v>
                </c:pt>
                <c:pt idx="1405">
                  <c:v>0.43078617512437473</c:v>
                </c:pt>
                <c:pt idx="1406">
                  <c:v>0.43188162419792975</c:v>
                </c:pt>
                <c:pt idx="1407">
                  <c:v>0.42922282577378107</c:v>
                </c:pt>
                <c:pt idx="1408">
                  <c:v>0.42938928452138997</c:v>
                </c:pt>
                <c:pt idx="1409">
                  <c:v>0.42929640140411479</c:v>
                </c:pt>
                <c:pt idx="1410">
                  <c:v>0.43021869300650339</c:v>
                </c:pt>
                <c:pt idx="1411">
                  <c:v>0.43109908847751177</c:v>
                </c:pt>
                <c:pt idx="1412">
                  <c:v>0.43075415658413518</c:v>
                </c:pt>
                <c:pt idx="1413">
                  <c:v>0.43070994686852798</c:v>
                </c:pt>
                <c:pt idx="1414">
                  <c:v>0.42923320936062204</c:v>
                </c:pt>
                <c:pt idx="1415">
                  <c:v>0.42842079917691672</c:v>
                </c:pt>
                <c:pt idx="1416">
                  <c:v>0.42731982260192641</c:v>
                </c:pt>
                <c:pt idx="1417">
                  <c:v>0.42770859675081041</c:v>
                </c:pt>
                <c:pt idx="1418">
                  <c:v>0.4283403225352056</c:v>
                </c:pt>
                <c:pt idx="1419">
                  <c:v>0.42911423407516114</c:v>
                </c:pt>
                <c:pt idx="1420">
                  <c:v>0.42982295852478947</c:v>
                </c:pt>
                <c:pt idx="1421">
                  <c:v>0.42916610357010015</c:v>
                </c:pt>
                <c:pt idx="1422">
                  <c:v>0.42917881006485598</c:v>
                </c:pt>
                <c:pt idx="1423">
                  <c:v>0.42980298870131095</c:v>
                </c:pt>
                <c:pt idx="1424">
                  <c:v>0.42917694742322832</c:v>
                </c:pt>
                <c:pt idx="1425">
                  <c:v>0.42992644599956631</c:v>
                </c:pt>
                <c:pt idx="1426">
                  <c:v>0.43080339387787531</c:v>
                </c:pt>
                <c:pt idx="1427">
                  <c:v>0.43187779552188604</c:v>
                </c:pt>
                <c:pt idx="1428">
                  <c:v>0.43005009048066917</c:v>
                </c:pt>
                <c:pt idx="1429">
                  <c:v>0.42841840405500764</c:v>
                </c:pt>
                <c:pt idx="1430">
                  <c:v>0.42881767914477775</c:v>
                </c:pt>
                <c:pt idx="1431">
                  <c:v>0.42845033374501124</c:v>
                </c:pt>
                <c:pt idx="1432">
                  <c:v>0.42770089042128256</c:v>
                </c:pt>
                <c:pt idx="1433">
                  <c:v>0.42582580414476529</c:v>
                </c:pt>
                <c:pt idx="1434">
                  <c:v>0.42604870716319221</c:v>
                </c:pt>
                <c:pt idx="1435">
                  <c:v>0.42617267628995276</c:v>
                </c:pt>
                <c:pt idx="1436">
                  <c:v>0.42753354163930429</c:v>
                </c:pt>
                <c:pt idx="1437">
                  <c:v>0.42839725225703729</c:v>
                </c:pt>
                <c:pt idx="1438">
                  <c:v>0.4288151625325895</c:v>
                </c:pt>
                <c:pt idx="1439">
                  <c:v>0.42891504851023221</c:v>
                </c:pt>
                <c:pt idx="1440">
                  <c:v>0.42924187523520607</c:v>
                </c:pt>
                <c:pt idx="1441">
                  <c:v>0.42916775292629722</c:v>
                </c:pt>
                <c:pt idx="1442">
                  <c:v>0.42993564529625772</c:v>
                </c:pt>
                <c:pt idx="1443">
                  <c:v>0.43118604207261618</c:v>
                </c:pt>
                <c:pt idx="1444">
                  <c:v>0.43307255538039641</c:v>
                </c:pt>
                <c:pt idx="1445">
                  <c:v>0.43268507800166905</c:v>
                </c:pt>
                <c:pt idx="1446">
                  <c:v>0.43147612748546038</c:v>
                </c:pt>
                <c:pt idx="1447">
                  <c:v>0.43059837162257697</c:v>
                </c:pt>
                <c:pt idx="1448">
                  <c:v>0.42909363381614896</c:v>
                </c:pt>
                <c:pt idx="1449">
                  <c:v>0.42863769388084316</c:v>
                </c:pt>
                <c:pt idx="1450">
                  <c:v>0.42796979251559658</c:v>
                </c:pt>
                <c:pt idx="1451">
                  <c:v>0.42752820242353651</c:v>
                </c:pt>
                <c:pt idx="1452">
                  <c:v>0.42799701051952577</c:v>
                </c:pt>
                <c:pt idx="1453">
                  <c:v>0.42728650956245584</c:v>
                </c:pt>
                <c:pt idx="1454">
                  <c:v>0.42886752667244371</c:v>
                </c:pt>
                <c:pt idx="1455">
                  <c:v>0.42962390528135025</c:v>
                </c:pt>
                <c:pt idx="1456">
                  <c:v>0.4291198385341537</c:v>
                </c:pt>
                <c:pt idx="1457">
                  <c:v>0.428617922589283</c:v>
                </c:pt>
                <c:pt idx="1458">
                  <c:v>0.42796211412399932</c:v>
                </c:pt>
                <c:pt idx="1459">
                  <c:v>0.42852689710481084</c:v>
                </c:pt>
                <c:pt idx="1460">
                  <c:v>0.42823566430077964</c:v>
                </c:pt>
                <c:pt idx="1461">
                  <c:v>0.4280310806292244</c:v>
                </c:pt>
                <c:pt idx="1462">
                  <c:v>0.42756784620998661</c:v>
                </c:pt>
                <c:pt idx="1463">
                  <c:v>0.42772268455420637</c:v>
                </c:pt>
                <c:pt idx="1464">
                  <c:v>0.42688325360163948</c:v>
                </c:pt>
                <c:pt idx="1465">
                  <c:v>0.42554544758966356</c:v>
                </c:pt>
                <c:pt idx="1466">
                  <c:v>0.42584618324518392</c:v>
                </c:pt>
                <c:pt idx="1467">
                  <c:v>0.4262580453856874</c:v>
                </c:pt>
                <c:pt idx="1468">
                  <c:v>0.42720845851531408</c:v>
                </c:pt>
                <c:pt idx="1469">
                  <c:v>0.42824229963463251</c:v>
                </c:pt>
                <c:pt idx="1470">
                  <c:v>0.42958517213120778</c:v>
                </c:pt>
                <c:pt idx="1471">
                  <c:v>0.4296476476047224</c:v>
                </c:pt>
                <c:pt idx="1472">
                  <c:v>0.42978864223045971</c:v>
                </c:pt>
                <c:pt idx="1473">
                  <c:v>0.42973336923255279</c:v>
                </c:pt>
                <c:pt idx="1474">
                  <c:v>0.42891574785426106</c:v>
                </c:pt>
                <c:pt idx="1475">
                  <c:v>0.42877458434715565</c:v>
                </c:pt>
                <c:pt idx="1476">
                  <c:v>0.42918080238420386</c:v>
                </c:pt>
                <c:pt idx="1477">
                  <c:v>0.42928497266047683</c:v>
                </c:pt>
                <c:pt idx="1478">
                  <c:v>0.42833094417933326</c:v>
                </c:pt>
                <c:pt idx="1479">
                  <c:v>0.42776002780567723</c:v>
                </c:pt>
                <c:pt idx="1480">
                  <c:v>0.42714392416718661</c:v>
                </c:pt>
                <c:pt idx="1481">
                  <c:v>0.4268988230895045</c:v>
                </c:pt>
                <c:pt idx="1482">
                  <c:v>0.42616421537229315</c:v>
                </c:pt>
                <c:pt idx="1483">
                  <c:v>0.4255715010604294</c:v>
                </c:pt>
                <c:pt idx="1484">
                  <c:v>0.42566337869107873</c:v>
                </c:pt>
                <c:pt idx="1485">
                  <c:v>0.42532928114072421</c:v>
                </c:pt>
                <c:pt idx="1486">
                  <c:v>0.42532215815768293</c:v>
                </c:pt>
                <c:pt idx="1487">
                  <c:v>0.4266375353696083</c:v>
                </c:pt>
                <c:pt idx="1488">
                  <c:v>0.42764625781714044</c:v>
                </c:pt>
                <c:pt idx="1489">
                  <c:v>0.42906257005736548</c:v>
                </c:pt>
                <c:pt idx="1490">
                  <c:v>0.42879098453673253</c:v>
                </c:pt>
                <c:pt idx="1491">
                  <c:v>0.42882920778529021</c:v>
                </c:pt>
                <c:pt idx="1492">
                  <c:v>0.42789152121515595</c:v>
                </c:pt>
                <c:pt idx="1493">
                  <c:v>0.42796099608811011</c:v>
                </c:pt>
                <c:pt idx="1494">
                  <c:v>0.42735276726950633</c:v>
                </c:pt>
                <c:pt idx="1495">
                  <c:v>0.42725840034966289</c:v>
                </c:pt>
                <c:pt idx="1496">
                  <c:v>0.42794736386281618</c:v>
                </c:pt>
                <c:pt idx="1497">
                  <c:v>0.42544326471672583</c:v>
                </c:pt>
                <c:pt idx="1498">
                  <c:v>0.42535536575412736</c:v>
                </c:pt>
                <c:pt idx="1499">
                  <c:v>0.42755531059520779</c:v>
                </c:pt>
                <c:pt idx="1500">
                  <c:v>0.42739185874788271</c:v>
                </c:pt>
                <c:pt idx="1501">
                  <c:v>0.42700609901620867</c:v>
                </c:pt>
                <c:pt idx="1502">
                  <c:v>0.42375455618010238</c:v>
                </c:pt>
                <c:pt idx="1503">
                  <c:v>0.42816948193019827</c:v>
                </c:pt>
                <c:pt idx="1504">
                  <c:v>0.42769874073688513</c:v>
                </c:pt>
                <c:pt idx="1505">
                  <c:v>0.42749292631026869</c:v>
                </c:pt>
                <c:pt idx="1506">
                  <c:v>0.42761144207650448</c:v>
                </c:pt>
                <c:pt idx="1507">
                  <c:v>0.43000647588836455</c:v>
                </c:pt>
                <c:pt idx="1508">
                  <c:v>0.42991961031620424</c:v>
                </c:pt>
                <c:pt idx="1509">
                  <c:v>0.42685760614782836</c:v>
                </c:pt>
                <c:pt idx="1510">
                  <c:v>0.42793591761008254</c:v>
                </c:pt>
                <c:pt idx="1511">
                  <c:v>0.42829812175027465</c:v>
                </c:pt>
                <c:pt idx="1512">
                  <c:v>0.42840319668760551</c:v>
                </c:pt>
                <c:pt idx="1513">
                  <c:v>0.42686328858737788</c:v>
                </c:pt>
                <c:pt idx="1514">
                  <c:v>0.42732176711504366</c:v>
                </c:pt>
                <c:pt idx="1515">
                  <c:v>0.42824716257522977</c:v>
                </c:pt>
                <c:pt idx="1516">
                  <c:v>0.42658459842156882</c:v>
                </c:pt>
                <c:pt idx="1517">
                  <c:v>0.4246984871716698</c:v>
                </c:pt>
                <c:pt idx="1518">
                  <c:v>0.42446319134522292</c:v>
                </c:pt>
                <c:pt idx="1519">
                  <c:v>0.42563544732783387</c:v>
                </c:pt>
                <c:pt idx="1520">
                  <c:v>0.42584662835127024</c:v>
                </c:pt>
                <c:pt idx="1521">
                  <c:v>0.42623119082046451</c:v>
                </c:pt>
                <c:pt idx="1522">
                  <c:v>0.42713574886343048</c:v>
                </c:pt>
                <c:pt idx="1523">
                  <c:v>0.42841025953582051</c:v>
                </c:pt>
                <c:pt idx="1524">
                  <c:v>0.42765982966639399</c:v>
                </c:pt>
                <c:pt idx="1525">
                  <c:v>0.42709428533184118</c:v>
                </c:pt>
                <c:pt idx="1526">
                  <c:v>0.42825090715584768</c:v>
                </c:pt>
                <c:pt idx="1527">
                  <c:v>0.42895726308727639</c:v>
                </c:pt>
                <c:pt idx="1528">
                  <c:v>0.42876954073508577</c:v>
                </c:pt>
                <c:pt idx="1529">
                  <c:v>0.4285543268550665</c:v>
                </c:pt>
                <c:pt idx="1530">
                  <c:v>0.42906199338021472</c:v>
                </c:pt>
                <c:pt idx="1531">
                  <c:v>0.42956401539197242</c:v>
                </c:pt>
                <c:pt idx="1532">
                  <c:v>0.42945370028928048</c:v>
                </c:pt>
                <c:pt idx="1533">
                  <c:v>0.42930793913187054</c:v>
                </c:pt>
                <c:pt idx="1534">
                  <c:v>0.42962651306415139</c:v>
                </c:pt>
                <c:pt idx="1535">
                  <c:v>0.42947714245979496</c:v>
                </c:pt>
                <c:pt idx="1536">
                  <c:v>0.42905699669563996</c:v>
                </c:pt>
                <c:pt idx="1537">
                  <c:v>0.42852371858192129</c:v>
                </c:pt>
                <c:pt idx="1538">
                  <c:v>0.42885580660893352</c:v>
                </c:pt>
                <c:pt idx="1539">
                  <c:v>0.4293022742843367</c:v>
                </c:pt>
                <c:pt idx="1540">
                  <c:v>0.4292809983221198</c:v>
                </c:pt>
                <c:pt idx="1541">
                  <c:v>0.42609354037765818</c:v>
                </c:pt>
                <c:pt idx="1542">
                  <c:v>0.42632778092273088</c:v>
                </c:pt>
                <c:pt idx="1543">
                  <c:v>0.42828723193226964</c:v>
                </c:pt>
                <c:pt idx="1544">
                  <c:v>0.42836585350166967</c:v>
                </c:pt>
                <c:pt idx="1545">
                  <c:v>0.42807495985431421</c:v>
                </c:pt>
                <c:pt idx="1546">
                  <c:v>0.42373106191132209</c:v>
                </c:pt>
                <c:pt idx="1547">
                  <c:v>0.4266201862602142</c:v>
                </c:pt>
                <c:pt idx="1548">
                  <c:v>0.42646929651735899</c:v>
                </c:pt>
                <c:pt idx="1549">
                  <c:v>0.42662384148668653</c:v>
                </c:pt>
                <c:pt idx="1550">
                  <c:v>0.42438943015493302</c:v>
                </c:pt>
                <c:pt idx="1551">
                  <c:v>0.42656998945306224</c:v>
                </c:pt>
                <c:pt idx="1552">
                  <c:v>0.42703139094631976</c:v>
                </c:pt>
                <c:pt idx="1553">
                  <c:v>0.42568866112266684</c:v>
                </c:pt>
                <c:pt idx="1554">
                  <c:v>0.42589008445687582</c:v>
                </c:pt>
                <c:pt idx="1555">
                  <c:v>0.42668538234760695</c:v>
                </c:pt>
                <c:pt idx="1556">
                  <c:v>0.42814935347395217</c:v>
                </c:pt>
                <c:pt idx="1557">
                  <c:v>0.42856513173927024</c:v>
                </c:pt>
                <c:pt idx="1558">
                  <c:v>0.42760190203948145</c:v>
                </c:pt>
                <c:pt idx="1559">
                  <c:v>0.42711208543154316</c:v>
                </c:pt>
                <c:pt idx="1560">
                  <c:v>0.42738196470192696</c:v>
                </c:pt>
                <c:pt idx="1561">
                  <c:v>0.42689358960112134</c:v>
                </c:pt>
                <c:pt idx="1562">
                  <c:v>0.42718023710131559</c:v>
                </c:pt>
                <c:pt idx="1563">
                  <c:v>0.42827938097074086</c:v>
                </c:pt>
                <c:pt idx="1564">
                  <c:v>0.42801990964518943</c:v>
                </c:pt>
                <c:pt idx="1565">
                  <c:v>0.42611572711688617</c:v>
                </c:pt>
                <c:pt idx="1566">
                  <c:v>0.42623856141989508</c:v>
                </c:pt>
                <c:pt idx="1567">
                  <c:v>0.4280947588541637</c:v>
                </c:pt>
                <c:pt idx="1568">
                  <c:v>0.42558410605961045</c:v>
                </c:pt>
                <c:pt idx="1569">
                  <c:v>0.42627333136060086</c:v>
                </c:pt>
                <c:pt idx="1570">
                  <c:v>0.42735833727684819</c:v>
                </c:pt>
                <c:pt idx="1571">
                  <c:v>0.43131198784019409</c:v>
                </c:pt>
                <c:pt idx="1572">
                  <c:v>0.43095913574622002</c:v>
                </c:pt>
                <c:pt idx="1573">
                  <c:v>0.42507338282727647</c:v>
                </c:pt>
                <c:pt idx="1574">
                  <c:v>0.42865334245227121</c:v>
                </c:pt>
                <c:pt idx="1575">
                  <c:v>0.42992532699063052</c:v>
                </c:pt>
                <c:pt idx="1576">
                  <c:v>0.42897603088626968</c:v>
                </c:pt>
                <c:pt idx="1577">
                  <c:v>0.42731223248522654</c:v>
                </c:pt>
                <c:pt idx="1578">
                  <c:v>0.43029145064681079</c:v>
                </c:pt>
                <c:pt idx="1579">
                  <c:v>0.43094504573381187</c:v>
                </c:pt>
                <c:pt idx="1580">
                  <c:v>0.42782264135814813</c:v>
                </c:pt>
                <c:pt idx="1581">
                  <c:v>0.42716729574850842</c:v>
                </c:pt>
                <c:pt idx="1582">
                  <c:v>0.42675231486724646</c:v>
                </c:pt>
                <c:pt idx="1583">
                  <c:v>0.42658184077336908</c:v>
                </c:pt>
                <c:pt idx="1584">
                  <c:v>0.42735950842234754</c:v>
                </c:pt>
                <c:pt idx="1585">
                  <c:v>0.42710774775700577</c:v>
                </c:pt>
                <c:pt idx="1586">
                  <c:v>0.42761298465172609</c:v>
                </c:pt>
                <c:pt idx="1587">
                  <c:v>0.42744784464081559</c:v>
                </c:pt>
                <c:pt idx="1588">
                  <c:v>0.42821347025111756</c:v>
                </c:pt>
                <c:pt idx="1589">
                  <c:v>0.42803570180993256</c:v>
                </c:pt>
                <c:pt idx="1590">
                  <c:v>0.42781688366978993</c:v>
                </c:pt>
                <c:pt idx="1591">
                  <c:v>0.42809645854140577</c:v>
                </c:pt>
                <c:pt idx="1592">
                  <c:v>0.42771669391172223</c:v>
                </c:pt>
                <c:pt idx="1593">
                  <c:v>0.42613294297256188</c:v>
                </c:pt>
                <c:pt idx="1594">
                  <c:v>0.42589115589559873</c:v>
                </c:pt>
                <c:pt idx="1595">
                  <c:v>0.42313289537196797</c:v>
                </c:pt>
                <c:pt idx="1596">
                  <c:v>0.42367748532615612</c:v>
                </c:pt>
                <c:pt idx="1597">
                  <c:v>0.42255998840527714</c:v>
                </c:pt>
                <c:pt idx="1598">
                  <c:v>0.41887765421571044</c:v>
                </c:pt>
                <c:pt idx="1599">
                  <c:v>0.41939756721518756</c:v>
                </c:pt>
                <c:pt idx="1600">
                  <c:v>0.41803700182299541</c:v>
                </c:pt>
                <c:pt idx="1601">
                  <c:v>0.42261809686676866</c:v>
                </c:pt>
                <c:pt idx="1602">
                  <c:v>0.42046956907111066</c:v>
                </c:pt>
                <c:pt idx="1603">
                  <c:v>0.4214855874186258</c:v>
                </c:pt>
                <c:pt idx="1604">
                  <c:v>0.42547642889016235</c:v>
                </c:pt>
                <c:pt idx="1605">
                  <c:v>0.42890273263929313</c:v>
                </c:pt>
                <c:pt idx="1606">
                  <c:v>0.42919420979144779</c:v>
                </c:pt>
                <c:pt idx="1607">
                  <c:v>0.42983102206683144</c:v>
                </c:pt>
                <c:pt idx="1608">
                  <c:v>0.43277879654143575</c:v>
                </c:pt>
                <c:pt idx="1609">
                  <c:v>0.43058741861143479</c:v>
                </c:pt>
                <c:pt idx="1610">
                  <c:v>0.42840897060624733</c:v>
                </c:pt>
                <c:pt idx="1611">
                  <c:v>0.42930458072171723</c:v>
                </c:pt>
                <c:pt idx="1612">
                  <c:v>0.42810900188636503</c:v>
                </c:pt>
                <c:pt idx="1613">
                  <c:v>0.42697484551294346</c:v>
                </c:pt>
                <c:pt idx="1614">
                  <c:v>0.42818838486925942</c:v>
                </c:pt>
                <c:pt idx="1615">
                  <c:v>0.4283421944535441</c:v>
                </c:pt>
                <c:pt idx="1616">
                  <c:v>0.42879885091491465</c:v>
                </c:pt>
                <c:pt idx="1617">
                  <c:v>0.42592341718935023</c:v>
                </c:pt>
                <c:pt idx="1618">
                  <c:v>0.42828872484320174</c:v>
                </c:pt>
                <c:pt idx="1619">
                  <c:v>0.42949199858897597</c:v>
                </c:pt>
                <c:pt idx="1620">
                  <c:v>0.42952324554922594</c:v>
                </c:pt>
                <c:pt idx="1621">
                  <c:v>0.42732050622424317</c:v>
                </c:pt>
                <c:pt idx="1622">
                  <c:v>0.42920749907253863</c:v>
                </c:pt>
                <c:pt idx="1623">
                  <c:v>0.43039228852704098</c:v>
                </c:pt>
                <c:pt idx="1624">
                  <c:v>0.42877260795273986</c:v>
                </c:pt>
                <c:pt idx="1625">
                  <c:v>0.4278734340101305</c:v>
                </c:pt>
                <c:pt idx="1626">
                  <c:v>0.42796298747083295</c:v>
                </c:pt>
                <c:pt idx="1627">
                  <c:v>0.4283605520599344</c:v>
                </c:pt>
                <c:pt idx="1628">
                  <c:v>0.42750127321076004</c:v>
                </c:pt>
                <c:pt idx="1629">
                  <c:v>0.42663908371568238</c:v>
                </c:pt>
                <c:pt idx="1630">
                  <c:v>0.42739438998666579</c:v>
                </c:pt>
                <c:pt idx="1631">
                  <c:v>0.42822053332393412</c:v>
                </c:pt>
                <c:pt idx="1632">
                  <c:v>0.42776692023326601</c:v>
                </c:pt>
                <c:pt idx="1633">
                  <c:v>0.42749607904719084</c:v>
                </c:pt>
                <c:pt idx="1634">
                  <c:v>0.42749849154111252</c:v>
                </c:pt>
                <c:pt idx="1635">
                  <c:v>0.42732499379402095</c:v>
                </c:pt>
                <c:pt idx="1636">
                  <c:v>0.42697089385335379</c:v>
                </c:pt>
                <c:pt idx="1637">
                  <c:v>0.4265266731560875</c:v>
                </c:pt>
                <c:pt idx="1638">
                  <c:v>0.42639790893278462</c:v>
                </c:pt>
                <c:pt idx="1639">
                  <c:v>0.426650407356365</c:v>
                </c:pt>
                <c:pt idx="1640">
                  <c:v>0.42701116233703024</c:v>
                </c:pt>
                <c:pt idx="1641">
                  <c:v>0.4270715590826511</c:v>
                </c:pt>
                <c:pt idx="1642">
                  <c:v>0.42584508455791537</c:v>
                </c:pt>
                <c:pt idx="1643">
                  <c:v>0.42675972878939694</c:v>
                </c:pt>
                <c:pt idx="1644">
                  <c:v>0.42713027279102223</c:v>
                </c:pt>
                <c:pt idx="1645">
                  <c:v>0.42740068113531315</c:v>
                </c:pt>
                <c:pt idx="1646">
                  <c:v>0.42713426525339132</c:v>
                </c:pt>
                <c:pt idx="1647">
                  <c:v>0.42742072605271486</c:v>
                </c:pt>
                <c:pt idx="1648">
                  <c:v>0.42733471811278995</c:v>
                </c:pt>
                <c:pt idx="1649">
                  <c:v>0.42741758567053673</c:v>
                </c:pt>
                <c:pt idx="1650">
                  <c:v>0.42730373077804068</c:v>
                </c:pt>
                <c:pt idx="1651">
                  <c:v>0.42775395670126559</c:v>
                </c:pt>
                <c:pt idx="1652">
                  <c:v>0.42700681030578863</c:v>
                </c:pt>
                <c:pt idx="1653">
                  <c:v>0.42694556682396778</c:v>
                </c:pt>
                <c:pt idx="1654">
                  <c:v>0.42657379673113816</c:v>
                </c:pt>
                <c:pt idx="1655">
                  <c:v>0.42630550401927536</c:v>
                </c:pt>
                <c:pt idx="1656">
                  <c:v>0.42754685347587734</c:v>
                </c:pt>
                <c:pt idx="1657">
                  <c:v>0.42827023674706988</c:v>
                </c:pt>
                <c:pt idx="1658">
                  <c:v>0.42887148989274271</c:v>
                </c:pt>
                <c:pt idx="1659">
                  <c:v>0.42775520132015471</c:v>
                </c:pt>
                <c:pt idx="1660">
                  <c:v>0.42747169460911494</c:v>
                </c:pt>
                <c:pt idx="1661">
                  <c:v>0.42725250570321249</c:v>
                </c:pt>
                <c:pt idx="1662">
                  <c:v>0.42714612680685105</c:v>
                </c:pt>
                <c:pt idx="1663">
                  <c:v>0.42652656557503688</c:v>
                </c:pt>
                <c:pt idx="1664">
                  <c:v>0.42715430266857879</c:v>
                </c:pt>
                <c:pt idx="1665">
                  <c:v>0.42778522133725838</c:v>
                </c:pt>
                <c:pt idx="1666">
                  <c:v>0.42694385939630686</c:v>
                </c:pt>
                <c:pt idx="1667">
                  <c:v>0.42621626675352148</c:v>
                </c:pt>
                <c:pt idx="1668">
                  <c:v>0.42616581656979752</c:v>
                </c:pt>
                <c:pt idx="1669">
                  <c:v>0.42614257046065462</c:v>
                </c:pt>
                <c:pt idx="1670">
                  <c:v>0.42627516409313404</c:v>
                </c:pt>
                <c:pt idx="1671">
                  <c:v>0.42756990928683103</c:v>
                </c:pt>
                <c:pt idx="1672">
                  <c:v>0.42799615174943095</c:v>
                </c:pt>
                <c:pt idx="1673">
                  <c:v>0.42914438334569199</c:v>
                </c:pt>
                <c:pt idx="1674">
                  <c:v>0.4281801246926204</c:v>
                </c:pt>
                <c:pt idx="1675">
                  <c:v>0.42754636298103266</c:v>
                </c:pt>
                <c:pt idx="1676">
                  <c:v>0.42693614965970295</c:v>
                </c:pt>
                <c:pt idx="1677">
                  <c:v>0.42720900146607649</c:v>
                </c:pt>
                <c:pt idx="1678">
                  <c:v>0.42744740488099525</c:v>
                </c:pt>
                <c:pt idx="1679">
                  <c:v>0.42709504644024215</c:v>
                </c:pt>
                <c:pt idx="1680">
                  <c:v>0.42418065494158086</c:v>
                </c:pt>
                <c:pt idx="1681">
                  <c:v>0.42382584359025849</c:v>
                </c:pt>
                <c:pt idx="1682">
                  <c:v>0.42542152039429881</c:v>
                </c:pt>
                <c:pt idx="1683">
                  <c:v>0.42581820474200355</c:v>
                </c:pt>
                <c:pt idx="1684">
                  <c:v>0.42700823109549702</c:v>
                </c:pt>
                <c:pt idx="1685">
                  <c:v>0.42493758020354944</c:v>
                </c:pt>
                <c:pt idx="1686">
                  <c:v>0.42924613744351553</c:v>
                </c:pt>
                <c:pt idx="1687">
                  <c:v>0.42911928281016304</c:v>
                </c:pt>
                <c:pt idx="1688">
                  <c:v>0.42913226921737518</c:v>
                </c:pt>
                <c:pt idx="1689">
                  <c:v>0.42890160171868436</c:v>
                </c:pt>
                <c:pt idx="1690">
                  <c:v>0.43124934308717194</c:v>
                </c:pt>
                <c:pt idx="1691">
                  <c:v>0.4314764018772968</c:v>
                </c:pt>
                <c:pt idx="1692">
                  <c:v>0.42937633231371564</c:v>
                </c:pt>
                <c:pt idx="1693">
                  <c:v>0.4288986188447475</c:v>
                </c:pt>
                <c:pt idx="1694">
                  <c:v>0.42820250596873471</c:v>
                </c:pt>
                <c:pt idx="1695">
                  <c:v>0.4274648513921348</c:v>
                </c:pt>
                <c:pt idx="1696">
                  <c:v>0.42758532565768093</c:v>
                </c:pt>
                <c:pt idx="1697">
                  <c:v>0.42650147701974511</c:v>
                </c:pt>
                <c:pt idx="1698">
                  <c:v>0.42511528376471741</c:v>
                </c:pt>
                <c:pt idx="1699">
                  <c:v>0.42526540906970639</c:v>
                </c:pt>
                <c:pt idx="1700">
                  <c:v>0.42569397061435549</c:v>
                </c:pt>
                <c:pt idx="1701">
                  <c:v>0.42572059855075906</c:v>
                </c:pt>
                <c:pt idx="1702">
                  <c:v>0.42410762975020544</c:v>
                </c:pt>
                <c:pt idx="1703">
                  <c:v>0.4242013048275563</c:v>
                </c:pt>
                <c:pt idx="1704">
                  <c:v>0.42449163405867818</c:v>
                </c:pt>
                <c:pt idx="1705">
                  <c:v>0.42462975739770514</c:v>
                </c:pt>
                <c:pt idx="1706">
                  <c:v>0.42403787550884181</c:v>
                </c:pt>
                <c:pt idx="1707">
                  <c:v>0.42541114728292406</c:v>
                </c:pt>
                <c:pt idx="1708">
                  <c:v>0.42683553478989172</c:v>
                </c:pt>
                <c:pt idx="1709">
                  <c:v>0.42655193227076471</c:v>
                </c:pt>
                <c:pt idx="1710">
                  <c:v>0.42547252623916282</c:v>
                </c:pt>
                <c:pt idx="1711">
                  <c:v>0.42530536685073972</c:v>
                </c:pt>
                <c:pt idx="1712">
                  <c:v>0.4262294989629084</c:v>
                </c:pt>
                <c:pt idx="1713">
                  <c:v>0.42794011932870252</c:v>
                </c:pt>
                <c:pt idx="1714">
                  <c:v>0.42941106291685704</c:v>
                </c:pt>
                <c:pt idx="1715">
                  <c:v>0.42986289362423646</c:v>
                </c:pt>
                <c:pt idx="1716">
                  <c:v>0.42989262038303955</c:v>
                </c:pt>
                <c:pt idx="1717">
                  <c:v>0.43058840215053334</c:v>
                </c:pt>
              </c:numCache>
            </c:numRef>
          </c:yVal>
          <c:smooth val="0"/>
          <c:extLst>
            <c:ext xmlns:c16="http://schemas.microsoft.com/office/drawing/2014/chart" uri="{C3380CC4-5D6E-409C-BE32-E72D297353CC}">
              <c16:uniqueId val="{00000002-16BB-4F39-8545-6DAFE747B07E}"/>
            </c:ext>
          </c:extLst>
        </c:ser>
        <c:ser>
          <c:idx val="3"/>
          <c:order val="3"/>
          <c:tx>
            <c:strRef>
              <c:f>'Post Processing - SS CaCl2'!$BJ$1</c:f>
              <c:strCache>
                <c:ptCount val="1"/>
                <c:pt idx="0">
                  <c:v>NF270_MC2_061114_S3CaCl3</c:v>
                </c:pt>
              </c:strCache>
            </c:strRef>
          </c:tx>
          <c:spPr>
            <a:ln w="25400" cap="rnd">
              <a:noFill/>
              <a:round/>
            </a:ln>
            <a:effectLst/>
          </c:spPr>
          <c:marker>
            <c:symbol val="circle"/>
            <c:size val="2"/>
            <c:spPr>
              <a:solidFill>
                <a:schemeClr val="accent4"/>
              </a:solidFill>
              <a:ln w="9525">
                <a:solidFill>
                  <a:schemeClr val="accent4"/>
                </a:solidFill>
              </a:ln>
              <a:effectLst/>
            </c:spPr>
          </c:marker>
          <c:xVal>
            <c:numRef>
              <c:f>'Post Processing - SS CaCl2'!$BO$164:$BO$2256</c:f>
              <c:numCache>
                <c:formatCode>0.00E+00</c:formatCode>
                <c:ptCount val="2093"/>
                <c:pt idx="0">
                  <c:v>2.55799420946382E-6</c:v>
                </c:pt>
                <c:pt idx="1">
                  <c:v>2.55651658864016E-6</c:v>
                </c:pt>
                <c:pt idx="2">
                  <c:v>2.5551037020950299E-6</c:v>
                </c:pt>
                <c:pt idx="3">
                  <c:v>2.5536881335396898E-6</c:v>
                </c:pt>
                <c:pt idx="4">
                  <c:v>2.5522869246541099E-6</c:v>
                </c:pt>
                <c:pt idx="5">
                  <c:v>2.5508736365908699E-6</c:v>
                </c:pt>
                <c:pt idx="6">
                  <c:v>2.5494673843672999E-6</c:v>
                </c:pt>
                <c:pt idx="7">
                  <c:v>2.5480624843888699E-6</c:v>
                </c:pt>
                <c:pt idx="8">
                  <c:v>2.5466526163382302E-6</c:v>
                </c:pt>
                <c:pt idx="9">
                  <c:v>2.5451816928535198E-6</c:v>
                </c:pt>
                <c:pt idx="10">
                  <c:v>2.5437721771285702E-6</c:v>
                </c:pt>
                <c:pt idx="11">
                  <c:v>2.5422806434579602E-6</c:v>
                </c:pt>
                <c:pt idx="12">
                  <c:v>2.54082189860786E-6</c:v>
                </c:pt>
                <c:pt idx="13">
                  <c:v>2.53938597301298E-6</c:v>
                </c:pt>
                <c:pt idx="14">
                  <c:v>2.5378508173623299E-6</c:v>
                </c:pt>
                <c:pt idx="15">
                  <c:v>2.5364215175245501E-6</c:v>
                </c:pt>
                <c:pt idx="16">
                  <c:v>2.5348703944393899E-6</c:v>
                </c:pt>
                <c:pt idx="17">
                  <c:v>2.53343459067223E-6</c:v>
                </c:pt>
                <c:pt idx="18">
                  <c:v>2.5319211216353202E-6</c:v>
                </c:pt>
                <c:pt idx="19">
                  <c:v>2.5304666762543898E-6</c:v>
                </c:pt>
                <c:pt idx="20">
                  <c:v>2.5289875318124198E-6</c:v>
                </c:pt>
                <c:pt idx="21">
                  <c:v>2.5274906682398001E-6</c:v>
                </c:pt>
                <c:pt idx="22">
                  <c:v>2.5260201399001101E-6</c:v>
                </c:pt>
                <c:pt idx="23">
                  <c:v>2.52452432083496E-6</c:v>
                </c:pt>
                <c:pt idx="24">
                  <c:v>2.5230566590821301E-6</c:v>
                </c:pt>
                <c:pt idx="25">
                  <c:v>2.5215928000394102E-6</c:v>
                </c:pt>
                <c:pt idx="26">
                  <c:v>2.5201291742841499E-6</c:v>
                </c:pt>
                <c:pt idx="27">
                  <c:v>2.5186350326637701E-6</c:v>
                </c:pt>
                <c:pt idx="28">
                  <c:v>2.51718267724067E-6</c:v>
                </c:pt>
                <c:pt idx="29">
                  <c:v>2.5156620961380999E-6</c:v>
                </c:pt>
                <c:pt idx="30">
                  <c:v>2.5142197108556199E-6</c:v>
                </c:pt>
                <c:pt idx="31">
                  <c:v>2.51270603946951E-6</c:v>
                </c:pt>
                <c:pt idx="32">
                  <c:v>2.5112785449288302E-6</c:v>
                </c:pt>
                <c:pt idx="33">
                  <c:v>2.50975993288884E-6</c:v>
                </c:pt>
                <c:pt idx="34">
                  <c:v>2.5083605243589598E-6</c:v>
                </c:pt>
                <c:pt idx="35">
                  <c:v>2.5068882151320899E-6</c:v>
                </c:pt>
                <c:pt idx="36">
                  <c:v>2.5054360495288001E-6</c:v>
                </c:pt>
                <c:pt idx="37">
                  <c:v>2.5040229630709501E-6</c:v>
                </c:pt>
                <c:pt idx="38">
                  <c:v>2.5025792671248199E-6</c:v>
                </c:pt>
                <c:pt idx="39">
                  <c:v>2.5011787006737E-6</c:v>
                </c:pt>
                <c:pt idx="40">
                  <c:v>2.4997947189691699E-6</c:v>
                </c:pt>
                <c:pt idx="41">
                  <c:v>2.4983385006661399E-6</c:v>
                </c:pt>
                <c:pt idx="42">
                  <c:v>2.49694214748364E-6</c:v>
                </c:pt>
                <c:pt idx="43">
                  <c:v>2.4954244171480201E-6</c:v>
                </c:pt>
                <c:pt idx="44">
                  <c:v>2.4940230377369502E-6</c:v>
                </c:pt>
                <c:pt idx="45">
                  <c:v>2.4925029851460501E-6</c:v>
                </c:pt>
                <c:pt idx="46">
                  <c:v>2.4910952075128198E-6</c:v>
                </c:pt>
                <c:pt idx="47">
                  <c:v>2.48958714910152E-6</c:v>
                </c:pt>
                <c:pt idx="48">
                  <c:v>2.4881774727197499E-6</c:v>
                </c:pt>
                <c:pt idx="49">
                  <c:v>2.4866798982016002E-6</c:v>
                </c:pt>
                <c:pt idx="50">
                  <c:v>2.48525383157696E-6</c:v>
                </c:pt>
                <c:pt idx="51">
                  <c:v>2.48377460021859E-6</c:v>
                </c:pt>
                <c:pt idx="52">
                  <c:v>2.4823382468260498E-6</c:v>
                </c:pt>
                <c:pt idx="53">
                  <c:v>2.4808582848496102E-6</c:v>
                </c:pt>
                <c:pt idx="54">
                  <c:v>2.4793896700475498E-6</c:v>
                </c:pt>
                <c:pt idx="55">
                  <c:v>2.4779060070614301E-6</c:v>
                </c:pt>
                <c:pt idx="56">
                  <c:v>2.4764223150814201E-6</c:v>
                </c:pt>
                <c:pt idx="57">
                  <c:v>2.4749739593176298E-6</c:v>
                </c:pt>
                <c:pt idx="58">
                  <c:v>2.4735235216376199E-6</c:v>
                </c:pt>
                <c:pt idx="59">
                  <c:v>2.4720651784905902E-6</c:v>
                </c:pt>
                <c:pt idx="60">
                  <c:v>2.4706370997975401E-6</c:v>
                </c:pt>
                <c:pt idx="61">
                  <c:v>2.46916263214445E-6</c:v>
                </c:pt>
                <c:pt idx="62">
                  <c:v>2.46774235842462E-6</c:v>
                </c:pt>
                <c:pt idx="63">
                  <c:v>2.4662700238346902E-6</c:v>
                </c:pt>
                <c:pt idx="64">
                  <c:v>2.4648610237469099E-6</c:v>
                </c:pt>
                <c:pt idx="65">
                  <c:v>2.4634483214302799E-6</c:v>
                </c:pt>
                <c:pt idx="66">
                  <c:v>2.46206671030671E-6</c:v>
                </c:pt>
                <c:pt idx="67">
                  <c:v>2.4607074767379699E-6</c:v>
                </c:pt>
                <c:pt idx="68">
                  <c:v>2.4593504153175399E-6</c:v>
                </c:pt>
                <c:pt idx="69">
                  <c:v>2.4579785413027101E-6</c:v>
                </c:pt>
                <c:pt idx="70">
                  <c:v>2.4566254144724999E-6</c:v>
                </c:pt>
                <c:pt idx="71">
                  <c:v>2.45527107920917E-6</c:v>
                </c:pt>
                <c:pt idx="72">
                  <c:v>2.4539068028159602E-6</c:v>
                </c:pt>
                <c:pt idx="73">
                  <c:v>2.4525603983634599E-6</c:v>
                </c:pt>
                <c:pt idx="74">
                  <c:v>2.45121204604309E-6</c:v>
                </c:pt>
                <c:pt idx="75">
                  <c:v>2.4498501882548699E-6</c:v>
                </c:pt>
                <c:pt idx="76">
                  <c:v>2.4485053353997198E-6</c:v>
                </c:pt>
                <c:pt idx="77">
                  <c:v>2.4471483474134999E-6</c:v>
                </c:pt>
                <c:pt idx="78">
                  <c:v>2.4457777810307902E-6</c:v>
                </c:pt>
                <c:pt idx="79">
                  <c:v>2.4443734041577399E-6</c:v>
                </c:pt>
                <c:pt idx="80">
                  <c:v>2.4429823636414299E-6</c:v>
                </c:pt>
                <c:pt idx="81">
                  <c:v>2.4415228543961801E-6</c:v>
                </c:pt>
                <c:pt idx="82">
                  <c:v>2.4401211728878001E-6</c:v>
                </c:pt>
                <c:pt idx="83">
                  <c:v>2.43866378769065E-6</c:v>
                </c:pt>
                <c:pt idx="84">
                  <c:v>2.4372630159011399E-6</c:v>
                </c:pt>
                <c:pt idx="85">
                  <c:v>2.4358112063342801E-6</c:v>
                </c:pt>
                <c:pt idx="86">
                  <c:v>2.4343834283075102E-6</c:v>
                </c:pt>
                <c:pt idx="87">
                  <c:v>2.4329527695326701E-6</c:v>
                </c:pt>
                <c:pt idx="88">
                  <c:v>2.4315193480575201E-6</c:v>
                </c:pt>
                <c:pt idx="89">
                  <c:v>2.4300946602695E-6</c:v>
                </c:pt>
                <c:pt idx="90">
                  <c:v>2.4286769122219699E-6</c:v>
                </c:pt>
                <c:pt idx="91">
                  <c:v>2.42725628822973E-6</c:v>
                </c:pt>
                <c:pt idx="92">
                  <c:v>2.42580841692768E-6</c:v>
                </c:pt>
                <c:pt idx="93">
                  <c:v>2.4243960430940899E-6</c:v>
                </c:pt>
                <c:pt idx="94">
                  <c:v>2.4229166690319199E-6</c:v>
                </c:pt>
                <c:pt idx="95">
                  <c:v>2.4214781025281001E-6</c:v>
                </c:pt>
                <c:pt idx="96">
                  <c:v>2.4200541569095398E-6</c:v>
                </c:pt>
                <c:pt idx="97">
                  <c:v>2.4185942211458901E-6</c:v>
                </c:pt>
                <c:pt idx="98">
                  <c:v>2.41722310008822E-6</c:v>
                </c:pt>
                <c:pt idx="99">
                  <c:v>2.4157522161535202E-6</c:v>
                </c:pt>
                <c:pt idx="100">
                  <c:v>2.4143899789065001E-6</c:v>
                </c:pt>
                <c:pt idx="101">
                  <c:v>2.41297681422586E-6</c:v>
                </c:pt>
                <c:pt idx="102">
                  <c:v>2.4116422821206198E-6</c:v>
                </c:pt>
                <c:pt idx="103">
                  <c:v>2.4103089656788798E-6</c:v>
                </c:pt>
                <c:pt idx="104">
                  <c:v>2.4089950886031401E-6</c:v>
                </c:pt>
                <c:pt idx="105">
                  <c:v>2.4076411237435101E-6</c:v>
                </c:pt>
                <c:pt idx="106">
                  <c:v>2.4062414515064101E-6</c:v>
                </c:pt>
                <c:pt idx="107">
                  <c:v>2.40481773048603E-6</c:v>
                </c:pt>
                <c:pt idx="108">
                  <c:v>2.4033952010126102E-6</c:v>
                </c:pt>
                <c:pt idx="109">
                  <c:v>2.4019755423291401E-6</c:v>
                </c:pt>
                <c:pt idx="110">
                  <c:v>2.40056526418576E-6</c:v>
                </c:pt>
                <c:pt idx="111">
                  <c:v>2.3991476205027699E-6</c:v>
                </c:pt>
                <c:pt idx="112">
                  <c:v>2.3977384848713502E-6</c:v>
                </c:pt>
                <c:pt idx="113">
                  <c:v>2.39628419954663E-6</c:v>
                </c:pt>
                <c:pt idx="114">
                  <c:v>2.39492373470925E-6</c:v>
                </c:pt>
                <c:pt idx="115">
                  <c:v>2.3934602714461899E-6</c:v>
                </c:pt>
                <c:pt idx="116">
                  <c:v>2.3920485755800001E-6</c:v>
                </c:pt>
                <c:pt idx="117">
                  <c:v>2.3906205943705401E-6</c:v>
                </c:pt>
                <c:pt idx="118">
                  <c:v>2.3891810026694502E-6</c:v>
                </c:pt>
                <c:pt idx="119">
                  <c:v>2.3877956311069601E-6</c:v>
                </c:pt>
                <c:pt idx="120">
                  <c:v>2.3863784936330199E-6</c:v>
                </c:pt>
                <c:pt idx="121">
                  <c:v>2.38498790514511E-6</c:v>
                </c:pt>
                <c:pt idx="122">
                  <c:v>2.3835907094268699E-6</c:v>
                </c:pt>
                <c:pt idx="123">
                  <c:v>2.3821787296391601E-6</c:v>
                </c:pt>
                <c:pt idx="124">
                  <c:v>2.3807994892454802E-6</c:v>
                </c:pt>
                <c:pt idx="125">
                  <c:v>2.3793582894409199E-6</c:v>
                </c:pt>
                <c:pt idx="126">
                  <c:v>2.37800403297959E-6</c:v>
                </c:pt>
                <c:pt idx="127">
                  <c:v>2.3765572969470001E-6</c:v>
                </c:pt>
                <c:pt idx="128">
                  <c:v>2.3752039607920301E-6</c:v>
                </c:pt>
                <c:pt idx="129">
                  <c:v>2.37378009268348E-6</c:v>
                </c:pt>
                <c:pt idx="130">
                  <c:v>2.3724162307432199E-6</c:v>
                </c:pt>
                <c:pt idx="131">
                  <c:v>2.3709824520509398E-6</c:v>
                </c:pt>
                <c:pt idx="132">
                  <c:v>2.3696419431036802E-6</c:v>
                </c:pt>
                <c:pt idx="133">
                  <c:v>2.36825142223961E-6</c:v>
                </c:pt>
                <c:pt idx="134">
                  <c:v>2.3669367354766501E-6</c:v>
                </c:pt>
                <c:pt idx="135">
                  <c:v>2.3656287538811699E-6</c:v>
                </c:pt>
                <c:pt idx="136">
                  <c:v>2.3643155718760898E-6</c:v>
                </c:pt>
                <c:pt idx="137">
                  <c:v>2.3630181365081501E-6</c:v>
                </c:pt>
                <c:pt idx="138">
                  <c:v>2.3617102100845002E-6</c:v>
                </c:pt>
                <c:pt idx="139">
                  <c:v>2.36039374607856E-6</c:v>
                </c:pt>
                <c:pt idx="140">
                  <c:v>2.35901700678851E-6</c:v>
                </c:pt>
                <c:pt idx="141">
                  <c:v>2.35768829426664E-6</c:v>
                </c:pt>
                <c:pt idx="142">
                  <c:v>2.3562479808127399E-6</c:v>
                </c:pt>
                <c:pt idx="143">
                  <c:v>2.3549169281687701E-6</c:v>
                </c:pt>
                <c:pt idx="144">
                  <c:v>2.35349759279622E-6</c:v>
                </c:pt>
                <c:pt idx="145">
                  <c:v>2.3521466902998298E-6</c:v>
                </c:pt>
                <c:pt idx="146">
                  <c:v>2.3507360523305801E-6</c:v>
                </c:pt>
                <c:pt idx="147">
                  <c:v>2.34938688249497E-6</c:v>
                </c:pt>
                <c:pt idx="148">
                  <c:v>2.34796865667607E-6</c:v>
                </c:pt>
                <c:pt idx="149">
                  <c:v>2.3466162868082199E-6</c:v>
                </c:pt>
                <c:pt idx="150">
                  <c:v>2.3452169325364899E-6</c:v>
                </c:pt>
                <c:pt idx="151">
                  <c:v>2.3438295919777799E-6</c:v>
                </c:pt>
                <c:pt idx="152">
                  <c:v>2.34242359816941E-6</c:v>
                </c:pt>
                <c:pt idx="153">
                  <c:v>2.3410265754799501E-6</c:v>
                </c:pt>
                <c:pt idx="154">
                  <c:v>2.3396253234331499E-6</c:v>
                </c:pt>
                <c:pt idx="155">
                  <c:v>2.33824873975935E-6</c:v>
                </c:pt>
                <c:pt idx="156">
                  <c:v>2.3368719439381601E-6</c:v>
                </c:pt>
                <c:pt idx="157">
                  <c:v>2.33550277030456E-6</c:v>
                </c:pt>
                <c:pt idx="158">
                  <c:v>2.3340907878122402E-6</c:v>
                </c:pt>
                <c:pt idx="159">
                  <c:v>2.33270272580088E-6</c:v>
                </c:pt>
                <c:pt idx="160">
                  <c:v>2.33132518764521E-6</c:v>
                </c:pt>
                <c:pt idx="161">
                  <c:v>2.3299178725099701E-6</c:v>
                </c:pt>
                <c:pt idx="162">
                  <c:v>2.3285756269144999E-6</c:v>
                </c:pt>
                <c:pt idx="163">
                  <c:v>2.3271631224543999E-6</c:v>
                </c:pt>
                <c:pt idx="164">
                  <c:v>2.3258332291214399E-6</c:v>
                </c:pt>
                <c:pt idx="165">
                  <c:v>2.32440814864812E-6</c:v>
                </c:pt>
                <c:pt idx="166">
                  <c:v>2.32312289334417E-6</c:v>
                </c:pt>
                <c:pt idx="167">
                  <c:v>2.3217531847098699E-6</c:v>
                </c:pt>
                <c:pt idx="168">
                  <c:v>2.3204718686374999E-6</c:v>
                </c:pt>
                <c:pt idx="169">
                  <c:v>2.3191918394030402E-6</c:v>
                </c:pt>
                <c:pt idx="170">
                  <c:v>2.3178995381727698E-6</c:v>
                </c:pt>
                <c:pt idx="171">
                  <c:v>2.31662559509608E-6</c:v>
                </c:pt>
                <c:pt idx="172">
                  <c:v>2.3153395791821E-6</c:v>
                </c:pt>
                <c:pt idx="173">
                  <c:v>2.3140539668832001E-6</c:v>
                </c:pt>
                <c:pt idx="174">
                  <c:v>2.3127650776648802E-6</c:v>
                </c:pt>
                <c:pt idx="175">
                  <c:v>2.31141880194094E-6</c:v>
                </c:pt>
                <c:pt idx="176">
                  <c:v>2.3101185278532401E-6</c:v>
                </c:pt>
                <c:pt idx="177">
                  <c:v>2.3087071745721898E-6</c:v>
                </c:pt>
                <c:pt idx="178">
                  <c:v>2.3074024452659899E-6</c:v>
                </c:pt>
                <c:pt idx="179">
                  <c:v>2.30599759042191E-6</c:v>
                </c:pt>
                <c:pt idx="180">
                  <c:v>2.3046836573548399E-6</c:v>
                </c:pt>
                <c:pt idx="181">
                  <c:v>2.30329322558591E-6</c:v>
                </c:pt>
                <c:pt idx="182">
                  <c:v>2.3019609983051999E-6</c:v>
                </c:pt>
                <c:pt idx="183">
                  <c:v>2.30059070740233E-6</c:v>
                </c:pt>
                <c:pt idx="184">
                  <c:v>2.29924309867243E-6</c:v>
                </c:pt>
                <c:pt idx="185">
                  <c:v>2.29789567517852E-6</c:v>
                </c:pt>
                <c:pt idx="186">
                  <c:v>2.2965308488464799E-6</c:v>
                </c:pt>
                <c:pt idx="187">
                  <c:v>2.2951938936912198E-6</c:v>
                </c:pt>
                <c:pt idx="188">
                  <c:v>2.2938253200572199E-6</c:v>
                </c:pt>
                <c:pt idx="189">
                  <c:v>2.29248844614899E-6</c:v>
                </c:pt>
                <c:pt idx="190">
                  <c:v>2.2911242383359201E-6</c:v>
                </c:pt>
                <c:pt idx="191">
                  <c:v>2.2898021327528299E-6</c:v>
                </c:pt>
                <c:pt idx="192">
                  <c:v>2.2884249325553002E-6</c:v>
                </c:pt>
                <c:pt idx="193">
                  <c:v>2.2871135347435902E-6</c:v>
                </c:pt>
                <c:pt idx="194">
                  <c:v>2.2857435476439001E-6</c:v>
                </c:pt>
                <c:pt idx="195">
                  <c:v>2.28442128859854E-6</c:v>
                </c:pt>
                <c:pt idx="196">
                  <c:v>2.2830472123992801E-6</c:v>
                </c:pt>
                <c:pt idx="197">
                  <c:v>2.28174310059947E-6</c:v>
                </c:pt>
                <c:pt idx="198">
                  <c:v>2.28041390656931E-6</c:v>
                </c:pt>
                <c:pt idx="199">
                  <c:v>2.2791458334058101E-6</c:v>
                </c:pt>
                <c:pt idx="200">
                  <c:v>2.2778774855381999E-6</c:v>
                </c:pt>
                <c:pt idx="201">
                  <c:v>2.2766259141065302E-6</c:v>
                </c:pt>
                <c:pt idx="202">
                  <c:v>2.2753525031192602E-6</c:v>
                </c:pt>
                <c:pt idx="203">
                  <c:v>2.2740315559460498E-6</c:v>
                </c:pt>
                <c:pt idx="204">
                  <c:v>2.2727569531156599E-6</c:v>
                </c:pt>
                <c:pt idx="205">
                  <c:v>2.2714336720967601E-6</c:v>
                </c:pt>
                <c:pt idx="206">
                  <c:v>2.2701634593668102E-6</c:v>
                </c:pt>
                <c:pt idx="207">
                  <c:v>2.2688471869394299E-6</c:v>
                </c:pt>
                <c:pt idx="208">
                  <c:v>2.2675624185478401E-6</c:v>
                </c:pt>
                <c:pt idx="209">
                  <c:v>2.26618257596221E-6</c:v>
                </c:pt>
                <c:pt idx="210">
                  <c:v>2.2648898598020202E-6</c:v>
                </c:pt>
                <c:pt idx="211">
                  <c:v>2.26352343859381E-6</c:v>
                </c:pt>
                <c:pt idx="212">
                  <c:v>2.26223536485308E-6</c:v>
                </c:pt>
                <c:pt idx="213">
                  <c:v>2.2608724065280999E-6</c:v>
                </c:pt>
                <c:pt idx="214">
                  <c:v>2.2595676631760999E-6</c:v>
                </c:pt>
                <c:pt idx="215">
                  <c:v>2.2582225499731398E-6</c:v>
                </c:pt>
                <c:pt idx="216">
                  <c:v>2.25690875342377E-6</c:v>
                </c:pt>
                <c:pt idx="217">
                  <c:v>2.2555663128864499E-6</c:v>
                </c:pt>
                <c:pt idx="218">
                  <c:v>2.2542347695143601E-6</c:v>
                </c:pt>
                <c:pt idx="219">
                  <c:v>2.2528736599017499E-6</c:v>
                </c:pt>
                <c:pt idx="220">
                  <c:v>2.2515382855617199E-6</c:v>
                </c:pt>
                <c:pt idx="221">
                  <c:v>2.2501756262272699E-6</c:v>
                </c:pt>
                <c:pt idx="222">
                  <c:v>2.2488621031327E-6</c:v>
                </c:pt>
                <c:pt idx="223">
                  <c:v>2.24748038033609E-6</c:v>
                </c:pt>
                <c:pt idx="224">
                  <c:v>2.24612794791276E-6</c:v>
                </c:pt>
                <c:pt idx="225">
                  <c:v>2.2447654058100598E-6</c:v>
                </c:pt>
                <c:pt idx="226">
                  <c:v>2.2434180868863998E-6</c:v>
                </c:pt>
                <c:pt idx="227">
                  <c:v>2.2420760393553402E-6</c:v>
                </c:pt>
                <c:pt idx="228">
                  <c:v>2.2407907421366301E-6</c:v>
                </c:pt>
                <c:pt idx="229">
                  <c:v>2.2394267700871999E-6</c:v>
                </c:pt>
                <c:pt idx="230">
                  <c:v>2.23817432396707E-6</c:v>
                </c:pt>
                <c:pt idx="231">
                  <c:v>2.2368590371853699E-6</c:v>
                </c:pt>
                <c:pt idx="232">
                  <c:v>2.2356310515845899E-6</c:v>
                </c:pt>
                <c:pt idx="233">
                  <c:v>2.2343776904086501E-6</c:v>
                </c:pt>
                <c:pt idx="234">
                  <c:v>2.2331438864578501E-6</c:v>
                </c:pt>
                <c:pt idx="235">
                  <c:v>2.2318976132999601E-6</c:v>
                </c:pt>
                <c:pt idx="236">
                  <c:v>2.2305922501256098E-6</c:v>
                </c:pt>
                <c:pt idx="237">
                  <c:v>2.2293599015510101E-6</c:v>
                </c:pt>
                <c:pt idx="238">
                  <c:v>2.2280381013124202E-6</c:v>
                </c:pt>
                <c:pt idx="239">
                  <c:v>2.2267681992838E-6</c:v>
                </c:pt>
                <c:pt idx="240">
                  <c:v>2.2254771923786E-6</c:v>
                </c:pt>
                <c:pt idx="241">
                  <c:v>2.2241433027724502E-6</c:v>
                </c:pt>
                <c:pt idx="242">
                  <c:v>2.2228707766621602E-6</c:v>
                </c:pt>
                <c:pt idx="243">
                  <c:v>2.22150961228753E-6</c:v>
                </c:pt>
                <c:pt idx="244">
                  <c:v>2.2202529710209398E-6</c:v>
                </c:pt>
                <c:pt idx="245">
                  <c:v>2.21891778981181E-6</c:v>
                </c:pt>
                <c:pt idx="246">
                  <c:v>2.2176258156985001E-6</c:v>
                </c:pt>
                <c:pt idx="247">
                  <c:v>2.2163221165126701E-6</c:v>
                </c:pt>
                <c:pt idx="248">
                  <c:v>2.2150137694631998E-6</c:v>
                </c:pt>
                <c:pt idx="249">
                  <c:v>2.2137032642775901E-6</c:v>
                </c:pt>
                <c:pt idx="250">
                  <c:v>2.2124073588152099E-6</c:v>
                </c:pt>
                <c:pt idx="251">
                  <c:v>2.21110528810985E-6</c:v>
                </c:pt>
                <c:pt idx="252">
                  <c:v>2.2097957402846198E-6</c:v>
                </c:pt>
                <c:pt idx="253">
                  <c:v>2.2085174887114899E-6</c:v>
                </c:pt>
                <c:pt idx="254">
                  <c:v>2.2071908057316999E-6</c:v>
                </c:pt>
                <c:pt idx="255">
                  <c:v>2.2059148726030202E-6</c:v>
                </c:pt>
                <c:pt idx="256">
                  <c:v>2.2045938824813998E-6</c:v>
                </c:pt>
                <c:pt idx="257">
                  <c:v>2.2033269820650102E-6</c:v>
                </c:pt>
                <c:pt idx="258">
                  <c:v>2.20199651080967E-6</c:v>
                </c:pt>
                <c:pt idx="259">
                  <c:v>2.2007451720189599E-6</c:v>
                </c:pt>
                <c:pt idx="260">
                  <c:v>2.1994008882759598E-6</c:v>
                </c:pt>
                <c:pt idx="261">
                  <c:v>2.19815466687413E-6</c:v>
                </c:pt>
                <c:pt idx="262">
                  <c:v>2.19681258740084E-6</c:v>
                </c:pt>
                <c:pt idx="263">
                  <c:v>2.1955800719885599E-6</c:v>
                </c:pt>
                <c:pt idx="264">
                  <c:v>2.19430285738236E-6</c:v>
                </c:pt>
                <c:pt idx="265">
                  <c:v>2.19307416238023E-6</c:v>
                </c:pt>
                <c:pt idx="266">
                  <c:v>2.19179754191794E-6</c:v>
                </c:pt>
                <c:pt idx="267">
                  <c:v>2.19056342695583E-6</c:v>
                </c:pt>
                <c:pt idx="268">
                  <c:v>2.1892224896629001E-6</c:v>
                </c:pt>
                <c:pt idx="269">
                  <c:v>2.1879863988984801E-6</c:v>
                </c:pt>
                <c:pt idx="270">
                  <c:v>2.18663591092633E-6</c:v>
                </c:pt>
                <c:pt idx="271">
                  <c:v>2.1853559512244301E-6</c:v>
                </c:pt>
                <c:pt idx="272">
                  <c:v>2.1840507314137901E-6</c:v>
                </c:pt>
                <c:pt idx="273">
                  <c:v>2.1827338470666199E-6</c:v>
                </c:pt>
                <c:pt idx="274">
                  <c:v>2.1814755882846702E-6</c:v>
                </c:pt>
                <c:pt idx="275">
                  <c:v>2.1801598608195802E-6</c:v>
                </c:pt>
                <c:pt idx="276">
                  <c:v>2.1788329809544498E-6</c:v>
                </c:pt>
                <c:pt idx="277">
                  <c:v>2.1775284655828901E-6</c:v>
                </c:pt>
                <c:pt idx="278">
                  <c:v>2.1761953736719399E-6</c:v>
                </c:pt>
                <c:pt idx="279">
                  <c:v>2.1749009358840498E-6</c:v>
                </c:pt>
                <c:pt idx="280">
                  <c:v>2.1736410426310601E-6</c:v>
                </c:pt>
                <c:pt idx="281">
                  <c:v>2.1723474460109999E-6</c:v>
                </c:pt>
                <c:pt idx="282">
                  <c:v>2.1710944298076801E-6</c:v>
                </c:pt>
                <c:pt idx="283">
                  <c:v>2.1697918882960501E-6</c:v>
                </c:pt>
                <c:pt idx="284">
                  <c:v>2.1684895202805201E-6</c:v>
                </c:pt>
                <c:pt idx="285">
                  <c:v>2.1671766884055398E-6</c:v>
                </c:pt>
                <c:pt idx="286">
                  <c:v>2.1658544470550202E-6</c:v>
                </c:pt>
                <c:pt idx="287">
                  <c:v>2.1645782813648102E-6</c:v>
                </c:pt>
                <c:pt idx="288">
                  <c:v>2.16328040678474E-6</c:v>
                </c:pt>
                <c:pt idx="289">
                  <c:v>2.1620276877199699E-6</c:v>
                </c:pt>
                <c:pt idx="290">
                  <c:v>2.1607347693929201E-6</c:v>
                </c:pt>
                <c:pt idx="291">
                  <c:v>2.1594962266758801E-6</c:v>
                </c:pt>
                <c:pt idx="292">
                  <c:v>2.1581940563364698E-6</c:v>
                </c:pt>
                <c:pt idx="293">
                  <c:v>2.1569704075742E-6</c:v>
                </c:pt>
                <c:pt idx="294">
                  <c:v>2.1556477019768698E-6</c:v>
                </c:pt>
                <c:pt idx="295">
                  <c:v>2.1544352078871001E-6</c:v>
                </c:pt>
                <c:pt idx="296">
                  <c:v>2.15316614235187E-6</c:v>
                </c:pt>
                <c:pt idx="297">
                  <c:v>2.1519113029780501E-6</c:v>
                </c:pt>
                <c:pt idx="298">
                  <c:v>2.1507095412901801E-6</c:v>
                </c:pt>
                <c:pt idx="299">
                  <c:v>2.1494549973099002E-6</c:v>
                </c:pt>
                <c:pt idx="300">
                  <c:v>2.1482673391432498E-6</c:v>
                </c:pt>
                <c:pt idx="301">
                  <c:v>2.14707816364772E-6</c:v>
                </c:pt>
                <c:pt idx="302">
                  <c:v>2.1458868336068001E-6</c:v>
                </c:pt>
                <c:pt idx="303">
                  <c:v>2.1446417547598502E-6</c:v>
                </c:pt>
                <c:pt idx="304">
                  <c:v>2.14344200607542E-6</c:v>
                </c:pt>
                <c:pt idx="305">
                  <c:v>2.1421796386753801E-6</c:v>
                </c:pt>
                <c:pt idx="306">
                  <c:v>2.1409141324554502E-6</c:v>
                </c:pt>
                <c:pt idx="307">
                  <c:v>2.1396564970206698E-6</c:v>
                </c:pt>
                <c:pt idx="308">
                  <c:v>2.1383371692175799E-6</c:v>
                </c:pt>
                <c:pt idx="309">
                  <c:v>2.1370725034091899E-6</c:v>
                </c:pt>
                <c:pt idx="310">
                  <c:v>2.1357748804218998E-6</c:v>
                </c:pt>
                <c:pt idx="311">
                  <c:v>2.1345051581399899E-6</c:v>
                </c:pt>
                <c:pt idx="312">
                  <c:v>2.1332479564385598E-6</c:v>
                </c:pt>
                <c:pt idx="313">
                  <c:v>2.1319544649968998E-6</c:v>
                </c:pt>
                <c:pt idx="314">
                  <c:v>2.1307234987196401E-6</c:v>
                </c:pt>
                <c:pt idx="315">
                  <c:v>2.1294445476740398E-6</c:v>
                </c:pt>
                <c:pt idx="316">
                  <c:v>2.1281823280473302E-6</c:v>
                </c:pt>
                <c:pt idx="317">
                  <c:v>2.1269075699912201E-6</c:v>
                </c:pt>
                <c:pt idx="318">
                  <c:v>2.1256491456377302E-6</c:v>
                </c:pt>
                <c:pt idx="319">
                  <c:v>2.1243992779862599E-6</c:v>
                </c:pt>
                <c:pt idx="320">
                  <c:v>2.1231671619080499E-6</c:v>
                </c:pt>
                <c:pt idx="321">
                  <c:v>2.1218961006737599E-6</c:v>
                </c:pt>
                <c:pt idx="322">
                  <c:v>2.1206381479478998E-6</c:v>
                </c:pt>
                <c:pt idx="323">
                  <c:v>2.1193685197607502E-6</c:v>
                </c:pt>
                <c:pt idx="324">
                  <c:v>2.1180831719621699E-6</c:v>
                </c:pt>
                <c:pt idx="325">
                  <c:v>2.1168604566540701E-6</c:v>
                </c:pt>
                <c:pt idx="326">
                  <c:v>2.1155760240125801E-6</c:v>
                </c:pt>
                <c:pt idx="327">
                  <c:v>2.1143771063587801E-6</c:v>
                </c:pt>
                <c:pt idx="328">
                  <c:v>2.1130883200856699E-6</c:v>
                </c:pt>
                <c:pt idx="329">
                  <c:v>2.1119194819762998E-6</c:v>
                </c:pt>
                <c:pt idx="330">
                  <c:v>2.1106749711493301E-6</c:v>
                </c:pt>
                <c:pt idx="331">
                  <c:v>2.1094578036288798E-6</c:v>
                </c:pt>
                <c:pt idx="332">
                  <c:v>2.1082750391441798E-6</c:v>
                </c:pt>
                <c:pt idx="333">
                  <c:v>2.1070538340466399E-6</c:v>
                </c:pt>
                <c:pt idx="334">
                  <c:v>2.1058863596480101E-6</c:v>
                </c:pt>
                <c:pt idx="335">
                  <c:v>2.1047167912013101E-6</c:v>
                </c:pt>
                <c:pt idx="336">
                  <c:v>2.1034987526007301E-6</c:v>
                </c:pt>
                <c:pt idx="337">
                  <c:v>2.1023158357541199E-6</c:v>
                </c:pt>
                <c:pt idx="338">
                  <c:v>2.1010378256593001E-6</c:v>
                </c:pt>
                <c:pt idx="339">
                  <c:v>2.0998461461146498E-6</c:v>
                </c:pt>
                <c:pt idx="340">
                  <c:v>2.0985685113192001E-6</c:v>
                </c:pt>
                <c:pt idx="341">
                  <c:v>2.0973733225909698E-6</c:v>
                </c:pt>
                <c:pt idx="342">
                  <c:v>2.0961107250444099E-6</c:v>
                </c:pt>
                <c:pt idx="343">
                  <c:v>2.0949094287926898E-6</c:v>
                </c:pt>
                <c:pt idx="344">
                  <c:v>2.0936529461263E-6</c:v>
                </c:pt>
                <c:pt idx="345">
                  <c:v>2.0924084227763802E-6</c:v>
                </c:pt>
                <c:pt idx="346">
                  <c:v>2.0911614696511899E-6</c:v>
                </c:pt>
                <c:pt idx="347">
                  <c:v>2.0898851327970999E-6</c:v>
                </c:pt>
                <c:pt idx="348">
                  <c:v>2.0886353580033101E-6</c:v>
                </c:pt>
                <c:pt idx="349">
                  <c:v>2.0873661742976402E-6</c:v>
                </c:pt>
                <c:pt idx="350">
                  <c:v>2.0861264508750501E-6</c:v>
                </c:pt>
                <c:pt idx="351">
                  <c:v>2.0848858384039299E-6</c:v>
                </c:pt>
                <c:pt idx="352">
                  <c:v>2.0836622132067998E-6</c:v>
                </c:pt>
                <c:pt idx="353">
                  <c:v>2.0824483030858499E-6</c:v>
                </c:pt>
                <c:pt idx="354">
                  <c:v>2.0812141190822602E-6</c:v>
                </c:pt>
                <c:pt idx="355">
                  <c:v>2.0800024031079602E-6</c:v>
                </c:pt>
                <c:pt idx="356">
                  <c:v>2.0787495992145201E-6</c:v>
                </c:pt>
                <c:pt idx="357">
                  <c:v>2.0775182843745599E-6</c:v>
                </c:pt>
                <c:pt idx="358">
                  <c:v>2.0762904293036599E-6</c:v>
                </c:pt>
                <c:pt idx="359">
                  <c:v>2.0750265784934798E-6</c:v>
                </c:pt>
                <c:pt idx="360">
                  <c:v>2.0738033029217898E-6</c:v>
                </c:pt>
                <c:pt idx="361">
                  <c:v>2.0725758347551901E-6</c:v>
                </c:pt>
                <c:pt idx="362">
                  <c:v>2.07131555001065E-6</c:v>
                </c:pt>
                <c:pt idx="363">
                  <c:v>2.0701501097910901E-6</c:v>
                </c:pt>
                <c:pt idx="364">
                  <c:v>2.0688857915490701E-6</c:v>
                </c:pt>
                <c:pt idx="365">
                  <c:v>2.0677397624137999E-6</c:v>
                </c:pt>
                <c:pt idx="366">
                  <c:v>2.06652919530754E-6</c:v>
                </c:pt>
                <c:pt idx="367">
                  <c:v>2.06533067360576E-6</c:v>
                </c:pt>
                <c:pt idx="368">
                  <c:v>2.0641829446768899E-6</c:v>
                </c:pt>
                <c:pt idx="369">
                  <c:v>2.0629865328804902E-6</c:v>
                </c:pt>
                <c:pt idx="370">
                  <c:v>2.0618502298313398E-6</c:v>
                </c:pt>
                <c:pt idx="371">
                  <c:v>2.06070606906683E-6</c:v>
                </c:pt>
                <c:pt idx="372">
                  <c:v>2.0595175721094601E-6</c:v>
                </c:pt>
                <c:pt idx="373">
                  <c:v>2.0583589085192402E-6</c:v>
                </c:pt>
                <c:pt idx="374">
                  <c:v>2.0571081564432402E-6</c:v>
                </c:pt>
                <c:pt idx="375">
                  <c:v>2.0559356942214201E-6</c:v>
                </c:pt>
                <c:pt idx="376">
                  <c:v>2.0546824560994301E-6</c:v>
                </c:pt>
                <c:pt idx="377">
                  <c:v>2.0534802600185101E-6</c:v>
                </c:pt>
                <c:pt idx="378">
                  <c:v>2.0522605709015401E-6</c:v>
                </c:pt>
                <c:pt idx="379">
                  <c:v>2.0510290643339998E-6</c:v>
                </c:pt>
                <c:pt idx="380">
                  <c:v>2.0498110238541998E-6</c:v>
                </c:pt>
                <c:pt idx="381">
                  <c:v>2.0485908928693499E-6</c:v>
                </c:pt>
                <c:pt idx="382">
                  <c:v>2.0473403119508001E-6</c:v>
                </c:pt>
                <c:pt idx="383">
                  <c:v>2.0461351422788801E-6</c:v>
                </c:pt>
                <c:pt idx="384">
                  <c:v>2.0449090730468099E-6</c:v>
                </c:pt>
                <c:pt idx="385">
                  <c:v>2.0437236931552801E-6</c:v>
                </c:pt>
                <c:pt idx="386">
                  <c:v>2.0425188259558902E-6</c:v>
                </c:pt>
                <c:pt idx="387">
                  <c:v>2.04134295916823E-6</c:v>
                </c:pt>
                <c:pt idx="388">
                  <c:v>2.0401225791055899E-6</c:v>
                </c:pt>
                <c:pt idx="389">
                  <c:v>2.0389085195308298E-6</c:v>
                </c:pt>
                <c:pt idx="390">
                  <c:v>2.0377050215288602E-6</c:v>
                </c:pt>
                <c:pt idx="391">
                  <c:v>2.03646820348439E-6</c:v>
                </c:pt>
                <c:pt idx="392">
                  <c:v>2.0352607820158099E-6</c:v>
                </c:pt>
                <c:pt idx="393">
                  <c:v>2.0340684149296899E-6</c:v>
                </c:pt>
                <c:pt idx="394">
                  <c:v>2.0328247163971298E-6</c:v>
                </c:pt>
                <c:pt idx="395">
                  <c:v>2.03162591234587E-6</c:v>
                </c:pt>
                <c:pt idx="396">
                  <c:v>2.0304394281035099E-6</c:v>
                </c:pt>
                <c:pt idx="397">
                  <c:v>2.0292677773053301E-6</c:v>
                </c:pt>
                <c:pt idx="398">
                  <c:v>2.02813599504913E-6</c:v>
                </c:pt>
                <c:pt idx="399">
                  <c:v>2.02695974003074E-6</c:v>
                </c:pt>
                <c:pt idx="400">
                  <c:v>2.0257729197278798E-6</c:v>
                </c:pt>
                <c:pt idx="401">
                  <c:v>2.0245841846608499E-6</c:v>
                </c:pt>
                <c:pt idx="402">
                  <c:v>2.0233525266610799E-6</c:v>
                </c:pt>
                <c:pt idx="403">
                  <c:v>2.0222267500130902E-6</c:v>
                </c:pt>
                <c:pt idx="404">
                  <c:v>2.0210445386428199E-6</c:v>
                </c:pt>
                <c:pt idx="405">
                  <c:v>2.0198646914761099E-6</c:v>
                </c:pt>
                <c:pt idx="406">
                  <c:v>2.01868485475518E-6</c:v>
                </c:pt>
                <c:pt idx="407">
                  <c:v>2.0175021683992401E-6</c:v>
                </c:pt>
                <c:pt idx="408">
                  <c:v>2.01628301360375E-6</c:v>
                </c:pt>
                <c:pt idx="409">
                  <c:v>2.0151427290375599E-6</c:v>
                </c:pt>
                <c:pt idx="410">
                  <c:v>2.0139431738191801E-6</c:v>
                </c:pt>
                <c:pt idx="411">
                  <c:v>2.0127869690768599E-6</c:v>
                </c:pt>
                <c:pt idx="412">
                  <c:v>2.0115988172573199E-6</c:v>
                </c:pt>
                <c:pt idx="413">
                  <c:v>2.0104372942896E-6</c:v>
                </c:pt>
                <c:pt idx="414">
                  <c:v>2.0092464501010501E-6</c:v>
                </c:pt>
                <c:pt idx="415">
                  <c:v>2.0080891478774499E-6</c:v>
                </c:pt>
                <c:pt idx="416">
                  <c:v>2.00691189187852E-6</c:v>
                </c:pt>
                <c:pt idx="417">
                  <c:v>2.0057279971068002E-6</c:v>
                </c:pt>
                <c:pt idx="418">
                  <c:v>2.0045388370593099E-6</c:v>
                </c:pt>
                <c:pt idx="419">
                  <c:v>2.0033603051939401E-6</c:v>
                </c:pt>
                <c:pt idx="420">
                  <c:v>2.00216524506257E-6</c:v>
                </c:pt>
                <c:pt idx="421">
                  <c:v>2.0010155564979898E-6</c:v>
                </c:pt>
                <c:pt idx="422">
                  <c:v>1.9998320976559501E-6</c:v>
                </c:pt>
                <c:pt idx="423">
                  <c:v>1.9986785920066402E-6</c:v>
                </c:pt>
                <c:pt idx="424">
                  <c:v>1.9974997983120099E-6</c:v>
                </c:pt>
                <c:pt idx="425">
                  <c:v>1.9963530438167402E-6</c:v>
                </c:pt>
                <c:pt idx="426">
                  <c:v>1.9951590981470399E-6</c:v>
                </c:pt>
                <c:pt idx="427">
                  <c:v>1.9940417764979099E-6</c:v>
                </c:pt>
                <c:pt idx="428">
                  <c:v>1.9928752391934802E-6</c:v>
                </c:pt>
                <c:pt idx="429">
                  <c:v>1.9917147848240201E-6</c:v>
                </c:pt>
                <c:pt idx="430">
                  <c:v>1.9905446847065298E-6</c:v>
                </c:pt>
                <c:pt idx="431">
                  <c:v>1.98933231611974E-6</c:v>
                </c:pt>
                <c:pt idx="432">
                  <c:v>1.9881678026206398E-6</c:v>
                </c:pt>
                <c:pt idx="433">
                  <c:v>1.9870007921132501E-6</c:v>
                </c:pt>
                <c:pt idx="434">
                  <c:v>1.9858564195499898E-6</c:v>
                </c:pt>
                <c:pt idx="435">
                  <c:v>1.98468298220609E-6</c:v>
                </c:pt>
                <c:pt idx="436">
                  <c:v>1.9835419265018501E-6</c:v>
                </c:pt>
                <c:pt idx="437">
                  <c:v>1.9823399489051501E-6</c:v>
                </c:pt>
                <c:pt idx="438">
                  <c:v>1.9812278144425799E-6</c:v>
                </c:pt>
                <c:pt idx="439">
                  <c:v>1.9800304352242199E-6</c:v>
                </c:pt>
                <c:pt idx="440">
                  <c:v>1.9788697939353101E-6</c:v>
                </c:pt>
                <c:pt idx="441">
                  <c:v>1.9777125438378202E-6</c:v>
                </c:pt>
                <c:pt idx="442">
                  <c:v>1.9765217820812102E-6</c:v>
                </c:pt>
                <c:pt idx="443">
                  <c:v>1.9753996981718602E-6</c:v>
                </c:pt>
                <c:pt idx="444">
                  <c:v>1.9742141887721001E-6</c:v>
                </c:pt>
                <c:pt idx="445">
                  <c:v>1.9730498394684698E-6</c:v>
                </c:pt>
                <c:pt idx="446">
                  <c:v>1.9718826825233099E-6</c:v>
                </c:pt>
                <c:pt idx="447">
                  <c:v>1.9706963934606699E-6</c:v>
                </c:pt>
                <c:pt idx="448">
                  <c:v>1.96953172632908E-6</c:v>
                </c:pt>
                <c:pt idx="449">
                  <c:v>1.96834728238408E-6</c:v>
                </c:pt>
                <c:pt idx="450">
                  <c:v>1.9671894365586201E-6</c:v>
                </c:pt>
                <c:pt idx="451">
                  <c:v>1.9660195253897799E-6</c:v>
                </c:pt>
                <c:pt idx="452">
                  <c:v>1.9648725812385998E-6</c:v>
                </c:pt>
                <c:pt idx="453">
                  <c:v>1.9637324375868399E-6</c:v>
                </c:pt>
                <c:pt idx="454">
                  <c:v>1.9625648082468498E-6</c:v>
                </c:pt>
                <c:pt idx="455">
                  <c:v>1.96140092608065E-6</c:v>
                </c:pt>
                <c:pt idx="456">
                  <c:v>1.9602137894280699E-6</c:v>
                </c:pt>
                <c:pt idx="457">
                  <c:v>1.9590681950185398E-6</c:v>
                </c:pt>
                <c:pt idx="458">
                  <c:v>1.9578953755724301E-6</c:v>
                </c:pt>
                <c:pt idx="459">
                  <c:v>1.9567863191153999E-6</c:v>
                </c:pt>
                <c:pt idx="460">
                  <c:v>1.9556287581315399E-6</c:v>
                </c:pt>
                <c:pt idx="461">
                  <c:v>1.9545189061470202E-6</c:v>
                </c:pt>
                <c:pt idx="462">
                  <c:v>1.9533542379204098E-6</c:v>
                </c:pt>
                <c:pt idx="463">
                  <c:v>1.9522539727071698E-6</c:v>
                </c:pt>
                <c:pt idx="464">
                  <c:v>1.9510783333685198E-6</c:v>
                </c:pt>
                <c:pt idx="465">
                  <c:v>1.9499906093746199E-6</c:v>
                </c:pt>
                <c:pt idx="466">
                  <c:v>1.9488644785605501E-6</c:v>
                </c:pt>
                <c:pt idx="467">
                  <c:v>1.9477099006972499E-6</c:v>
                </c:pt>
                <c:pt idx="468">
                  <c:v>1.9466041249082E-6</c:v>
                </c:pt>
                <c:pt idx="469">
                  <c:v>1.9454476533892798E-6</c:v>
                </c:pt>
                <c:pt idx="470">
                  <c:v>1.9442835362334801E-6</c:v>
                </c:pt>
                <c:pt idx="471">
                  <c:v>1.9431494443319E-6</c:v>
                </c:pt>
                <c:pt idx="472">
                  <c:v>1.9419683662867601E-6</c:v>
                </c:pt>
                <c:pt idx="473">
                  <c:v>1.9408290465720998E-6</c:v>
                </c:pt>
                <c:pt idx="474">
                  <c:v>1.9396584691362599E-6</c:v>
                </c:pt>
                <c:pt idx="475">
                  <c:v>1.9385837499840699E-6</c:v>
                </c:pt>
                <c:pt idx="476">
                  <c:v>1.93742023309489E-6</c:v>
                </c:pt>
                <c:pt idx="477">
                  <c:v>1.9363314308673099E-6</c:v>
                </c:pt>
                <c:pt idx="478">
                  <c:v>1.9351491338372901E-6</c:v>
                </c:pt>
                <c:pt idx="479">
                  <c:v>1.9340079524252301E-6</c:v>
                </c:pt>
                <c:pt idx="480">
                  <c:v>1.9328471812154499E-6</c:v>
                </c:pt>
                <c:pt idx="481">
                  <c:v>1.9316965910804801E-6</c:v>
                </c:pt>
                <c:pt idx="482">
                  <c:v>1.93055722660565E-6</c:v>
                </c:pt>
                <c:pt idx="483">
                  <c:v>1.9294147551900801E-6</c:v>
                </c:pt>
                <c:pt idx="484">
                  <c:v>1.9282665711498001E-6</c:v>
                </c:pt>
                <c:pt idx="485">
                  <c:v>1.9271219135321001E-6</c:v>
                </c:pt>
                <c:pt idx="486">
                  <c:v>1.9259908038147602E-6</c:v>
                </c:pt>
                <c:pt idx="487">
                  <c:v>1.9248354147930999E-6</c:v>
                </c:pt>
                <c:pt idx="488">
                  <c:v>1.9236869007596401E-6</c:v>
                </c:pt>
                <c:pt idx="489">
                  <c:v>1.9225179017476699E-6</c:v>
                </c:pt>
                <c:pt idx="490">
                  <c:v>1.9213569236197902E-6</c:v>
                </c:pt>
                <c:pt idx="491">
                  <c:v>1.9202380662601201E-6</c:v>
                </c:pt>
                <c:pt idx="492">
                  <c:v>1.9190910375348801E-6</c:v>
                </c:pt>
                <c:pt idx="493">
                  <c:v>1.9180149420938101E-6</c:v>
                </c:pt>
                <c:pt idx="494">
                  <c:v>1.91686451850962E-6</c:v>
                </c:pt>
                <c:pt idx="495">
                  <c:v>1.9157480827608599E-6</c:v>
                </c:pt>
                <c:pt idx="496">
                  <c:v>1.9146414128446398E-6</c:v>
                </c:pt>
                <c:pt idx="497">
                  <c:v>1.9135440229201198E-6</c:v>
                </c:pt>
                <c:pt idx="498">
                  <c:v>1.9124385393093498E-6</c:v>
                </c:pt>
                <c:pt idx="499">
                  <c:v>1.9113941753058799E-6</c:v>
                </c:pt>
                <c:pt idx="500">
                  <c:v>1.9103020666259102E-6</c:v>
                </c:pt>
                <c:pt idx="501">
                  <c:v>1.9092583364848401E-6</c:v>
                </c:pt>
                <c:pt idx="502">
                  <c:v>1.9082228095856299E-6</c:v>
                </c:pt>
                <c:pt idx="503">
                  <c:v>1.90717629684576E-6</c:v>
                </c:pt>
                <c:pt idx="504">
                  <c:v>1.9060897700143199E-6</c:v>
                </c:pt>
                <c:pt idx="505">
                  <c:v>1.90503103164658E-6</c:v>
                </c:pt>
                <c:pt idx="506">
                  <c:v>1.90389038088045E-6</c:v>
                </c:pt>
                <c:pt idx="507">
                  <c:v>1.90278569010649E-6</c:v>
                </c:pt>
                <c:pt idx="508">
                  <c:v>1.9016768007346201E-6</c:v>
                </c:pt>
                <c:pt idx="509">
                  <c:v>1.9005417709840401E-6</c:v>
                </c:pt>
                <c:pt idx="510">
                  <c:v>1.8994734727948501E-6</c:v>
                </c:pt>
                <c:pt idx="511">
                  <c:v>1.8983494531962E-6</c:v>
                </c:pt>
                <c:pt idx="512">
                  <c:v>1.8972908546313799E-6</c:v>
                </c:pt>
                <c:pt idx="513">
                  <c:v>1.8961654892046499E-6</c:v>
                </c:pt>
                <c:pt idx="514">
                  <c:v>1.89509291226052E-6</c:v>
                </c:pt>
                <c:pt idx="515">
                  <c:v>1.8939841048653599E-6</c:v>
                </c:pt>
                <c:pt idx="516">
                  <c:v>1.89289303369541E-6</c:v>
                </c:pt>
                <c:pt idx="517">
                  <c:v>1.8918055416773601E-6</c:v>
                </c:pt>
                <c:pt idx="518">
                  <c:v>1.8907132550250801E-6</c:v>
                </c:pt>
                <c:pt idx="519">
                  <c:v>1.8896206452420099E-6</c:v>
                </c:pt>
                <c:pt idx="520">
                  <c:v>1.8885118803597699E-6</c:v>
                </c:pt>
                <c:pt idx="521">
                  <c:v>1.88740886156615E-6</c:v>
                </c:pt>
                <c:pt idx="522">
                  <c:v>1.88631125465464E-6</c:v>
                </c:pt>
                <c:pt idx="523">
                  <c:v>1.8851942119748401E-6</c:v>
                </c:pt>
                <c:pt idx="524">
                  <c:v>1.88408848231946E-6</c:v>
                </c:pt>
                <c:pt idx="525">
                  <c:v>1.88300622747514E-6</c:v>
                </c:pt>
                <c:pt idx="526">
                  <c:v>1.8818724775394401E-6</c:v>
                </c:pt>
                <c:pt idx="527">
                  <c:v>1.8808467022270199E-6</c:v>
                </c:pt>
                <c:pt idx="528">
                  <c:v>1.8797635564186199E-6</c:v>
                </c:pt>
                <c:pt idx="529">
                  <c:v>1.8786845471790201E-6</c:v>
                </c:pt>
                <c:pt idx="530">
                  <c:v>1.8775946285641801E-6</c:v>
                </c:pt>
                <c:pt idx="531">
                  <c:v>1.8764643679696901E-6</c:v>
                </c:pt>
                <c:pt idx="532">
                  <c:v>1.87536919589514E-6</c:v>
                </c:pt>
                <c:pt idx="533">
                  <c:v>1.8742266962715601E-6</c:v>
                </c:pt>
                <c:pt idx="534">
                  <c:v>1.87313580596777E-6</c:v>
                </c:pt>
                <c:pt idx="535">
                  <c:v>1.8719913251349E-6</c:v>
                </c:pt>
                <c:pt idx="536">
                  <c:v>1.8708683418104301E-6</c:v>
                </c:pt>
                <c:pt idx="537">
                  <c:v>1.86974331447639E-6</c:v>
                </c:pt>
                <c:pt idx="538">
                  <c:v>1.86866413175587E-6</c:v>
                </c:pt>
                <c:pt idx="539">
                  <c:v>1.8675387540458199E-6</c:v>
                </c:pt>
                <c:pt idx="540">
                  <c:v>1.8664652893906601E-6</c:v>
                </c:pt>
                <c:pt idx="541">
                  <c:v>1.8653692555599101E-6</c:v>
                </c:pt>
                <c:pt idx="542">
                  <c:v>1.86426231137536E-6</c:v>
                </c:pt>
                <c:pt idx="543">
                  <c:v>1.8631835878038199E-6</c:v>
                </c:pt>
                <c:pt idx="544">
                  <c:v>1.8620946361672301E-6</c:v>
                </c:pt>
                <c:pt idx="545">
                  <c:v>1.86102134568122E-6</c:v>
                </c:pt>
                <c:pt idx="546">
                  <c:v>1.8599532252044299E-6</c:v>
                </c:pt>
                <c:pt idx="547">
                  <c:v>1.85889353564285E-6</c:v>
                </c:pt>
                <c:pt idx="548">
                  <c:v>1.8578153757747899E-6</c:v>
                </c:pt>
                <c:pt idx="549">
                  <c:v>1.85675780115472E-6</c:v>
                </c:pt>
                <c:pt idx="550">
                  <c:v>1.8556484820304E-6</c:v>
                </c:pt>
                <c:pt idx="551">
                  <c:v>1.8545755523048E-6</c:v>
                </c:pt>
                <c:pt idx="552">
                  <c:v>1.85345664141256E-6</c:v>
                </c:pt>
                <c:pt idx="553">
                  <c:v>1.8523972959642601E-6</c:v>
                </c:pt>
                <c:pt idx="554">
                  <c:v>1.8513079381922099E-6</c:v>
                </c:pt>
                <c:pt idx="555">
                  <c:v>1.85027608516996E-6</c:v>
                </c:pt>
                <c:pt idx="556">
                  <c:v>1.84918083959523E-6</c:v>
                </c:pt>
                <c:pt idx="557">
                  <c:v>1.8480937210447201E-6</c:v>
                </c:pt>
                <c:pt idx="558">
                  <c:v>1.8469733108969899E-6</c:v>
                </c:pt>
                <c:pt idx="559">
                  <c:v>1.84586127252799E-6</c:v>
                </c:pt>
                <c:pt idx="560">
                  <c:v>1.84479666565652E-6</c:v>
                </c:pt>
                <c:pt idx="561">
                  <c:v>1.84376473342123E-6</c:v>
                </c:pt>
                <c:pt idx="562">
                  <c:v>1.84276271592985E-6</c:v>
                </c:pt>
                <c:pt idx="563">
                  <c:v>1.84177797947516E-6</c:v>
                </c:pt>
                <c:pt idx="564">
                  <c:v>1.84077745029731E-6</c:v>
                </c:pt>
                <c:pt idx="565">
                  <c:v>1.83974463031437E-6</c:v>
                </c:pt>
                <c:pt idx="566">
                  <c:v>1.8387014196630401E-6</c:v>
                </c:pt>
                <c:pt idx="567">
                  <c:v>1.83762616462871E-6</c:v>
                </c:pt>
                <c:pt idx="568">
                  <c:v>1.83654751050118E-6</c:v>
                </c:pt>
                <c:pt idx="569">
                  <c:v>1.8354709176696999E-6</c:v>
                </c:pt>
                <c:pt idx="570">
                  <c:v>1.8344199089610899E-6</c:v>
                </c:pt>
                <c:pt idx="571">
                  <c:v>1.8333317061582401E-6</c:v>
                </c:pt>
                <c:pt idx="572">
                  <c:v>1.83226854632515E-6</c:v>
                </c:pt>
                <c:pt idx="573">
                  <c:v>1.83120931659626E-6</c:v>
                </c:pt>
                <c:pt idx="574">
                  <c:v>1.83012247299092E-6</c:v>
                </c:pt>
                <c:pt idx="575">
                  <c:v>1.8290638312389001E-6</c:v>
                </c:pt>
                <c:pt idx="576">
                  <c:v>1.8279782931023699E-6</c:v>
                </c:pt>
                <c:pt idx="577">
                  <c:v>1.8269145641666901E-6</c:v>
                </c:pt>
                <c:pt idx="578">
                  <c:v>1.82584563857852E-6</c:v>
                </c:pt>
                <c:pt idx="579">
                  <c:v>1.82480533718953E-6</c:v>
                </c:pt>
                <c:pt idx="580">
                  <c:v>1.8237655908434201E-6</c:v>
                </c:pt>
                <c:pt idx="581">
                  <c:v>1.82269045760687E-6</c:v>
                </c:pt>
                <c:pt idx="582">
                  <c:v>1.821630597769E-6</c:v>
                </c:pt>
                <c:pt idx="583">
                  <c:v>1.8205567454253301E-6</c:v>
                </c:pt>
                <c:pt idx="584">
                  <c:v>1.81949988901007E-6</c:v>
                </c:pt>
                <c:pt idx="585">
                  <c:v>1.8184443905141099E-6</c:v>
                </c:pt>
                <c:pt idx="586">
                  <c:v>1.8173791919101199E-6</c:v>
                </c:pt>
                <c:pt idx="587">
                  <c:v>1.81631254857888E-6</c:v>
                </c:pt>
                <c:pt idx="588">
                  <c:v>1.8152548195023099E-6</c:v>
                </c:pt>
                <c:pt idx="589">
                  <c:v>1.8141831971362599E-6</c:v>
                </c:pt>
                <c:pt idx="590">
                  <c:v>1.81318661405427E-6</c:v>
                </c:pt>
                <c:pt idx="591">
                  <c:v>1.81210282796876E-6</c:v>
                </c:pt>
                <c:pt idx="592">
                  <c:v>1.81107968339988E-6</c:v>
                </c:pt>
                <c:pt idx="593">
                  <c:v>1.81003658127381E-6</c:v>
                </c:pt>
                <c:pt idx="594">
                  <c:v>1.8089648800507E-6</c:v>
                </c:pt>
                <c:pt idx="595">
                  <c:v>1.80797974478379E-6</c:v>
                </c:pt>
                <c:pt idx="596">
                  <c:v>1.8069129113283201E-6</c:v>
                </c:pt>
                <c:pt idx="597">
                  <c:v>1.8059311629201199E-6</c:v>
                </c:pt>
                <c:pt idx="598">
                  <c:v>1.8049139641576899E-6</c:v>
                </c:pt>
                <c:pt idx="599">
                  <c:v>1.8038874403112401E-6</c:v>
                </c:pt>
                <c:pt idx="600">
                  <c:v>1.8029046930136401E-6</c:v>
                </c:pt>
                <c:pt idx="601">
                  <c:v>1.8018358463416201E-6</c:v>
                </c:pt>
                <c:pt idx="602">
                  <c:v>1.80079980433565E-6</c:v>
                </c:pt>
                <c:pt idx="603">
                  <c:v>1.7997324991081999E-6</c:v>
                </c:pt>
                <c:pt idx="604">
                  <c:v>1.79870703156155E-6</c:v>
                </c:pt>
                <c:pt idx="605">
                  <c:v>1.79763947399745E-6</c:v>
                </c:pt>
                <c:pt idx="606">
                  <c:v>1.7966595581334E-6</c:v>
                </c:pt>
                <c:pt idx="607">
                  <c:v>1.7956023662475499E-6</c:v>
                </c:pt>
                <c:pt idx="608">
                  <c:v>1.79457193966695E-6</c:v>
                </c:pt>
                <c:pt idx="609">
                  <c:v>1.7935419349389499E-6</c:v>
                </c:pt>
                <c:pt idx="610">
                  <c:v>1.79247721671781E-6</c:v>
                </c:pt>
                <c:pt idx="611">
                  <c:v>1.7914635612829501E-6</c:v>
                </c:pt>
                <c:pt idx="612">
                  <c:v>1.7904201165370301E-6</c:v>
                </c:pt>
                <c:pt idx="613">
                  <c:v>1.7894093901668301E-6</c:v>
                </c:pt>
                <c:pt idx="614">
                  <c:v>1.7883833701652601E-6</c:v>
                </c:pt>
                <c:pt idx="615">
                  <c:v>1.7873816219924799E-6</c:v>
                </c:pt>
                <c:pt idx="616">
                  <c:v>1.78635017394112E-6</c:v>
                </c:pt>
                <c:pt idx="617">
                  <c:v>1.7853265731986699E-6</c:v>
                </c:pt>
                <c:pt idx="618">
                  <c:v>1.78430059356249E-6</c:v>
                </c:pt>
                <c:pt idx="619">
                  <c:v>1.7832512246872099E-6</c:v>
                </c:pt>
                <c:pt idx="620">
                  <c:v>1.78222321007484E-6</c:v>
                </c:pt>
                <c:pt idx="621">
                  <c:v>1.7812207544412901E-6</c:v>
                </c:pt>
                <c:pt idx="622">
                  <c:v>1.7801834581011301E-6</c:v>
                </c:pt>
                <c:pt idx="623">
                  <c:v>1.7792100416178601E-6</c:v>
                </c:pt>
                <c:pt idx="624">
                  <c:v>1.7781666531309799E-6</c:v>
                </c:pt>
                <c:pt idx="625">
                  <c:v>1.77714857545304E-6</c:v>
                </c:pt>
                <c:pt idx="626">
                  <c:v>1.7761392855304299E-6</c:v>
                </c:pt>
                <c:pt idx="627">
                  <c:v>1.77509428706825E-6</c:v>
                </c:pt>
                <c:pt idx="628">
                  <c:v>1.7741389415888501E-6</c:v>
                </c:pt>
                <c:pt idx="629">
                  <c:v>1.7731368636537199E-6</c:v>
                </c:pt>
                <c:pt idx="630">
                  <c:v>1.7721402063159201E-6</c:v>
                </c:pt>
                <c:pt idx="631">
                  <c:v>1.7711442530428499E-6</c:v>
                </c:pt>
                <c:pt idx="632">
                  <c:v>1.77013007436421E-6</c:v>
                </c:pt>
                <c:pt idx="633">
                  <c:v>1.7690788476642999E-6</c:v>
                </c:pt>
                <c:pt idx="634">
                  <c:v>1.7680712257505999E-6</c:v>
                </c:pt>
                <c:pt idx="635">
                  <c:v>1.7670297831946199E-6</c:v>
                </c:pt>
                <c:pt idx="636">
                  <c:v>1.7660253836896999E-6</c:v>
                </c:pt>
                <c:pt idx="637">
                  <c:v>1.7650057939567201E-6</c:v>
                </c:pt>
                <c:pt idx="638">
                  <c:v>1.7640419749594901E-6</c:v>
                </c:pt>
                <c:pt idx="639">
                  <c:v>1.7630134610544E-6</c:v>
                </c:pt>
                <c:pt idx="640">
                  <c:v>1.7620503081825599E-6</c:v>
                </c:pt>
                <c:pt idx="641">
                  <c:v>1.7610395974658401E-6</c:v>
                </c:pt>
                <c:pt idx="642">
                  <c:v>1.7600610104495E-6</c:v>
                </c:pt>
                <c:pt idx="643">
                  <c:v>1.7590566954630199E-6</c:v>
                </c:pt>
                <c:pt idx="644">
                  <c:v>1.7580463238740799E-6</c:v>
                </c:pt>
                <c:pt idx="645">
                  <c:v>1.7570499894747099E-6</c:v>
                </c:pt>
                <c:pt idx="646">
                  <c:v>1.75603928684752E-6</c:v>
                </c:pt>
                <c:pt idx="647">
                  <c:v>1.75504782030076E-6</c:v>
                </c:pt>
                <c:pt idx="648">
                  <c:v>1.7540626978516899E-6</c:v>
                </c:pt>
                <c:pt idx="649">
                  <c:v>1.75304104704849E-6</c:v>
                </c:pt>
                <c:pt idx="650">
                  <c:v>1.75203248226192E-6</c:v>
                </c:pt>
                <c:pt idx="651">
                  <c:v>1.7509876256242101E-6</c:v>
                </c:pt>
                <c:pt idx="652">
                  <c:v>1.74996025578124E-6</c:v>
                </c:pt>
                <c:pt idx="653">
                  <c:v>1.7489346748676901E-6</c:v>
                </c:pt>
                <c:pt idx="654">
                  <c:v>1.74794862043932E-6</c:v>
                </c:pt>
                <c:pt idx="655">
                  <c:v>1.7469422250383E-6</c:v>
                </c:pt>
                <c:pt idx="656">
                  <c:v>1.74599353207862E-6</c:v>
                </c:pt>
                <c:pt idx="657">
                  <c:v>1.7449742935433899E-6</c:v>
                </c:pt>
                <c:pt idx="658">
                  <c:v>1.7439869541217901E-6</c:v>
                </c:pt>
                <c:pt idx="659">
                  <c:v>1.74300432443415E-6</c:v>
                </c:pt>
                <c:pt idx="660">
                  <c:v>1.74197845232361E-6</c:v>
                </c:pt>
                <c:pt idx="661">
                  <c:v>1.74104433174118E-6</c:v>
                </c:pt>
                <c:pt idx="662">
                  <c:v>1.74002781784176E-6</c:v>
                </c:pt>
                <c:pt idx="663">
                  <c:v>1.7390967030192501E-6</c:v>
                </c:pt>
                <c:pt idx="664">
                  <c:v>1.73809428565268E-6</c:v>
                </c:pt>
                <c:pt idx="665">
                  <c:v>1.73715016322517E-6</c:v>
                </c:pt>
                <c:pt idx="666">
                  <c:v>1.7361393567457901E-6</c:v>
                </c:pt>
                <c:pt idx="667">
                  <c:v>1.73515411148979E-6</c:v>
                </c:pt>
                <c:pt idx="668">
                  <c:v>1.7341354791507499E-6</c:v>
                </c:pt>
                <c:pt idx="669">
                  <c:v>1.7331554107508699E-6</c:v>
                </c:pt>
                <c:pt idx="670">
                  <c:v>1.73214705232005E-6</c:v>
                </c:pt>
                <c:pt idx="671">
                  <c:v>1.73116524219037E-6</c:v>
                </c:pt>
                <c:pt idx="672">
                  <c:v>1.73015305964916E-6</c:v>
                </c:pt>
                <c:pt idx="673">
                  <c:v>1.72913848838463E-6</c:v>
                </c:pt>
                <c:pt idx="674">
                  <c:v>1.7281534295546399E-6</c:v>
                </c:pt>
                <c:pt idx="675">
                  <c:v>1.72715438982015E-6</c:v>
                </c:pt>
                <c:pt idx="676">
                  <c:v>1.7261715672453799E-6</c:v>
                </c:pt>
                <c:pt idx="677">
                  <c:v>1.72517013031839E-6</c:v>
                </c:pt>
                <c:pt idx="678">
                  <c:v>1.7241664434046099E-6</c:v>
                </c:pt>
                <c:pt idx="679">
                  <c:v>1.7231667050315999E-6</c:v>
                </c:pt>
                <c:pt idx="680">
                  <c:v>1.7221976591796001E-6</c:v>
                </c:pt>
                <c:pt idx="681">
                  <c:v>1.7212235962388999E-6</c:v>
                </c:pt>
                <c:pt idx="682">
                  <c:v>1.7202754441280201E-6</c:v>
                </c:pt>
                <c:pt idx="683">
                  <c:v>1.7193027785771999E-6</c:v>
                </c:pt>
                <c:pt idx="684">
                  <c:v>1.7183706699673899E-6</c:v>
                </c:pt>
                <c:pt idx="685">
                  <c:v>1.71738316262575E-6</c:v>
                </c:pt>
                <c:pt idx="686">
                  <c:v>1.7164614739477E-6</c:v>
                </c:pt>
                <c:pt idx="687">
                  <c:v>1.7154709806179299E-6</c:v>
                </c:pt>
                <c:pt idx="688">
                  <c:v>1.7145411851594301E-6</c:v>
                </c:pt>
                <c:pt idx="689">
                  <c:v>1.7135494814472099E-6</c:v>
                </c:pt>
                <c:pt idx="690">
                  <c:v>1.7125825942429501E-6</c:v>
                </c:pt>
                <c:pt idx="691">
                  <c:v>1.71158888548029E-6</c:v>
                </c:pt>
                <c:pt idx="692">
                  <c:v>1.71062967093856E-6</c:v>
                </c:pt>
                <c:pt idx="693">
                  <c:v>1.70963626402113E-6</c:v>
                </c:pt>
                <c:pt idx="694">
                  <c:v>1.7086795396130899E-6</c:v>
                </c:pt>
                <c:pt idx="695">
                  <c:v>1.7077182545305401E-6</c:v>
                </c:pt>
                <c:pt idx="696">
                  <c:v>1.7067263329885001E-6</c:v>
                </c:pt>
                <c:pt idx="697">
                  <c:v>1.70575930827573E-6</c:v>
                </c:pt>
                <c:pt idx="698">
                  <c:v>1.70477863728232E-6</c:v>
                </c:pt>
                <c:pt idx="699">
                  <c:v>1.70378602615717E-6</c:v>
                </c:pt>
                <c:pt idx="700">
                  <c:v>1.70282956399913E-6</c:v>
                </c:pt>
                <c:pt idx="701">
                  <c:v>1.7018462543653499E-6</c:v>
                </c:pt>
                <c:pt idx="702">
                  <c:v>1.70089006458128E-6</c:v>
                </c:pt>
                <c:pt idx="703">
                  <c:v>1.69990961016916E-6</c:v>
                </c:pt>
                <c:pt idx="704">
                  <c:v>1.6989466596532099E-6</c:v>
                </c:pt>
                <c:pt idx="705">
                  <c:v>1.6979607552509701E-6</c:v>
                </c:pt>
                <c:pt idx="706">
                  <c:v>1.69699433156158E-6</c:v>
                </c:pt>
                <c:pt idx="707">
                  <c:v>1.6960196709598001E-6</c:v>
                </c:pt>
                <c:pt idx="708">
                  <c:v>1.6950298935859901E-6</c:v>
                </c:pt>
                <c:pt idx="709">
                  <c:v>1.69407736949583E-6</c:v>
                </c:pt>
                <c:pt idx="710">
                  <c:v>1.69310983845051E-6</c:v>
                </c:pt>
                <c:pt idx="711">
                  <c:v>1.69215327937992E-6</c:v>
                </c:pt>
                <c:pt idx="712">
                  <c:v>1.6911974810650399E-6</c:v>
                </c:pt>
                <c:pt idx="713">
                  <c:v>1.6902457770242599E-6</c:v>
                </c:pt>
                <c:pt idx="714">
                  <c:v>1.6892940681409299E-6</c:v>
                </c:pt>
                <c:pt idx="715">
                  <c:v>1.68832983270012E-6</c:v>
                </c:pt>
                <c:pt idx="716">
                  <c:v>1.6873816256263299E-6</c:v>
                </c:pt>
                <c:pt idx="717">
                  <c:v>1.68640837388049E-6</c:v>
                </c:pt>
                <c:pt idx="718">
                  <c:v>1.6854798195985901E-6</c:v>
                </c:pt>
                <c:pt idx="719">
                  <c:v>1.6845163373664201E-6</c:v>
                </c:pt>
                <c:pt idx="720">
                  <c:v>1.68361959587947E-6</c:v>
                </c:pt>
                <c:pt idx="721">
                  <c:v>1.68265110823157E-6</c:v>
                </c:pt>
                <c:pt idx="722">
                  <c:v>1.681708825056E-6</c:v>
                </c:pt>
                <c:pt idx="723">
                  <c:v>1.6807347901270499E-6</c:v>
                </c:pt>
                <c:pt idx="724">
                  <c:v>1.6798040795706199E-6</c:v>
                </c:pt>
                <c:pt idx="725">
                  <c:v>1.67883107536342E-6</c:v>
                </c:pt>
                <c:pt idx="726">
                  <c:v>1.6779112044268801E-6</c:v>
                </c:pt>
                <c:pt idx="727">
                  <c:v>1.6769775916513901E-6</c:v>
                </c:pt>
                <c:pt idx="728">
                  <c:v>1.6760121158300501E-6</c:v>
                </c:pt>
                <c:pt idx="729">
                  <c:v>1.6750791578471E-6</c:v>
                </c:pt>
                <c:pt idx="730">
                  <c:v>1.67411013344424E-6</c:v>
                </c:pt>
                <c:pt idx="731">
                  <c:v>1.6731409080919E-6</c:v>
                </c:pt>
                <c:pt idx="732">
                  <c:v>1.67217732568077E-6</c:v>
                </c:pt>
                <c:pt idx="733">
                  <c:v>1.67124572915888E-6</c:v>
                </c:pt>
                <c:pt idx="734">
                  <c:v>1.67029960164759E-6</c:v>
                </c:pt>
                <c:pt idx="735">
                  <c:v>1.66940588432329E-6</c:v>
                </c:pt>
                <c:pt idx="736">
                  <c:v>1.66847042793482E-6</c:v>
                </c:pt>
                <c:pt idx="737">
                  <c:v>1.66753353384172E-6</c:v>
                </c:pt>
                <c:pt idx="738">
                  <c:v>1.66659538273114E-6</c:v>
                </c:pt>
                <c:pt idx="739">
                  <c:v>1.6656437057824899E-6</c:v>
                </c:pt>
                <c:pt idx="740">
                  <c:v>1.66469823081739E-6</c:v>
                </c:pt>
                <c:pt idx="741">
                  <c:v>1.6637752509291601E-6</c:v>
                </c:pt>
                <c:pt idx="742">
                  <c:v>1.6628208655175401E-6</c:v>
                </c:pt>
                <c:pt idx="743">
                  <c:v>1.66188224551447E-6</c:v>
                </c:pt>
                <c:pt idx="744">
                  <c:v>1.66093987249799E-6</c:v>
                </c:pt>
                <c:pt idx="745">
                  <c:v>1.65998520854029E-6</c:v>
                </c:pt>
                <c:pt idx="746">
                  <c:v>1.65906921187383E-6</c:v>
                </c:pt>
                <c:pt idx="747">
                  <c:v>1.6581234742677499E-6</c:v>
                </c:pt>
                <c:pt idx="748">
                  <c:v>1.65720289838145E-6</c:v>
                </c:pt>
                <c:pt idx="749">
                  <c:v>1.6562940370608599E-6</c:v>
                </c:pt>
                <c:pt idx="750">
                  <c:v>1.65534910640169E-6</c:v>
                </c:pt>
                <c:pt idx="751">
                  <c:v>1.6544186501581299E-6</c:v>
                </c:pt>
                <c:pt idx="752">
                  <c:v>1.65348531676558E-6</c:v>
                </c:pt>
                <c:pt idx="753">
                  <c:v>1.6525226442463699E-6</c:v>
                </c:pt>
                <c:pt idx="754">
                  <c:v>1.6516313841206299E-6</c:v>
                </c:pt>
                <c:pt idx="755">
                  <c:v>1.65069419255195E-6</c:v>
                </c:pt>
                <c:pt idx="756">
                  <c:v>1.6498323251007901E-6</c:v>
                </c:pt>
                <c:pt idx="757">
                  <c:v>1.6489473321705299E-6</c:v>
                </c:pt>
                <c:pt idx="758">
                  <c:v>1.64809428253803E-6</c:v>
                </c:pt>
                <c:pt idx="759">
                  <c:v>1.64720452391898E-6</c:v>
                </c:pt>
                <c:pt idx="760">
                  <c:v>1.64634978795377E-6</c:v>
                </c:pt>
                <c:pt idx="761">
                  <c:v>1.64541487423525E-6</c:v>
                </c:pt>
                <c:pt idx="762">
                  <c:v>1.64451666317948E-6</c:v>
                </c:pt>
                <c:pt idx="763">
                  <c:v>1.6436147184715799E-6</c:v>
                </c:pt>
                <c:pt idx="764">
                  <c:v>1.64267383865445E-6</c:v>
                </c:pt>
                <c:pt idx="765">
                  <c:v>1.64177238009792E-6</c:v>
                </c:pt>
                <c:pt idx="766">
                  <c:v>1.64084148274556E-6</c:v>
                </c:pt>
                <c:pt idx="767">
                  <c:v>1.6399356553701699E-6</c:v>
                </c:pt>
                <c:pt idx="768">
                  <c:v>1.6390351992905901E-6</c:v>
                </c:pt>
                <c:pt idx="769">
                  <c:v>1.63815556751214E-6</c:v>
                </c:pt>
                <c:pt idx="770">
                  <c:v>1.63725340736686E-6</c:v>
                </c:pt>
                <c:pt idx="771">
                  <c:v>1.6363495982862201E-6</c:v>
                </c:pt>
                <c:pt idx="772">
                  <c:v>1.6354212016208999E-6</c:v>
                </c:pt>
                <c:pt idx="773">
                  <c:v>1.63448732440774E-6</c:v>
                </c:pt>
                <c:pt idx="774">
                  <c:v>1.6335644067441301E-6</c:v>
                </c:pt>
                <c:pt idx="775">
                  <c:v>1.63263827612571E-6</c:v>
                </c:pt>
                <c:pt idx="776">
                  <c:v>1.63175393698822E-6</c:v>
                </c:pt>
                <c:pt idx="777">
                  <c:v>1.6308494950085701E-6</c:v>
                </c:pt>
                <c:pt idx="778">
                  <c:v>1.62998480764913E-6</c:v>
                </c:pt>
                <c:pt idx="779">
                  <c:v>1.6290860455135401E-6</c:v>
                </c:pt>
                <c:pt idx="780">
                  <c:v>1.62823184123403E-6</c:v>
                </c:pt>
                <c:pt idx="781">
                  <c:v>1.6273184878201201E-6</c:v>
                </c:pt>
                <c:pt idx="782">
                  <c:v>1.6264696168966601E-6</c:v>
                </c:pt>
                <c:pt idx="783">
                  <c:v>1.6255499450113599E-6</c:v>
                </c:pt>
                <c:pt idx="784">
                  <c:v>1.6246630034636599E-6</c:v>
                </c:pt>
                <c:pt idx="785">
                  <c:v>1.6237922792741101E-6</c:v>
                </c:pt>
                <c:pt idx="786">
                  <c:v>1.62286816050421E-6</c:v>
                </c:pt>
                <c:pt idx="787">
                  <c:v>1.6219965121886501E-6</c:v>
                </c:pt>
                <c:pt idx="788">
                  <c:v>1.6211204434070899E-6</c:v>
                </c:pt>
                <c:pt idx="789">
                  <c:v>1.6202487449163799E-6</c:v>
                </c:pt>
                <c:pt idx="790">
                  <c:v>1.6193900321909701E-6</c:v>
                </c:pt>
                <c:pt idx="791">
                  <c:v>1.61855150097385E-6</c:v>
                </c:pt>
                <c:pt idx="792">
                  <c:v>1.6176442760472101E-6</c:v>
                </c:pt>
                <c:pt idx="793">
                  <c:v>1.6167691262359001E-6</c:v>
                </c:pt>
                <c:pt idx="794">
                  <c:v>1.6158945629665999E-6</c:v>
                </c:pt>
                <c:pt idx="795">
                  <c:v>1.6149903533980501E-6</c:v>
                </c:pt>
                <c:pt idx="796">
                  <c:v>1.61411655323279E-6</c:v>
                </c:pt>
                <c:pt idx="797">
                  <c:v>1.6132064258451599E-6</c:v>
                </c:pt>
                <c:pt idx="798">
                  <c:v>1.6123003914003999E-6</c:v>
                </c:pt>
                <c:pt idx="799">
                  <c:v>1.6114158859292501E-6</c:v>
                </c:pt>
                <c:pt idx="800">
                  <c:v>1.6105262747666799E-6</c:v>
                </c:pt>
                <c:pt idx="801">
                  <c:v>1.6096402872360299E-6</c:v>
                </c:pt>
                <c:pt idx="802">
                  <c:v>1.60874459768572E-6</c:v>
                </c:pt>
                <c:pt idx="803">
                  <c:v>1.60782890835193E-6</c:v>
                </c:pt>
                <c:pt idx="804">
                  <c:v>1.60693077870585E-6</c:v>
                </c:pt>
                <c:pt idx="805">
                  <c:v>1.6060343220040299E-6</c:v>
                </c:pt>
                <c:pt idx="806">
                  <c:v>1.60516942913459E-6</c:v>
                </c:pt>
                <c:pt idx="807">
                  <c:v>1.60429875212312E-6</c:v>
                </c:pt>
                <c:pt idx="808">
                  <c:v>1.6034461289538599E-6</c:v>
                </c:pt>
                <c:pt idx="809">
                  <c:v>1.6025647287638999E-6</c:v>
                </c:pt>
                <c:pt idx="810">
                  <c:v>1.6016781590041E-6</c:v>
                </c:pt>
                <c:pt idx="811">
                  <c:v>1.60078017618888E-6</c:v>
                </c:pt>
                <c:pt idx="812">
                  <c:v>1.5998704493200899E-6</c:v>
                </c:pt>
                <c:pt idx="813">
                  <c:v>1.59897490340449E-6</c:v>
                </c:pt>
                <c:pt idx="814">
                  <c:v>1.5980734306231299E-6</c:v>
                </c:pt>
                <c:pt idx="815">
                  <c:v>1.5971768890718299E-6</c:v>
                </c:pt>
                <c:pt idx="816">
                  <c:v>1.5962757487883299E-6</c:v>
                </c:pt>
                <c:pt idx="817">
                  <c:v>1.5953889702847001E-6</c:v>
                </c:pt>
                <c:pt idx="818">
                  <c:v>1.5945341385798299E-6</c:v>
                </c:pt>
                <c:pt idx="819">
                  <c:v>1.5936913387520501E-6</c:v>
                </c:pt>
                <c:pt idx="820">
                  <c:v>1.59283769237739E-6</c:v>
                </c:pt>
                <c:pt idx="821">
                  <c:v>1.59198762794683E-6</c:v>
                </c:pt>
                <c:pt idx="822">
                  <c:v>1.59109956054617E-6</c:v>
                </c:pt>
                <c:pt idx="823">
                  <c:v>1.59023929730531E-6</c:v>
                </c:pt>
                <c:pt idx="824">
                  <c:v>1.5893649840336101E-6</c:v>
                </c:pt>
                <c:pt idx="825">
                  <c:v>1.5885153864689101E-6</c:v>
                </c:pt>
                <c:pt idx="826">
                  <c:v>1.5876597979993699E-6</c:v>
                </c:pt>
                <c:pt idx="827">
                  <c:v>1.58678139598607E-6</c:v>
                </c:pt>
                <c:pt idx="828">
                  <c:v>1.5859212593850699E-6</c:v>
                </c:pt>
                <c:pt idx="829">
                  <c:v>1.5850452238830099E-6</c:v>
                </c:pt>
                <c:pt idx="830">
                  <c:v>1.58416924764434E-6</c:v>
                </c:pt>
                <c:pt idx="831">
                  <c:v>1.58330995056442E-6</c:v>
                </c:pt>
                <c:pt idx="832">
                  <c:v>1.58242784347651E-6</c:v>
                </c:pt>
                <c:pt idx="833">
                  <c:v>1.58156098827469E-6</c:v>
                </c:pt>
                <c:pt idx="834">
                  <c:v>1.58066636289019E-6</c:v>
                </c:pt>
                <c:pt idx="835">
                  <c:v>1.579796761163E-6</c:v>
                </c:pt>
                <c:pt idx="836">
                  <c:v>1.57893965875187E-6</c:v>
                </c:pt>
                <c:pt idx="837">
                  <c:v>1.5780836402780201E-6</c:v>
                </c:pt>
                <c:pt idx="838">
                  <c:v>1.57723010767403E-6</c:v>
                </c:pt>
                <c:pt idx="839">
                  <c:v>1.5763702175438499E-6</c:v>
                </c:pt>
                <c:pt idx="840">
                  <c:v>1.57551492494198E-6</c:v>
                </c:pt>
                <c:pt idx="841">
                  <c:v>1.57464305103347E-6</c:v>
                </c:pt>
                <c:pt idx="842">
                  <c:v>1.5737927354097099E-6</c:v>
                </c:pt>
                <c:pt idx="843">
                  <c:v>1.5729129438995601E-6</c:v>
                </c:pt>
                <c:pt idx="844">
                  <c:v>1.57204505406847E-6</c:v>
                </c:pt>
                <c:pt idx="845">
                  <c:v>1.57116708360489E-6</c:v>
                </c:pt>
                <c:pt idx="846">
                  <c:v>1.57030407915669E-6</c:v>
                </c:pt>
                <c:pt idx="847">
                  <c:v>1.5694748736003401E-6</c:v>
                </c:pt>
                <c:pt idx="848">
                  <c:v>1.5685995104917899E-6</c:v>
                </c:pt>
                <c:pt idx="849">
                  <c:v>1.56778232411201E-6</c:v>
                </c:pt>
                <c:pt idx="850">
                  <c:v>1.56694007152426E-6</c:v>
                </c:pt>
                <c:pt idx="851">
                  <c:v>1.5660874785327799E-6</c:v>
                </c:pt>
                <c:pt idx="852">
                  <c:v>1.5652575430947399E-6</c:v>
                </c:pt>
                <c:pt idx="853">
                  <c:v>1.56439672177596E-6</c:v>
                </c:pt>
                <c:pt idx="854">
                  <c:v>1.5635665456561101E-6</c:v>
                </c:pt>
                <c:pt idx="855">
                  <c:v>1.5627071263888299E-6</c:v>
                </c:pt>
                <c:pt idx="856">
                  <c:v>1.5618764036907201E-6</c:v>
                </c:pt>
                <c:pt idx="857">
                  <c:v>1.56102239743373E-6</c:v>
                </c:pt>
                <c:pt idx="858">
                  <c:v>1.5601627427257999E-6</c:v>
                </c:pt>
                <c:pt idx="859">
                  <c:v>1.5592986585502801E-6</c:v>
                </c:pt>
                <c:pt idx="860">
                  <c:v>1.5584470712364299E-6</c:v>
                </c:pt>
                <c:pt idx="861">
                  <c:v>1.55757575067731E-6</c:v>
                </c:pt>
                <c:pt idx="862">
                  <c:v>1.5567231727766901E-6</c:v>
                </c:pt>
                <c:pt idx="863">
                  <c:v>1.5558601723542899E-6</c:v>
                </c:pt>
                <c:pt idx="864">
                  <c:v>1.5549816933991801E-6</c:v>
                </c:pt>
                <c:pt idx="865">
                  <c:v>1.55412700799137E-6</c:v>
                </c:pt>
                <c:pt idx="866">
                  <c:v>1.5532512830337299E-6</c:v>
                </c:pt>
                <c:pt idx="867">
                  <c:v>1.5524153440743E-6</c:v>
                </c:pt>
                <c:pt idx="868">
                  <c:v>1.5515612245643701E-6</c:v>
                </c:pt>
                <c:pt idx="869">
                  <c:v>1.55073590698993E-6</c:v>
                </c:pt>
                <c:pt idx="870">
                  <c:v>1.5498859922387301E-6</c:v>
                </c:pt>
                <c:pt idx="871">
                  <c:v>1.54905657178529E-6</c:v>
                </c:pt>
                <c:pt idx="872">
                  <c:v>1.5482366295476799E-6</c:v>
                </c:pt>
                <c:pt idx="873">
                  <c:v>1.5474042261832999E-6</c:v>
                </c:pt>
                <c:pt idx="874">
                  <c:v>1.5465851839933099E-6</c:v>
                </c:pt>
                <c:pt idx="875">
                  <c:v>1.5457411979689601E-6</c:v>
                </c:pt>
                <c:pt idx="876">
                  <c:v>1.54489661603717E-6</c:v>
                </c:pt>
                <c:pt idx="877">
                  <c:v>1.54404541228792E-6</c:v>
                </c:pt>
                <c:pt idx="878">
                  <c:v>1.54320445531763E-6</c:v>
                </c:pt>
                <c:pt idx="879">
                  <c:v>1.54239865587772E-6</c:v>
                </c:pt>
                <c:pt idx="880">
                  <c:v>1.54155952497049E-6</c:v>
                </c:pt>
                <c:pt idx="881">
                  <c:v>1.5407923499949101E-6</c:v>
                </c:pt>
                <c:pt idx="882">
                  <c:v>1.53995272732026E-6</c:v>
                </c:pt>
                <c:pt idx="883">
                  <c:v>1.5391451281239999E-6</c:v>
                </c:pt>
                <c:pt idx="884">
                  <c:v>1.5383151287879401E-6</c:v>
                </c:pt>
                <c:pt idx="885">
                  <c:v>1.53751431784346E-6</c:v>
                </c:pt>
                <c:pt idx="886">
                  <c:v>1.5366862988407701E-6</c:v>
                </c:pt>
                <c:pt idx="887">
                  <c:v>1.5358884197683999E-6</c:v>
                </c:pt>
                <c:pt idx="888">
                  <c:v>1.53505062261744E-6</c:v>
                </c:pt>
                <c:pt idx="889">
                  <c:v>1.5342236499683799E-6</c:v>
                </c:pt>
                <c:pt idx="890">
                  <c:v>1.53341671210248E-6</c:v>
                </c:pt>
                <c:pt idx="891">
                  <c:v>1.53259444777554E-6</c:v>
                </c:pt>
                <c:pt idx="892">
                  <c:v>1.5317972639681E-6</c:v>
                </c:pt>
                <c:pt idx="893">
                  <c:v>1.53096176573511E-6</c:v>
                </c:pt>
                <c:pt idx="894">
                  <c:v>1.5301383132387E-6</c:v>
                </c:pt>
                <c:pt idx="895">
                  <c:v>1.5293038217578E-6</c:v>
                </c:pt>
                <c:pt idx="896">
                  <c:v>1.5284789497826301E-6</c:v>
                </c:pt>
                <c:pt idx="897">
                  <c:v>1.52765695238445E-6</c:v>
                </c:pt>
                <c:pt idx="898">
                  <c:v>1.52684945142913E-6</c:v>
                </c:pt>
                <c:pt idx="899">
                  <c:v>1.5260334053612299E-6</c:v>
                </c:pt>
                <c:pt idx="900">
                  <c:v>1.52524166180192E-6</c:v>
                </c:pt>
                <c:pt idx="901">
                  <c:v>1.5244217652945801E-6</c:v>
                </c:pt>
                <c:pt idx="902">
                  <c:v>1.5236060507217401E-6</c:v>
                </c:pt>
                <c:pt idx="903">
                  <c:v>1.5227876528632599E-6</c:v>
                </c:pt>
                <c:pt idx="904">
                  <c:v>1.52196363071447E-6</c:v>
                </c:pt>
                <c:pt idx="905">
                  <c:v>1.5211575000021499E-6</c:v>
                </c:pt>
                <c:pt idx="906">
                  <c:v>1.5203431261003201E-6</c:v>
                </c:pt>
                <c:pt idx="907">
                  <c:v>1.5195616224815801E-6</c:v>
                </c:pt>
                <c:pt idx="908">
                  <c:v>1.51873613286405E-6</c:v>
                </c:pt>
                <c:pt idx="909">
                  <c:v>1.51795447341371E-6</c:v>
                </c:pt>
                <c:pt idx="910">
                  <c:v>1.5171326384152099E-6</c:v>
                </c:pt>
                <c:pt idx="911">
                  <c:v>1.5163153756651999E-6</c:v>
                </c:pt>
                <c:pt idx="912">
                  <c:v>1.5155051425308101E-6</c:v>
                </c:pt>
                <c:pt idx="913">
                  <c:v>1.5146868036902101E-6</c:v>
                </c:pt>
                <c:pt idx="914">
                  <c:v>1.5138780878202699E-6</c:v>
                </c:pt>
                <c:pt idx="915">
                  <c:v>1.5131018032256299E-6</c:v>
                </c:pt>
                <c:pt idx="916">
                  <c:v>1.51229580188008E-6</c:v>
                </c:pt>
                <c:pt idx="917">
                  <c:v>1.5115071912897001E-6</c:v>
                </c:pt>
                <c:pt idx="918">
                  <c:v>1.5106984162858901E-6</c:v>
                </c:pt>
                <c:pt idx="919">
                  <c:v>1.5098932529248501E-6</c:v>
                </c:pt>
                <c:pt idx="920">
                  <c:v>1.50912545112281E-6</c:v>
                </c:pt>
                <c:pt idx="921">
                  <c:v>1.50833759958632E-6</c:v>
                </c:pt>
                <c:pt idx="922">
                  <c:v>1.50760198097202E-6</c:v>
                </c:pt>
                <c:pt idx="923">
                  <c:v>1.5068017948936601E-6</c:v>
                </c:pt>
                <c:pt idx="924">
                  <c:v>1.5060322492742901E-6</c:v>
                </c:pt>
                <c:pt idx="925">
                  <c:v>1.50522885896204E-6</c:v>
                </c:pt>
                <c:pt idx="926">
                  <c:v>1.5044344128394099E-6</c:v>
                </c:pt>
                <c:pt idx="927">
                  <c:v>1.5036609305271601E-6</c:v>
                </c:pt>
                <c:pt idx="928">
                  <c:v>1.5028807742379701E-6</c:v>
                </c:pt>
                <c:pt idx="929">
                  <c:v>1.50212812952938E-6</c:v>
                </c:pt>
                <c:pt idx="930">
                  <c:v>1.50134496816305E-6</c:v>
                </c:pt>
                <c:pt idx="931">
                  <c:v>1.5005656370872E-6</c:v>
                </c:pt>
                <c:pt idx="932">
                  <c:v>1.4997815445771401E-6</c:v>
                </c:pt>
                <c:pt idx="933">
                  <c:v>1.4989874824782499E-6</c:v>
                </c:pt>
                <c:pt idx="934">
                  <c:v>1.4982035657198899E-6</c:v>
                </c:pt>
                <c:pt idx="935">
                  <c:v>1.4974034188654701E-6</c:v>
                </c:pt>
                <c:pt idx="936">
                  <c:v>1.49661598200919E-6</c:v>
                </c:pt>
                <c:pt idx="937">
                  <c:v>1.4958146769372801E-6</c:v>
                </c:pt>
                <c:pt idx="938">
                  <c:v>1.49502943005595E-6</c:v>
                </c:pt>
                <c:pt idx="939">
                  <c:v>1.49424004798739E-6</c:v>
                </c:pt>
                <c:pt idx="940">
                  <c:v>1.49343844572801E-6</c:v>
                </c:pt>
                <c:pt idx="941">
                  <c:v>1.49265733297948E-6</c:v>
                </c:pt>
                <c:pt idx="942">
                  <c:v>1.49185969398188E-6</c:v>
                </c:pt>
                <c:pt idx="943">
                  <c:v>1.4910818489335599E-6</c:v>
                </c:pt>
                <c:pt idx="944">
                  <c:v>1.49033985883869E-6</c:v>
                </c:pt>
                <c:pt idx="945">
                  <c:v>1.48959167896134E-6</c:v>
                </c:pt>
                <c:pt idx="946">
                  <c:v>1.48884867586488E-6</c:v>
                </c:pt>
                <c:pt idx="947">
                  <c:v>1.48810112372338E-6</c:v>
                </c:pt>
                <c:pt idx="948">
                  <c:v>1.4873091653640999E-6</c:v>
                </c:pt>
                <c:pt idx="949">
                  <c:v>1.4865271088927199E-6</c:v>
                </c:pt>
                <c:pt idx="950">
                  <c:v>1.48573628016925E-6</c:v>
                </c:pt>
                <c:pt idx="951">
                  <c:v>1.4849515995366001E-6</c:v>
                </c:pt>
                <c:pt idx="952">
                  <c:v>1.4841668824617101E-6</c:v>
                </c:pt>
                <c:pt idx="953">
                  <c:v>1.48337549539411E-6</c:v>
                </c:pt>
                <c:pt idx="954">
                  <c:v>1.48259919674679E-6</c:v>
                </c:pt>
                <c:pt idx="955">
                  <c:v>1.4818101890881401E-6</c:v>
                </c:pt>
                <c:pt idx="956">
                  <c:v>1.4810384494444701E-6</c:v>
                </c:pt>
                <c:pt idx="957">
                  <c:v>1.4802657986647699E-6</c:v>
                </c:pt>
                <c:pt idx="958">
                  <c:v>1.4794925178481299E-6</c:v>
                </c:pt>
                <c:pt idx="959">
                  <c:v>1.4787253134479201E-6</c:v>
                </c:pt>
                <c:pt idx="960">
                  <c:v>1.4779505565297E-6</c:v>
                </c:pt>
                <c:pt idx="961">
                  <c:v>1.4771866867341601E-6</c:v>
                </c:pt>
                <c:pt idx="962">
                  <c:v>1.4764258106118E-6</c:v>
                </c:pt>
                <c:pt idx="963">
                  <c:v>1.47566125543575E-6</c:v>
                </c:pt>
                <c:pt idx="964">
                  <c:v>1.47489788676902E-6</c:v>
                </c:pt>
                <c:pt idx="965">
                  <c:v>1.47411784893335E-6</c:v>
                </c:pt>
                <c:pt idx="966">
                  <c:v>1.47333578460008E-6</c:v>
                </c:pt>
                <c:pt idx="967">
                  <c:v>1.47256094837715E-6</c:v>
                </c:pt>
                <c:pt idx="968">
                  <c:v>1.47177082025101E-6</c:v>
                </c:pt>
                <c:pt idx="969">
                  <c:v>1.4710186363010601E-6</c:v>
                </c:pt>
                <c:pt idx="970">
                  <c:v>1.47024223940368E-6</c:v>
                </c:pt>
                <c:pt idx="971">
                  <c:v>1.4694797772691501E-6</c:v>
                </c:pt>
                <c:pt idx="972">
                  <c:v>1.46872742909806E-6</c:v>
                </c:pt>
                <c:pt idx="973">
                  <c:v>1.4679537614264301E-6</c:v>
                </c:pt>
                <c:pt idx="974">
                  <c:v>1.46719740346582E-6</c:v>
                </c:pt>
                <c:pt idx="975">
                  <c:v>1.4664317956125701E-6</c:v>
                </c:pt>
                <c:pt idx="976">
                  <c:v>1.46567901444212E-6</c:v>
                </c:pt>
                <c:pt idx="977">
                  <c:v>1.4649037737691201E-6</c:v>
                </c:pt>
                <c:pt idx="978">
                  <c:v>1.46415516678263E-6</c:v>
                </c:pt>
                <c:pt idx="979">
                  <c:v>1.4633857028799701E-6</c:v>
                </c:pt>
                <c:pt idx="980">
                  <c:v>1.4626313935448E-6</c:v>
                </c:pt>
                <c:pt idx="981">
                  <c:v>1.4618746132085999E-6</c:v>
                </c:pt>
                <c:pt idx="982">
                  <c:v>1.46112257954438E-6</c:v>
                </c:pt>
                <c:pt idx="983">
                  <c:v>1.4603552450670299E-6</c:v>
                </c:pt>
                <c:pt idx="984">
                  <c:v>1.4596077870910299E-6</c:v>
                </c:pt>
                <c:pt idx="985">
                  <c:v>1.45884177642185E-6</c:v>
                </c:pt>
                <c:pt idx="986">
                  <c:v>1.45809337410362E-6</c:v>
                </c:pt>
                <c:pt idx="987">
                  <c:v>1.45733275514217E-6</c:v>
                </c:pt>
                <c:pt idx="988">
                  <c:v>1.4565834623332999E-6</c:v>
                </c:pt>
                <c:pt idx="989">
                  <c:v>1.45582644671868E-6</c:v>
                </c:pt>
                <c:pt idx="990">
                  <c:v>1.45507980434706E-6</c:v>
                </c:pt>
                <c:pt idx="991">
                  <c:v>1.4543274734081699E-6</c:v>
                </c:pt>
                <c:pt idx="992">
                  <c:v>1.45357959523618E-6</c:v>
                </c:pt>
                <c:pt idx="993">
                  <c:v>1.4528322375267899E-6</c:v>
                </c:pt>
                <c:pt idx="994">
                  <c:v>1.4520868999225401E-6</c:v>
                </c:pt>
                <c:pt idx="995">
                  <c:v>1.45134620007159E-6</c:v>
                </c:pt>
                <c:pt idx="996">
                  <c:v>1.4505963033735E-6</c:v>
                </c:pt>
                <c:pt idx="997">
                  <c:v>1.44984792012664E-6</c:v>
                </c:pt>
                <c:pt idx="998">
                  <c:v>1.44909366239047E-6</c:v>
                </c:pt>
                <c:pt idx="999">
                  <c:v>1.44834307937044E-6</c:v>
                </c:pt>
                <c:pt idx="1000">
                  <c:v>1.44760648803554E-6</c:v>
                </c:pt>
                <c:pt idx="1001">
                  <c:v>1.44685989768776E-6</c:v>
                </c:pt>
                <c:pt idx="1002">
                  <c:v>1.44613277955772E-6</c:v>
                </c:pt>
                <c:pt idx="1003">
                  <c:v>1.44539153002752E-6</c:v>
                </c:pt>
                <c:pt idx="1004">
                  <c:v>1.4446548902283899E-6</c:v>
                </c:pt>
                <c:pt idx="1005">
                  <c:v>1.44392207914539E-6</c:v>
                </c:pt>
                <c:pt idx="1006">
                  <c:v>1.4431792800195201E-6</c:v>
                </c:pt>
                <c:pt idx="1007">
                  <c:v>1.4424513251737399E-6</c:v>
                </c:pt>
                <c:pt idx="1008">
                  <c:v>1.44171121897304E-6</c:v>
                </c:pt>
                <c:pt idx="1009">
                  <c:v>1.44097955482629E-6</c:v>
                </c:pt>
                <c:pt idx="1010">
                  <c:v>1.44024558571256E-6</c:v>
                </c:pt>
                <c:pt idx="1011">
                  <c:v>1.43951275504957E-6</c:v>
                </c:pt>
                <c:pt idx="1012">
                  <c:v>1.4387882704986501E-6</c:v>
                </c:pt>
                <c:pt idx="1013">
                  <c:v>1.4380188634216199E-6</c:v>
                </c:pt>
                <c:pt idx="1014">
                  <c:v>1.43729170789525E-6</c:v>
                </c:pt>
                <c:pt idx="1015">
                  <c:v>1.4365277435007501E-6</c:v>
                </c:pt>
                <c:pt idx="1016">
                  <c:v>1.4357886464396101E-6</c:v>
                </c:pt>
                <c:pt idx="1017">
                  <c:v>1.43507450815808E-6</c:v>
                </c:pt>
                <c:pt idx="1018">
                  <c:v>1.43434636219177E-6</c:v>
                </c:pt>
                <c:pt idx="1019">
                  <c:v>1.4336390998927401E-6</c:v>
                </c:pt>
                <c:pt idx="1020">
                  <c:v>1.43290942751623E-6</c:v>
                </c:pt>
                <c:pt idx="1021">
                  <c:v>1.43219546070492E-6</c:v>
                </c:pt>
                <c:pt idx="1022">
                  <c:v>1.4314662653581801E-6</c:v>
                </c:pt>
                <c:pt idx="1023">
                  <c:v>1.43075309123288E-6</c:v>
                </c:pt>
                <c:pt idx="1024">
                  <c:v>1.43002743019951E-6</c:v>
                </c:pt>
                <c:pt idx="1025">
                  <c:v>1.4293269224181099E-6</c:v>
                </c:pt>
                <c:pt idx="1026">
                  <c:v>1.42859940544724E-6</c:v>
                </c:pt>
                <c:pt idx="1027">
                  <c:v>1.42788873820923E-6</c:v>
                </c:pt>
                <c:pt idx="1028">
                  <c:v>1.4271735943951E-6</c:v>
                </c:pt>
                <c:pt idx="1029">
                  <c:v>1.4264603674491701E-6</c:v>
                </c:pt>
                <c:pt idx="1030">
                  <c:v>1.4257488126001701E-6</c:v>
                </c:pt>
                <c:pt idx="1031">
                  <c:v>1.42503725040144E-6</c:v>
                </c:pt>
                <c:pt idx="1032">
                  <c:v>1.42432464599475E-6</c:v>
                </c:pt>
                <c:pt idx="1033">
                  <c:v>1.42361041889141E-6</c:v>
                </c:pt>
                <c:pt idx="1034">
                  <c:v>1.4229039499635499E-6</c:v>
                </c:pt>
                <c:pt idx="1035">
                  <c:v>1.42219139940152E-6</c:v>
                </c:pt>
                <c:pt idx="1036">
                  <c:v>1.4214882053047201E-6</c:v>
                </c:pt>
                <c:pt idx="1037">
                  <c:v>1.42077546773857E-6</c:v>
                </c:pt>
                <c:pt idx="1038">
                  <c:v>1.4200694359469201E-6</c:v>
                </c:pt>
                <c:pt idx="1039">
                  <c:v>1.4193704717729401E-6</c:v>
                </c:pt>
                <c:pt idx="1040">
                  <c:v>1.41865772287256E-6</c:v>
                </c:pt>
                <c:pt idx="1041">
                  <c:v>1.41796455118873E-6</c:v>
                </c:pt>
                <c:pt idx="1042">
                  <c:v>1.41725314015712E-6</c:v>
                </c:pt>
                <c:pt idx="1043">
                  <c:v>1.41655020481057E-6</c:v>
                </c:pt>
                <c:pt idx="1044">
                  <c:v>1.41584480913222E-6</c:v>
                </c:pt>
                <c:pt idx="1045">
                  <c:v>1.4151444156566399E-6</c:v>
                </c:pt>
                <c:pt idx="1046">
                  <c:v>1.4144405564437899E-6</c:v>
                </c:pt>
                <c:pt idx="1047">
                  <c:v>1.41374377089493E-6</c:v>
                </c:pt>
                <c:pt idx="1048">
                  <c:v>1.4130378366917399E-6</c:v>
                </c:pt>
                <c:pt idx="1049">
                  <c:v>1.4123417084298901E-6</c:v>
                </c:pt>
                <c:pt idx="1050">
                  <c:v>1.41163612200647E-6</c:v>
                </c:pt>
                <c:pt idx="1051">
                  <c:v>1.41093994573241E-6</c:v>
                </c:pt>
                <c:pt idx="1052">
                  <c:v>1.4102434040531801E-6</c:v>
                </c:pt>
                <c:pt idx="1053">
                  <c:v>1.40952692350271E-6</c:v>
                </c:pt>
                <c:pt idx="1054">
                  <c:v>1.4088341476224299E-6</c:v>
                </c:pt>
                <c:pt idx="1055">
                  <c:v>1.40812576190521E-6</c:v>
                </c:pt>
                <c:pt idx="1056">
                  <c:v>1.40743410451951E-6</c:v>
                </c:pt>
                <c:pt idx="1057">
                  <c:v>1.40674357354237E-6</c:v>
                </c:pt>
                <c:pt idx="1058">
                  <c:v>1.40606415129702E-6</c:v>
                </c:pt>
                <c:pt idx="1059">
                  <c:v>1.4053717107981901E-6</c:v>
                </c:pt>
                <c:pt idx="1060">
                  <c:v>1.40469199050081E-6</c:v>
                </c:pt>
                <c:pt idx="1061">
                  <c:v>1.4040094759579199E-6</c:v>
                </c:pt>
                <c:pt idx="1062">
                  <c:v>1.4033162842840899E-6</c:v>
                </c:pt>
                <c:pt idx="1063">
                  <c:v>1.40263936200817E-6</c:v>
                </c:pt>
                <c:pt idx="1064">
                  <c:v>1.4019472443444601E-6</c:v>
                </c:pt>
                <c:pt idx="1065">
                  <c:v>1.4012702762314299E-6</c:v>
                </c:pt>
                <c:pt idx="1066">
                  <c:v>1.40058075101026E-6</c:v>
                </c:pt>
                <c:pt idx="1067">
                  <c:v>1.3999060980064999E-6</c:v>
                </c:pt>
                <c:pt idx="1068">
                  <c:v>1.39922549554056E-6</c:v>
                </c:pt>
                <c:pt idx="1069">
                  <c:v>1.3985475194493501E-6</c:v>
                </c:pt>
                <c:pt idx="1070">
                  <c:v>1.3978716402838501E-6</c:v>
                </c:pt>
                <c:pt idx="1071">
                  <c:v>1.39719078354561E-6</c:v>
                </c:pt>
                <c:pt idx="1072">
                  <c:v>1.39651091237955E-6</c:v>
                </c:pt>
                <c:pt idx="1073">
                  <c:v>1.3958432706243E-6</c:v>
                </c:pt>
                <c:pt idx="1074">
                  <c:v>1.3951601806062001E-6</c:v>
                </c:pt>
                <c:pt idx="1075">
                  <c:v>1.39449750150466E-6</c:v>
                </c:pt>
                <c:pt idx="1076">
                  <c:v>1.3938139121018599E-6</c:v>
                </c:pt>
                <c:pt idx="1077">
                  <c:v>1.39314590717875E-6</c:v>
                </c:pt>
                <c:pt idx="1078">
                  <c:v>1.39246527957075E-6</c:v>
                </c:pt>
                <c:pt idx="1079">
                  <c:v>1.3917993117429001E-6</c:v>
                </c:pt>
                <c:pt idx="1080">
                  <c:v>1.39111807450295E-6</c:v>
                </c:pt>
                <c:pt idx="1081">
                  <c:v>1.3904564095969399E-6</c:v>
                </c:pt>
                <c:pt idx="1082">
                  <c:v>1.38977577468374E-6</c:v>
                </c:pt>
                <c:pt idx="1083">
                  <c:v>1.38911600282408E-6</c:v>
                </c:pt>
                <c:pt idx="1084">
                  <c:v>1.38844476132369E-6</c:v>
                </c:pt>
                <c:pt idx="1085">
                  <c:v>1.3877805323652399E-6</c:v>
                </c:pt>
                <c:pt idx="1086">
                  <c:v>1.38710998161809E-6</c:v>
                </c:pt>
                <c:pt idx="1087">
                  <c:v>1.3864473343576101E-6</c:v>
                </c:pt>
                <c:pt idx="1088">
                  <c:v>1.3857773296395501E-6</c:v>
                </c:pt>
                <c:pt idx="1089">
                  <c:v>1.3851157279606801E-6</c:v>
                </c:pt>
                <c:pt idx="1090">
                  <c:v>1.38445578176467E-6</c:v>
                </c:pt>
                <c:pt idx="1091">
                  <c:v>1.38378887765776E-6</c:v>
                </c:pt>
                <c:pt idx="1092">
                  <c:v>1.3831281554368201E-6</c:v>
                </c:pt>
                <c:pt idx="1093">
                  <c:v>1.38246368193205E-6</c:v>
                </c:pt>
                <c:pt idx="1094">
                  <c:v>1.3818059626342899E-6</c:v>
                </c:pt>
                <c:pt idx="1095">
                  <c:v>1.38114813057567E-6</c:v>
                </c:pt>
                <c:pt idx="1096">
                  <c:v>1.38049250099136E-6</c:v>
                </c:pt>
                <c:pt idx="1097">
                  <c:v>1.3798383860352099E-6</c:v>
                </c:pt>
                <c:pt idx="1098">
                  <c:v>1.3791899786227599E-6</c:v>
                </c:pt>
                <c:pt idx="1099">
                  <c:v>1.37853315733114E-6</c:v>
                </c:pt>
                <c:pt idx="1100">
                  <c:v>1.37789046805841E-6</c:v>
                </c:pt>
                <c:pt idx="1101">
                  <c:v>1.3772291201864401E-6</c:v>
                </c:pt>
                <c:pt idx="1102">
                  <c:v>1.3765826917165E-6</c:v>
                </c:pt>
                <c:pt idx="1103">
                  <c:v>1.3759230089392601E-6</c:v>
                </c:pt>
                <c:pt idx="1104">
                  <c:v>1.3752795529653799E-6</c:v>
                </c:pt>
                <c:pt idx="1105">
                  <c:v>1.37462663523019E-6</c:v>
                </c:pt>
                <c:pt idx="1106">
                  <c:v>1.3739821651646099E-6</c:v>
                </c:pt>
                <c:pt idx="1107">
                  <c:v>1.3733332182129799E-6</c:v>
                </c:pt>
                <c:pt idx="1108">
                  <c:v>1.3726856973508401E-6</c:v>
                </c:pt>
                <c:pt idx="1109">
                  <c:v>1.37204119958213E-6</c:v>
                </c:pt>
                <c:pt idx="1110">
                  <c:v>1.37139421183123E-6</c:v>
                </c:pt>
                <c:pt idx="1111">
                  <c:v>1.37076035601762E-6</c:v>
                </c:pt>
                <c:pt idx="1112">
                  <c:v>1.3701107545579599E-6</c:v>
                </c:pt>
                <c:pt idx="1113">
                  <c:v>1.3694809454523501E-6</c:v>
                </c:pt>
                <c:pt idx="1114">
                  <c:v>1.3688298579556699E-6</c:v>
                </c:pt>
                <c:pt idx="1115">
                  <c:v>1.3681886879630401E-6</c:v>
                </c:pt>
                <c:pt idx="1116">
                  <c:v>1.3675484872865001E-6</c:v>
                </c:pt>
                <c:pt idx="1117">
                  <c:v>1.36690961516298E-6</c:v>
                </c:pt>
                <c:pt idx="1118">
                  <c:v>1.3662661951163099E-6</c:v>
                </c:pt>
                <c:pt idx="1119">
                  <c:v>1.36564336513265E-6</c:v>
                </c:pt>
                <c:pt idx="1120">
                  <c:v>1.3649961073220801E-6</c:v>
                </c:pt>
                <c:pt idx="1121">
                  <c:v>1.36437077232716E-6</c:v>
                </c:pt>
                <c:pt idx="1122">
                  <c:v>1.36373423694294E-6</c:v>
                </c:pt>
                <c:pt idx="1123">
                  <c:v>1.36310121359983E-6</c:v>
                </c:pt>
                <c:pt idx="1124">
                  <c:v>1.36246393825278E-6</c:v>
                </c:pt>
                <c:pt idx="1125">
                  <c:v>1.36182786865327E-6</c:v>
                </c:pt>
                <c:pt idx="1126">
                  <c:v>1.36119647258594E-6</c:v>
                </c:pt>
                <c:pt idx="1127">
                  <c:v>1.3605577721744499E-6</c:v>
                </c:pt>
                <c:pt idx="1128">
                  <c:v>1.3599366593421299E-6</c:v>
                </c:pt>
                <c:pt idx="1129">
                  <c:v>1.3593083201473199E-6</c:v>
                </c:pt>
                <c:pt idx="1130">
                  <c:v>1.35869123880217E-6</c:v>
                </c:pt>
                <c:pt idx="1131">
                  <c:v>1.3580626870669099E-6</c:v>
                </c:pt>
                <c:pt idx="1132">
                  <c:v>1.35745603911992E-6</c:v>
                </c:pt>
                <c:pt idx="1133">
                  <c:v>1.3568565781218299E-6</c:v>
                </c:pt>
                <c:pt idx="1134">
                  <c:v>1.3562454587533299E-6</c:v>
                </c:pt>
                <c:pt idx="1135">
                  <c:v>1.35565295879637E-6</c:v>
                </c:pt>
                <c:pt idx="1136">
                  <c:v>1.35503455872255E-6</c:v>
                </c:pt>
                <c:pt idx="1137">
                  <c:v>1.3544151113952899E-6</c:v>
                </c:pt>
                <c:pt idx="1138">
                  <c:v>1.3538041510439801E-6</c:v>
                </c:pt>
                <c:pt idx="1139">
                  <c:v>1.3532085462707999E-6</c:v>
                </c:pt>
                <c:pt idx="1140">
                  <c:v>1.3525958835039001E-6</c:v>
                </c:pt>
                <c:pt idx="1141">
                  <c:v>1.35199877333752E-6</c:v>
                </c:pt>
                <c:pt idx="1142">
                  <c:v>1.35138201121276E-6</c:v>
                </c:pt>
                <c:pt idx="1143">
                  <c:v>1.3507669414284101E-6</c:v>
                </c:pt>
                <c:pt idx="1144">
                  <c:v>1.3501561008554201E-6</c:v>
                </c:pt>
                <c:pt idx="1145">
                  <c:v>1.34953819094883E-6</c:v>
                </c:pt>
                <c:pt idx="1146">
                  <c:v>1.34893127089269E-6</c:v>
                </c:pt>
                <c:pt idx="1147">
                  <c:v>1.34830447506087E-6</c:v>
                </c:pt>
                <c:pt idx="1148">
                  <c:v>1.3477096318963399E-6</c:v>
                </c:pt>
                <c:pt idx="1149">
                  <c:v>1.3471045655473001E-6</c:v>
                </c:pt>
                <c:pt idx="1150">
                  <c:v>1.34651655095345E-6</c:v>
                </c:pt>
                <c:pt idx="1151">
                  <c:v>1.34593338539354E-6</c:v>
                </c:pt>
                <c:pt idx="1152">
                  <c:v>1.34533704878162E-6</c:v>
                </c:pt>
                <c:pt idx="1153">
                  <c:v>1.3447580766151001E-6</c:v>
                </c:pt>
                <c:pt idx="1154">
                  <c:v>1.3441566206406701E-6</c:v>
                </c:pt>
                <c:pt idx="1155">
                  <c:v>1.34356871791745E-6</c:v>
                </c:pt>
                <c:pt idx="1156">
                  <c:v>1.3429711913138201E-6</c:v>
                </c:pt>
                <c:pt idx="1157">
                  <c:v>1.3423623169354199E-6</c:v>
                </c:pt>
                <c:pt idx="1158">
                  <c:v>1.3417719014738199E-6</c:v>
                </c:pt>
                <c:pt idx="1159">
                  <c:v>1.34116471941415E-6</c:v>
                </c:pt>
                <c:pt idx="1160">
                  <c:v>1.3405682130211101E-6</c:v>
                </c:pt>
                <c:pt idx="1161">
                  <c:v>1.3399715019965399E-6</c:v>
                </c:pt>
                <c:pt idx="1162">
                  <c:v>1.3393719973724601E-6</c:v>
                </c:pt>
                <c:pt idx="1163">
                  <c:v>1.3387823220122801E-6</c:v>
                </c:pt>
                <c:pt idx="1164">
                  <c:v>1.3381780852805801E-6</c:v>
                </c:pt>
                <c:pt idx="1165">
                  <c:v>1.33758966583567E-6</c:v>
                </c:pt>
                <c:pt idx="1166">
                  <c:v>1.33698619000201E-6</c:v>
                </c:pt>
                <c:pt idx="1167">
                  <c:v>1.3363963668373299E-6</c:v>
                </c:pt>
                <c:pt idx="1168">
                  <c:v>1.33580402033706E-6</c:v>
                </c:pt>
                <c:pt idx="1169">
                  <c:v>1.33520978393956E-6</c:v>
                </c:pt>
                <c:pt idx="1170">
                  <c:v>1.33462458993752E-6</c:v>
                </c:pt>
                <c:pt idx="1171">
                  <c:v>1.3340307759526899E-6</c:v>
                </c:pt>
                <c:pt idx="1172">
                  <c:v>1.3334437977165801E-6</c:v>
                </c:pt>
                <c:pt idx="1173">
                  <c:v>1.33285574540898E-6</c:v>
                </c:pt>
                <c:pt idx="1174">
                  <c:v>1.33226351063611E-6</c:v>
                </c:pt>
                <c:pt idx="1175">
                  <c:v>1.33167832506554E-6</c:v>
                </c:pt>
                <c:pt idx="1176">
                  <c:v>1.3310915529246501E-6</c:v>
                </c:pt>
                <c:pt idx="1177">
                  <c:v>1.33051075352252E-6</c:v>
                </c:pt>
                <c:pt idx="1178">
                  <c:v>1.32993416904129E-6</c:v>
                </c:pt>
                <c:pt idx="1179">
                  <c:v>1.3293469488803899E-6</c:v>
                </c:pt>
                <c:pt idx="1180">
                  <c:v>1.3287832705946601E-6</c:v>
                </c:pt>
                <c:pt idx="1181">
                  <c:v>1.32819359096576E-6</c:v>
                </c:pt>
                <c:pt idx="1182">
                  <c:v>1.32762289197031E-6</c:v>
                </c:pt>
                <c:pt idx="1183">
                  <c:v>1.3270477982526601E-6</c:v>
                </c:pt>
                <c:pt idx="1184">
                  <c:v>1.32647066066121E-6</c:v>
                </c:pt>
                <c:pt idx="1185">
                  <c:v>1.32590516928119E-6</c:v>
                </c:pt>
                <c:pt idx="1186">
                  <c:v>1.32533411860183E-6</c:v>
                </c:pt>
                <c:pt idx="1187">
                  <c:v>1.3247633801281101E-6</c:v>
                </c:pt>
                <c:pt idx="1188">
                  <c:v>1.32418842776155E-6</c:v>
                </c:pt>
                <c:pt idx="1189">
                  <c:v>1.32361257455289E-6</c:v>
                </c:pt>
                <c:pt idx="1190">
                  <c:v>1.3230362267651299E-6</c:v>
                </c:pt>
                <c:pt idx="1191">
                  <c:v>1.32246227321906E-6</c:v>
                </c:pt>
                <c:pt idx="1192">
                  <c:v>1.3218856988801699E-6</c:v>
                </c:pt>
                <c:pt idx="1193">
                  <c:v>1.3213184077202401E-6</c:v>
                </c:pt>
                <c:pt idx="1194">
                  <c:v>1.32074401145375E-6</c:v>
                </c:pt>
                <c:pt idx="1195">
                  <c:v>1.3201769163504099E-6</c:v>
                </c:pt>
                <c:pt idx="1196">
                  <c:v>1.3196096359404299E-6</c:v>
                </c:pt>
                <c:pt idx="1197">
                  <c:v>1.3190372131895399E-6</c:v>
                </c:pt>
                <c:pt idx="1198">
                  <c:v>1.31847588807283E-6</c:v>
                </c:pt>
                <c:pt idx="1199">
                  <c:v>1.3179028333504901E-6</c:v>
                </c:pt>
                <c:pt idx="1200">
                  <c:v>1.3173443558041E-6</c:v>
                </c:pt>
                <c:pt idx="1201">
                  <c:v>1.31678094456525E-6</c:v>
                </c:pt>
                <c:pt idx="1202">
                  <c:v>1.3162268464680901E-6</c:v>
                </c:pt>
                <c:pt idx="1203">
                  <c:v>1.31569100529361E-6</c:v>
                </c:pt>
                <c:pt idx="1204">
                  <c:v>1.3151394865090399E-6</c:v>
                </c:pt>
                <c:pt idx="1205">
                  <c:v>1.3146026673993899E-6</c:v>
                </c:pt>
                <c:pt idx="1206">
                  <c:v>1.31404662535019E-6</c:v>
                </c:pt>
                <c:pt idx="1207">
                  <c:v>1.3134902617346401E-6</c:v>
                </c:pt>
                <c:pt idx="1208">
                  <c:v>1.31293711739735E-6</c:v>
                </c:pt>
                <c:pt idx="1209">
                  <c:v>1.31238027580689E-6</c:v>
                </c:pt>
                <c:pt idx="1210">
                  <c:v>1.3118297290519001E-6</c:v>
                </c:pt>
                <c:pt idx="1211">
                  <c:v>1.31128199616028E-6</c:v>
                </c:pt>
                <c:pt idx="1212">
                  <c:v>1.31073550638934E-6</c:v>
                </c:pt>
                <c:pt idx="1213">
                  <c:v>1.3101862603302801E-6</c:v>
                </c:pt>
                <c:pt idx="1214">
                  <c:v>1.30964279983699E-6</c:v>
                </c:pt>
                <c:pt idx="1215">
                  <c:v>1.3090952030733401E-6</c:v>
                </c:pt>
                <c:pt idx="1216">
                  <c:v>1.3085598341022901E-6</c:v>
                </c:pt>
                <c:pt idx="1217">
                  <c:v>1.3080146935058699E-6</c:v>
                </c:pt>
                <c:pt idx="1218">
                  <c:v>1.30747996716629E-6</c:v>
                </c:pt>
                <c:pt idx="1219">
                  <c:v>1.30693484095901E-6</c:v>
                </c:pt>
                <c:pt idx="1220">
                  <c:v>1.3063876122294001E-6</c:v>
                </c:pt>
                <c:pt idx="1221">
                  <c:v>1.3058501994730501E-6</c:v>
                </c:pt>
                <c:pt idx="1222">
                  <c:v>1.30530517655399E-6</c:v>
                </c:pt>
                <c:pt idx="1223">
                  <c:v>1.30476851201746E-6</c:v>
                </c:pt>
                <c:pt idx="1224">
                  <c:v>1.30422426996273E-6</c:v>
                </c:pt>
                <c:pt idx="1225">
                  <c:v>1.3036845103599101E-6</c:v>
                </c:pt>
                <c:pt idx="1226">
                  <c:v>1.30313878319526E-6</c:v>
                </c:pt>
                <c:pt idx="1227">
                  <c:v>1.3025978695412799E-6</c:v>
                </c:pt>
                <c:pt idx="1228">
                  <c:v>1.3020554925369999E-6</c:v>
                </c:pt>
                <c:pt idx="1229">
                  <c:v>1.3015166509823299E-6</c:v>
                </c:pt>
                <c:pt idx="1230">
                  <c:v>1.30097898881335E-6</c:v>
                </c:pt>
                <c:pt idx="1231">
                  <c:v>1.3004372797829601E-6</c:v>
                </c:pt>
                <c:pt idx="1232">
                  <c:v>1.29989887491775E-6</c:v>
                </c:pt>
                <c:pt idx="1233">
                  <c:v>1.29936490170034E-6</c:v>
                </c:pt>
                <c:pt idx="1234">
                  <c:v>1.29882948616045E-6</c:v>
                </c:pt>
                <c:pt idx="1235">
                  <c:v>1.29829790995425E-6</c:v>
                </c:pt>
                <c:pt idx="1236">
                  <c:v>1.29776897041343E-6</c:v>
                </c:pt>
                <c:pt idx="1237">
                  <c:v>1.2972305880940601E-6</c:v>
                </c:pt>
                <c:pt idx="1238">
                  <c:v>1.2966963401696599E-6</c:v>
                </c:pt>
                <c:pt idx="1239">
                  <c:v>1.2961667096157199E-6</c:v>
                </c:pt>
                <c:pt idx="1240">
                  <c:v>1.2956368271951901E-6</c:v>
                </c:pt>
                <c:pt idx="1241">
                  <c:v>1.2951176806011599E-6</c:v>
                </c:pt>
                <c:pt idx="1242">
                  <c:v>1.2945937490576001E-6</c:v>
                </c:pt>
                <c:pt idx="1243">
                  <c:v>1.2940780629859699E-6</c:v>
                </c:pt>
                <c:pt idx="1244">
                  <c:v>1.2935297124327E-6</c:v>
                </c:pt>
                <c:pt idx="1245">
                  <c:v>1.2930182021843399E-6</c:v>
                </c:pt>
                <c:pt idx="1246">
                  <c:v>1.29248444530418E-6</c:v>
                </c:pt>
                <c:pt idx="1247">
                  <c:v>1.2919722008027101E-6</c:v>
                </c:pt>
                <c:pt idx="1248">
                  <c:v>1.29145871896373E-6</c:v>
                </c:pt>
                <c:pt idx="1249">
                  <c:v>1.29094000591413E-6</c:v>
                </c:pt>
                <c:pt idx="1250">
                  <c:v>1.29042305863424E-6</c:v>
                </c:pt>
                <c:pt idx="1251">
                  <c:v>1.2898950168312299E-6</c:v>
                </c:pt>
                <c:pt idx="1252">
                  <c:v>1.2893904680343599E-6</c:v>
                </c:pt>
                <c:pt idx="1253">
                  <c:v>1.28886081178155E-6</c:v>
                </c:pt>
                <c:pt idx="1254">
                  <c:v>1.2883530964617701E-6</c:v>
                </c:pt>
                <c:pt idx="1255">
                  <c:v>1.2878382120037499E-6</c:v>
                </c:pt>
                <c:pt idx="1256">
                  <c:v>1.2873208022223301E-6</c:v>
                </c:pt>
                <c:pt idx="1257">
                  <c:v>1.28681014079187E-6</c:v>
                </c:pt>
                <c:pt idx="1258">
                  <c:v>1.2862968001689499E-6</c:v>
                </c:pt>
                <c:pt idx="1259">
                  <c:v>1.28578586522769E-6</c:v>
                </c:pt>
                <c:pt idx="1260">
                  <c:v>1.2852774373638199E-6</c:v>
                </c:pt>
                <c:pt idx="1261">
                  <c:v>1.2847692124806699E-6</c:v>
                </c:pt>
                <c:pt idx="1262">
                  <c:v>1.2842564434802101E-6</c:v>
                </c:pt>
                <c:pt idx="1263">
                  <c:v>1.2837463933206199E-6</c:v>
                </c:pt>
                <c:pt idx="1264">
                  <c:v>1.28323936568849E-6</c:v>
                </c:pt>
                <c:pt idx="1265">
                  <c:v>1.28273468973351E-6</c:v>
                </c:pt>
                <c:pt idx="1266">
                  <c:v>1.2822274713696401E-6</c:v>
                </c:pt>
                <c:pt idx="1267">
                  <c:v>1.2817267515188899E-6</c:v>
                </c:pt>
                <c:pt idx="1268">
                  <c:v>1.28121864262056E-6</c:v>
                </c:pt>
                <c:pt idx="1269">
                  <c:v>1.2807193920322299E-6</c:v>
                </c:pt>
                <c:pt idx="1270">
                  <c:v>1.2802138655006101E-6</c:v>
                </c:pt>
                <c:pt idx="1271">
                  <c:v>1.2797181305759201E-6</c:v>
                </c:pt>
                <c:pt idx="1272">
                  <c:v>1.27921564782545E-6</c:v>
                </c:pt>
                <c:pt idx="1273">
                  <c:v>1.27871433820187E-6</c:v>
                </c:pt>
                <c:pt idx="1274">
                  <c:v>1.2782227989169199E-6</c:v>
                </c:pt>
                <c:pt idx="1275">
                  <c:v>1.27771918385987E-6</c:v>
                </c:pt>
                <c:pt idx="1276">
                  <c:v>1.2772240998713799E-6</c:v>
                </c:pt>
                <c:pt idx="1277">
                  <c:v>1.2767305688213199E-6</c:v>
                </c:pt>
                <c:pt idx="1278">
                  <c:v>1.2762299073970801E-6</c:v>
                </c:pt>
                <c:pt idx="1279">
                  <c:v>1.2757449328898899E-6</c:v>
                </c:pt>
                <c:pt idx="1280">
                  <c:v>1.2752578704752699E-6</c:v>
                </c:pt>
                <c:pt idx="1281">
                  <c:v>1.2747601476772901E-6</c:v>
                </c:pt>
                <c:pt idx="1282">
                  <c:v>1.2742714759249699E-6</c:v>
                </c:pt>
                <c:pt idx="1283">
                  <c:v>1.2737757899673101E-6</c:v>
                </c:pt>
                <c:pt idx="1284">
                  <c:v>1.27327404238299E-6</c:v>
                </c:pt>
                <c:pt idx="1285">
                  <c:v>1.27279787988158E-6</c:v>
                </c:pt>
                <c:pt idx="1286">
                  <c:v>1.27229955327208E-6</c:v>
                </c:pt>
                <c:pt idx="1287">
                  <c:v>1.27181877950394E-6</c:v>
                </c:pt>
                <c:pt idx="1288">
                  <c:v>1.2713337806185E-6</c:v>
                </c:pt>
                <c:pt idx="1289">
                  <c:v>1.27084202042795E-6</c:v>
                </c:pt>
                <c:pt idx="1290">
                  <c:v>1.2703668299048E-6</c:v>
                </c:pt>
                <c:pt idx="1291">
                  <c:v>1.26987420490724E-6</c:v>
                </c:pt>
                <c:pt idx="1292">
                  <c:v>1.2693980410079501E-6</c:v>
                </c:pt>
                <c:pt idx="1293">
                  <c:v>1.2689172354465299E-6</c:v>
                </c:pt>
                <c:pt idx="1294">
                  <c:v>1.2684357196230199E-6</c:v>
                </c:pt>
                <c:pt idx="1295">
                  <c:v>1.26796181931545E-6</c:v>
                </c:pt>
                <c:pt idx="1296">
                  <c:v>1.26747271880081E-6</c:v>
                </c:pt>
                <c:pt idx="1297">
                  <c:v>1.2669930976571499E-6</c:v>
                </c:pt>
                <c:pt idx="1298">
                  <c:v>1.26650868060215E-6</c:v>
                </c:pt>
                <c:pt idx="1299">
                  <c:v>1.2660344551519799E-6</c:v>
                </c:pt>
                <c:pt idx="1300">
                  <c:v>1.2655623547638501E-6</c:v>
                </c:pt>
                <c:pt idx="1301">
                  <c:v>1.26508824434674E-6</c:v>
                </c:pt>
                <c:pt idx="1302">
                  <c:v>1.2646209010487599E-6</c:v>
                </c:pt>
                <c:pt idx="1303">
                  <c:v>1.2641429053207801E-6</c:v>
                </c:pt>
                <c:pt idx="1304">
                  <c:v>1.26367289448854E-6</c:v>
                </c:pt>
                <c:pt idx="1305">
                  <c:v>1.2632028097318999E-6</c:v>
                </c:pt>
                <c:pt idx="1306">
                  <c:v>1.26273246383583E-6</c:v>
                </c:pt>
                <c:pt idx="1307">
                  <c:v>1.2622662111403501E-6</c:v>
                </c:pt>
                <c:pt idx="1308">
                  <c:v>1.2617995650202599E-6</c:v>
                </c:pt>
                <c:pt idx="1309">
                  <c:v>1.2613291430893599E-6</c:v>
                </c:pt>
                <c:pt idx="1310">
                  <c:v>1.26086599478814E-6</c:v>
                </c:pt>
                <c:pt idx="1311">
                  <c:v>1.2604003273234301E-6</c:v>
                </c:pt>
                <c:pt idx="1312">
                  <c:v>1.25993962815679E-6</c:v>
                </c:pt>
                <c:pt idx="1313">
                  <c:v>1.2594799571817199E-6</c:v>
                </c:pt>
                <c:pt idx="1314">
                  <c:v>1.2590170823756799E-6</c:v>
                </c:pt>
                <c:pt idx="1315">
                  <c:v>1.25855958697813E-6</c:v>
                </c:pt>
                <c:pt idx="1316">
                  <c:v>1.2580936129742101E-6</c:v>
                </c:pt>
                <c:pt idx="1317">
                  <c:v>1.25763678591578E-6</c:v>
                </c:pt>
                <c:pt idx="1318">
                  <c:v>1.2571699861746499E-6</c:v>
                </c:pt>
                <c:pt idx="1319">
                  <c:v>1.25670755063369E-6</c:v>
                </c:pt>
                <c:pt idx="1320">
                  <c:v>1.2562487270018499E-6</c:v>
                </c:pt>
                <c:pt idx="1321">
                  <c:v>1.25578627581238E-6</c:v>
                </c:pt>
                <c:pt idx="1322">
                  <c:v>1.2553297741605501E-6</c:v>
                </c:pt>
                <c:pt idx="1323">
                  <c:v>1.25487883168385E-6</c:v>
                </c:pt>
                <c:pt idx="1324">
                  <c:v>1.2544182071451599E-6</c:v>
                </c:pt>
                <c:pt idx="1325">
                  <c:v>1.2539712517261399E-6</c:v>
                </c:pt>
                <c:pt idx="1326">
                  <c:v>1.2535157896536E-6</c:v>
                </c:pt>
                <c:pt idx="1327">
                  <c:v>1.25306137724817E-6</c:v>
                </c:pt>
                <c:pt idx="1328">
                  <c:v>1.2526133386035601E-6</c:v>
                </c:pt>
                <c:pt idx="1329">
                  <c:v>1.25215861495797E-6</c:v>
                </c:pt>
                <c:pt idx="1330">
                  <c:v>1.2517171116114601E-6</c:v>
                </c:pt>
                <c:pt idx="1331">
                  <c:v>1.25126635790351E-6</c:v>
                </c:pt>
                <c:pt idx="1332">
                  <c:v>1.2508208311915201E-6</c:v>
                </c:pt>
                <c:pt idx="1333">
                  <c:v>1.25037762241156E-6</c:v>
                </c:pt>
                <c:pt idx="1334">
                  <c:v>1.2499319834088901E-6</c:v>
                </c:pt>
                <c:pt idx="1335">
                  <c:v>1.2495028988276799E-6</c:v>
                </c:pt>
                <c:pt idx="1336">
                  <c:v>1.2490610519207601E-6</c:v>
                </c:pt>
                <c:pt idx="1337">
                  <c:v>1.2486291792847501E-6</c:v>
                </c:pt>
                <c:pt idx="1338">
                  <c:v>1.2481842300489599E-6</c:v>
                </c:pt>
                <c:pt idx="1339">
                  <c:v>1.24774379788196E-6</c:v>
                </c:pt>
                <c:pt idx="1340">
                  <c:v>1.24729669995005E-6</c:v>
                </c:pt>
                <c:pt idx="1341">
                  <c:v>1.24686217249643E-6</c:v>
                </c:pt>
                <c:pt idx="1342">
                  <c:v>1.24641459100772E-6</c:v>
                </c:pt>
                <c:pt idx="1343">
                  <c:v>1.24598265873708E-6</c:v>
                </c:pt>
                <c:pt idx="1344">
                  <c:v>1.24553682145153E-6</c:v>
                </c:pt>
                <c:pt idx="1345">
                  <c:v>1.2451039560573201E-6</c:v>
                </c:pt>
                <c:pt idx="1346">
                  <c:v>1.24466999450409E-6</c:v>
                </c:pt>
                <c:pt idx="1347">
                  <c:v>1.2442473812882899E-6</c:v>
                </c:pt>
                <c:pt idx="1348">
                  <c:v>1.2438200435664201E-6</c:v>
                </c:pt>
                <c:pt idx="1349">
                  <c:v>1.2434012178534701E-6</c:v>
                </c:pt>
                <c:pt idx="1350">
                  <c:v>1.2429647790721501E-6</c:v>
                </c:pt>
                <c:pt idx="1351">
                  <c:v>1.24253891091822E-6</c:v>
                </c:pt>
                <c:pt idx="1352">
                  <c:v>1.2421040383080701E-6</c:v>
                </c:pt>
                <c:pt idx="1353">
                  <c:v>1.2416800034659999E-6</c:v>
                </c:pt>
                <c:pt idx="1354">
                  <c:v>1.2412486643320401E-6</c:v>
                </c:pt>
                <c:pt idx="1355">
                  <c:v>1.2408295516397599E-6</c:v>
                </c:pt>
                <c:pt idx="1356">
                  <c:v>1.24041534395166E-6</c:v>
                </c:pt>
                <c:pt idx="1357">
                  <c:v>1.23999721958644E-6</c:v>
                </c:pt>
                <c:pt idx="1358">
                  <c:v>1.23958913759997E-6</c:v>
                </c:pt>
                <c:pt idx="1359">
                  <c:v>1.2391592834164801E-6</c:v>
                </c:pt>
                <c:pt idx="1360">
                  <c:v>1.2387461363643201E-6</c:v>
                </c:pt>
                <c:pt idx="1361">
                  <c:v>1.2383192162542E-6</c:v>
                </c:pt>
                <c:pt idx="1362">
                  <c:v>1.2379025258832499E-6</c:v>
                </c:pt>
                <c:pt idx="1363">
                  <c:v>1.2374765014929399E-6</c:v>
                </c:pt>
                <c:pt idx="1364">
                  <c:v>1.23705626809303E-6</c:v>
                </c:pt>
                <c:pt idx="1365">
                  <c:v>1.2366298332203E-6</c:v>
                </c:pt>
                <c:pt idx="1366">
                  <c:v>1.2362141047140101E-6</c:v>
                </c:pt>
                <c:pt idx="1367">
                  <c:v>1.2357977479417999E-6</c:v>
                </c:pt>
                <c:pt idx="1368">
                  <c:v>1.2353794831937599E-6</c:v>
                </c:pt>
                <c:pt idx="1369">
                  <c:v>1.2349686745485501E-6</c:v>
                </c:pt>
                <c:pt idx="1370">
                  <c:v>1.2345574114415801E-6</c:v>
                </c:pt>
                <c:pt idx="1371">
                  <c:v>1.23414910694252E-6</c:v>
                </c:pt>
                <c:pt idx="1372">
                  <c:v>1.23374115033383E-6</c:v>
                </c:pt>
                <c:pt idx="1373">
                  <c:v>1.23333121062066E-6</c:v>
                </c:pt>
                <c:pt idx="1374">
                  <c:v>1.23292242756112E-6</c:v>
                </c:pt>
                <c:pt idx="1375">
                  <c:v>1.2325115746746E-6</c:v>
                </c:pt>
                <c:pt idx="1376">
                  <c:v>1.2321054487719899E-6</c:v>
                </c:pt>
                <c:pt idx="1377">
                  <c:v>1.2316939057719401E-6</c:v>
                </c:pt>
                <c:pt idx="1378">
                  <c:v>1.2312871142520499E-6</c:v>
                </c:pt>
                <c:pt idx="1379">
                  <c:v>1.2308839741574899E-6</c:v>
                </c:pt>
                <c:pt idx="1380">
                  <c:v>1.23047336250416E-6</c:v>
                </c:pt>
                <c:pt idx="1381">
                  <c:v>1.2300765108683401E-6</c:v>
                </c:pt>
                <c:pt idx="1382">
                  <c:v>1.22966937425138E-6</c:v>
                </c:pt>
                <c:pt idx="1383">
                  <c:v>1.2292682599856799E-6</c:v>
                </c:pt>
                <c:pt idx="1384">
                  <c:v>1.2288669629471999E-6</c:v>
                </c:pt>
                <c:pt idx="1385">
                  <c:v>1.22846499218632E-6</c:v>
                </c:pt>
                <c:pt idx="1386">
                  <c:v>1.2280629410301401E-6</c:v>
                </c:pt>
                <c:pt idx="1387">
                  <c:v>1.22766437025011E-6</c:v>
                </c:pt>
                <c:pt idx="1388">
                  <c:v>1.2272613676646299E-6</c:v>
                </c:pt>
                <c:pt idx="1389">
                  <c:v>1.2268697257189999E-6</c:v>
                </c:pt>
                <c:pt idx="1390">
                  <c:v>1.2264673247869E-6</c:v>
                </c:pt>
                <c:pt idx="1391">
                  <c:v>1.2260773980408401E-6</c:v>
                </c:pt>
                <c:pt idx="1392">
                  <c:v>1.2256765125477501E-6</c:v>
                </c:pt>
                <c:pt idx="1393">
                  <c:v>1.2252860598589E-6</c:v>
                </c:pt>
                <c:pt idx="1394">
                  <c:v>1.2248846631623801E-6</c:v>
                </c:pt>
                <c:pt idx="1395">
                  <c:v>1.2244999777023399E-6</c:v>
                </c:pt>
                <c:pt idx="1396">
                  <c:v>1.22410416120678E-6</c:v>
                </c:pt>
                <c:pt idx="1397">
                  <c:v>1.22372362723496E-6</c:v>
                </c:pt>
                <c:pt idx="1398">
                  <c:v>1.2233337585597E-6</c:v>
                </c:pt>
                <c:pt idx="1399">
                  <c:v>1.2229502527024799E-6</c:v>
                </c:pt>
                <c:pt idx="1400">
                  <c:v>1.2225597515582099E-6</c:v>
                </c:pt>
                <c:pt idx="1401">
                  <c:v>1.2221739653686201E-6</c:v>
                </c:pt>
                <c:pt idx="1402">
                  <c:v>1.2217874536046401E-6</c:v>
                </c:pt>
                <c:pt idx="1403">
                  <c:v>1.2214027331846999E-6</c:v>
                </c:pt>
                <c:pt idx="1404">
                  <c:v>1.22101650487855E-6</c:v>
                </c:pt>
                <c:pt idx="1405">
                  <c:v>1.22063137599009E-6</c:v>
                </c:pt>
                <c:pt idx="1406">
                  <c:v>1.22024663072733E-6</c:v>
                </c:pt>
                <c:pt idx="1407">
                  <c:v>1.2198654933540501E-6</c:v>
                </c:pt>
                <c:pt idx="1408">
                  <c:v>1.21948229451821E-6</c:v>
                </c:pt>
                <c:pt idx="1409">
                  <c:v>1.2191093508460899E-6</c:v>
                </c:pt>
                <c:pt idx="1410">
                  <c:v>1.2187251099050299E-6</c:v>
                </c:pt>
                <c:pt idx="1411">
                  <c:v>1.2183532980492E-6</c:v>
                </c:pt>
                <c:pt idx="1412">
                  <c:v>1.21796995838237E-6</c:v>
                </c:pt>
                <c:pt idx="1413">
                  <c:v>1.21760101605724E-6</c:v>
                </c:pt>
                <c:pt idx="1414">
                  <c:v>1.2172190203883601E-6</c:v>
                </c:pt>
                <c:pt idx="1415">
                  <c:v>1.21685362217707E-6</c:v>
                </c:pt>
                <c:pt idx="1416">
                  <c:v>1.2164736224484501E-6</c:v>
                </c:pt>
                <c:pt idx="1417">
                  <c:v>1.2161111927124901E-6</c:v>
                </c:pt>
                <c:pt idx="1418">
                  <c:v>1.2157527440107501E-6</c:v>
                </c:pt>
                <c:pt idx="1419">
                  <c:v>1.2153844990103601E-6</c:v>
                </c:pt>
                <c:pt idx="1420">
                  <c:v>1.21503229358659E-6</c:v>
                </c:pt>
                <c:pt idx="1421">
                  <c:v>1.21465644821394E-6</c:v>
                </c:pt>
                <c:pt idx="1422">
                  <c:v>1.2142914181656701E-6</c:v>
                </c:pt>
                <c:pt idx="1423">
                  <c:v>1.2139195600033599E-6</c:v>
                </c:pt>
                <c:pt idx="1424">
                  <c:v>1.2135572936828499E-6</c:v>
                </c:pt>
                <c:pt idx="1425">
                  <c:v>1.2131866612488399E-6</c:v>
                </c:pt>
                <c:pt idx="1426">
                  <c:v>1.2128229858218999E-6</c:v>
                </c:pt>
                <c:pt idx="1427">
                  <c:v>1.21244711109816E-6</c:v>
                </c:pt>
                <c:pt idx="1428">
                  <c:v>1.21209291016537E-6</c:v>
                </c:pt>
                <c:pt idx="1429">
                  <c:v>1.2117233520052899E-6</c:v>
                </c:pt>
                <c:pt idx="1430">
                  <c:v>1.2113711060247401E-6</c:v>
                </c:pt>
                <c:pt idx="1431">
                  <c:v>1.2110119203868101E-6</c:v>
                </c:pt>
                <c:pt idx="1432">
                  <c:v>1.21065360553639E-6</c:v>
                </c:pt>
                <c:pt idx="1433">
                  <c:v>1.2102967090726101E-6</c:v>
                </c:pt>
                <c:pt idx="1434">
                  <c:v>1.2099374517401999E-6</c:v>
                </c:pt>
                <c:pt idx="1435">
                  <c:v>1.2095848509698399E-6</c:v>
                </c:pt>
                <c:pt idx="1436">
                  <c:v>1.2092284295239201E-6</c:v>
                </c:pt>
                <c:pt idx="1437">
                  <c:v>1.2088705438781201E-6</c:v>
                </c:pt>
                <c:pt idx="1438">
                  <c:v>1.2085213082001001E-6</c:v>
                </c:pt>
                <c:pt idx="1439">
                  <c:v>1.2081597643566901E-6</c:v>
                </c:pt>
                <c:pt idx="1440">
                  <c:v>1.20780679606921E-6</c:v>
                </c:pt>
                <c:pt idx="1441">
                  <c:v>1.2074572737268E-6</c:v>
                </c:pt>
                <c:pt idx="1442">
                  <c:v>1.20710087310129E-6</c:v>
                </c:pt>
                <c:pt idx="1443">
                  <c:v>1.20675798164962E-6</c:v>
                </c:pt>
                <c:pt idx="1444">
                  <c:v>1.20640611457956E-6</c:v>
                </c:pt>
                <c:pt idx="1445">
                  <c:v>1.20605827361648E-6</c:v>
                </c:pt>
                <c:pt idx="1446">
                  <c:v>1.2057122925335601E-6</c:v>
                </c:pt>
                <c:pt idx="1447">
                  <c:v>1.2053621867630699E-6</c:v>
                </c:pt>
                <c:pt idx="1448">
                  <c:v>1.20501935314063E-6</c:v>
                </c:pt>
                <c:pt idx="1449">
                  <c:v>1.2046710034798601E-6</c:v>
                </c:pt>
                <c:pt idx="1450">
                  <c:v>1.2043296353584699E-6</c:v>
                </c:pt>
                <c:pt idx="1451">
                  <c:v>1.2039894637655101E-6</c:v>
                </c:pt>
                <c:pt idx="1452">
                  <c:v>1.2036482503616099E-6</c:v>
                </c:pt>
                <c:pt idx="1453">
                  <c:v>1.20331220370854E-6</c:v>
                </c:pt>
                <c:pt idx="1454">
                  <c:v>1.20296742211378E-6</c:v>
                </c:pt>
                <c:pt idx="1455">
                  <c:v>1.2026305994308999E-6</c:v>
                </c:pt>
                <c:pt idx="1456">
                  <c:v>1.20228454106529E-6</c:v>
                </c:pt>
                <c:pt idx="1457">
                  <c:v>1.20195022491712E-6</c:v>
                </c:pt>
                <c:pt idx="1458">
                  <c:v>1.20160800239842E-6</c:v>
                </c:pt>
                <c:pt idx="1459">
                  <c:v>1.2012761806239499E-6</c:v>
                </c:pt>
                <c:pt idx="1460">
                  <c:v>1.20093446039091E-6</c:v>
                </c:pt>
                <c:pt idx="1461">
                  <c:v>1.2006051237523301E-6</c:v>
                </c:pt>
                <c:pt idx="1462">
                  <c:v>1.2002661906981101E-6</c:v>
                </c:pt>
                <c:pt idx="1463">
                  <c:v>1.1999351781429699E-6</c:v>
                </c:pt>
                <c:pt idx="1464">
                  <c:v>1.19960034321402E-6</c:v>
                </c:pt>
                <c:pt idx="1465">
                  <c:v>1.19927035321211E-6</c:v>
                </c:pt>
                <c:pt idx="1466">
                  <c:v>1.19893634814697E-6</c:v>
                </c:pt>
                <c:pt idx="1467">
                  <c:v>1.19861224141738E-6</c:v>
                </c:pt>
                <c:pt idx="1468">
                  <c:v>1.19828400439587E-6</c:v>
                </c:pt>
                <c:pt idx="1469">
                  <c:v>1.19796891462551E-6</c:v>
                </c:pt>
                <c:pt idx="1470">
                  <c:v>1.19764615358927E-6</c:v>
                </c:pt>
                <c:pt idx="1471">
                  <c:v>1.19733215003816E-6</c:v>
                </c:pt>
                <c:pt idx="1472">
                  <c:v>1.1970065476079201E-6</c:v>
                </c:pt>
                <c:pt idx="1473">
                  <c:v>1.1966870136669001E-6</c:v>
                </c:pt>
                <c:pt idx="1474">
                  <c:v>1.1963589318377701E-6</c:v>
                </c:pt>
                <c:pt idx="1475">
                  <c:v>1.19603683356911E-6</c:v>
                </c:pt>
                <c:pt idx="1476">
                  <c:v>1.1957108476865301E-6</c:v>
                </c:pt>
                <c:pt idx="1477">
                  <c:v>1.19539314767308E-6</c:v>
                </c:pt>
                <c:pt idx="1478">
                  <c:v>1.1950679900189701E-6</c:v>
                </c:pt>
                <c:pt idx="1479">
                  <c:v>1.19475889370034E-6</c:v>
                </c:pt>
                <c:pt idx="1480">
                  <c:v>1.1944354989019399E-6</c:v>
                </c:pt>
                <c:pt idx="1481">
                  <c:v>1.19412395444004E-6</c:v>
                </c:pt>
                <c:pt idx="1482">
                  <c:v>1.1938006605927801E-6</c:v>
                </c:pt>
                <c:pt idx="1483">
                  <c:v>1.1934899821502901E-6</c:v>
                </c:pt>
                <c:pt idx="1484">
                  <c:v>1.1931687153547799E-6</c:v>
                </c:pt>
                <c:pt idx="1485">
                  <c:v>1.1928587759324E-6</c:v>
                </c:pt>
                <c:pt idx="1486">
                  <c:v>1.19254762211681E-6</c:v>
                </c:pt>
                <c:pt idx="1487">
                  <c:v>1.1922389798532699E-6</c:v>
                </c:pt>
                <c:pt idx="1488">
                  <c:v>1.19193088975718E-6</c:v>
                </c:pt>
                <c:pt idx="1489">
                  <c:v>1.1916246286231301E-6</c:v>
                </c:pt>
                <c:pt idx="1490">
                  <c:v>1.1913139841641599E-6</c:v>
                </c:pt>
                <c:pt idx="1491">
                  <c:v>1.1910088850303799E-6</c:v>
                </c:pt>
                <c:pt idx="1492">
                  <c:v>1.19069609575972E-6</c:v>
                </c:pt>
                <c:pt idx="1493">
                  <c:v>1.1903962621928701E-6</c:v>
                </c:pt>
                <c:pt idx="1494">
                  <c:v>1.1900851562161899E-6</c:v>
                </c:pt>
                <c:pt idx="1495">
                  <c:v>1.18978526776034E-6</c:v>
                </c:pt>
                <c:pt idx="1496">
                  <c:v>1.1894795708009099E-6</c:v>
                </c:pt>
                <c:pt idx="1497">
                  <c:v>1.1891806361584901E-6</c:v>
                </c:pt>
                <c:pt idx="1498">
                  <c:v>1.18887612922021E-6</c:v>
                </c:pt>
                <c:pt idx="1499">
                  <c:v>1.18858014268378E-6</c:v>
                </c:pt>
                <c:pt idx="1500">
                  <c:v>1.1882774505707201E-6</c:v>
                </c:pt>
                <c:pt idx="1501">
                  <c:v>1.18797844784885E-6</c:v>
                </c:pt>
                <c:pt idx="1502">
                  <c:v>1.1876815136405501E-6</c:v>
                </c:pt>
                <c:pt idx="1503">
                  <c:v>1.1873888769066901E-6</c:v>
                </c:pt>
                <c:pt idx="1504">
                  <c:v>1.1871029091555399E-6</c:v>
                </c:pt>
                <c:pt idx="1505">
                  <c:v>1.18681524203027E-6</c:v>
                </c:pt>
                <c:pt idx="1506">
                  <c:v>1.1865259948756199E-6</c:v>
                </c:pt>
                <c:pt idx="1507">
                  <c:v>1.1862374423671399E-6</c:v>
                </c:pt>
                <c:pt idx="1508">
                  <c:v>1.18594128636725E-6</c:v>
                </c:pt>
                <c:pt idx="1509">
                  <c:v>1.1856536989492401E-6</c:v>
                </c:pt>
                <c:pt idx="1510">
                  <c:v>1.1853611334569599E-6</c:v>
                </c:pt>
                <c:pt idx="1511">
                  <c:v>1.1850749867803901E-6</c:v>
                </c:pt>
                <c:pt idx="1512">
                  <c:v>1.1847975199451201E-6</c:v>
                </c:pt>
                <c:pt idx="1513">
                  <c:v>1.1845124515075199E-6</c:v>
                </c:pt>
                <c:pt idx="1514">
                  <c:v>1.1842333622956699E-6</c:v>
                </c:pt>
                <c:pt idx="1515">
                  <c:v>1.18394749944375E-6</c:v>
                </c:pt>
                <c:pt idx="1516">
                  <c:v>1.1836588549757801E-6</c:v>
                </c:pt>
                <c:pt idx="1517">
                  <c:v>1.18337316385855E-6</c:v>
                </c:pt>
                <c:pt idx="1518">
                  <c:v>1.18309106409129E-6</c:v>
                </c:pt>
                <c:pt idx="1519">
                  <c:v>1.1828016984184601E-6</c:v>
                </c:pt>
                <c:pt idx="1520">
                  <c:v>1.18252245058419E-6</c:v>
                </c:pt>
                <c:pt idx="1521">
                  <c:v>1.1822347335848599E-6</c:v>
                </c:pt>
                <c:pt idx="1522">
                  <c:v>1.1819581133038401E-6</c:v>
                </c:pt>
                <c:pt idx="1523">
                  <c:v>1.1816753945217199E-6</c:v>
                </c:pt>
                <c:pt idx="1524">
                  <c:v>1.18139548701468E-6</c:v>
                </c:pt>
                <c:pt idx="1525">
                  <c:v>1.1811196635147799E-6</c:v>
                </c:pt>
                <c:pt idx="1526">
                  <c:v>1.18083669735362E-6</c:v>
                </c:pt>
                <c:pt idx="1527">
                  <c:v>1.1805641307975E-6</c:v>
                </c:pt>
                <c:pt idx="1528">
                  <c:v>1.1802839771309301E-6</c:v>
                </c:pt>
                <c:pt idx="1529">
                  <c:v>1.1800098728776099E-6</c:v>
                </c:pt>
                <c:pt idx="1530">
                  <c:v>1.17973583292426E-6</c:v>
                </c:pt>
                <c:pt idx="1531">
                  <c:v>1.1794638470875399E-6</c:v>
                </c:pt>
                <c:pt idx="1532">
                  <c:v>1.17918672355814E-6</c:v>
                </c:pt>
                <c:pt idx="1533">
                  <c:v>1.17891662454993E-6</c:v>
                </c:pt>
                <c:pt idx="1534">
                  <c:v>1.1786406644178701E-6</c:v>
                </c:pt>
                <c:pt idx="1535">
                  <c:v>1.1783749005220999E-6</c:v>
                </c:pt>
                <c:pt idx="1536">
                  <c:v>1.1781041323615699E-6</c:v>
                </c:pt>
                <c:pt idx="1537">
                  <c:v>1.1778397260565101E-6</c:v>
                </c:pt>
                <c:pt idx="1538">
                  <c:v>1.17756903815628E-6</c:v>
                </c:pt>
                <c:pt idx="1539">
                  <c:v>1.1773064455768501E-6</c:v>
                </c:pt>
                <c:pt idx="1540">
                  <c:v>1.17703839593075E-6</c:v>
                </c:pt>
                <c:pt idx="1541">
                  <c:v>1.1767808118727801E-6</c:v>
                </c:pt>
                <c:pt idx="1542">
                  <c:v>1.1765145903010599E-6</c:v>
                </c:pt>
                <c:pt idx="1543">
                  <c:v>1.17625575361354E-6</c:v>
                </c:pt>
                <c:pt idx="1544">
                  <c:v>1.17599029226539E-6</c:v>
                </c:pt>
                <c:pt idx="1545">
                  <c:v>1.1757290114184799E-6</c:v>
                </c:pt>
                <c:pt idx="1546">
                  <c:v>1.17546875452712E-6</c:v>
                </c:pt>
                <c:pt idx="1547">
                  <c:v>1.17520798080838E-6</c:v>
                </c:pt>
                <c:pt idx="1548">
                  <c:v>1.1749511140678701E-6</c:v>
                </c:pt>
                <c:pt idx="1549">
                  <c:v>1.1746951691242899E-6</c:v>
                </c:pt>
                <c:pt idx="1550">
                  <c:v>1.1744347178006901E-6</c:v>
                </c:pt>
                <c:pt idx="1551">
                  <c:v>1.17418306443687E-6</c:v>
                </c:pt>
                <c:pt idx="1552">
                  <c:v>1.17392635283688E-6</c:v>
                </c:pt>
                <c:pt idx="1553">
                  <c:v>1.1736736593992E-6</c:v>
                </c:pt>
                <c:pt idx="1554">
                  <c:v>1.17342305977333E-6</c:v>
                </c:pt>
                <c:pt idx="1555">
                  <c:v>1.17317525097213E-6</c:v>
                </c:pt>
                <c:pt idx="1556">
                  <c:v>1.1729257972418799E-6</c:v>
                </c:pt>
                <c:pt idx="1557">
                  <c:v>1.1726824423734399E-6</c:v>
                </c:pt>
                <c:pt idx="1558">
                  <c:v>1.1724310078057999E-6</c:v>
                </c:pt>
                <c:pt idx="1559">
                  <c:v>1.1721874877822E-6</c:v>
                </c:pt>
                <c:pt idx="1560">
                  <c:v>1.1719393041066E-6</c:v>
                </c:pt>
                <c:pt idx="1561">
                  <c:v>1.1716983373016099E-6</c:v>
                </c:pt>
                <c:pt idx="1562">
                  <c:v>1.1714534410128901E-6</c:v>
                </c:pt>
                <c:pt idx="1563">
                  <c:v>1.1712105889581399E-6</c:v>
                </c:pt>
                <c:pt idx="1564">
                  <c:v>1.17096446631917E-6</c:v>
                </c:pt>
                <c:pt idx="1565">
                  <c:v>1.17072014700398E-6</c:v>
                </c:pt>
                <c:pt idx="1566">
                  <c:v>1.17047605265379E-6</c:v>
                </c:pt>
                <c:pt idx="1567">
                  <c:v>1.17023446999748E-6</c:v>
                </c:pt>
                <c:pt idx="1568">
                  <c:v>1.1699926313427901E-6</c:v>
                </c:pt>
                <c:pt idx="1569">
                  <c:v>1.16975299157546E-6</c:v>
                </c:pt>
                <c:pt idx="1570">
                  <c:v>1.16951319935395E-6</c:v>
                </c:pt>
                <c:pt idx="1571">
                  <c:v>1.1692771000651901E-6</c:v>
                </c:pt>
                <c:pt idx="1572">
                  <c:v>1.16904167693894E-6</c:v>
                </c:pt>
                <c:pt idx="1573">
                  <c:v>1.1688042895854001E-6</c:v>
                </c:pt>
                <c:pt idx="1574">
                  <c:v>1.1685727487088399E-6</c:v>
                </c:pt>
                <c:pt idx="1575">
                  <c:v>1.16833658696274E-6</c:v>
                </c:pt>
                <c:pt idx="1576">
                  <c:v>1.16810417971378E-6</c:v>
                </c:pt>
                <c:pt idx="1577">
                  <c:v>1.16787386436843E-6</c:v>
                </c:pt>
                <c:pt idx="1578">
                  <c:v>1.16764281711254E-6</c:v>
                </c:pt>
                <c:pt idx="1579">
                  <c:v>1.16741130445831E-6</c:v>
                </c:pt>
                <c:pt idx="1580">
                  <c:v>1.1671868374005299E-6</c:v>
                </c:pt>
                <c:pt idx="1581">
                  <c:v>1.16695639788202E-6</c:v>
                </c:pt>
                <c:pt idx="1582">
                  <c:v>1.16673040005377E-6</c:v>
                </c:pt>
                <c:pt idx="1583">
                  <c:v>1.1665051981975799E-6</c:v>
                </c:pt>
                <c:pt idx="1584">
                  <c:v>1.1662762338971E-6</c:v>
                </c:pt>
                <c:pt idx="1585">
                  <c:v>1.1660548554805999E-6</c:v>
                </c:pt>
                <c:pt idx="1586">
                  <c:v>1.1658299489503499E-6</c:v>
                </c:pt>
                <c:pt idx="1587">
                  <c:v>1.1656065068345401E-6</c:v>
                </c:pt>
                <c:pt idx="1588">
                  <c:v>1.16538409602017E-6</c:v>
                </c:pt>
                <c:pt idx="1589">
                  <c:v>1.1651611550104201E-6</c:v>
                </c:pt>
                <c:pt idx="1590">
                  <c:v>1.1649395828652599E-6</c:v>
                </c:pt>
                <c:pt idx="1591">
                  <c:v>1.1647198413037599E-6</c:v>
                </c:pt>
                <c:pt idx="1592">
                  <c:v>1.16450239550954E-6</c:v>
                </c:pt>
                <c:pt idx="1593">
                  <c:v>1.1642847372503601E-6</c:v>
                </c:pt>
                <c:pt idx="1594">
                  <c:v>1.1640674559232801E-6</c:v>
                </c:pt>
                <c:pt idx="1595">
                  <c:v>1.16385464678501E-6</c:v>
                </c:pt>
                <c:pt idx="1596">
                  <c:v>1.16363652124907E-6</c:v>
                </c:pt>
                <c:pt idx="1597">
                  <c:v>1.16342521097672E-6</c:v>
                </c:pt>
                <c:pt idx="1598">
                  <c:v>1.16320866701536E-6</c:v>
                </c:pt>
                <c:pt idx="1599">
                  <c:v>1.1629970790193901E-6</c:v>
                </c:pt>
                <c:pt idx="1600">
                  <c:v>1.1627809079476101E-6</c:v>
                </c:pt>
                <c:pt idx="1601">
                  <c:v>1.16257092514875E-6</c:v>
                </c:pt>
                <c:pt idx="1602">
                  <c:v>1.1623582040002999E-6</c:v>
                </c:pt>
                <c:pt idx="1603">
                  <c:v>1.1621498248301299E-6</c:v>
                </c:pt>
                <c:pt idx="1604">
                  <c:v>1.16193902898472E-6</c:v>
                </c:pt>
                <c:pt idx="1605">
                  <c:v>1.1617344557672799E-6</c:v>
                </c:pt>
                <c:pt idx="1606">
                  <c:v>1.1615218095501299E-6</c:v>
                </c:pt>
                <c:pt idx="1607">
                  <c:v>1.16132317655493E-6</c:v>
                </c:pt>
                <c:pt idx="1608">
                  <c:v>1.1611158476493299E-6</c:v>
                </c:pt>
                <c:pt idx="1609">
                  <c:v>1.16091748412296E-6</c:v>
                </c:pt>
                <c:pt idx="1610">
                  <c:v>1.1607166869316701E-6</c:v>
                </c:pt>
                <c:pt idx="1611">
                  <c:v>1.1605166386144499E-6</c:v>
                </c:pt>
                <c:pt idx="1612">
                  <c:v>1.1603117364241699E-6</c:v>
                </c:pt>
                <c:pt idx="1613">
                  <c:v>1.16011533001562E-6</c:v>
                </c:pt>
                <c:pt idx="1614">
                  <c:v>1.1599116845139501E-6</c:v>
                </c:pt>
                <c:pt idx="1615">
                  <c:v>1.15971527395551E-6</c:v>
                </c:pt>
                <c:pt idx="1616">
                  <c:v>1.1595173312657E-6</c:v>
                </c:pt>
                <c:pt idx="1617">
                  <c:v>1.1593186820106299E-6</c:v>
                </c:pt>
                <c:pt idx="1618">
                  <c:v>1.1591241190164199E-6</c:v>
                </c:pt>
                <c:pt idx="1619">
                  <c:v>1.1589290776637801E-6</c:v>
                </c:pt>
                <c:pt idx="1620">
                  <c:v>1.15873594158192E-6</c:v>
                </c:pt>
                <c:pt idx="1621">
                  <c:v>1.15854362197712E-6</c:v>
                </c:pt>
                <c:pt idx="1622">
                  <c:v>1.15835276652716E-6</c:v>
                </c:pt>
                <c:pt idx="1623">
                  <c:v>1.1581605874823999E-6</c:v>
                </c:pt>
                <c:pt idx="1624">
                  <c:v>1.15797106216199E-6</c:v>
                </c:pt>
                <c:pt idx="1625">
                  <c:v>1.1577799138008E-6</c:v>
                </c:pt>
                <c:pt idx="1626">
                  <c:v>1.1575903218923999E-6</c:v>
                </c:pt>
                <c:pt idx="1627">
                  <c:v>1.1574009439293301E-6</c:v>
                </c:pt>
                <c:pt idx="1628">
                  <c:v>1.15721434525045E-6</c:v>
                </c:pt>
                <c:pt idx="1629">
                  <c:v>1.15702808064202E-6</c:v>
                </c:pt>
                <c:pt idx="1630">
                  <c:v>1.1568412947349101E-6</c:v>
                </c:pt>
                <c:pt idx="1631">
                  <c:v>1.1566587983045099E-6</c:v>
                </c:pt>
                <c:pt idx="1632">
                  <c:v>1.1564731960983899E-6</c:v>
                </c:pt>
                <c:pt idx="1633">
                  <c:v>1.1562929861247E-6</c:v>
                </c:pt>
                <c:pt idx="1634">
                  <c:v>1.1561088658671799E-6</c:v>
                </c:pt>
                <c:pt idx="1635">
                  <c:v>1.1559287452934601E-6</c:v>
                </c:pt>
                <c:pt idx="1636">
                  <c:v>1.15574459848523E-6</c:v>
                </c:pt>
                <c:pt idx="1637">
                  <c:v>1.15556710658053E-6</c:v>
                </c:pt>
                <c:pt idx="1638">
                  <c:v>1.15538774557557E-6</c:v>
                </c:pt>
                <c:pt idx="1639">
                  <c:v>1.1552116481893299E-6</c:v>
                </c:pt>
                <c:pt idx="1640">
                  <c:v>1.15503887258242E-6</c:v>
                </c:pt>
                <c:pt idx="1641">
                  <c:v>1.15486186302396E-6</c:v>
                </c:pt>
                <c:pt idx="1642">
                  <c:v>1.15468991374483E-6</c:v>
                </c:pt>
                <c:pt idx="1643">
                  <c:v>1.15451343677236E-6</c:v>
                </c:pt>
                <c:pt idx="1644">
                  <c:v>1.1543437701653699E-6</c:v>
                </c:pt>
                <c:pt idx="1645">
                  <c:v>1.1541692974755099E-6</c:v>
                </c:pt>
                <c:pt idx="1646">
                  <c:v>1.1539999944255799E-6</c:v>
                </c:pt>
                <c:pt idx="1647">
                  <c:v>1.15382846343754E-6</c:v>
                </c:pt>
                <c:pt idx="1648">
                  <c:v>1.15365695780417E-6</c:v>
                </c:pt>
                <c:pt idx="1649">
                  <c:v>1.15349082804964E-6</c:v>
                </c:pt>
                <c:pt idx="1650">
                  <c:v>1.1533180760345199E-6</c:v>
                </c:pt>
                <c:pt idx="1651">
                  <c:v>1.1531573171797801E-6</c:v>
                </c:pt>
                <c:pt idx="1652">
                  <c:v>1.1529863604213901E-6</c:v>
                </c:pt>
                <c:pt idx="1653">
                  <c:v>1.1528255403405899E-6</c:v>
                </c:pt>
                <c:pt idx="1654">
                  <c:v>1.15265972783855E-6</c:v>
                </c:pt>
                <c:pt idx="1655">
                  <c:v>1.15249957969507E-6</c:v>
                </c:pt>
                <c:pt idx="1656">
                  <c:v>1.1523337116995501E-6</c:v>
                </c:pt>
                <c:pt idx="1657">
                  <c:v>1.15217574949565E-6</c:v>
                </c:pt>
                <c:pt idx="1658">
                  <c:v>1.1520109969390301E-6</c:v>
                </c:pt>
                <c:pt idx="1659">
                  <c:v>1.1518534703770901E-6</c:v>
                </c:pt>
                <c:pt idx="1660">
                  <c:v>1.15169199225804E-6</c:v>
                </c:pt>
                <c:pt idx="1661">
                  <c:v>1.1515346525645699E-6</c:v>
                </c:pt>
                <c:pt idx="1662">
                  <c:v>1.15137386095517E-6</c:v>
                </c:pt>
                <c:pt idx="1663">
                  <c:v>1.1512196131692501E-6</c:v>
                </c:pt>
                <c:pt idx="1664">
                  <c:v>1.1510613752823801E-6</c:v>
                </c:pt>
                <c:pt idx="1665">
                  <c:v>1.1509078442444401E-6</c:v>
                </c:pt>
                <c:pt idx="1666">
                  <c:v>1.1507529425205799E-6</c:v>
                </c:pt>
                <c:pt idx="1667">
                  <c:v>1.15059998536681E-6</c:v>
                </c:pt>
                <c:pt idx="1668">
                  <c:v>1.1504471366084701E-6</c:v>
                </c:pt>
                <c:pt idx="1669">
                  <c:v>1.15029596591719E-6</c:v>
                </c:pt>
                <c:pt idx="1670">
                  <c:v>1.1501470399814599E-6</c:v>
                </c:pt>
                <c:pt idx="1671">
                  <c:v>1.15000245090497E-6</c:v>
                </c:pt>
                <c:pt idx="1672">
                  <c:v>1.1498552626894801E-6</c:v>
                </c:pt>
                <c:pt idx="1673">
                  <c:v>1.14971383310733E-6</c:v>
                </c:pt>
                <c:pt idx="1674">
                  <c:v>1.1495658711774099E-6</c:v>
                </c:pt>
                <c:pt idx="1675">
                  <c:v>1.1494193800654599E-6</c:v>
                </c:pt>
                <c:pt idx="1676">
                  <c:v>1.1492739196944199E-6</c:v>
                </c:pt>
                <c:pt idx="1677">
                  <c:v>1.14912902966897E-6</c:v>
                </c:pt>
                <c:pt idx="1678">
                  <c:v>1.1489850398908499E-6</c:v>
                </c:pt>
                <c:pt idx="1679">
                  <c:v>1.14884226348435E-6</c:v>
                </c:pt>
                <c:pt idx="1680">
                  <c:v>1.14870077426333E-6</c:v>
                </c:pt>
                <c:pt idx="1681">
                  <c:v>1.1485613592384099E-6</c:v>
                </c:pt>
                <c:pt idx="1682">
                  <c:v>1.14842870315536E-6</c:v>
                </c:pt>
                <c:pt idx="1683">
                  <c:v>1.1482937205924099E-6</c:v>
                </c:pt>
                <c:pt idx="1684">
                  <c:v>1.1481662215751401E-6</c:v>
                </c:pt>
                <c:pt idx="1685">
                  <c:v>1.1480313058283099E-6</c:v>
                </c:pt>
                <c:pt idx="1686">
                  <c:v>1.1479000977245201E-6</c:v>
                </c:pt>
                <c:pt idx="1687">
                  <c:v>1.14776508506549E-6</c:v>
                </c:pt>
                <c:pt idx="1688">
                  <c:v>1.1476297065939399E-6</c:v>
                </c:pt>
                <c:pt idx="1689">
                  <c:v>1.1474955874887899E-6</c:v>
                </c:pt>
                <c:pt idx="1690">
                  <c:v>1.1473627995344899E-6</c:v>
                </c:pt>
                <c:pt idx="1691">
                  <c:v>1.14723016062265E-6</c:v>
                </c:pt>
                <c:pt idx="1692">
                  <c:v>1.14709836477821E-6</c:v>
                </c:pt>
                <c:pt idx="1693">
                  <c:v>1.1469699162407E-6</c:v>
                </c:pt>
                <c:pt idx="1694">
                  <c:v>1.1468365167749601E-6</c:v>
                </c:pt>
                <c:pt idx="1695">
                  <c:v>1.1467092533272101E-6</c:v>
                </c:pt>
                <c:pt idx="1696">
                  <c:v>1.1465820206182499E-6</c:v>
                </c:pt>
                <c:pt idx="1697">
                  <c:v>1.14645327076782E-6</c:v>
                </c:pt>
                <c:pt idx="1698">
                  <c:v>1.14633066085025E-6</c:v>
                </c:pt>
                <c:pt idx="1699">
                  <c:v>1.14620370435584E-6</c:v>
                </c:pt>
                <c:pt idx="1700">
                  <c:v>1.14608055568053E-6</c:v>
                </c:pt>
                <c:pt idx="1701">
                  <c:v>1.1459566297316E-6</c:v>
                </c:pt>
                <c:pt idx="1702">
                  <c:v>1.14583437631232E-6</c:v>
                </c:pt>
                <c:pt idx="1703">
                  <c:v>1.14571259520891E-6</c:v>
                </c:pt>
                <c:pt idx="1704">
                  <c:v>1.1455921968984499E-6</c:v>
                </c:pt>
                <c:pt idx="1705">
                  <c:v>1.1454719319298601E-6</c:v>
                </c:pt>
                <c:pt idx="1706">
                  <c:v>1.1453529962269401E-6</c:v>
                </c:pt>
                <c:pt idx="1707">
                  <c:v>1.1452344007442901E-6</c:v>
                </c:pt>
                <c:pt idx="1708">
                  <c:v>1.1451155804210201E-6</c:v>
                </c:pt>
                <c:pt idx="1709">
                  <c:v>1.1449984369961199E-6</c:v>
                </c:pt>
                <c:pt idx="1710">
                  <c:v>1.14488433296582E-6</c:v>
                </c:pt>
                <c:pt idx="1711">
                  <c:v>1.14476777112834E-6</c:v>
                </c:pt>
                <c:pt idx="1712">
                  <c:v>1.1446556373045199E-6</c:v>
                </c:pt>
                <c:pt idx="1713">
                  <c:v>1.1445429864575099E-6</c:v>
                </c:pt>
                <c:pt idx="1714">
                  <c:v>1.14442857301619E-6</c:v>
                </c:pt>
                <c:pt idx="1715">
                  <c:v>1.1443206494006E-6</c:v>
                </c:pt>
                <c:pt idx="1716">
                  <c:v>1.1442091185081099E-6</c:v>
                </c:pt>
                <c:pt idx="1717">
                  <c:v>1.14410244823941E-6</c:v>
                </c:pt>
                <c:pt idx="1718">
                  <c:v>1.14399325634642E-6</c:v>
                </c:pt>
                <c:pt idx="1719">
                  <c:v>1.1438876192935201E-6</c:v>
                </c:pt>
                <c:pt idx="1720">
                  <c:v>1.1437804686264499E-6</c:v>
                </c:pt>
                <c:pt idx="1721">
                  <c:v>1.1436743972997501E-6</c:v>
                </c:pt>
                <c:pt idx="1722">
                  <c:v>1.1435713069914199E-6</c:v>
                </c:pt>
                <c:pt idx="1723">
                  <c:v>1.14346591348995E-6</c:v>
                </c:pt>
                <c:pt idx="1724">
                  <c:v>1.1433638280653901E-6</c:v>
                </c:pt>
                <c:pt idx="1725">
                  <c:v>1.14326041488533E-6</c:v>
                </c:pt>
                <c:pt idx="1726">
                  <c:v>1.1431607538295099E-6</c:v>
                </c:pt>
                <c:pt idx="1727">
                  <c:v>1.14306073191965E-6</c:v>
                </c:pt>
                <c:pt idx="1728">
                  <c:v>1.1429636687679E-6</c:v>
                </c:pt>
                <c:pt idx="1729">
                  <c:v>1.14286565629522E-6</c:v>
                </c:pt>
                <c:pt idx="1730">
                  <c:v>1.1427688109604401E-6</c:v>
                </c:pt>
                <c:pt idx="1731">
                  <c:v>1.14267198025795E-6</c:v>
                </c:pt>
                <c:pt idx="1732">
                  <c:v>1.1425761777639199E-6</c:v>
                </c:pt>
                <c:pt idx="1733">
                  <c:v>1.14248196298412E-6</c:v>
                </c:pt>
                <c:pt idx="1734">
                  <c:v>1.14238742835695E-6</c:v>
                </c:pt>
                <c:pt idx="1735">
                  <c:v>1.1422946252995E-6</c:v>
                </c:pt>
                <c:pt idx="1736">
                  <c:v>1.1422022775064901E-6</c:v>
                </c:pt>
                <c:pt idx="1737">
                  <c:v>1.14211151843608E-6</c:v>
                </c:pt>
                <c:pt idx="1738">
                  <c:v>1.14202044658772E-6</c:v>
                </c:pt>
                <c:pt idx="1739">
                  <c:v>1.1419311920223899E-6</c:v>
                </c:pt>
                <c:pt idx="1740">
                  <c:v>1.1418429260565099E-6</c:v>
                </c:pt>
                <c:pt idx="1741">
                  <c:v>1.1417548454431901E-6</c:v>
                </c:pt>
                <c:pt idx="1742">
                  <c:v>1.1416689908033499E-6</c:v>
                </c:pt>
                <c:pt idx="1743">
                  <c:v>1.14158260732287E-6</c:v>
                </c:pt>
                <c:pt idx="1744">
                  <c:v>1.1414973688556301E-6</c:v>
                </c:pt>
                <c:pt idx="1745">
                  <c:v>1.1414124933384399E-6</c:v>
                </c:pt>
                <c:pt idx="1746">
                  <c:v>1.14133008059826E-6</c:v>
                </c:pt>
                <c:pt idx="1747">
                  <c:v>1.14124634320183E-6</c:v>
                </c:pt>
                <c:pt idx="1748">
                  <c:v>1.1411655809279901E-6</c:v>
                </c:pt>
                <c:pt idx="1749">
                  <c:v>1.14108304147946E-6</c:v>
                </c:pt>
                <c:pt idx="1750">
                  <c:v>1.14100393492831E-6</c:v>
                </c:pt>
                <c:pt idx="1751">
                  <c:v>1.14092387481537E-6</c:v>
                </c:pt>
                <c:pt idx="1752">
                  <c:v>1.14084699021991E-6</c:v>
                </c:pt>
                <c:pt idx="1753">
                  <c:v>1.14076885944373E-6</c:v>
                </c:pt>
                <c:pt idx="1754">
                  <c:v>1.1406937008828101E-6</c:v>
                </c:pt>
                <c:pt idx="1755">
                  <c:v>1.14061772455298E-6</c:v>
                </c:pt>
                <c:pt idx="1756">
                  <c:v>1.1405446139701499E-6</c:v>
                </c:pt>
                <c:pt idx="1757">
                  <c:v>1.1404708433566899E-6</c:v>
                </c:pt>
                <c:pt idx="1758">
                  <c:v>1.14039860855412E-6</c:v>
                </c:pt>
                <c:pt idx="1759">
                  <c:v>1.1403270412860399E-6</c:v>
                </c:pt>
                <c:pt idx="1760">
                  <c:v>1.1402554769949799E-6</c:v>
                </c:pt>
                <c:pt idx="1761">
                  <c:v>1.1401858651384901E-6</c:v>
                </c:pt>
                <c:pt idx="1762">
                  <c:v>1.14011650101778E-6</c:v>
                </c:pt>
                <c:pt idx="1763">
                  <c:v>1.1400473907518301E-6</c:v>
                </c:pt>
                <c:pt idx="1764">
                  <c:v>1.1399808922027399E-6</c:v>
                </c:pt>
                <c:pt idx="1765">
                  <c:v>1.13991299801542E-6</c:v>
                </c:pt>
                <c:pt idx="1766">
                  <c:v>1.1398486971525401E-6</c:v>
                </c:pt>
                <c:pt idx="1767">
                  <c:v>1.13978245833787E-6</c:v>
                </c:pt>
                <c:pt idx="1768">
                  <c:v>1.1397193112542301E-6</c:v>
                </c:pt>
                <c:pt idx="1769">
                  <c:v>1.1396557667364999E-6</c:v>
                </c:pt>
                <c:pt idx="1770">
                  <c:v>1.13959366365491E-6</c:v>
                </c:pt>
                <c:pt idx="1771">
                  <c:v>1.13953236857577E-6</c:v>
                </c:pt>
                <c:pt idx="1772">
                  <c:v>1.1394715993946901E-6</c:v>
                </c:pt>
                <c:pt idx="1773">
                  <c:v>1.1394121293531099E-6</c:v>
                </c:pt>
                <c:pt idx="1774">
                  <c:v>1.13935378125046E-6</c:v>
                </c:pt>
                <c:pt idx="1775">
                  <c:v>1.13929402820145E-6</c:v>
                </c:pt>
                <c:pt idx="1776">
                  <c:v>1.1392398559560199E-6</c:v>
                </c:pt>
                <c:pt idx="1777">
                  <c:v>1.1391807490086799E-6</c:v>
                </c:pt>
                <c:pt idx="1778">
                  <c:v>1.13912754729475E-6</c:v>
                </c:pt>
                <c:pt idx="1779">
                  <c:v>1.1390723376246101E-6</c:v>
                </c:pt>
                <c:pt idx="1780">
                  <c:v>1.13901933598383E-6</c:v>
                </c:pt>
                <c:pt idx="1781">
                  <c:v>1.1389669015445199E-6</c:v>
                </c:pt>
                <c:pt idx="1782">
                  <c:v>1.1389152572316E-6</c:v>
                </c:pt>
                <c:pt idx="1783">
                  <c:v>1.1388649649452E-6</c:v>
                </c:pt>
                <c:pt idx="1784">
                  <c:v>1.13881416271699E-6</c:v>
                </c:pt>
                <c:pt idx="1785">
                  <c:v>1.1387659391288001E-6</c:v>
                </c:pt>
                <c:pt idx="1786">
                  <c:v>1.13871806922105E-6</c:v>
                </c:pt>
                <c:pt idx="1787">
                  <c:v>1.1386707504274799E-6</c:v>
                </c:pt>
                <c:pt idx="1788">
                  <c:v>1.13862532490988E-6</c:v>
                </c:pt>
                <c:pt idx="1789">
                  <c:v>1.1385793269883599E-6</c:v>
                </c:pt>
                <c:pt idx="1790">
                  <c:v>1.1385351084477201E-6</c:v>
                </c:pt>
                <c:pt idx="1791">
                  <c:v>1.13849041421718E-6</c:v>
                </c:pt>
                <c:pt idx="1792">
                  <c:v>1.13844752372973E-6</c:v>
                </c:pt>
                <c:pt idx="1793">
                  <c:v>1.1384044270172899E-6</c:v>
                </c:pt>
                <c:pt idx="1794">
                  <c:v>1.13836330070999E-6</c:v>
                </c:pt>
                <c:pt idx="1795">
                  <c:v>1.1383222871198601E-6</c:v>
                </c:pt>
                <c:pt idx="1796">
                  <c:v>1.13828253209812E-6</c:v>
                </c:pt>
                <c:pt idx="1797">
                  <c:v>1.13824310993778E-6</c:v>
                </c:pt>
                <c:pt idx="1798">
                  <c:v>1.1382057248616301E-6</c:v>
                </c:pt>
                <c:pt idx="1799">
                  <c:v>1.1381685696399899E-6</c:v>
                </c:pt>
                <c:pt idx="1800">
                  <c:v>1.13813327748703E-6</c:v>
                </c:pt>
                <c:pt idx="1801">
                  <c:v>1.13809828193701E-6</c:v>
                </c:pt>
                <c:pt idx="1802">
                  <c:v>1.1380643300662699E-6</c:v>
                </c:pt>
                <c:pt idx="1803">
                  <c:v>1.1380314291626201E-6</c:v>
                </c:pt>
                <c:pt idx="1804">
                  <c:v>1.1379992995831901E-6</c:v>
                </c:pt>
                <c:pt idx="1805">
                  <c:v>1.1379682044374199E-6</c:v>
                </c:pt>
                <c:pt idx="1806">
                  <c:v>1.1379379494621099E-6</c:v>
                </c:pt>
                <c:pt idx="1807">
                  <c:v>1.1379080790718201E-6</c:v>
                </c:pt>
                <c:pt idx="1808">
                  <c:v>1.13788006074492E-6</c:v>
                </c:pt>
                <c:pt idx="1809">
                  <c:v>1.1378515324002299E-6</c:v>
                </c:pt>
                <c:pt idx="1810">
                  <c:v>1.1378251262560699E-6</c:v>
                </c:pt>
                <c:pt idx="1811">
                  <c:v>1.1377984872726301E-6</c:v>
                </c:pt>
                <c:pt idx="1812">
                  <c:v>1.1377736264410901E-6</c:v>
                </c:pt>
                <c:pt idx="1813">
                  <c:v>1.13774883343103E-6</c:v>
                </c:pt>
                <c:pt idx="1814">
                  <c:v>1.1377256519135201E-6</c:v>
                </c:pt>
                <c:pt idx="1815">
                  <c:v>1.13770296326955E-6</c:v>
                </c:pt>
                <c:pt idx="1816">
                  <c:v>1.13768120555579E-6</c:v>
                </c:pt>
                <c:pt idx="1817">
                  <c:v>1.13766058301939E-6</c:v>
                </c:pt>
                <c:pt idx="1818">
                  <c:v>1.1376407802553599E-6</c:v>
                </c:pt>
                <c:pt idx="1819">
                  <c:v>1.1376218785592599E-6</c:v>
                </c:pt>
                <c:pt idx="1820">
                  <c:v>1.1376038691803899E-6</c:v>
                </c:pt>
                <c:pt idx="1821">
                  <c:v>1.1375868135937401E-6</c:v>
                </c:pt>
                <c:pt idx="1822">
                  <c:v>1.1375702660360801E-6</c:v>
                </c:pt>
                <c:pt idx="1823">
                  <c:v>1.13755498309488E-6</c:v>
                </c:pt>
                <c:pt idx="1824">
                  <c:v>1.1375403195593299E-6</c:v>
                </c:pt>
                <c:pt idx="1825">
                  <c:v>1.1375266542965799E-6</c:v>
                </c:pt>
                <c:pt idx="1826">
                  <c:v>1.1375138369681899E-6</c:v>
                </c:pt>
                <c:pt idx="1827">
                  <c:v>1.13750192505607E-6</c:v>
                </c:pt>
                <c:pt idx="1828">
                  <c:v>1.13749087901694E-6</c:v>
                </c:pt>
                <c:pt idx="1829">
                  <c:v>1.13748074276881E-6</c:v>
                </c:pt>
                <c:pt idx="1830">
                  <c:v>1.13747151394213E-6</c:v>
                </c:pt>
                <c:pt idx="1831">
                  <c:v>1.1374631137995401E-6</c:v>
                </c:pt>
                <c:pt idx="1832">
                  <c:v>1.1374556808666101E-6</c:v>
                </c:pt>
                <c:pt idx="1833">
                  <c:v>1.1374490129422399E-6</c:v>
                </c:pt>
                <c:pt idx="1834">
                  <c:v>1.13744328924137E-6</c:v>
                </c:pt>
                <c:pt idx="1835">
                  <c:v>1.1374384434607001E-6</c:v>
                </c:pt>
                <c:pt idx="1836">
                  <c:v>1.1374345156456001E-6</c:v>
                </c:pt>
                <c:pt idx="1837">
                  <c:v>1.13743148400799E-6</c:v>
                </c:pt>
                <c:pt idx="1838">
                  <c:v>1.13742938398444E-6</c:v>
                </c:pt>
                <c:pt idx="1839">
                  <c:v>1.13742812657265E-6</c:v>
                </c:pt>
                <c:pt idx="1840">
                  <c:v>1.1374277054076E-6</c:v>
                </c:pt>
                <c:pt idx="1841">
                  <c:v>1.1374281223086599E-6</c:v>
                </c:pt>
                <c:pt idx="1842">
                  <c:v>1.1374293811150801E-6</c:v>
                </c:pt>
                <c:pt idx="1843">
                  <c:v>1.13743158108342E-6</c:v>
                </c:pt>
                <c:pt idx="1844">
                  <c:v>1.1374346265237799E-6</c:v>
                </c:pt>
                <c:pt idx="1845">
                  <c:v>1.13743859724318E-6</c:v>
                </c:pt>
                <c:pt idx="1846">
                  <c:v>1.1374434990546E-6</c:v>
                </c:pt>
                <c:pt idx="1847">
                  <c:v>1.1374491312951001E-6</c:v>
                </c:pt>
                <c:pt idx="1848">
                  <c:v>1.1374557119434201E-6</c:v>
                </c:pt>
                <c:pt idx="1849">
                  <c:v>1.13746313652235E-6</c:v>
                </c:pt>
                <c:pt idx="1850">
                  <c:v>1.1374713838121E-6</c:v>
                </c:pt>
                <c:pt idx="1851">
                  <c:v>1.13748068013084E-6</c:v>
                </c:pt>
                <c:pt idx="1852">
                  <c:v>1.137490741432E-6</c:v>
                </c:pt>
                <c:pt idx="1853">
                  <c:v>1.13750176490823E-6</c:v>
                </c:pt>
                <c:pt idx="1854">
                  <c:v>1.1375134370955001E-6</c:v>
                </c:pt>
                <c:pt idx="1855">
                  <c:v>1.137526270073E-6</c:v>
                </c:pt>
                <c:pt idx="1856">
                  <c:v>1.1375396040283199E-6</c:v>
                </c:pt>
                <c:pt idx="1857">
                  <c:v>1.13755438662688E-6</c:v>
                </c:pt>
                <c:pt idx="1858">
                  <c:v>1.13756940198156E-6</c:v>
                </c:pt>
                <c:pt idx="1859">
                  <c:v>1.1375859505631401E-6</c:v>
                </c:pt>
                <c:pt idx="1860">
                  <c:v>1.1376026944404501E-6</c:v>
                </c:pt>
                <c:pt idx="1861">
                  <c:v>1.1376209457553001E-6</c:v>
                </c:pt>
                <c:pt idx="1862">
                  <c:v>1.1376396861134E-6</c:v>
                </c:pt>
                <c:pt idx="1863">
                  <c:v>1.1376596994700399E-6</c:v>
                </c:pt>
                <c:pt idx="1864">
                  <c:v>1.13768018847331E-6</c:v>
                </c:pt>
                <c:pt idx="1865">
                  <c:v>1.13770185507064E-6</c:v>
                </c:pt>
                <c:pt idx="1866">
                  <c:v>1.1377242443814501E-6</c:v>
                </c:pt>
                <c:pt idx="1867">
                  <c:v>1.13774733635176E-6</c:v>
                </c:pt>
                <c:pt idx="1868">
                  <c:v>1.13777161895248E-6</c:v>
                </c:pt>
                <c:pt idx="1869">
                  <c:v>1.13779666562147E-6</c:v>
                </c:pt>
                <c:pt idx="1870">
                  <c:v>1.13782237334474E-6</c:v>
                </c:pt>
                <c:pt idx="1871">
                  <c:v>1.13784976449185E-6</c:v>
                </c:pt>
                <c:pt idx="1872">
                  <c:v>1.1378769426501699E-6</c:v>
                </c:pt>
                <c:pt idx="1873">
                  <c:v>1.13790600116651E-6</c:v>
                </c:pt>
                <c:pt idx="1874">
                  <c:v>1.1379352303985699E-6</c:v>
                </c:pt>
                <c:pt idx="1875">
                  <c:v>1.1379657857363201E-6</c:v>
                </c:pt>
                <c:pt idx="1876">
                  <c:v>1.1379969491645499E-6</c:v>
                </c:pt>
                <c:pt idx="1877">
                  <c:v>1.13802951288987E-6</c:v>
                </c:pt>
                <c:pt idx="1878">
                  <c:v>1.1380621308453899E-6</c:v>
                </c:pt>
                <c:pt idx="1879">
                  <c:v>1.13809669897156E-6</c:v>
                </c:pt>
                <c:pt idx="1880">
                  <c:v>1.1381308181313199E-6</c:v>
                </c:pt>
                <c:pt idx="1881">
                  <c:v>1.1381672337461299E-6</c:v>
                </c:pt>
                <c:pt idx="1882">
                  <c:v>1.1382033314913201E-6</c:v>
                </c:pt>
                <c:pt idx="1883">
                  <c:v>1.1382417075940699E-6</c:v>
                </c:pt>
                <c:pt idx="1884">
                  <c:v>1.1382795522893599E-6</c:v>
                </c:pt>
                <c:pt idx="1885">
                  <c:v>1.13831906680699E-6</c:v>
                </c:pt>
                <c:pt idx="1886">
                  <c:v>1.1383593155304299E-6</c:v>
                </c:pt>
                <c:pt idx="1887">
                  <c:v>1.13839981375708E-6</c:v>
                </c:pt>
                <c:pt idx="1888">
                  <c:v>1.13844277366389E-6</c:v>
                </c:pt>
                <c:pt idx="1889">
                  <c:v>1.13848494382134E-6</c:v>
                </c:pt>
                <c:pt idx="1890">
                  <c:v>1.13852867521003E-6</c:v>
                </c:pt>
                <c:pt idx="1891">
                  <c:v>1.1385737159331E-6</c:v>
                </c:pt>
                <c:pt idx="1892">
                  <c:v>1.1386182898905901E-6</c:v>
                </c:pt>
                <c:pt idx="1893">
                  <c:v>1.1386655577475899E-6</c:v>
                </c:pt>
                <c:pt idx="1894">
                  <c:v>1.13871222115912E-6</c:v>
                </c:pt>
                <c:pt idx="1895">
                  <c:v>1.13876066387509E-6</c:v>
                </c:pt>
                <c:pt idx="1896">
                  <c:v>1.1388096838995201E-6</c:v>
                </c:pt>
                <c:pt idx="1897">
                  <c:v>1.1388610856470601E-6</c:v>
                </c:pt>
                <c:pt idx="1898">
                  <c:v>1.1389107501851299E-6</c:v>
                </c:pt>
                <c:pt idx="1899">
                  <c:v>1.1389648468706601E-6</c:v>
                </c:pt>
                <c:pt idx="1900">
                  <c:v>1.1390152452174299E-6</c:v>
                </c:pt>
                <c:pt idx="1901">
                  <c:v>1.13906992654461E-6</c:v>
                </c:pt>
                <c:pt idx="1902">
                  <c:v>1.1391224910200601E-6</c:v>
                </c:pt>
                <c:pt idx="1903">
                  <c:v>1.139178879575E-6</c:v>
                </c:pt>
                <c:pt idx="1904">
                  <c:v>1.1392347853274999E-6</c:v>
                </c:pt>
                <c:pt idx="1905">
                  <c:v>1.13929178417295E-6</c:v>
                </c:pt>
                <c:pt idx="1906">
                  <c:v>1.13934999180875E-6</c:v>
                </c:pt>
                <c:pt idx="1907">
                  <c:v>1.13940815076498E-6</c:v>
                </c:pt>
                <c:pt idx="1908">
                  <c:v>1.13946634038423E-6</c:v>
                </c:pt>
                <c:pt idx="1909">
                  <c:v>1.1395276894939001E-6</c:v>
                </c:pt>
                <c:pt idx="1910">
                  <c:v>1.1395887362207199E-6</c:v>
                </c:pt>
                <c:pt idx="1911">
                  <c:v>1.1396519523287901E-6</c:v>
                </c:pt>
                <c:pt idx="1912">
                  <c:v>1.1397149777815301E-6</c:v>
                </c:pt>
                <c:pt idx="1913">
                  <c:v>1.1397798971238501E-6</c:v>
                </c:pt>
                <c:pt idx="1914">
                  <c:v>1.13984387003674E-6</c:v>
                </c:pt>
                <c:pt idx="1915">
                  <c:v>1.1399105966727E-6</c:v>
                </c:pt>
                <c:pt idx="1916">
                  <c:v>1.1399766428699899E-6</c:v>
                </c:pt>
                <c:pt idx="1917">
                  <c:v>1.14004555549606E-6</c:v>
                </c:pt>
                <c:pt idx="1918">
                  <c:v>1.1401128598867599E-6</c:v>
                </c:pt>
                <c:pt idx="1919">
                  <c:v>1.14018337809255E-6</c:v>
                </c:pt>
                <c:pt idx="1920">
                  <c:v>1.14025379692429E-6</c:v>
                </c:pt>
                <c:pt idx="1921">
                  <c:v>1.14032517024888E-6</c:v>
                </c:pt>
                <c:pt idx="1922">
                  <c:v>1.1403983808187501E-6</c:v>
                </c:pt>
                <c:pt idx="1923">
                  <c:v>1.14047162734606E-6</c:v>
                </c:pt>
                <c:pt idx="1924">
                  <c:v>1.14054738764579E-6</c:v>
                </c:pt>
                <c:pt idx="1925">
                  <c:v>1.1406217752987401E-6</c:v>
                </c:pt>
                <c:pt idx="1926">
                  <c:v>1.1406985447519001E-6</c:v>
                </c:pt>
                <c:pt idx="1927">
                  <c:v>1.14077448453642E-6</c:v>
                </c:pt>
                <c:pt idx="1928">
                  <c:v>1.1408510868477099E-6</c:v>
                </c:pt>
                <c:pt idx="1929">
                  <c:v>1.1409299634189E-6</c:v>
                </c:pt>
                <c:pt idx="1930">
                  <c:v>1.1410082712506599E-6</c:v>
                </c:pt>
                <c:pt idx="1931">
                  <c:v>1.14108831475804E-6</c:v>
                </c:pt>
                <c:pt idx="1932">
                  <c:v>1.14116813248126E-6</c:v>
                </c:pt>
                <c:pt idx="1933">
                  <c:v>1.14124927726914E-6</c:v>
                </c:pt>
                <c:pt idx="1934">
                  <c:v>1.1413335527395899E-6</c:v>
                </c:pt>
                <c:pt idx="1935">
                  <c:v>1.1414148394865299E-6</c:v>
                </c:pt>
                <c:pt idx="1936">
                  <c:v>1.1415016720923E-6</c:v>
                </c:pt>
                <c:pt idx="1937">
                  <c:v>1.1415844249753801E-6</c:v>
                </c:pt>
                <c:pt idx="1938">
                  <c:v>1.1416700119096801E-6</c:v>
                </c:pt>
                <c:pt idx="1939">
                  <c:v>1.1417566031042899E-6</c:v>
                </c:pt>
                <c:pt idx="1940">
                  <c:v>1.14184485934932E-6</c:v>
                </c:pt>
                <c:pt idx="1941">
                  <c:v>1.1419338272550601E-6</c:v>
                </c:pt>
                <c:pt idx="1942">
                  <c:v>1.14202492571423E-6</c:v>
                </c:pt>
                <c:pt idx="1943">
                  <c:v>1.14211488015469E-6</c:v>
                </c:pt>
                <c:pt idx="1944">
                  <c:v>1.1422068180836401E-6</c:v>
                </c:pt>
                <c:pt idx="1945">
                  <c:v>1.1422992375744001E-6</c:v>
                </c:pt>
                <c:pt idx="1946">
                  <c:v>1.1423929722851699E-6</c:v>
                </c:pt>
                <c:pt idx="1947">
                  <c:v>1.1424869804421301E-6</c:v>
                </c:pt>
                <c:pt idx="1948">
                  <c:v>1.1425819912783E-6</c:v>
                </c:pt>
                <c:pt idx="1949">
                  <c:v>1.1426780872005599E-6</c:v>
                </c:pt>
                <c:pt idx="1950">
                  <c:v>1.14277509491658E-6</c:v>
                </c:pt>
                <c:pt idx="1951">
                  <c:v>1.1428752993902901E-6</c:v>
                </c:pt>
                <c:pt idx="1952">
                  <c:v>1.14297621017017E-6</c:v>
                </c:pt>
                <c:pt idx="1953">
                  <c:v>1.1430780695179601E-6</c:v>
                </c:pt>
                <c:pt idx="1954">
                  <c:v>1.1431808612231401E-6</c:v>
                </c:pt>
                <c:pt idx="1955">
                  <c:v>1.1432851977060099E-6</c:v>
                </c:pt>
                <c:pt idx="1956">
                  <c:v>1.14338745098937E-6</c:v>
                </c:pt>
                <c:pt idx="1957">
                  <c:v>1.1434946756138799E-6</c:v>
                </c:pt>
                <c:pt idx="1958">
                  <c:v>1.1435963907300401E-6</c:v>
                </c:pt>
                <c:pt idx="1959">
                  <c:v>1.1437036115950699E-6</c:v>
                </c:pt>
                <c:pt idx="1960">
                  <c:v>1.1438068924924899E-6</c:v>
                </c:pt>
                <c:pt idx="1961">
                  <c:v>1.1439160993283401E-6</c:v>
                </c:pt>
                <c:pt idx="1962">
                  <c:v>1.14402205947573E-6</c:v>
                </c:pt>
                <c:pt idx="1963">
                  <c:v>1.1441330145783201E-6</c:v>
                </c:pt>
                <c:pt idx="1964">
                  <c:v>1.14424121751102E-6</c:v>
                </c:pt>
                <c:pt idx="1965">
                  <c:v>1.1443519354794101E-6</c:v>
                </c:pt>
                <c:pt idx="1966">
                  <c:v>1.14446110181274E-6</c:v>
                </c:pt>
                <c:pt idx="1967">
                  <c:v>1.1445734767605301E-6</c:v>
                </c:pt>
                <c:pt idx="1968">
                  <c:v>1.14468435933115E-6</c:v>
                </c:pt>
                <c:pt idx="1969">
                  <c:v>1.14479965860092E-6</c:v>
                </c:pt>
                <c:pt idx="1970">
                  <c:v>1.14491355193774E-6</c:v>
                </c:pt>
                <c:pt idx="1971">
                  <c:v>1.14503025949933E-6</c:v>
                </c:pt>
                <c:pt idx="1972">
                  <c:v>1.1451461557144499E-6</c:v>
                </c:pt>
                <c:pt idx="1973">
                  <c:v>1.1452645087384999E-6</c:v>
                </c:pt>
                <c:pt idx="1974">
                  <c:v>1.14538139784709E-6</c:v>
                </c:pt>
                <c:pt idx="1975">
                  <c:v>1.14550336325254E-6</c:v>
                </c:pt>
                <c:pt idx="1976">
                  <c:v>1.1456206268077299E-6</c:v>
                </c:pt>
                <c:pt idx="1977">
                  <c:v>1.1457434050529401E-6</c:v>
                </c:pt>
                <c:pt idx="1978">
                  <c:v>1.14586301189524E-6</c:v>
                </c:pt>
                <c:pt idx="1979">
                  <c:v>1.14598595832013E-6</c:v>
                </c:pt>
                <c:pt idx="1980">
                  <c:v>1.1461098409407801E-6</c:v>
                </c:pt>
                <c:pt idx="1981">
                  <c:v>1.1462339458070099E-6</c:v>
                </c:pt>
                <c:pt idx="1982">
                  <c:v>1.14636019736976E-6</c:v>
                </c:pt>
                <c:pt idx="1983">
                  <c:v>1.1464875725168599E-6</c:v>
                </c:pt>
                <c:pt idx="1984">
                  <c:v>1.1466150887150401E-6</c:v>
                </c:pt>
                <c:pt idx="1985">
                  <c:v>1.1467470692342399E-6</c:v>
                </c:pt>
                <c:pt idx="1986">
                  <c:v>1.14687362670485E-6</c:v>
                </c:pt>
                <c:pt idx="1987">
                  <c:v>1.14700724259898E-6</c:v>
                </c:pt>
                <c:pt idx="1988">
                  <c:v>1.1471333596238499E-6</c:v>
                </c:pt>
                <c:pt idx="1989">
                  <c:v>1.1472671371095001E-6</c:v>
                </c:pt>
                <c:pt idx="1990">
                  <c:v>1.1473968731702801E-6</c:v>
                </c:pt>
                <c:pt idx="1991">
                  <c:v>1.14753298746412E-6</c:v>
                </c:pt>
                <c:pt idx="1992">
                  <c:v>1.14766441714339E-6</c:v>
                </c:pt>
                <c:pt idx="1993">
                  <c:v>1.1478020160605101E-6</c:v>
                </c:pt>
                <c:pt idx="1994">
                  <c:v>1.14793695614859E-6</c:v>
                </c:pt>
                <c:pt idx="1995">
                  <c:v>1.14807684979897E-6</c:v>
                </c:pt>
                <c:pt idx="1996">
                  <c:v>1.14821278294647E-6</c:v>
                </c:pt>
                <c:pt idx="1997">
                  <c:v>1.1483545438425501E-6</c:v>
                </c:pt>
                <c:pt idx="1998">
                  <c:v>1.1484891509765201E-6</c:v>
                </c:pt>
                <c:pt idx="1999">
                  <c:v>1.14863090732372E-6</c:v>
                </c:pt>
                <c:pt idx="2000">
                  <c:v>1.1487685016840201E-6</c:v>
                </c:pt>
                <c:pt idx="2001">
                  <c:v>1.14891304634645E-6</c:v>
                </c:pt>
                <c:pt idx="2002">
                  <c:v>1.14905286016074E-6</c:v>
                </c:pt>
                <c:pt idx="2003">
                  <c:v>1.14920042423017E-6</c:v>
                </c:pt>
                <c:pt idx="2004">
                  <c:v>1.1493416105380001E-6</c:v>
                </c:pt>
                <c:pt idx="2005">
                  <c:v>1.1494907363069999E-6</c:v>
                </c:pt>
                <c:pt idx="2006">
                  <c:v>1.1496356507960201E-6</c:v>
                </c:pt>
                <c:pt idx="2007">
                  <c:v>1.1497859783028301E-6</c:v>
                </c:pt>
                <c:pt idx="2008">
                  <c:v>1.1499323843281001E-6</c:v>
                </c:pt>
                <c:pt idx="2009">
                  <c:v>1.15008392216201E-6</c:v>
                </c:pt>
                <c:pt idx="2010">
                  <c:v>1.1502312021322201E-6</c:v>
                </c:pt>
                <c:pt idx="2011">
                  <c:v>1.15038485083936E-6</c:v>
                </c:pt>
                <c:pt idx="2012">
                  <c:v>1.15053497672499E-6</c:v>
                </c:pt>
                <c:pt idx="2013">
                  <c:v>1.15069105372807E-6</c:v>
                </c:pt>
                <c:pt idx="2014">
                  <c:v>1.1508454867562999E-6</c:v>
                </c:pt>
                <c:pt idx="2015">
                  <c:v>1.15100259328597E-6</c:v>
                </c:pt>
                <c:pt idx="2016">
                  <c:v>1.1511566566513499E-6</c:v>
                </c:pt>
                <c:pt idx="2017">
                  <c:v>1.1513163518801799E-6</c:v>
                </c:pt>
                <c:pt idx="2018">
                  <c:v>1.1514674038291101E-6</c:v>
                </c:pt>
                <c:pt idx="2019">
                  <c:v>1.15162936843993E-6</c:v>
                </c:pt>
                <c:pt idx="2020">
                  <c:v>1.1517842449997199E-6</c:v>
                </c:pt>
                <c:pt idx="2021">
                  <c:v>1.1519466171955801E-6</c:v>
                </c:pt>
                <c:pt idx="2022">
                  <c:v>1.1521054098153899E-6</c:v>
                </c:pt>
                <c:pt idx="2023">
                  <c:v>1.1522689687119799E-6</c:v>
                </c:pt>
                <c:pt idx="2024">
                  <c:v>1.1524303978311699E-6</c:v>
                </c:pt>
                <c:pt idx="2025">
                  <c:v>1.1525947105430299E-6</c:v>
                </c:pt>
                <c:pt idx="2026">
                  <c:v>1.1527601848842901E-6</c:v>
                </c:pt>
                <c:pt idx="2027">
                  <c:v>1.1529228799536601E-6</c:v>
                </c:pt>
                <c:pt idx="2028">
                  <c:v>1.153089294373E-6</c:v>
                </c:pt>
                <c:pt idx="2029">
                  <c:v>1.15325506114377E-6</c:v>
                </c:pt>
                <c:pt idx="2030">
                  <c:v>1.1534223126543801E-6</c:v>
                </c:pt>
                <c:pt idx="2031">
                  <c:v>1.1535925276002299E-6</c:v>
                </c:pt>
                <c:pt idx="2032">
                  <c:v>1.15376402204561E-6</c:v>
                </c:pt>
                <c:pt idx="2033">
                  <c:v>1.1539333148670001E-6</c:v>
                </c:pt>
                <c:pt idx="2034">
                  <c:v>1.1541049259272301E-6</c:v>
                </c:pt>
                <c:pt idx="2035">
                  <c:v>1.1542766456607399E-6</c:v>
                </c:pt>
                <c:pt idx="2036">
                  <c:v>1.1544483435939899E-6</c:v>
                </c:pt>
                <c:pt idx="2037">
                  <c:v>1.15462433075865E-6</c:v>
                </c:pt>
                <c:pt idx="2038">
                  <c:v>1.1547965360647801E-6</c:v>
                </c:pt>
                <c:pt idx="2039">
                  <c:v>1.1549757831424901E-6</c:v>
                </c:pt>
                <c:pt idx="2040">
                  <c:v>1.15514915349276E-6</c:v>
                </c:pt>
                <c:pt idx="2041">
                  <c:v>1.1553327987480399E-6</c:v>
                </c:pt>
                <c:pt idx="2042">
                  <c:v>1.1555113534133201E-6</c:v>
                </c:pt>
                <c:pt idx="2043">
                  <c:v>1.1556962225857801E-6</c:v>
                </c:pt>
                <c:pt idx="2044">
                  <c:v>1.15587571914409E-6</c:v>
                </c:pt>
                <c:pt idx="2045">
                  <c:v>1.1560597315903201E-6</c:v>
                </c:pt>
                <c:pt idx="2046">
                  <c:v>1.15623692374858E-6</c:v>
                </c:pt>
                <c:pt idx="2047">
                  <c:v>1.1564232465303799E-6</c:v>
                </c:pt>
                <c:pt idx="2048">
                  <c:v>1.15660196719411E-6</c:v>
                </c:pt>
                <c:pt idx="2049">
                  <c:v>1.15679234604111E-6</c:v>
                </c:pt>
                <c:pt idx="2050">
                  <c:v>1.15697321211266E-6</c:v>
                </c:pt>
                <c:pt idx="2051">
                  <c:v>1.1571668516251201E-6</c:v>
                </c:pt>
                <c:pt idx="2052">
                  <c:v>1.1573499230137201E-6</c:v>
                </c:pt>
                <c:pt idx="2053">
                  <c:v>1.1575408485662501E-6</c:v>
                </c:pt>
                <c:pt idx="2054">
                  <c:v>1.1577248531476899E-6</c:v>
                </c:pt>
                <c:pt idx="2055">
                  <c:v>1.1579163540271499E-6</c:v>
                </c:pt>
                <c:pt idx="2056">
                  <c:v>1.1581015011666701E-6</c:v>
                </c:pt>
                <c:pt idx="2057">
                  <c:v>1.15829982970828E-6</c:v>
                </c:pt>
                <c:pt idx="2058">
                  <c:v>1.15848618680555E-6</c:v>
                </c:pt>
                <c:pt idx="2059">
                  <c:v>1.1586832333327801E-6</c:v>
                </c:pt>
                <c:pt idx="2060">
                  <c:v>1.1588752414966901E-6</c:v>
                </c:pt>
                <c:pt idx="2061">
                  <c:v>1.15907065888546E-6</c:v>
                </c:pt>
                <c:pt idx="2062">
                  <c:v>1.1592679212513101E-6</c:v>
                </c:pt>
                <c:pt idx="2063">
                  <c:v>1.15946598629149E-6</c:v>
                </c:pt>
                <c:pt idx="2064">
                  <c:v>1.15966208268303E-6</c:v>
                </c:pt>
                <c:pt idx="2065">
                  <c:v>1.15986281850324E-6</c:v>
                </c:pt>
                <c:pt idx="2066">
                  <c:v>1.16005927367264E-6</c:v>
                </c:pt>
                <c:pt idx="2067">
                  <c:v>1.16026295487953E-6</c:v>
                </c:pt>
                <c:pt idx="2068">
                  <c:v>1.16046120808839E-6</c:v>
                </c:pt>
                <c:pt idx="2069">
                  <c:v>1.1606668816569001E-6</c:v>
                </c:pt>
                <c:pt idx="2070">
                  <c:v>1.1608694371437099E-6</c:v>
                </c:pt>
                <c:pt idx="2071">
                  <c:v>1.1610742910889499E-6</c:v>
                </c:pt>
                <c:pt idx="2072">
                  <c:v>1.16127903113767E-6</c:v>
                </c:pt>
                <c:pt idx="2073">
                  <c:v>1.16148497192786E-6</c:v>
                </c:pt>
                <c:pt idx="2074">
                  <c:v>1.1616879305653399E-6</c:v>
                </c:pt>
                <c:pt idx="2075">
                  <c:v>1.1618959218615E-6</c:v>
                </c:pt>
                <c:pt idx="2076">
                  <c:v>1.16209847137922E-6</c:v>
                </c:pt>
                <c:pt idx="2077">
                  <c:v>1.1623096665035501E-6</c:v>
                </c:pt>
                <c:pt idx="2078">
                  <c:v>1.1625136557885099E-6</c:v>
                </c:pt>
                <c:pt idx="2079">
                  <c:v>1.1627291675125E-6</c:v>
                </c:pt>
                <c:pt idx="2080">
                  <c:v>1.1629359236684601E-6</c:v>
                </c:pt>
                <c:pt idx="2081">
                  <c:v>1.1631525315736399E-6</c:v>
                </c:pt>
                <c:pt idx="2082">
                  <c:v>1.1633611069525399E-6</c:v>
                </c:pt>
                <c:pt idx="2083">
                  <c:v>1.16357943480614E-6</c:v>
                </c:pt>
                <c:pt idx="2084">
                  <c:v>1.16378953942716E-6</c:v>
                </c:pt>
                <c:pt idx="2085">
                  <c:v>1.1640091647855599E-6</c:v>
                </c:pt>
                <c:pt idx="2086">
                  <c:v>1.1642234357078301E-6</c:v>
                </c:pt>
                <c:pt idx="2087">
                  <c:v>1.1644434533173E-6</c:v>
                </c:pt>
                <c:pt idx="2088">
                  <c:v>1.1646602491045901E-6</c:v>
                </c:pt>
                <c:pt idx="2089">
                  <c:v>1.1648840930089299E-6</c:v>
                </c:pt>
                <c:pt idx="2090">
                  <c:v>1.16510061363235E-6</c:v>
                </c:pt>
                <c:pt idx="2091">
                  <c:v>1.16532752323411E-6</c:v>
                </c:pt>
                <c:pt idx="2092">
                  <c:v>1.16554447506809E-6</c:v>
                </c:pt>
              </c:numCache>
            </c:numRef>
          </c:xVal>
          <c:yVal>
            <c:numRef>
              <c:f>'Post Processing - SS CaCl2'!$BP$164:$BP$2256</c:f>
              <c:numCache>
                <c:formatCode>General</c:formatCode>
                <c:ptCount val="2093"/>
                <c:pt idx="0">
                  <c:v>0.58865019436261845</c:v>
                </c:pt>
                <c:pt idx="1">
                  <c:v>0.59228054663008511</c:v>
                </c:pt>
                <c:pt idx="2">
                  <c:v>0.58809270406054537</c:v>
                </c:pt>
                <c:pt idx="3">
                  <c:v>0.59285924705030124</c:v>
                </c:pt>
                <c:pt idx="4">
                  <c:v>0.59308351718745855</c:v>
                </c:pt>
                <c:pt idx="5">
                  <c:v>0.59194851813296123</c:v>
                </c:pt>
                <c:pt idx="6">
                  <c:v>0.58670669466276626</c:v>
                </c:pt>
                <c:pt idx="7">
                  <c:v>0.60021688416962138</c:v>
                </c:pt>
                <c:pt idx="8">
                  <c:v>0.61173397363623483</c:v>
                </c:pt>
                <c:pt idx="9">
                  <c:v>0.6016282350577381</c:v>
                </c:pt>
                <c:pt idx="10">
                  <c:v>0.60576402033301902</c:v>
                </c:pt>
                <c:pt idx="11">
                  <c:v>0.61771481242850235</c:v>
                </c:pt>
                <c:pt idx="12">
                  <c:v>0.61188186973712189</c:v>
                </c:pt>
                <c:pt idx="13">
                  <c:v>0.61361997262318979</c:v>
                </c:pt>
                <c:pt idx="14">
                  <c:v>0.6068232763556205</c:v>
                </c:pt>
                <c:pt idx="15">
                  <c:v>0.58976119484062761</c:v>
                </c:pt>
                <c:pt idx="16">
                  <c:v>0.58380385485381747</c:v>
                </c:pt>
                <c:pt idx="17">
                  <c:v>0.58175248085334996</c:v>
                </c:pt>
                <c:pt idx="18">
                  <c:v>0.58511774511810599</c:v>
                </c:pt>
                <c:pt idx="19">
                  <c:v>0.58142905637335329</c:v>
                </c:pt>
                <c:pt idx="20">
                  <c:v>0.58012859814432882</c:v>
                </c:pt>
                <c:pt idx="21">
                  <c:v>0.5782518017984738</c:v>
                </c:pt>
                <c:pt idx="22">
                  <c:v>0.57940993204030378</c:v>
                </c:pt>
                <c:pt idx="23">
                  <c:v>0.58115581367272362</c:v>
                </c:pt>
                <c:pt idx="24">
                  <c:v>0.58650574216394891</c:v>
                </c:pt>
                <c:pt idx="25">
                  <c:v>0.59940510067684394</c:v>
                </c:pt>
                <c:pt idx="26">
                  <c:v>0.60919602577898024</c:v>
                </c:pt>
                <c:pt idx="27">
                  <c:v>0.60604069379508607</c:v>
                </c:pt>
                <c:pt idx="28">
                  <c:v>0.61150346178143244</c:v>
                </c:pt>
                <c:pt idx="29">
                  <c:v>0.60869195251203334</c:v>
                </c:pt>
                <c:pt idx="30">
                  <c:v>0.60416957038283015</c:v>
                </c:pt>
                <c:pt idx="31">
                  <c:v>0.60768801202680789</c:v>
                </c:pt>
                <c:pt idx="32">
                  <c:v>0.61098674059041858</c:v>
                </c:pt>
                <c:pt idx="33">
                  <c:v>0.60285153584910112</c:v>
                </c:pt>
                <c:pt idx="34">
                  <c:v>0.60554529962857284</c:v>
                </c:pt>
                <c:pt idx="35">
                  <c:v>0.62281032066052999</c:v>
                </c:pt>
                <c:pt idx="36">
                  <c:v>0.61523173696055633</c:v>
                </c:pt>
                <c:pt idx="37">
                  <c:v>0.61410535570306801</c:v>
                </c:pt>
                <c:pt idx="38">
                  <c:v>0.61222169070594123</c:v>
                </c:pt>
                <c:pt idx="39">
                  <c:v>0.60351707475880989</c:v>
                </c:pt>
                <c:pt idx="40">
                  <c:v>0.60951759939912364</c:v>
                </c:pt>
                <c:pt idx="41">
                  <c:v>0.59677775715546166</c:v>
                </c:pt>
                <c:pt idx="42">
                  <c:v>0.59712078486751552</c:v>
                </c:pt>
                <c:pt idx="43">
                  <c:v>0.60175970524349731</c:v>
                </c:pt>
                <c:pt idx="44">
                  <c:v>0.60480723393167235</c:v>
                </c:pt>
                <c:pt idx="45">
                  <c:v>0.59975825130157445</c:v>
                </c:pt>
                <c:pt idx="46">
                  <c:v>0.59895767262617305</c:v>
                </c:pt>
                <c:pt idx="47">
                  <c:v>0.60294256627518894</c:v>
                </c:pt>
                <c:pt idx="48">
                  <c:v>0.61431675262274321</c:v>
                </c:pt>
                <c:pt idx="49">
                  <c:v>0.63047620286385897</c:v>
                </c:pt>
                <c:pt idx="50">
                  <c:v>0.62377846490334954</c:v>
                </c:pt>
                <c:pt idx="51">
                  <c:v>0.62153133562143736</c:v>
                </c:pt>
                <c:pt idx="52">
                  <c:v>0.61694374741575964</c:v>
                </c:pt>
                <c:pt idx="53">
                  <c:v>0.6105950072083598</c:v>
                </c:pt>
                <c:pt idx="54">
                  <c:v>0.59999014315083066</c:v>
                </c:pt>
                <c:pt idx="55">
                  <c:v>0.59412239070738226</c:v>
                </c:pt>
                <c:pt idx="56">
                  <c:v>0.59815228431033496</c:v>
                </c:pt>
                <c:pt idx="57">
                  <c:v>0.5996528906347065</c:v>
                </c:pt>
                <c:pt idx="58">
                  <c:v>0.60418943791386781</c:v>
                </c:pt>
                <c:pt idx="59">
                  <c:v>0.59229004101571547</c:v>
                </c:pt>
                <c:pt idx="60">
                  <c:v>0.59809003579135711</c:v>
                </c:pt>
                <c:pt idx="61">
                  <c:v>0.60767343282737829</c:v>
                </c:pt>
                <c:pt idx="62">
                  <c:v>0.61473266225387035</c:v>
                </c:pt>
                <c:pt idx="63">
                  <c:v>0.61413378607051228</c:v>
                </c:pt>
                <c:pt idx="64">
                  <c:v>0.61962268849641144</c:v>
                </c:pt>
                <c:pt idx="65">
                  <c:v>0.62986947248338021</c:v>
                </c:pt>
                <c:pt idx="66">
                  <c:v>0.62791371544813446</c:v>
                </c:pt>
                <c:pt idx="67">
                  <c:v>0.62870429337374012</c:v>
                </c:pt>
                <c:pt idx="68">
                  <c:v>0.62566854299102515</c:v>
                </c:pt>
                <c:pt idx="69">
                  <c:v>0.62332220476593114</c:v>
                </c:pt>
                <c:pt idx="70">
                  <c:v>0.62123688799706001</c:v>
                </c:pt>
                <c:pt idx="71">
                  <c:v>0.62208346986286445</c:v>
                </c:pt>
                <c:pt idx="72">
                  <c:v>0.62443353308039973</c:v>
                </c:pt>
                <c:pt idx="73">
                  <c:v>0.62265476300327571</c:v>
                </c:pt>
                <c:pt idx="74">
                  <c:v>0.62678354600716124</c:v>
                </c:pt>
                <c:pt idx="75">
                  <c:v>0.63559032033353746</c:v>
                </c:pt>
                <c:pt idx="76">
                  <c:v>0.6353606975914603</c:v>
                </c:pt>
                <c:pt idx="77">
                  <c:v>0.62560832680917411</c:v>
                </c:pt>
                <c:pt idx="78">
                  <c:v>0.62182305240951752</c:v>
                </c:pt>
                <c:pt idx="79">
                  <c:v>0.60099458391351668</c:v>
                </c:pt>
                <c:pt idx="80">
                  <c:v>0.58676330539908295</c:v>
                </c:pt>
                <c:pt idx="81">
                  <c:v>0.58886653452964888</c:v>
                </c:pt>
                <c:pt idx="82">
                  <c:v>0.58462881167402647</c:v>
                </c:pt>
                <c:pt idx="83">
                  <c:v>0.58794680762144003</c:v>
                </c:pt>
                <c:pt idx="84">
                  <c:v>0.5819849123494848</c:v>
                </c:pt>
                <c:pt idx="85">
                  <c:v>0.57183790467720719</c:v>
                </c:pt>
                <c:pt idx="86">
                  <c:v>0.5617507261853687</c:v>
                </c:pt>
                <c:pt idx="87">
                  <c:v>0.56490631516452117</c:v>
                </c:pt>
                <c:pt idx="88">
                  <c:v>0.56742807862991729</c:v>
                </c:pt>
                <c:pt idx="89">
                  <c:v>0.58560193029139906</c:v>
                </c:pt>
                <c:pt idx="90">
                  <c:v>0.59694731770848197</c:v>
                </c:pt>
                <c:pt idx="91">
                  <c:v>0.59580931372736823</c:v>
                </c:pt>
                <c:pt idx="92">
                  <c:v>0.59257081612027518</c:v>
                </c:pt>
                <c:pt idx="93">
                  <c:v>0.59215011681173801</c:v>
                </c:pt>
                <c:pt idx="94">
                  <c:v>0.59201800956709116</c:v>
                </c:pt>
                <c:pt idx="95">
                  <c:v>0.5996238308882611</c:v>
                </c:pt>
                <c:pt idx="96">
                  <c:v>0.61680726511796191</c:v>
                </c:pt>
                <c:pt idx="97">
                  <c:v>0.62552991642583211</c:v>
                </c:pt>
                <c:pt idx="98">
                  <c:v>0.63107753266933531</c:v>
                </c:pt>
                <c:pt idx="99">
                  <c:v>0.62611943770046929</c:v>
                </c:pt>
                <c:pt idx="100">
                  <c:v>0.62654320218572723</c:v>
                </c:pt>
                <c:pt idx="101">
                  <c:v>0.64079826462915646</c:v>
                </c:pt>
                <c:pt idx="102">
                  <c:v>0.63520403725372176</c:v>
                </c:pt>
                <c:pt idx="103">
                  <c:v>0.62501421404377655</c:v>
                </c:pt>
                <c:pt idx="104">
                  <c:v>0.62534981548137059</c:v>
                </c:pt>
                <c:pt idx="105">
                  <c:v>0.61994805708152212</c:v>
                </c:pt>
                <c:pt idx="106">
                  <c:v>0.60967237557022436</c:v>
                </c:pt>
                <c:pt idx="107">
                  <c:v>0.5997894071490335</c:v>
                </c:pt>
                <c:pt idx="108">
                  <c:v>0.60543456993441624</c:v>
                </c:pt>
                <c:pt idx="109">
                  <c:v>0.61129410598963774</c:v>
                </c:pt>
                <c:pt idx="110">
                  <c:v>0.60464441675730818</c:v>
                </c:pt>
                <c:pt idx="111">
                  <c:v>0.59995922946225166</c:v>
                </c:pt>
                <c:pt idx="112">
                  <c:v>0.6170523697802206</c:v>
                </c:pt>
                <c:pt idx="113">
                  <c:v>0.62234241496587128</c:v>
                </c:pt>
                <c:pt idx="114">
                  <c:v>0.61158062060732077</c:v>
                </c:pt>
                <c:pt idx="115">
                  <c:v>0.60663697872818412</c:v>
                </c:pt>
                <c:pt idx="116">
                  <c:v>0.59474453521286397</c:v>
                </c:pt>
                <c:pt idx="117">
                  <c:v>0.59590261188031579</c:v>
                </c:pt>
                <c:pt idx="118">
                  <c:v>0.5959640196876731</c:v>
                </c:pt>
                <c:pt idx="119">
                  <c:v>0.59532406051992293</c:v>
                </c:pt>
                <c:pt idx="120">
                  <c:v>0.59990700384989881</c:v>
                </c:pt>
                <c:pt idx="121">
                  <c:v>0.599186442892362</c:v>
                </c:pt>
                <c:pt idx="122">
                  <c:v>0.598059334709235</c:v>
                </c:pt>
                <c:pt idx="123">
                  <c:v>0.60305136350436617</c:v>
                </c:pt>
                <c:pt idx="124">
                  <c:v>0.61617811896694852</c:v>
                </c:pt>
                <c:pt idx="125">
                  <c:v>0.62126796514188054</c:v>
                </c:pt>
                <c:pt idx="126">
                  <c:v>0.63120282611450929</c:v>
                </c:pt>
                <c:pt idx="127">
                  <c:v>0.63642951594838437</c:v>
                </c:pt>
                <c:pt idx="128">
                  <c:v>0.6277068625856036</c:v>
                </c:pt>
                <c:pt idx="129">
                  <c:v>0.61961299134154624</c:v>
                </c:pt>
                <c:pt idx="130">
                  <c:v>0.61638859947681768</c:v>
                </c:pt>
                <c:pt idx="131">
                  <c:v>0.61103152880843303</c:v>
                </c:pt>
                <c:pt idx="132">
                  <c:v>0.61281709299353404</c:v>
                </c:pt>
                <c:pt idx="133">
                  <c:v>0.61563260870880021</c:v>
                </c:pt>
                <c:pt idx="134">
                  <c:v>0.61487972897524579</c:v>
                </c:pt>
                <c:pt idx="135">
                  <c:v>0.61598969603081466</c:v>
                </c:pt>
                <c:pt idx="136">
                  <c:v>0.6161147027915328</c:v>
                </c:pt>
                <c:pt idx="137">
                  <c:v>0.61627803270013393</c:v>
                </c:pt>
                <c:pt idx="138">
                  <c:v>0.62507318726178707</c:v>
                </c:pt>
                <c:pt idx="139">
                  <c:v>0.63335182926944777</c:v>
                </c:pt>
                <c:pt idx="140">
                  <c:v>0.62888517070058048</c:v>
                </c:pt>
                <c:pt idx="141">
                  <c:v>0.62685453274480074</c:v>
                </c:pt>
                <c:pt idx="142">
                  <c:v>0.62258270945383221</c:v>
                </c:pt>
                <c:pt idx="143">
                  <c:v>0.61998660163859254</c:v>
                </c:pt>
                <c:pt idx="144">
                  <c:v>0.62610800332077965</c:v>
                </c:pt>
                <c:pt idx="145">
                  <c:v>0.6276161951478173</c:v>
                </c:pt>
                <c:pt idx="146">
                  <c:v>0.6220976406050035</c:v>
                </c:pt>
                <c:pt idx="147">
                  <c:v>0.61657661462281654</c:v>
                </c:pt>
                <c:pt idx="148">
                  <c:v>0.61724983809520984</c:v>
                </c:pt>
                <c:pt idx="149">
                  <c:v>0.61594949564419033</c:v>
                </c:pt>
                <c:pt idx="150">
                  <c:v>0.61746857512256736</c:v>
                </c:pt>
                <c:pt idx="151">
                  <c:v>0.61848371432055915</c:v>
                </c:pt>
                <c:pt idx="152">
                  <c:v>0.62263769406026137</c:v>
                </c:pt>
                <c:pt idx="153">
                  <c:v>0.62752466184947531</c:v>
                </c:pt>
                <c:pt idx="154">
                  <c:v>0.62805661675554736</c:v>
                </c:pt>
                <c:pt idx="155">
                  <c:v>0.62852232967697497</c:v>
                </c:pt>
                <c:pt idx="156">
                  <c:v>0.6305726975846121</c:v>
                </c:pt>
                <c:pt idx="157">
                  <c:v>0.63549044880236272</c:v>
                </c:pt>
                <c:pt idx="158">
                  <c:v>0.63471410742373646</c:v>
                </c:pt>
                <c:pt idx="159">
                  <c:v>0.63373009059711383</c:v>
                </c:pt>
                <c:pt idx="160">
                  <c:v>0.63812864495468791</c:v>
                </c:pt>
                <c:pt idx="161">
                  <c:v>0.63603029982499826</c:v>
                </c:pt>
                <c:pt idx="162">
                  <c:v>0.63441058290271846</c:v>
                </c:pt>
                <c:pt idx="163">
                  <c:v>0.63213652702930723</c:v>
                </c:pt>
                <c:pt idx="164">
                  <c:v>0.63405246824798078</c:v>
                </c:pt>
                <c:pt idx="165">
                  <c:v>0.63093493021738334</c:v>
                </c:pt>
                <c:pt idx="166">
                  <c:v>0.63142201961441347</c:v>
                </c:pt>
                <c:pt idx="167">
                  <c:v>0.63635519553246012</c:v>
                </c:pt>
                <c:pt idx="168">
                  <c:v>0.63282570394868665</c:v>
                </c:pt>
                <c:pt idx="169">
                  <c:v>0.63669612204296155</c:v>
                </c:pt>
                <c:pt idx="170">
                  <c:v>0.62402560665903317</c:v>
                </c:pt>
                <c:pt idx="171">
                  <c:v>0.61072149868293402</c:v>
                </c:pt>
                <c:pt idx="172">
                  <c:v>0.61037386463357191</c:v>
                </c:pt>
                <c:pt idx="173">
                  <c:v>0.61423847266434595</c:v>
                </c:pt>
                <c:pt idx="174">
                  <c:v>0.61792691140756517</c:v>
                </c:pt>
                <c:pt idx="175">
                  <c:v>0.60682287018680536</c:v>
                </c:pt>
                <c:pt idx="176">
                  <c:v>0.60723538553466139</c:v>
                </c:pt>
                <c:pt idx="177">
                  <c:v>0.60532961017842168</c:v>
                </c:pt>
                <c:pt idx="178">
                  <c:v>0.60922545397720973</c:v>
                </c:pt>
                <c:pt idx="179">
                  <c:v>0.60930006433602768</c:v>
                </c:pt>
                <c:pt idx="180">
                  <c:v>0.62782811773256408</c:v>
                </c:pt>
                <c:pt idx="181">
                  <c:v>0.63685672260622217</c:v>
                </c:pt>
                <c:pt idx="182">
                  <c:v>0.63122965939547249</c:v>
                </c:pt>
                <c:pt idx="183">
                  <c:v>0.63130711822720031</c:v>
                </c:pt>
                <c:pt idx="184">
                  <c:v>0.6236355595375902</c:v>
                </c:pt>
                <c:pt idx="185">
                  <c:v>0.62571636605406911</c:v>
                </c:pt>
                <c:pt idx="186">
                  <c:v>0.62070320442008931</c:v>
                </c:pt>
                <c:pt idx="187">
                  <c:v>0.61869561671876683</c:v>
                </c:pt>
                <c:pt idx="188">
                  <c:v>0.61702413084995433</c:v>
                </c:pt>
                <c:pt idx="189">
                  <c:v>0.61607547655143857</c:v>
                </c:pt>
                <c:pt idx="190">
                  <c:v>0.61203416836872226</c:v>
                </c:pt>
                <c:pt idx="191">
                  <c:v>0.61550327608836464</c:v>
                </c:pt>
                <c:pt idx="192">
                  <c:v>0.62223893421496168</c:v>
                </c:pt>
                <c:pt idx="193">
                  <c:v>0.61916742373536438</c:v>
                </c:pt>
                <c:pt idx="194">
                  <c:v>0.6197439179144707</c:v>
                </c:pt>
                <c:pt idx="195">
                  <c:v>0.62066576274664464</c:v>
                </c:pt>
                <c:pt idx="196">
                  <c:v>0.62216248056591805</c:v>
                </c:pt>
                <c:pt idx="197">
                  <c:v>0.62985759972171573</c:v>
                </c:pt>
                <c:pt idx="198">
                  <c:v>0.63447977258545496</c:v>
                </c:pt>
                <c:pt idx="199">
                  <c:v>0.63664814183018148</c:v>
                </c:pt>
                <c:pt idx="200">
                  <c:v>0.63491285695112565</c:v>
                </c:pt>
                <c:pt idx="201">
                  <c:v>0.63456562638258263</c:v>
                </c:pt>
                <c:pt idx="202">
                  <c:v>0.63129652805634084</c:v>
                </c:pt>
                <c:pt idx="203">
                  <c:v>0.62804528534889548</c:v>
                </c:pt>
                <c:pt idx="204">
                  <c:v>0.63297983383741729</c:v>
                </c:pt>
                <c:pt idx="205">
                  <c:v>0.63868924039590258</c:v>
                </c:pt>
                <c:pt idx="206">
                  <c:v>0.63758375272539736</c:v>
                </c:pt>
                <c:pt idx="207">
                  <c:v>0.63280296794365698</c:v>
                </c:pt>
                <c:pt idx="208">
                  <c:v>0.63398450331329037</c:v>
                </c:pt>
                <c:pt idx="209">
                  <c:v>0.63602899064087293</c:v>
                </c:pt>
                <c:pt idx="210">
                  <c:v>0.63358602931714281</c:v>
                </c:pt>
                <c:pt idx="211">
                  <c:v>0.62632512730784051</c:v>
                </c:pt>
                <c:pt idx="212">
                  <c:v>0.61909809885534184</c:v>
                </c:pt>
                <c:pt idx="213">
                  <c:v>0.61704674388446756</c:v>
                </c:pt>
                <c:pt idx="214">
                  <c:v>0.61439627694774579</c:v>
                </c:pt>
                <c:pt idx="215">
                  <c:v>0.61594993078090376</c:v>
                </c:pt>
                <c:pt idx="216">
                  <c:v>0.61534776344723507</c:v>
                </c:pt>
                <c:pt idx="217">
                  <c:v>0.61259414126295364</c:v>
                </c:pt>
                <c:pt idx="218">
                  <c:v>0.60946132606347592</c:v>
                </c:pt>
                <c:pt idx="219">
                  <c:v>0.60366593382930445</c:v>
                </c:pt>
                <c:pt idx="220">
                  <c:v>0.59890301436065607</c:v>
                </c:pt>
                <c:pt idx="221">
                  <c:v>0.59888420015124122</c:v>
                </c:pt>
                <c:pt idx="222">
                  <c:v>0.60095879034619104</c:v>
                </c:pt>
                <c:pt idx="223">
                  <c:v>0.60131984613690947</c:v>
                </c:pt>
                <c:pt idx="224">
                  <c:v>0.59532899875816658</c:v>
                </c:pt>
                <c:pt idx="225">
                  <c:v>0.59281616679685467</c:v>
                </c:pt>
                <c:pt idx="226">
                  <c:v>0.59433872538683896</c:v>
                </c:pt>
                <c:pt idx="227">
                  <c:v>0.59353852418648023</c:v>
                </c:pt>
                <c:pt idx="228">
                  <c:v>0.59254566878412707</c:v>
                </c:pt>
                <c:pt idx="229">
                  <c:v>0.59384958527923482</c:v>
                </c:pt>
                <c:pt idx="230">
                  <c:v>0.60418320256712921</c:v>
                </c:pt>
                <c:pt idx="231">
                  <c:v>0.61765981172738638</c:v>
                </c:pt>
                <c:pt idx="232">
                  <c:v>0.62461685802044487</c:v>
                </c:pt>
                <c:pt idx="233">
                  <c:v>0.6241322438609278</c:v>
                </c:pt>
                <c:pt idx="234">
                  <c:v>0.62454796205124485</c:v>
                </c:pt>
                <c:pt idx="235">
                  <c:v>0.62825014187130201</c:v>
                </c:pt>
                <c:pt idx="236">
                  <c:v>0.6227336025040846</c:v>
                </c:pt>
                <c:pt idx="237">
                  <c:v>0.62301356186799661</c:v>
                </c:pt>
                <c:pt idx="238">
                  <c:v>0.63214531011713515</c:v>
                </c:pt>
                <c:pt idx="239">
                  <c:v>0.63163719817312469</c:v>
                </c:pt>
                <c:pt idx="240">
                  <c:v>0.6221034407698095</c:v>
                </c:pt>
                <c:pt idx="241">
                  <c:v>0.61336480474011401</c:v>
                </c:pt>
                <c:pt idx="242">
                  <c:v>0.6156434249218985</c:v>
                </c:pt>
                <c:pt idx="243">
                  <c:v>0.61952041944787173</c:v>
                </c:pt>
                <c:pt idx="244">
                  <c:v>0.61568723846441331</c:v>
                </c:pt>
                <c:pt idx="245">
                  <c:v>0.61512393814329303</c:v>
                </c:pt>
                <c:pt idx="246">
                  <c:v>0.61364947786445434</c:v>
                </c:pt>
                <c:pt idx="247">
                  <c:v>0.61354112725088916</c:v>
                </c:pt>
                <c:pt idx="248">
                  <c:v>0.61001508154862816</c:v>
                </c:pt>
                <c:pt idx="249">
                  <c:v>0.61200826099963102</c:v>
                </c:pt>
                <c:pt idx="250">
                  <c:v>0.6183197487277331</c:v>
                </c:pt>
                <c:pt idx="251">
                  <c:v>0.62247681679222611</c:v>
                </c:pt>
                <c:pt idx="252">
                  <c:v>0.61906165416457848</c:v>
                </c:pt>
                <c:pt idx="253">
                  <c:v>0.6202832483360301</c:v>
                </c:pt>
                <c:pt idx="254">
                  <c:v>0.62601481098248113</c:v>
                </c:pt>
                <c:pt idx="255">
                  <c:v>0.62434420072416175</c:v>
                </c:pt>
                <c:pt idx="256">
                  <c:v>0.62410579303239455</c:v>
                </c:pt>
                <c:pt idx="257">
                  <c:v>0.62537142334690521</c:v>
                </c:pt>
                <c:pt idx="258">
                  <c:v>0.62405378487242713</c:v>
                </c:pt>
                <c:pt idx="259">
                  <c:v>0.62278215180098317</c:v>
                </c:pt>
                <c:pt idx="260">
                  <c:v>0.62199388078676432</c:v>
                </c:pt>
                <c:pt idx="261">
                  <c:v>0.63250748510573884</c:v>
                </c:pt>
                <c:pt idx="262">
                  <c:v>0.63354093471441253</c:v>
                </c:pt>
                <c:pt idx="263">
                  <c:v>0.62859296755511618</c:v>
                </c:pt>
                <c:pt idx="264">
                  <c:v>0.6323704734454817</c:v>
                </c:pt>
                <c:pt idx="265">
                  <c:v>0.63484606191464887</c:v>
                </c:pt>
                <c:pt idx="266">
                  <c:v>0.63462946549292698</c:v>
                </c:pt>
                <c:pt idx="267">
                  <c:v>0.63606462934723462</c:v>
                </c:pt>
                <c:pt idx="268">
                  <c:v>0.63371480846481421</c:v>
                </c:pt>
                <c:pt idx="269">
                  <c:v>0.63431022796624625</c:v>
                </c:pt>
                <c:pt idx="270">
                  <c:v>0.63848685915000247</c:v>
                </c:pt>
                <c:pt idx="271">
                  <c:v>0.63132574927325669</c:v>
                </c:pt>
                <c:pt idx="272">
                  <c:v>0.63221125277356527</c:v>
                </c:pt>
                <c:pt idx="273">
                  <c:v>0.63716322060378738</c:v>
                </c:pt>
                <c:pt idx="274">
                  <c:v>0.63661218920168494</c:v>
                </c:pt>
                <c:pt idx="275">
                  <c:v>0.6357943005791461</c:v>
                </c:pt>
                <c:pt idx="276">
                  <c:v>0.63091618370212144</c:v>
                </c:pt>
                <c:pt idx="277">
                  <c:v>0.61770734483992107</c:v>
                </c:pt>
                <c:pt idx="278">
                  <c:v>0.61733047832213717</c:v>
                </c:pt>
                <c:pt idx="279">
                  <c:v>0.61576482926753573</c:v>
                </c:pt>
                <c:pt idx="280">
                  <c:v>0.61022371666053832</c:v>
                </c:pt>
                <c:pt idx="281">
                  <c:v>0.61718123275604286</c:v>
                </c:pt>
                <c:pt idx="282">
                  <c:v>0.61345750467774052</c:v>
                </c:pt>
                <c:pt idx="283">
                  <c:v>0.61538486407691606</c:v>
                </c:pt>
                <c:pt idx="284">
                  <c:v>0.60581439198418741</c:v>
                </c:pt>
                <c:pt idx="285">
                  <c:v>0.60457074490245311</c:v>
                </c:pt>
                <c:pt idx="286">
                  <c:v>0.60260790935853947</c:v>
                </c:pt>
                <c:pt idx="287">
                  <c:v>0.61801861461130692</c:v>
                </c:pt>
                <c:pt idx="288">
                  <c:v>0.62107845593112576</c:v>
                </c:pt>
                <c:pt idx="289">
                  <c:v>0.62075886393900714</c:v>
                </c:pt>
                <c:pt idx="290">
                  <c:v>0.62689187779424693</c:v>
                </c:pt>
                <c:pt idx="291">
                  <c:v>0.62237315455534881</c:v>
                </c:pt>
                <c:pt idx="292">
                  <c:v>0.60912929274341732</c:v>
                </c:pt>
                <c:pt idx="293">
                  <c:v>0.60486678324073484</c:v>
                </c:pt>
                <c:pt idx="294">
                  <c:v>0.61133328114961172</c:v>
                </c:pt>
                <c:pt idx="295">
                  <c:v>0.61104952544680702</c:v>
                </c:pt>
                <c:pt idx="296">
                  <c:v>0.61513826727452847</c:v>
                </c:pt>
                <c:pt idx="297">
                  <c:v>0.60243208026268125</c:v>
                </c:pt>
                <c:pt idx="298">
                  <c:v>0.60454301257014798</c:v>
                </c:pt>
                <c:pt idx="299">
                  <c:v>0.60737986672725952</c:v>
                </c:pt>
                <c:pt idx="300">
                  <c:v>0.60565946741142818</c:v>
                </c:pt>
                <c:pt idx="301">
                  <c:v>0.60744632391417197</c:v>
                </c:pt>
                <c:pt idx="302">
                  <c:v>0.61887941078459363</c:v>
                </c:pt>
                <c:pt idx="303">
                  <c:v>0.62263045170330455</c:v>
                </c:pt>
                <c:pt idx="304">
                  <c:v>0.618818242535918</c:v>
                </c:pt>
                <c:pt idx="305">
                  <c:v>0.62785032002256025</c:v>
                </c:pt>
                <c:pt idx="306">
                  <c:v>0.62425526645692975</c:v>
                </c:pt>
                <c:pt idx="307">
                  <c:v>0.62642273871960907</c:v>
                </c:pt>
                <c:pt idx="308">
                  <c:v>0.63017980594989409</c:v>
                </c:pt>
                <c:pt idx="309">
                  <c:v>0.63314190016442085</c:v>
                </c:pt>
                <c:pt idx="310">
                  <c:v>0.63571895302373005</c:v>
                </c:pt>
                <c:pt idx="311">
                  <c:v>0.63304245972049966</c:v>
                </c:pt>
                <c:pt idx="312">
                  <c:v>0.63534610801957658</c:v>
                </c:pt>
                <c:pt idx="313">
                  <c:v>0.6363472705806259</c:v>
                </c:pt>
                <c:pt idx="314">
                  <c:v>0.63570717875981131</c:v>
                </c:pt>
                <c:pt idx="315">
                  <c:v>0.63493043671738203</c:v>
                </c:pt>
                <c:pt idx="316">
                  <c:v>0.63318785238860253</c:v>
                </c:pt>
                <c:pt idx="317">
                  <c:v>0.63283430666213691</c:v>
                </c:pt>
                <c:pt idx="318">
                  <c:v>0.63302332976906373</c:v>
                </c:pt>
                <c:pt idx="319">
                  <c:v>0.63445560237845056</c:v>
                </c:pt>
                <c:pt idx="320">
                  <c:v>0.63458879347374697</c:v>
                </c:pt>
                <c:pt idx="321">
                  <c:v>0.63070164789109284</c:v>
                </c:pt>
                <c:pt idx="322">
                  <c:v>0.62715347523370446</c:v>
                </c:pt>
                <c:pt idx="323">
                  <c:v>0.63049447034308115</c:v>
                </c:pt>
                <c:pt idx="324">
                  <c:v>0.6308132774813261</c:v>
                </c:pt>
                <c:pt idx="325">
                  <c:v>0.63102656848551464</c:v>
                </c:pt>
                <c:pt idx="326">
                  <c:v>0.63553280427216685</c:v>
                </c:pt>
                <c:pt idx="327">
                  <c:v>0.63890578258680797</c:v>
                </c:pt>
                <c:pt idx="328">
                  <c:v>0.63907406327614125</c:v>
                </c:pt>
                <c:pt idx="329">
                  <c:v>0.63676056356887145</c:v>
                </c:pt>
                <c:pt idx="330">
                  <c:v>0.63652802535080921</c:v>
                </c:pt>
                <c:pt idx="331">
                  <c:v>0.63603799517048221</c:v>
                </c:pt>
                <c:pt idx="332">
                  <c:v>0.64152433249663898</c:v>
                </c:pt>
                <c:pt idx="333">
                  <c:v>0.64318316357543992</c:v>
                </c:pt>
                <c:pt idx="334">
                  <c:v>0.64121206168662792</c:v>
                </c:pt>
                <c:pt idx="335">
                  <c:v>0.6426435255570131</c:v>
                </c:pt>
                <c:pt idx="336">
                  <c:v>0.63207349873314234</c:v>
                </c:pt>
                <c:pt idx="337">
                  <c:v>0.62434030143031238</c:v>
                </c:pt>
                <c:pt idx="338">
                  <c:v>0.62228694917024918</c:v>
                </c:pt>
                <c:pt idx="339">
                  <c:v>0.6263767450349127</c:v>
                </c:pt>
                <c:pt idx="340">
                  <c:v>0.63024788977632595</c:v>
                </c:pt>
                <c:pt idx="341">
                  <c:v>0.62939678767821694</c:v>
                </c:pt>
                <c:pt idx="342">
                  <c:v>0.62263328977344967</c:v>
                </c:pt>
                <c:pt idx="343">
                  <c:v>0.6192277500633393</c:v>
                </c:pt>
                <c:pt idx="344">
                  <c:v>0.62368920339561262</c:v>
                </c:pt>
                <c:pt idx="345">
                  <c:v>0.61842128255738438</c:v>
                </c:pt>
                <c:pt idx="346">
                  <c:v>0.61847852751932331</c:v>
                </c:pt>
                <c:pt idx="347">
                  <c:v>0.61860779164348412</c:v>
                </c:pt>
                <c:pt idx="348">
                  <c:v>0.62121497356378941</c:v>
                </c:pt>
                <c:pt idx="349">
                  <c:v>0.62008489986740756</c:v>
                </c:pt>
                <c:pt idx="350">
                  <c:v>0.61913927461358809</c:v>
                </c:pt>
                <c:pt idx="351">
                  <c:v>0.61612708408655281</c:v>
                </c:pt>
                <c:pt idx="352">
                  <c:v>0.61989964356748473</c:v>
                </c:pt>
                <c:pt idx="353">
                  <c:v>0.62153869844464282</c:v>
                </c:pt>
                <c:pt idx="354">
                  <c:v>0.61720334101456176</c:v>
                </c:pt>
                <c:pt idx="355">
                  <c:v>0.62082116607421689</c:v>
                </c:pt>
                <c:pt idx="356">
                  <c:v>0.62650668112599073</c:v>
                </c:pt>
                <c:pt idx="357">
                  <c:v>0.62573663917700528</c:v>
                </c:pt>
                <c:pt idx="358">
                  <c:v>0.62715472437469777</c:v>
                </c:pt>
                <c:pt idx="359">
                  <c:v>0.62319731994796812</c:v>
                </c:pt>
                <c:pt idx="360">
                  <c:v>0.61479176656787149</c:v>
                </c:pt>
                <c:pt idx="361">
                  <c:v>0.6139844315539974</c:v>
                </c:pt>
                <c:pt idx="362">
                  <c:v>0.61318968444244182</c:v>
                </c:pt>
                <c:pt idx="363">
                  <c:v>0.61850611715496295</c:v>
                </c:pt>
                <c:pt idx="364">
                  <c:v>0.61589693668960477</c:v>
                </c:pt>
                <c:pt idx="365">
                  <c:v>0.61209883661263287</c:v>
                </c:pt>
                <c:pt idx="366">
                  <c:v>0.61078960194135246</c:v>
                </c:pt>
                <c:pt idx="367">
                  <c:v>0.61270777281374778</c:v>
                </c:pt>
                <c:pt idx="368">
                  <c:v>0.61424790640042537</c:v>
                </c:pt>
                <c:pt idx="369">
                  <c:v>0.61872068713327621</c:v>
                </c:pt>
                <c:pt idx="370">
                  <c:v>0.62882734596682244</c:v>
                </c:pt>
                <c:pt idx="371">
                  <c:v>0.63381432217555367</c:v>
                </c:pt>
                <c:pt idx="372">
                  <c:v>0.63383609459992596</c:v>
                </c:pt>
                <c:pt idx="373">
                  <c:v>0.6327547722934016</c:v>
                </c:pt>
                <c:pt idx="374">
                  <c:v>0.63650077403659411</c:v>
                </c:pt>
                <c:pt idx="375">
                  <c:v>0.64039342508277075</c:v>
                </c:pt>
                <c:pt idx="376">
                  <c:v>0.6411727879422896</c:v>
                </c:pt>
                <c:pt idx="377">
                  <c:v>0.63766947471527113</c:v>
                </c:pt>
                <c:pt idx="378">
                  <c:v>0.64175221061696941</c:v>
                </c:pt>
                <c:pt idx="379">
                  <c:v>0.64362374385449272</c:v>
                </c:pt>
                <c:pt idx="380">
                  <c:v>0.64024847216219694</c:v>
                </c:pt>
                <c:pt idx="381">
                  <c:v>0.64102657150826114</c:v>
                </c:pt>
                <c:pt idx="382">
                  <c:v>0.64037104030635617</c:v>
                </c:pt>
                <c:pt idx="383">
                  <c:v>0.64077059045359175</c:v>
                </c:pt>
                <c:pt idx="384">
                  <c:v>0.64150704094728528</c:v>
                </c:pt>
                <c:pt idx="385">
                  <c:v>0.64285803174714051</c:v>
                </c:pt>
                <c:pt idx="386">
                  <c:v>0.64308160443709161</c:v>
                </c:pt>
                <c:pt idx="387">
                  <c:v>0.64268883342352101</c:v>
                </c:pt>
                <c:pt idx="388">
                  <c:v>0.64354121608468529</c:v>
                </c:pt>
                <c:pt idx="389">
                  <c:v>0.64326987977858174</c:v>
                </c:pt>
                <c:pt idx="390">
                  <c:v>0.64570870105819433</c:v>
                </c:pt>
                <c:pt idx="391">
                  <c:v>0.64719095454500497</c:v>
                </c:pt>
                <c:pt idx="392">
                  <c:v>0.64377867776071207</c:v>
                </c:pt>
                <c:pt idx="393">
                  <c:v>0.64751837273467683</c:v>
                </c:pt>
                <c:pt idx="394">
                  <c:v>0.64857974741887181</c:v>
                </c:pt>
                <c:pt idx="395">
                  <c:v>0.63933539555308905</c:v>
                </c:pt>
                <c:pt idx="396">
                  <c:v>0.64289321807012623</c:v>
                </c:pt>
                <c:pt idx="397">
                  <c:v>0.65410478055886756</c:v>
                </c:pt>
                <c:pt idx="398">
                  <c:v>0.64913067546731784</c:v>
                </c:pt>
                <c:pt idx="399">
                  <c:v>0.63813441408213889</c:v>
                </c:pt>
                <c:pt idx="400">
                  <c:v>0.63322932371043306</c:v>
                </c:pt>
                <c:pt idx="401">
                  <c:v>0.64027609791080364</c:v>
                </c:pt>
                <c:pt idx="402">
                  <c:v>0.63886522155102976</c:v>
                </c:pt>
                <c:pt idx="403">
                  <c:v>0.6360283615762431</c:v>
                </c:pt>
                <c:pt idx="404">
                  <c:v>0.63867267518967386</c:v>
                </c:pt>
                <c:pt idx="405">
                  <c:v>0.64436725043969401</c:v>
                </c:pt>
                <c:pt idx="406">
                  <c:v>0.64620166334572193</c:v>
                </c:pt>
                <c:pt idx="407">
                  <c:v>0.63759979254137455</c:v>
                </c:pt>
                <c:pt idx="408">
                  <c:v>0.62876255671599712</c:v>
                </c:pt>
                <c:pt idx="409">
                  <c:v>0.62753982765045069</c:v>
                </c:pt>
                <c:pt idx="410">
                  <c:v>0.628924818307107</c:v>
                </c:pt>
                <c:pt idx="411">
                  <c:v>0.61995783457056675</c:v>
                </c:pt>
                <c:pt idx="412">
                  <c:v>0.61676562208567698</c:v>
                </c:pt>
                <c:pt idx="413">
                  <c:v>0.616684253153435</c:v>
                </c:pt>
                <c:pt idx="414">
                  <c:v>0.61615524348008344</c:v>
                </c:pt>
                <c:pt idx="415">
                  <c:v>0.61225621075177816</c:v>
                </c:pt>
                <c:pt idx="416">
                  <c:v>0.6080197891725807</c:v>
                </c:pt>
                <c:pt idx="417">
                  <c:v>0.61151095457777294</c:v>
                </c:pt>
                <c:pt idx="418">
                  <c:v>0.62095310438282236</c:v>
                </c:pt>
                <c:pt idx="419">
                  <c:v>0.62784905850124983</c:v>
                </c:pt>
                <c:pt idx="420">
                  <c:v>0.62980256947797364</c:v>
                </c:pt>
                <c:pt idx="421">
                  <c:v>0.63699598665780921</c:v>
                </c:pt>
                <c:pt idx="422">
                  <c:v>0.63641855634417821</c:v>
                </c:pt>
                <c:pt idx="423">
                  <c:v>0.63001337771536503</c:v>
                </c:pt>
                <c:pt idx="424">
                  <c:v>0.62629087452445742</c:v>
                </c:pt>
                <c:pt idx="425">
                  <c:v>0.62340637642919861</c:v>
                </c:pt>
                <c:pt idx="426">
                  <c:v>0.62033371955142003</c:v>
                </c:pt>
                <c:pt idx="427">
                  <c:v>0.61684306671881783</c:v>
                </c:pt>
                <c:pt idx="428">
                  <c:v>0.61608713947916716</c:v>
                </c:pt>
                <c:pt idx="429">
                  <c:v>0.61321343924582672</c:v>
                </c:pt>
                <c:pt idx="430">
                  <c:v>0.61112445892305323</c:v>
                </c:pt>
                <c:pt idx="431">
                  <c:v>0.60943905716789504</c:v>
                </c:pt>
                <c:pt idx="432">
                  <c:v>0.61539072539398021</c:v>
                </c:pt>
                <c:pt idx="433">
                  <c:v>0.62377715478772344</c:v>
                </c:pt>
                <c:pt idx="434">
                  <c:v>0.6249909217332249</c:v>
                </c:pt>
                <c:pt idx="435">
                  <c:v>0.62710476326974429</c:v>
                </c:pt>
                <c:pt idx="436">
                  <c:v>0.63391050767086476</c:v>
                </c:pt>
                <c:pt idx="437">
                  <c:v>0.63689222799482981</c:v>
                </c:pt>
                <c:pt idx="438">
                  <c:v>0.63941351735710228</c:v>
                </c:pt>
                <c:pt idx="439">
                  <c:v>0.6395897137055867</c:v>
                </c:pt>
                <c:pt idx="440">
                  <c:v>0.63773698452153904</c:v>
                </c:pt>
                <c:pt idx="441">
                  <c:v>0.63957941166578458</c:v>
                </c:pt>
                <c:pt idx="442">
                  <c:v>0.63944897469363227</c:v>
                </c:pt>
                <c:pt idx="443">
                  <c:v>0.64048831872114009</c:v>
                </c:pt>
                <c:pt idx="444">
                  <c:v>0.64178434958000274</c:v>
                </c:pt>
                <c:pt idx="445">
                  <c:v>0.63741431358607237</c:v>
                </c:pt>
                <c:pt idx="446">
                  <c:v>0.63537595656266621</c:v>
                </c:pt>
                <c:pt idx="447">
                  <c:v>0.63746728796067698</c:v>
                </c:pt>
                <c:pt idx="448">
                  <c:v>0.63700760453486016</c:v>
                </c:pt>
                <c:pt idx="449">
                  <c:v>0.63674131243850229</c:v>
                </c:pt>
                <c:pt idx="450">
                  <c:v>0.63816893833079613</c:v>
                </c:pt>
                <c:pt idx="451">
                  <c:v>0.64078432761296933</c:v>
                </c:pt>
                <c:pt idx="452">
                  <c:v>0.64061864488737275</c:v>
                </c:pt>
                <c:pt idx="453">
                  <c:v>0.64064327925868203</c:v>
                </c:pt>
                <c:pt idx="454">
                  <c:v>0.64027889357329781</c:v>
                </c:pt>
                <c:pt idx="455">
                  <c:v>0.64161843215161396</c:v>
                </c:pt>
                <c:pt idx="456">
                  <c:v>0.64075213001912112</c:v>
                </c:pt>
                <c:pt idx="457">
                  <c:v>0.64344229475709669</c:v>
                </c:pt>
                <c:pt idx="458">
                  <c:v>0.64369647012551934</c:v>
                </c:pt>
                <c:pt idx="459">
                  <c:v>0.63659143484829483</c:v>
                </c:pt>
                <c:pt idx="460">
                  <c:v>0.63635575146401546</c:v>
                </c:pt>
                <c:pt idx="461">
                  <c:v>0.64060955545352061</c:v>
                </c:pt>
                <c:pt idx="462">
                  <c:v>0.64475949948904665</c:v>
                </c:pt>
                <c:pt idx="463">
                  <c:v>0.63812835926120626</c:v>
                </c:pt>
                <c:pt idx="464">
                  <c:v>0.63742545813560592</c:v>
                </c:pt>
                <c:pt idx="465">
                  <c:v>0.63985370286206422</c:v>
                </c:pt>
                <c:pt idx="466">
                  <c:v>0.64502127653208707</c:v>
                </c:pt>
                <c:pt idx="467">
                  <c:v>0.642603902320242</c:v>
                </c:pt>
                <c:pt idx="468">
                  <c:v>0.64295135004738579</c:v>
                </c:pt>
                <c:pt idx="469">
                  <c:v>0.65272738134846353</c:v>
                </c:pt>
                <c:pt idx="470">
                  <c:v>0.65021893484095861</c:v>
                </c:pt>
                <c:pt idx="471">
                  <c:v>0.64290830470959281</c:v>
                </c:pt>
                <c:pt idx="472">
                  <c:v>0.64192661412775776</c:v>
                </c:pt>
                <c:pt idx="473">
                  <c:v>0.64899359748186825</c:v>
                </c:pt>
                <c:pt idx="474">
                  <c:v>0.64997319704254197</c:v>
                </c:pt>
                <c:pt idx="475">
                  <c:v>0.65032071887004517</c:v>
                </c:pt>
                <c:pt idx="476">
                  <c:v>0.65144093452002194</c:v>
                </c:pt>
                <c:pt idx="477">
                  <c:v>0.64750659093779628</c:v>
                </c:pt>
                <c:pt idx="478">
                  <c:v>0.64618113869110627</c:v>
                </c:pt>
                <c:pt idx="479">
                  <c:v>0.64556235345511614</c:v>
                </c:pt>
                <c:pt idx="480">
                  <c:v>0.65039914997373083</c:v>
                </c:pt>
                <c:pt idx="481">
                  <c:v>0.6527322906767985</c:v>
                </c:pt>
                <c:pt idx="482">
                  <c:v>0.65345696829547306</c:v>
                </c:pt>
                <c:pt idx="483">
                  <c:v>0.65108314473558659</c:v>
                </c:pt>
                <c:pt idx="484">
                  <c:v>0.64245142973535352</c:v>
                </c:pt>
                <c:pt idx="485">
                  <c:v>0.63064507218870369</c:v>
                </c:pt>
                <c:pt idx="486">
                  <c:v>0.62629214210969009</c:v>
                </c:pt>
                <c:pt idx="487">
                  <c:v>0.62882449938242435</c:v>
                </c:pt>
                <c:pt idx="488">
                  <c:v>0.62497739096592986</c:v>
                </c:pt>
                <c:pt idx="489">
                  <c:v>0.6206769010674964</c:v>
                </c:pt>
                <c:pt idx="490">
                  <c:v>0.61794175281612329</c:v>
                </c:pt>
                <c:pt idx="491">
                  <c:v>0.61663613402326445</c:v>
                </c:pt>
                <c:pt idx="492">
                  <c:v>0.61312027127063851</c:v>
                </c:pt>
                <c:pt idx="493">
                  <c:v>0.61653088203297024</c:v>
                </c:pt>
                <c:pt idx="494">
                  <c:v>0.62689206018564114</c:v>
                </c:pt>
                <c:pt idx="495">
                  <c:v>0.63755456719046766</c:v>
                </c:pt>
                <c:pt idx="496">
                  <c:v>0.64031993714234725</c:v>
                </c:pt>
                <c:pt idx="497">
                  <c:v>0.63675712981790566</c:v>
                </c:pt>
                <c:pt idx="498">
                  <c:v>0.63891592872010627</c:v>
                </c:pt>
                <c:pt idx="499">
                  <c:v>0.6417277872358188</c:v>
                </c:pt>
                <c:pt idx="500">
                  <c:v>0.64462816720501126</c:v>
                </c:pt>
                <c:pt idx="501">
                  <c:v>0.64375611472881789</c:v>
                </c:pt>
                <c:pt idx="502">
                  <c:v>0.64566550904376296</c:v>
                </c:pt>
                <c:pt idx="503">
                  <c:v>0.6444748262993254</c:v>
                </c:pt>
                <c:pt idx="504">
                  <c:v>0.63974591022695215</c:v>
                </c:pt>
                <c:pt idx="505">
                  <c:v>0.63908611430138218</c:v>
                </c:pt>
                <c:pt idx="506">
                  <c:v>0.64306016423596168</c:v>
                </c:pt>
                <c:pt idx="507">
                  <c:v>0.64444189823530296</c:v>
                </c:pt>
                <c:pt idx="508">
                  <c:v>0.64390488419332048</c:v>
                </c:pt>
                <c:pt idx="509">
                  <c:v>0.64501688264785051</c:v>
                </c:pt>
                <c:pt idx="510">
                  <c:v>0.64574773101878946</c:v>
                </c:pt>
                <c:pt idx="511">
                  <c:v>0.64821252439389032</c:v>
                </c:pt>
                <c:pt idx="512">
                  <c:v>0.6495162136995799</c:v>
                </c:pt>
                <c:pt idx="513">
                  <c:v>0.64797397860070438</c:v>
                </c:pt>
                <c:pt idx="514">
                  <c:v>0.64618056430725757</c:v>
                </c:pt>
                <c:pt idx="515">
                  <c:v>0.64918776031174763</c:v>
                </c:pt>
                <c:pt idx="516">
                  <c:v>0.6486285367200445</c:v>
                </c:pt>
                <c:pt idx="517">
                  <c:v>0.6497561245945227</c:v>
                </c:pt>
                <c:pt idx="518">
                  <c:v>0.64846345920993476</c:v>
                </c:pt>
                <c:pt idx="519">
                  <c:v>0.64588865237492232</c:v>
                </c:pt>
                <c:pt idx="520">
                  <c:v>0.64701649857734533</c:v>
                </c:pt>
                <c:pt idx="521">
                  <c:v>0.64400354141240534</c:v>
                </c:pt>
                <c:pt idx="522">
                  <c:v>0.64374952684763953</c:v>
                </c:pt>
                <c:pt idx="523">
                  <c:v>0.64463923351373154</c:v>
                </c:pt>
                <c:pt idx="524">
                  <c:v>0.64402946008970252</c:v>
                </c:pt>
                <c:pt idx="525">
                  <c:v>0.61907863282882059</c:v>
                </c:pt>
                <c:pt idx="526">
                  <c:v>0.6126862393002046</c:v>
                </c:pt>
                <c:pt idx="527">
                  <c:v>0.63377130558451644</c:v>
                </c:pt>
                <c:pt idx="528">
                  <c:v>0.63146478227797165</c:v>
                </c:pt>
                <c:pt idx="529">
                  <c:v>0.62988272757627051</c:v>
                </c:pt>
                <c:pt idx="530">
                  <c:v>0.61288827812166335</c:v>
                </c:pt>
                <c:pt idx="531">
                  <c:v>0.62061313663764794</c:v>
                </c:pt>
                <c:pt idx="532">
                  <c:v>0.62054189864461395</c:v>
                </c:pt>
                <c:pt idx="533">
                  <c:v>0.62038221009793926</c:v>
                </c:pt>
                <c:pt idx="534">
                  <c:v>0.62022235512264812</c:v>
                </c:pt>
                <c:pt idx="535">
                  <c:v>0.6446485684159764</c:v>
                </c:pt>
                <c:pt idx="536">
                  <c:v>0.64934802673651604</c:v>
                </c:pt>
                <c:pt idx="537">
                  <c:v>0.63103805829773674</c:v>
                </c:pt>
                <c:pt idx="538">
                  <c:v>0.63893656454323944</c:v>
                </c:pt>
                <c:pt idx="539">
                  <c:v>0.63935880183318328</c:v>
                </c:pt>
                <c:pt idx="540">
                  <c:v>0.63937128444237601</c:v>
                </c:pt>
                <c:pt idx="541">
                  <c:v>0.64275564698799936</c:v>
                </c:pt>
                <c:pt idx="542">
                  <c:v>0.64223252732277469</c:v>
                </c:pt>
                <c:pt idx="543">
                  <c:v>0.63970513338850032</c:v>
                </c:pt>
                <c:pt idx="544">
                  <c:v>0.63925622980307339</c:v>
                </c:pt>
                <c:pt idx="545">
                  <c:v>0.64073955266368232</c:v>
                </c:pt>
                <c:pt idx="546">
                  <c:v>0.63993404690056377</c:v>
                </c:pt>
                <c:pt idx="547">
                  <c:v>0.63776465075451383</c:v>
                </c:pt>
                <c:pt idx="548">
                  <c:v>0.63459934739506341</c:v>
                </c:pt>
                <c:pt idx="549">
                  <c:v>0.63410858963775529</c:v>
                </c:pt>
                <c:pt idx="550">
                  <c:v>0.63309558231962904</c:v>
                </c:pt>
                <c:pt idx="551">
                  <c:v>0.6322717443106104</c:v>
                </c:pt>
                <c:pt idx="552">
                  <c:v>0.63303419202268352</c:v>
                </c:pt>
                <c:pt idx="553">
                  <c:v>0.63892346190861105</c:v>
                </c:pt>
                <c:pt idx="554">
                  <c:v>0.64101037105904235</c:v>
                </c:pt>
                <c:pt idx="555">
                  <c:v>0.63687677401301479</c:v>
                </c:pt>
                <c:pt idx="556">
                  <c:v>0.63314439032123593</c:v>
                </c:pt>
                <c:pt idx="557">
                  <c:v>0.63579993696000026</c:v>
                </c:pt>
                <c:pt idx="558">
                  <c:v>0.63711625364087587</c:v>
                </c:pt>
                <c:pt idx="559">
                  <c:v>0.63366018984295358</c:v>
                </c:pt>
                <c:pt idx="560">
                  <c:v>0.63787783406576959</c:v>
                </c:pt>
                <c:pt idx="561">
                  <c:v>0.63508257709669969</c:v>
                </c:pt>
                <c:pt idx="562">
                  <c:v>0.63242574622366066</c:v>
                </c:pt>
                <c:pt idx="563">
                  <c:v>0.63521912933264357</c:v>
                </c:pt>
                <c:pt idx="564">
                  <c:v>0.63467363219492712</c:v>
                </c:pt>
                <c:pt idx="565">
                  <c:v>0.63612523779729613</c:v>
                </c:pt>
                <c:pt idx="566">
                  <c:v>0.63063965911573727</c:v>
                </c:pt>
                <c:pt idx="567">
                  <c:v>0.62816337053586924</c:v>
                </c:pt>
                <c:pt idx="568">
                  <c:v>0.63138712047708623</c:v>
                </c:pt>
                <c:pt idx="569">
                  <c:v>0.63860985817391702</c:v>
                </c:pt>
                <c:pt idx="570">
                  <c:v>0.63882908570475894</c:v>
                </c:pt>
                <c:pt idx="571">
                  <c:v>0.64332502523387758</c:v>
                </c:pt>
                <c:pt idx="572">
                  <c:v>0.64556360749391639</c:v>
                </c:pt>
                <c:pt idx="573">
                  <c:v>0.64355422799496242</c:v>
                </c:pt>
                <c:pt idx="574">
                  <c:v>0.64823195343133355</c:v>
                </c:pt>
                <c:pt idx="575">
                  <c:v>0.64177246232344753</c:v>
                </c:pt>
                <c:pt idx="576">
                  <c:v>0.62709402312868612</c:v>
                </c:pt>
                <c:pt idx="577">
                  <c:v>0.63210958876966084</c:v>
                </c:pt>
                <c:pt idx="578">
                  <c:v>0.6423314764753747</c:v>
                </c:pt>
                <c:pt idx="579">
                  <c:v>0.6387689194842332</c:v>
                </c:pt>
                <c:pt idx="580">
                  <c:v>0.63059543663322237</c:v>
                </c:pt>
                <c:pt idx="581">
                  <c:v>0.62665340692481719</c:v>
                </c:pt>
                <c:pt idx="582">
                  <c:v>0.63088549966885743</c:v>
                </c:pt>
                <c:pt idx="583">
                  <c:v>0.62753386668554612</c:v>
                </c:pt>
                <c:pt idx="584">
                  <c:v>0.62057695833235627</c:v>
                </c:pt>
                <c:pt idx="585">
                  <c:v>0.62807553124433602</c:v>
                </c:pt>
                <c:pt idx="586">
                  <c:v>0.64803509459197628</c:v>
                </c:pt>
                <c:pt idx="587">
                  <c:v>0.64131179673802752</c:v>
                </c:pt>
                <c:pt idx="588">
                  <c:v>0.627069267515869</c:v>
                </c:pt>
                <c:pt idx="589">
                  <c:v>0.63062750822807556</c:v>
                </c:pt>
                <c:pt idx="590">
                  <c:v>0.63851766272941235</c:v>
                </c:pt>
                <c:pt idx="591">
                  <c:v>0.64343789290144782</c:v>
                </c:pt>
                <c:pt idx="592">
                  <c:v>0.64235470350163315</c:v>
                </c:pt>
                <c:pt idx="593">
                  <c:v>0.63265573083432913</c:v>
                </c:pt>
                <c:pt idx="594">
                  <c:v>0.61468311312939283</c:v>
                </c:pt>
                <c:pt idx="595">
                  <c:v>0.61790655754902146</c:v>
                </c:pt>
                <c:pt idx="596">
                  <c:v>0.62895558518927852</c:v>
                </c:pt>
                <c:pt idx="597">
                  <c:v>0.63453975409981356</c:v>
                </c:pt>
                <c:pt idx="598">
                  <c:v>0.63267873556899334</c:v>
                </c:pt>
                <c:pt idx="599">
                  <c:v>0.62549177487628083</c:v>
                </c:pt>
                <c:pt idx="600">
                  <c:v>0.62864926743829475</c:v>
                </c:pt>
                <c:pt idx="601">
                  <c:v>0.62703331333234069</c:v>
                </c:pt>
                <c:pt idx="602">
                  <c:v>0.62360010490275219</c:v>
                </c:pt>
                <c:pt idx="603">
                  <c:v>0.63511601068342427</c:v>
                </c:pt>
                <c:pt idx="604">
                  <c:v>0.65586599626054543</c:v>
                </c:pt>
                <c:pt idx="605">
                  <c:v>0.65449510852837189</c:v>
                </c:pt>
                <c:pt idx="606">
                  <c:v>0.64223928389692908</c:v>
                </c:pt>
                <c:pt idx="607">
                  <c:v>0.64001056413817481</c:v>
                </c:pt>
                <c:pt idx="608">
                  <c:v>0.6426493046876518</c:v>
                </c:pt>
                <c:pt idx="609">
                  <c:v>0.64539986359676882</c:v>
                </c:pt>
                <c:pt idx="610">
                  <c:v>0.64436132174307326</c:v>
                </c:pt>
                <c:pt idx="611">
                  <c:v>0.64475641770140069</c:v>
                </c:pt>
                <c:pt idx="612">
                  <c:v>0.64435293109232139</c:v>
                </c:pt>
                <c:pt idx="613">
                  <c:v>0.64751475684330195</c:v>
                </c:pt>
                <c:pt idx="614">
                  <c:v>0.65027057537803068</c:v>
                </c:pt>
                <c:pt idx="615">
                  <c:v>0.65032012609475809</c:v>
                </c:pt>
                <c:pt idx="616">
                  <c:v>0.64942930315540792</c:v>
                </c:pt>
                <c:pt idx="617">
                  <c:v>0.64638032763730191</c:v>
                </c:pt>
                <c:pt idx="618">
                  <c:v>0.64732167575913946</c:v>
                </c:pt>
                <c:pt idx="619">
                  <c:v>0.64848434448875281</c:v>
                </c:pt>
                <c:pt idx="620">
                  <c:v>0.64948453387071181</c:v>
                </c:pt>
                <c:pt idx="621">
                  <c:v>0.65095290415086948</c:v>
                </c:pt>
                <c:pt idx="622">
                  <c:v>0.64991591377966584</c:v>
                </c:pt>
                <c:pt idx="623">
                  <c:v>0.64808858203817588</c:v>
                </c:pt>
                <c:pt idx="624">
                  <c:v>0.6496584186877542</c:v>
                </c:pt>
                <c:pt idx="625">
                  <c:v>0.65108544553777348</c:v>
                </c:pt>
                <c:pt idx="626">
                  <c:v>0.65019999297310738</c:v>
                </c:pt>
                <c:pt idx="627">
                  <c:v>0.65591493926837863</c:v>
                </c:pt>
                <c:pt idx="628">
                  <c:v>0.65821335787137558</c:v>
                </c:pt>
                <c:pt idx="629">
                  <c:v>0.65946899420209737</c:v>
                </c:pt>
                <c:pt idx="630">
                  <c:v>0.65001442454268776</c:v>
                </c:pt>
                <c:pt idx="631">
                  <c:v>0.64605871151510308</c:v>
                </c:pt>
                <c:pt idx="632">
                  <c:v>0.65279418635885633</c:v>
                </c:pt>
                <c:pt idx="633">
                  <c:v>0.65206402229282212</c:v>
                </c:pt>
                <c:pt idx="634">
                  <c:v>0.64766662370246164</c:v>
                </c:pt>
                <c:pt idx="635">
                  <c:v>0.64947766735656753</c:v>
                </c:pt>
                <c:pt idx="636">
                  <c:v>0.65363011390540793</c:v>
                </c:pt>
                <c:pt idx="637">
                  <c:v>0.64861627769553232</c:v>
                </c:pt>
                <c:pt idx="638">
                  <c:v>0.64612499409460433</c:v>
                </c:pt>
                <c:pt idx="639">
                  <c:v>0.64675318184760133</c:v>
                </c:pt>
                <c:pt idx="640">
                  <c:v>0.65006920358103648</c:v>
                </c:pt>
                <c:pt idx="641">
                  <c:v>0.65295575506489256</c:v>
                </c:pt>
                <c:pt idx="642">
                  <c:v>0.65031295268793199</c:v>
                </c:pt>
                <c:pt idx="643">
                  <c:v>0.64929285333758768</c:v>
                </c:pt>
                <c:pt idx="644">
                  <c:v>0.6484910671913009</c:v>
                </c:pt>
                <c:pt idx="645">
                  <c:v>0.64895022446068529</c:v>
                </c:pt>
                <c:pt idx="646">
                  <c:v>0.6517267759428137</c:v>
                </c:pt>
                <c:pt idx="647">
                  <c:v>0.65227150075921125</c:v>
                </c:pt>
                <c:pt idx="648">
                  <c:v>0.652903903592156</c:v>
                </c:pt>
                <c:pt idx="649">
                  <c:v>0.65266450168327861</c:v>
                </c:pt>
                <c:pt idx="650">
                  <c:v>0.64727297682937945</c:v>
                </c:pt>
                <c:pt idx="651">
                  <c:v>0.6484170897142959</c:v>
                </c:pt>
                <c:pt idx="652">
                  <c:v>0.64929962839609479</c:v>
                </c:pt>
                <c:pt idx="653">
                  <c:v>0.64610134822852683</c:v>
                </c:pt>
                <c:pt idx="654">
                  <c:v>0.64867599604895954</c:v>
                </c:pt>
                <c:pt idx="655">
                  <c:v>0.64908652277625778</c:v>
                </c:pt>
                <c:pt idx="656">
                  <c:v>0.65233346854891283</c:v>
                </c:pt>
                <c:pt idx="657">
                  <c:v>0.65599020284082832</c:v>
                </c:pt>
                <c:pt idx="658">
                  <c:v>0.65614205209757326</c:v>
                </c:pt>
                <c:pt idx="659">
                  <c:v>0.65276339790901383</c:v>
                </c:pt>
                <c:pt idx="660">
                  <c:v>0.650218071919059</c:v>
                </c:pt>
                <c:pt idx="661">
                  <c:v>0.65291733665354001</c:v>
                </c:pt>
                <c:pt idx="662">
                  <c:v>0.65771704985953461</c:v>
                </c:pt>
                <c:pt idx="663">
                  <c:v>0.6616155876283083</c:v>
                </c:pt>
                <c:pt idx="664">
                  <c:v>0.65979603461889069</c:v>
                </c:pt>
                <c:pt idx="665">
                  <c:v>0.66265168768413063</c:v>
                </c:pt>
                <c:pt idx="666">
                  <c:v>0.64603255589961395</c:v>
                </c:pt>
                <c:pt idx="667">
                  <c:v>0.62145703018831189</c:v>
                </c:pt>
                <c:pt idx="668">
                  <c:v>0.62441386112138675</c:v>
                </c:pt>
                <c:pt idx="669">
                  <c:v>0.64244678415301537</c:v>
                </c:pt>
                <c:pt idx="670">
                  <c:v>0.64724623399236969</c:v>
                </c:pt>
                <c:pt idx="671">
                  <c:v>0.63211362819951866</c:v>
                </c:pt>
                <c:pt idx="672">
                  <c:v>0.62283825768862144</c:v>
                </c:pt>
                <c:pt idx="673">
                  <c:v>0.626556701929607</c:v>
                </c:pt>
                <c:pt idx="674">
                  <c:v>0.62529255924854554</c:v>
                </c:pt>
                <c:pt idx="675">
                  <c:v>0.62100797437979749</c:v>
                </c:pt>
                <c:pt idx="676">
                  <c:v>0.63115131771827138</c:v>
                </c:pt>
                <c:pt idx="677">
                  <c:v>0.64765509944388133</c:v>
                </c:pt>
                <c:pt idx="678">
                  <c:v>0.64021529001513511</c:v>
                </c:pt>
                <c:pt idx="679">
                  <c:v>0.62957571865113238</c:v>
                </c:pt>
                <c:pt idx="680">
                  <c:v>0.63019799255600473</c:v>
                </c:pt>
                <c:pt idx="681">
                  <c:v>0.63347073628566097</c:v>
                </c:pt>
                <c:pt idx="682">
                  <c:v>0.63919174190410311</c:v>
                </c:pt>
                <c:pt idx="683">
                  <c:v>0.64122356776987777</c:v>
                </c:pt>
                <c:pt idx="684">
                  <c:v>0.64340952410047103</c:v>
                </c:pt>
                <c:pt idx="685">
                  <c:v>0.64457337178569263</c:v>
                </c:pt>
                <c:pt idx="686">
                  <c:v>0.6431344920208717</c:v>
                </c:pt>
                <c:pt idx="687">
                  <c:v>0.64307290339147039</c:v>
                </c:pt>
                <c:pt idx="688">
                  <c:v>0.64388349857835214</c:v>
                </c:pt>
                <c:pt idx="689">
                  <c:v>0.65017619690706119</c:v>
                </c:pt>
                <c:pt idx="690">
                  <c:v>0.65766010115600848</c:v>
                </c:pt>
                <c:pt idx="691">
                  <c:v>0.65834215339320667</c:v>
                </c:pt>
                <c:pt idx="692">
                  <c:v>0.66041504133408901</c:v>
                </c:pt>
                <c:pt idx="693">
                  <c:v>0.65970996445099639</c:v>
                </c:pt>
                <c:pt idx="694">
                  <c:v>0.64374001059956987</c:v>
                </c:pt>
                <c:pt idx="695">
                  <c:v>0.62437871205949702</c:v>
                </c:pt>
                <c:pt idx="696">
                  <c:v>0.62231248733439659</c:v>
                </c:pt>
                <c:pt idx="697">
                  <c:v>0.61106371400514303</c:v>
                </c:pt>
                <c:pt idx="698">
                  <c:v>0.61666574289105458</c:v>
                </c:pt>
                <c:pt idx="699">
                  <c:v>0.62389669906741851</c:v>
                </c:pt>
                <c:pt idx="700">
                  <c:v>0.61881512407975947</c:v>
                </c:pt>
                <c:pt idx="701">
                  <c:v>0.6196282047165228</c:v>
                </c:pt>
                <c:pt idx="702">
                  <c:v>0.61769558286716508</c:v>
                </c:pt>
                <c:pt idx="703">
                  <c:v>0.62318606993529502</c:v>
                </c:pt>
                <c:pt idx="704">
                  <c:v>0.63889046677073802</c:v>
                </c:pt>
                <c:pt idx="705">
                  <c:v>0.65764233465825839</c:v>
                </c:pt>
                <c:pt idx="706">
                  <c:v>0.66293633471646418</c:v>
                </c:pt>
                <c:pt idx="707">
                  <c:v>0.67825407225999967</c:v>
                </c:pt>
                <c:pt idx="708">
                  <c:v>0.67242877918066912</c:v>
                </c:pt>
                <c:pt idx="709">
                  <c:v>0.65653306720046101</c:v>
                </c:pt>
                <c:pt idx="710">
                  <c:v>0.65632559998311646</c:v>
                </c:pt>
                <c:pt idx="711">
                  <c:v>0.653683616928175</c:v>
                </c:pt>
                <c:pt idx="712">
                  <c:v>0.64997532824841608</c:v>
                </c:pt>
                <c:pt idx="713">
                  <c:v>0.64779743166281822</c:v>
                </c:pt>
                <c:pt idx="714">
                  <c:v>0.6469277404245235</c:v>
                </c:pt>
                <c:pt idx="715">
                  <c:v>0.64157180399818892</c:v>
                </c:pt>
                <c:pt idx="716">
                  <c:v>0.64061782757450381</c:v>
                </c:pt>
                <c:pt idx="717">
                  <c:v>0.64286714401898892</c:v>
                </c:pt>
                <c:pt idx="718">
                  <c:v>0.6403473409689252</c:v>
                </c:pt>
                <c:pt idx="719">
                  <c:v>0.63731351603069042</c:v>
                </c:pt>
                <c:pt idx="720">
                  <c:v>0.6386886551574823</c:v>
                </c:pt>
                <c:pt idx="721">
                  <c:v>0.64097972211550713</c:v>
                </c:pt>
                <c:pt idx="722">
                  <c:v>0.64096127052434604</c:v>
                </c:pt>
                <c:pt idx="723">
                  <c:v>0.64147069115598954</c:v>
                </c:pt>
                <c:pt idx="724">
                  <c:v>0.64895632995864405</c:v>
                </c:pt>
                <c:pt idx="725">
                  <c:v>0.651197223963773</c:v>
                </c:pt>
                <c:pt idx="726">
                  <c:v>0.64829079177240467</c:v>
                </c:pt>
                <c:pt idx="727">
                  <c:v>0.64612174554377433</c:v>
                </c:pt>
                <c:pt idx="728">
                  <c:v>0.64936421653480747</c:v>
                </c:pt>
                <c:pt idx="729">
                  <c:v>0.64907051825909068</c:v>
                </c:pt>
                <c:pt idx="730">
                  <c:v>0.64924055951869475</c:v>
                </c:pt>
                <c:pt idx="731">
                  <c:v>0.64646182795706042</c:v>
                </c:pt>
                <c:pt idx="732">
                  <c:v>0.64797022937340565</c:v>
                </c:pt>
                <c:pt idx="733">
                  <c:v>0.64937584710811491</c:v>
                </c:pt>
                <c:pt idx="734">
                  <c:v>0.64804399860555606</c:v>
                </c:pt>
                <c:pt idx="735">
                  <c:v>0.65023351172449051</c:v>
                </c:pt>
                <c:pt idx="736">
                  <c:v>0.65184847544118585</c:v>
                </c:pt>
                <c:pt idx="737">
                  <c:v>0.64222031774508737</c:v>
                </c:pt>
                <c:pt idx="738">
                  <c:v>0.63553697803141584</c:v>
                </c:pt>
                <c:pt idx="739">
                  <c:v>0.63713452509516322</c:v>
                </c:pt>
                <c:pt idx="740">
                  <c:v>0.63613898540711922</c:v>
                </c:pt>
                <c:pt idx="741">
                  <c:v>0.63670975862350754</c:v>
                </c:pt>
                <c:pt idx="742">
                  <c:v>0.63897595512752092</c:v>
                </c:pt>
                <c:pt idx="743">
                  <c:v>0.64054934222327897</c:v>
                </c:pt>
                <c:pt idx="744">
                  <c:v>0.63962060963086431</c:v>
                </c:pt>
                <c:pt idx="745">
                  <c:v>0.64199628866059411</c:v>
                </c:pt>
                <c:pt idx="746">
                  <c:v>0.64640872308549124</c:v>
                </c:pt>
                <c:pt idx="747">
                  <c:v>0.65138732991905268</c:v>
                </c:pt>
                <c:pt idx="748">
                  <c:v>0.66041069108237771</c:v>
                </c:pt>
                <c:pt idx="749">
                  <c:v>0.66522718144654414</c:v>
                </c:pt>
                <c:pt idx="750">
                  <c:v>0.66305756456738574</c:v>
                </c:pt>
                <c:pt idx="751">
                  <c:v>0.66499357559586236</c:v>
                </c:pt>
                <c:pt idx="752">
                  <c:v>0.65503858554619177</c:v>
                </c:pt>
                <c:pt idx="753">
                  <c:v>0.64795399996421243</c:v>
                </c:pt>
                <c:pt idx="754">
                  <c:v>0.65183090031513657</c:v>
                </c:pt>
                <c:pt idx="755">
                  <c:v>0.64965743056940528</c:v>
                </c:pt>
                <c:pt idx="756">
                  <c:v>0.64566231722661926</c:v>
                </c:pt>
                <c:pt idx="757">
                  <c:v>0.64690835540283342</c:v>
                </c:pt>
                <c:pt idx="758">
                  <c:v>0.64243014898977091</c:v>
                </c:pt>
                <c:pt idx="759">
                  <c:v>0.64027626860040376</c:v>
                </c:pt>
                <c:pt idx="760">
                  <c:v>0.63827460124495006</c:v>
                </c:pt>
                <c:pt idx="761">
                  <c:v>0.62985338391665513</c:v>
                </c:pt>
                <c:pt idx="762">
                  <c:v>0.63435975685523949</c:v>
                </c:pt>
                <c:pt idx="763">
                  <c:v>0.64535979438918711</c:v>
                </c:pt>
                <c:pt idx="764">
                  <c:v>0.64139323399334291</c:v>
                </c:pt>
                <c:pt idx="765">
                  <c:v>0.63969953301671001</c:v>
                </c:pt>
                <c:pt idx="766">
                  <c:v>0.64074338101112538</c:v>
                </c:pt>
                <c:pt idx="767">
                  <c:v>0.64403837759737703</c:v>
                </c:pt>
                <c:pt idx="768">
                  <c:v>0.6463913794220657</c:v>
                </c:pt>
                <c:pt idx="769">
                  <c:v>0.64466245299482017</c:v>
                </c:pt>
                <c:pt idx="770">
                  <c:v>0.64693027775742573</c:v>
                </c:pt>
                <c:pt idx="771">
                  <c:v>0.64931340221914902</c:v>
                </c:pt>
                <c:pt idx="772">
                  <c:v>0.64983886663048318</c:v>
                </c:pt>
                <c:pt idx="773">
                  <c:v>0.64898749701179315</c:v>
                </c:pt>
                <c:pt idx="774">
                  <c:v>0.64955441188906671</c:v>
                </c:pt>
                <c:pt idx="775">
                  <c:v>0.65019125488424812</c:v>
                </c:pt>
                <c:pt idx="776">
                  <c:v>0.65044769587463747</c:v>
                </c:pt>
                <c:pt idx="777">
                  <c:v>0.65105895100046596</c:v>
                </c:pt>
                <c:pt idx="778">
                  <c:v>0.65375512125250046</c:v>
                </c:pt>
                <c:pt idx="779">
                  <c:v>0.65165832065025919</c:v>
                </c:pt>
                <c:pt idx="780">
                  <c:v>0.65040815492558091</c:v>
                </c:pt>
                <c:pt idx="781">
                  <c:v>0.65076370043721732</c:v>
                </c:pt>
                <c:pt idx="782">
                  <c:v>0.6512630430302756</c:v>
                </c:pt>
                <c:pt idx="783">
                  <c:v>0.6517110053091818</c:v>
                </c:pt>
                <c:pt idx="784">
                  <c:v>0.64726028068688579</c:v>
                </c:pt>
                <c:pt idx="785">
                  <c:v>0.63957477003267138</c:v>
                </c:pt>
                <c:pt idx="786">
                  <c:v>0.63117157485630149</c:v>
                </c:pt>
                <c:pt idx="787">
                  <c:v>0.63721922551553989</c:v>
                </c:pt>
                <c:pt idx="788">
                  <c:v>0.64525730166560935</c:v>
                </c:pt>
                <c:pt idx="789">
                  <c:v>0.64208473334555305</c:v>
                </c:pt>
                <c:pt idx="790">
                  <c:v>0.6354927473205183</c:v>
                </c:pt>
                <c:pt idx="791">
                  <c:v>0.63613467617768493</c:v>
                </c:pt>
                <c:pt idx="792">
                  <c:v>0.63837977701464543</c:v>
                </c:pt>
                <c:pt idx="793">
                  <c:v>0.64041131384218741</c:v>
                </c:pt>
                <c:pt idx="794">
                  <c:v>0.64098453315626069</c:v>
                </c:pt>
                <c:pt idx="795">
                  <c:v>0.65160275951456359</c:v>
                </c:pt>
                <c:pt idx="796">
                  <c:v>0.65792141592892861</c:v>
                </c:pt>
                <c:pt idx="797">
                  <c:v>0.65070139506030789</c:v>
                </c:pt>
                <c:pt idx="798">
                  <c:v>0.64669290734818152</c:v>
                </c:pt>
                <c:pt idx="799">
                  <c:v>0.66067445879501374</c:v>
                </c:pt>
                <c:pt idx="800">
                  <c:v>0.6586148929806277</c:v>
                </c:pt>
                <c:pt idx="801">
                  <c:v>0.64403626394942737</c:v>
                </c:pt>
                <c:pt idx="802">
                  <c:v>0.64735005438226445</c:v>
                </c:pt>
                <c:pt idx="803">
                  <c:v>0.65345994297038923</c:v>
                </c:pt>
                <c:pt idx="804">
                  <c:v>0.65524255163085199</c:v>
                </c:pt>
                <c:pt idx="805">
                  <c:v>0.65126006160213223</c:v>
                </c:pt>
                <c:pt idx="806">
                  <c:v>0.65083962463440359</c:v>
                </c:pt>
                <c:pt idx="807">
                  <c:v>0.65394671977851981</c:v>
                </c:pt>
                <c:pt idx="808">
                  <c:v>0.64687296551122397</c:v>
                </c:pt>
                <c:pt idx="809">
                  <c:v>0.63934976836122714</c:v>
                </c:pt>
                <c:pt idx="810">
                  <c:v>0.64560195600936854</c:v>
                </c:pt>
                <c:pt idx="811">
                  <c:v>0.65556560118672447</c:v>
                </c:pt>
                <c:pt idx="812">
                  <c:v>0.64899446560404417</c:v>
                </c:pt>
                <c:pt idx="813">
                  <c:v>0.64491098928329038</c:v>
                </c:pt>
                <c:pt idx="814">
                  <c:v>0.64667428315651709</c:v>
                </c:pt>
                <c:pt idx="815">
                  <c:v>0.64737768089220937</c:v>
                </c:pt>
                <c:pt idx="816">
                  <c:v>0.64696250829610813</c:v>
                </c:pt>
                <c:pt idx="817">
                  <c:v>0.64524980434423518</c:v>
                </c:pt>
                <c:pt idx="818">
                  <c:v>0.64937923689612365</c:v>
                </c:pt>
                <c:pt idx="819">
                  <c:v>0.65106234089741866</c:v>
                </c:pt>
                <c:pt idx="820">
                  <c:v>0.65158854740601713</c:v>
                </c:pt>
                <c:pt idx="821">
                  <c:v>0.65450465184097539</c:v>
                </c:pt>
                <c:pt idx="822">
                  <c:v>0.65503384164034251</c:v>
                </c:pt>
                <c:pt idx="823">
                  <c:v>0.65415036340093169</c:v>
                </c:pt>
                <c:pt idx="824">
                  <c:v>0.65311331103281955</c:v>
                </c:pt>
                <c:pt idx="825">
                  <c:v>0.64553904172165522</c:v>
                </c:pt>
                <c:pt idx="826">
                  <c:v>0.64117873903999134</c:v>
                </c:pt>
                <c:pt idx="827">
                  <c:v>0.64350050919694279</c:v>
                </c:pt>
                <c:pt idx="828">
                  <c:v>0.6440950527013064</c:v>
                </c:pt>
                <c:pt idx="829">
                  <c:v>0.64403481248545968</c:v>
                </c:pt>
                <c:pt idx="830">
                  <c:v>0.64188936405739183</c:v>
                </c:pt>
                <c:pt idx="831">
                  <c:v>0.63955514220414877</c:v>
                </c:pt>
                <c:pt idx="832">
                  <c:v>0.63920466475785109</c:v>
                </c:pt>
                <c:pt idx="833">
                  <c:v>0.63833974218149081</c:v>
                </c:pt>
                <c:pt idx="834">
                  <c:v>0.64074763102616761</c:v>
                </c:pt>
                <c:pt idx="835">
                  <c:v>0.64753733761691878</c:v>
                </c:pt>
                <c:pt idx="836">
                  <c:v>0.6528455567793835</c:v>
                </c:pt>
                <c:pt idx="837">
                  <c:v>0.65206406161961572</c:v>
                </c:pt>
                <c:pt idx="838">
                  <c:v>0.65064269594665369</c:v>
                </c:pt>
                <c:pt idx="839">
                  <c:v>0.65298079159093614</c:v>
                </c:pt>
                <c:pt idx="840">
                  <c:v>0.65671649332983661</c:v>
                </c:pt>
                <c:pt idx="841">
                  <c:v>0.66003280304133627</c:v>
                </c:pt>
                <c:pt idx="842">
                  <c:v>0.66396091879928099</c:v>
                </c:pt>
                <c:pt idx="843">
                  <c:v>0.66762085952796979</c:v>
                </c:pt>
                <c:pt idx="844">
                  <c:v>0.66047140534078208</c:v>
                </c:pt>
                <c:pt idx="845">
                  <c:v>0.65306028216619527</c:v>
                </c:pt>
                <c:pt idx="846">
                  <c:v>0.65984588009818201</c:v>
                </c:pt>
                <c:pt idx="847">
                  <c:v>0.65972349648828732</c:v>
                </c:pt>
                <c:pt idx="848">
                  <c:v>0.65498261893037135</c:v>
                </c:pt>
                <c:pt idx="849">
                  <c:v>0.66142496487680347</c:v>
                </c:pt>
                <c:pt idx="850">
                  <c:v>0.66455363665587242</c:v>
                </c:pt>
                <c:pt idx="851">
                  <c:v>0.65879123800285477</c:v>
                </c:pt>
                <c:pt idx="852">
                  <c:v>0.64987595168854229</c:v>
                </c:pt>
                <c:pt idx="853">
                  <c:v>0.64585186067273381</c:v>
                </c:pt>
                <c:pt idx="854">
                  <c:v>0.66031821564237259</c:v>
                </c:pt>
                <c:pt idx="855">
                  <c:v>0.66924987847744744</c:v>
                </c:pt>
                <c:pt idx="856">
                  <c:v>0.66260978194658937</c:v>
                </c:pt>
                <c:pt idx="857">
                  <c:v>0.66475659831612199</c:v>
                </c:pt>
                <c:pt idx="858">
                  <c:v>0.67172233097312872</c:v>
                </c:pt>
                <c:pt idx="859">
                  <c:v>0.66187415024957108</c:v>
                </c:pt>
                <c:pt idx="860">
                  <c:v>0.65848427149225142</c:v>
                </c:pt>
                <c:pt idx="861">
                  <c:v>0.66316102211659878</c:v>
                </c:pt>
                <c:pt idx="862">
                  <c:v>0.66609350574598492</c:v>
                </c:pt>
                <c:pt idx="863">
                  <c:v>0.6680665749209298</c:v>
                </c:pt>
                <c:pt idx="864">
                  <c:v>0.6624478722053293</c:v>
                </c:pt>
                <c:pt idx="865">
                  <c:v>0.66351527948348454</c:v>
                </c:pt>
                <c:pt idx="866">
                  <c:v>0.6677037715545221</c:v>
                </c:pt>
                <c:pt idx="867">
                  <c:v>0.67004967960407547</c:v>
                </c:pt>
                <c:pt idx="868">
                  <c:v>0.67651545834514837</c:v>
                </c:pt>
                <c:pt idx="869">
                  <c:v>0.67627626902078974</c:v>
                </c:pt>
                <c:pt idx="870">
                  <c:v>0.67213516890720759</c:v>
                </c:pt>
                <c:pt idx="871">
                  <c:v>0.67196196675405861</c:v>
                </c:pt>
                <c:pt idx="872">
                  <c:v>0.6735791416572724</c:v>
                </c:pt>
                <c:pt idx="873">
                  <c:v>0.6699952259773726</c:v>
                </c:pt>
                <c:pt idx="874">
                  <c:v>0.66724554982769824</c:v>
                </c:pt>
                <c:pt idx="875">
                  <c:v>0.66892620544117376</c:v>
                </c:pt>
                <c:pt idx="876">
                  <c:v>0.66537485714880928</c:v>
                </c:pt>
                <c:pt idx="877">
                  <c:v>0.66223143622655178</c:v>
                </c:pt>
                <c:pt idx="878">
                  <c:v>0.6566306114492011</c:v>
                </c:pt>
                <c:pt idx="879">
                  <c:v>0.65778438744247991</c:v>
                </c:pt>
                <c:pt idx="880">
                  <c:v>0.66188261178561025</c:v>
                </c:pt>
                <c:pt idx="881">
                  <c:v>0.66171992797264401</c:v>
                </c:pt>
                <c:pt idx="882">
                  <c:v>0.65840439264964612</c:v>
                </c:pt>
                <c:pt idx="883">
                  <c:v>0.6603433545319557</c:v>
                </c:pt>
                <c:pt idx="884">
                  <c:v>0.66269664309420573</c:v>
                </c:pt>
                <c:pt idx="885">
                  <c:v>0.66069626507402524</c:v>
                </c:pt>
                <c:pt idx="886">
                  <c:v>0.66157108715259794</c:v>
                </c:pt>
                <c:pt idx="887">
                  <c:v>0.65755130787751581</c:v>
                </c:pt>
                <c:pt idx="888">
                  <c:v>0.65726235920772691</c:v>
                </c:pt>
                <c:pt idx="889">
                  <c:v>0.66044088844312665</c:v>
                </c:pt>
                <c:pt idx="890">
                  <c:v>0.66347275024262053</c:v>
                </c:pt>
                <c:pt idx="891">
                  <c:v>0.66285704945521318</c:v>
                </c:pt>
                <c:pt idx="892">
                  <c:v>0.66656512735054185</c:v>
                </c:pt>
                <c:pt idx="893">
                  <c:v>0.65852564040834327</c:v>
                </c:pt>
                <c:pt idx="894">
                  <c:v>0.64950175490667073</c:v>
                </c:pt>
                <c:pt idx="895">
                  <c:v>0.65644262505943562</c:v>
                </c:pt>
                <c:pt idx="896">
                  <c:v>0.65889690634379161</c:v>
                </c:pt>
                <c:pt idx="897">
                  <c:v>0.65635592072320836</c:v>
                </c:pt>
                <c:pt idx="898">
                  <c:v>0.65256959753187116</c:v>
                </c:pt>
                <c:pt idx="899">
                  <c:v>0.65095029765753565</c:v>
                </c:pt>
                <c:pt idx="900">
                  <c:v>0.64871906955285052</c:v>
                </c:pt>
                <c:pt idx="901">
                  <c:v>0.64704505729102268</c:v>
                </c:pt>
                <c:pt idx="902">
                  <c:v>0.64289619197090864</c:v>
                </c:pt>
                <c:pt idx="903">
                  <c:v>0.64852659262635948</c:v>
                </c:pt>
                <c:pt idx="904">
                  <c:v>0.65398420721359096</c:v>
                </c:pt>
                <c:pt idx="905">
                  <c:v>0.64766781728100187</c:v>
                </c:pt>
                <c:pt idx="906">
                  <c:v>0.64743118612639527</c:v>
                </c:pt>
                <c:pt idx="907">
                  <c:v>0.65456732976570897</c:v>
                </c:pt>
                <c:pt idx="908">
                  <c:v>0.65571021228956683</c:v>
                </c:pt>
                <c:pt idx="909">
                  <c:v>0.65554380241114352</c:v>
                </c:pt>
                <c:pt idx="910">
                  <c:v>0.65824224792743824</c:v>
                </c:pt>
                <c:pt idx="911">
                  <c:v>0.65832861181723146</c:v>
                </c:pt>
                <c:pt idx="912">
                  <c:v>0.65947461498592508</c:v>
                </c:pt>
                <c:pt idx="913">
                  <c:v>0.66376461033095768</c:v>
                </c:pt>
                <c:pt idx="914">
                  <c:v>0.66402920117674546</c:v>
                </c:pt>
                <c:pt idx="915">
                  <c:v>0.66823697377043156</c:v>
                </c:pt>
                <c:pt idx="916">
                  <c:v>0.66921077463627054</c:v>
                </c:pt>
                <c:pt idx="917">
                  <c:v>0.66585773166899187</c:v>
                </c:pt>
                <c:pt idx="918">
                  <c:v>0.66479932612816395</c:v>
                </c:pt>
                <c:pt idx="919">
                  <c:v>0.66832778495684242</c:v>
                </c:pt>
                <c:pt idx="920">
                  <c:v>0.67149140021370013</c:v>
                </c:pt>
                <c:pt idx="921">
                  <c:v>0.67199541451479883</c:v>
                </c:pt>
                <c:pt idx="922">
                  <c:v>0.6702835272884955</c:v>
                </c:pt>
                <c:pt idx="923">
                  <c:v>0.66884947346481216</c:v>
                </c:pt>
                <c:pt idx="924">
                  <c:v>0.66895796675280417</c:v>
                </c:pt>
                <c:pt idx="925">
                  <c:v>0.66775523916202129</c:v>
                </c:pt>
                <c:pt idx="926">
                  <c:v>0.66613242523356042</c:v>
                </c:pt>
                <c:pt idx="927">
                  <c:v>0.66736691603938303</c:v>
                </c:pt>
                <c:pt idx="928">
                  <c:v>0.67003817384930042</c:v>
                </c:pt>
                <c:pt idx="929">
                  <c:v>0.66967343965943915</c:v>
                </c:pt>
                <c:pt idx="930">
                  <c:v>0.65618568802980459</c:v>
                </c:pt>
                <c:pt idx="931">
                  <c:v>0.64764309759765948</c:v>
                </c:pt>
                <c:pt idx="932">
                  <c:v>0.65209418875501146</c:v>
                </c:pt>
                <c:pt idx="933">
                  <c:v>0.65079133300374947</c:v>
                </c:pt>
                <c:pt idx="934">
                  <c:v>0.65415773144846812</c:v>
                </c:pt>
                <c:pt idx="935">
                  <c:v>0.65639907514142637</c:v>
                </c:pt>
                <c:pt idx="936">
                  <c:v>0.65474984955398774</c:v>
                </c:pt>
                <c:pt idx="937">
                  <c:v>0.64896792051016117</c:v>
                </c:pt>
                <c:pt idx="938">
                  <c:v>0.64923213391192724</c:v>
                </c:pt>
                <c:pt idx="939">
                  <c:v>0.65347049072417951</c:v>
                </c:pt>
                <c:pt idx="940">
                  <c:v>0.66929048492465038</c:v>
                </c:pt>
                <c:pt idx="941">
                  <c:v>0.67941506779747551</c:v>
                </c:pt>
                <c:pt idx="942">
                  <c:v>0.68273159695390762</c:v>
                </c:pt>
                <c:pt idx="943">
                  <c:v>0.68631004157313347</c:v>
                </c:pt>
                <c:pt idx="944">
                  <c:v>0.68401036361242162</c:v>
                </c:pt>
                <c:pt idx="945">
                  <c:v>0.67773585871284947</c:v>
                </c:pt>
                <c:pt idx="946">
                  <c:v>0.68054019315352943</c:v>
                </c:pt>
                <c:pt idx="947">
                  <c:v>0.68500221543317974</c:v>
                </c:pt>
                <c:pt idx="948">
                  <c:v>0.68323611590932487</c:v>
                </c:pt>
                <c:pt idx="949">
                  <c:v>0.67682762830183463</c:v>
                </c:pt>
                <c:pt idx="950">
                  <c:v>0.67295055816987825</c:v>
                </c:pt>
                <c:pt idx="951">
                  <c:v>0.67123262995092803</c:v>
                </c:pt>
                <c:pt idx="952">
                  <c:v>0.66426623855972855</c:v>
                </c:pt>
                <c:pt idx="953">
                  <c:v>0.66146923772315513</c:v>
                </c:pt>
                <c:pt idx="954">
                  <c:v>0.66611539315559321</c:v>
                </c:pt>
                <c:pt idx="955">
                  <c:v>0.66984722899608284</c:v>
                </c:pt>
                <c:pt idx="956">
                  <c:v>0.67003912223076556</c:v>
                </c:pt>
                <c:pt idx="957">
                  <c:v>0.67140126524279264</c:v>
                </c:pt>
                <c:pt idx="958">
                  <c:v>0.67271553900838532</c:v>
                </c:pt>
                <c:pt idx="959">
                  <c:v>0.67331272623051253</c:v>
                </c:pt>
                <c:pt idx="960">
                  <c:v>0.67334495343305845</c:v>
                </c:pt>
                <c:pt idx="961">
                  <c:v>0.67563507192353434</c:v>
                </c:pt>
                <c:pt idx="962">
                  <c:v>0.67814668342782491</c:v>
                </c:pt>
                <c:pt idx="963">
                  <c:v>0.67676599253830882</c:v>
                </c:pt>
                <c:pt idx="964">
                  <c:v>0.67443623283533838</c:v>
                </c:pt>
                <c:pt idx="965">
                  <c:v>0.67327256954660086</c:v>
                </c:pt>
                <c:pt idx="966">
                  <c:v>0.67311485420287243</c:v>
                </c:pt>
                <c:pt idx="967">
                  <c:v>0.67470708077018549</c:v>
                </c:pt>
                <c:pt idx="968">
                  <c:v>0.67574867962690233</c:v>
                </c:pt>
                <c:pt idx="969">
                  <c:v>0.67611642046841225</c:v>
                </c:pt>
                <c:pt idx="970">
                  <c:v>0.68033463965221386</c:v>
                </c:pt>
                <c:pt idx="971">
                  <c:v>0.67620033429026438</c:v>
                </c:pt>
                <c:pt idx="972">
                  <c:v>0.67885393472197275</c:v>
                </c:pt>
                <c:pt idx="973">
                  <c:v>0.67948834761661459</c:v>
                </c:pt>
                <c:pt idx="974">
                  <c:v>0.67793096499359218</c:v>
                </c:pt>
                <c:pt idx="975">
                  <c:v>0.68328346797694872</c:v>
                </c:pt>
                <c:pt idx="976">
                  <c:v>0.68381903762388307</c:v>
                </c:pt>
                <c:pt idx="977">
                  <c:v>0.68213670750566013</c:v>
                </c:pt>
                <c:pt idx="978">
                  <c:v>0.67964813898107412</c:v>
                </c:pt>
                <c:pt idx="979">
                  <c:v>0.67780092958852123</c:v>
                </c:pt>
                <c:pt idx="980">
                  <c:v>0.67331457235362646</c:v>
                </c:pt>
                <c:pt idx="981">
                  <c:v>0.67661760407673466</c:v>
                </c:pt>
                <c:pt idx="982">
                  <c:v>0.67605884890365797</c:v>
                </c:pt>
                <c:pt idx="983">
                  <c:v>0.67621066052191381</c:v>
                </c:pt>
                <c:pt idx="984">
                  <c:v>0.67783331723554696</c:v>
                </c:pt>
                <c:pt idx="985">
                  <c:v>0.67418162125948933</c:v>
                </c:pt>
                <c:pt idx="986">
                  <c:v>0.67400440726210764</c:v>
                </c:pt>
                <c:pt idx="987">
                  <c:v>0.67394384279253505</c:v>
                </c:pt>
                <c:pt idx="988">
                  <c:v>0.67476560022367382</c:v>
                </c:pt>
                <c:pt idx="989">
                  <c:v>0.67855672492847652</c:v>
                </c:pt>
                <c:pt idx="990">
                  <c:v>0.67990198640197352</c:v>
                </c:pt>
                <c:pt idx="991">
                  <c:v>0.67807907267790679</c:v>
                </c:pt>
                <c:pt idx="992">
                  <c:v>0.68048371821327303</c:v>
                </c:pt>
                <c:pt idx="993">
                  <c:v>0.68452127701909027</c:v>
                </c:pt>
                <c:pt idx="994">
                  <c:v>0.68267285189283222</c:v>
                </c:pt>
                <c:pt idx="995">
                  <c:v>0.67631787881096117</c:v>
                </c:pt>
                <c:pt idx="996">
                  <c:v>0.67177039118884285</c:v>
                </c:pt>
                <c:pt idx="997">
                  <c:v>0.66810947607699911</c:v>
                </c:pt>
                <c:pt idx="998">
                  <c:v>0.66631461566640193</c:v>
                </c:pt>
                <c:pt idx="999">
                  <c:v>0.66590699475608295</c:v>
                </c:pt>
                <c:pt idx="1000">
                  <c:v>0.66193441709769851</c:v>
                </c:pt>
                <c:pt idx="1001">
                  <c:v>0.65519380382473025</c:v>
                </c:pt>
                <c:pt idx="1002">
                  <c:v>0.64718639169670333</c:v>
                </c:pt>
                <c:pt idx="1003">
                  <c:v>0.64505237582264918</c:v>
                </c:pt>
                <c:pt idx="1004">
                  <c:v>0.65148488629346879</c:v>
                </c:pt>
                <c:pt idx="1005">
                  <c:v>0.65637512714141666</c:v>
                </c:pt>
                <c:pt idx="1006">
                  <c:v>0.65051498816074682</c:v>
                </c:pt>
                <c:pt idx="1007">
                  <c:v>0.64810226998954557</c:v>
                </c:pt>
                <c:pt idx="1008">
                  <c:v>0.65473973209964254</c:v>
                </c:pt>
                <c:pt idx="1009">
                  <c:v>0.65493490037215352</c:v>
                </c:pt>
                <c:pt idx="1010">
                  <c:v>0.65510016156780937</c:v>
                </c:pt>
                <c:pt idx="1011">
                  <c:v>0.65700633763046312</c:v>
                </c:pt>
                <c:pt idx="1012">
                  <c:v>0.6587223651446622</c:v>
                </c:pt>
                <c:pt idx="1013">
                  <c:v>0.65706767532669363</c:v>
                </c:pt>
                <c:pt idx="1014">
                  <c:v>0.65024225676054492</c:v>
                </c:pt>
                <c:pt idx="1015">
                  <c:v>0.65131581003786632</c:v>
                </c:pt>
                <c:pt idx="1016">
                  <c:v>0.66052901503342043</c:v>
                </c:pt>
                <c:pt idx="1017">
                  <c:v>0.66661368325672421</c:v>
                </c:pt>
                <c:pt idx="1018">
                  <c:v>0.66183298205342223</c:v>
                </c:pt>
                <c:pt idx="1019">
                  <c:v>0.6628974016056306</c:v>
                </c:pt>
                <c:pt idx="1020">
                  <c:v>0.66269855069903494</c:v>
                </c:pt>
                <c:pt idx="1021">
                  <c:v>0.66146085576742597</c:v>
                </c:pt>
                <c:pt idx="1022">
                  <c:v>0.6652894854022362</c:v>
                </c:pt>
                <c:pt idx="1023">
                  <c:v>0.66608729455135762</c:v>
                </c:pt>
                <c:pt idx="1024">
                  <c:v>0.66784711011446618</c:v>
                </c:pt>
                <c:pt idx="1025">
                  <c:v>0.66941656807958561</c:v>
                </c:pt>
                <c:pt idx="1026">
                  <c:v>0.66912457800956393</c:v>
                </c:pt>
                <c:pt idx="1027">
                  <c:v>0.66576248965914064</c:v>
                </c:pt>
                <c:pt idx="1028">
                  <c:v>0.66801251683459617</c:v>
                </c:pt>
                <c:pt idx="1029">
                  <c:v>0.66845366002537221</c:v>
                </c:pt>
                <c:pt idx="1030">
                  <c:v>0.66866496378554974</c:v>
                </c:pt>
                <c:pt idx="1031">
                  <c:v>0.67128861224741576</c:v>
                </c:pt>
                <c:pt idx="1032">
                  <c:v>0.67046947505094545</c:v>
                </c:pt>
                <c:pt idx="1033">
                  <c:v>0.67254317062331059</c:v>
                </c:pt>
                <c:pt idx="1034">
                  <c:v>0.67616227692859199</c:v>
                </c:pt>
                <c:pt idx="1035">
                  <c:v>0.67705751284701277</c:v>
                </c:pt>
                <c:pt idx="1036">
                  <c:v>0.67708647710599068</c:v>
                </c:pt>
                <c:pt idx="1037">
                  <c:v>0.67861083457831883</c:v>
                </c:pt>
                <c:pt idx="1038">
                  <c:v>0.67677794275731251</c:v>
                </c:pt>
                <c:pt idx="1039">
                  <c:v>0.67797911135641764</c:v>
                </c:pt>
                <c:pt idx="1040">
                  <c:v>0.67605296784248115</c:v>
                </c:pt>
                <c:pt idx="1041">
                  <c:v>0.67280566680100151</c:v>
                </c:pt>
                <c:pt idx="1042">
                  <c:v>0.672836312761247</c:v>
                </c:pt>
                <c:pt idx="1043">
                  <c:v>0.6719404924699649</c:v>
                </c:pt>
                <c:pt idx="1044">
                  <c:v>0.66761713462116412</c:v>
                </c:pt>
                <c:pt idx="1045">
                  <c:v>0.66513878268677917</c:v>
                </c:pt>
                <c:pt idx="1046">
                  <c:v>0.66607085842852454</c:v>
                </c:pt>
                <c:pt idx="1047">
                  <c:v>0.66721012618426578</c:v>
                </c:pt>
                <c:pt idx="1048">
                  <c:v>0.66596442206205708</c:v>
                </c:pt>
                <c:pt idx="1049">
                  <c:v>0.66433223380783957</c:v>
                </c:pt>
                <c:pt idx="1050">
                  <c:v>0.66869572095760421</c:v>
                </c:pt>
                <c:pt idx="1051">
                  <c:v>0.67125708286499686</c:v>
                </c:pt>
                <c:pt idx="1052">
                  <c:v>0.67209873392134611</c:v>
                </c:pt>
                <c:pt idx="1053">
                  <c:v>0.67247259896707279</c:v>
                </c:pt>
                <c:pt idx="1054">
                  <c:v>0.67108767630907074</c:v>
                </c:pt>
                <c:pt idx="1055">
                  <c:v>0.67013083048605071</c:v>
                </c:pt>
                <c:pt idx="1056">
                  <c:v>0.67032401523635243</c:v>
                </c:pt>
                <c:pt idx="1057">
                  <c:v>0.6701605314038801</c:v>
                </c:pt>
                <c:pt idx="1058">
                  <c:v>0.67258953857881909</c:v>
                </c:pt>
                <c:pt idx="1059">
                  <c:v>0.6704728411871248</c:v>
                </c:pt>
                <c:pt idx="1060">
                  <c:v>0.66891300513923779</c:v>
                </c:pt>
                <c:pt idx="1061">
                  <c:v>0.66931870376379365</c:v>
                </c:pt>
                <c:pt idx="1062">
                  <c:v>0.66846185596286234</c:v>
                </c:pt>
                <c:pt idx="1063">
                  <c:v>0.66672268621221531</c:v>
                </c:pt>
                <c:pt idx="1064">
                  <c:v>0.66896960619439638</c:v>
                </c:pt>
                <c:pt idx="1065">
                  <c:v>0.67548055153909026</c:v>
                </c:pt>
                <c:pt idx="1066">
                  <c:v>0.67331915141636545</c:v>
                </c:pt>
                <c:pt idx="1067">
                  <c:v>0.67429604267581711</c:v>
                </c:pt>
                <c:pt idx="1068">
                  <c:v>0.671915275521901</c:v>
                </c:pt>
                <c:pt idx="1069">
                  <c:v>0.67428919582323743</c:v>
                </c:pt>
                <c:pt idx="1070">
                  <c:v>0.67681051133915282</c:v>
                </c:pt>
                <c:pt idx="1071">
                  <c:v>0.67558887690433633</c:v>
                </c:pt>
                <c:pt idx="1072">
                  <c:v>0.67751496126103605</c:v>
                </c:pt>
                <c:pt idx="1073">
                  <c:v>0.67899493470874783</c:v>
                </c:pt>
                <c:pt idx="1074">
                  <c:v>0.67619938588253425</c:v>
                </c:pt>
                <c:pt idx="1075">
                  <c:v>0.6727616355059125</c:v>
                </c:pt>
                <c:pt idx="1076">
                  <c:v>0.6752555903560723</c:v>
                </c:pt>
                <c:pt idx="1077">
                  <c:v>0.67516518868155262</c:v>
                </c:pt>
                <c:pt idx="1078">
                  <c:v>0.67767429541927948</c:v>
                </c:pt>
                <c:pt idx="1079">
                  <c:v>0.6785751394069407</c:v>
                </c:pt>
                <c:pt idx="1080">
                  <c:v>0.67701952362115314</c:v>
                </c:pt>
                <c:pt idx="1081">
                  <c:v>0.67918352486835043</c:v>
                </c:pt>
                <c:pt idx="1082">
                  <c:v>0.6775422497270327</c:v>
                </c:pt>
                <c:pt idx="1083">
                  <c:v>0.67745201036361014</c:v>
                </c:pt>
                <c:pt idx="1084">
                  <c:v>0.68005207222511743</c:v>
                </c:pt>
                <c:pt idx="1085">
                  <c:v>0.67976480724781607</c:v>
                </c:pt>
                <c:pt idx="1086">
                  <c:v>0.67939040675614082</c:v>
                </c:pt>
                <c:pt idx="1087">
                  <c:v>0.68061062966135366</c:v>
                </c:pt>
                <c:pt idx="1088">
                  <c:v>0.68025833369426458</c:v>
                </c:pt>
                <c:pt idx="1089">
                  <c:v>0.67892405921026222</c:v>
                </c:pt>
                <c:pt idx="1090">
                  <c:v>0.68048538851176388</c:v>
                </c:pt>
                <c:pt idx="1091">
                  <c:v>0.68097960302412208</c:v>
                </c:pt>
                <c:pt idx="1092">
                  <c:v>0.68011817602448887</c:v>
                </c:pt>
                <c:pt idx="1093">
                  <c:v>0.67809866277602759</c:v>
                </c:pt>
                <c:pt idx="1094">
                  <c:v>0.67808611854290068</c:v>
                </c:pt>
                <c:pt idx="1095">
                  <c:v>0.67684591426422192</c:v>
                </c:pt>
                <c:pt idx="1096">
                  <c:v>0.67390054842458691</c:v>
                </c:pt>
                <c:pt idx="1097">
                  <c:v>0.67530404881972717</c:v>
                </c:pt>
                <c:pt idx="1098">
                  <c:v>0.67733213908235856</c:v>
                </c:pt>
                <c:pt idx="1099">
                  <c:v>0.67733809778840848</c:v>
                </c:pt>
                <c:pt idx="1100">
                  <c:v>0.67234669396598712</c:v>
                </c:pt>
                <c:pt idx="1101">
                  <c:v>0.66781687380855947</c:v>
                </c:pt>
                <c:pt idx="1102">
                  <c:v>0.66326601046974587</c:v>
                </c:pt>
                <c:pt idx="1103">
                  <c:v>0.66083471782471881</c:v>
                </c:pt>
                <c:pt idx="1104">
                  <c:v>0.65935442459006899</c:v>
                </c:pt>
                <c:pt idx="1105">
                  <c:v>0.65683184121684735</c:v>
                </c:pt>
                <c:pt idx="1106">
                  <c:v>0.65639877515837419</c:v>
                </c:pt>
                <c:pt idx="1107">
                  <c:v>0.65173113896056534</c:v>
                </c:pt>
                <c:pt idx="1108">
                  <c:v>0.64937681296075289</c:v>
                </c:pt>
                <c:pt idx="1109">
                  <c:v>0.649171194730641</c:v>
                </c:pt>
                <c:pt idx="1110">
                  <c:v>0.65169967288081654</c:v>
                </c:pt>
                <c:pt idx="1111">
                  <c:v>0.65528539873505443</c:v>
                </c:pt>
                <c:pt idx="1112">
                  <c:v>0.66039601500378953</c:v>
                </c:pt>
                <c:pt idx="1113">
                  <c:v>0.6637072536140235</c:v>
                </c:pt>
                <c:pt idx="1114">
                  <c:v>0.66471271130954734</c:v>
                </c:pt>
                <c:pt idx="1115">
                  <c:v>0.66825948418857484</c:v>
                </c:pt>
                <c:pt idx="1116">
                  <c:v>0.6692409459879276</c:v>
                </c:pt>
                <c:pt idx="1117">
                  <c:v>0.66896201604227845</c:v>
                </c:pt>
                <c:pt idx="1118">
                  <c:v>0.66705199623836509</c:v>
                </c:pt>
                <c:pt idx="1119">
                  <c:v>0.66281844761000208</c:v>
                </c:pt>
                <c:pt idx="1120">
                  <c:v>0.65808265847223535</c:v>
                </c:pt>
                <c:pt idx="1121">
                  <c:v>0.65850542933204281</c:v>
                </c:pt>
                <c:pt idx="1122">
                  <c:v>0.65939930330770102</c:v>
                </c:pt>
                <c:pt idx="1123">
                  <c:v>0.65894196215105294</c:v>
                </c:pt>
                <c:pt idx="1124">
                  <c:v>0.65721401078429398</c:v>
                </c:pt>
                <c:pt idx="1125">
                  <c:v>0.65533879335171918</c:v>
                </c:pt>
                <c:pt idx="1126">
                  <c:v>0.65853510307549945</c:v>
                </c:pt>
                <c:pt idx="1127">
                  <c:v>0.6592663337286685</c:v>
                </c:pt>
                <c:pt idx="1128">
                  <c:v>0.66357002797747655</c:v>
                </c:pt>
                <c:pt idx="1129">
                  <c:v>0.66630740921832454</c:v>
                </c:pt>
                <c:pt idx="1130">
                  <c:v>0.66832158628575045</c:v>
                </c:pt>
                <c:pt idx="1131">
                  <c:v>0.66964402923089328</c:v>
                </c:pt>
                <c:pt idx="1132">
                  <c:v>0.67232457113349919</c:v>
                </c:pt>
                <c:pt idx="1133">
                  <c:v>0.67536517402654928</c:v>
                </c:pt>
                <c:pt idx="1134">
                  <c:v>0.67380471472947601</c:v>
                </c:pt>
                <c:pt idx="1135">
                  <c:v>0.67188039459334004</c:v>
                </c:pt>
                <c:pt idx="1136">
                  <c:v>0.67280432085284625</c:v>
                </c:pt>
                <c:pt idx="1137">
                  <c:v>0.67515061456366898</c:v>
                </c:pt>
                <c:pt idx="1138">
                  <c:v>0.67365706133919123</c:v>
                </c:pt>
                <c:pt idx="1139">
                  <c:v>0.67839743356991489</c:v>
                </c:pt>
                <c:pt idx="1140">
                  <c:v>0.68383432121973298</c:v>
                </c:pt>
                <c:pt idx="1141">
                  <c:v>0.68070099417799823</c:v>
                </c:pt>
                <c:pt idx="1142">
                  <c:v>0.67861110988930284</c:v>
                </c:pt>
                <c:pt idx="1143">
                  <c:v>0.67980288359604535</c:v>
                </c:pt>
                <c:pt idx="1144">
                  <c:v>0.6832056273392465</c:v>
                </c:pt>
                <c:pt idx="1145">
                  <c:v>0.68284159737152783</c:v>
                </c:pt>
                <c:pt idx="1146">
                  <c:v>0.68005965440743854</c:v>
                </c:pt>
                <c:pt idx="1147">
                  <c:v>0.6804683969983174</c:v>
                </c:pt>
                <c:pt idx="1148">
                  <c:v>0.68256251666556178</c:v>
                </c:pt>
                <c:pt idx="1149">
                  <c:v>0.68349299914542394</c:v>
                </c:pt>
                <c:pt idx="1150">
                  <c:v>0.68157455367972264</c:v>
                </c:pt>
                <c:pt idx="1151">
                  <c:v>0.68148236433980791</c:v>
                </c:pt>
                <c:pt idx="1152">
                  <c:v>0.68253429370938723</c:v>
                </c:pt>
                <c:pt idx="1153">
                  <c:v>0.68247788675595378</c:v>
                </c:pt>
                <c:pt idx="1154">
                  <c:v>0.6816229927470443</c:v>
                </c:pt>
                <c:pt idx="1155">
                  <c:v>0.6799586880326477</c:v>
                </c:pt>
                <c:pt idx="1156">
                  <c:v>0.67967599983858429</c:v>
                </c:pt>
                <c:pt idx="1157">
                  <c:v>0.67989325398535183</c:v>
                </c:pt>
                <c:pt idx="1158">
                  <c:v>0.68006211347001366</c:v>
                </c:pt>
                <c:pt idx="1159">
                  <c:v>0.6672699256138982</c:v>
                </c:pt>
                <c:pt idx="1160">
                  <c:v>0.65907448548667591</c:v>
                </c:pt>
                <c:pt idx="1161">
                  <c:v>0.66549505805273068</c:v>
                </c:pt>
                <c:pt idx="1162">
                  <c:v>0.6613016165906852</c:v>
                </c:pt>
                <c:pt idx="1163">
                  <c:v>0.66226874771495925</c:v>
                </c:pt>
                <c:pt idx="1164">
                  <c:v>0.6582840890862921</c:v>
                </c:pt>
                <c:pt idx="1165">
                  <c:v>0.65819940107665764</c:v>
                </c:pt>
                <c:pt idx="1166">
                  <c:v>0.66515096516217631</c:v>
                </c:pt>
                <c:pt idx="1167">
                  <c:v>0.66750278701119492</c:v>
                </c:pt>
                <c:pt idx="1168">
                  <c:v>0.66421618819048212</c:v>
                </c:pt>
                <c:pt idx="1169">
                  <c:v>0.67650782335701887</c:v>
                </c:pt>
                <c:pt idx="1170">
                  <c:v>0.68541783695547909</c:v>
                </c:pt>
                <c:pt idx="1171">
                  <c:v>0.6780761136265322</c:v>
                </c:pt>
                <c:pt idx="1172">
                  <c:v>0.68051231809600088</c:v>
                </c:pt>
                <c:pt idx="1173">
                  <c:v>0.68001058594495734</c:v>
                </c:pt>
                <c:pt idx="1174">
                  <c:v>0.67997531840665448</c:v>
                </c:pt>
                <c:pt idx="1175">
                  <c:v>0.68491664114143436</c:v>
                </c:pt>
                <c:pt idx="1176">
                  <c:v>0.6807422707250036</c:v>
                </c:pt>
                <c:pt idx="1177">
                  <c:v>0.6766112748562515</c:v>
                </c:pt>
                <c:pt idx="1178">
                  <c:v>0.67981028619782236</c:v>
                </c:pt>
                <c:pt idx="1179">
                  <c:v>0.68012699495175843</c:v>
                </c:pt>
                <c:pt idx="1180">
                  <c:v>0.68069185950174205</c:v>
                </c:pt>
                <c:pt idx="1181">
                  <c:v>0.68132443490988537</c:v>
                </c:pt>
                <c:pt idx="1182">
                  <c:v>0.68201197286635173</c:v>
                </c:pt>
                <c:pt idx="1183">
                  <c:v>0.68084410104803006</c:v>
                </c:pt>
                <c:pt idx="1184">
                  <c:v>0.67801877532477595</c:v>
                </c:pt>
                <c:pt idx="1185">
                  <c:v>0.68299473448872383</c:v>
                </c:pt>
                <c:pt idx="1186">
                  <c:v>0.68088381654069774</c:v>
                </c:pt>
                <c:pt idx="1187">
                  <c:v>0.67744477622747046</c:v>
                </c:pt>
                <c:pt idx="1188">
                  <c:v>0.67445975085360632</c:v>
                </c:pt>
                <c:pt idx="1189">
                  <c:v>0.67752002522115018</c:v>
                </c:pt>
                <c:pt idx="1190">
                  <c:v>0.69071632622390156</c:v>
                </c:pt>
                <c:pt idx="1191">
                  <c:v>0.68759916701335067</c:v>
                </c:pt>
                <c:pt idx="1192">
                  <c:v>0.68308728467571778</c:v>
                </c:pt>
                <c:pt idx="1193">
                  <c:v>0.69025700013787727</c:v>
                </c:pt>
                <c:pt idx="1194">
                  <c:v>0.69243300696649157</c:v>
                </c:pt>
                <c:pt idx="1195">
                  <c:v>0.69118670090219114</c:v>
                </c:pt>
                <c:pt idx="1196">
                  <c:v>0.69349142817507448</c:v>
                </c:pt>
                <c:pt idx="1197">
                  <c:v>0.69455230766388953</c:v>
                </c:pt>
                <c:pt idx="1198">
                  <c:v>0.68901704154290921</c:v>
                </c:pt>
                <c:pt idx="1199">
                  <c:v>0.69099640296659615</c:v>
                </c:pt>
                <c:pt idx="1200">
                  <c:v>0.68068904800720653</c:v>
                </c:pt>
                <c:pt idx="1201">
                  <c:v>0.68013334808842574</c:v>
                </c:pt>
                <c:pt idx="1202">
                  <c:v>0.6840708294468284</c:v>
                </c:pt>
                <c:pt idx="1203">
                  <c:v>0.68213042444985617</c:v>
                </c:pt>
                <c:pt idx="1204">
                  <c:v>0.68510123667604172</c:v>
                </c:pt>
                <c:pt idx="1205">
                  <c:v>0.68148116991341801</c:v>
                </c:pt>
                <c:pt idx="1206">
                  <c:v>0.68004100265195311</c:v>
                </c:pt>
                <c:pt idx="1207">
                  <c:v>0.68488396259394579</c:v>
                </c:pt>
                <c:pt idx="1208">
                  <c:v>0.69355456592549525</c:v>
                </c:pt>
                <c:pt idx="1209">
                  <c:v>0.69485033862971257</c:v>
                </c:pt>
                <c:pt idx="1210">
                  <c:v>0.69654017269453405</c:v>
                </c:pt>
                <c:pt idx="1211">
                  <c:v>0.69969173902873261</c:v>
                </c:pt>
                <c:pt idx="1212">
                  <c:v>0.69648002196397962</c:v>
                </c:pt>
                <c:pt idx="1213">
                  <c:v>0.6904473249022125</c:v>
                </c:pt>
                <c:pt idx="1214">
                  <c:v>0.68579993536216621</c:v>
                </c:pt>
                <c:pt idx="1215">
                  <c:v>0.67995399612504015</c:v>
                </c:pt>
                <c:pt idx="1216">
                  <c:v>0.67853605855945021</c:v>
                </c:pt>
                <c:pt idx="1217">
                  <c:v>0.67963563936045401</c:v>
                </c:pt>
                <c:pt idx="1218">
                  <c:v>0.67755056851017648</c:v>
                </c:pt>
                <c:pt idx="1219">
                  <c:v>0.66972563451797851</c:v>
                </c:pt>
                <c:pt idx="1220">
                  <c:v>0.6627508311892879</c:v>
                </c:pt>
                <c:pt idx="1221">
                  <c:v>0.66491725933939194</c:v>
                </c:pt>
                <c:pt idx="1222">
                  <c:v>0.66802643628562253</c:v>
                </c:pt>
                <c:pt idx="1223">
                  <c:v>0.6717423868498682</c:v>
                </c:pt>
                <c:pt idx="1224">
                  <c:v>0.66032018678528315</c:v>
                </c:pt>
                <c:pt idx="1225">
                  <c:v>0.65294445710893478</c:v>
                </c:pt>
                <c:pt idx="1226">
                  <c:v>0.65996190901478169</c:v>
                </c:pt>
                <c:pt idx="1227">
                  <c:v>0.6632648984953402</c:v>
                </c:pt>
                <c:pt idx="1228">
                  <c:v>0.66158816180149282</c:v>
                </c:pt>
                <c:pt idx="1229">
                  <c:v>0.65772915896003981</c:v>
                </c:pt>
                <c:pt idx="1230">
                  <c:v>0.65472028423522743</c:v>
                </c:pt>
                <c:pt idx="1231">
                  <c:v>0.6546927430878704</c:v>
                </c:pt>
                <c:pt idx="1232">
                  <c:v>0.65402247047124973</c:v>
                </c:pt>
                <c:pt idx="1233">
                  <c:v>0.65495161231774213</c:v>
                </c:pt>
                <c:pt idx="1234">
                  <c:v>0.67095597143917929</c:v>
                </c:pt>
                <c:pt idx="1235">
                  <c:v>0.68290000940048978</c:v>
                </c:pt>
                <c:pt idx="1236">
                  <c:v>0.67690135981787147</c:v>
                </c:pt>
                <c:pt idx="1237">
                  <c:v>0.67208746128455721</c:v>
                </c:pt>
                <c:pt idx="1238">
                  <c:v>0.66993566469790278</c:v>
                </c:pt>
                <c:pt idx="1239">
                  <c:v>0.6703073285851423</c:v>
                </c:pt>
                <c:pt idx="1240">
                  <c:v>0.67509222204969888</c:v>
                </c:pt>
                <c:pt idx="1241">
                  <c:v>0.67644463813229472</c:v>
                </c:pt>
                <c:pt idx="1242">
                  <c:v>0.6758230588448626</c:v>
                </c:pt>
                <c:pt idx="1243">
                  <c:v>0.67414464570430821</c:v>
                </c:pt>
                <c:pt idx="1244">
                  <c:v>0.67160200676494863</c:v>
                </c:pt>
                <c:pt idx="1245">
                  <c:v>0.6723272256166134</c:v>
                </c:pt>
                <c:pt idx="1246">
                  <c:v>0.67432315488956807</c:v>
                </c:pt>
                <c:pt idx="1247">
                  <c:v>0.67136617952361677</c:v>
                </c:pt>
                <c:pt idx="1248">
                  <c:v>0.67182854797858405</c:v>
                </c:pt>
                <c:pt idx="1249">
                  <c:v>0.67520981174745132</c:v>
                </c:pt>
                <c:pt idx="1250">
                  <c:v>0.67735391741274875</c:v>
                </c:pt>
                <c:pt idx="1251">
                  <c:v>0.67419928844372001</c:v>
                </c:pt>
                <c:pt idx="1252">
                  <c:v>0.6764195808141209</c:v>
                </c:pt>
                <c:pt idx="1253">
                  <c:v>0.6829108991116033</c:v>
                </c:pt>
                <c:pt idx="1254">
                  <c:v>0.68509080746976392</c:v>
                </c:pt>
                <c:pt idx="1255">
                  <c:v>0.66383366463246873</c:v>
                </c:pt>
                <c:pt idx="1256">
                  <c:v>0.64569348338333366</c:v>
                </c:pt>
                <c:pt idx="1257">
                  <c:v>0.67120080918212666</c:v>
                </c:pt>
                <c:pt idx="1258">
                  <c:v>0.68121146279267131</c:v>
                </c:pt>
                <c:pt idx="1259">
                  <c:v>0.67502754696904244</c:v>
                </c:pt>
                <c:pt idx="1260">
                  <c:v>0.66769919976731751</c:v>
                </c:pt>
                <c:pt idx="1261">
                  <c:v>0.67617592366184742</c:v>
                </c:pt>
                <c:pt idx="1262">
                  <c:v>0.68199916250079629</c:v>
                </c:pt>
                <c:pt idx="1263">
                  <c:v>0.67870154224476642</c:v>
                </c:pt>
                <c:pt idx="1264">
                  <c:v>0.67234219710503484</c:v>
                </c:pt>
                <c:pt idx="1265">
                  <c:v>0.69025062245661428</c:v>
                </c:pt>
                <c:pt idx="1266">
                  <c:v>0.70971743371839946</c:v>
                </c:pt>
                <c:pt idx="1267">
                  <c:v>0.6879037609757187</c:v>
                </c:pt>
                <c:pt idx="1268">
                  <c:v>0.68266599922869264</c:v>
                </c:pt>
                <c:pt idx="1269">
                  <c:v>0.68714147248613378</c:v>
                </c:pt>
                <c:pt idx="1270">
                  <c:v>0.6883606566804813</c:v>
                </c:pt>
                <c:pt idx="1271">
                  <c:v>0.68837402517209512</c:v>
                </c:pt>
                <c:pt idx="1272">
                  <c:v>0.68283730558695332</c:v>
                </c:pt>
                <c:pt idx="1273">
                  <c:v>0.68057072774825822</c:v>
                </c:pt>
                <c:pt idx="1274">
                  <c:v>0.68665531955279191</c:v>
                </c:pt>
                <c:pt idx="1275">
                  <c:v>0.69119548816243637</c:v>
                </c:pt>
                <c:pt idx="1276">
                  <c:v>0.69025187089317175</c:v>
                </c:pt>
                <c:pt idx="1277">
                  <c:v>0.68916115334999906</c:v>
                </c:pt>
                <c:pt idx="1278">
                  <c:v>0.69130084422396565</c:v>
                </c:pt>
                <c:pt idx="1279">
                  <c:v>0.69053633070267673</c:v>
                </c:pt>
                <c:pt idx="1280">
                  <c:v>0.69221678683790855</c:v>
                </c:pt>
                <c:pt idx="1281">
                  <c:v>0.69383823636420106</c:v>
                </c:pt>
                <c:pt idx="1282">
                  <c:v>0.68862113455188212</c:v>
                </c:pt>
                <c:pt idx="1283">
                  <c:v>0.68916006154029674</c:v>
                </c:pt>
                <c:pt idx="1284">
                  <c:v>0.69656005893766137</c:v>
                </c:pt>
                <c:pt idx="1285">
                  <c:v>0.70411868109940079</c:v>
                </c:pt>
                <c:pt idx="1286">
                  <c:v>0.70682039751822512</c:v>
                </c:pt>
                <c:pt idx="1287">
                  <c:v>0.7026498746016131</c:v>
                </c:pt>
                <c:pt idx="1288">
                  <c:v>0.68828556226090531</c:v>
                </c:pt>
                <c:pt idx="1289">
                  <c:v>0.68954219437970155</c:v>
                </c:pt>
                <c:pt idx="1290">
                  <c:v>0.68792415819425878</c:v>
                </c:pt>
                <c:pt idx="1291">
                  <c:v>0.69099063762968038</c:v>
                </c:pt>
                <c:pt idx="1292">
                  <c:v>0.70809536585900545</c:v>
                </c:pt>
                <c:pt idx="1293">
                  <c:v>0.69981270399847517</c:v>
                </c:pt>
                <c:pt idx="1294">
                  <c:v>0.68899361749111365</c:v>
                </c:pt>
                <c:pt idx="1295">
                  <c:v>0.68238013086320493</c:v>
                </c:pt>
                <c:pt idx="1296">
                  <c:v>0.6771351554113848</c:v>
                </c:pt>
                <c:pt idx="1297">
                  <c:v>0.68073419263400525</c:v>
                </c:pt>
                <c:pt idx="1298">
                  <c:v>0.6956386450985822</c:v>
                </c:pt>
                <c:pt idx="1299">
                  <c:v>0.69651850624338552</c:v>
                </c:pt>
                <c:pt idx="1300">
                  <c:v>0.69570907370466417</c:v>
                </c:pt>
                <c:pt idx="1301">
                  <c:v>0.69036457898227765</c:v>
                </c:pt>
                <c:pt idx="1302">
                  <c:v>0.68303499444636029</c:v>
                </c:pt>
                <c:pt idx="1303">
                  <c:v>0.69875356985616521</c:v>
                </c:pt>
                <c:pt idx="1304">
                  <c:v>0.68981503597677996</c:v>
                </c:pt>
                <c:pt idx="1305">
                  <c:v>0.68727994413422189</c:v>
                </c:pt>
                <c:pt idx="1306">
                  <c:v>0.69934204315623338</c:v>
                </c:pt>
                <c:pt idx="1307">
                  <c:v>0.69394959880527363</c:v>
                </c:pt>
                <c:pt idx="1308">
                  <c:v>0.68915680548505553</c:v>
                </c:pt>
                <c:pt idx="1309">
                  <c:v>0.68254139540672121</c:v>
                </c:pt>
                <c:pt idx="1310">
                  <c:v>0.68171854490456707</c:v>
                </c:pt>
                <c:pt idx="1311">
                  <c:v>0.68119368132581359</c:v>
                </c:pt>
                <c:pt idx="1312">
                  <c:v>0.6731759191540525</c:v>
                </c:pt>
                <c:pt idx="1313">
                  <c:v>0.66479530954871191</c:v>
                </c:pt>
                <c:pt idx="1314">
                  <c:v>0.67409386718101028</c:v>
                </c:pt>
                <c:pt idx="1315">
                  <c:v>0.6766505972931055</c:v>
                </c:pt>
                <c:pt idx="1316">
                  <c:v>0.66959964747827749</c:v>
                </c:pt>
                <c:pt idx="1317">
                  <c:v>0.66749215825461417</c:v>
                </c:pt>
                <c:pt idx="1318">
                  <c:v>0.66510869728032995</c:v>
                </c:pt>
                <c:pt idx="1319">
                  <c:v>0.6704517430348812</c:v>
                </c:pt>
                <c:pt idx="1320">
                  <c:v>0.67655927616025302</c:v>
                </c:pt>
                <c:pt idx="1321">
                  <c:v>0.6755909250982356</c:v>
                </c:pt>
                <c:pt idx="1322">
                  <c:v>0.67168746394848144</c:v>
                </c:pt>
                <c:pt idx="1323">
                  <c:v>0.66680250608144898</c:v>
                </c:pt>
                <c:pt idx="1324">
                  <c:v>0.66624495192546396</c:v>
                </c:pt>
                <c:pt idx="1325">
                  <c:v>0.66794262226822176</c:v>
                </c:pt>
                <c:pt idx="1326">
                  <c:v>0.66722286606727799</c:v>
                </c:pt>
                <c:pt idx="1327">
                  <c:v>0.66864993357357505</c:v>
                </c:pt>
                <c:pt idx="1328">
                  <c:v>0.67075088591166021</c:v>
                </c:pt>
                <c:pt idx="1329">
                  <c:v>0.66903442827515147</c:v>
                </c:pt>
                <c:pt idx="1330">
                  <c:v>0.66370171123710364</c:v>
                </c:pt>
                <c:pt idx="1331">
                  <c:v>0.66674510155841671</c:v>
                </c:pt>
                <c:pt idx="1332">
                  <c:v>0.67299839366282865</c:v>
                </c:pt>
                <c:pt idx="1333">
                  <c:v>0.67900779561903646</c:v>
                </c:pt>
                <c:pt idx="1334">
                  <c:v>0.68098356387592962</c:v>
                </c:pt>
                <c:pt idx="1335">
                  <c:v>0.67880268859953441</c:v>
                </c:pt>
                <c:pt idx="1336">
                  <c:v>0.67880553172899849</c:v>
                </c:pt>
                <c:pt idx="1337">
                  <c:v>0.68094984218478183</c:v>
                </c:pt>
                <c:pt idx="1338">
                  <c:v>0.68327986208198666</c:v>
                </c:pt>
                <c:pt idx="1339">
                  <c:v>0.6842350598014183</c:v>
                </c:pt>
                <c:pt idx="1340">
                  <c:v>0.6855967884153028</c:v>
                </c:pt>
                <c:pt idx="1341">
                  <c:v>0.68392577688241385</c:v>
                </c:pt>
                <c:pt idx="1342">
                  <c:v>0.68398137907889367</c:v>
                </c:pt>
                <c:pt idx="1343">
                  <c:v>0.68687292638175423</c:v>
                </c:pt>
                <c:pt idx="1344">
                  <c:v>0.68584417517633933</c:v>
                </c:pt>
                <c:pt idx="1345">
                  <c:v>0.68524145984880858</c:v>
                </c:pt>
                <c:pt idx="1346">
                  <c:v>0.68711251208294688</c:v>
                </c:pt>
                <c:pt idx="1347">
                  <c:v>0.68811655268901761</c:v>
                </c:pt>
                <c:pt idx="1348">
                  <c:v>0.6830279332573832</c:v>
                </c:pt>
                <c:pt idx="1349">
                  <c:v>0.67933164159614123</c:v>
                </c:pt>
                <c:pt idx="1350">
                  <c:v>0.68056591586608184</c:v>
                </c:pt>
                <c:pt idx="1351">
                  <c:v>0.68204198741361854</c:v>
                </c:pt>
                <c:pt idx="1352">
                  <c:v>0.68539961328339627</c:v>
                </c:pt>
                <c:pt idx="1353">
                  <c:v>0.68439042364852676</c:v>
                </c:pt>
                <c:pt idx="1354">
                  <c:v>0.68482060481582296</c:v>
                </c:pt>
                <c:pt idx="1355">
                  <c:v>0.68573032394184241</c:v>
                </c:pt>
                <c:pt idx="1356">
                  <c:v>0.68614933666590561</c:v>
                </c:pt>
                <c:pt idx="1357">
                  <c:v>0.68555870335796587</c:v>
                </c:pt>
                <c:pt idx="1358">
                  <c:v>0.68728981413752166</c:v>
                </c:pt>
                <c:pt idx="1359">
                  <c:v>0.69080497192777757</c:v>
                </c:pt>
                <c:pt idx="1360">
                  <c:v>0.69020932450829642</c:v>
                </c:pt>
                <c:pt idx="1361">
                  <c:v>0.69007477184888899</c:v>
                </c:pt>
                <c:pt idx="1362">
                  <c:v>0.68462302803468678</c:v>
                </c:pt>
                <c:pt idx="1363">
                  <c:v>0.68260064196621884</c:v>
                </c:pt>
                <c:pt idx="1364">
                  <c:v>0.68306182203457633</c:v>
                </c:pt>
                <c:pt idx="1365">
                  <c:v>0.68417568974638654</c:v>
                </c:pt>
                <c:pt idx="1366">
                  <c:v>0.68479312134495729</c:v>
                </c:pt>
                <c:pt idx="1367">
                  <c:v>0.68441931386985444</c:v>
                </c:pt>
                <c:pt idx="1368">
                  <c:v>0.68545851103615552</c:v>
                </c:pt>
                <c:pt idx="1369">
                  <c:v>0.68486129108433735</c:v>
                </c:pt>
                <c:pt idx="1370">
                  <c:v>0.68559305291029971</c:v>
                </c:pt>
                <c:pt idx="1371">
                  <c:v>0.68605354873405311</c:v>
                </c:pt>
                <c:pt idx="1372">
                  <c:v>0.68512769588652866</c:v>
                </c:pt>
                <c:pt idx="1373">
                  <c:v>0.68556373298367435</c:v>
                </c:pt>
                <c:pt idx="1374">
                  <c:v>0.6870048316239965</c:v>
                </c:pt>
                <c:pt idx="1375">
                  <c:v>0.6887116378887943</c:v>
                </c:pt>
                <c:pt idx="1376">
                  <c:v>0.6881224781178169</c:v>
                </c:pt>
                <c:pt idx="1377">
                  <c:v>0.68585410408076652</c:v>
                </c:pt>
                <c:pt idx="1378">
                  <c:v>0.67670459702122132</c:v>
                </c:pt>
                <c:pt idx="1379">
                  <c:v>0.66733199398317544</c:v>
                </c:pt>
                <c:pt idx="1380">
                  <c:v>0.67439368136066247</c:v>
                </c:pt>
                <c:pt idx="1381">
                  <c:v>0.68028202685942507</c:v>
                </c:pt>
                <c:pt idx="1382">
                  <c:v>0.68029881282875193</c:v>
                </c:pt>
                <c:pt idx="1383">
                  <c:v>0.67838629377283122</c:v>
                </c:pt>
                <c:pt idx="1384">
                  <c:v>0.67531780548443643</c:v>
                </c:pt>
                <c:pt idx="1385">
                  <c:v>0.67649708817543253</c:v>
                </c:pt>
                <c:pt idx="1386">
                  <c:v>0.67968727313634147</c:v>
                </c:pt>
                <c:pt idx="1387">
                  <c:v>0.68253543369235137</c:v>
                </c:pt>
                <c:pt idx="1388">
                  <c:v>0.69044323636795402</c:v>
                </c:pt>
                <c:pt idx="1389">
                  <c:v>0.69738912117332497</c:v>
                </c:pt>
                <c:pt idx="1390">
                  <c:v>0.69343375737697399</c:v>
                </c:pt>
                <c:pt idx="1391">
                  <c:v>0.68840105138322316</c:v>
                </c:pt>
                <c:pt idx="1392">
                  <c:v>0.68845350305001041</c:v>
                </c:pt>
                <c:pt idx="1393">
                  <c:v>0.68865939191891634</c:v>
                </c:pt>
                <c:pt idx="1394">
                  <c:v>0.69179483583341905</c:v>
                </c:pt>
                <c:pt idx="1395">
                  <c:v>0.69131482842838821</c:v>
                </c:pt>
                <c:pt idx="1396">
                  <c:v>0.68972843766286496</c:v>
                </c:pt>
                <c:pt idx="1397">
                  <c:v>0.69009229880088951</c:v>
                </c:pt>
                <c:pt idx="1398">
                  <c:v>0.69285640837115414</c:v>
                </c:pt>
                <c:pt idx="1399">
                  <c:v>0.69579957249979674</c:v>
                </c:pt>
                <c:pt idx="1400">
                  <c:v>0.6940272815549049</c:v>
                </c:pt>
                <c:pt idx="1401">
                  <c:v>0.6934607391535661</c:v>
                </c:pt>
                <c:pt idx="1402">
                  <c:v>0.69450546097460086</c:v>
                </c:pt>
                <c:pt idx="1403">
                  <c:v>0.69429760395180462</c:v>
                </c:pt>
                <c:pt idx="1404">
                  <c:v>0.69319460709514547</c:v>
                </c:pt>
                <c:pt idx="1405">
                  <c:v>0.69206269560594369</c:v>
                </c:pt>
                <c:pt idx="1406">
                  <c:v>0.69158914817302153</c:v>
                </c:pt>
                <c:pt idx="1407">
                  <c:v>0.69120127136740128</c:v>
                </c:pt>
                <c:pt idx="1408">
                  <c:v>0.69044230636223947</c:v>
                </c:pt>
                <c:pt idx="1409">
                  <c:v>0.69066509478904881</c:v>
                </c:pt>
                <c:pt idx="1410">
                  <c:v>0.69131700317434885</c:v>
                </c:pt>
                <c:pt idx="1411">
                  <c:v>0.6915808366601176</c:v>
                </c:pt>
                <c:pt idx="1412">
                  <c:v>0.69000620535427215</c:v>
                </c:pt>
                <c:pt idx="1413">
                  <c:v>0.6882528959514066</c:v>
                </c:pt>
                <c:pt idx="1414">
                  <c:v>0.68792679503346188</c:v>
                </c:pt>
                <c:pt idx="1415">
                  <c:v>0.69051659294643752</c:v>
                </c:pt>
                <c:pt idx="1416">
                  <c:v>0.6937885887378159</c:v>
                </c:pt>
                <c:pt idx="1417">
                  <c:v>0.69742978564876368</c:v>
                </c:pt>
                <c:pt idx="1418">
                  <c:v>0.69859038461255407</c:v>
                </c:pt>
                <c:pt idx="1419">
                  <c:v>0.69535916452151503</c:v>
                </c:pt>
                <c:pt idx="1420">
                  <c:v>0.69418995941478945</c:v>
                </c:pt>
                <c:pt idx="1421">
                  <c:v>0.69376789972137842</c:v>
                </c:pt>
                <c:pt idx="1422">
                  <c:v>0.69306545209204828</c:v>
                </c:pt>
                <c:pt idx="1423">
                  <c:v>0.69615818053321254</c:v>
                </c:pt>
                <c:pt idx="1424">
                  <c:v>0.69815116917319942</c:v>
                </c:pt>
                <c:pt idx="1425">
                  <c:v>0.69740985171990733</c:v>
                </c:pt>
                <c:pt idx="1426">
                  <c:v>0.69444065531053834</c:v>
                </c:pt>
                <c:pt idx="1427">
                  <c:v>0.6881432215384865</c:v>
                </c:pt>
                <c:pt idx="1428">
                  <c:v>0.68946977635969331</c:v>
                </c:pt>
                <c:pt idx="1429">
                  <c:v>0.6920114975063385</c:v>
                </c:pt>
                <c:pt idx="1430">
                  <c:v>0.68964230981744101</c:v>
                </c:pt>
                <c:pt idx="1431">
                  <c:v>0.68919664388080304</c:v>
                </c:pt>
                <c:pt idx="1432">
                  <c:v>0.69613677110693217</c:v>
                </c:pt>
                <c:pt idx="1433">
                  <c:v>0.69664599442386188</c:v>
                </c:pt>
                <c:pt idx="1434">
                  <c:v>0.69135738893267151</c:v>
                </c:pt>
                <c:pt idx="1435">
                  <c:v>0.68655316555492507</c:v>
                </c:pt>
                <c:pt idx="1436">
                  <c:v>0.68302889523998733</c:v>
                </c:pt>
                <c:pt idx="1437">
                  <c:v>0.68163878972740033</c:v>
                </c:pt>
                <c:pt idx="1438">
                  <c:v>0.67675461930734504</c:v>
                </c:pt>
                <c:pt idx="1439">
                  <c:v>0.67639041511428388</c:v>
                </c:pt>
                <c:pt idx="1440">
                  <c:v>0.67556132682870929</c:v>
                </c:pt>
                <c:pt idx="1441">
                  <c:v>0.67140516556868934</c:v>
                </c:pt>
                <c:pt idx="1442">
                  <c:v>0.66586504765484567</c:v>
                </c:pt>
                <c:pt idx="1443">
                  <c:v>0.6599281255278584</c:v>
                </c:pt>
                <c:pt idx="1444">
                  <c:v>0.66602863449100624</c:v>
                </c:pt>
                <c:pt idx="1445">
                  <c:v>0.67271607024649771</c:v>
                </c:pt>
                <c:pt idx="1446">
                  <c:v>0.671172196866201</c:v>
                </c:pt>
                <c:pt idx="1447">
                  <c:v>0.67130031409793689</c:v>
                </c:pt>
                <c:pt idx="1448">
                  <c:v>0.68048532743620194</c:v>
                </c:pt>
                <c:pt idx="1449">
                  <c:v>0.6856419687904679</c:v>
                </c:pt>
                <c:pt idx="1450">
                  <c:v>0.68634321780927743</c:v>
                </c:pt>
                <c:pt idx="1451">
                  <c:v>0.69071064891314249</c:v>
                </c:pt>
                <c:pt idx="1452">
                  <c:v>0.6914146864890568</c:v>
                </c:pt>
                <c:pt idx="1453">
                  <c:v>0.68005309787966051</c:v>
                </c:pt>
                <c:pt idx="1454">
                  <c:v>0.66311008595983822</c:v>
                </c:pt>
                <c:pt idx="1455">
                  <c:v>0.66962960628565094</c:v>
                </c:pt>
                <c:pt idx="1456">
                  <c:v>0.68279163917198249</c:v>
                </c:pt>
                <c:pt idx="1457">
                  <c:v>0.6855710642619407</c:v>
                </c:pt>
                <c:pt idx="1458">
                  <c:v>0.67529445500081953</c:v>
                </c:pt>
                <c:pt idx="1459">
                  <c:v>0.67002789006908159</c:v>
                </c:pt>
                <c:pt idx="1460">
                  <c:v>0.6736400116147091</c:v>
                </c:pt>
                <c:pt idx="1461">
                  <c:v>0.67344898855280744</c:v>
                </c:pt>
                <c:pt idx="1462">
                  <c:v>0.67290170943199101</c:v>
                </c:pt>
                <c:pt idx="1463">
                  <c:v>0.68743639250605382</c:v>
                </c:pt>
                <c:pt idx="1464">
                  <c:v>0.70263470749619006</c:v>
                </c:pt>
                <c:pt idx="1465">
                  <c:v>0.69341155531296994</c:v>
                </c:pt>
                <c:pt idx="1466">
                  <c:v>0.68656809035854016</c:v>
                </c:pt>
                <c:pt idx="1467">
                  <c:v>0.68885185416026495</c:v>
                </c:pt>
                <c:pt idx="1468">
                  <c:v>0.69111390616092561</c:v>
                </c:pt>
                <c:pt idx="1469">
                  <c:v>0.69288945339305463</c:v>
                </c:pt>
                <c:pt idx="1470">
                  <c:v>0.69079644088726155</c:v>
                </c:pt>
                <c:pt idx="1471">
                  <c:v>0.69098841026450297</c:v>
                </c:pt>
                <c:pt idx="1472">
                  <c:v>0.69339247937463355</c:v>
                </c:pt>
                <c:pt idx="1473">
                  <c:v>0.6891960301653991</c:v>
                </c:pt>
                <c:pt idx="1474">
                  <c:v>0.68539741145850086</c:v>
                </c:pt>
                <c:pt idx="1475">
                  <c:v>0.68367030998479117</c:v>
                </c:pt>
                <c:pt idx="1476">
                  <c:v>0.68699886766489171</c:v>
                </c:pt>
                <c:pt idx="1477">
                  <c:v>0.68708300017040258</c:v>
                </c:pt>
                <c:pt idx="1478">
                  <c:v>0.6832170760463826</c:v>
                </c:pt>
                <c:pt idx="1479">
                  <c:v>0.68586630980844487</c:v>
                </c:pt>
                <c:pt idx="1480">
                  <c:v>0.68833123397193408</c:v>
                </c:pt>
                <c:pt idx="1481">
                  <c:v>0.68741608599212922</c:v>
                </c:pt>
                <c:pt idx="1482">
                  <c:v>0.6842445992520777</c:v>
                </c:pt>
                <c:pt idx="1483">
                  <c:v>0.6885163092650417</c:v>
                </c:pt>
                <c:pt idx="1484">
                  <c:v>0.69243710454430163</c:v>
                </c:pt>
                <c:pt idx="1485">
                  <c:v>0.69165588817437362</c:v>
                </c:pt>
                <c:pt idx="1486">
                  <c:v>0.6864715572717992</c:v>
                </c:pt>
                <c:pt idx="1487">
                  <c:v>0.68702796311659187</c:v>
                </c:pt>
                <c:pt idx="1488">
                  <c:v>0.6911983651237662</c:v>
                </c:pt>
                <c:pt idx="1489">
                  <c:v>0.68768974260175431</c:v>
                </c:pt>
                <c:pt idx="1490">
                  <c:v>0.68422457472656972</c:v>
                </c:pt>
                <c:pt idx="1491">
                  <c:v>0.6843627194971903</c:v>
                </c:pt>
                <c:pt idx="1492">
                  <c:v>0.68468672166030353</c:v>
                </c:pt>
                <c:pt idx="1493">
                  <c:v>0.6864475584175731</c:v>
                </c:pt>
                <c:pt idx="1494">
                  <c:v>0.68699820918304733</c:v>
                </c:pt>
                <c:pt idx="1495">
                  <c:v>0.68799037550392295</c:v>
                </c:pt>
                <c:pt idx="1496">
                  <c:v>0.68912563636858981</c:v>
                </c:pt>
                <c:pt idx="1497">
                  <c:v>0.68976977928080718</c:v>
                </c:pt>
                <c:pt idx="1498">
                  <c:v>0.6895808673621947</c:v>
                </c:pt>
                <c:pt idx="1499">
                  <c:v>0.68801263609453855</c:v>
                </c:pt>
                <c:pt idx="1500">
                  <c:v>0.68852831170774131</c:v>
                </c:pt>
                <c:pt idx="1501">
                  <c:v>0.69088465404582322</c:v>
                </c:pt>
                <c:pt idx="1502">
                  <c:v>0.6916916807611696</c:v>
                </c:pt>
                <c:pt idx="1503">
                  <c:v>0.68958437813705631</c:v>
                </c:pt>
                <c:pt idx="1504">
                  <c:v>0.69367055222412077</c:v>
                </c:pt>
                <c:pt idx="1505">
                  <c:v>0.6974325106596897</c:v>
                </c:pt>
                <c:pt idx="1506">
                  <c:v>0.69309704439472897</c:v>
                </c:pt>
                <c:pt idx="1507">
                  <c:v>0.69270916368024404</c:v>
                </c:pt>
                <c:pt idx="1508">
                  <c:v>0.69170300818174779</c:v>
                </c:pt>
                <c:pt idx="1509">
                  <c:v>0.69013617825992746</c:v>
                </c:pt>
                <c:pt idx="1510">
                  <c:v>0.6915497652673146</c:v>
                </c:pt>
                <c:pt idx="1511">
                  <c:v>0.6909373571574845</c:v>
                </c:pt>
                <c:pt idx="1512">
                  <c:v>0.69151473234144156</c:v>
                </c:pt>
                <c:pt idx="1513">
                  <c:v>0.69348176993301458</c:v>
                </c:pt>
                <c:pt idx="1514">
                  <c:v>0.68939066101590474</c:v>
                </c:pt>
                <c:pt idx="1515">
                  <c:v>0.68569195808820793</c:v>
                </c:pt>
                <c:pt idx="1516">
                  <c:v>0.69092747716024983</c:v>
                </c:pt>
                <c:pt idx="1517">
                  <c:v>0.67237780731991614</c:v>
                </c:pt>
                <c:pt idx="1518">
                  <c:v>0.65542613684946593</c:v>
                </c:pt>
                <c:pt idx="1519">
                  <c:v>0.6725829383406472</c:v>
                </c:pt>
                <c:pt idx="1520">
                  <c:v>0.68377092185211219</c:v>
                </c:pt>
                <c:pt idx="1521">
                  <c:v>0.68052600808225261</c:v>
                </c:pt>
                <c:pt idx="1522">
                  <c:v>0.67508125681568398</c:v>
                </c:pt>
                <c:pt idx="1523">
                  <c:v>0.67345881613838954</c:v>
                </c:pt>
                <c:pt idx="1524">
                  <c:v>0.67570942250646526</c:v>
                </c:pt>
                <c:pt idx="1525">
                  <c:v>0.67584556885111069</c:v>
                </c:pt>
                <c:pt idx="1526">
                  <c:v>0.67284851102868537</c:v>
                </c:pt>
                <c:pt idx="1527">
                  <c:v>0.68992387043891679</c:v>
                </c:pt>
                <c:pt idx="1528">
                  <c:v>0.70893045641412056</c:v>
                </c:pt>
                <c:pt idx="1529">
                  <c:v>0.69478993303317116</c:v>
                </c:pt>
                <c:pt idx="1530">
                  <c:v>0.68341433016277542</c:v>
                </c:pt>
                <c:pt idx="1531">
                  <c:v>0.68366673747611406</c:v>
                </c:pt>
                <c:pt idx="1532">
                  <c:v>0.6789337171331099</c:v>
                </c:pt>
                <c:pt idx="1533">
                  <c:v>0.67990742185802933</c:v>
                </c:pt>
                <c:pt idx="1534">
                  <c:v>0.67982803119647217</c:v>
                </c:pt>
                <c:pt idx="1535">
                  <c:v>0.67771475857987507</c:v>
                </c:pt>
                <c:pt idx="1536">
                  <c:v>0.67421307704227695</c:v>
                </c:pt>
                <c:pt idx="1537">
                  <c:v>0.67231138442976857</c:v>
                </c:pt>
                <c:pt idx="1538">
                  <c:v>0.67497722102347635</c:v>
                </c:pt>
                <c:pt idx="1539">
                  <c:v>0.67857262370999738</c:v>
                </c:pt>
                <c:pt idx="1540">
                  <c:v>0.67482300731173606</c:v>
                </c:pt>
                <c:pt idx="1541">
                  <c:v>0.67547964428647811</c:v>
                </c:pt>
                <c:pt idx="1542">
                  <c:v>0.68197034313642824</c:v>
                </c:pt>
                <c:pt idx="1543">
                  <c:v>0.68266254342470101</c:v>
                </c:pt>
                <c:pt idx="1544">
                  <c:v>0.6824519432432139</c:v>
                </c:pt>
                <c:pt idx="1545">
                  <c:v>0.6827604257142752</c:v>
                </c:pt>
                <c:pt idx="1546">
                  <c:v>0.68728473766173415</c:v>
                </c:pt>
                <c:pt idx="1547">
                  <c:v>0.69043556954368468</c:v>
                </c:pt>
                <c:pt idx="1548">
                  <c:v>0.68748640901096114</c:v>
                </c:pt>
                <c:pt idx="1549">
                  <c:v>0.68522603772846213</c:v>
                </c:pt>
                <c:pt idx="1550">
                  <c:v>0.68780868919759297</c:v>
                </c:pt>
                <c:pt idx="1551">
                  <c:v>0.68742430603851135</c:v>
                </c:pt>
                <c:pt idx="1552">
                  <c:v>0.68749691420545134</c:v>
                </c:pt>
                <c:pt idx="1553">
                  <c:v>0.68764732430056696</c:v>
                </c:pt>
                <c:pt idx="1554">
                  <c:v>0.68719950397410723</c:v>
                </c:pt>
                <c:pt idx="1555">
                  <c:v>0.68965295905497914</c:v>
                </c:pt>
                <c:pt idx="1556">
                  <c:v>0.69048816972789961</c:v>
                </c:pt>
                <c:pt idx="1557">
                  <c:v>0.68996153441511576</c:v>
                </c:pt>
                <c:pt idx="1558">
                  <c:v>0.68808195097306368</c:v>
                </c:pt>
                <c:pt idx="1559">
                  <c:v>0.68797658512126014</c:v>
                </c:pt>
                <c:pt idx="1560">
                  <c:v>0.68949634081157318</c:v>
                </c:pt>
                <c:pt idx="1561">
                  <c:v>0.68995334084796356</c:v>
                </c:pt>
                <c:pt idx="1562">
                  <c:v>0.69282729638917906</c:v>
                </c:pt>
                <c:pt idx="1563">
                  <c:v>0.6945108277955937</c:v>
                </c:pt>
                <c:pt idx="1564">
                  <c:v>0.69727769831743547</c:v>
                </c:pt>
                <c:pt idx="1565">
                  <c:v>0.69310400234303959</c:v>
                </c:pt>
                <c:pt idx="1566">
                  <c:v>0.6920849379045253</c:v>
                </c:pt>
                <c:pt idx="1567">
                  <c:v>0.69453577779769859</c:v>
                </c:pt>
                <c:pt idx="1568">
                  <c:v>0.69867686456521916</c:v>
                </c:pt>
                <c:pt idx="1569">
                  <c:v>0.70039158897181908</c:v>
                </c:pt>
                <c:pt idx="1570">
                  <c:v>0.70052866241004519</c:v>
                </c:pt>
                <c:pt idx="1571">
                  <c:v>0.70279235891173042</c:v>
                </c:pt>
                <c:pt idx="1572">
                  <c:v>0.69949976211381659</c:v>
                </c:pt>
                <c:pt idx="1573">
                  <c:v>0.6985584609117601</c:v>
                </c:pt>
                <c:pt idx="1574">
                  <c:v>0.69905384348818922</c:v>
                </c:pt>
                <c:pt idx="1575">
                  <c:v>0.70309295143346073</c:v>
                </c:pt>
                <c:pt idx="1576">
                  <c:v>0.70355663891128017</c:v>
                </c:pt>
                <c:pt idx="1577">
                  <c:v>0.70229048217387857</c:v>
                </c:pt>
                <c:pt idx="1578">
                  <c:v>0.70043682031052956</c:v>
                </c:pt>
                <c:pt idx="1579">
                  <c:v>0.69861403431813862</c:v>
                </c:pt>
                <c:pt idx="1580">
                  <c:v>0.69946448495106983</c:v>
                </c:pt>
                <c:pt idx="1581">
                  <c:v>0.69942598161934511</c:v>
                </c:pt>
                <c:pt idx="1582">
                  <c:v>0.70046344462666621</c:v>
                </c:pt>
                <c:pt idx="1583">
                  <c:v>0.69946277991012684</c:v>
                </c:pt>
                <c:pt idx="1584">
                  <c:v>0.69820803766663098</c:v>
                </c:pt>
                <c:pt idx="1585">
                  <c:v>0.69840317827343401</c:v>
                </c:pt>
                <c:pt idx="1586">
                  <c:v>0.69820363115768769</c:v>
                </c:pt>
                <c:pt idx="1587">
                  <c:v>0.70033647978220448</c:v>
                </c:pt>
                <c:pt idx="1588">
                  <c:v>0.70186546989133947</c:v>
                </c:pt>
                <c:pt idx="1589">
                  <c:v>0.698858229080494</c:v>
                </c:pt>
                <c:pt idx="1590">
                  <c:v>0.70082352389535751</c:v>
                </c:pt>
                <c:pt idx="1591">
                  <c:v>0.70137228027745724</c:v>
                </c:pt>
                <c:pt idx="1592">
                  <c:v>0.70200587767657241</c:v>
                </c:pt>
                <c:pt idx="1593">
                  <c:v>0.70323894459282266</c:v>
                </c:pt>
                <c:pt idx="1594">
                  <c:v>0.70149922153230981</c:v>
                </c:pt>
                <c:pt idx="1595">
                  <c:v>0.7042699394204327</c:v>
                </c:pt>
                <c:pt idx="1596">
                  <c:v>0.70435610734954968</c:v>
                </c:pt>
                <c:pt idx="1597">
                  <c:v>0.69878970327279721</c:v>
                </c:pt>
                <c:pt idx="1598">
                  <c:v>0.69609221723592685</c:v>
                </c:pt>
                <c:pt idx="1599">
                  <c:v>0.70075749598313142</c:v>
                </c:pt>
                <c:pt idx="1600">
                  <c:v>0.70091331295480119</c:v>
                </c:pt>
                <c:pt idx="1601">
                  <c:v>0.70205570469681833</c:v>
                </c:pt>
                <c:pt idx="1602">
                  <c:v>0.70095100005409217</c:v>
                </c:pt>
                <c:pt idx="1603">
                  <c:v>0.69959363327793855</c:v>
                </c:pt>
                <c:pt idx="1604">
                  <c:v>0.70148663091875263</c:v>
                </c:pt>
                <c:pt idx="1605">
                  <c:v>0.70021821492800518</c:v>
                </c:pt>
                <c:pt idx="1606">
                  <c:v>0.69988968599256529</c:v>
                </c:pt>
                <c:pt idx="1607">
                  <c:v>0.703047784749254</c:v>
                </c:pt>
                <c:pt idx="1608">
                  <c:v>0.70225511758531045</c:v>
                </c:pt>
                <c:pt idx="1609">
                  <c:v>0.69660049019392245</c:v>
                </c:pt>
                <c:pt idx="1610">
                  <c:v>0.6958450431156229</c:v>
                </c:pt>
                <c:pt idx="1611">
                  <c:v>0.69566174580608964</c:v>
                </c:pt>
                <c:pt idx="1612">
                  <c:v>0.69401026012742995</c:v>
                </c:pt>
                <c:pt idx="1613">
                  <c:v>0.69087679554094505</c:v>
                </c:pt>
                <c:pt idx="1614">
                  <c:v>0.68779139658783839</c:v>
                </c:pt>
                <c:pt idx="1615">
                  <c:v>0.68710160316247548</c:v>
                </c:pt>
                <c:pt idx="1616">
                  <c:v>0.6881416816703505</c:v>
                </c:pt>
                <c:pt idx="1617">
                  <c:v>0.68477331798823327</c:v>
                </c:pt>
                <c:pt idx="1618">
                  <c:v>0.68566449837806709</c:v>
                </c:pt>
                <c:pt idx="1619">
                  <c:v>0.69169087362996162</c:v>
                </c:pt>
                <c:pt idx="1620">
                  <c:v>0.69141559367070216</c:v>
                </c:pt>
                <c:pt idx="1621">
                  <c:v>0.68669455023091319</c:v>
                </c:pt>
                <c:pt idx="1622">
                  <c:v>0.6894365097086369</c:v>
                </c:pt>
                <c:pt idx="1623">
                  <c:v>0.69090988697204525</c:v>
                </c:pt>
                <c:pt idx="1624">
                  <c:v>0.69060593845210583</c:v>
                </c:pt>
                <c:pt idx="1625">
                  <c:v>0.69230833545635417</c:v>
                </c:pt>
                <c:pt idx="1626">
                  <c:v>0.68897520367317899</c:v>
                </c:pt>
                <c:pt idx="1627">
                  <c:v>0.69426742648691098</c:v>
                </c:pt>
                <c:pt idx="1628">
                  <c:v>0.69503293070534067</c:v>
                </c:pt>
                <c:pt idx="1629">
                  <c:v>0.6891719777411327</c:v>
                </c:pt>
                <c:pt idx="1630">
                  <c:v>0.68701080809555382</c:v>
                </c:pt>
                <c:pt idx="1631">
                  <c:v>0.68981437054560391</c:v>
                </c:pt>
                <c:pt idx="1632">
                  <c:v>0.68919612853855161</c:v>
                </c:pt>
                <c:pt idx="1633">
                  <c:v>0.68984316082274466</c:v>
                </c:pt>
                <c:pt idx="1634">
                  <c:v>0.69231082851577852</c:v>
                </c:pt>
                <c:pt idx="1635">
                  <c:v>0.69166818367963556</c:v>
                </c:pt>
                <c:pt idx="1636">
                  <c:v>0.69362425857201049</c:v>
                </c:pt>
                <c:pt idx="1637">
                  <c:v>0.68988532548068249</c:v>
                </c:pt>
                <c:pt idx="1638">
                  <c:v>0.68998054499969907</c:v>
                </c:pt>
                <c:pt idx="1639">
                  <c:v>0.693565785464198</c:v>
                </c:pt>
                <c:pt idx="1640">
                  <c:v>0.69495931495211216</c:v>
                </c:pt>
                <c:pt idx="1641">
                  <c:v>0.69650968808594627</c:v>
                </c:pt>
                <c:pt idx="1642">
                  <c:v>0.6962800036121064</c:v>
                </c:pt>
                <c:pt idx="1643">
                  <c:v>0.69364227983801685</c:v>
                </c:pt>
                <c:pt idx="1644">
                  <c:v>0.6948236790476604</c:v>
                </c:pt>
                <c:pt idx="1645">
                  <c:v>0.69546278008811035</c:v>
                </c:pt>
                <c:pt idx="1646">
                  <c:v>0.69557770921881379</c:v>
                </c:pt>
                <c:pt idx="1647">
                  <c:v>0.69762368433241906</c:v>
                </c:pt>
                <c:pt idx="1648">
                  <c:v>0.69851554076819422</c:v>
                </c:pt>
                <c:pt idx="1649">
                  <c:v>0.6989911228124851</c:v>
                </c:pt>
                <c:pt idx="1650">
                  <c:v>0.69589113741385167</c:v>
                </c:pt>
                <c:pt idx="1651">
                  <c:v>0.69474329181675276</c:v>
                </c:pt>
                <c:pt idx="1652">
                  <c:v>0.69669560558342403</c:v>
                </c:pt>
                <c:pt idx="1653">
                  <c:v>0.70157718001810487</c:v>
                </c:pt>
                <c:pt idx="1654">
                  <c:v>0.69768228116074016</c:v>
                </c:pt>
                <c:pt idx="1655">
                  <c:v>0.69554382470481346</c:v>
                </c:pt>
                <c:pt idx="1656">
                  <c:v>0.69608855659190172</c:v>
                </c:pt>
                <c:pt idx="1657">
                  <c:v>0.69329216423692575</c:v>
                </c:pt>
                <c:pt idx="1658">
                  <c:v>0.69378997527076058</c:v>
                </c:pt>
                <c:pt idx="1659">
                  <c:v>0.69421946216256836</c:v>
                </c:pt>
                <c:pt idx="1660">
                  <c:v>0.69556949921726019</c:v>
                </c:pt>
                <c:pt idx="1661">
                  <c:v>0.69480538023190219</c:v>
                </c:pt>
                <c:pt idx="1662">
                  <c:v>0.69323175212771126</c:v>
                </c:pt>
                <c:pt idx="1663">
                  <c:v>0.6920685938347374</c:v>
                </c:pt>
                <c:pt idx="1664">
                  <c:v>0.69608262654415443</c:v>
                </c:pt>
                <c:pt idx="1665">
                  <c:v>0.69610972947935512</c:v>
                </c:pt>
                <c:pt idx="1666">
                  <c:v>0.69543310950446802</c:v>
                </c:pt>
                <c:pt idx="1667">
                  <c:v>0.69898165664422185</c:v>
                </c:pt>
                <c:pt idx="1668">
                  <c:v>0.69992520913666778</c:v>
                </c:pt>
                <c:pt idx="1669">
                  <c:v>0.70034588621563643</c:v>
                </c:pt>
                <c:pt idx="1670">
                  <c:v>0.70025871958035923</c:v>
                </c:pt>
                <c:pt idx="1671">
                  <c:v>0.70018640155924983</c:v>
                </c:pt>
                <c:pt idx="1672">
                  <c:v>0.69880455057977797</c:v>
                </c:pt>
                <c:pt idx="1673">
                  <c:v>0.69603567476954331</c:v>
                </c:pt>
                <c:pt idx="1674">
                  <c:v>0.68780722119808502</c:v>
                </c:pt>
                <c:pt idx="1675">
                  <c:v>0.68405164523233719</c:v>
                </c:pt>
                <c:pt idx="1676">
                  <c:v>0.68897362515043703</c:v>
                </c:pt>
                <c:pt idx="1677">
                  <c:v>0.68120758908862322</c:v>
                </c:pt>
                <c:pt idx="1678">
                  <c:v>0.67503805451894483</c:v>
                </c:pt>
                <c:pt idx="1679">
                  <c:v>0.67612048502203004</c:v>
                </c:pt>
                <c:pt idx="1680">
                  <c:v>0.67937370737726954</c:v>
                </c:pt>
                <c:pt idx="1681">
                  <c:v>0.68037670866187605</c:v>
                </c:pt>
                <c:pt idx="1682">
                  <c:v>0.67719455674937701</c:v>
                </c:pt>
                <c:pt idx="1683">
                  <c:v>0.68113128114323163</c:v>
                </c:pt>
                <c:pt idx="1684">
                  <c:v>0.68897381860878237</c:v>
                </c:pt>
                <c:pt idx="1685">
                  <c:v>0.69075550969922295</c:v>
                </c:pt>
                <c:pt idx="1686">
                  <c:v>0.68578596605835118</c:v>
                </c:pt>
                <c:pt idx="1687">
                  <c:v>0.69455668876114118</c:v>
                </c:pt>
                <c:pt idx="1688">
                  <c:v>0.70035180813074915</c:v>
                </c:pt>
                <c:pt idx="1689">
                  <c:v>0.69632179617591083</c:v>
                </c:pt>
                <c:pt idx="1690">
                  <c:v>0.69668892761125822</c:v>
                </c:pt>
                <c:pt idx="1691">
                  <c:v>0.69974049427689278</c:v>
                </c:pt>
                <c:pt idx="1692">
                  <c:v>0.70318649496163099</c:v>
                </c:pt>
                <c:pt idx="1693">
                  <c:v>0.70064875156131334</c:v>
                </c:pt>
                <c:pt idx="1694">
                  <c:v>0.70031141689863141</c:v>
                </c:pt>
                <c:pt idx="1695">
                  <c:v>0.70165301153638626</c:v>
                </c:pt>
                <c:pt idx="1696">
                  <c:v>0.70258163445928667</c:v>
                </c:pt>
                <c:pt idx="1697">
                  <c:v>0.70070182920046475</c:v>
                </c:pt>
                <c:pt idx="1698">
                  <c:v>0.6986419122692169</c:v>
                </c:pt>
                <c:pt idx="1699">
                  <c:v>0.69905869898414619</c:v>
                </c:pt>
                <c:pt idx="1700">
                  <c:v>0.69804068245946871</c:v>
                </c:pt>
                <c:pt idx="1701">
                  <c:v>0.69560534479702163</c:v>
                </c:pt>
                <c:pt idx="1702">
                  <c:v>0.69546816696830727</c:v>
                </c:pt>
                <c:pt idx="1703">
                  <c:v>0.69660820504684184</c:v>
                </c:pt>
                <c:pt idx="1704">
                  <c:v>0.69512341488102547</c:v>
                </c:pt>
                <c:pt idx="1705">
                  <c:v>0.69558046757063408</c:v>
                </c:pt>
                <c:pt idx="1706">
                  <c:v>0.69277745662451584</c:v>
                </c:pt>
                <c:pt idx="1707">
                  <c:v>0.68946173206472228</c:v>
                </c:pt>
                <c:pt idx="1708">
                  <c:v>0.6962123825955191</c:v>
                </c:pt>
                <c:pt idx="1709">
                  <c:v>0.69943067366964706</c:v>
                </c:pt>
                <c:pt idx="1710">
                  <c:v>0.69631212677428256</c:v>
                </c:pt>
                <c:pt idx="1711">
                  <c:v>0.69909574408587116</c:v>
                </c:pt>
                <c:pt idx="1712">
                  <c:v>0.69880924767627683</c:v>
                </c:pt>
                <c:pt idx="1713">
                  <c:v>0.69868086137074348</c:v>
                </c:pt>
                <c:pt idx="1714">
                  <c:v>0.69879629759339512</c:v>
                </c:pt>
                <c:pt idx="1715">
                  <c:v>0.69888124580640565</c:v>
                </c:pt>
                <c:pt idx="1716">
                  <c:v>0.70434555875053784</c:v>
                </c:pt>
                <c:pt idx="1717">
                  <c:v>0.70710507690175706</c:v>
                </c:pt>
                <c:pt idx="1718">
                  <c:v>0.70149332519566909</c:v>
                </c:pt>
                <c:pt idx="1719">
                  <c:v>0.69970300352464243</c:v>
                </c:pt>
                <c:pt idx="1720">
                  <c:v>0.70514091720417538</c:v>
                </c:pt>
                <c:pt idx="1721">
                  <c:v>0.70315167572088788</c:v>
                </c:pt>
                <c:pt idx="1722">
                  <c:v>0.70305410889116904</c:v>
                </c:pt>
                <c:pt idx="1723">
                  <c:v>0.70434742036564391</c:v>
                </c:pt>
                <c:pt idx="1724">
                  <c:v>0.70607950974138445</c:v>
                </c:pt>
                <c:pt idx="1725">
                  <c:v>0.70736439568730924</c:v>
                </c:pt>
                <c:pt idx="1726">
                  <c:v>0.70957397968615765</c:v>
                </c:pt>
                <c:pt idx="1727">
                  <c:v>0.71093489607668414</c:v>
                </c:pt>
                <c:pt idx="1728">
                  <c:v>0.70736832355615153</c:v>
                </c:pt>
                <c:pt idx="1729">
                  <c:v>0.70578165004782445</c:v>
                </c:pt>
                <c:pt idx="1730">
                  <c:v>0.70451816416408874</c:v>
                </c:pt>
                <c:pt idx="1731">
                  <c:v>0.70469650374742743</c:v>
                </c:pt>
                <c:pt idx="1732">
                  <c:v>0.70509622131020866</c:v>
                </c:pt>
                <c:pt idx="1733">
                  <c:v>0.70499327428232228</c:v>
                </c:pt>
                <c:pt idx="1734">
                  <c:v>0.70553440750561447</c:v>
                </c:pt>
                <c:pt idx="1735">
                  <c:v>0.70496853179732</c:v>
                </c:pt>
                <c:pt idx="1736">
                  <c:v>0.70295222576094551</c:v>
                </c:pt>
                <c:pt idx="1737">
                  <c:v>0.70552662276605826</c:v>
                </c:pt>
                <c:pt idx="1738">
                  <c:v>0.70757066962637849</c:v>
                </c:pt>
                <c:pt idx="1739">
                  <c:v>0.70206226486987988</c:v>
                </c:pt>
                <c:pt idx="1740">
                  <c:v>0.69765306420472095</c:v>
                </c:pt>
                <c:pt idx="1741">
                  <c:v>0.69710535059251266</c:v>
                </c:pt>
                <c:pt idx="1742">
                  <c:v>0.6963075265373575</c:v>
                </c:pt>
                <c:pt idx="1743">
                  <c:v>0.69970001389427072</c:v>
                </c:pt>
                <c:pt idx="1744">
                  <c:v>0.70093879339954757</c:v>
                </c:pt>
                <c:pt idx="1745">
                  <c:v>0.70065351773014828</c:v>
                </c:pt>
                <c:pt idx="1746">
                  <c:v>0.69974659820762675</c:v>
                </c:pt>
                <c:pt idx="1747">
                  <c:v>0.69643494081561252</c:v>
                </c:pt>
                <c:pt idx="1748">
                  <c:v>0.69706115895408038</c:v>
                </c:pt>
                <c:pt idx="1749">
                  <c:v>0.69916882872707886</c:v>
                </c:pt>
                <c:pt idx="1750">
                  <c:v>0.70504142153037475</c:v>
                </c:pt>
                <c:pt idx="1751">
                  <c:v>0.70826584844369056</c:v>
                </c:pt>
                <c:pt idx="1752">
                  <c:v>0.70711473549014092</c:v>
                </c:pt>
                <c:pt idx="1753">
                  <c:v>0.70266687055123778</c:v>
                </c:pt>
                <c:pt idx="1754">
                  <c:v>0.69990457462230649</c:v>
                </c:pt>
                <c:pt idx="1755">
                  <c:v>0.70092607316711641</c:v>
                </c:pt>
                <c:pt idx="1756">
                  <c:v>0.70157580122439989</c:v>
                </c:pt>
                <c:pt idx="1757">
                  <c:v>0.70218592602775809</c:v>
                </c:pt>
                <c:pt idx="1758">
                  <c:v>0.70119140233596677</c:v>
                </c:pt>
                <c:pt idx="1759">
                  <c:v>0.70637484732694866</c:v>
                </c:pt>
                <c:pt idx="1760">
                  <c:v>0.70695975524714039</c:v>
                </c:pt>
                <c:pt idx="1761">
                  <c:v>0.70259841524191147</c:v>
                </c:pt>
                <c:pt idx="1762">
                  <c:v>0.70240354312208853</c:v>
                </c:pt>
                <c:pt idx="1763">
                  <c:v>0.70239496708216143</c:v>
                </c:pt>
                <c:pt idx="1764">
                  <c:v>0.70123793225457887</c:v>
                </c:pt>
                <c:pt idx="1765">
                  <c:v>0.69850842611335306</c:v>
                </c:pt>
                <c:pt idx="1766">
                  <c:v>0.69716853071073615</c:v>
                </c:pt>
                <c:pt idx="1767">
                  <c:v>0.70043776924323475</c:v>
                </c:pt>
                <c:pt idx="1768">
                  <c:v>0.70109340399698794</c:v>
                </c:pt>
                <c:pt idx="1769">
                  <c:v>0.69943231419069385</c:v>
                </c:pt>
                <c:pt idx="1770">
                  <c:v>0.69749952411714133</c:v>
                </c:pt>
                <c:pt idx="1771">
                  <c:v>0.69814649616686852</c:v>
                </c:pt>
                <c:pt idx="1772">
                  <c:v>0.69954181095418022</c:v>
                </c:pt>
                <c:pt idx="1773">
                  <c:v>0.70116722217152061</c:v>
                </c:pt>
                <c:pt idx="1774">
                  <c:v>0.70030463075402771</c:v>
                </c:pt>
                <c:pt idx="1775">
                  <c:v>0.69671330693338707</c:v>
                </c:pt>
                <c:pt idx="1776">
                  <c:v>0.70101046098927622</c:v>
                </c:pt>
                <c:pt idx="1777">
                  <c:v>0.70079416048010934</c:v>
                </c:pt>
                <c:pt idx="1778">
                  <c:v>0.69703608940655326</c:v>
                </c:pt>
                <c:pt idx="1779">
                  <c:v>0.69601674864958951</c:v>
                </c:pt>
                <c:pt idx="1780">
                  <c:v>0.69701599272451875</c:v>
                </c:pt>
                <c:pt idx="1781">
                  <c:v>0.69733604989945608</c:v>
                </c:pt>
                <c:pt idx="1782">
                  <c:v>0.69596758550490101</c:v>
                </c:pt>
                <c:pt idx="1783">
                  <c:v>0.69412494472817143</c:v>
                </c:pt>
                <c:pt idx="1784">
                  <c:v>0.69598468746769815</c:v>
                </c:pt>
                <c:pt idx="1785">
                  <c:v>0.70033806121485132</c:v>
                </c:pt>
                <c:pt idx="1786">
                  <c:v>0.69725839728757866</c:v>
                </c:pt>
                <c:pt idx="1787">
                  <c:v>0.69438771717430126</c:v>
                </c:pt>
                <c:pt idx="1788">
                  <c:v>0.69726741988200758</c:v>
                </c:pt>
                <c:pt idx="1789">
                  <c:v>0.69763276762126847</c:v>
                </c:pt>
                <c:pt idx="1790">
                  <c:v>0.69627908944967642</c:v>
                </c:pt>
                <c:pt idx="1791">
                  <c:v>0.69518938621484605</c:v>
                </c:pt>
                <c:pt idx="1792">
                  <c:v>0.6932646808458256</c:v>
                </c:pt>
                <c:pt idx="1793">
                  <c:v>0.69212766314194185</c:v>
                </c:pt>
                <c:pt idx="1794">
                  <c:v>0.68962208849083972</c:v>
                </c:pt>
                <c:pt idx="1795">
                  <c:v>0.69414859478489777</c:v>
                </c:pt>
                <c:pt idx="1796">
                  <c:v>0.69531262918184822</c:v>
                </c:pt>
                <c:pt idx="1797">
                  <c:v>0.69326613453353281</c:v>
                </c:pt>
                <c:pt idx="1798">
                  <c:v>0.69472343519807456</c:v>
                </c:pt>
                <c:pt idx="1799">
                  <c:v>0.6939813845653473</c:v>
                </c:pt>
                <c:pt idx="1800">
                  <c:v>0.69736683860295401</c:v>
                </c:pt>
                <c:pt idx="1801">
                  <c:v>0.70367303646754409</c:v>
                </c:pt>
                <c:pt idx="1802">
                  <c:v>0.70459736570267328</c:v>
                </c:pt>
                <c:pt idx="1803">
                  <c:v>0.70128585284398826</c:v>
                </c:pt>
                <c:pt idx="1804">
                  <c:v>0.69984497680565017</c:v>
                </c:pt>
                <c:pt idx="1805">
                  <c:v>0.69987224153181826</c:v>
                </c:pt>
                <c:pt idx="1806">
                  <c:v>0.70172566778663226</c:v>
                </c:pt>
                <c:pt idx="1807">
                  <c:v>0.69951318273166796</c:v>
                </c:pt>
                <c:pt idx="1808">
                  <c:v>0.69683949465125872</c:v>
                </c:pt>
                <c:pt idx="1809">
                  <c:v>0.70235371101806399</c:v>
                </c:pt>
                <c:pt idx="1810">
                  <c:v>0.70045028512233054</c:v>
                </c:pt>
                <c:pt idx="1811">
                  <c:v>0.69505893648203065</c:v>
                </c:pt>
                <c:pt idx="1812">
                  <c:v>0.6973833690102843</c:v>
                </c:pt>
                <c:pt idx="1813">
                  <c:v>0.70431890520744456</c:v>
                </c:pt>
                <c:pt idx="1814">
                  <c:v>0.7083542741724419</c:v>
                </c:pt>
                <c:pt idx="1815">
                  <c:v>0.70417574465308808</c:v>
                </c:pt>
                <c:pt idx="1816">
                  <c:v>0.70324475188525404</c:v>
                </c:pt>
                <c:pt idx="1817">
                  <c:v>0.71038713116468388</c:v>
                </c:pt>
                <c:pt idx="1818">
                  <c:v>0.70985903362156377</c:v>
                </c:pt>
                <c:pt idx="1819">
                  <c:v>0.68366834276132005</c:v>
                </c:pt>
                <c:pt idx="1820">
                  <c:v>0.68081126258203883</c:v>
                </c:pt>
                <c:pt idx="1821">
                  <c:v>0.69614856315752516</c:v>
                </c:pt>
                <c:pt idx="1822">
                  <c:v>0.69279332719734132</c:v>
                </c:pt>
                <c:pt idx="1823">
                  <c:v>0.69381105451265213</c:v>
                </c:pt>
                <c:pt idx="1824">
                  <c:v>0.68685025895044061</c:v>
                </c:pt>
                <c:pt idx="1825">
                  <c:v>0.69376283820747076</c:v>
                </c:pt>
                <c:pt idx="1826">
                  <c:v>0.69186262047085123</c:v>
                </c:pt>
                <c:pt idx="1827">
                  <c:v>0.68864988929214388</c:v>
                </c:pt>
                <c:pt idx="1828">
                  <c:v>0.69053273594823295</c:v>
                </c:pt>
                <c:pt idx="1829">
                  <c:v>0.71257122575986143</c:v>
                </c:pt>
                <c:pt idx="1830">
                  <c:v>0.71681255396188948</c:v>
                </c:pt>
                <c:pt idx="1831">
                  <c:v>0.70124266513992328</c:v>
                </c:pt>
                <c:pt idx="1832">
                  <c:v>0.7025986325217457</c:v>
                </c:pt>
                <c:pt idx="1833">
                  <c:v>0.70397206187922856</c:v>
                </c:pt>
                <c:pt idx="1834">
                  <c:v>0.7081770105116969</c:v>
                </c:pt>
                <c:pt idx="1835">
                  <c:v>0.71011713885541461</c:v>
                </c:pt>
                <c:pt idx="1836">
                  <c:v>0.7090222315839112</c:v>
                </c:pt>
                <c:pt idx="1837">
                  <c:v>0.70839916476114284</c:v>
                </c:pt>
                <c:pt idx="1838">
                  <c:v>0.71248124010626712</c:v>
                </c:pt>
                <c:pt idx="1839">
                  <c:v>0.71441582775293666</c:v>
                </c:pt>
                <c:pt idx="1840">
                  <c:v>0.71201185331401651</c:v>
                </c:pt>
                <c:pt idx="1841">
                  <c:v>0.71122235728671201</c:v>
                </c:pt>
                <c:pt idx="1842">
                  <c:v>0.71141615158501292</c:v>
                </c:pt>
                <c:pt idx="1843">
                  <c:v>0.70539869452901649</c:v>
                </c:pt>
                <c:pt idx="1844">
                  <c:v>0.69871636192606013</c:v>
                </c:pt>
                <c:pt idx="1845">
                  <c:v>0.69458203348401448</c:v>
                </c:pt>
                <c:pt idx="1846">
                  <c:v>0.69293133963520814</c:v>
                </c:pt>
                <c:pt idx="1847">
                  <c:v>0.69385454271789915</c:v>
                </c:pt>
                <c:pt idx="1848">
                  <c:v>0.6906765103204725</c:v>
                </c:pt>
                <c:pt idx="1849">
                  <c:v>0.67064788519641005</c:v>
                </c:pt>
                <c:pt idx="1850">
                  <c:v>0.65141439362818665</c:v>
                </c:pt>
                <c:pt idx="1851">
                  <c:v>0.65419608678502306</c:v>
                </c:pt>
                <c:pt idx="1852">
                  <c:v>0.65506305993324654</c:v>
                </c:pt>
                <c:pt idx="1853">
                  <c:v>0.66449245380452959</c:v>
                </c:pt>
                <c:pt idx="1854">
                  <c:v>0.6611760891664451</c:v>
                </c:pt>
                <c:pt idx="1855">
                  <c:v>0.63574599650963992</c:v>
                </c:pt>
                <c:pt idx="1856">
                  <c:v>0.6225101138060547</c:v>
                </c:pt>
                <c:pt idx="1857">
                  <c:v>0.64764080535943969</c:v>
                </c:pt>
                <c:pt idx="1858">
                  <c:v>0.67575716980903633</c:v>
                </c:pt>
                <c:pt idx="1859">
                  <c:v>0.69063824013813357</c:v>
                </c:pt>
                <c:pt idx="1860">
                  <c:v>0.70173987053711284</c:v>
                </c:pt>
                <c:pt idx="1861">
                  <c:v>0.70652710144997866</c:v>
                </c:pt>
                <c:pt idx="1862">
                  <c:v>0.7139287118295915</c:v>
                </c:pt>
                <c:pt idx="1863">
                  <c:v>0.70836251448244769</c:v>
                </c:pt>
                <c:pt idx="1864">
                  <c:v>0.71173971798586322</c:v>
                </c:pt>
                <c:pt idx="1865">
                  <c:v>0.74150658716786699</c:v>
                </c:pt>
                <c:pt idx="1866">
                  <c:v>0.75236271643127173</c:v>
                </c:pt>
                <c:pt idx="1867">
                  <c:v>0.72257409320520349</c:v>
                </c:pt>
                <c:pt idx="1868">
                  <c:v>0.69934659315588532</c:v>
                </c:pt>
                <c:pt idx="1869">
                  <c:v>0.70937495563483766</c:v>
                </c:pt>
                <c:pt idx="1870">
                  <c:v>0.71254068282484795</c:v>
                </c:pt>
                <c:pt idx="1871">
                  <c:v>0.70499819715917689</c:v>
                </c:pt>
                <c:pt idx="1872">
                  <c:v>0.70559400504756875</c:v>
                </c:pt>
                <c:pt idx="1873">
                  <c:v>0.70479661111102654</c:v>
                </c:pt>
                <c:pt idx="1874">
                  <c:v>0.69947418139281803</c:v>
                </c:pt>
                <c:pt idx="1875">
                  <c:v>0.69831718576790036</c:v>
                </c:pt>
                <c:pt idx="1876">
                  <c:v>0.70050148941990331</c:v>
                </c:pt>
                <c:pt idx="1877">
                  <c:v>0.7026481219467271</c:v>
                </c:pt>
                <c:pt idx="1878">
                  <c:v>0.69856506698392529</c:v>
                </c:pt>
                <c:pt idx="1879">
                  <c:v>0.69260544649315581</c:v>
                </c:pt>
                <c:pt idx="1880">
                  <c:v>0.69674479015410573</c:v>
                </c:pt>
                <c:pt idx="1881">
                  <c:v>0.69901628762645618</c:v>
                </c:pt>
                <c:pt idx="1882">
                  <c:v>0.69376027850747157</c:v>
                </c:pt>
                <c:pt idx="1883">
                  <c:v>0.69502838552262514</c:v>
                </c:pt>
                <c:pt idx="1884">
                  <c:v>0.69909026670322805</c:v>
                </c:pt>
                <c:pt idx="1885">
                  <c:v>0.70018251521803221</c:v>
                </c:pt>
                <c:pt idx="1886">
                  <c:v>0.6992629223668978</c:v>
                </c:pt>
                <c:pt idx="1887">
                  <c:v>0.69977770737985234</c:v>
                </c:pt>
                <c:pt idx="1888">
                  <c:v>0.70129480637352604</c:v>
                </c:pt>
                <c:pt idx="1889">
                  <c:v>0.70030474381910424</c:v>
                </c:pt>
                <c:pt idx="1890">
                  <c:v>0.69836136405022875</c:v>
                </c:pt>
                <c:pt idx="1891">
                  <c:v>0.69495016765376472</c:v>
                </c:pt>
                <c:pt idx="1892">
                  <c:v>0.69628709116115106</c:v>
                </c:pt>
                <c:pt idx="1893">
                  <c:v>0.69609201790138731</c:v>
                </c:pt>
                <c:pt idx="1894">
                  <c:v>0.69501629264352849</c:v>
                </c:pt>
                <c:pt idx="1895">
                  <c:v>0.6934703886319733</c:v>
                </c:pt>
                <c:pt idx="1896">
                  <c:v>0.69547467832392573</c:v>
                </c:pt>
                <c:pt idx="1897">
                  <c:v>0.69853441023034823</c:v>
                </c:pt>
                <c:pt idx="1898">
                  <c:v>0.70391800537348792</c:v>
                </c:pt>
                <c:pt idx="1899">
                  <c:v>0.71568197650906762</c:v>
                </c:pt>
                <c:pt idx="1900">
                  <c:v>0.71462908628340216</c:v>
                </c:pt>
                <c:pt idx="1901">
                  <c:v>0.71519440846198246</c:v>
                </c:pt>
                <c:pt idx="1902">
                  <c:v>0.7157793269939533</c:v>
                </c:pt>
                <c:pt idx="1903">
                  <c:v>0.71324570371565577</c:v>
                </c:pt>
                <c:pt idx="1904">
                  <c:v>0.70555255801227779</c:v>
                </c:pt>
                <c:pt idx="1905">
                  <c:v>0.71151621496223727</c:v>
                </c:pt>
                <c:pt idx="1906">
                  <c:v>0.71503685788214233</c:v>
                </c:pt>
                <c:pt idx="1907">
                  <c:v>0.71219818888786068</c:v>
                </c:pt>
                <c:pt idx="1908">
                  <c:v>0.70962125389188913</c:v>
                </c:pt>
                <c:pt idx="1909">
                  <c:v>0.69998788094004338</c:v>
                </c:pt>
                <c:pt idx="1910">
                  <c:v>0.70148107984483443</c:v>
                </c:pt>
                <c:pt idx="1911">
                  <c:v>0.70479759144776422</c:v>
                </c:pt>
                <c:pt idx="1912">
                  <c:v>0.70736711805493591</c:v>
                </c:pt>
                <c:pt idx="1913">
                  <c:v>0.71053013863405046</c:v>
                </c:pt>
                <c:pt idx="1914">
                  <c:v>0.71723807031145559</c:v>
                </c:pt>
                <c:pt idx="1915">
                  <c:v>0.7153260328531893</c:v>
                </c:pt>
                <c:pt idx="1916">
                  <c:v>0.71491721011265064</c:v>
                </c:pt>
                <c:pt idx="1917">
                  <c:v>0.71814778382300504</c:v>
                </c:pt>
                <c:pt idx="1918">
                  <c:v>0.7166762262106664</c:v>
                </c:pt>
                <c:pt idx="1919">
                  <c:v>0.71810997485869887</c:v>
                </c:pt>
                <c:pt idx="1920">
                  <c:v>0.71863052579237752</c:v>
                </c:pt>
                <c:pt idx="1921">
                  <c:v>0.71862719877728465</c:v>
                </c:pt>
                <c:pt idx="1922">
                  <c:v>0.72138970987257101</c:v>
                </c:pt>
                <c:pt idx="1923">
                  <c:v>0.72275155344205633</c:v>
                </c:pt>
                <c:pt idx="1924">
                  <c:v>0.72323387889360791</c:v>
                </c:pt>
                <c:pt idx="1925">
                  <c:v>0.72485527415379936</c:v>
                </c:pt>
                <c:pt idx="1926">
                  <c:v>0.72006133330263822</c:v>
                </c:pt>
                <c:pt idx="1927">
                  <c:v>0.71426488886456807</c:v>
                </c:pt>
                <c:pt idx="1928">
                  <c:v>0.7162281603931534</c:v>
                </c:pt>
                <c:pt idx="1929">
                  <c:v>0.7164187696495139</c:v>
                </c:pt>
                <c:pt idx="1930">
                  <c:v>0.71308153212648995</c:v>
                </c:pt>
                <c:pt idx="1931">
                  <c:v>0.68887812041268526</c:v>
                </c:pt>
                <c:pt idx="1932">
                  <c:v>0.66025976076726578</c:v>
                </c:pt>
                <c:pt idx="1933">
                  <c:v>0.6746898227801057</c:v>
                </c:pt>
                <c:pt idx="1934">
                  <c:v>0.69247923690993762</c:v>
                </c:pt>
                <c:pt idx="1935">
                  <c:v>0.68788790297845503</c:v>
                </c:pt>
                <c:pt idx="1936">
                  <c:v>0.68223576181144419</c:v>
                </c:pt>
                <c:pt idx="1937">
                  <c:v>0.68632905372155539</c:v>
                </c:pt>
                <c:pt idx="1938">
                  <c:v>0.68792865977569884</c:v>
                </c:pt>
                <c:pt idx="1939">
                  <c:v>0.68579945476799586</c:v>
                </c:pt>
                <c:pt idx="1940">
                  <c:v>0.68956405730364223</c:v>
                </c:pt>
                <c:pt idx="1941">
                  <c:v>0.71560804266663591</c:v>
                </c:pt>
                <c:pt idx="1942">
                  <c:v>0.74037954662464545</c:v>
                </c:pt>
                <c:pt idx="1943">
                  <c:v>0.70464022466103948</c:v>
                </c:pt>
                <c:pt idx="1944">
                  <c:v>0.68294065654704483</c:v>
                </c:pt>
                <c:pt idx="1945">
                  <c:v>0.68240253891817548</c:v>
                </c:pt>
                <c:pt idx="1946">
                  <c:v>0.68569207152246092</c:v>
                </c:pt>
                <c:pt idx="1947">
                  <c:v>0.70103935966217801</c:v>
                </c:pt>
                <c:pt idx="1948">
                  <c:v>0.6919246583924884</c:v>
                </c:pt>
                <c:pt idx="1949">
                  <c:v>0.69532137824065321</c:v>
                </c:pt>
                <c:pt idx="1950">
                  <c:v>0.68725727224396416</c:v>
                </c:pt>
                <c:pt idx="1951">
                  <c:v>0.68734317991355787</c:v>
                </c:pt>
                <c:pt idx="1952">
                  <c:v>0.68701744292496814</c:v>
                </c:pt>
                <c:pt idx="1953">
                  <c:v>0.70742767341797475</c:v>
                </c:pt>
                <c:pt idx="1954">
                  <c:v>0.71284531696499454</c:v>
                </c:pt>
                <c:pt idx="1955">
                  <c:v>0.71494164973780472</c:v>
                </c:pt>
                <c:pt idx="1956">
                  <c:v>0.71795110557779707</c:v>
                </c:pt>
                <c:pt idx="1957">
                  <c:v>0.70344875711177857</c:v>
                </c:pt>
                <c:pt idx="1958">
                  <c:v>0.70299533774427048</c:v>
                </c:pt>
                <c:pt idx="1959">
                  <c:v>0.70439129073242668</c:v>
                </c:pt>
                <c:pt idx="1960">
                  <c:v>0.70745642151126698</c:v>
                </c:pt>
                <c:pt idx="1961">
                  <c:v>0.7103333810174659</c:v>
                </c:pt>
                <c:pt idx="1962">
                  <c:v>0.70799331475743787</c:v>
                </c:pt>
                <c:pt idx="1963">
                  <c:v>0.70674850263861566</c:v>
                </c:pt>
                <c:pt idx="1964">
                  <c:v>0.70863259949455848</c:v>
                </c:pt>
                <c:pt idx="1965">
                  <c:v>0.71006216575466841</c:v>
                </c:pt>
                <c:pt idx="1966">
                  <c:v>0.70758307699759382</c:v>
                </c:pt>
                <c:pt idx="1967">
                  <c:v>0.70456705012698784</c:v>
                </c:pt>
                <c:pt idx="1968">
                  <c:v>0.70850144362063816</c:v>
                </c:pt>
                <c:pt idx="1969">
                  <c:v>0.70992720281862787</c:v>
                </c:pt>
                <c:pt idx="1970">
                  <c:v>0.70516992722564176</c:v>
                </c:pt>
                <c:pt idx="1971">
                  <c:v>0.70207719527163492</c:v>
                </c:pt>
                <c:pt idx="1972">
                  <c:v>0.70618793815098058</c:v>
                </c:pt>
                <c:pt idx="1973">
                  <c:v>0.70809980094147584</c:v>
                </c:pt>
                <c:pt idx="1974">
                  <c:v>0.70314116109984515</c:v>
                </c:pt>
                <c:pt idx="1975">
                  <c:v>0.70198778061960865</c:v>
                </c:pt>
                <c:pt idx="1976">
                  <c:v>0.70609208137023594</c:v>
                </c:pt>
                <c:pt idx="1977">
                  <c:v>0.71018448607555074</c:v>
                </c:pt>
                <c:pt idx="1978">
                  <c:v>0.70923938671107489</c:v>
                </c:pt>
                <c:pt idx="1979">
                  <c:v>0.70638330558115181</c:v>
                </c:pt>
                <c:pt idx="1980">
                  <c:v>0.70806655949980724</c:v>
                </c:pt>
                <c:pt idx="1981">
                  <c:v>0.71031429646687427</c:v>
                </c:pt>
                <c:pt idx="1982">
                  <c:v>0.71171497751702462</c:v>
                </c:pt>
                <c:pt idx="1983">
                  <c:v>0.71105786359821244</c:v>
                </c:pt>
                <c:pt idx="1984">
                  <c:v>0.70736935634219134</c:v>
                </c:pt>
                <c:pt idx="1985">
                  <c:v>0.70773405938469314</c:v>
                </c:pt>
                <c:pt idx="1986">
                  <c:v>0.71005366558035476</c:v>
                </c:pt>
                <c:pt idx="1987">
                  <c:v>0.70842904478060231</c:v>
                </c:pt>
                <c:pt idx="1988">
                  <c:v>0.70660501021306454</c:v>
                </c:pt>
                <c:pt idx="1989">
                  <c:v>0.70428591977917232</c:v>
                </c:pt>
                <c:pt idx="1990">
                  <c:v>0.7027494870718074</c:v>
                </c:pt>
                <c:pt idx="1991">
                  <c:v>0.7051799260573286</c:v>
                </c:pt>
                <c:pt idx="1992">
                  <c:v>0.7038388937468022</c:v>
                </c:pt>
                <c:pt idx="1993">
                  <c:v>0.7024849491175581</c:v>
                </c:pt>
                <c:pt idx="1994">
                  <c:v>0.70287047385095658</c:v>
                </c:pt>
                <c:pt idx="1995">
                  <c:v>0.70041611910963231</c:v>
                </c:pt>
                <c:pt idx="1996">
                  <c:v>0.69818809114730807</c:v>
                </c:pt>
                <c:pt idx="1997">
                  <c:v>0.69792210777611519</c:v>
                </c:pt>
                <c:pt idx="1998">
                  <c:v>0.6997680770659388</c:v>
                </c:pt>
                <c:pt idx="1999">
                  <c:v>0.70416284051995881</c:v>
                </c:pt>
                <c:pt idx="2000">
                  <c:v>0.70521287610374894</c:v>
                </c:pt>
                <c:pt idx="2001">
                  <c:v>0.70100373482558787</c:v>
                </c:pt>
                <c:pt idx="2002">
                  <c:v>0.70096832305120238</c:v>
                </c:pt>
                <c:pt idx="2003">
                  <c:v>0.70070293632735037</c:v>
                </c:pt>
                <c:pt idx="2004">
                  <c:v>0.7027324487605181</c:v>
                </c:pt>
                <c:pt idx="2005">
                  <c:v>0.70398381005027488</c:v>
                </c:pt>
                <c:pt idx="2006">
                  <c:v>0.69890118897340003</c:v>
                </c:pt>
                <c:pt idx="2007">
                  <c:v>0.69793562668926457</c:v>
                </c:pt>
                <c:pt idx="2008">
                  <c:v>0.70239640940836756</c:v>
                </c:pt>
                <c:pt idx="2009">
                  <c:v>0.70115858966056377</c:v>
                </c:pt>
                <c:pt idx="2010">
                  <c:v>0.69936346676140038</c:v>
                </c:pt>
                <c:pt idx="2011">
                  <c:v>0.69793487815483513</c:v>
                </c:pt>
                <c:pt idx="2012">
                  <c:v>0.69760410673000373</c:v>
                </c:pt>
                <c:pt idx="2013">
                  <c:v>0.69922605719495701</c:v>
                </c:pt>
                <c:pt idx="2014">
                  <c:v>0.69897672454713966</c:v>
                </c:pt>
                <c:pt idx="2015">
                  <c:v>0.69849769353917801</c:v>
                </c:pt>
                <c:pt idx="2016">
                  <c:v>0.70387766169321919</c:v>
                </c:pt>
                <c:pt idx="2017">
                  <c:v>0.70217940627386533</c:v>
                </c:pt>
                <c:pt idx="2018">
                  <c:v>0.69257109020417129</c:v>
                </c:pt>
                <c:pt idx="2019">
                  <c:v>0.6949350545409968</c:v>
                </c:pt>
                <c:pt idx="2020">
                  <c:v>0.69428051039987826</c:v>
                </c:pt>
                <c:pt idx="2021">
                  <c:v>0.69028499512399799</c:v>
                </c:pt>
                <c:pt idx="2022">
                  <c:v>0.69197572373063876</c:v>
                </c:pt>
                <c:pt idx="2023">
                  <c:v>0.69463965320221666</c:v>
                </c:pt>
                <c:pt idx="2024">
                  <c:v>0.69289786758297289</c:v>
                </c:pt>
                <c:pt idx="2025">
                  <c:v>0.68764639624824575</c:v>
                </c:pt>
                <c:pt idx="2026">
                  <c:v>0.68860267811640452</c:v>
                </c:pt>
                <c:pt idx="2027">
                  <c:v>0.69351838957213574</c:v>
                </c:pt>
                <c:pt idx="2028">
                  <c:v>0.69806124102504274</c:v>
                </c:pt>
                <c:pt idx="2029">
                  <c:v>0.69353629606307154</c:v>
                </c:pt>
                <c:pt idx="2030">
                  <c:v>0.69661385315786029</c:v>
                </c:pt>
                <c:pt idx="2031">
                  <c:v>0.70419162383639722</c:v>
                </c:pt>
                <c:pt idx="2032">
                  <c:v>0.70246104361541739</c:v>
                </c:pt>
                <c:pt idx="2033">
                  <c:v>0.69682818245188194</c:v>
                </c:pt>
                <c:pt idx="2034">
                  <c:v>0.69806500129256321</c:v>
                </c:pt>
                <c:pt idx="2035">
                  <c:v>0.69868825592176653</c:v>
                </c:pt>
                <c:pt idx="2036">
                  <c:v>0.69478113989914603</c:v>
                </c:pt>
                <c:pt idx="2037">
                  <c:v>0.6969182702660125</c:v>
                </c:pt>
                <c:pt idx="2038">
                  <c:v>0.70046897777371364</c:v>
                </c:pt>
                <c:pt idx="2039">
                  <c:v>0.70460158295775799</c:v>
                </c:pt>
                <c:pt idx="2040">
                  <c:v>0.70347377700509439</c:v>
                </c:pt>
                <c:pt idx="2041">
                  <c:v>0.69989009600010632</c:v>
                </c:pt>
                <c:pt idx="2042">
                  <c:v>0.70066590983278698</c:v>
                </c:pt>
                <c:pt idx="2043">
                  <c:v>0.70352389240107405</c:v>
                </c:pt>
                <c:pt idx="2044">
                  <c:v>0.70830985776426747</c:v>
                </c:pt>
                <c:pt idx="2045">
                  <c:v>0.71336153124967783</c:v>
                </c:pt>
                <c:pt idx="2046">
                  <c:v>0.71602502134684554</c:v>
                </c:pt>
                <c:pt idx="2047">
                  <c:v>0.71189966774332036</c:v>
                </c:pt>
                <c:pt idx="2048">
                  <c:v>0.70728472136566267</c:v>
                </c:pt>
                <c:pt idx="2049">
                  <c:v>0.70521175893868104</c:v>
                </c:pt>
                <c:pt idx="2050">
                  <c:v>0.70640592194840757</c:v>
                </c:pt>
                <c:pt idx="2051">
                  <c:v>0.70951189623944577</c:v>
                </c:pt>
                <c:pt idx="2052">
                  <c:v>0.71232895575035471</c:v>
                </c:pt>
                <c:pt idx="2053">
                  <c:v>0.7100181798732681</c:v>
                </c:pt>
                <c:pt idx="2054">
                  <c:v>0.703060633839244</c:v>
                </c:pt>
                <c:pt idx="2055">
                  <c:v>0.70370758062969763</c:v>
                </c:pt>
                <c:pt idx="2056">
                  <c:v>0.70425698629289191</c:v>
                </c:pt>
                <c:pt idx="2057">
                  <c:v>0.70856827955617052</c:v>
                </c:pt>
                <c:pt idx="2058">
                  <c:v>0.7127858804858026</c:v>
                </c:pt>
                <c:pt idx="2059">
                  <c:v>0.71125291748120134</c:v>
                </c:pt>
                <c:pt idx="2060">
                  <c:v>0.70995380032425792</c:v>
                </c:pt>
                <c:pt idx="2061">
                  <c:v>0.71233657955463037</c:v>
                </c:pt>
                <c:pt idx="2062">
                  <c:v>0.70910891000577436</c:v>
                </c:pt>
                <c:pt idx="2063">
                  <c:v>0.71271083443495886</c:v>
                </c:pt>
                <c:pt idx="2064">
                  <c:v>0.71949197003555532</c:v>
                </c:pt>
                <c:pt idx="2065">
                  <c:v>0.72092575097980272</c:v>
                </c:pt>
                <c:pt idx="2066">
                  <c:v>0.71240375427876068</c:v>
                </c:pt>
                <c:pt idx="2067">
                  <c:v>0.70601356757743827</c:v>
                </c:pt>
                <c:pt idx="2068">
                  <c:v>0.68746490542187488</c:v>
                </c:pt>
                <c:pt idx="2069">
                  <c:v>0.68738449119986444</c:v>
                </c:pt>
                <c:pt idx="2070">
                  <c:v>0.7063229225340999</c:v>
                </c:pt>
                <c:pt idx="2071">
                  <c:v>0.69759225882758613</c:v>
                </c:pt>
                <c:pt idx="2072">
                  <c:v>0.7028512806235272</c:v>
                </c:pt>
                <c:pt idx="2073">
                  <c:v>0.69968009417704979</c:v>
                </c:pt>
                <c:pt idx="2074">
                  <c:v>0.70026257274631709</c:v>
                </c:pt>
                <c:pt idx="2075">
                  <c:v>0.69820598857157823</c:v>
                </c:pt>
                <c:pt idx="2076">
                  <c:v>0.70711218244550178</c:v>
                </c:pt>
                <c:pt idx="2077">
                  <c:v>0.70752557547376871</c:v>
                </c:pt>
                <c:pt idx="2078">
                  <c:v>0.72210914725266373</c:v>
                </c:pt>
                <c:pt idx="2079">
                  <c:v>0.72398734241653617</c:v>
                </c:pt>
                <c:pt idx="2080">
                  <c:v>0.7017195084944039</c:v>
                </c:pt>
                <c:pt idx="2081">
                  <c:v>0.70206618440300994</c:v>
                </c:pt>
                <c:pt idx="2082">
                  <c:v>0.7004037165232917</c:v>
                </c:pt>
                <c:pt idx="2083">
                  <c:v>0.70122566167052369</c:v>
                </c:pt>
                <c:pt idx="2084">
                  <c:v>0.69949766026161553</c:v>
                </c:pt>
                <c:pt idx="2085">
                  <c:v>0.6940292831003424</c:v>
                </c:pt>
                <c:pt idx="2086">
                  <c:v>0.69344378854641453</c:v>
                </c:pt>
                <c:pt idx="2087">
                  <c:v>0.69523747154784798</c:v>
                </c:pt>
                <c:pt idx="2088">
                  <c:v>0.69810003962718381</c:v>
                </c:pt>
                <c:pt idx="2089">
                  <c:v>0.70078244995054517</c:v>
                </c:pt>
                <c:pt idx="2090">
                  <c:v>0.70137086639313451</c:v>
                </c:pt>
                <c:pt idx="2091">
                  <c:v>0.69925564235974924</c:v>
                </c:pt>
                <c:pt idx="2092">
                  <c:v>0.69781966416281471</c:v>
                </c:pt>
              </c:numCache>
            </c:numRef>
          </c:yVal>
          <c:smooth val="0"/>
          <c:extLst>
            <c:ext xmlns:c16="http://schemas.microsoft.com/office/drawing/2014/chart" uri="{C3380CC4-5D6E-409C-BE32-E72D297353CC}">
              <c16:uniqueId val="{00000003-16BB-4F39-8545-6DAFE747B07E}"/>
            </c:ext>
          </c:extLst>
        </c:ser>
        <c:ser>
          <c:idx val="4"/>
          <c:order val="4"/>
          <c:tx>
            <c:strRef>
              <c:f>'Post Processing - SS CaCl2'!$B$1</c:f>
              <c:strCache>
                <c:ptCount val="1"/>
                <c:pt idx="0">
                  <c:v>NF270_MC3_071124_CaCl2</c:v>
                </c:pt>
              </c:strCache>
            </c:strRef>
          </c:tx>
          <c:spPr>
            <a:ln w="25400" cap="rnd">
              <a:noFill/>
              <a:round/>
            </a:ln>
            <a:effectLst/>
          </c:spPr>
          <c:marker>
            <c:symbol val="circle"/>
            <c:size val="2"/>
            <c:spPr>
              <a:solidFill>
                <a:schemeClr val="accent5"/>
              </a:solidFill>
              <a:ln w="9525">
                <a:solidFill>
                  <a:schemeClr val="accent5"/>
                </a:solidFill>
              </a:ln>
              <a:effectLst/>
            </c:spPr>
          </c:marker>
          <c:xVal>
            <c:numRef>
              <c:f>'Post Processing - SS CaCl2'!$G$62:$G$523</c:f>
              <c:numCache>
                <c:formatCode>0.00E+00</c:formatCode>
                <c:ptCount val="462"/>
                <c:pt idx="0">
                  <c:v>8.8492822541562195E-6</c:v>
                </c:pt>
                <c:pt idx="1">
                  <c:v>8.8343145214450996E-6</c:v>
                </c:pt>
                <c:pt idx="2">
                  <c:v>8.8202154559403392E-6</c:v>
                </c:pt>
                <c:pt idx="3">
                  <c:v>8.8053775594881104E-6</c:v>
                </c:pt>
                <c:pt idx="4">
                  <c:v>8.7912490168205298E-6</c:v>
                </c:pt>
                <c:pt idx="5">
                  <c:v>8.77672145770771E-6</c:v>
                </c:pt>
                <c:pt idx="6">
                  <c:v>8.7623367393384603E-6</c:v>
                </c:pt>
                <c:pt idx="7">
                  <c:v>8.7481251280266297E-6</c:v>
                </c:pt>
                <c:pt idx="8">
                  <c:v>8.7338105689009597E-6</c:v>
                </c:pt>
                <c:pt idx="9">
                  <c:v>8.7194257684972602E-6</c:v>
                </c:pt>
                <c:pt idx="10">
                  <c:v>8.7052499597031608E-6</c:v>
                </c:pt>
                <c:pt idx="11">
                  <c:v>8.6909723471440397E-6</c:v>
                </c:pt>
                <c:pt idx="12">
                  <c:v>8.67682849536751E-6</c:v>
                </c:pt>
                <c:pt idx="13">
                  <c:v>8.66275664960082E-6</c:v>
                </c:pt>
                <c:pt idx="14">
                  <c:v>8.6486450159778301E-6</c:v>
                </c:pt>
                <c:pt idx="15">
                  <c:v>8.6345712061926401E-6</c:v>
                </c:pt>
                <c:pt idx="16">
                  <c:v>8.6203539657304501E-6</c:v>
                </c:pt>
                <c:pt idx="17">
                  <c:v>8.6066539683420006E-6</c:v>
                </c:pt>
                <c:pt idx="18">
                  <c:v>8.5923028806066003E-6</c:v>
                </c:pt>
                <c:pt idx="19">
                  <c:v>8.5787468731341004E-6</c:v>
                </c:pt>
                <c:pt idx="20">
                  <c:v>8.5644905613572199E-6</c:v>
                </c:pt>
                <c:pt idx="21">
                  <c:v>8.5508998407359996E-6</c:v>
                </c:pt>
                <c:pt idx="22">
                  <c:v>8.5367900834806402E-6</c:v>
                </c:pt>
                <c:pt idx="23">
                  <c:v>8.5233996531969393E-6</c:v>
                </c:pt>
                <c:pt idx="24">
                  <c:v>8.50914068055529E-6</c:v>
                </c:pt>
                <c:pt idx="25">
                  <c:v>8.4961338170396005E-6</c:v>
                </c:pt>
                <c:pt idx="26">
                  <c:v>8.4824097966645497E-6</c:v>
                </c:pt>
                <c:pt idx="27">
                  <c:v>8.4695962855481101E-6</c:v>
                </c:pt>
                <c:pt idx="28">
                  <c:v>8.4567972643667808E-6</c:v>
                </c:pt>
                <c:pt idx="29">
                  <c:v>8.4439864305138492E-6</c:v>
                </c:pt>
                <c:pt idx="30">
                  <c:v>8.4314037343230199E-6</c:v>
                </c:pt>
                <c:pt idx="31">
                  <c:v>8.4185447943832998E-6</c:v>
                </c:pt>
                <c:pt idx="32">
                  <c:v>8.4059084890274998E-6</c:v>
                </c:pt>
                <c:pt idx="33">
                  <c:v>8.3928514525638099E-6</c:v>
                </c:pt>
                <c:pt idx="34">
                  <c:v>8.3798039192596793E-6</c:v>
                </c:pt>
                <c:pt idx="35">
                  <c:v>8.3667575810406799E-6</c:v>
                </c:pt>
                <c:pt idx="36">
                  <c:v>8.3531805232374798E-6</c:v>
                </c:pt>
                <c:pt idx="37">
                  <c:v>8.3403739449332102E-6</c:v>
                </c:pt>
                <c:pt idx="38">
                  <c:v>8.3271662893518902E-6</c:v>
                </c:pt>
                <c:pt idx="39">
                  <c:v>8.3140626000386497E-6</c:v>
                </c:pt>
                <c:pt idx="40">
                  <c:v>8.3013624513461604E-6</c:v>
                </c:pt>
                <c:pt idx="41">
                  <c:v>8.28774767230144E-6</c:v>
                </c:pt>
                <c:pt idx="42">
                  <c:v>8.2752014999590603E-6</c:v>
                </c:pt>
                <c:pt idx="43">
                  <c:v>8.2621289770396806E-6</c:v>
                </c:pt>
                <c:pt idx="44">
                  <c:v>8.2491866537412897E-6</c:v>
                </c:pt>
                <c:pt idx="45">
                  <c:v>8.2364792722268592E-6</c:v>
                </c:pt>
                <c:pt idx="46">
                  <c:v>8.22327021763573E-6</c:v>
                </c:pt>
                <c:pt idx="47">
                  <c:v>8.2104053326414094E-6</c:v>
                </c:pt>
                <c:pt idx="48">
                  <c:v>8.1973640084084608E-6</c:v>
                </c:pt>
                <c:pt idx="49">
                  <c:v>8.1846699690093694E-6</c:v>
                </c:pt>
                <c:pt idx="50">
                  <c:v>8.1716493886626303E-6</c:v>
                </c:pt>
                <c:pt idx="51">
                  <c:v>8.1589638018583794E-6</c:v>
                </c:pt>
                <c:pt idx="52">
                  <c:v>8.1461512061229598E-6</c:v>
                </c:pt>
                <c:pt idx="53">
                  <c:v>8.1333810154690294E-6</c:v>
                </c:pt>
                <c:pt idx="54">
                  <c:v>8.1206270616711902E-6</c:v>
                </c:pt>
                <c:pt idx="55">
                  <c:v>8.1078560816719997E-6</c:v>
                </c:pt>
                <c:pt idx="56">
                  <c:v>8.0952885157625806E-6</c:v>
                </c:pt>
                <c:pt idx="57">
                  <c:v>8.0824971294453498E-6</c:v>
                </c:pt>
                <c:pt idx="58">
                  <c:v>8.0700533944305606E-6</c:v>
                </c:pt>
                <c:pt idx="59">
                  <c:v>8.0573535596589407E-6</c:v>
                </c:pt>
                <c:pt idx="60">
                  <c:v>8.0450049273998798E-6</c:v>
                </c:pt>
                <c:pt idx="61">
                  <c:v>8.0323135847068806E-6</c:v>
                </c:pt>
                <c:pt idx="62">
                  <c:v>8.0201639304246999E-6</c:v>
                </c:pt>
                <c:pt idx="63">
                  <c:v>8.0074258762160197E-6</c:v>
                </c:pt>
                <c:pt idx="64">
                  <c:v>7.9953215975586307E-6</c:v>
                </c:pt>
                <c:pt idx="65">
                  <c:v>7.9827308336811104E-6</c:v>
                </c:pt>
                <c:pt idx="66">
                  <c:v>7.9707573958933899E-6</c:v>
                </c:pt>
                <c:pt idx="67">
                  <c:v>7.9586667698161406E-6</c:v>
                </c:pt>
                <c:pt idx="68">
                  <c:v>7.94644062662635E-6</c:v>
                </c:pt>
                <c:pt idx="69">
                  <c:v>7.9346860709235108E-6</c:v>
                </c:pt>
                <c:pt idx="70">
                  <c:v>7.9221380672426293E-6</c:v>
                </c:pt>
                <c:pt idx="71">
                  <c:v>7.9104536460756592E-6</c:v>
                </c:pt>
                <c:pt idx="72">
                  <c:v>7.89844994185621E-6</c:v>
                </c:pt>
                <c:pt idx="73">
                  <c:v>7.8870471115426207E-6</c:v>
                </c:pt>
                <c:pt idx="74">
                  <c:v>7.8756050158684694E-6</c:v>
                </c:pt>
                <c:pt idx="75">
                  <c:v>7.8644399858028705E-6</c:v>
                </c:pt>
                <c:pt idx="76">
                  <c:v>7.8531563060291E-6</c:v>
                </c:pt>
                <c:pt idx="77">
                  <c:v>7.8420415341811394E-6</c:v>
                </c:pt>
                <c:pt idx="78">
                  <c:v>7.8308315732392992E-6</c:v>
                </c:pt>
                <c:pt idx="79">
                  <c:v>7.8196871275669601E-6</c:v>
                </c:pt>
                <c:pt idx="80">
                  <c:v>7.8083657319043804E-6</c:v>
                </c:pt>
                <c:pt idx="81">
                  <c:v>7.7966313797581796E-6</c:v>
                </c:pt>
                <c:pt idx="82">
                  <c:v>7.7853496872808992E-6</c:v>
                </c:pt>
                <c:pt idx="83">
                  <c:v>7.7730868375995703E-6</c:v>
                </c:pt>
                <c:pt idx="84">
                  <c:v>7.7619336346569503E-6</c:v>
                </c:pt>
                <c:pt idx="85">
                  <c:v>7.7497971416497501E-6</c:v>
                </c:pt>
                <c:pt idx="86">
                  <c:v>7.7386428450328693E-6</c:v>
                </c:pt>
                <c:pt idx="87">
                  <c:v>7.7265820889037605E-6</c:v>
                </c:pt>
                <c:pt idx="88">
                  <c:v>7.7154707505232792E-6</c:v>
                </c:pt>
                <c:pt idx="89">
                  <c:v>7.7035791431897096E-6</c:v>
                </c:pt>
                <c:pt idx="90">
                  <c:v>7.6924001386547104E-6</c:v>
                </c:pt>
                <c:pt idx="91">
                  <c:v>7.6806576113030901E-6</c:v>
                </c:pt>
                <c:pt idx="92">
                  <c:v>7.66942160918396E-6</c:v>
                </c:pt>
                <c:pt idx="93">
                  <c:v>7.6578320967271297E-6</c:v>
                </c:pt>
                <c:pt idx="94">
                  <c:v>7.6467010653097404E-6</c:v>
                </c:pt>
                <c:pt idx="95">
                  <c:v>7.6351072840242198E-6</c:v>
                </c:pt>
                <c:pt idx="96">
                  <c:v>7.6236566155019003E-6</c:v>
                </c:pt>
                <c:pt idx="97">
                  <c:v>7.6119133826671396E-6</c:v>
                </c:pt>
                <c:pt idx="98">
                  <c:v>7.60052633533868E-6</c:v>
                </c:pt>
                <c:pt idx="99">
                  <c:v>7.58907566126826E-6</c:v>
                </c:pt>
                <c:pt idx="100">
                  <c:v>7.5779184927573699E-6</c:v>
                </c:pt>
                <c:pt idx="101">
                  <c:v>7.5668867756104799E-6</c:v>
                </c:pt>
                <c:pt idx="102">
                  <c:v>7.5555746847621901E-6</c:v>
                </c:pt>
                <c:pt idx="103">
                  <c:v>7.5447320175850799E-6</c:v>
                </c:pt>
                <c:pt idx="104">
                  <c:v>7.5334991994175103E-6</c:v>
                </c:pt>
                <c:pt idx="105">
                  <c:v>7.5228259353500804E-6</c:v>
                </c:pt>
                <c:pt idx="106">
                  <c:v>7.5115418140845604E-6</c:v>
                </c:pt>
                <c:pt idx="107">
                  <c:v>7.5011020669002102E-6</c:v>
                </c:pt>
                <c:pt idx="108">
                  <c:v>7.4897892191790101E-6</c:v>
                </c:pt>
                <c:pt idx="109">
                  <c:v>7.4793459303513697E-6</c:v>
                </c:pt>
                <c:pt idx="110">
                  <c:v>7.46820504920904E-6</c:v>
                </c:pt>
                <c:pt idx="111">
                  <c:v>7.4577443413008597E-6</c:v>
                </c:pt>
                <c:pt idx="112">
                  <c:v>7.4466270618004696E-6</c:v>
                </c:pt>
                <c:pt idx="113">
                  <c:v>7.4364084794557203E-6</c:v>
                </c:pt>
                <c:pt idx="114">
                  <c:v>7.4258045644435896E-6</c:v>
                </c:pt>
                <c:pt idx="115">
                  <c:v>7.4157286017230399E-6</c:v>
                </c:pt>
                <c:pt idx="116">
                  <c:v>7.4052820557766503E-6</c:v>
                </c:pt>
                <c:pt idx="117">
                  <c:v>7.3951458678950497E-6</c:v>
                </c:pt>
                <c:pt idx="118">
                  <c:v>7.3842805789837799E-6</c:v>
                </c:pt>
                <c:pt idx="119">
                  <c:v>7.3742229891773102E-6</c:v>
                </c:pt>
                <c:pt idx="120">
                  <c:v>7.3639517970003402E-6</c:v>
                </c:pt>
                <c:pt idx="121">
                  <c:v>7.3540261796326104E-6</c:v>
                </c:pt>
                <c:pt idx="122">
                  <c:v>7.3442384500432896E-6</c:v>
                </c:pt>
                <c:pt idx="123">
                  <c:v>7.3339116033637999E-6</c:v>
                </c:pt>
                <c:pt idx="124">
                  <c:v>7.32410213792257E-6</c:v>
                </c:pt>
                <c:pt idx="125">
                  <c:v>7.3138923001113501E-6</c:v>
                </c:pt>
                <c:pt idx="126">
                  <c:v>7.3037035436829397E-6</c:v>
                </c:pt>
                <c:pt idx="127">
                  <c:v>7.2939562608436703E-6</c:v>
                </c:pt>
                <c:pt idx="128">
                  <c:v>7.2833189293233698E-6</c:v>
                </c:pt>
                <c:pt idx="129">
                  <c:v>7.2736141599845499E-6</c:v>
                </c:pt>
                <c:pt idx="130">
                  <c:v>7.2630671773407696E-6</c:v>
                </c:pt>
                <c:pt idx="131">
                  <c:v>7.2534099204012796E-6</c:v>
                </c:pt>
                <c:pt idx="132">
                  <c:v>7.2429335210765003E-6</c:v>
                </c:pt>
                <c:pt idx="133">
                  <c:v>7.2329134871980204E-6</c:v>
                </c:pt>
                <c:pt idx="134">
                  <c:v>7.2227490590341097E-6</c:v>
                </c:pt>
                <c:pt idx="135">
                  <c:v>7.2125128984158499E-6</c:v>
                </c:pt>
                <c:pt idx="136">
                  <c:v>7.2027628685317803E-6</c:v>
                </c:pt>
                <c:pt idx="137">
                  <c:v>7.1928064560270099E-6</c:v>
                </c:pt>
                <c:pt idx="138">
                  <c:v>7.1831226849789799E-6</c:v>
                </c:pt>
                <c:pt idx="139">
                  <c:v>7.1732573169022402E-6</c:v>
                </c:pt>
                <c:pt idx="140">
                  <c:v>7.1636110891913898E-6</c:v>
                </c:pt>
                <c:pt idx="141">
                  <c:v>7.1537231133276502E-6</c:v>
                </c:pt>
                <c:pt idx="142">
                  <c:v>7.1441083504856802E-6</c:v>
                </c:pt>
                <c:pt idx="143">
                  <c:v>7.1344401215808503E-6</c:v>
                </c:pt>
                <c:pt idx="144">
                  <c:v>7.1247627435131199E-6</c:v>
                </c:pt>
                <c:pt idx="145">
                  <c:v>7.1152780753042302E-6</c:v>
                </c:pt>
                <c:pt idx="146">
                  <c:v>7.10565496723612E-6</c:v>
                </c:pt>
                <c:pt idx="147">
                  <c:v>7.0961750702442499E-6</c:v>
                </c:pt>
                <c:pt idx="148">
                  <c:v>7.08667354231315E-6</c:v>
                </c:pt>
                <c:pt idx="149">
                  <c:v>7.0772179687746402E-6</c:v>
                </c:pt>
                <c:pt idx="150">
                  <c:v>7.0677649199109397E-6</c:v>
                </c:pt>
                <c:pt idx="151">
                  <c:v>7.0584667335491702E-6</c:v>
                </c:pt>
                <c:pt idx="152">
                  <c:v>7.0490513524616598E-6</c:v>
                </c:pt>
                <c:pt idx="153">
                  <c:v>7.0398209858640703E-6</c:v>
                </c:pt>
                <c:pt idx="154">
                  <c:v>7.0303572151028603E-6</c:v>
                </c:pt>
                <c:pt idx="155">
                  <c:v>7.0209264129418596E-6</c:v>
                </c:pt>
                <c:pt idx="156">
                  <c:v>7.0116919907891502E-6</c:v>
                </c:pt>
                <c:pt idx="157">
                  <c:v>7.0022329657561799E-6</c:v>
                </c:pt>
                <c:pt idx="158">
                  <c:v>6.9933100840879002E-6</c:v>
                </c:pt>
                <c:pt idx="159">
                  <c:v>6.9838841992473702E-6</c:v>
                </c:pt>
                <c:pt idx="160">
                  <c:v>6.9747632810365501E-6</c:v>
                </c:pt>
                <c:pt idx="161">
                  <c:v>6.9655904902557301E-6</c:v>
                </c:pt>
                <c:pt idx="162">
                  <c:v>6.9562353583685501E-6</c:v>
                </c:pt>
                <c:pt idx="163">
                  <c:v>6.9471785082784804E-6</c:v>
                </c:pt>
                <c:pt idx="164">
                  <c:v>6.9382736377472297E-6</c:v>
                </c:pt>
                <c:pt idx="165">
                  <c:v>6.9294949342624599E-6</c:v>
                </c:pt>
                <c:pt idx="166">
                  <c:v>6.9211018615658396E-6</c:v>
                </c:pt>
                <c:pt idx="167">
                  <c:v>6.9128907994105997E-6</c:v>
                </c:pt>
                <c:pt idx="168">
                  <c:v>6.9045078323377901E-6</c:v>
                </c:pt>
                <c:pt idx="169">
                  <c:v>6.8958380967824596E-6</c:v>
                </c:pt>
                <c:pt idx="170">
                  <c:v>6.8875487377091603E-6</c:v>
                </c:pt>
                <c:pt idx="171">
                  <c:v>6.87863841045883E-6</c:v>
                </c:pt>
                <c:pt idx="172">
                  <c:v>6.8701849916771403E-6</c:v>
                </c:pt>
                <c:pt idx="173">
                  <c:v>6.8614209969621401E-6</c:v>
                </c:pt>
                <c:pt idx="174">
                  <c:v>6.8529493741005697E-6</c:v>
                </c:pt>
                <c:pt idx="175">
                  <c:v>6.8440962640666202E-6</c:v>
                </c:pt>
                <c:pt idx="176">
                  <c:v>6.8358934511340998E-6</c:v>
                </c:pt>
                <c:pt idx="177">
                  <c:v>6.8271211252753498E-6</c:v>
                </c:pt>
                <c:pt idx="178">
                  <c:v>6.8189020926711402E-6</c:v>
                </c:pt>
                <c:pt idx="179">
                  <c:v>6.8103430732886397E-6</c:v>
                </c:pt>
                <c:pt idx="180">
                  <c:v>6.80207355642235E-6</c:v>
                </c:pt>
                <c:pt idx="181">
                  <c:v>6.7936364738206302E-6</c:v>
                </c:pt>
                <c:pt idx="182">
                  <c:v>6.7853755236249398E-6</c:v>
                </c:pt>
                <c:pt idx="183">
                  <c:v>6.77685328878985E-6</c:v>
                </c:pt>
                <c:pt idx="184">
                  <c:v>6.76862590941963E-6</c:v>
                </c:pt>
                <c:pt idx="185">
                  <c:v>6.7602534404777799E-6</c:v>
                </c:pt>
                <c:pt idx="186">
                  <c:v>6.7520104826157604E-6</c:v>
                </c:pt>
                <c:pt idx="187">
                  <c:v>6.7436720827127398E-6</c:v>
                </c:pt>
                <c:pt idx="188">
                  <c:v>6.7354958716746601E-6</c:v>
                </c:pt>
                <c:pt idx="189">
                  <c:v>6.7272878460436596E-6</c:v>
                </c:pt>
                <c:pt idx="190">
                  <c:v>6.7192725526699198E-6</c:v>
                </c:pt>
                <c:pt idx="191">
                  <c:v>6.7112188406285103E-6</c:v>
                </c:pt>
                <c:pt idx="192">
                  <c:v>6.7031883462482903E-6</c:v>
                </c:pt>
                <c:pt idx="193">
                  <c:v>6.6951184988968296E-6</c:v>
                </c:pt>
                <c:pt idx="194">
                  <c:v>6.6871163944564998E-6</c:v>
                </c:pt>
                <c:pt idx="195">
                  <c:v>6.6791761032988203E-6</c:v>
                </c:pt>
                <c:pt idx="196">
                  <c:v>6.6713894418017102E-6</c:v>
                </c:pt>
                <c:pt idx="197">
                  <c:v>6.6633561390725203E-6</c:v>
                </c:pt>
                <c:pt idx="198">
                  <c:v>6.6554651657817197E-6</c:v>
                </c:pt>
                <c:pt idx="199">
                  <c:v>6.6474692477827104E-6</c:v>
                </c:pt>
                <c:pt idx="200">
                  <c:v>6.6397646538726497E-6</c:v>
                </c:pt>
                <c:pt idx="201">
                  <c:v>6.6319002273344002E-6</c:v>
                </c:pt>
                <c:pt idx="202">
                  <c:v>6.6245917847355599E-6</c:v>
                </c:pt>
                <c:pt idx="203">
                  <c:v>6.6166866992196101E-6</c:v>
                </c:pt>
                <c:pt idx="204">
                  <c:v>6.6094289955312803E-6</c:v>
                </c:pt>
                <c:pt idx="205">
                  <c:v>6.6015149719638096E-6</c:v>
                </c:pt>
                <c:pt idx="206">
                  <c:v>6.5940467242473696E-6</c:v>
                </c:pt>
                <c:pt idx="207">
                  <c:v>6.5865716887220197E-6</c:v>
                </c:pt>
                <c:pt idx="208">
                  <c:v>6.5789249903091298E-6</c:v>
                </c:pt>
                <c:pt idx="209">
                  <c:v>6.5719439741742103E-6</c:v>
                </c:pt>
                <c:pt idx="210">
                  <c:v>6.56469043217518E-6</c:v>
                </c:pt>
                <c:pt idx="211">
                  <c:v>6.5577879596560797E-6</c:v>
                </c:pt>
                <c:pt idx="212">
                  <c:v>6.5509267601164796E-6</c:v>
                </c:pt>
                <c:pt idx="213">
                  <c:v>6.54372003805288E-6</c:v>
                </c:pt>
                <c:pt idx="214">
                  <c:v>6.5369344588999101E-6</c:v>
                </c:pt>
                <c:pt idx="215">
                  <c:v>6.5294685096480199E-6</c:v>
                </c:pt>
                <c:pt idx="216">
                  <c:v>6.5226217845831799E-6</c:v>
                </c:pt>
                <c:pt idx="217">
                  <c:v>6.5152985127182304E-6</c:v>
                </c:pt>
                <c:pt idx="218">
                  <c:v>6.5084915872139204E-6</c:v>
                </c:pt>
                <c:pt idx="219">
                  <c:v>6.5012394574494602E-6</c:v>
                </c:pt>
                <c:pt idx="220">
                  <c:v>6.4945616326903702E-6</c:v>
                </c:pt>
                <c:pt idx="221">
                  <c:v>6.4873113165192597E-6</c:v>
                </c:pt>
                <c:pt idx="222">
                  <c:v>6.4803569672992001E-6</c:v>
                </c:pt>
                <c:pt idx="223">
                  <c:v>6.4734449000039501E-6</c:v>
                </c:pt>
                <c:pt idx="224">
                  <c:v>6.4663529320976201E-6</c:v>
                </c:pt>
                <c:pt idx="225">
                  <c:v>6.4597680676010104E-6</c:v>
                </c:pt>
                <c:pt idx="226">
                  <c:v>6.4528430361319297E-6</c:v>
                </c:pt>
                <c:pt idx="227">
                  <c:v>6.4462266527923603E-6</c:v>
                </c:pt>
                <c:pt idx="228">
                  <c:v>6.4394569959118597E-6</c:v>
                </c:pt>
                <c:pt idx="229">
                  <c:v>6.4328261576264499E-6</c:v>
                </c:pt>
                <c:pt idx="230">
                  <c:v>6.4261192438140103E-6</c:v>
                </c:pt>
                <c:pt idx="231">
                  <c:v>6.4194239931010299E-6</c:v>
                </c:pt>
                <c:pt idx="232">
                  <c:v>6.4127490577789899E-6</c:v>
                </c:pt>
                <c:pt idx="233">
                  <c:v>6.4061111001925598E-6</c:v>
                </c:pt>
                <c:pt idx="234">
                  <c:v>6.39960727178021E-6</c:v>
                </c:pt>
                <c:pt idx="235">
                  <c:v>6.3931728326338303E-6</c:v>
                </c:pt>
                <c:pt idx="236">
                  <c:v>6.3867399460816803E-6</c:v>
                </c:pt>
                <c:pt idx="237">
                  <c:v>6.3803523444473103E-6</c:v>
                </c:pt>
                <c:pt idx="238">
                  <c:v>6.37386683889532E-6</c:v>
                </c:pt>
                <c:pt idx="239">
                  <c:v>6.3674806437270302E-6</c:v>
                </c:pt>
                <c:pt idx="240">
                  <c:v>6.3611097179572103E-6</c:v>
                </c:pt>
                <c:pt idx="241">
                  <c:v>6.3546809061206203E-6</c:v>
                </c:pt>
                <c:pt idx="242">
                  <c:v>6.3484089790161899E-6</c:v>
                </c:pt>
                <c:pt idx="243">
                  <c:v>6.34223401815805E-6</c:v>
                </c:pt>
                <c:pt idx="244">
                  <c:v>6.3359088736054296E-6</c:v>
                </c:pt>
                <c:pt idx="245">
                  <c:v>6.3300375859029403E-6</c:v>
                </c:pt>
                <c:pt idx="246">
                  <c:v>6.3237124460090503E-6</c:v>
                </c:pt>
                <c:pt idx="247">
                  <c:v>6.3176712497486703E-6</c:v>
                </c:pt>
                <c:pt idx="248">
                  <c:v>6.3116016988590497E-6</c:v>
                </c:pt>
                <c:pt idx="249">
                  <c:v>6.3054561814555896E-6</c:v>
                </c:pt>
                <c:pt idx="250">
                  <c:v>6.2996691254315096E-6</c:v>
                </c:pt>
                <c:pt idx="251">
                  <c:v>6.2935628401177199E-6</c:v>
                </c:pt>
                <c:pt idx="252">
                  <c:v>6.2876279081450999E-6</c:v>
                </c:pt>
                <c:pt idx="253">
                  <c:v>6.2817788139445796E-6</c:v>
                </c:pt>
                <c:pt idx="254">
                  <c:v>6.2757242413639701E-6</c:v>
                </c:pt>
                <c:pt idx="255">
                  <c:v>6.2699367010211402E-6</c:v>
                </c:pt>
                <c:pt idx="256">
                  <c:v>6.2642849575036804E-6</c:v>
                </c:pt>
                <c:pt idx="257">
                  <c:v>6.2585917184305201E-6</c:v>
                </c:pt>
                <c:pt idx="258">
                  <c:v>6.2529959889281799E-6</c:v>
                </c:pt>
                <c:pt idx="259">
                  <c:v>6.2476313695763499E-6</c:v>
                </c:pt>
                <c:pt idx="260">
                  <c:v>6.2417784859886296E-6</c:v>
                </c:pt>
                <c:pt idx="261">
                  <c:v>6.2362212978990503E-6</c:v>
                </c:pt>
                <c:pt idx="262">
                  <c:v>6.2304335661663104E-6</c:v>
                </c:pt>
                <c:pt idx="263">
                  <c:v>6.2248930766065402E-6</c:v>
                </c:pt>
                <c:pt idx="264">
                  <c:v>6.2192070809239003E-6</c:v>
                </c:pt>
                <c:pt idx="265">
                  <c:v>6.2137583057115801E-6</c:v>
                </c:pt>
                <c:pt idx="266">
                  <c:v>6.2081911791006703E-6</c:v>
                </c:pt>
                <c:pt idx="267">
                  <c:v>6.2027912866360397E-6</c:v>
                </c:pt>
                <c:pt idx="268">
                  <c:v>6.1973462098782497E-6</c:v>
                </c:pt>
                <c:pt idx="269">
                  <c:v>6.1922090981872099E-6</c:v>
                </c:pt>
                <c:pt idx="270">
                  <c:v>6.1868688845384904E-6</c:v>
                </c:pt>
                <c:pt idx="271">
                  <c:v>6.1818152345881804E-6</c:v>
                </c:pt>
                <c:pt idx="272">
                  <c:v>6.1765885805761297E-6</c:v>
                </c:pt>
                <c:pt idx="273">
                  <c:v>6.1714991205181897E-6</c:v>
                </c:pt>
                <c:pt idx="274">
                  <c:v>6.1662688987982703E-6</c:v>
                </c:pt>
                <c:pt idx="275">
                  <c:v>6.16106752936136E-6</c:v>
                </c:pt>
                <c:pt idx="276">
                  <c:v>6.1558947347990701E-6</c:v>
                </c:pt>
                <c:pt idx="277">
                  <c:v>6.1506992297000802E-6</c:v>
                </c:pt>
                <c:pt idx="278">
                  <c:v>6.1457463186987598E-6</c:v>
                </c:pt>
                <c:pt idx="279">
                  <c:v>6.1407470291932503E-6</c:v>
                </c:pt>
                <c:pt idx="280">
                  <c:v>6.1358623101180398E-6</c:v>
                </c:pt>
                <c:pt idx="281">
                  <c:v>6.1310397010161404E-6</c:v>
                </c:pt>
                <c:pt idx="282">
                  <c:v>6.1260625763617299E-6</c:v>
                </c:pt>
                <c:pt idx="283">
                  <c:v>6.1211702661473603E-6</c:v>
                </c:pt>
                <c:pt idx="284">
                  <c:v>6.1162251650210298E-6</c:v>
                </c:pt>
                <c:pt idx="285">
                  <c:v>6.1113071060515796E-6</c:v>
                </c:pt>
                <c:pt idx="286">
                  <c:v>6.1064801609296703E-6</c:v>
                </c:pt>
                <c:pt idx="287">
                  <c:v>6.1018250787888599E-6</c:v>
                </c:pt>
                <c:pt idx="288">
                  <c:v>6.09702122141018E-6</c:v>
                </c:pt>
                <c:pt idx="289">
                  <c:v>6.0924890705769201E-6</c:v>
                </c:pt>
                <c:pt idx="290">
                  <c:v>6.0878847260246203E-6</c:v>
                </c:pt>
                <c:pt idx="291">
                  <c:v>6.0832746866771399E-6</c:v>
                </c:pt>
                <c:pt idx="292">
                  <c:v>6.0787783679787899E-6</c:v>
                </c:pt>
                <c:pt idx="293">
                  <c:v>6.0743929454716101E-6</c:v>
                </c:pt>
                <c:pt idx="294">
                  <c:v>6.0700968085215402E-6</c:v>
                </c:pt>
                <c:pt idx="295">
                  <c:v>6.0659074890104399E-6</c:v>
                </c:pt>
                <c:pt idx="296">
                  <c:v>6.0616851428630703E-6</c:v>
                </c:pt>
                <c:pt idx="297">
                  <c:v>6.0573398271985498E-6</c:v>
                </c:pt>
                <c:pt idx="298">
                  <c:v>6.0529040962319902E-6</c:v>
                </c:pt>
                <c:pt idx="299">
                  <c:v>6.0484795206017898E-6</c:v>
                </c:pt>
                <c:pt idx="300">
                  <c:v>6.0441018186582504E-6</c:v>
                </c:pt>
                <c:pt idx="301">
                  <c:v>6.0399547029131599E-6</c:v>
                </c:pt>
                <c:pt idx="302">
                  <c:v>6.0356749136617102E-6</c:v>
                </c:pt>
                <c:pt idx="303">
                  <c:v>6.0316403236459302E-6</c:v>
                </c:pt>
                <c:pt idx="304">
                  <c:v>6.0276159583128399E-6</c:v>
                </c:pt>
                <c:pt idx="305">
                  <c:v>6.0234629999269998E-6</c:v>
                </c:pt>
                <c:pt idx="306">
                  <c:v>6.0195440530781796E-6</c:v>
                </c:pt>
                <c:pt idx="307">
                  <c:v>6.0155902268548099E-6</c:v>
                </c:pt>
                <c:pt idx="308">
                  <c:v>6.0115566698911502E-6</c:v>
                </c:pt>
                <c:pt idx="309">
                  <c:v>6.0077065696814004E-6</c:v>
                </c:pt>
                <c:pt idx="310">
                  <c:v>6.00386573357772E-6</c:v>
                </c:pt>
                <c:pt idx="311">
                  <c:v>5.9999840803786898E-6</c:v>
                </c:pt>
                <c:pt idx="312">
                  <c:v>5.9963370092421502E-6</c:v>
                </c:pt>
                <c:pt idx="313">
                  <c:v>5.9925659880792703E-6</c:v>
                </c:pt>
                <c:pt idx="314">
                  <c:v>5.9889944692940203E-6</c:v>
                </c:pt>
                <c:pt idx="315">
                  <c:v>5.9852916785155201E-6</c:v>
                </c:pt>
                <c:pt idx="316">
                  <c:v>5.9816843405455902E-6</c:v>
                </c:pt>
                <c:pt idx="317">
                  <c:v>5.9780350471024799E-6</c:v>
                </c:pt>
                <c:pt idx="318">
                  <c:v>5.9743646143000298E-6</c:v>
                </c:pt>
                <c:pt idx="319">
                  <c:v>5.9707387416777501E-6</c:v>
                </c:pt>
                <c:pt idx="320">
                  <c:v>5.9671472137813897E-6</c:v>
                </c:pt>
                <c:pt idx="321">
                  <c:v>5.9636309531671602E-6</c:v>
                </c:pt>
                <c:pt idx="322">
                  <c:v>5.9602119480429402E-6</c:v>
                </c:pt>
                <c:pt idx="323">
                  <c:v>5.9568570583917701E-6</c:v>
                </c:pt>
                <c:pt idx="324">
                  <c:v>5.9535718042687498E-6</c:v>
                </c:pt>
                <c:pt idx="325">
                  <c:v>5.9503092438540102E-6</c:v>
                </c:pt>
                <c:pt idx="326">
                  <c:v>5.9470480870166701E-6</c:v>
                </c:pt>
                <c:pt idx="327">
                  <c:v>5.9439059768585404E-6</c:v>
                </c:pt>
                <c:pt idx="328">
                  <c:v>5.9406845658040498E-6</c:v>
                </c:pt>
                <c:pt idx="329">
                  <c:v>5.9376132350111304E-6</c:v>
                </c:pt>
                <c:pt idx="330">
                  <c:v>5.9344176547097299E-6</c:v>
                </c:pt>
                <c:pt idx="331">
                  <c:v>5.9313482443637799E-6</c:v>
                </c:pt>
                <c:pt idx="332">
                  <c:v>5.9283203230348001E-6</c:v>
                </c:pt>
                <c:pt idx="333">
                  <c:v>5.9252388762807597E-6</c:v>
                </c:pt>
                <c:pt idx="334">
                  <c:v>5.9223849361374097E-6</c:v>
                </c:pt>
                <c:pt idx="335">
                  <c:v>5.91930773369505E-6</c:v>
                </c:pt>
                <c:pt idx="336">
                  <c:v>5.9164149320143997E-6</c:v>
                </c:pt>
                <c:pt idx="337">
                  <c:v>5.9134076971162403E-6</c:v>
                </c:pt>
                <c:pt idx="338">
                  <c:v>5.9106451671281E-6</c:v>
                </c:pt>
                <c:pt idx="339">
                  <c:v>5.9078574803763703E-6</c:v>
                </c:pt>
                <c:pt idx="340">
                  <c:v>5.9051365996586104E-6</c:v>
                </c:pt>
                <c:pt idx="341">
                  <c:v>5.9025476096123998E-6</c:v>
                </c:pt>
                <c:pt idx="342">
                  <c:v>5.8997460866901202E-6</c:v>
                </c:pt>
                <c:pt idx="343">
                  <c:v>5.8972434979142897E-6</c:v>
                </c:pt>
                <c:pt idx="344">
                  <c:v>5.8945263491526402E-6</c:v>
                </c:pt>
                <c:pt idx="345">
                  <c:v>5.89210303407004E-6</c:v>
                </c:pt>
                <c:pt idx="346">
                  <c:v>5.8895606263564802E-6</c:v>
                </c:pt>
                <c:pt idx="347">
                  <c:v>5.8870639733174904E-6</c:v>
                </c:pt>
                <c:pt idx="348">
                  <c:v>5.8846115889329598E-6</c:v>
                </c:pt>
                <c:pt idx="349">
                  <c:v>5.8821725259956597E-6</c:v>
                </c:pt>
                <c:pt idx="350">
                  <c:v>5.8796815347617401E-6</c:v>
                </c:pt>
                <c:pt idx="351">
                  <c:v>5.8773308464678103E-6</c:v>
                </c:pt>
                <c:pt idx="352">
                  <c:v>5.87498536863339E-6</c:v>
                </c:pt>
                <c:pt idx="353">
                  <c:v>5.8725920363031402E-6</c:v>
                </c:pt>
                <c:pt idx="354">
                  <c:v>5.8703461052969598E-6</c:v>
                </c:pt>
                <c:pt idx="355">
                  <c:v>5.86809635132297E-6</c:v>
                </c:pt>
                <c:pt idx="356">
                  <c:v>5.8658553459805204E-6</c:v>
                </c:pt>
                <c:pt idx="357">
                  <c:v>5.8636783740635198E-6</c:v>
                </c:pt>
                <c:pt idx="358">
                  <c:v>5.86149093977446E-6</c:v>
                </c:pt>
                <c:pt idx="359">
                  <c:v>5.8593605633320796E-6</c:v>
                </c:pt>
                <c:pt idx="360">
                  <c:v>5.8572339935806898E-6</c:v>
                </c:pt>
                <c:pt idx="361">
                  <c:v>5.8552290314651298E-6</c:v>
                </c:pt>
                <c:pt idx="362">
                  <c:v>5.8532467962549502E-6</c:v>
                </c:pt>
                <c:pt idx="363">
                  <c:v>5.8513075639283403E-6</c:v>
                </c:pt>
                <c:pt idx="364">
                  <c:v>5.8494244187363898E-6</c:v>
                </c:pt>
                <c:pt idx="365">
                  <c:v>5.8475488853230801E-6</c:v>
                </c:pt>
                <c:pt idx="366">
                  <c:v>5.8456651400415003E-6</c:v>
                </c:pt>
                <c:pt idx="367">
                  <c:v>5.84383353501422E-6</c:v>
                </c:pt>
                <c:pt idx="368">
                  <c:v>5.8420169659689004E-6</c:v>
                </c:pt>
                <c:pt idx="369">
                  <c:v>5.8402021050844898E-6</c:v>
                </c:pt>
                <c:pt idx="370">
                  <c:v>5.8384765268477604E-6</c:v>
                </c:pt>
                <c:pt idx="371">
                  <c:v>5.8367828730393902E-6</c:v>
                </c:pt>
                <c:pt idx="372">
                  <c:v>5.8351187681408198E-6</c:v>
                </c:pt>
                <c:pt idx="373">
                  <c:v>5.8335308308901304E-6</c:v>
                </c:pt>
                <c:pt idx="374">
                  <c:v>5.8320025034906901E-6</c:v>
                </c:pt>
                <c:pt idx="375">
                  <c:v>5.83043461699192E-6</c:v>
                </c:pt>
                <c:pt idx="376">
                  <c:v>5.8289705438273801E-6</c:v>
                </c:pt>
                <c:pt idx="377">
                  <c:v>5.8275224466703902E-6</c:v>
                </c:pt>
                <c:pt idx="378">
                  <c:v>5.82606261004196E-6</c:v>
                </c:pt>
                <c:pt idx="379">
                  <c:v>5.8247010059518902E-6</c:v>
                </c:pt>
                <c:pt idx="380">
                  <c:v>5.8233652248442302E-6</c:v>
                </c:pt>
                <c:pt idx="381">
                  <c:v>5.8220249314426597E-6</c:v>
                </c:pt>
                <c:pt idx="382">
                  <c:v>5.8207646755765102E-6</c:v>
                </c:pt>
                <c:pt idx="383">
                  <c:v>5.8195481106593696E-6</c:v>
                </c:pt>
                <c:pt idx="384">
                  <c:v>5.8183122905623098E-6</c:v>
                </c:pt>
                <c:pt idx="385">
                  <c:v>5.81716010038434E-6</c:v>
                </c:pt>
                <c:pt idx="386">
                  <c:v>5.8159896424645402E-6</c:v>
                </c:pt>
                <c:pt idx="387">
                  <c:v>5.8148612205530197E-6</c:v>
                </c:pt>
                <c:pt idx="388">
                  <c:v>5.81376264013205E-6</c:v>
                </c:pt>
                <c:pt idx="389">
                  <c:v>5.8127110482309398E-6</c:v>
                </c:pt>
                <c:pt idx="390">
                  <c:v>5.8116984205581197E-6</c:v>
                </c:pt>
                <c:pt idx="391">
                  <c:v>5.8107255616524703E-6</c:v>
                </c:pt>
                <c:pt idx="392">
                  <c:v>5.8098364077356196E-6</c:v>
                </c:pt>
                <c:pt idx="393">
                  <c:v>5.8089427499584698E-6</c:v>
                </c:pt>
                <c:pt idx="394">
                  <c:v>5.8081261185393597E-6</c:v>
                </c:pt>
                <c:pt idx="395">
                  <c:v>5.80733549124791E-6</c:v>
                </c:pt>
                <c:pt idx="396">
                  <c:v>5.8065550224586498E-6</c:v>
                </c:pt>
                <c:pt idx="397">
                  <c:v>5.8058484076693004E-6</c:v>
                </c:pt>
                <c:pt idx="398">
                  <c:v>5.8051574227056198E-6</c:v>
                </c:pt>
                <c:pt idx="399">
                  <c:v>5.8045021052915E-6</c:v>
                </c:pt>
                <c:pt idx="400">
                  <c:v>5.8038939757237197E-6</c:v>
                </c:pt>
                <c:pt idx="401">
                  <c:v>5.8033179483787299E-6</c:v>
                </c:pt>
                <c:pt idx="402">
                  <c:v>5.8027776867049096E-6</c:v>
                </c:pt>
                <c:pt idx="403">
                  <c:v>5.8022694898308301E-6</c:v>
                </c:pt>
                <c:pt idx="404">
                  <c:v>5.8018004998048696E-6</c:v>
                </c:pt>
                <c:pt idx="405">
                  <c:v>5.80135703578156E-6</c:v>
                </c:pt>
                <c:pt idx="406">
                  <c:v>5.8009652456000297E-6</c:v>
                </c:pt>
                <c:pt idx="407">
                  <c:v>5.8006028737939203E-6</c:v>
                </c:pt>
                <c:pt idx="408">
                  <c:v>5.8002770650277203E-6</c:v>
                </c:pt>
                <c:pt idx="409">
                  <c:v>5.7999845246330298E-6</c:v>
                </c:pt>
                <c:pt idx="410">
                  <c:v>5.7997264962130297E-6</c:v>
                </c:pt>
                <c:pt idx="411">
                  <c:v>5.7995107060018497E-6</c:v>
                </c:pt>
                <c:pt idx="412">
                  <c:v>5.79933259967544E-6</c:v>
                </c:pt>
                <c:pt idx="413">
                  <c:v>5.7991948516182904E-6</c:v>
                </c:pt>
                <c:pt idx="414">
                  <c:v>5.7990887297177996E-6</c:v>
                </c:pt>
                <c:pt idx="415">
                  <c:v>5.7990203596157097E-6</c:v>
                </c:pt>
                <c:pt idx="416">
                  <c:v>5.7989873273420897E-6</c:v>
                </c:pt>
                <c:pt idx="417">
                  <c:v>5.7989915428014997E-6</c:v>
                </c:pt>
                <c:pt idx="418">
                  <c:v>5.7990333740119796E-6</c:v>
                </c:pt>
                <c:pt idx="419">
                  <c:v>5.7991106126717404E-6</c:v>
                </c:pt>
                <c:pt idx="420">
                  <c:v>5.7992283604769404E-6</c:v>
                </c:pt>
                <c:pt idx="421">
                  <c:v>5.7993819079856901E-6</c:v>
                </c:pt>
                <c:pt idx="422">
                  <c:v>5.7995693559334797E-6</c:v>
                </c:pt>
                <c:pt idx="423">
                  <c:v>5.7998003690233001E-6</c:v>
                </c:pt>
                <c:pt idx="424">
                  <c:v>5.8000594729805102E-6</c:v>
                </c:pt>
                <c:pt idx="425">
                  <c:v>5.8003687858125004E-6</c:v>
                </c:pt>
                <c:pt idx="426">
                  <c:v>5.8007115029358001E-6</c:v>
                </c:pt>
                <c:pt idx="427">
                  <c:v>5.8010772788487899E-6</c:v>
                </c:pt>
                <c:pt idx="428">
                  <c:v>5.80149801160536E-6</c:v>
                </c:pt>
                <c:pt idx="429">
                  <c:v>5.8019177255328499E-6</c:v>
                </c:pt>
                <c:pt idx="430">
                  <c:v>5.8024082286685397E-6</c:v>
                </c:pt>
                <c:pt idx="431">
                  <c:v>5.8028912499722599E-6</c:v>
                </c:pt>
                <c:pt idx="432">
                  <c:v>5.8034495880355899E-6</c:v>
                </c:pt>
                <c:pt idx="433">
                  <c:v>5.8040078187797201E-6</c:v>
                </c:pt>
                <c:pt idx="434">
                  <c:v>5.8046362614995999E-6</c:v>
                </c:pt>
                <c:pt idx="435">
                  <c:v>5.8053025964762399E-6</c:v>
                </c:pt>
                <c:pt idx="436">
                  <c:v>5.8060130115399097E-6</c:v>
                </c:pt>
                <c:pt idx="437">
                  <c:v>5.80677795674895E-6</c:v>
                </c:pt>
                <c:pt idx="438">
                  <c:v>5.8075731431713799E-6</c:v>
                </c:pt>
                <c:pt idx="439">
                  <c:v>5.8084047807670503E-6</c:v>
                </c:pt>
                <c:pt idx="440">
                  <c:v>5.8092380215306703E-6</c:v>
                </c:pt>
                <c:pt idx="441">
                  <c:v>5.8101301162240801E-6</c:v>
                </c:pt>
                <c:pt idx="442">
                  <c:v>5.81099668714363E-6</c:v>
                </c:pt>
                <c:pt idx="443">
                  <c:v>5.8119576685249603E-6</c:v>
                </c:pt>
                <c:pt idx="444">
                  <c:v>5.8128972905976198E-6</c:v>
                </c:pt>
                <c:pt idx="445">
                  <c:v>5.81392568215925E-6</c:v>
                </c:pt>
                <c:pt idx="446">
                  <c:v>5.8149493190324599E-6</c:v>
                </c:pt>
                <c:pt idx="447">
                  <c:v>5.8160588888190801E-6</c:v>
                </c:pt>
                <c:pt idx="448">
                  <c:v>5.8171742867230299E-6</c:v>
                </c:pt>
                <c:pt idx="449">
                  <c:v>5.8183748962066697E-6</c:v>
                </c:pt>
                <c:pt idx="450">
                  <c:v>5.81956469984576E-6</c:v>
                </c:pt>
                <c:pt idx="451">
                  <c:v>5.8208407149737604E-6</c:v>
                </c:pt>
                <c:pt idx="452">
                  <c:v>5.8221018747071704E-6</c:v>
                </c:pt>
                <c:pt idx="453">
                  <c:v>5.8234468482628899E-6</c:v>
                </c:pt>
                <c:pt idx="454">
                  <c:v>5.8247825765315598E-6</c:v>
                </c:pt>
                <c:pt idx="455">
                  <c:v>5.8261667025622299E-6</c:v>
                </c:pt>
                <c:pt idx="456">
                  <c:v>5.8275548285314403E-6</c:v>
                </c:pt>
                <c:pt idx="457">
                  <c:v>5.8289940242494698E-6</c:v>
                </c:pt>
                <c:pt idx="458">
                  <c:v>5.8304824892184903E-6</c:v>
                </c:pt>
                <c:pt idx="459">
                  <c:v>5.83201018982981E-6</c:v>
                </c:pt>
                <c:pt idx="460">
                  <c:v>5.8336206156470699E-6</c:v>
                </c:pt>
                <c:pt idx="461">
                  <c:v>5.8352076022022299E-6</c:v>
                </c:pt>
              </c:numCache>
            </c:numRef>
          </c:xVal>
          <c:yVal>
            <c:numRef>
              <c:f>'Post Processing - SS CaCl2'!$H$62:$H$584</c:f>
              <c:numCache>
                <c:formatCode>General</c:formatCode>
                <c:ptCount val="523"/>
                <c:pt idx="0">
                  <c:v>0.40310297421452657</c:v>
                </c:pt>
                <c:pt idx="1">
                  <c:v>0.39901124761393919</c:v>
                </c:pt>
                <c:pt idx="2">
                  <c:v>0.40774582367215906</c:v>
                </c:pt>
                <c:pt idx="3">
                  <c:v>0.41114509206740196</c:v>
                </c:pt>
                <c:pt idx="4">
                  <c:v>0.40973553825079256</c:v>
                </c:pt>
                <c:pt idx="5">
                  <c:v>0.41157789009262935</c:v>
                </c:pt>
                <c:pt idx="6">
                  <c:v>0.41336466366995983</c:v>
                </c:pt>
                <c:pt idx="7">
                  <c:v>0.41531816721212594</c:v>
                </c:pt>
                <c:pt idx="8">
                  <c:v>0.41717615282390658</c:v>
                </c:pt>
                <c:pt idx="9">
                  <c:v>0.42053538850883843</c:v>
                </c:pt>
                <c:pt idx="10">
                  <c:v>0.41600944190521999</c:v>
                </c:pt>
                <c:pt idx="11">
                  <c:v>0.41496032835615748</c:v>
                </c:pt>
                <c:pt idx="12">
                  <c:v>0.41430631576902965</c:v>
                </c:pt>
                <c:pt idx="13">
                  <c:v>0.41517757748606082</c:v>
                </c:pt>
                <c:pt idx="14">
                  <c:v>0.41315659223483114</c:v>
                </c:pt>
                <c:pt idx="15">
                  <c:v>0.40558150063776099</c:v>
                </c:pt>
                <c:pt idx="16">
                  <c:v>0.40775225983462854</c:v>
                </c:pt>
                <c:pt idx="17">
                  <c:v>0.4075748185041313</c:v>
                </c:pt>
                <c:pt idx="18">
                  <c:v>0.41060359096276894</c:v>
                </c:pt>
                <c:pt idx="19">
                  <c:v>0.40438176748684135</c:v>
                </c:pt>
                <c:pt idx="20">
                  <c:v>0.4101201390999511</c:v>
                </c:pt>
                <c:pt idx="21">
                  <c:v>0.41492195274009991</c:v>
                </c:pt>
                <c:pt idx="22">
                  <c:v>0.41321024958316377</c:v>
                </c:pt>
                <c:pt idx="23">
                  <c:v>0.41800222779177099</c:v>
                </c:pt>
                <c:pt idx="24">
                  <c:v>0.41622219577521158</c:v>
                </c:pt>
                <c:pt idx="25">
                  <c:v>0.41769134495653654</c:v>
                </c:pt>
                <c:pt idx="26">
                  <c:v>0.41923791338535327</c:v>
                </c:pt>
                <c:pt idx="27">
                  <c:v>0.4171123705626455</c:v>
                </c:pt>
                <c:pt idx="28">
                  <c:v>0.41936779647739153</c:v>
                </c:pt>
                <c:pt idx="29">
                  <c:v>0.41879565390835571</c:v>
                </c:pt>
                <c:pt idx="30">
                  <c:v>0.41769965647557922</c:v>
                </c:pt>
                <c:pt idx="31">
                  <c:v>0.41777450739961686</c:v>
                </c:pt>
                <c:pt idx="32">
                  <c:v>0.41866666911378847</c:v>
                </c:pt>
                <c:pt idx="33">
                  <c:v>0.41408377788426431</c:v>
                </c:pt>
                <c:pt idx="34">
                  <c:v>0.41442982448864035</c:v>
                </c:pt>
                <c:pt idx="35">
                  <c:v>0.41365599206954917</c:v>
                </c:pt>
                <c:pt idx="36">
                  <c:v>0.41601226808826219</c:v>
                </c:pt>
                <c:pt idx="37">
                  <c:v>0.41598698984307558</c:v>
                </c:pt>
                <c:pt idx="38">
                  <c:v>0.4205406528947187</c:v>
                </c:pt>
                <c:pt idx="39">
                  <c:v>0.4167412335328608</c:v>
                </c:pt>
                <c:pt idx="40">
                  <c:v>0.4175442779816137</c:v>
                </c:pt>
                <c:pt idx="41">
                  <c:v>0.41713456373045782</c:v>
                </c:pt>
                <c:pt idx="42">
                  <c:v>0.41843544160531171</c:v>
                </c:pt>
                <c:pt idx="43">
                  <c:v>0.42453547169236533</c:v>
                </c:pt>
                <c:pt idx="44">
                  <c:v>0.42094459315013666</c:v>
                </c:pt>
                <c:pt idx="45">
                  <c:v>0.41927266680991976</c:v>
                </c:pt>
                <c:pt idx="46">
                  <c:v>0.42137429864940107</c:v>
                </c:pt>
                <c:pt idx="47">
                  <c:v>0.42091638893524219</c:v>
                </c:pt>
                <c:pt idx="48">
                  <c:v>0.41985462464007189</c:v>
                </c:pt>
                <c:pt idx="49">
                  <c:v>0.41843673983940854</c:v>
                </c:pt>
                <c:pt idx="50">
                  <c:v>0.41850418906564424</c:v>
                </c:pt>
                <c:pt idx="51">
                  <c:v>0.41804107538243462</c:v>
                </c:pt>
                <c:pt idx="52">
                  <c:v>0.41625076811763789</c:v>
                </c:pt>
                <c:pt idx="53">
                  <c:v>0.41357369658901066</c:v>
                </c:pt>
                <c:pt idx="54">
                  <c:v>0.41195175905954912</c:v>
                </c:pt>
                <c:pt idx="55">
                  <c:v>0.41312972963952332</c:v>
                </c:pt>
                <c:pt idx="56">
                  <c:v>0.4163068613649501</c:v>
                </c:pt>
                <c:pt idx="57">
                  <c:v>0.41732793365625237</c:v>
                </c:pt>
                <c:pt idx="58">
                  <c:v>0.41742420025747862</c:v>
                </c:pt>
                <c:pt idx="59">
                  <c:v>0.41957906101704961</c:v>
                </c:pt>
                <c:pt idx="60">
                  <c:v>0.42225213895702174</c:v>
                </c:pt>
                <c:pt idx="61">
                  <c:v>0.4214060421247311</c:v>
                </c:pt>
                <c:pt idx="62">
                  <c:v>0.41934914019630121</c:v>
                </c:pt>
                <c:pt idx="63">
                  <c:v>0.41828383902165345</c:v>
                </c:pt>
                <c:pt idx="64">
                  <c:v>0.42338848641463683</c:v>
                </c:pt>
                <c:pt idx="65">
                  <c:v>0.42444473198991078</c:v>
                </c:pt>
                <c:pt idx="66">
                  <c:v>0.42321307677922559</c:v>
                </c:pt>
                <c:pt idx="67">
                  <c:v>0.42464761189449063</c:v>
                </c:pt>
                <c:pt idx="68">
                  <c:v>0.4230091237364364</c:v>
                </c:pt>
                <c:pt idx="69">
                  <c:v>0.42201285313330844</c:v>
                </c:pt>
                <c:pt idx="70">
                  <c:v>0.41708248203978493</c:v>
                </c:pt>
                <c:pt idx="71">
                  <c:v>0.4212728816945458</c:v>
                </c:pt>
                <c:pt idx="72">
                  <c:v>0.42528886042610053</c:v>
                </c:pt>
                <c:pt idx="73">
                  <c:v>0.42662649059721136</c:v>
                </c:pt>
                <c:pt idx="74">
                  <c:v>0.4210930516907414</c:v>
                </c:pt>
                <c:pt idx="75">
                  <c:v>0.41907961575118269</c:v>
                </c:pt>
                <c:pt idx="76">
                  <c:v>0.4190090425153033</c:v>
                </c:pt>
                <c:pt idx="77">
                  <c:v>0.41473542350748444</c:v>
                </c:pt>
                <c:pt idx="78">
                  <c:v>0.41327990856896535</c:v>
                </c:pt>
                <c:pt idx="79">
                  <c:v>0.41428255704634953</c:v>
                </c:pt>
                <c:pt idx="80">
                  <c:v>0.41695455160467376</c:v>
                </c:pt>
                <c:pt idx="81">
                  <c:v>0.41258932678078586</c:v>
                </c:pt>
                <c:pt idx="82">
                  <c:v>0.41360832747957443</c:v>
                </c:pt>
                <c:pt idx="83">
                  <c:v>0.41528875639837448</c:v>
                </c:pt>
                <c:pt idx="84">
                  <c:v>0.41894849379352006</c:v>
                </c:pt>
                <c:pt idx="85">
                  <c:v>0.42349974094989923</c:v>
                </c:pt>
                <c:pt idx="86">
                  <c:v>0.42816858326926499</c:v>
                </c:pt>
                <c:pt idx="87">
                  <c:v>0.4295624087688133</c:v>
                </c:pt>
                <c:pt idx="88">
                  <c:v>0.42757709694422741</c:v>
                </c:pt>
                <c:pt idx="89">
                  <c:v>0.42661897962681594</c:v>
                </c:pt>
                <c:pt idx="90">
                  <c:v>0.427701049819878</c:v>
                </c:pt>
                <c:pt idx="91">
                  <c:v>0.42832909721898915</c:v>
                </c:pt>
                <c:pt idx="92">
                  <c:v>0.42528790556593299</c:v>
                </c:pt>
                <c:pt idx="93">
                  <c:v>0.42388475301349771</c:v>
                </c:pt>
                <c:pt idx="94">
                  <c:v>0.42419431436298805</c:v>
                </c:pt>
                <c:pt idx="95">
                  <c:v>0.42665471495424528</c:v>
                </c:pt>
                <c:pt idx="96">
                  <c:v>0.42608109876568567</c:v>
                </c:pt>
                <c:pt idx="97">
                  <c:v>0.42819508199899414</c:v>
                </c:pt>
                <c:pt idx="98">
                  <c:v>0.42391964064243765</c:v>
                </c:pt>
                <c:pt idx="99">
                  <c:v>0.42757166945395364</c:v>
                </c:pt>
                <c:pt idx="100">
                  <c:v>0.42796590310775712</c:v>
                </c:pt>
                <c:pt idx="101">
                  <c:v>0.4309413614343261</c:v>
                </c:pt>
                <c:pt idx="102">
                  <c:v>0.43012012000787903</c:v>
                </c:pt>
                <c:pt idx="103">
                  <c:v>0.434214846587343</c:v>
                </c:pt>
                <c:pt idx="104">
                  <c:v>0.43483115783750415</c:v>
                </c:pt>
                <c:pt idx="105">
                  <c:v>0.43044433979395563</c:v>
                </c:pt>
                <c:pt idx="106">
                  <c:v>0.43001478133475579</c:v>
                </c:pt>
                <c:pt idx="107">
                  <c:v>0.43046821284562226</c:v>
                </c:pt>
                <c:pt idx="108">
                  <c:v>0.43278313708890942</c:v>
                </c:pt>
                <c:pt idx="109">
                  <c:v>0.43294553445945</c:v>
                </c:pt>
                <c:pt idx="110">
                  <c:v>0.4321529100720673</c:v>
                </c:pt>
                <c:pt idx="111">
                  <c:v>0.43440558384900313</c:v>
                </c:pt>
                <c:pt idx="112">
                  <c:v>0.43181971249238055</c:v>
                </c:pt>
                <c:pt idx="113">
                  <c:v>0.43016028793270622</c:v>
                </c:pt>
                <c:pt idx="114">
                  <c:v>0.4310997543742276</c:v>
                </c:pt>
                <c:pt idx="115">
                  <c:v>0.42940333166354594</c:v>
                </c:pt>
                <c:pt idx="116">
                  <c:v>0.42682880459982803</c:v>
                </c:pt>
                <c:pt idx="117">
                  <c:v>0.42525323606411436</c:v>
                </c:pt>
                <c:pt idx="118">
                  <c:v>0.42935403249089577</c:v>
                </c:pt>
                <c:pt idx="119">
                  <c:v>0.42718025626301109</c:v>
                </c:pt>
                <c:pt idx="120">
                  <c:v>0.42845972623414935</c:v>
                </c:pt>
                <c:pt idx="121">
                  <c:v>0.42926540494061766</c:v>
                </c:pt>
                <c:pt idx="122">
                  <c:v>0.42869627056318099</c:v>
                </c:pt>
                <c:pt idx="123">
                  <c:v>0.43063193168759883</c:v>
                </c:pt>
                <c:pt idx="124">
                  <c:v>0.43153801949396281</c:v>
                </c:pt>
                <c:pt idx="125">
                  <c:v>0.4378741496670786</c:v>
                </c:pt>
                <c:pt idx="126">
                  <c:v>0.4404465125774823</c:v>
                </c:pt>
                <c:pt idx="127">
                  <c:v>0.43952143323054343</c:v>
                </c:pt>
                <c:pt idx="128">
                  <c:v>0.43887445500994732</c:v>
                </c:pt>
                <c:pt idx="129">
                  <c:v>0.43782587624291719</c:v>
                </c:pt>
                <c:pt idx="130">
                  <c:v>0.43871035408356684</c:v>
                </c:pt>
                <c:pt idx="131">
                  <c:v>0.43670909204733172</c:v>
                </c:pt>
                <c:pt idx="132">
                  <c:v>0.43755989487775043</c:v>
                </c:pt>
                <c:pt idx="133">
                  <c:v>0.43756852621650066</c:v>
                </c:pt>
                <c:pt idx="134">
                  <c:v>0.43520911055501188</c:v>
                </c:pt>
                <c:pt idx="135">
                  <c:v>0.43420271519348402</c:v>
                </c:pt>
                <c:pt idx="136">
                  <c:v>0.43357246138684846</c:v>
                </c:pt>
                <c:pt idx="137">
                  <c:v>0.4320908853439438</c:v>
                </c:pt>
                <c:pt idx="138">
                  <c:v>0.43048366475384581</c:v>
                </c:pt>
                <c:pt idx="139">
                  <c:v>0.35798857705687759</c:v>
                </c:pt>
                <c:pt idx="140">
                  <c:v>0.35825904020038529</c:v>
                </c:pt>
                <c:pt idx="141">
                  <c:v>0.42594239055965433</c:v>
                </c:pt>
                <c:pt idx="142">
                  <c:v>0.42925495565521826</c:v>
                </c:pt>
                <c:pt idx="143">
                  <c:v>0.409590986356766</c:v>
                </c:pt>
                <c:pt idx="144">
                  <c:v>0.32570235994815111</c:v>
                </c:pt>
                <c:pt idx="145">
                  <c:v>0.43235503874658221</c:v>
                </c:pt>
                <c:pt idx="146">
                  <c:v>0.43533501348588993</c:v>
                </c:pt>
                <c:pt idx="147">
                  <c:v>0.43767028471143399</c:v>
                </c:pt>
                <c:pt idx="148">
                  <c:v>0.410954410927861</c:v>
                </c:pt>
                <c:pt idx="149">
                  <c:v>0.51227164498511957</c:v>
                </c:pt>
                <c:pt idx="150">
                  <c:v>0.50559080147474744</c:v>
                </c:pt>
                <c:pt idx="151">
                  <c:v>0.43604458997813911</c:v>
                </c:pt>
                <c:pt idx="152">
                  <c:v>0.44120676147817156</c:v>
                </c:pt>
                <c:pt idx="153">
                  <c:v>0.46242184054863672</c:v>
                </c:pt>
                <c:pt idx="154">
                  <c:v>0.45849940238617809</c:v>
                </c:pt>
                <c:pt idx="155">
                  <c:v>0.42415608480439315</c:v>
                </c:pt>
                <c:pt idx="156">
                  <c:v>0.41685438143376752</c:v>
                </c:pt>
                <c:pt idx="157">
                  <c:v>0.40692753362535394</c:v>
                </c:pt>
                <c:pt idx="158">
                  <c:v>0.37578255426651197</c:v>
                </c:pt>
                <c:pt idx="159">
                  <c:v>0.33757142642535692</c:v>
                </c:pt>
                <c:pt idx="160">
                  <c:v>0.38155774940024223</c:v>
                </c:pt>
                <c:pt idx="161">
                  <c:v>0.40099534063959902</c:v>
                </c:pt>
                <c:pt idx="162">
                  <c:v>0.39736833537124922</c:v>
                </c:pt>
                <c:pt idx="163">
                  <c:v>0.34670130180258113</c:v>
                </c:pt>
                <c:pt idx="164">
                  <c:v>0.33431064368689956</c:v>
                </c:pt>
                <c:pt idx="165">
                  <c:v>0.38245155823371135</c:v>
                </c:pt>
                <c:pt idx="166">
                  <c:v>0.42087114405205067</c:v>
                </c:pt>
                <c:pt idx="167">
                  <c:v>0.43036981827691989</c:v>
                </c:pt>
                <c:pt idx="168">
                  <c:v>0.4363497746266502</c:v>
                </c:pt>
                <c:pt idx="169">
                  <c:v>0.48609441191385599</c:v>
                </c:pt>
                <c:pt idx="170">
                  <c:v>0.4516325794972193</c:v>
                </c:pt>
                <c:pt idx="171">
                  <c:v>0.44059783057225232</c:v>
                </c:pt>
                <c:pt idx="172">
                  <c:v>0.43284480371924183</c:v>
                </c:pt>
                <c:pt idx="173">
                  <c:v>0.43889047306242335</c:v>
                </c:pt>
                <c:pt idx="174">
                  <c:v>0.46157778790608039</c:v>
                </c:pt>
                <c:pt idx="175">
                  <c:v>0.45985830348837392</c:v>
                </c:pt>
                <c:pt idx="176">
                  <c:v>0.46115861015459769</c:v>
                </c:pt>
                <c:pt idx="177">
                  <c:v>0.46672876187723122</c:v>
                </c:pt>
                <c:pt idx="178">
                  <c:v>0.47109339673767425</c:v>
                </c:pt>
                <c:pt idx="179">
                  <c:v>0.4694217877569305</c:v>
                </c:pt>
                <c:pt idx="180">
                  <c:v>0.46517611877438358</c:v>
                </c:pt>
                <c:pt idx="181">
                  <c:v>0.45747167854640852</c:v>
                </c:pt>
                <c:pt idx="182">
                  <c:v>0.4420181474019137</c:v>
                </c:pt>
                <c:pt idx="183">
                  <c:v>0.45095374787308751</c:v>
                </c:pt>
                <c:pt idx="184">
                  <c:v>0.45131250975501869</c:v>
                </c:pt>
                <c:pt idx="185">
                  <c:v>0.44299255272030769</c:v>
                </c:pt>
                <c:pt idx="186">
                  <c:v>0.44355893730972012</c:v>
                </c:pt>
                <c:pt idx="187">
                  <c:v>0.44373157513303707</c:v>
                </c:pt>
                <c:pt idx="188">
                  <c:v>0.44371776542758096</c:v>
                </c:pt>
                <c:pt idx="189">
                  <c:v>0.44567627904322143</c:v>
                </c:pt>
                <c:pt idx="190">
                  <c:v>0.447970410753322</c:v>
                </c:pt>
                <c:pt idx="191">
                  <c:v>0.44709254105510449</c:v>
                </c:pt>
                <c:pt idx="192">
                  <c:v>0.44456719097130137</c:v>
                </c:pt>
                <c:pt idx="193">
                  <c:v>0.44466019321854056</c:v>
                </c:pt>
                <c:pt idx="194">
                  <c:v>0.44517488544828759</c:v>
                </c:pt>
                <c:pt idx="195">
                  <c:v>0.44524879541719248</c:v>
                </c:pt>
                <c:pt idx="196">
                  <c:v>0.44575431958940182</c:v>
                </c:pt>
                <c:pt idx="197">
                  <c:v>0.44608279317676169</c:v>
                </c:pt>
                <c:pt idx="198">
                  <c:v>0.44492855227726247</c:v>
                </c:pt>
                <c:pt idx="199">
                  <c:v>0.4439743235826103</c:v>
                </c:pt>
                <c:pt idx="200">
                  <c:v>0.44477664875637962</c:v>
                </c:pt>
                <c:pt idx="201">
                  <c:v>0.4475461938240699</c:v>
                </c:pt>
                <c:pt idx="202">
                  <c:v>0.44891507246644241</c:v>
                </c:pt>
                <c:pt idx="203">
                  <c:v>0.44733417953355142</c:v>
                </c:pt>
                <c:pt idx="204">
                  <c:v>0.44692778144197809</c:v>
                </c:pt>
                <c:pt idx="205">
                  <c:v>0.44434576975807083</c:v>
                </c:pt>
                <c:pt idx="206">
                  <c:v>0.44267247099082885</c:v>
                </c:pt>
                <c:pt idx="207">
                  <c:v>0.44346464637772837</c:v>
                </c:pt>
                <c:pt idx="208">
                  <c:v>0.44252999218565642</c:v>
                </c:pt>
                <c:pt idx="209">
                  <c:v>0.44252160878596192</c:v>
                </c:pt>
                <c:pt idx="210">
                  <c:v>0.44272530808528959</c:v>
                </c:pt>
                <c:pt idx="211">
                  <c:v>0.44191484595285874</c:v>
                </c:pt>
                <c:pt idx="212">
                  <c:v>0.44178204942085353</c:v>
                </c:pt>
                <c:pt idx="213">
                  <c:v>0.44151670153003691</c:v>
                </c:pt>
                <c:pt idx="214">
                  <c:v>0.4443498503965273</c:v>
                </c:pt>
                <c:pt idx="215">
                  <c:v>0.44784306659547873</c:v>
                </c:pt>
                <c:pt idx="216">
                  <c:v>0.44888887353519968</c:v>
                </c:pt>
                <c:pt idx="217">
                  <c:v>0.44937417459617424</c:v>
                </c:pt>
                <c:pt idx="218">
                  <c:v>0.45291853502243823</c:v>
                </c:pt>
                <c:pt idx="219">
                  <c:v>0.45564619775011433</c:v>
                </c:pt>
                <c:pt idx="220">
                  <c:v>0.45252023220545856</c:v>
                </c:pt>
                <c:pt idx="221">
                  <c:v>0.45325015597435647</c:v>
                </c:pt>
                <c:pt idx="222">
                  <c:v>0.449290353638229</c:v>
                </c:pt>
                <c:pt idx="223">
                  <c:v>0.45004669385400159</c:v>
                </c:pt>
                <c:pt idx="224">
                  <c:v>0.45037704208491486</c:v>
                </c:pt>
                <c:pt idx="225">
                  <c:v>0.44978366826782068</c:v>
                </c:pt>
                <c:pt idx="226">
                  <c:v>0.44853641488840162</c:v>
                </c:pt>
                <c:pt idx="227">
                  <c:v>0.44593604559135652</c:v>
                </c:pt>
                <c:pt idx="228">
                  <c:v>0.45032625615170291</c:v>
                </c:pt>
                <c:pt idx="229">
                  <c:v>0.44847116831487033</c:v>
                </c:pt>
                <c:pt idx="230">
                  <c:v>0.44827278115428887</c:v>
                </c:pt>
                <c:pt idx="231">
                  <c:v>0.45019277390347706</c:v>
                </c:pt>
                <c:pt idx="232">
                  <c:v>0.45583621665372503</c:v>
                </c:pt>
                <c:pt idx="233">
                  <c:v>0.45632473484568625</c:v>
                </c:pt>
                <c:pt idx="234">
                  <c:v>0.45273289523421689</c:v>
                </c:pt>
                <c:pt idx="235">
                  <c:v>0.4543291930418325</c:v>
                </c:pt>
                <c:pt idx="236">
                  <c:v>0.45508265248720903</c:v>
                </c:pt>
                <c:pt idx="237">
                  <c:v>0.45593924625917154</c:v>
                </c:pt>
                <c:pt idx="238">
                  <c:v>0.45324206073347212</c:v>
                </c:pt>
                <c:pt idx="239">
                  <c:v>0.45356986332334687</c:v>
                </c:pt>
                <c:pt idx="240">
                  <c:v>0.4558053119720924</c:v>
                </c:pt>
                <c:pt idx="241">
                  <c:v>0.45470782150111155</c:v>
                </c:pt>
                <c:pt idx="242">
                  <c:v>0.45131810160874575</c:v>
                </c:pt>
                <c:pt idx="243">
                  <c:v>0.45055378686343173</c:v>
                </c:pt>
                <c:pt idx="244">
                  <c:v>0.45192228636844817</c:v>
                </c:pt>
                <c:pt idx="245">
                  <c:v>0.45143923504689182</c:v>
                </c:pt>
                <c:pt idx="246">
                  <c:v>0.45259654295949847</c:v>
                </c:pt>
                <c:pt idx="247">
                  <c:v>0.45124997436428854</c:v>
                </c:pt>
                <c:pt idx="248">
                  <c:v>0.45003999446826232</c:v>
                </c:pt>
                <c:pt idx="249">
                  <c:v>0.4485682838954641</c:v>
                </c:pt>
                <c:pt idx="250">
                  <c:v>0.44798956997940004</c:v>
                </c:pt>
                <c:pt idx="251">
                  <c:v>0.45116699077599376</c:v>
                </c:pt>
                <c:pt idx="252">
                  <c:v>0.45322092218967741</c:v>
                </c:pt>
                <c:pt idx="253">
                  <c:v>0.45209948382205001</c:v>
                </c:pt>
                <c:pt idx="254">
                  <c:v>0.4511811246923576</c:v>
                </c:pt>
                <c:pt idx="255">
                  <c:v>0.45205529064557504</c:v>
                </c:pt>
                <c:pt idx="256">
                  <c:v>0.45329502285708345</c:v>
                </c:pt>
                <c:pt idx="257">
                  <c:v>0.45271910721323427</c:v>
                </c:pt>
                <c:pt idx="258">
                  <c:v>0.45232326344308921</c:v>
                </c:pt>
                <c:pt idx="259">
                  <c:v>0.4566676357050084</c:v>
                </c:pt>
                <c:pt idx="260">
                  <c:v>0.45721689025986184</c:v>
                </c:pt>
                <c:pt idx="261">
                  <c:v>0.45616860752225863</c:v>
                </c:pt>
                <c:pt idx="262">
                  <c:v>0.45365259502723809</c:v>
                </c:pt>
                <c:pt idx="263">
                  <c:v>0.4558828045346533</c:v>
                </c:pt>
                <c:pt idx="264">
                  <c:v>0.45580215493548604</c:v>
                </c:pt>
                <c:pt idx="265">
                  <c:v>0.45602977466430772</c:v>
                </c:pt>
                <c:pt idx="266">
                  <c:v>0.45411797757716393</c:v>
                </c:pt>
                <c:pt idx="267">
                  <c:v>0.4544809164502549</c:v>
                </c:pt>
                <c:pt idx="268">
                  <c:v>0.4573454573184807</c:v>
                </c:pt>
                <c:pt idx="269">
                  <c:v>0.45543546769522242</c:v>
                </c:pt>
                <c:pt idx="270">
                  <c:v>0.45428579270906028</c:v>
                </c:pt>
                <c:pt idx="271">
                  <c:v>0.44869059380183818</c:v>
                </c:pt>
                <c:pt idx="272">
                  <c:v>0.44902571916985184</c:v>
                </c:pt>
                <c:pt idx="273">
                  <c:v>0.45157724989615144</c:v>
                </c:pt>
                <c:pt idx="274">
                  <c:v>0.45116632136530943</c:v>
                </c:pt>
                <c:pt idx="275">
                  <c:v>0.44928720700399827</c:v>
                </c:pt>
                <c:pt idx="276">
                  <c:v>0.44649367933235506</c:v>
                </c:pt>
                <c:pt idx="277">
                  <c:v>0.45161605100011548</c:v>
                </c:pt>
                <c:pt idx="278">
                  <c:v>0.45230388230102514</c:v>
                </c:pt>
                <c:pt idx="279">
                  <c:v>0.45341439596650257</c:v>
                </c:pt>
                <c:pt idx="280">
                  <c:v>0.45461148025367026</c:v>
                </c:pt>
                <c:pt idx="281">
                  <c:v>0.45768683992276754</c:v>
                </c:pt>
                <c:pt idx="282">
                  <c:v>0.45813823274745313</c:v>
                </c:pt>
                <c:pt idx="283">
                  <c:v>0.45572499897268243</c:v>
                </c:pt>
                <c:pt idx="284">
                  <c:v>0.45848769834536673</c:v>
                </c:pt>
                <c:pt idx="285">
                  <c:v>0.4550373370354201</c:v>
                </c:pt>
                <c:pt idx="286">
                  <c:v>0.45274912190546301</c:v>
                </c:pt>
                <c:pt idx="287">
                  <c:v>0.45518053547563719</c:v>
                </c:pt>
                <c:pt idx="288">
                  <c:v>0.43515483785179365</c:v>
                </c:pt>
                <c:pt idx="289">
                  <c:v>0.43459679766413195</c:v>
                </c:pt>
                <c:pt idx="290">
                  <c:v>0.44872831394737989</c:v>
                </c:pt>
                <c:pt idx="291">
                  <c:v>0.45542651649886157</c:v>
                </c:pt>
                <c:pt idx="292">
                  <c:v>0.4533503810990625</c:v>
                </c:pt>
                <c:pt idx="293">
                  <c:v>0.43174573319432974</c:v>
                </c:pt>
                <c:pt idx="294">
                  <c:v>0.45399122387571289</c:v>
                </c:pt>
                <c:pt idx="295">
                  <c:v>0.46315164428508288</c:v>
                </c:pt>
                <c:pt idx="296">
                  <c:v>0.46545526029082612</c:v>
                </c:pt>
                <c:pt idx="297">
                  <c:v>0.45950812505335831</c:v>
                </c:pt>
                <c:pt idx="298">
                  <c:v>0.47771958998133546</c:v>
                </c:pt>
                <c:pt idx="299">
                  <c:v>0.47976484558866267</c:v>
                </c:pt>
                <c:pt idx="300">
                  <c:v>0.46108073754257212</c:v>
                </c:pt>
                <c:pt idx="301">
                  <c:v>0.45775631724001503</c:v>
                </c:pt>
                <c:pt idx="302">
                  <c:v>0.45984688265715684</c:v>
                </c:pt>
                <c:pt idx="303">
                  <c:v>0.46111982766831788</c:v>
                </c:pt>
                <c:pt idx="304">
                  <c:v>0.46103596347872439</c:v>
                </c:pt>
                <c:pt idx="305">
                  <c:v>0.45898096010826139</c:v>
                </c:pt>
                <c:pt idx="306">
                  <c:v>0.4538319199767088</c:v>
                </c:pt>
                <c:pt idx="307">
                  <c:v>0.45775015127671309</c:v>
                </c:pt>
                <c:pt idx="308">
                  <c:v>0.45985619854018089</c:v>
                </c:pt>
                <c:pt idx="309">
                  <c:v>0.46034723823499885</c:v>
                </c:pt>
                <c:pt idx="310">
                  <c:v>0.45918930492435639</c:v>
                </c:pt>
                <c:pt idx="311">
                  <c:v>0.45926547483775043</c:v>
                </c:pt>
                <c:pt idx="312">
                  <c:v>0.45879788588046888</c:v>
                </c:pt>
                <c:pt idx="313">
                  <c:v>0.45627196052460134</c:v>
                </c:pt>
                <c:pt idx="314">
                  <c:v>0.45653913947782904</c:v>
                </c:pt>
                <c:pt idx="315">
                  <c:v>0.45255834571275838</c:v>
                </c:pt>
                <c:pt idx="316">
                  <c:v>0.45160536844943938</c:v>
                </c:pt>
                <c:pt idx="317">
                  <c:v>0.45334016684227624</c:v>
                </c:pt>
                <c:pt idx="318">
                  <c:v>0.4576493420363259</c:v>
                </c:pt>
                <c:pt idx="319">
                  <c:v>0.4556129695628417</c:v>
                </c:pt>
                <c:pt idx="320">
                  <c:v>0.45398322938835051</c:v>
                </c:pt>
                <c:pt idx="321">
                  <c:v>0.45758260909501458</c:v>
                </c:pt>
                <c:pt idx="322">
                  <c:v>0.46047697879679828</c:v>
                </c:pt>
                <c:pt idx="323">
                  <c:v>0.45931691611840036</c:v>
                </c:pt>
                <c:pt idx="324">
                  <c:v>0.45866138478656004</c:v>
                </c:pt>
                <c:pt idx="325">
                  <c:v>0.46253118804635523</c:v>
                </c:pt>
                <c:pt idx="326">
                  <c:v>0.46311599539413145</c:v>
                </c:pt>
                <c:pt idx="327">
                  <c:v>0.46000580592411516</c:v>
                </c:pt>
                <c:pt idx="328">
                  <c:v>0.45671163953180277</c:v>
                </c:pt>
                <c:pt idx="329">
                  <c:v>0.4600718791193078</c:v>
                </c:pt>
                <c:pt idx="330">
                  <c:v>0.4619954434876119</c:v>
                </c:pt>
                <c:pt idx="331">
                  <c:v>0.45905963380173215</c:v>
                </c:pt>
                <c:pt idx="332">
                  <c:v>0.45866587334942643</c:v>
                </c:pt>
                <c:pt idx="333">
                  <c:v>0.4608916119357046</c:v>
                </c:pt>
                <c:pt idx="334">
                  <c:v>0.46061762157623809</c:v>
                </c:pt>
                <c:pt idx="335">
                  <c:v>0.4538171287201973</c:v>
                </c:pt>
                <c:pt idx="336">
                  <c:v>0.45892163574272848</c:v>
                </c:pt>
                <c:pt idx="337">
                  <c:v>0.46001715771506119</c:v>
                </c:pt>
                <c:pt idx="338">
                  <c:v>0.46123812672359865</c:v>
                </c:pt>
                <c:pt idx="339">
                  <c:v>0.45520024904921591</c:v>
                </c:pt>
                <c:pt idx="340">
                  <c:v>0.45709036046032253</c:v>
                </c:pt>
                <c:pt idx="341">
                  <c:v>0.4620364450683429</c:v>
                </c:pt>
                <c:pt idx="342">
                  <c:v>0.46359943242576229</c:v>
                </c:pt>
                <c:pt idx="343">
                  <c:v>0.46416451623214555</c:v>
                </c:pt>
                <c:pt idx="344">
                  <c:v>0.46129015907818832</c:v>
                </c:pt>
                <c:pt idx="345">
                  <c:v>0.46564645821025669</c:v>
                </c:pt>
                <c:pt idx="346">
                  <c:v>0.46644004694153823</c:v>
                </c:pt>
                <c:pt idx="347">
                  <c:v>0.46368769869675536</c:v>
                </c:pt>
                <c:pt idx="348">
                  <c:v>0.4629765287066489</c:v>
                </c:pt>
                <c:pt idx="349">
                  <c:v>0.45149364958758226</c:v>
                </c:pt>
                <c:pt idx="350">
                  <c:v>0.45422343156850609</c:v>
                </c:pt>
                <c:pt idx="351">
                  <c:v>0.4642118270576937</c:v>
                </c:pt>
                <c:pt idx="352">
                  <c:v>0.46477458822217199</c:v>
                </c:pt>
                <c:pt idx="353">
                  <c:v>0.45257073177159268</c:v>
                </c:pt>
                <c:pt idx="354">
                  <c:v>0.4403002580581204</c:v>
                </c:pt>
                <c:pt idx="355">
                  <c:v>0.45978178299719336</c:v>
                </c:pt>
                <c:pt idx="356">
                  <c:v>0.45781501329191066</c:v>
                </c:pt>
                <c:pt idx="357">
                  <c:v>0.45829015261044009</c:v>
                </c:pt>
                <c:pt idx="358">
                  <c:v>0.44972336469755059</c:v>
                </c:pt>
                <c:pt idx="359">
                  <c:v>0.47091086749095112</c:v>
                </c:pt>
                <c:pt idx="360">
                  <c:v>0.47062068061764295</c:v>
                </c:pt>
                <c:pt idx="361">
                  <c:v>0.45974998224809893</c:v>
                </c:pt>
                <c:pt idx="362">
                  <c:v>0.45893640098680183</c:v>
                </c:pt>
                <c:pt idx="363">
                  <c:v>0.47127430741755816</c:v>
                </c:pt>
                <c:pt idx="364">
                  <c:v>0.4760354464360379</c:v>
                </c:pt>
                <c:pt idx="365">
                  <c:v>0.46966805244628423</c:v>
                </c:pt>
                <c:pt idx="366">
                  <c:v>0.46768863202689115</c:v>
                </c:pt>
                <c:pt idx="367">
                  <c:v>0.46936574674454751</c:v>
                </c:pt>
                <c:pt idx="368">
                  <c:v>0.47019883337846458</c:v>
                </c:pt>
                <c:pt idx="369">
                  <c:v>0.46916872116616309</c:v>
                </c:pt>
                <c:pt idx="370">
                  <c:v>0.46624056696932392</c:v>
                </c:pt>
                <c:pt idx="371">
                  <c:v>0.46614281645204442</c:v>
                </c:pt>
                <c:pt idx="372">
                  <c:v>0.46522581899338578</c:v>
                </c:pt>
                <c:pt idx="373">
                  <c:v>0.46360757007577325</c:v>
                </c:pt>
                <c:pt idx="374">
                  <c:v>0.45983284264657026</c:v>
                </c:pt>
                <c:pt idx="375">
                  <c:v>0.46118816288281556</c:v>
                </c:pt>
                <c:pt idx="376">
                  <c:v>0.46272083980888051</c:v>
                </c:pt>
                <c:pt idx="377">
                  <c:v>0.46242325431756143</c:v>
                </c:pt>
                <c:pt idx="378">
                  <c:v>0.46240834821570931</c:v>
                </c:pt>
                <c:pt idx="379">
                  <c:v>0.46013111814230762</c:v>
                </c:pt>
                <c:pt idx="380">
                  <c:v>0.46039789120629726</c:v>
                </c:pt>
                <c:pt idx="381">
                  <c:v>0.46317761542887292</c:v>
                </c:pt>
                <c:pt idx="382">
                  <c:v>0.4583457960141748</c:v>
                </c:pt>
                <c:pt idx="383">
                  <c:v>0.45681696464072091</c:v>
                </c:pt>
                <c:pt idx="384">
                  <c:v>0.45942046943758102</c:v>
                </c:pt>
                <c:pt idx="385">
                  <c:v>0.46315256445732833</c:v>
                </c:pt>
                <c:pt idx="386">
                  <c:v>0.46222523236711138</c:v>
                </c:pt>
                <c:pt idx="387">
                  <c:v>0.45632861952422415</c:v>
                </c:pt>
                <c:pt idx="388">
                  <c:v>0.46227951824301156</c:v>
                </c:pt>
                <c:pt idx="389">
                  <c:v>0.46174894719900961</c:v>
                </c:pt>
                <c:pt idx="390">
                  <c:v>0.46156694522685582</c:v>
                </c:pt>
                <c:pt idx="391">
                  <c:v>0.46179792970762107</c:v>
                </c:pt>
                <c:pt idx="392">
                  <c:v>0.46687502536465009</c:v>
                </c:pt>
                <c:pt idx="393">
                  <c:v>0.46879564282766284</c:v>
                </c:pt>
                <c:pt idx="394">
                  <c:v>0.4614305444772771</c:v>
                </c:pt>
                <c:pt idx="395">
                  <c:v>0.46427636148544982</c:v>
                </c:pt>
                <c:pt idx="396">
                  <c:v>0.46493667904524705</c:v>
                </c:pt>
                <c:pt idx="397">
                  <c:v>0.46474189883135641</c:v>
                </c:pt>
                <c:pt idx="398">
                  <c:v>0.46314768041005572</c:v>
                </c:pt>
                <c:pt idx="399">
                  <c:v>0.46433367034660405</c:v>
                </c:pt>
                <c:pt idx="400">
                  <c:v>0.46333497291985826</c:v>
                </c:pt>
                <c:pt idx="401">
                  <c:v>0.46367753399580364</c:v>
                </c:pt>
                <c:pt idx="402">
                  <c:v>0.46621383509111725</c:v>
                </c:pt>
                <c:pt idx="403">
                  <c:v>0.46656809512317698</c:v>
                </c:pt>
                <c:pt idx="404">
                  <c:v>0.46232747258897594</c:v>
                </c:pt>
                <c:pt idx="405">
                  <c:v>0.46101416412552537</c:v>
                </c:pt>
                <c:pt idx="406">
                  <c:v>0.46841158312197917</c:v>
                </c:pt>
                <c:pt idx="407">
                  <c:v>0.46940480987440242</c:v>
                </c:pt>
                <c:pt idx="408">
                  <c:v>0.47007170072048343</c:v>
                </c:pt>
                <c:pt idx="409">
                  <c:v>0.46532297858288013</c:v>
                </c:pt>
                <c:pt idx="410">
                  <c:v>0.47083836138312402</c:v>
                </c:pt>
                <c:pt idx="411">
                  <c:v>0.4676671796695745</c:v>
                </c:pt>
                <c:pt idx="412">
                  <c:v>0.4642576772036085</c:v>
                </c:pt>
                <c:pt idx="413">
                  <c:v>0.46299868643146191</c:v>
                </c:pt>
                <c:pt idx="414">
                  <c:v>0.4674217432052386</c:v>
                </c:pt>
                <c:pt idx="415">
                  <c:v>0.46873100695302256</c:v>
                </c:pt>
                <c:pt idx="416">
                  <c:v>0.45707049585757753</c:v>
                </c:pt>
                <c:pt idx="417">
                  <c:v>0.45530741115985401</c:v>
                </c:pt>
                <c:pt idx="418">
                  <c:v>0.46205990291468713</c:v>
                </c:pt>
                <c:pt idx="419">
                  <c:v>0.4628602193593373</c:v>
                </c:pt>
                <c:pt idx="420">
                  <c:v>0.46339757267907861</c:v>
                </c:pt>
                <c:pt idx="421">
                  <c:v>0.45824764551184066</c:v>
                </c:pt>
                <c:pt idx="422">
                  <c:v>0.46326593337012023</c:v>
                </c:pt>
                <c:pt idx="423">
                  <c:v>0.46235159584560703</c:v>
                </c:pt>
                <c:pt idx="424">
                  <c:v>0.46093201175326831</c:v>
                </c:pt>
                <c:pt idx="425">
                  <c:v>0.45874222180376223</c:v>
                </c:pt>
                <c:pt idx="426">
                  <c:v>0.46715686660561434</c:v>
                </c:pt>
                <c:pt idx="427">
                  <c:v>0.46681136684779878</c:v>
                </c:pt>
                <c:pt idx="428">
                  <c:v>0.46035823211213722</c:v>
                </c:pt>
                <c:pt idx="429">
                  <c:v>0.46058177496884661</c:v>
                </c:pt>
                <c:pt idx="430">
                  <c:v>0.46265244261874539</c:v>
                </c:pt>
                <c:pt idx="431">
                  <c:v>0.46536514899738574</c:v>
                </c:pt>
                <c:pt idx="432">
                  <c:v>0.46867034811493108</c:v>
                </c:pt>
                <c:pt idx="433">
                  <c:v>0.46778810629494533</c:v>
                </c:pt>
                <c:pt idx="434">
                  <c:v>0.46718430764314461</c:v>
                </c:pt>
                <c:pt idx="435">
                  <c:v>0.46852498044871221</c:v>
                </c:pt>
                <c:pt idx="436">
                  <c:v>0.46963524554103186</c:v>
                </c:pt>
                <c:pt idx="437">
                  <c:v>0.46937378062091006</c:v>
                </c:pt>
                <c:pt idx="438">
                  <c:v>0.46867644221019472</c:v>
                </c:pt>
                <c:pt idx="439">
                  <c:v>0.46932384020233875</c:v>
                </c:pt>
                <c:pt idx="440">
                  <c:v>0.47040108522360152</c:v>
                </c:pt>
                <c:pt idx="441">
                  <c:v>0.46756646589706757</c:v>
                </c:pt>
                <c:pt idx="442">
                  <c:v>0.46886424106403946</c:v>
                </c:pt>
                <c:pt idx="443">
                  <c:v>0.44189843990320665</c:v>
                </c:pt>
                <c:pt idx="444">
                  <c:v>0.44085543064161881</c:v>
                </c:pt>
                <c:pt idx="445">
                  <c:v>0.46497911177732598</c:v>
                </c:pt>
                <c:pt idx="446">
                  <c:v>0.45839548479823544</c:v>
                </c:pt>
                <c:pt idx="447">
                  <c:v>0.45930065288233968</c:v>
                </c:pt>
                <c:pt idx="448">
                  <c:v>0.43504513795832261</c:v>
                </c:pt>
                <c:pt idx="449">
                  <c:v>0.46359294332608575</c:v>
                </c:pt>
                <c:pt idx="450">
                  <c:v>0.46357354333109696</c:v>
                </c:pt>
                <c:pt idx="451">
                  <c:v>0.45812223205581615</c:v>
                </c:pt>
                <c:pt idx="452">
                  <c:v>0.46558572732860415</c:v>
                </c:pt>
                <c:pt idx="453">
                  <c:v>0.4930116427519195</c:v>
                </c:pt>
                <c:pt idx="454">
                  <c:v>0.49279900863057741</c:v>
                </c:pt>
                <c:pt idx="455">
                  <c:v>0.46483736350414456</c:v>
                </c:pt>
                <c:pt idx="456">
                  <c:v>0.47323022714575291</c:v>
                </c:pt>
                <c:pt idx="457">
                  <c:v>0.47209447769273294</c:v>
                </c:pt>
                <c:pt idx="458">
                  <c:v>0.46507578524216825</c:v>
                </c:pt>
                <c:pt idx="459">
                  <c:v>0.4632663447178581</c:v>
                </c:pt>
                <c:pt idx="460">
                  <c:v>0.46373262224875</c:v>
                </c:pt>
                <c:pt idx="461">
                  <c:v>0.4625347662310681</c:v>
                </c:pt>
                <c:pt idx="462">
                  <c:v>0.46095867631621873</c:v>
                </c:pt>
                <c:pt idx="463">
                  <c:v>0.462860678572596</c:v>
                </c:pt>
                <c:pt idx="464">
                  <c:v>0.46352717040117564</c:v>
                </c:pt>
                <c:pt idx="465">
                  <c:v>0.46799965187236614</c:v>
                </c:pt>
                <c:pt idx="466">
                  <c:v>0.46781722793182212</c:v>
                </c:pt>
                <c:pt idx="467">
                  <c:v>0.46539010057559504</c:v>
                </c:pt>
                <c:pt idx="468">
                  <c:v>0.46548360859734894</c:v>
                </c:pt>
                <c:pt idx="469">
                  <c:v>0.46396732134015728</c:v>
                </c:pt>
                <c:pt idx="470">
                  <c:v>0.46355517003739266</c:v>
                </c:pt>
                <c:pt idx="471">
                  <c:v>0.4664455540924784</c:v>
                </c:pt>
                <c:pt idx="472">
                  <c:v>0.46826613185859534</c:v>
                </c:pt>
                <c:pt idx="473">
                  <c:v>0.47105675271446434</c:v>
                </c:pt>
                <c:pt idx="474">
                  <c:v>0.46344362713105863</c:v>
                </c:pt>
                <c:pt idx="475">
                  <c:v>0.46857230666420591</c:v>
                </c:pt>
                <c:pt idx="476">
                  <c:v>0.46579080173935061</c:v>
                </c:pt>
                <c:pt idx="477">
                  <c:v>0.46860054141023239</c:v>
                </c:pt>
                <c:pt idx="478">
                  <c:v>0.46671622181591477</c:v>
                </c:pt>
                <c:pt idx="479">
                  <c:v>0.4721237585443252</c:v>
                </c:pt>
                <c:pt idx="480">
                  <c:v>0.47377156718131747</c:v>
                </c:pt>
                <c:pt idx="481">
                  <c:v>0.46879292934050004</c:v>
                </c:pt>
                <c:pt idx="482">
                  <c:v>0.46590260897359032</c:v>
                </c:pt>
                <c:pt idx="483">
                  <c:v>0.46519341574190676</c:v>
                </c:pt>
                <c:pt idx="484">
                  <c:v>0.46528777502091573</c:v>
                </c:pt>
                <c:pt idx="485">
                  <c:v>0.46559092487042969</c:v>
                </c:pt>
                <c:pt idx="486">
                  <c:v>0.46619504048295141</c:v>
                </c:pt>
                <c:pt idx="487">
                  <c:v>0.46665630893598781</c:v>
                </c:pt>
                <c:pt idx="488">
                  <c:v>0.46472685244345996</c:v>
                </c:pt>
                <c:pt idx="489">
                  <c:v>0.46304950374461618</c:v>
                </c:pt>
                <c:pt idx="490">
                  <c:v>0.46421580884239716</c:v>
                </c:pt>
                <c:pt idx="491">
                  <c:v>0.46396414864955127</c:v>
                </c:pt>
                <c:pt idx="492">
                  <c:v>0.46476391169859727</c:v>
                </c:pt>
                <c:pt idx="493">
                  <c:v>0.46209698667624632</c:v>
                </c:pt>
                <c:pt idx="494">
                  <c:v>0.46169689630549393</c:v>
                </c:pt>
                <c:pt idx="495">
                  <c:v>0.46156939782668549</c:v>
                </c:pt>
                <c:pt idx="496">
                  <c:v>0.46235842769206925</c:v>
                </c:pt>
                <c:pt idx="497">
                  <c:v>0.46454942757375317</c:v>
                </c:pt>
                <c:pt idx="498">
                  <c:v>0.4618290526080705</c:v>
                </c:pt>
                <c:pt idx="499">
                  <c:v>0.46644050360572697</c:v>
                </c:pt>
                <c:pt idx="500">
                  <c:v>0.46870394325078873</c:v>
                </c:pt>
                <c:pt idx="501">
                  <c:v>0.46977830371020862</c:v>
                </c:pt>
                <c:pt idx="502">
                  <c:v>0.47020708898045227</c:v>
                </c:pt>
                <c:pt idx="503">
                  <c:v>0.47236467592636266</c:v>
                </c:pt>
                <c:pt idx="504">
                  <c:v>0.47260652079520532</c:v>
                </c:pt>
                <c:pt idx="505">
                  <c:v>0.46836049145897474</c:v>
                </c:pt>
                <c:pt idx="506">
                  <c:v>0.46785687500525103</c:v>
                </c:pt>
                <c:pt idx="507">
                  <c:v>0.46957444556197836</c:v>
                </c:pt>
                <c:pt idx="508">
                  <c:v>0.46919154403159602</c:v>
                </c:pt>
                <c:pt idx="509">
                  <c:v>0.46660622065008633</c:v>
                </c:pt>
                <c:pt idx="510">
                  <c:v>0.46544538242442995</c:v>
                </c:pt>
                <c:pt idx="511">
                  <c:v>0.46484640151845463</c:v>
                </c:pt>
                <c:pt idx="512">
                  <c:v>0.46626521279767036</c:v>
                </c:pt>
                <c:pt idx="513">
                  <c:v>0.46299686845407356</c:v>
                </c:pt>
                <c:pt idx="514">
                  <c:v>0.45631583116154739</c:v>
                </c:pt>
                <c:pt idx="515">
                  <c:v>0.45756421911783757</c:v>
                </c:pt>
                <c:pt idx="516">
                  <c:v>0.33248253176440556</c:v>
                </c:pt>
                <c:pt idx="517">
                  <c:v>0.33295834218802894</c:v>
                </c:pt>
                <c:pt idx="518">
                  <c:v>0.44100560913734971</c:v>
                </c:pt>
                <c:pt idx="519">
                  <c:v>0.41723213828683103</c:v>
                </c:pt>
                <c:pt idx="520">
                  <c:v>0.4150904591408463</c:v>
                </c:pt>
                <c:pt idx="521">
                  <c:v>0.25876177017040919</c:v>
                </c:pt>
                <c:pt idx="522">
                  <c:v>0.38784189202162356</c:v>
                </c:pt>
              </c:numCache>
            </c:numRef>
          </c:yVal>
          <c:smooth val="0"/>
          <c:extLst>
            <c:ext xmlns:c16="http://schemas.microsoft.com/office/drawing/2014/chart" uri="{C3380CC4-5D6E-409C-BE32-E72D297353CC}">
              <c16:uniqueId val="{00000004-16BB-4F39-8545-6DAFE747B07E}"/>
            </c:ext>
          </c:extLst>
        </c:ser>
        <c:ser>
          <c:idx val="5"/>
          <c:order val="5"/>
          <c:tx>
            <c:strRef>
              <c:f>'Post Processing - SS CaCl2'!$L$1</c:f>
              <c:strCache>
                <c:ptCount val="1"/>
                <c:pt idx="0">
                  <c:v>NF270_MC3_071124_SCaCl2</c:v>
                </c:pt>
              </c:strCache>
            </c:strRef>
          </c:tx>
          <c:spPr>
            <a:ln w="25400" cap="rnd">
              <a:noFill/>
              <a:round/>
            </a:ln>
            <a:effectLst/>
          </c:spPr>
          <c:marker>
            <c:symbol val="circle"/>
            <c:size val="2"/>
            <c:spPr>
              <a:solidFill>
                <a:schemeClr val="accent6"/>
              </a:solidFill>
              <a:ln w="9525">
                <a:solidFill>
                  <a:schemeClr val="accent6"/>
                </a:solidFill>
              </a:ln>
              <a:effectLst/>
            </c:spPr>
          </c:marker>
          <c:xVal>
            <c:numRef>
              <c:f>'Post Processing - SS CaCl2'!$Q$63:$Q$626</c:f>
              <c:numCache>
                <c:formatCode>0.00E+00</c:formatCode>
                <c:ptCount val="564"/>
                <c:pt idx="0">
                  <c:v>8.5530663626608492E-6</c:v>
                </c:pt>
                <c:pt idx="1">
                  <c:v>8.5409455003138606E-6</c:v>
                </c:pt>
                <c:pt idx="2">
                  <c:v>8.5294215320010696E-6</c:v>
                </c:pt>
                <c:pt idx="3">
                  <c:v>8.5174041765573806E-6</c:v>
                </c:pt>
                <c:pt idx="4">
                  <c:v>8.5059191434258202E-6</c:v>
                </c:pt>
                <c:pt idx="5">
                  <c:v>8.4939666041264094E-6</c:v>
                </c:pt>
                <c:pt idx="6">
                  <c:v>8.4826119089001194E-6</c:v>
                </c:pt>
                <c:pt idx="7">
                  <c:v>8.4705980903402103E-6</c:v>
                </c:pt>
                <c:pt idx="8">
                  <c:v>8.4591978069933394E-6</c:v>
                </c:pt>
                <c:pt idx="9">
                  <c:v>8.4473355550133093E-6</c:v>
                </c:pt>
                <c:pt idx="10">
                  <c:v>8.43587298346336E-6</c:v>
                </c:pt>
                <c:pt idx="11">
                  <c:v>8.4241649151538403E-6</c:v>
                </c:pt>
                <c:pt idx="12">
                  <c:v>8.4127796096559103E-6</c:v>
                </c:pt>
                <c:pt idx="13">
                  <c:v>8.4010837271627606E-6</c:v>
                </c:pt>
                <c:pt idx="14">
                  <c:v>8.3895941400666103E-6</c:v>
                </c:pt>
                <c:pt idx="15">
                  <c:v>8.3781084625376405E-6</c:v>
                </c:pt>
                <c:pt idx="16">
                  <c:v>8.3665094910692501E-6</c:v>
                </c:pt>
                <c:pt idx="17">
                  <c:v>8.35530365429785E-6</c:v>
                </c:pt>
                <c:pt idx="18">
                  <c:v>8.3436657459935908E-6</c:v>
                </c:pt>
                <c:pt idx="19">
                  <c:v>8.3324199744334503E-6</c:v>
                </c:pt>
                <c:pt idx="20">
                  <c:v>8.3208072780518693E-6</c:v>
                </c:pt>
                <c:pt idx="21">
                  <c:v>8.3095180416443798E-6</c:v>
                </c:pt>
                <c:pt idx="22">
                  <c:v>8.2980215648659301E-6</c:v>
                </c:pt>
                <c:pt idx="23">
                  <c:v>8.2868421931569002E-6</c:v>
                </c:pt>
                <c:pt idx="24">
                  <c:v>8.2753393389567902E-6</c:v>
                </c:pt>
                <c:pt idx="25">
                  <c:v>8.2641081352654302E-6</c:v>
                </c:pt>
                <c:pt idx="26">
                  <c:v>8.2525233697713494E-6</c:v>
                </c:pt>
                <c:pt idx="27">
                  <c:v>8.2409607593022603E-6</c:v>
                </c:pt>
                <c:pt idx="28">
                  <c:v>8.2297993789155906E-6</c:v>
                </c:pt>
                <c:pt idx="29">
                  <c:v>8.2186833058269698E-6</c:v>
                </c:pt>
                <c:pt idx="30">
                  <c:v>8.2080337197718393E-6</c:v>
                </c:pt>
                <c:pt idx="31">
                  <c:v>8.1975188170788501E-6</c:v>
                </c:pt>
                <c:pt idx="32">
                  <c:v>8.1869196126896592E-6</c:v>
                </c:pt>
                <c:pt idx="33">
                  <c:v>8.17634685407817E-6</c:v>
                </c:pt>
                <c:pt idx="34">
                  <c:v>8.1652969448083408E-6</c:v>
                </c:pt>
                <c:pt idx="35">
                  <c:v>8.1547711497141094E-6</c:v>
                </c:pt>
                <c:pt idx="36">
                  <c:v>8.1438513991400404E-6</c:v>
                </c:pt>
                <c:pt idx="37">
                  <c:v>8.1332906057782702E-6</c:v>
                </c:pt>
                <c:pt idx="38">
                  <c:v>8.1229343899652592E-6</c:v>
                </c:pt>
                <c:pt idx="39">
                  <c:v>8.1124236997197893E-6</c:v>
                </c:pt>
                <c:pt idx="40">
                  <c:v>8.1020194626475103E-6</c:v>
                </c:pt>
                <c:pt idx="41">
                  <c:v>8.0911469856802793E-6</c:v>
                </c:pt>
                <c:pt idx="42">
                  <c:v>8.0806341424411006E-6</c:v>
                </c:pt>
                <c:pt idx="43">
                  <c:v>8.0692414594462503E-6</c:v>
                </c:pt>
                <c:pt idx="44">
                  <c:v>8.0586966585863196E-6</c:v>
                </c:pt>
                <c:pt idx="45">
                  <c:v>8.0473586746900896E-6</c:v>
                </c:pt>
                <c:pt idx="46">
                  <c:v>8.0368344819922795E-6</c:v>
                </c:pt>
                <c:pt idx="47">
                  <c:v>8.0256196297293401E-6</c:v>
                </c:pt>
                <c:pt idx="48">
                  <c:v>8.0150404556517108E-6</c:v>
                </c:pt>
                <c:pt idx="49">
                  <c:v>8.0038426503534802E-6</c:v>
                </c:pt>
                <c:pt idx="50">
                  <c:v>7.9932552712296504E-6</c:v>
                </c:pt>
                <c:pt idx="51">
                  <c:v>7.9821711112145792E-6</c:v>
                </c:pt>
                <c:pt idx="52">
                  <c:v>7.9715277450143106E-6</c:v>
                </c:pt>
                <c:pt idx="53">
                  <c:v>7.9607564228624894E-6</c:v>
                </c:pt>
                <c:pt idx="54">
                  <c:v>7.9498834192787492E-6</c:v>
                </c:pt>
                <c:pt idx="55">
                  <c:v>7.9392273719814499E-6</c:v>
                </c:pt>
                <c:pt idx="56">
                  <c:v>7.9284052101375093E-6</c:v>
                </c:pt>
                <c:pt idx="57">
                  <c:v>7.9176945535328808E-6</c:v>
                </c:pt>
                <c:pt idx="58">
                  <c:v>7.9070111568526201E-6</c:v>
                </c:pt>
                <c:pt idx="59">
                  <c:v>7.8963431918500693E-6</c:v>
                </c:pt>
                <c:pt idx="60">
                  <c:v>7.8856098362756296E-6</c:v>
                </c:pt>
                <c:pt idx="61">
                  <c:v>7.8751564884071206E-6</c:v>
                </c:pt>
                <c:pt idx="62">
                  <c:v>7.8643744936193794E-6</c:v>
                </c:pt>
                <c:pt idx="63">
                  <c:v>7.8540368743235304E-6</c:v>
                </c:pt>
                <c:pt idx="64">
                  <c:v>7.8433003095662306E-6</c:v>
                </c:pt>
                <c:pt idx="65">
                  <c:v>7.8329610915285992E-6</c:v>
                </c:pt>
                <c:pt idx="66">
                  <c:v>7.8222108845333897E-6</c:v>
                </c:pt>
                <c:pt idx="67">
                  <c:v>7.8118859275890106E-6</c:v>
                </c:pt>
                <c:pt idx="68">
                  <c:v>7.8011867791344702E-6</c:v>
                </c:pt>
                <c:pt idx="69">
                  <c:v>7.7908334024619792E-6</c:v>
                </c:pt>
                <c:pt idx="70">
                  <c:v>7.7802398920216001E-6</c:v>
                </c:pt>
                <c:pt idx="71">
                  <c:v>7.7700240228712897E-6</c:v>
                </c:pt>
                <c:pt idx="72">
                  <c:v>7.7593082969510494E-6</c:v>
                </c:pt>
                <c:pt idx="73">
                  <c:v>7.7492880438675697E-6</c:v>
                </c:pt>
                <c:pt idx="74">
                  <c:v>7.7391079356450696E-6</c:v>
                </c:pt>
                <c:pt idx="75">
                  <c:v>7.7292005620400102E-6</c:v>
                </c:pt>
                <c:pt idx="76">
                  <c:v>7.7195348528708398E-6</c:v>
                </c:pt>
                <c:pt idx="77">
                  <c:v>7.70978941122639E-6</c:v>
                </c:pt>
                <c:pt idx="78">
                  <c:v>7.7001591999325294E-6</c:v>
                </c:pt>
                <c:pt idx="79">
                  <c:v>7.69038966531511E-6</c:v>
                </c:pt>
                <c:pt idx="80">
                  <c:v>7.6808328125819898E-6</c:v>
                </c:pt>
                <c:pt idx="81">
                  <c:v>7.6710371735022202E-6</c:v>
                </c:pt>
                <c:pt idx="82">
                  <c:v>7.66092453883693E-6</c:v>
                </c:pt>
                <c:pt idx="83">
                  <c:v>7.6512232726000596E-6</c:v>
                </c:pt>
                <c:pt idx="84">
                  <c:v>7.6410682843958601E-6</c:v>
                </c:pt>
                <c:pt idx="85">
                  <c:v>7.6309056405939897E-6</c:v>
                </c:pt>
                <c:pt idx="86">
                  <c:v>7.6210843601212898E-6</c:v>
                </c:pt>
                <c:pt idx="87">
                  <c:v>7.61056309644597E-6</c:v>
                </c:pt>
                <c:pt idx="88">
                  <c:v>7.6003418055037303E-6</c:v>
                </c:pt>
                <c:pt idx="89">
                  <c:v>7.5903332901094598E-6</c:v>
                </c:pt>
                <c:pt idx="90">
                  <c:v>7.5799124084132396E-6</c:v>
                </c:pt>
                <c:pt idx="91">
                  <c:v>7.5701197281415004E-6</c:v>
                </c:pt>
                <c:pt idx="92">
                  <c:v>7.55983679281441E-6</c:v>
                </c:pt>
                <c:pt idx="93">
                  <c:v>7.5500245775163896E-6</c:v>
                </c:pt>
                <c:pt idx="94">
                  <c:v>7.5398122651179402E-6</c:v>
                </c:pt>
                <c:pt idx="95">
                  <c:v>7.5300346621401404E-6</c:v>
                </c:pt>
                <c:pt idx="96">
                  <c:v>7.5200002963100897E-6</c:v>
                </c:pt>
                <c:pt idx="97">
                  <c:v>7.5100432066326704E-6</c:v>
                </c:pt>
                <c:pt idx="98">
                  <c:v>7.5001172206709998E-6</c:v>
                </c:pt>
                <c:pt idx="99">
                  <c:v>7.4902235955385503E-6</c:v>
                </c:pt>
                <c:pt idx="100">
                  <c:v>7.4803356587610902E-6</c:v>
                </c:pt>
                <c:pt idx="101">
                  <c:v>7.4704002957628798E-6</c:v>
                </c:pt>
                <c:pt idx="102">
                  <c:v>7.4603609556432399E-6</c:v>
                </c:pt>
                <c:pt idx="103">
                  <c:v>7.4504399203343E-6</c:v>
                </c:pt>
                <c:pt idx="104">
                  <c:v>7.4403745644557397E-6</c:v>
                </c:pt>
                <c:pt idx="105">
                  <c:v>7.4305794719509904E-6</c:v>
                </c:pt>
                <c:pt idx="106">
                  <c:v>7.4206275971031599E-6</c:v>
                </c:pt>
                <c:pt idx="107">
                  <c:v>7.4107286385005998E-6</c:v>
                </c:pt>
                <c:pt idx="108">
                  <c:v>7.4008744358174802E-6</c:v>
                </c:pt>
                <c:pt idx="109">
                  <c:v>7.3908367809885498E-6</c:v>
                </c:pt>
                <c:pt idx="110">
                  <c:v>7.3810783328180298E-6</c:v>
                </c:pt>
                <c:pt idx="111">
                  <c:v>7.3713188012376401E-6</c:v>
                </c:pt>
                <c:pt idx="112">
                  <c:v>7.3613594038307002E-6</c:v>
                </c:pt>
                <c:pt idx="113">
                  <c:v>7.3516854105262799E-6</c:v>
                </c:pt>
                <c:pt idx="114">
                  <c:v>7.3419898837464597E-6</c:v>
                </c:pt>
                <c:pt idx="115">
                  <c:v>7.3319794848207097E-6</c:v>
                </c:pt>
                <c:pt idx="116">
                  <c:v>7.3223798981287296E-6</c:v>
                </c:pt>
                <c:pt idx="117">
                  <c:v>7.3127470573929397E-6</c:v>
                </c:pt>
                <c:pt idx="118">
                  <c:v>7.30335824290022E-6</c:v>
                </c:pt>
                <c:pt idx="119">
                  <c:v>7.2941839057390497E-6</c:v>
                </c:pt>
                <c:pt idx="120">
                  <c:v>7.2848468945207103E-6</c:v>
                </c:pt>
                <c:pt idx="121">
                  <c:v>7.2757291624483796E-6</c:v>
                </c:pt>
                <c:pt idx="122">
                  <c:v>7.2659158235478597E-6</c:v>
                </c:pt>
                <c:pt idx="123">
                  <c:v>7.2569761066987197E-6</c:v>
                </c:pt>
                <c:pt idx="124">
                  <c:v>7.24757952268435E-6</c:v>
                </c:pt>
                <c:pt idx="125">
                  <c:v>7.2387265962810703E-6</c:v>
                </c:pt>
                <c:pt idx="126">
                  <c:v>7.2294196323300903E-6</c:v>
                </c:pt>
                <c:pt idx="127">
                  <c:v>7.2205617198170502E-6</c:v>
                </c:pt>
                <c:pt idx="128">
                  <c:v>7.21131413364079E-6</c:v>
                </c:pt>
                <c:pt idx="129">
                  <c:v>7.2024925783557598E-6</c:v>
                </c:pt>
                <c:pt idx="130">
                  <c:v>7.1932774065393099E-6</c:v>
                </c:pt>
                <c:pt idx="131">
                  <c:v>7.1842636540462298E-6</c:v>
                </c:pt>
                <c:pt idx="132">
                  <c:v>7.1746242945181497E-6</c:v>
                </c:pt>
                <c:pt idx="133">
                  <c:v>7.16529653339489E-6</c:v>
                </c:pt>
                <c:pt idx="134">
                  <c:v>7.15606164973406E-6</c:v>
                </c:pt>
                <c:pt idx="135">
                  <c:v>7.1465438984754403E-6</c:v>
                </c:pt>
                <c:pt idx="136">
                  <c:v>7.1377362070648404E-6</c:v>
                </c:pt>
                <c:pt idx="137">
                  <c:v>7.1282289663563604E-6</c:v>
                </c:pt>
                <c:pt idx="138">
                  <c:v>7.1193990333071199E-6</c:v>
                </c:pt>
                <c:pt idx="139">
                  <c:v>7.1100502059098104E-6</c:v>
                </c:pt>
                <c:pt idx="140">
                  <c:v>7.1011132197299199E-6</c:v>
                </c:pt>
                <c:pt idx="141">
                  <c:v>7.0918873896846801E-6</c:v>
                </c:pt>
                <c:pt idx="142">
                  <c:v>7.0829082311098503E-6</c:v>
                </c:pt>
                <c:pt idx="143">
                  <c:v>7.0737583360179499E-6</c:v>
                </c:pt>
                <c:pt idx="144">
                  <c:v>7.0648058495774199E-6</c:v>
                </c:pt>
                <c:pt idx="145">
                  <c:v>7.0557433897164499E-6</c:v>
                </c:pt>
                <c:pt idx="146">
                  <c:v>7.0468247728422698E-6</c:v>
                </c:pt>
                <c:pt idx="147">
                  <c:v>7.03784595690059E-6</c:v>
                </c:pt>
                <c:pt idx="148">
                  <c:v>7.0288507493229403E-6</c:v>
                </c:pt>
                <c:pt idx="149">
                  <c:v>7.0199755661574899E-6</c:v>
                </c:pt>
                <c:pt idx="150">
                  <c:v>7.0108662617530703E-6</c:v>
                </c:pt>
                <c:pt idx="151">
                  <c:v>7.0018807176530201E-6</c:v>
                </c:pt>
                <c:pt idx="152">
                  <c:v>6.9929037733568402E-6</c:v>
                </c:pt>
                <c:pt idx="153">
                  <c:v>6.9838762101824001E-6</c:v>
                </c:pt>
                <c:pt idx="154">
                  <c:v>6.9751419343571999E-6</c:v>
                </c:pt>
                <c:pt idx="155">
                  <c:v>6.9660886925938702E-6</c:v>
                </c:pt>
                <c:pt idx="156">
                  <c:v>6.95717559810919E-6</c:v>
                </c:pt>
                <c:pt idx="157">
                  <c:v>6.9483326339861303E-6</c:v>
                </c:pt>
                <c:pt idx="158">
                  <c:v>6.9393316826471003E-6</c:v>
                </c:pt>
                <c:pt idx="159">
                  <c:v>6.9307855405453599E-6</c:v>
                </c:pt>
                <c:pt idx="160">
                  <c:v>6.9218758708720497E-6</c:v>
                </c:pt>
                <c:pt idx="161">
                  <c:v>6.9133778117975E-6</c:v>
                </c:pt>
                <c:pt idx="162">
                  <c:v>6.9043290132081103E-6</c:v>
                </c:pt>
                <c:pt idx="163">
                  <c:v>6.8955989135723701E-6</c:v>
                </c:pt>
                <c:pt idx="164">
                  <c:v>6.88702805223387E-6</c:v>
                </c:pt>
                <c:pt idx="165">
                  <c:v>6.8784278804028696E-6</c:v>
                </c:pt>
                <c:pt idx="166">
                  <c:v>6.8703074355424501E-6</c:v>
                </c:pt>
                <c:pt idx="167">
                  <c:v>6.8618195367361299E-6</c:v>
                </c:pt>
                <c:pt idx="168">
                  <c:v>6.8536757090616699E-6</c:v>
                </c:pt>
                <c:pt idx="169">
                  <c:v>6.8452426613092896E-6</c:v>
                </c:pt>
                <c:pt idx="170">
                  <c:v>6.8370612469078596E-6</c:v>
                </c:pt>
                <c:pt idx="171">
                  <c:v>6.8285556035592901E-6</c:v>
                </c:pt>
                <c:pt idx="172">
                  <c:v>6.8199979772474104E-6</c:v>
                </c:pt>
                <c:pt idx="173">
                  <c:v>6.8110861977797799E-6</c:v>
                </c:pt>
                <c:pt idx="174">
                  <c:v>6.8022996316680897E-6</c:v>
                </c:pt>
                <c:pt idx="175">
                  <c:v>6.7937543314594498E-6</c:v>
                </c:pt>
                <c:pt idx="176">
                  <c:v>6.7850450030007997E-6</c:v>
                </c:pt>
                <c:pt idx="177">
                  <c:v>6.7764928010634003E-6</c:v>
                </c:pt>
                <c:pt idx="178">
                  <c:v>6.7677472998890502E-6</c:v>
                </c:pt>
                <c:pt idx="179">
                  <c:v>6.7593044007232303E-6</c:v>
                </c:pt>
                <c:pt idx="180">
                  <c:v>6.7506717316688101E-6</c:v>
                </c:pt>
                <c:pt idx="181">
                  <c:v>6.7425887022398801E-6</c:v>
                </c:pt>
                <c:pt idx="182">
                  <c:v>6.7341359031339997E-6</c:v>
                </c:pt>
                <c:pt idx="183">
                  <c:v>6.7260379783101402E-6</c:v>
                </c:pt>
                <c:pt idx="184">
                  <c:v>6.7176411080904702E-6</c:v>
                </c:pt>
                <c:pt idx="185">
                  <c:v>6.7095692218238202E-6</c:v>
                </c:pt>
                <c:pt idx="186">
                  <c:v>6.7011466065565599E-6</c:v>
                </c:pt>
                <c:pt idx="187">
                  <c:v>6.6928528947795603E-6</c:v>
                </c:pt>
                <c:pt idx="188">
                  <c:v>6.6845388249011799E-6</c:v>
                </c:pt>
                <c:pt idx="189">
                  <c:v>6.6762567447971899E-6</c:v>
                </c:pt>
                <c:pt idx="190">
                  <c:v>6.6681202508049101E-6</c:v>
                </c:pt>
                <c:pt idx="191">
                  <c:v>6.6600666552929801E-6</c:v>
                </c:pt>
                <c:pt idx="192">
                  <c:v>6.6518986602398302E-6</c:v>
                </c:pt>
                <c:pt idx="193">
                  <c:v>6.6439709036309399E-6</c:v>
                </c:pt>
                <c:pt idx="194">
                  <c:v>6.6357443054665999E-6</c:v>
                </c:pt>
                <c:pt idx="195">
                  <c:v>6.6279341601713801E-6</c:v>
                </c:pt>
                <c:pt idx="196">
                  <c:v>6.6196195918178397E-6</c:v>
                </c:pt>
                <c:pt idx="197">
                  <c:v>6.61158128422641E-6</c:v>
                </c:pt>
                <c:pt idx="198">
                  <c:v>6.6035196537540097E-6</c:v>
                </c:pt>
                <c:pt idx="199">
                  <c:v>6.5953357316051401E-6</c:v>
                </c:pt>
                <c:pt idx="200">
                  <c:v>6.58763039573295E-6</c:v>
                </c:pt>
                <c:pt idx="201">
                  <c:v>6.5794466959796399E-6</c:v>
                </c:pt>
                <c:pt idx="202">
                  <c:v>6.5718092029874799E-6</c:v>
                </c:pt>
                <c:pt idx="203">
                  <c:v>6.5634827544595703E-6</c:v>
                </c:pt>
                <c:pt idx="204">
                  <c:v>6.5556447927099697E-6</c:v>
                </c:pt>
                <c:pt idx="205">
                  <c:v>6.5476676001516903E-6</c:v>
                </c:pt>
                <c:pt idx="206">
                  <c:v>6.5395481883395396E-6</c:v>
                </c:pt>
                <c:pt idx="207">
                  <c:v>6.5316704305792403E-6</c:v>
                </c:pt>
                <c:pt idx="208">
                  <c:v>6.5235395121110897E-6</c:v>
                </c:pt>
                <c:pt idx="209">
                  <c:v>6.5158267020843603E-6</c:v>
                </c:pt>
                <c:pt idx="210">
                  <c:v>6.5081473155017902E-6</c:v>
                </c:pt>
                <c:pt idx="211">
                  <c:v>6.50087261735763E-6</c:v>
                </c:pt>
                <c:pt idx="212">
                  <c:v>6.4936843029581097E-6</c:v>
                </c:pt>
                <c:pt idx="213">
                  <c:v>6.4863569530990599E-6</c:v>
                </c:pt>
                <c:pt idx="214">
                  <c:v>6.4787794730303603E-6</c:v>
                </c:pt>
                <c:pt idx="215">
                  <c:v>6.4715081990527096E-6</c:v>
                </c:pt>
                <c:pt idx="216">
                  <c:v>6.4635325207129699E-6</c:v>
                </c:pt>
                <c:pt idx="217">
                  <c:v>6.4563115845584497E-6</c:v>
                </c:pt>
                <c:pt idx="218">
                  <c:v>6.4487237626165597E-6</c:v>
                </c:pt>
                <c:pt idx="219">
                  <c:v>6.4411863227388901E-6</c:v>
                </c:pt>
                <c:pt idx="220">
                  <c:v>6.4335866112311997E-6</c:v>
                </c:pt>
                <c:pt idx="221">
                  <c:v>6.4260165265401698E-6</c:v>
                </c:pt>
                <c:pt idx="222">
                  <c:v>6.4182741835081097E-6</c:v>
                </c:pt>
                <c:pt idx="223">
                  <c:v>6.4109712047127997E-6</c:v>
                </c:pt>
                <c:pt idx="224">
                  <c:v>6.4033391742997601E-6</c:v>
                </c:pt>
                <c:pt idx="225">
                  <c:v>6.39608163753045E-6</c:v>
                </c:pt>
                <c:pt idx="226">
                  <c:v>6.38844460448303E-6</c:v>
                </c:pt>
                <c:pt idx="227">
                  <c:v>6.38114767734744E-6</c:v>
                </c:pt>
                <c:pt idx="228">
                  <c:v>6.3735072659581404E-6</c:v>
                </c:pt>
                <c:pt idx="229">
                  <c:v>6.3661002882306497E-6</c:v>
                </c:pt>
                <c:pt idx="230">
                  <c:v>6.35860959085557E-6</c:v>
                </c:pt>
                <c:pt idx="231">
                  <c:v>6.3512351128055103E-6</c:v>
                </c:pt>
                <c:pt idx="232">
                  <c:v>6.3439663709473101E-6</c:v>
                </c:pt>
                <c:pt idx="233">
                  <c:v>6.33662840196842E-6</c:v>
                </c:pt>
                <c:pt idx="234">
                  <c:v>6.32915511922646E-6</c:v>
                </c:pt>
                <c:pt idx="235">
                  <c:v>6.3217112751258101E-6</c:v>
                </c:pt>
                <c:pt idx="236">
                  <c:v>6.3142612057156501E-6</c:v>
                </c:pt>
                <c:pt idx="237">
                  <c:v>6.3068645104768702E-6</c:v>
                </c:pt>
                <c:pt idx="238">
                  <c:v>6.2995431107175897E-6</c:v>
                </c:pt>
                <c:pt idx="239">
                  <c:v>6.29225855967976E-6</c:v>
                </c:pt>
                <c:pt idx="240">
                  <c:v>6.2850027805654804E-6</c:v>
                </c:pt>
                <c:pt idx="241">
                  <c:v>6.2776233676462696E-6</c:v>
                </c:pt>
                <c:pt idx="242">
                  <c:v>6.2704591136484704E-6</c:v>
                </c:pt>
                <c:pt idx="243">
                  <c:v>6.2632515782566401E-6</c:v>
                </c:pt>
                <c:pt idx="244">
                  <c:v>6.2560451955077696E-6</c:v>
                </c:pt>
                <c:pt idx="245">
                  <c:v>6.2491151274271701E-6</c:v>
                </c:pt>
                <c:pt idx="246">
                  <c:v>6.2418790438519396E-6</c:v>
                </c:pt>
                <c:pt idx="247">
                  <c:v>6.2347794997542899E-6</c:v>
                </c:pt>
                <c:pt idx="248">
                  <c:v>6.2275677479702003E-6</c:v>
                </c:pt>
                <c:pt idx="249">
                  <c:v>6.2204524792354702E-6</c:v>
                </c:pt>
                <c:pt idx="250">
                  <c:v>6.2132656788987203E-6</c:v>
                </c:pt>
                <c:pt idx="251">
                  <c:v>6.2065554251561001E-6</c:v>
                </c:pt>
                <c:pt idx="252">
                  <c:v>6.1996515210488297E-6</c:v>
                </c:pt>
                <c:pt idx="253">
                  <c:v>6.1931190814472301E-6</c:v>
                </c:pt>
                <c:pt idx="254">
                  <c:v>6.1862635206509001E-6</c:v>
                </c:pt>
                <c:pt idx="255">
                  <c:v>6.1797447160625401E-6</c:v>
                </c:pt>
                <c:pt idx="256">
                  <c:v>6.1729667697611896E-6</c:v>
                </c:pt>
                <c:pt idx="257">
                  <c:v>6.1665008150428898E-6</c:v>
                </c:pt>
                <c:pt idx="258">
                  <c:v>6.1597851496979798E-6</c:v>
                </c:pt>
                <c:pt idx="259">
                  <c:v>6.1532706102775303E-6</c:v>
                </c:pt>
                <c:pt idx="260">
                  <c:v>6.1463102579433603E-6</c:v>
                </c:pt>
                <c:pt idx="261">
                  <c:v>6.1397618119668201E-6</c:v>
                </c:pt>
                <c:pt idx="262">
                  <c:v>6.1328218611518598E-6</c:v>
                </c:pt>
                <c:pt idx="263">
                  <c:v>6.1263405572087002E-6</c:v>
                </c:pt>
                <c:pt idx="264">
                  <c:v>6.1194840250764104E-6</c:v>
                </c:pt>
                <c:pt idx="265">
                  <c:v>6.1129993142838996E-6</c:v>
                </c:pt>
                <c:pt idx="266">
                  <c:v>6.1062138226465399E-6</c:v>
                </c:pt>
                <c:pt idx="267">
                  <c:v>6.0995382622947597E-6</c:v>
                </c:pt>
                <c:pt idx="268">
                  <c:v>6.0927711680654798E-6</c:v>
                </c:pt>
                <c:pt idx="269">
                  <c:v>6.08605426134454E-6</c:v>
                </c:pt>
                <c:pt idx="270">
                  <c:v>6.0794727012259697E-6</c:v>
                </c:pt>
                <c:pt idx="271">
                  <c:v>6.0728423466302804E-6</c:v>
                </c:pt>
                <c:pt idx="272">
                  <c:v>6.0663860099981E-6</c:v>
                </c:pt>
                <c:pt idx="273">
                  <c:v>6.0598334654785098E-6</c:v>
                </c:pt>
                <c:pt idx="274">
                  <c:v>6.0533306061586099E-6</c:v>
                </c:pt>
                <c:pt idx="275">
                  <c:v>6.0466856780132298E-6</c:v>
                </c:pt>
                <c:pt idx="276">
                  <c:v>6.0400272434932904E-6</c:v>
                </c:pt>
                <c:pt idx="277">
                  <c:v>6.0334384887828698E-6</c:v>
                </c:pt>
                <c:pt idx="278">
                  <c:v>6.0267845264300797E-6</c:v>
                </c:pt>
                <c:pt idx="279">
                  <c:v>6.0202932309768501E-6</c:v>
                </c:pt>
                <c:pt idx="280">
                  <c:v>6.0138371217830398E-6</c:v>
                </c:pt>
                <c:pt idx="281">
                  <c:v>6.0072024450161497E-6</c:v>
                </c:pt>
                <c:pt idx="282">
                  <c:v>6.00082718406128E-6</c:v>
                </c:pt>
                <c:pt idx="283">
                  <c:v>5.9943824054640201E-6</c:v>
                </c:pt>
                <c:pt idx="284">
                  <c:v>5.9880100357734997E-6</c:v>
                </c:pt>
                <c:pt idx="285">
                  <c:v>5.9818179484419601E-6</c:v>
                </c:pt>
                <c:pt idx="286">
                  <c:v>5.9754251137545703E-6</c:v>
                </c:pt>
                <c:pt idx="287">
                  <c:v>5.9691151314179499E-6</c:v>
                </c:pt>
                <c:pt idx="288">
                  <c:v>5.9628342709351099E-6</c:v>
                </c:pt>
                <c:pt idx="289">
                  <c:v>5.9563539404486399E-6</c:v>
                </c:pt>
                <c:pt idx="290">
                  <c:v>5.9500511015481103E-6</c:v>
                </c:pt>
                <c:pt idx="291">
                  <c:v>5.9436078054575498E-6</c:v>
                </c:pt>
                <c:pt idx="292">
                  <c:v>5.93746870420994E-6</c:v>
                </c:pt>
                <c:pt idx="293">
                  <c:v>5.9310586350618002E-6</c:v>
                </c:pt>
                <c:pt idx="294">
                  <c:v>5.9253154069669703E-6</c:v>
                </c:pt>
                <c:pt idx="295">
                  <c:v>5.9192797109657104E-6</c:v>
                </c:pt>
                <c:pt idx="296">
                  <c:v>5.9135185527853797E-6</c:v>
                </c:pt>
                <c:pt idx="297">
                  <c:v>5.9075400864813804E-6</c:v>
                </c:pt>
                <c:pt idx="298">
                  <c:v>5.9017904179256904E-6</c:v>
                </c:pt>
                <c:pt idx="299">
                  <c:v>5.8957667848680599E-6</c:v>
                </c:pt>
                <c:pt idx="300">
                  <c:v>5.88981359399264E-6</c:v>
                </c:pt>
                <c:pt idx="301">
                  <c:v>5.8837990637350196E-6</c:v>
                </c:pt>
                <c:pt idx="302">
                  <c:v>5.8775847851735702E-6</c:v>
                </c:pt>
                <c:pt idx="303">
                  <c:v>5.8715986738752201E-6</c:v>
                </c:pt>
                <c:pt idx="304">
                  <c:v>5.8654538120737204E-6</c:v>
                </c:pt>
                <c:pt idx="305">
                  <c:v>5.8595511077474002E-6</c:v>
                </c:pt>
                <c:pt idx="306">
                  <c:v>5.8536533599979E-6</c:v>
                </c:pt>
                <c:pt idx="307">
                  <c:v>5.84763459440552E-6</c:v>
                </c:pt>
                <c:pt idx="308">
                  <c:v>5.8419419603923699E-6</c:v>
                </c:pt>
                <c:pt idx="309">
                  <c:v>5.8359842946410003E-6</c:v>
                </c:pt>
                <c:pt idx="310">
                  <c:v>5.8301123213498699E-6</c:v>
                </c:pt>
                <c:pt idx="311">
                  <c:v>5.8243340572252697E-6</c:v>
                </c:pt>
                <c:pt idx="312">
                  <c:v>5.8183652724021504E-6</c:v>
                </c:pt>
                <c:pt idx="313">
                  <c:v>5.8127984578254898E-6</c:v>
                </c:pt>
                <c:pt idx="314">
                  <c:v>5.8068916192151502E-6</c:v>
                </c:pt>
                <c:pt idx="315">
                  <c:v>5.80117687313866E-6</c:v>
                </c:pt>
                <c:pt idx="316">
                  <c:v>5.7954238805062697E-6</c:v>
                </c:pt>
                <c:pt idx="317">
                  <c:v>5.7896682971480702E-6</c:v>
                </c:pt>
                <c:pt idx="318">
                  <c:v>5.7840764518122398E-6</c:v>
                </c:pt>
                <c:pt idx="319">
                  <c:v>5.7784407263431103E-6</c:v>
                </c:pt>
                <c:pt idx="320">
                  <c:v>5.7728727832535503E-6</c:v>
                </c:pt>
                <c:pt idx="321">
                  <c:v>5.7673151324916798E-6</c:v>
                </c:pt>
                <c:pt idx="322">
                  <c:v>5.7617267105742197E-6</c:v>
                </c:pt>
                <c:pt idx="323">
                  <c:v>5.7562314650897501E-6</c:v>
                </c:pt>
                <c:pt idx="324">
                  <c:v>5.7505305456128398E-6</c:v>
                </c:pt>
                <c:pt idx="325">
                  <c:v>5.7449891206488403E-6</c:v>
                </c:pt>
                <c:pt idx="326">
                  <c:v>5.7392429005636702E-6</c:v>
                </c:pt>
                <c:pt idx="327">
                  <c:v>5.7337791084308298E-6</c:v>
                </c:pt>
                <c:pt idx="328">
                  <c:v>5.7280799721382299E-6</c:v>
                </c:pt>
                <c:pt idx="329">
                  <c:v>5.7225944481220399E-6</c:v>
                </c:pt>
                <c:pt idx="330">
                  <c:v>5.71691145613925E-6</c:v>
                </c:pt>
                <c:pt idx="331">
                  <c:v>5.7113151234265698E-6</c:v>
                </c:pt>
                <c:pt idx="332">
                  <c:v>5.7059103080787601E-6</c:v>
                </c:pt>
                <c:pt idx="333">
                  <c:v>5.7003497382126096E-6</c:v>
                </c:pt>
                <c:pt idx="334">
                  <c:v>5.6952403559393401E-6</c:v>
                </c:pt>
                <c:pt idx="335">
                  <c:v>5.6897100055759601E-6</c:v>
                </c:pt>
                <c:pt idx="336">
                  <c:v>5.68467584117895E-6</c:v>
                </c:pt>
                <c:pt idx="337">
                  <c:v>5.6791332787608001E-6</c:v>
                </c:pt>
                <c:pt idx="338">
                  <c:v>5.6738968836943703E-6</c:v>
                </c:pt>
                <c:pt idx="339">
                  <c:v>5.6683769808406799E-6</c:v>
                </c:pt>
                <c:pt idx="340">
                  <c:v>5.66315836564478E-6</c:v>
                </c:pt>
                <c:pt idx="341">
                  <c:v>5.65773347097882E-6</c:v>
                </c:pt>
                <c:pt idx="342">
                  <c:v>5.6527739536178404E-6</c:v>
                </c:pt>
                <c:pt idx="343">
                  <c:v>5.64743390935477E-6</c:v>
                </c:pt>
                <c:pt idx="344">
                  <c:v>5.6422514943657401E-6</c:v>
                </c:pt>
                <c:pt idx="345">
                  <c:v>5.6369289163553503E-6</c:v>
                </c:pt>
                <c:pt idx="346">
                  <c:v>5.6316004152736204E-6</c:v>
                </c:pt>
                <c:pt idx="347">
                  <c:v>5.6264882733310996E-6</c:v>
                </c:pt>
                <c:pt idx="348">
                  <c:v>5.6212981238799698E-6</c:v>
                </c:pt>
                <c:pt idx="349">
                  <c:v>5.6164497328250496E-6</c:v>
                </c:pt>
                <c:pt idx="350">
                  <c:v>5.6112779484556402E-6</c:v>
                </c:pt>
                <c:pt idx="351">
                  <c:v>5.6062369015429004E-6</c:v>
                </c:pt>
                <c:pt idx="352">
                  <c:v>5.6010646178744602E-6</c:v>
                </c:pt>
                <c:pt idx="353">
                  <c:v>5.5959990760058097E-6</c:v>
                </c:pt>
                <c:pt idx="354">
                  <c:v>5.5909387860445904E-6</c:v>
                </c:pt>
                <c:pt idx="355">
                  <c:v>5.5859761205041398E-6</c:v>
                </c:pt>
                <c:pt idx="356">
                  <c:v>5.5810918784223097E-6</c:v>
                </c:pt>
                <c:pt idx="357">
                  <c:v>5.5760391149466303E-6</c:v>
                </c:pt>
                <c:pt idx="358">
                  <c:v>5.57116745065083E-6</c:v>
                </c:pt>
                <c:pt idx="359">
                  <c:v>5.5662301400870096E-6</c:v>
                </c:pt>
                <c:pt idx="360">
                  <c:v>5.56132208050756E-6</c:v>
                </c:pt>
                <c:pt idx="361">
                  <c:v>5.5564460691314104E-6</c:v>
                </c:pt>
                <c:pt idx="362">
                  <c:v>5.5516374313799598E-6</c:v>
                </c:pt>
                <c:pt idx="363">
                  <c:v>5.5468094957077699E-6</c:v>
                </c:pt>
                <c:pt idx="364">
                  <c:v>5.5419414342755504E-6</c:v>
                </c:pt>
                <c:pt idx="365">
                  <c:v>5.5371259817197002E-6</c:v>
                </c:pt>
                <c:pt idx="366">
                  <c:v>5.5322774474538703E-6</c:v>
                </c:pt>
                <c:pt idx="367">
                  <c:v>5.5273996295896002E-6</c:v>
                </c:pt>
                <c:pt idx="368">
                  <c:v>5.5227366244649003E-6</c:v>
                </c:pt>
                <c:pt idx="369">
                  <c:v>5.5178905614869602E-6</c:v>
                </c:pt>
                <c:pt idx="370">
                  <c:v>5.5132444872579403E-6</c:v>
                </c:pt>
                <c:pt idx="371">
                  <c:v>5.5084337748192803E-6</c:v>
                </c:pt>
                <c:pt idx="372">
                  <c:v>5.5038621934829599E-6</c:v>
                </c:pt>
                <c:pt idx="373">
                  <c:v>5.4991354942546899E-6</c:v>
                </c:pt>
                <c:pt idx="374">
                  <c:v>5.4945567667204201E-6</c:v>
                </c:pt>
                <c:pt idx="375">
                  <c:v>5.4900563077038202E-6</c:v>
                </c:pt>
                <c:pt idx="376">
                  <c:v>5.4853618468586804E-6</c:v>
                </c:pt>
                <c:pt idx="377">
                  <c:v>5.4808374159519998E-6</c:v>
                </c:pt>
                <c:pt idx="378">
                  <c:v>5.4762018750711299E-6</c:v>
                </c:pt>
                <c:pt idx="379">
                  <c:v>5.4717647849619702E-6</c:v>
                </c:pt>
                <c:pt idx="380">
                  <c:v>5.4673958606310101E-6</c:v>
                </c:pt>
                <c:pt idx="381">
                  <c:v>5.4632391578098297E-6</c:v>
                </c:pt>
                <c:pt idx="382">
                  <c:v>5.4588759829697603E-6</c:v>
                </c:pt>
                <c:pt idx="383">
                  <c:v>5.4545290856696198E-6</c:v>
                </c:pt>
                <c:pt idx="384">
                  <c:v>5.4501874661872502E-6</c:v>
                </c:pt>
                <c:pt idx="385">
                  <c:v>5.44567124604424E-6</c:v>
                </c:pt>
                <c:pt idx="386">
                  <c:v>5.44136393443353E-6</c:v>
                </c:pt>
                <c:pt idx="387">
                  <c:v>5.4368890872903497E-6</c:v>
                </c:pt>
                <c:pt idx="388">
                  <c:v>5.4324143070918601E-6</c:v>
                </c:pt>
                <c:pt idx="389">
                  <c:v>5.4281976818295404E-6</c:v>
                </c:pt>
                <c:pt idx="390">
                  <c:v>5.42376483008717E-6</c:v>
                </c:pt>
                <c:pt idx="391">
                  <c:v>5.4195504303006803E-6</c:v>
                </c:pt>
                <c:pt idx="392">
                  <c:v>5.4152031961618599E-6</c:v>
                </c:pt>
                <c:pt idx="393">
                  <c:v>5.4109419883744999E-6</c:v>
                </c:pt>
                <c:pt idx="394">
                  <c:v>5.4066686299774996E-6</c:v>
                </c:pt>
                <c:pt idx="395">
                  <c:v>5.4025326382983296E-6</c:v>
                </c:pt>
                <c:pt idx="396">
                  <c:v>5.39836286023138E-6</c:v>
                </c:pt>
                <c:pt idx="397">
                  <c:v>5.3941987190439501E-6</c:v>
                </c:pt>
                <c:pt idx="398">
                  <c:v>5.3896874463042803E-6</c:v>
                </c:pt>
                <c:pt idx="399">
                  <c:v>5.3856093853888197E-6</c:v>
                </c:pt>
                <c:pt idx="400">
                  <c:v>5.3810953191636397E-6</c:v>
                </c:pt>
                <c:pt idx="401">
                  <c:v>5.3769846519075499E-6</c:v>
                </c:pt>
                <c:pt idx="402">
                  <c:v>5.3728534496981498E-6</c:v>
                </c:pt>
                <c:pt idx="403">
                  <c:v>5.3687328614797997E-6</c:v>
                </c:pt>
                <c:pt idx="404">
                  <c:v>5.3646820363467703E-6</c:v>
                </c:pt>
                <c:pt idx="405">
                  <c:v>5.3606979289057199E-6</c:v>
                </c:pt>
                <c:pt idx="406">
                  <c:v>5.3567442332659901E-6</c:v>
                </c:pt>
                <c:pt idx="407">
                  <c:v>5.3528286788078296E-6</c:v>
                </c:pt>
                <c:pt idx="408">
                  <c:v>5.3488343754577402E-6</c:v>
                </c:pt>
                <c:pt idx="409">
                  <c:v>5.3449738445971397E-6</c:v>
                </c:pt>
                <c:pt idx="410">
                  <c:v>5.3410113759748803E-6</c:v>
                </c:pt>
                <c:pt idx="411">
                  <c:v>5.3371781564870603E-6</c:v>
                </c:pt>
                <c:pt idx="412">
                  <c:v>5.3333734794902403E-6</c:v>
                </c:pt>
                <c:pt idx="413">
                  <c:v>5.3294465437787902E-6</c:v>
                </c:pt>
                <c:pt idx="414">
                  <c:v>5.3256866960321802E-6</c:v>
                </c:pt>
                <c:pt idx="415">
                  <c:v>5.3217291697118402E-6</c:v>
                </c:pt>
                <c:pt idx="416">
                  <c:v>5.3179031009529597E-6</c:v>
                </c:pt>
                <c:pt idx="417">
                  <c:v>5.31406227542326E-6</c:v>
                </c:pt>
                <c:pt idx="418">
                  <c:v>5.3102274591832896E-6</c:v>
                </c:pt>
                <c:pt idx="419">
                  <c:v>5.3064524712100599E-6</c:v>
                </c:pt>
                <c:pt idx="420">
                  <c:v>5.3026587043878701E-6</c:v>
                </c:pt>
                <c:pt idx="421">
                  <c:v>5.2990529840359798E-6</c:v>
                </c:pt>
                <c:pt idx="422">
                  <c:v>5.2953726627261303E-6</c:v>
                </c:pt>
                <c:pt idx="423">
                  <c:v>5.2919591942608704E-6</c:v>
                </c:pt>
                <c:pt idx="424">
                  <c:v>5.2882944303463096E-6</c:v>
                </c:pt>
                <c:pt idx="425">
                  <c:v>5.2849632209619899E-6</c:v>
                </c:pt>
                <c:pt idx="426">
                  <c:v>5.2814819991533102E-6</c:v>
                </c:pt>
                <c:pt idx="427">
                  <c:v>5.2780459198778899E-6</c:v>
                </c:pt>
                <c:pt idx="428">
                  <c:v>5.2747742189953901E-6</c:v>
                </c:pt>
                <c:pt idx="429">
                  <c:v>5.2712052923762298E-6</c:v>
                </c:pt>
                <c:pt idx="430">
                  <c:v>5.2679565758996997E-6</c:v>
                </c:pt>
                <c:pt idx="431">
                  <c:v>5.2644501791307302E-6</c:v>
                </c:pt>
                <c:pt idx="432">
                  <c:v>5.2612040136006698E-6</c:v>
                </c:pt>
                <c:pt idx="433">
                  <c:v>5.2577105782707199E-6</c:v>
                </c:pt>
                <c:pt idx="434">
                  <c:v>5.2543453762876296E-6</c:v>
                </c:pt>
                <c:pt idx="435">
                  <c:v>5.2508660281277004E-6</c:v>
                </c:pt>
                <c:pt idx="436">
                  <c:v>5.2474608550251799E-6</c:v>
                </c:pt>
                <c:pt idx="437">
                  <c:v>5.2441451929011998E-6</c:v>
                </c:pt>
                <c:pt idx="438">
                  <c:v>5.2408158319781903E-6</c:v>
                </c:pt>
                <c:pt idx="439">
                  <c:v>5.2376573197824396E-6</c:v>
                </c:pt>
                <c:pt idx="440">
                  <c:v>5.2343752828864896E-6</c:v>
                </c:pt>
                <c:pt idx="441">
                  <c:v>5.2311519728282498E-6</c:v>
                </c:pt>
                <c:pt idx="442">
                  <c:v>5.2279487905835097E-6</c:v>
                </c:pt>
                <c:pt idx="443">
                  <c:v>5.22465838396363E-6</c:v>
                </c:pt>
                <c:pt idx="444">
                  <c:v>5.2215186191187098E-6</c:v>
                </c:pt>
                <c:pt idx="445">
                  <c:v>5.2183203442197201E-6</c:v>
                </c:pt>
                <c:pt idx="446">
                  <c:v>5.2151768559482602E-6</c:v>
                </c:pt>
                <c:pt idx="447">
                  <c:v>5.2120421795499201E-6</c:v>
                </c:pt>
                <c:pt idx="448">
                  <c:v>5.2088938895244298E-6</c:v>
                </c:pt>
                <c:pt idx="449">
                  <c:v>5.2057378301406204E-6</c:v>
                </c:pt>
                <c:pt idx="450">
                  <c:v>5.2025865608372399E-6</c:v>
                </c:pt>
                <c:pt idx="451">
                  <c:v>5.1994617953190404E-6</c:v>
                </c:pt>
                <c:pt idx="452">
                  <c:v>5.1963620056019203E-6</c:v>
                </c:pt>
                <c:pt idx="453">
                  <c:v>5.1932832388706604E-6</c:v>
                </c:pt>
                <c:pt idx="454">
                  <c:v>5.1902103330250298E-6</c:v>
                </c:pt>
                <c:pt idx="455">
                  <c:v>5.1871874848146399E-6</c:v>
                </c:pt>
                <c:pt idx="456">
                  <c:v>5.1842277332317897E-6</c:v>
                </c:pt>
                <c:pt idx="457">
                  <c:v>5.1812507285411997E-6</c:v>
                </c:pt>
                <c:pt idx="458">
                  <c:v>5.1783785518121497E-6</c:v>
                </c:pt>
                <c:pt idx="459">
                  <c:v>5.1755327786425803E-6</c:v>
                </c:pt>
                <c:pt idx="460">
                  <c:v>5.1725836609908302E-6</c:v>
                </c:pt>
                <c:pt idx="461">
                  <c:v>5.1698005352475098E-6</c:v>
                </c:pt>
                <c:pt idx="462">
                  <c:v>5.1668706368255397E-6</c:v>
                </c:pt>
                <c:pt idx="463">
                  <c:v>5.1640333582802003E-6</c:v>
                </c:pt>
                <c:pt idx="464">
                  <c:v>5.1612931206207503E-6</c:v>
                </c:pt>
                <c:pt idx="465">
                  <c:v>5.1585998605717303E-6</c:v>
                </c:pt>
                <c:pt idx="466">
                  <c:v>5.15588022974147E-6</c:v>
                </c:pt>
                <c:pt idx="467">
                  <c:v>5.1532187354420198E-6</c:v>
                </c:pt>
                <c:pt idx="468">
                  <c:v>5.1503873773753297E-6</c:v>
                </c:pt>
                <c:pt idx="469">
                  <c:v>5.1476492232540997E-6</c:v>
                </c:pt>
                <c:pt idx="470">
                  <c:v>5.1448867300746596E-6</c:v>
                </c:pt>
                <c:pt idx="471">
                  <c:v>5.1421667784073103E-6</c:v>
                </c:pt>
                <c:pt idx="472">
                  <c:v>5.1394853375407799E-6</c:v>
                </c:pt>
                <c:pt idx="473">
                  <c:v>5.1369392221376201E-6</c:v>
                </c:pt>
                <c:pt idx="474">
                  <c:v>5.1344224849730699E-6</c:v>
                </c:pt>
                <c:pt idx="475">
                  <c:v>5.1319221272761703E-6</c:v>
                </c:pt>
                <c:pt idx="476">
                  <c:v>5.1294413519374903E-6</c:v>
                </c:pt>
                <c:pt idx="477">
                  <c:v>5.1268543442907199E-6</c:v>
                </c:pt>
                <c:pt idx="478">
                  <c:v>5.1243981217582104E-6</c:v>
                </c:pt>
                <c:pt idx="479">
                  <c:v>5.1218628960170102E-6</c:v>
                </c:pt>
                <c:pt idx="480">
                  <c:v>5.1194313229901302E-6</c:v>
                </c:pt>
                <c:pt idx="481">
                  <c:v>5.11693388251952E-6</c:v>
                </c:pt>
                <c:pt idx="482">
                  <c:v>5.1144304973663397E-6</c:v>
                </c:pt>
                <c:pt idx="483">
                  <c:v>5.1119918647580196E-6</c:v>
                </c:pt>
                <c:pt idx="484">
                  <c:v>5.1095867373395101E-6</c:v>
                </c:pt>
                <c:pt idx="485">
                  <c:v>5.1071926721372597E-6</c:v>
                </c:pt>
                <c:pt idx="486">
                  <c:v>5.1048958109734601E-6</c:v>
                </c:pt>
                <c:pt idx="487">
                  <c:v>5.1025552632565596E-6</c:v>
                </c:pt>
                <c:pt idx="488">
                  <c:v>5.1002801025144202E-6</c:v>
                </c:pt>
                <c:pt idx="489">
                  <c:v>5.0980379296775001E-6</c:v>
                </c:pt>
                <c:pt idx="490">
                  <c:v>5.0957907891565502E-6</c:v>
                </c:pt>
                <c:pt idx="491">
                  <c:v>5.0935538445416501E-6</c:v>
                </c:pt>
                <c:pt idx="492">
                  <c:v>5.0913648533184399E-6</c:v>
                </c:pt>
                <c:pt idx="493">
                  <c:v>5.0891369593993701E-6</c:v>
                </c:pt>
                <c:pt idx="494">
                  <c:v>5.0869630383603902E-6</c:v>
                </c:pt>
                <c:pt idx="495">
                  <c:v>5.0847774456585497E-6</c:v>
                </c:pt>
                <c:pt idx="496">
                  <c:v>5.0826155365739502E-6</c:v>
                </c:pt>
                <c:pt idx="497">
                  <c:v>5.0805281822843098E-6</c:v>
                </c:pt>
                <c:pt idx="498">
                  <c:v>5.0784075768474199E-6</c:v>
                </c:pt>
                <c:pt idx="499">
                  <c:v>5.0764239534864199E-6</c:v>
                </c:pt>
                <c:pt idx="500">
                  <c:v>5.0743456454127102E-6</c:v>
                </c:pt>
                <c:pt idx="501">
                  <c:v>5.0723071517738001E-6</c:v>
                </c:pt>
                <c:pt idx="502">
                  <c:v>5.0702576521990101E-6</c:v>
                </c:pt>
                <c:pt idx="503">
                  <c:v>5.0681958610215402E-6</c:v>
                </c:pt>
                <c:pt idx="504">
                  <c:v>5.0661861807009402E-6</c:v>
                </c:pt>
                <c:pt idx="505">
                  <c:v>5.0641766820528799E-6</c:v>
                </c:pt>
                <c:pt idx="506">
                  <c:v>5.0621890651948803E-6</c:v>
                </c:pt>
                <c:pt idx="507">
                  <c:v>5.06025004694501E-6</c:v>
                </c:pt>
                <c:pt idx="508">
                  <c:v>5.0583468650586896E-6</c:v>
                </c:pt>
                <c:pt idx="509">
                  <c:v>5.0564695562847597E-6</c:v>
                </c:pt>
                <c:pt idx="510">
                  <c:v>5.05464096123028E-6</c:v>
                </c:pt>
                <c:pt idx="511">
                  <c:v>5.0528714058236301E-6</c:v>
                </c:pt>
                <c:pt idx="512">
                  <c:v>5.0510168005738203E-6</c:v>
                </c:pt>
                <c:pt idx="513">
                  <c:v>5.0492929569465097E-6</c:v>
                </c:pt>
                <c:pt idx="514">
                  <c:v>5.0474733572350501E-6</c:v>
                </c:pt>
                <c:pt idx="515">
                  <c:v>5.0457841095427701E-6</c:v>
                </c:pt>
                <c:pt idx="516">
                  <c:v>5.0440109381088801E-6</c:v>
                </c:pt>
                <c:pt idx="517">
                  <c:v>5.0423438729740302E-6</c:v>
                </c:pt>
                <c:pt idx="518">
                  <c:v>5.0406119349862004E-6</c:v>
                </c:pt>
                <c:pt idx="519">
                  <c:v>5.0389195069102398E-6</c:v>
                </c:pt>
                <c:pt idx="520">
                  <c:v>5.0372960300357196E-6</c:v>
                </c:pt>
                <c:pt idx="521">
                  <c:v>5.03564522491907E-6</c:v>
                </c:pt>
                <c:pt idx="522">
                  <c:v>5.0340602720585898E-6</c:v>
                </c:pt>
                <c:pt idx="523">
                  <c:v>5.0324575846906096E-6</c:v>
                </c:pt>
                <c:pt idx="524">
                  <c:v>5.0309066485873097E-6</c:v>
                </c:pt>
                <c:pt idx="525">
                  <c:v>5.0293310230193003E-6</c:v>
                </c:pt>
                <c:pt idx="526">
                  <c:v>5.0278353254939596E-6</c:v>
                </c:pt>
                <c:pt idx="527">
                  <c:v>5.0263082906476904E-6</c:v>
                </c:pt>
                <c:pt idx="528">
                  <c:v>5.0248135468668098E-6</c:v>
                </c:pt>
                <c:pt idx="529">
                  <c:v>5.0233790225067099E-6</c:v>
                </c:pt>
                <c:pt idx="530">
                  <c:v>5.0219344254443001E-6</c:v>
                </c:pt>
                <c:pt idx="531">
                  <c:v>5.0205189701832001E-6</c:v>
                </c:pt>
                <c:pt idx="532">
                  <c:v>5.01912145886429E-6</c:v>
                </c:pt>
                <c:pt idx="533">
                  <c:v>5.0177335705833396E-6</c:v>
                </c:pt>
                <c:pt idx="534">
                  <c:v>5.01635699864204E-6</c:v>
                </c:pt>
                <c:pt idx="535">
                  <c:v>5.0149935433113103E-6</c:v>
                </c:pt>
                <c:pt idx="536">
                  <c:v>5.0136536712583596E-6</c:v>
                </c:pt>
                <c:pt idx="537">
                  <c:v>5.0123077900963203E-6</c:v>
                </c:pt>
                <c:pt idx="538">
                  <c:v>5.0110116383319802E-6</c:v>
                </c:pt>
                <c:pt idx="539">
                  <c:v>5.0097294434510703E-6</c:v>
                </c:pt>
                <c:pt idx="540">
                  <c:v>5.0084999017209199E-6</c:v>
                </c:pt>
                <c:pt idx="541">
                  <c:v>5.0072789061615104E-6</c:v>
                </c:pt>
                <c:pt idx="542">
                  <c:v>5.0061074932135296E-6</c:v>
                </c:pt>
                <c:pt idx="543">
                  <c:v>5.0049661880933203E-6</c:v>
                </c:pt>
                <c:pt idx="544">
                  <c:v>5.0038129070916301E-6</c:v>
                </c:pt>
                <c:pt idx="545">
                  <c:v>5.0027071865077302E-6</c:v>
                </c:pt>
                <c:pt idx="546">
                  <c:v>5.0016172006016198E-6</c:v>
                </c:pt>
                <c:pt idx="547">
                  <c:v>5.0005165973612297E-6</c:v>
                </c:pt>
                <c:pt idx="548">
                  <c:v>4.9994736714600601E-6</c:v>
                </c:pt>
                <c:pt idx="549">
                  <c:v>4.9984546023344797E-6</c:v>
                </c:pt>
                <c:pt idx="550">
                  <c:v>4.9973992274505102E-6</c:v>
                </c:pt>
                <c:pt idx="551">
                  <c:v>4.9964293042474604E-6</c:v>
                </c:pt>
                <c:pt idx="552">
                  <c:v>4.9953978357682E-6</c:v>
                </c:pt>
                <c:pt idx="553">
                  <c:v>4.9944293169040103E-6</c:v>
                </c:pt>
                <c:pt idx="554">
                  <c:v>4.9934562258362702E-6</c:v>
                </c:pt>
                <c:pt idx="555">
                  <c:v>4.9925566069124203E-6</c:v>
                </c:pt>
                <c:pt idx="556">
                  <c:v>4.9916411616812198E-6</c:v>
                </c:pt>
                <c:pt idx="557">
                  <c:v>4.9907757402151102E-6</c:v>
                </c:pt>
                <c:pt idx="558">
                  <c:v>4.9898979121294202E-6</c:v>
                </c:pt>
                <c:pt idx="559">
                  <c:v>4.9890402413135299E-6</c:v>
                </c:pt>
                <c:pt idx="560">
                  <c:v>4.98819644530855E-6</c:v>
                </c:pt>
                <c:pt idx="561">
                  <c:v>4.9873883999623597E-6</c:v>
                </c:pt>
                <c:pt idx="562">
                  <c:v>4.9866159238121598E-6</c:v>
                </c:pt>
                <c:pt idx="563">
                  <c:v>4.98623010704813E-6</c:v>
                </c:pt>
              </c:numCache>
            </c:numRef>
          </c:xVal>
          <c:yVal>
            <c:numRef>
              <c:f>'Post Processing - SS CaCl2'!$R$63:$R$626</c:f>
              <c:numCache>
                <c:formatCode>General</c:formatCode>
                <c:ptCount val="564"/>
                <c:pt idx="0">
                  <c:v>0.46427077364641872</c:v>
                </c:pt>
                <c:pt idx="1">
                  <c:v>0.47116836920186733</c:v>
                </c:pt>
                <c:pt idx="2">
                  <c:v>0.46174419878963802</c:v>
                </c:pt>
                <c:pt idx="3">
                  <c:v>0.46443873790661366</c:v>
                </c:pt>
                <c:pt idx="4">
                  <c:v>0.46695350280587611</c:v>
                </c:pt>
                <c:pt idx="5">
                  <c:v>0.46878465372246908</c:v>
                </c:pt>
                <c:pt idx="6">
                  <c:v>0.46953819790869983</c:v>
                </c:pt>
                <c:pt idx="7">
                  <c:v>0.4634019027215881</c:v>
                </c:pt>
                <c:pt idx="8">
                  <c:v>0.46815015389447567</c:v>
                </c:pt>
                <c:pt idx="9">
                  <c:v>0.46471843424123044</c:v>
                </c:pt>
                <c:pt idx="10">
                  <c:v>0.471706616444383</c:v>
                </c:pt>
                <c:pt idx="11">
                  <c:v>0.47241502970660343</c:v>
                </c:pt>
                <c:pt idx="12">
                  <c:v>0.47449454638551908</c:v>
                </c:pt>
                <c:pt idx="13">
                  <c:v>0.47659385998881737</c:v>
                </c:pt>
                <c:pt idx="14">
                  <c:v>0.48096893517486361</c:v>
                </c:pt>
                <c:pt idx="15">
                  <c:v>0.48541577325240981</c:v>
                </c:pt>
                <c:pt idx="16">
                  <c:v>0.48360860168105413</c:v>
                </c:pt>
                <c:pt idx="17">
                  <c:v>0.48410231320474656</c:v>
                </c:pt>
                <c:pt idx="18">
                  <c:v>0.48402475677637363</c:v>
                </c:pt>
                <c:pt idx="19">
                  <c:v>0.48193573876725226</c:v>
                </c:pt>
                <c:pt idx="20">
                  <c:v>0.48200682310608856</c:v>
                </c:pt>
                <c:pt idx="21">
                  <c:v>0.48202435272503913</c:v>
                </c:pt>
                <c:pt idx="22">
                  <c:v>0.48034999314679</c:v>
                </c:pt>
                <c:pt idx="23">
                  <c:v>0.48576056330542511</c:v>
                </c:pt>
                <c:pt idx="24">
                  <c:v>0.4775799668706216</c:v>
                </c:pt>
                <c:pt idx="25">
                  <c:v>0.47980793344081807</c:v>
                </c:pt>
                <c:pt idx="26">
                  <c:v>0.47526554681249183</c:v>
                </c:pt>
                <c:pt idx="27">
                  <c:v>0.46915225123460053</c:v>
                </c:pt>
                <c:pt idx="28">
                  <c:v>0.47428374923800531</c:v>
                </c:pt>
                <c:pt idx="29">
                  <c:v>0.48611322575740856</c:v>
                </c:pt>
                <c:pt idx="30">
                  <c:v>0.48339689809410719</c:v>
                </c:pt>
                <c:pt idx="31">
                  <c:v>0.48328797932950057</c:v>
                </c:pt>
                <c:pt idx="32">
                  <c:v>0.48530710550841627</c:v>
                </c:pt>
                <c:pt idx="33">
                  <c:v>0.48420021568524119</c:v>
                </c:pt>
                <c:pt idx="34">
                  <c:v>0.48052344057134999</c:v>
                </c:pt>
                <c:pt idx="35">
                  <c:v>0.48067461069636036</c:v>
                </c:pt>
                <c:pt idx="36">
                  <c:v>0.48369166305639077</c:v>
                </c:pt>
                <c:pt idx="37">
                  <c:v>0.4844667465873142</c:v>
                </c:pt>
                <c:pt idx="38">
                  <c:v>0.48791636679327655</c:v>
                </c:pt>
                <c:pt idx="39">
                  <c:v>0.48435569479548579</c:v>
                </c:pt>
                <c:pt idx="40">
                  <c:v>0.48457414868517024</c:v>
                </c:pt>
                <c:pt idx="41">
                  <c:v>0.48442539811889096</c:v>
                </c:pt>
                <c:pt idx="42">
                  <c:v>0.47878028415675067</c:v>
                </c:pt>
                <c:pt idx="43">
                  <c:v>0.4804353973038944</c:v>
                </c:pt>
                <c:pt idx="44">
                  <c:v>0.47806378371037722</c:v>
                </c:pt>
                <c:pt idx="45">
                  <c:v>0.48326159888754866</c:v>
                </c:pt>
                <c:pt idx="46">
                  <c:v>0.48279687754242334</c:v>
                </c:pt>
                <c:pt idx="47">
                  <c:v>0.47636336290536241</c:v>
                </c:pt>
                <c:pt idx="48">
                  <c:v>0.47355780323081531</c:v>
                </c:pt>
                <c:pt idx="49">
                  <c:v>0.47332579797726737</c:v>
                </c:pt>
                <c:pt idx="50">
                  <c:v>0.47364880387706582</c:v>
                </c:pt>
                <c:pt idx="51">
                  <c:v>0.47502800498312275</c:v>
                </c:pt>
                <c:pt idx="52">
                  <c:v>0.47664447186661207</c:v>
                </c:pt>
                <c:pt idx="53">
                  <c:v>0.47968087559390093</c:v>
                </c:pt>
                <c:pt idx="54">
                  <c:v>0.48445262627271279</c:v>
                </c:pt>
                <c:pt idx="55">
                  <c:v>0.4882157428504213</c:v>
                </c:pt>
                <c:pt idx="56">
                  <c:v>0.48771623398521319</c:v>
                </c:pt>
                <c:pt idx="57">
                  <c:v>0.49227314263369693</c:v>
                </c:pt>
                <c:pt idx="58">
                  <c:v>0.49894962445681518</c:v>
                </c:pt>
                <c:pt idx="59">
                  <c:v>0.49942066360731752</c:v>
                </c:pt>
                <c:pt idx="60">
                  <c:v>0.49495760525495902</c:v>
                </c:pt>
                <c:pt idx="61">
                  <c:v>0.49717044612516781</c:v>
                </c:pt>
                <c:pt idx="62">
                  <c:v>0.49657024146558837</c:v>
                </c:pt>
                <c:pt idx="63">
                  <c:v>0.49152970451418454</c:v>
                </c:pt>
                <c:pt idx="64">
                  <c:v>0.48914114869345904</c:v>
                </c:pt>
                <c:pt idx="65">
                  <c:v>0.48648677514485444</c:v>
                </c:pt>
                <c:pt idx="66">
                  <c:v>0.48304408040303165</c:v>
                </c:pt>
                <c:pt idx="67">
                  <c:v>0.48306883091691283</c:v>
                </c:pt>
                <c:pt idx="68">
                  <c:v>0.48190662094730446</c:v>
                </c:pt>
                <c:pt idx="69">
                  <c:v>0.48773850443928857</c:v>
                </c:pt>
                <c:pt idx="70">
                  <c:v>0.48235292542641434</c:v>
                </c:pt>
                <c:pt idx="71">
                  <c:v>0.48753210896187676</c:v>
                </c:pt>
                <c:pt idx="72">
                  <c:v>0.48975683746264542</c:v>
                </c:pt>
                <c:pt idx="73">
                  <c:v>0.48868421651977489</c:v>
                </c:pt>
                <c:pt idx="74">
                  <c:v>0.49106745224275861</c:v>
                </c:pt>
                <c:pt idx="75">
                  <c:v>0.48890667373435565</c:v>
                </c:pt>
                <c:pt idx="76">
                  <c:v>0.49323739604817224</c:v>
                </c:pt>
                <c:pt idx="77">
                  <c:v>0.4911271934551707</c:v>
                </c:pt>
                <c:pt idx="78">
                  <c:v>0.49455622110388131</c:v>
                </c:pt>
                <c:pt idx="79">
                  <c:v>0.48260013740382424</c:v>
                </c:pt>
                <c:pt idx="80">
                  <c:v>0.48703797579065766</c:v>
                </c:pt>
                <c:pt idx="81">
                  <c:v>0.49138435934175212</c:v>
                </c:pt>
                <c:pt idx="82">
                  <c:v>0.48768300917075907</c:v>
                </c:pt>
                <c:pt idx="83">
                  <c:v>0.48540361377910324</c:v>
                </c:pt>
                <c:pt idx="84">
                  <c:v>0.49138770251195957</c:v>
                </c:pt>
                <c:pt idx="85">
                  <c:v>0.49587548783445401</c:v>
                </c:pt>
                <c:pt idx="86">
                  <c:v>0.49185416039464552</c:v>
                </c:pt>
                <c:pt idx="87">
                  <c:v>0.49187546092518009</c:v>
                </c:pt>
                <c:pt idx="88">
                  <c:v>0.48552603319794391</c:v>
                </c:pt>
                <c:pt idx="89">
                  <c:v>0.48806580960925761</c:v>
                </c:pt>
                <c:pt idx="90">
                  <c:v>0.48988419094035257</c:v>
                </c:pt>
                <c:pt idx="91">
                  <c:v>0.49036913779712327</c:v>
                </c:pt>
                <c:pt idx="92">
                  <c:v>0.49043167067976928</c:v>
                </c:pt>
                <c:pt idx="93">
                  <c:v>0.48663507453602961</c:v>
                </c:pt>
                <c:pt idx="94">
                  <c:v>0.49230777496591227</c:v>
                </c:pt>
                <c:pt idx="95">
                  <c:v>0.4903893517261308</c:v>
                </c:pt>
                <c:pt idx="96">
                  <c:v>0.49281713154726309</c:v>
                </c:pt>
                <c:pt idx="97">
                  <c:v>0.48990274634538794</c:v>
                </c:pt>
                <c:pt idx="98">
                  <c:v>0.48941169733177353</c:v>
                </c:pt>
                <c:pt idx="99">
                  <c:v>0.49099553001611007</c:v>
                </c:pt>
                <c:pt idx="100">
                  <c:v>0.49190150925992848</c:v>
                </c:pt>
                <c:pt idx="101">
                  <c:v>0.48941424680668411</c:v>
                </c:pt>
                <c:pt idx="102">
                  <c:v>0.48718820267400259</c:v>
                </c:pt>
                <c:pt idx="103">
                  <c:v>0.48414586417941613</c:v>
                </c:pt>
                <c:pt idx="104">
                  <c:v>0.49292614658119205</c:v>
                </c:pt>
                <c:pt idx="105">
                  <c:v>0.49015353149935709</c:v>
                </c:pt>
                <c:pt idx="106">
                  <c:v>0.49065909606361985</c:v>
                </c:pt>
                <c:pt idx="107">
                  <c:v>0.49388265968959666</c:v>
                </c:pt>
                <c:pt idx="108">
                  <c:v>0.49853269267198297</c:v>
                </c:pt>
                <c:pt idx="109">
                  <c:v>0.49910548845679775</c:v>
                </c:pt>
                <c:pt idx="110">
                  <c:v>0.49072383699418709</c:v>
                </c:pt>
                <c:pt idx="111">
                  <c:v>0.49293187200966004</c:v>
                </c:pt>
                <c:pt idx="112">
                  <c:v>0.49524957106361978</c:v>
                </c:pt>
                <c:pt idx="113">
                  <c:v>0.49090502812304071</c:v>
                </c:pt>
                <c:pt idx="114">
                  <c:v>0.48783943350283715</c:v>
                </c:pt>
                <c:pt idx="115">
                  <c:v>0.47401119248115126</c:v>
                </c:pt>
                <c:pt idx="116">
                  <c:v>0.47507775591973916</c:v>
                </c:pt>
                <c:pt idx="117">
                  <c:v>0.49208999000422082</c:v>
                </c:pt>
                <c:pt idx="118">
                  <c:v>0.49493793946239345</c:v>
                </c:pt>
                <c:pt idx="119">
                  <c:v>0.50031176844509306</c:v>
                </c:pt>
                <c:pt idx="120">
                  <c:v>0.48113861429279337</c:v>
                </c:pt>
                <c:pt idx="121">
                  <c:v>0.50151127658675987</c:v>
                </c:pt>
                <c:pt idx="122">
                  <c:v>0.50131864656342617</c:v>
                </c:pt>
                <c:pt idx="123">
                  <c:v>0.49742390958823168</c:v>
                </c:pt>
                <c:pt idx="124">
                  <c:v>0.50160650865395906</c:v>
                </c:pt>
                <c:pt idx="125">
                  <c:v>0.51468718053278228</c:v>
                </c:pt>
                <c:pt idx="126">
                  <c:v>0.51539347820725023</c:v>
                </c:pt>
                <c:pt idx="127">
                  <c:v>0.49841735352892519</c:v>
                </c:pt>
                <c:pt idx="128">
                  <c:v>0.49802554083922979</c:v>
                </c:pt>
                <c:pt idx="129">
                  <c:v>0.49852255410228519</c:v>
                </c:pt>
                <c:pt idx="130">
                  <c:v>0.49401467639867458</c:v>
                </c:pt>
                <c:pt idx="131">
                  <c:v>0.49434435335871862</c:v>
                </c:pt>
                <c:pt idx="132">
                  <c:v>0.49230993767487119</c:v>
                </c:pt>
                <c:pt idx="133">
                  <c:v>0.48920561539245622</c:v>
                </c:pt>
                <c:pt idx="134">
                  <c:v>0.4857095032605136</c:v>
                </c:pt>
                <c:pt idx="135">
                  <c:v>0.48929683510320154</c:v>
                </c:pt>
                <c:pt idx="136">
                  <c:v>0.49202195723374764</c:v>
                </c:pt>
                <c:pt idx="137">
                  <c:v>0.49165300853558513</c:v>
                </c:pt>
                <c:pt idx="138">
                  <c:v>0.48547295168471893</c:v>
                </c:pt>
                <c:pt idx="139">
                  <c:v>0.48457129368665913</c:v>
                </c:pt>
                <c:pt idx="140">
                  <c:v>0.48784974450105623</c:v>
                </c:pt>
                <c:pt idx="141">
                  <c:v>0.48972527318299769</c:v>
                </c:pt>
                <c:pt idx="142">
                  <c:v>0.49168227032362899</c:v>
                </c:pt>
                <c:pt idx="143">
                  <c:v>0.4977950778550605</c:v>
                </c:pt>
                <c:pt idx="144">
                  <c:v>0.49806655536290073</c:v>
                </c:pt>
                <c:pt idx="145">
                  <c:v>0.49835607104847679</c:v>
                </c:pt>
                <c:pt idx="146">
                  <c:v>0.49557927470262825</c:v>
                </c:pt>
                <c:pt idx="147">
                  <c:v>0.49503119095538173</c:v>
                </c:pt>
                <c:pt idx="148">
                  <c:v>0.49221734814745399</c:v>
                </c:pt>
                <c:pt idx="149">
                  <c:v>0.49861296133344102</c:v>
                </c:pt>
                <c:pt idx="150">
                  <c:v>0.50040945432956419</c:v>
                </c:pt>
                <c:pt idx="151">
                  <c:v>0.48596025943090043</c:v>
                </c:pt>
                <c:pt idx="152">
                  <c:v>0.48434743585218465</c:v>
                </c:pt>
                <c:pt idx="153">
                  <c:v>0.49148635564996784</c:v>
                </c:pt>
                <c:pt idx="154">
                  <c:v>0.4969303728927314</c:v>
                </c:pt>
                <c:pt idx="155">
                  <c:v>0.49105033387339209</c:v>
                </c:pt>
                <c:pt idx="156">
                  <c:v>0.47521735143643634</c:v>
                </c:pt>
                <c:pt idx="157">
                  <c:v>0.4805689407697582</c:v>
                </c:pt>
                <c:pt idx="158">
                  <c:v>0.46271982979521148</c:v>
                </c:pt>
                <c:pt idx="159">
                  <c:v>0.47056644259771363</c:v>
                </c:pt>
                <c:pt idx="160">
                  <c:v>0.49653155811338773</c:v>
                </c:pt>
                <c:pt idx="161">
                  <c:v>0.50248529404804632</c:v>
                </c:pt>
                <c:pt idx="162">
                  <c:v>0.49448869712479421</c:v>
                </c:pt>
                <c:pt idx="163">
                  <c:v>0.46092687080855638</c:v>
                </c:pt>
                <c:pt idx="164">
                  <c:v>0.49664094173539813</c:v>
                </c:pt>
                <c:pt idx="165">
                  <c:v>0.4994230658864261</c:v>
                </c:pt>
                <c:pt idx="166">
                  <c:v>0.50380089583341403</c:v>
                </c:pt>
                <c:pt idx="167">
                  <c:v>0.51057577017038558</c:v>
                </c:pt>
                <c:pt idx="168">
                  <c:v>0.53198840157674043</c:v>
                </c:pt>
                <c:pt idx="169">
                  <c:v>0.52739864845374063</c:v>
                </c:pt>
                <c:pt idx="170">
                  <c:v>0.49827667135619352</c:v>
                </c:pt>
                <c:pt idx="171">
                  <c:v>0.49583478089310545</c:v>
                </c:pt>
                <c:pt idx="172">
                  <c:v>0.49698746838195901</c:v>
                </c:pt>
                <c:pt idx="173">
                  <c:v>0.49648404309102206</c:v>
                </c:pt>
                <c:pt idx="174">
                  <c:v>0.49720233702308936</c:v>
                </c:pt>
                <c:pt idx="175">
                  <c:v>0.49451079815754578</c:v>
                </c:pt>
                <c:pt idx="176">
                  <c:v>0.49522720895541583</c:v>
                </c:pt>
                <c:pt idx="177">
                  <c:v>0.49448978586108328</c:v>
                </c:pt>
                <c:pt idx="178">
                  <c:v>0.49300519419357042</c:v>
                </c:pt>
                <c:pt idx="179">
                  <c:v>0.4962255136364136</c:v>
                </c:pt>
                <c:pt idx="180">
                  <c:v>0.49406349446282005</c:v>
                </c:pt>
                <c:pt idx="181">
                  <c:v>0.49307618386585622</c:v>
                </c:pt>
                <c:pt idx="182">
                  <c:v>0.49439377641372789</c:v>
                </c:pt>
                <c:pt idx="183">
                  <c:v>0.49791763052449423</c:v>
                </c:pt>
                <c:pt idx="184">
                  <c:v>0.49835723175319885</c:v>
                </c:pt>
                <c:pt idx="185">
                  <c:v>0.49939897986517845</c:v>
                </c:pt>
                <c:pt idx="186">
                  <c:v>0.49715514546312017</c:v>
                </c:pt>
                <c:pt idx="187">
                  <c:v>0.49515087373027872</c:v>
                </c:pt>
                <c:pt idx="188">
                  <c:v>0.49533016734496571</c:v>
                </c:pt>
                <c:pt idx="189">
                  <c:v>0.49408256443787579</c:v>
                </c:pt>
                <c:pt idx="190">
                  <c:v>0.49296405024611273</c:v>
                </c:pt>
                <c:pt idx="191">
                  <c:v>0.49335551114258802</c:v>
                </c:pt>
                <c:pt idx="192">
                  <c:v>0.49420955036520731</c:v>
                </c:pt>
                <c:pt idx="193">
                  <c:v>0.49332334621389101</c:v>
                </c:pt>
                <c:pt idx="194">
                  <c:v>0.49328383709590468</c:v>
                </c:pt>
                <c:pt idx="195">
                  <c:v>0.49626585537859891</c:v>
                </c:pt>
                <c:pt idx="196">
                  <c:v>0.49940153789891123</c:v>
                </c:pt>
                <c:pt idx="197">
                  <c:v>0.50067854639241993</c:v>
                </c:pt>
                <c:pt idx="198">
                  <c:v>0.49839065100971019</c:v>
                </c:pt>
                <c:pt idx="199">
                  <c:v>0.49968696795270062</c:v>
                </c:pt>
                <c:pt idx="200">
                  <c:v>0.50482589665044164</c:v>
                </c:pt>
                <c:pt idx="201">
                  <c:v>0.50389915771727722</c:v>
                </c:pt>
                <c:pt idx="202">
                  <c:v>0.50593150924144858</c:v>
                </c:pt>
                <c:pt idx="203">
                  <c:v>0.50128533876602888</c:v>
                </c:pt>
                <c:pt idx="204">
                  <c:v>0.50201330335006533</c:v>
                </c:pt>
                <c:pt idx="205">
                  <c:v>0.49862206707107604</c:v>
                </c:pt>
                <c:pt idx="206">
                  <c:v>0.49484907463242273</c:v>
                </c:pt>
                <c:pt idx="207">
                  <c:v>0.49473797184170704</c:v>
                </c:pt>
                <c:pt idx="208">
                  <c:v>0.49750400905869929</c:v>
                </c:pt>
                <c:pt idx="209">
                  <c:v>0.50355676881725953</c:v>
                </c:pt>
                <c:pt idx="210">
                  <c:v>0.49664505469256021</c:v>
                </c:pt>
                <c:pt idx="211">
                  <c:v>0.49921862435982245</c:v>
                </c:pt>
                <c:pt idx="212">
                  <c:v>0.49675528528658741</c:v>
                </c:pt>
                <c:pt idx="213">
                  <c:v>0.4965889083596321</c:v>
                </c:pt>
                <c:pt idx="214">
                  <c:v>0.49644036142742448</c:v>
                </c:pt>
                <c:pt idx="215">
                  <c:v>0.50108793927701678</c:v>
                </c:pt>
                <c:pt idx="216">
                  <c:v>0.50589067850528802</c:v>
                </c:pt>
                <c:pt idx="217">
                  <c:v>0.50705858227113065</c:v>
                </c:pt>
                <c:pt idx="218">
                  <c:v>0.50758698743287334</c:v>
                </c:pt>
                <c:pt idx="219">
                  <c:v>0.49847957883938099</c:v>
                </c:pt>
                <c:pt idx="220">
                  <c:v>0.49757496161185344</c:v>
                </c:pt>
                <c:pt idx="221">
                  <c:v>0.5022301855035215</c:v>
                </c:pt>
                <c:pt idx="222">
                  <c:v>0.50589305800429907</c:v>
                </c:pt>
                <c:pt idx="223">
                  <c:v>0.50380830317774172</c:v>
                </c:pt>
                <c:pt idx="224">
                  <c:v>0.50285274057583029</c:v>
                </c:pt>
                <c:pt idx="225">
                  <c:v>0.50309051004840843</c:v>
                </c:pt>
                <c:pt idx="226">
                  <c:v>0.5026140452897806</c:v>
                </c:pt>
                <c:pt idx="227">
                  <c:v>0.49700855083098028</c:v>
                </c:pt>
                <c:pt idx="228">
                  <c:v>0.4962408298197597</c:v>
                </c:pt>
                <c:pt idx="229">
                  <c:v>0.49816066307712614</c:v>
                </c:pt>
                <c:pt idx="230">
                  <c:v>0.50151320962114776</c:v>
                </c:pt>
                <c:pt idx="231">
                  <c:v>0.49809033822519433</c:v>
                </c:pt>
                <c:pt idx="232">
                  <c:v>0.49791255370787624</c:v>
                </c:pt>
                <c:pt idx="233">
                  <c:v>0.49673231151738512</c:v>
                </c:pt>
                <c:pt idx="234">
                  <c:v>0.49671286950460136</c:v>
                </c:pt>
                <c:pt idx="235">
                  <c:v>0.49530099864977634</c:v>
                </c:pt>
                <c:pt idx="236">
                  <c:v>0.49707950318716532</c:v>
                </c:pt>
                <c:pt idx="237">
                  <c:v>0.49729452356620024</c:v>
                </c:pt>
                <c:pt idx="238">
                  <c:v>0.50062663877358449</c:v>
                </c:pt>
                <c:pt idx="239">
                  <c:v>0.50277887047091363</c:v>
                </c:pt>
                <c:pt idx="240">
                  <c:v>0.50450156725660755</c:v>
                </c:pt>
                <c:pt idx="241">
                  <c:v>0.50469696170443468</c:v>
                </c:pt>
                <c:pt idx="242">
                  <c:v>0.50329036144502037</c:v>
                </c:pt>
                <c:pt idx="243">
                  <c:v>0.50481660227261871</c:v>
                </c:pt>
                <c:pt idx="244">
                  <c:v>0.50522379488669844</c:v>
                </c:pt>
                <c:pt idx="245">
                  <c:v>0.50156608698301253</c:v>
                </c:pt>
                <c:pt idx="246">
                  <c:v>0.49222343944743552</c:v>
                </c:pt>
                <c:pt idx="247">
                  <c:v>0.49495616042112595</c:v>
                </c:pt>
                <c:pt idx="248">
                  <c:v>0.50011457852993613</c:v>
                </c:pt>
                <c:pt idx="249">
                  <c:v>0.49878520238745311</c:v>
                </c:pt>
                <c:pt idx="250">
                  <c:v>0.49214060568472046</c:v>
                </c:pt>
                <c:pt idx="251">
                  <c:v>0.49062577731406448</c:v>
                </c:pt>
                <c:pt idx="252">
                  <c:v>0.49971672848274801</c:v>
                </c:pt>
                <c:pt idx="253">
                  <c:v>0.49880894710187068</c:v>
                </c:pt>
                <c:pt idx="254">
                  <c:v>0.49783550749806715</c:v>
                </c:pt>
                <c:pt idx="255">
                  <c:v>0.49815649165570419</c:v>
                </c:pt>
                <c:pt idx="256">
                  <c:v>0.50919190906348033</c:v>
                </c:pt>
                <c:pt idx="257">
                  <c:v>0.50575368771974694</c:v>
                </c:pt>
                <c:pt idx="258">
                  <c:v>0.50079087466886985</c:v>
                </c:pt>
                <c:pt idx="259">
                  <c:v>0.49880055993184247</c:v>
                </c:pt>
                <c:pt idx="260">
                  <c:v>0.49836190688311455</c:v>
                </c:pt>
                <c:pt idx="261">
                  <c:v>0.5012831052635528</c:v>
                </c:pt>
                <c:pt idx="262">
                  <c:v>0.49965849721568234</c:v>
                </c:pt>
                <c:pt idx="263">
                  <c:v>0.49958963699899755</c:v>
                </c:pt>
                <c:pt idx="264">
                  <c:v>0.50350647416679684</c:v>
                </c:pt>
                <c:pt idx="265">
                  <c:v>0.50892425091476934</c:v>
                </c:pt>
                <c:pt idx="266">
                  <c:v>0.51030666637210564</c:v>
                </c:pt>
                <c:pt idx="267">
                  <c:v>0.50826380550807115</c:v>
                </c:pt>
                <c:pt idx="268">
                  <c:v>0.50848076782592311</c:v>
                </c:pt>
                <c:pt idx="269">
                  <c:v>0.51040657486846186</c:v>
                </c:pt>
                <c:pt idx="270">
                  <c:v>0.51226217375190275</c:v>
                </c:pt>
                <c:pt idx="271">
                  <c:v>0.51258309337133978</c:v>
                </c:pt>
                <c:pt idx="272">
                  <c:v>0.51097820196817334</c:v>
                </c:pt>
                <c:pt idx="273">
                  <c:v>0.50389225479058841</c:v>
                </c:pt>
                <c:pt idx="274">
                  <c:v>0.50123293218926934</c:v>
                </c:pt>
                <c:pt idx="275">
                  <c:v>0.50418646294625014</c:v>
                </c:pt>
                <c:pt idx="276">
                  <c:v>0.50369092429876239</c:v>
                </c:pt>
                <c:pt idx="277">
                  <c:v>0.50403075816900778</c:v>
                </c:pt>
                <c:pt idx="278">
                  <c:v>0.49868978561224608</c:v>
                </c:pt>
                <c:pt idx="279">
                  <c:v>0.50370454419837274</c:v>
                </c:pt>
                <c:pt idx="280">
                  <c:v>0.50237175630280739</c:v>
                </c:pt>
                <c:pt idx="281">
                  <c:v>0.50203149179696349</c:v>
                </c:pt>
                <c:pt idx="282">
                  <c:v>0.50409962993817781</c:v>
                </c:pt>
                <c:pt idx="283">
                  <c:v>0.512314926186067</c:v>
                </c:pt>
                <c:pt idx="284">
                  <c:v>0.51297823102423457</c:v>
                </c:pt>
                <c:pt idx="285">
                  <c:v>0.50944313742874892</c:v>
                </c:pt>
                <c:pt idx="286">
                  <c:v>0.51012742116565457</c:v>
                </c:pt>
                <c:pt idx="287">
                  <c:v>0.50938195381250573</c:v>
                </c:pt>
                <c:pt idx="288">
                  <c:v>0.50802039953079536</c:v>
                </c:pt>
                <c:pt idx="289">
                  <c:v>0.50561228770184541</c:v>
                </c:pt>
                <c:pt idx="290">
                  <c:v>0.50404846362255973</c:v>
                </c:pt>
                <c:pt idx="291">
                  <c:v>0.50510608321256856</c:v>
                </c:pt>
                <c:pt idx="292">
                  <c:v>0.50432379619493384</c:v>
                </c:pt>
                <c:pt idx="293">
                  <c:v>0.50084814590689697</c:v>
                </c:pt>
                <c:pt idx="294">
                  <c:v>0.50396832865098551</c:v>
                </c:pt>
                <c:pt idx="295">
                  <c:v>0.50572562468095261</c:v>
                </c:pt>
                <c:pt idx="296">
                  <c:v>0.49918945639035434</c:v>
                </c:pt>
                <c:pt idx="297">
                  <c:v>0.49699051269692229</c:v>
                </c:pt>
                <c:pt idx="298">
                  <c:v>0.49860668915543827</c:v>
                </c:pt>
                <c:pt idx="299">
                  <c:v>0.4965653914604769</c:v>
                </c:pt>
                <c:pt idx="300">
                  <c:v>0.49834419917619621</c:v>
                </c:pt>
                <c:pt idx="301">
                  <c:v>0.5022957877107681</c:v>
                </c:pt>
                <c:pt idx="302">
                  <c:v>0.50423002455466925</c:v>
                </c:pt>
                <c:pt idx="303">
                  <c:v>0.50672708996893756</c:v>
                </c:pt>
                <c:pt idx="304">
                  <c:v>0.49982489218528831</c:v>
                </c:pt>
                <c:pt idx="305">
                  <c:v>0.50510740567218249</c:v>
                </c:pt>
                <c:pt idx="306">
                  <c:v>0.50979611751539966</c:v>
                </c:pt>
                <c:pt idx="307">
                  <c:v>0.5100177479297805</c:v>
                </c:pt>
                <c:pt idx="308">
                  <c:v>0.5094449382774946</c:v>
                </c:pt>
                <c:pt idx="309">
                  <c:v>0.51391528401260911</c:v>
                </c:pt>
                <c:pt idx="310">
                  <c:v>0.51312510465690175</c:v>
                </c:pt>
                <c:pt idx="311">
                  <c:v>0.51037384275030662</c:v>
                </c:pt>
                <c:pt idx="312">
                  <c:v>0.5115111024950284</c:v>
                </c:pt>
                <c:pt idx="313">
                  <c:v>0.50917217116438629</c:v>
                </c:pt>
                <c:pt idx="314">
                  <c:v>0.50746857191202344</c:v>
                </c:pt>
                <c:pt idx="315">
                  <c:v>0.50214750357040394</c:v>
                </c:pt>
                <c:pt idx="316">
                  <c:v>0.50162578860668183</c:v>
                </c:pt>
                <c:pt idx="317">
                  <c:v>0.50324615617252078</c:v>
                </c:pt>
                <c:pt idx="318">
                  <c:v>0.50226288898515403</c:v>
                </c:pt>
                <c:pt idx="319">
                  <c:v>0.50120108502127048</c:v>
                </c:pt>
                <c:pt idx="320">
                  <c:v>0.49812137875025558</c:v>
                </c:pt>
                <c:pt idx="321">
                  <c:v>0.49947773841385273</c:v>
                </c:pt>
                <c:pt idx="322">
                  <c:v>0.49813420947833414</c:v>
                </c:pt>
                <c:pt idx="323">
                  <c:v>0.50279828705664187</c:v>
                </c:pt>
                <c:pt idx="324">
                  <c:v>0.48922036862183504</c:v>
                </c:pt>
                <c:pt idx="325">
                  <c:v>0.49628189285791868</c:v>
                </c:pt>
                <c:pt idx="326">
                  <c:v>0.51003732766212451</c:v>
                </c:pt>
                <c:pt idx="327">
                  <c:v>0.47660592614228431</c:v>
                </c:pt>
                <c:pt idx="328">
                  <c:v>0.45070757909231485</c:v>
                </c:pt>
                <c:pt idx="329">
                  <c:v>0.4455032648940786</c:v>
                </c:pt>
                <c:pt idx="330">
                  <c:v>0.4599149206888376</c:v>
                </c:pt>
                <c:pt idx="331">
                  <c:v>0.47757604319739716</c:v>
                </c:pt>
                <c:pt idx="332">
                  <c:v>0.47118541533618991</c:v>
                </c:pt>
                <c:pt idx="333">
                  <c:v>0.47922656666816593</c:v>
                </c:pt>
                <c:pt idx="334">
                  <c:v>0.4991439495569775</c:v>
                </c:pt>
                <c:pt idx="335">
                  <c:v>0.49394332343881664</c:v>
                </c:pt>
                <c:pt idx="336">
                  <c:v>0.50539297962619922</c:v>
                </c:pt>
                <c:pt idx="337">
                  <c:v>0.5434346603594451</c:v>
                </c:pt>
                <c:pt idx="338">
                  <c:v>0.56401922023763429</c:v>
                </c:pt>
                <c:pt idx="339">
                  <c:v>0.551425011646273</c:v>
                </c:pt>
                <c:pt idx="340">
                  <c:v>0.55609379719732033</c:v>
                </c:pt>
                <c:pt idx="341">
                  <c:v>0.53886740716320203</c:v>
                </c:pt>
                <c:pt idx="342">
                  <c:v>0.51094541021704254</c:v>
                </c:pt>
                <c:pt idx="343">
                  <c:v>0.50391354848663261</c:v>
                </c:pt>
                <c:pt idx="344">
                  <c:v>0.48983428469267959</c:v>
                </c:pt>
                <c:pt idx="345">
                  <c:v>0.49397533302085267</c:v>
                </c:pt>
                <c:pt idx="346">
                  <c:v>0.50495480425736516</c:v>
                </c:pt>
                <c:pt idx="347">
                  <c:v>0.50468543398677179</c:v>
                </c:pt>
                <c:pt idx="348">
                  <c:v>0.50188211100054447</c:v>
                </c:pt>
                <c:pt idx="349">
                  <c:v>0.49577333732603318</c:v>
                </c:pt>
                <c:pt idx="350">
                  <c:v>0.51188452671731088</c:v>
                </c:pt>
                <c:pt idx="351">
                  <c:v>0.50467293009029734</c:v>
                </c:pt>
                <c:pt idx="352">
                  <c:v>0.50536777421430013</c:v>
                </c:pt>
                <c:pt idx="353">
                  <c:v>0.5179552241927754</c:v>
                </c:pt>
                <c:pt idx="354">
                  <c:v>0.53648893905728079</c:v>
                </c:pt>
                <c:pt idx="355">
                  <c:v>0.53303595755354205</c:v>
                </c:pt>
                <c:pt idx="356">
                  <c:v>0.51528936322426233</c:v>
                </c:pt>
                <c:pt idx="357">
                  <c:v>0.51710400526770683</c:v>
                </c:pt>
                <c:pt idx="358">
                  <c:v>0.51394697890641794</c:v>
                </c:pt>
                <c:pt idx="359">
                  <c:v>0.5135041720872271</c:v>
                </c:pt>
                <c:pt idx="360">
                  <c:v>0.51091093775847696</c:v>
                </c:pt>
                <c:pt idx="361">
                  <c:v>0.51450108920566606</c:v>
                </c:pt>
                <c:pt idx="362">
                  <c:v>0.51440963182091026</c:v>
                </c:pt>
                <c:pt idx="363">
                  <c:v>0.51186019902182611</c:v>
                </c:pt>
                <c:pt idx="364">
                  <c:v>0.50981282881652668</c:v>
                </c:pt>
                <c:pt idx="365">
                  <c:v>0.5068913879223953</c:v>
                </c:pt>
                <c:pt idx="366">
                  <c:v>0.50651215986791465</c:v>
                </c:pt>
                <c:pt idx="367">
                  <c:v>0.5074416394951865</c:v>
                </c:pt>
                <c:pt idx="368">
                  <c:v>0.50877599688823505</c:v>
                </c:pt>
                <c:pt idx="369">
                  <c:v>0.50533933672925324</c:v>
                </c:pt>
                <c:pt idx="370">
                  <c:v>0.50937305726721871</c:v>
                </c:pt>
                <c:pt idx="371">
                  <c:v>0.50988335192461531</c:v>
                </c:pt>
                <c:pt idx="372">
                  <c:v>0.51039250984992945</c:v>
                </c:pt>
                <c:pt idx="373">
                  <c:v>0.51171508028845569</c:v>
                </c:pt>
                <c:pt idx="374">
                  <c:v>0.51059855574323132</c:v>
                </c:pt>
                <c:pt idx="375">
                  <c:v>0.50859300296119725</c:v>
                </c:pt>
                <c:pt idx="376">
                  <c:v>0.50586777300453867</c:v>
                </c:pt>
                <c:pt idx="377">
                  <c:v>0.50849429596308726</c:v>
                </c:pt>
                <c:pt idx="378">
                  <c:v>0.5082399563983262</c:v>
                </c:pt>
                <c:pt idx="379">
                  <c:v>0.50935981533359553</c:v>
                </c:pt>
                <c:pt idx="380">
                  <c:v>0.5053231316357063</c:v>
                </c:pt>
                <c:pt idx="381">
                  <c:v>0.5091084894860598</c:v>
                </c:pt>
                <c:pt idx="382">
                  <c:v>0.50953534991786831</c:v>
                </c:pt>
                <c:pt idx="383">
                  <c:v>0.50614051690588335</c:v>
                </c:pt>
                <c:pt idx="384">
                  <c:v>0.50999780835181685</c:v>
                </c:pt>
                <c:pt idx="385">
                  <c:v>0.51498594428595879</c:v>
                </c:pt>
                <c:pt idx="386">
                  <c:v>0.51778333515317942</c:v>
                </c:pt>
                <c:pt idx="387">
                  <c:v>0.51656745186097985</c:v>
                </c:pt>
                <c:pt idx="388">
                  <c:v>0.51606858732377081</c:v>
                </c:pt>
                <c:pt idx="389">
                  <c:v>0.51382746096042853</c:v>
                </c:pt>
                <c:pt idx="390">
                  <c:v>0.51674717911357548</c:v>
                </c:pt>
                <c:pt idx="391">
                  <c:v>0.51289765683129029</c:v>
                </c:pt>
                <c:pt idx="392">
                  <c:v>0.51193220779229631</c:v>
                </c:pt>
                <c:pt idx="393">
                  <c:v>0.51090017530567999</c:v>
                </c:pt>
                <c:pt idx="394">
                  <c:v>0.50651268219240009</c:v>
                </c:pt>
                <c:pt idx="395">
                  <c:v>0.50619035799157308</c:v>
                </c:pt>
                <c:pt idx="396">
                  <c:v>0.5027475561242547</c:v>
                </c:pt>
                <c:pt idx="397">
                  <c:v>0.50487655520609531</c:v>
                </c:pt>
                <c:pt idx="398">
                  <c:v>0.50609100232358817</c:v>
                </c:pt>
                <c:pt idx="399">
                  <c:v>0.50621619301502452</c:v>
                </c:pt>
                <c:pt idx="400">
                  <c:v>0.50671689145930077</c:v>
                </c:pt>
                <c:pt idx="401">
                  <c:v>0.50690997121644743</c:v>
                </c:pt>
                <c:pt idx="402">
                  <c:v>0.50692340992280172</c:v>
                </c:pt>
                <c:pt idx="403">
                  <c:v>0.50553258442310511</c:v>
                </c:pt>
                <c:pt idx="404">
                  <c:v>0.50795764699478407</c:v>
                </c:pt>
                <c:pt idx="405">
                  <c:v>0.50858819365619934</c:v>
                </c:pt>
                <c:pt idx="406">
                  <c:v>0.51209523967400816</c:v>
                </c:pt>
                <c:pt idx="407">
                  <c:v>0.51110235533512094</c:v>
                </c:pt>
                <c:pt idx="408">
                  <c:v>0.51165131327061197</c:v>
                </c:pt>
                <c:pt idx="409">
                  <c:v>0.51295198504522999</c:v>
                </c:pt>
                <c:pt idx="410">
                  <c:v>0.5136618506778694</c:v>
                </c:pt>
                <c:pt idx="411">
                  <c:v>0.51577832384455458</c:v>
                </c:pt>
                <c:pt idx="412">
                  <c:v>0.51741280901457654</c:v>
                </c:pt>
                <c:pt idx="413">
                  <c:v>0.51763784859070161</c:v>
                </c:pt>
                <c:pt idx="414">
                  <c:v>0.51795964712207698</c:v>
                </c:pt>
                <c:pt idx="415">
                  <c:v>0.51738009445154154</c:v>
                </c:pt>
                <c:pt idx="416">
                  <c:v>0.51362444778555072</c:v>
                </c:pt>
                <c:pt idx="417">
                  <c:v>0.50856999075811138</c:v>
                </c:pt>
                <c:pt idx="418">
                  <c:v>0.51149616535425046</c:v>
                </c:pt>
                <c:pt idx="419">
                  <c:v>0.51366081541691544</c:v>
                </c:pt>
                <c:pt idx="420">
                  <c:v>0.47483868238816596</c:v>
                </c:pt>
                <c:pt idx="421">
                  <c:v>0.4726770144818716</c:v>
                </c:pt>
                <c:pt idx="422">
                  <c:v>0.51314754296876885</c:v>
                </c:pt>
                <c:pt idx="423">
                  <c:v>0.51791052420994199</c:v>
                </c:pt>
                <c:pt idx="424">
                  <c:v>0.51535007349807227</c:v>
                </c:pt>
                <c:pt idx="425">
                  <c:v>0.47415400240827305</c:v>
                </c:pt>
                <c:pt idx="426">
                  <c:v>0.51491683755681905</c:v>
                </c:pt>
                <c:pt idx="427">
                  <c:v>0.52267200583866169</c:v>
                </c:pt>
                <c:pt idx="428">
                  <c:v>0.51763757108317277</c:v>
                </c:pt>
                <c:pt idx="429">
                  <c:v>0.51742969367318614</c:v>
                </c:pt>
                <c:pt idx="430">
                  <c:v>0.55175669103233038</c:v>
                </c:pt>
                <c:pt idx="431">
                  <c:v>0.55670714323784387</c:v>
                </c:pt>
                <c:pt idx="432">
                  <c:v>0.51251181572471793</c:v>
                </c:pt>
                <c:pt idx="433">
                  <c:v>0.51231759499747453</c:v>
                </c:pt>
                <c:pt idx="434">
                  <c:v>0.51408321736042473</c:v>
                </c:pt>
                <c:pt idx="435">
                  <c:v>0.51966434051269794</c:v>
                </c:pt>
                <c:pt idx="436">
                  <c:v>0.51811956078959376</c:v>
                </c:pt>
                <c:pt idx="437">
                  <c:v>0.51460071149745157</c:v>
                </c:pt>
                <c:pt idx="438">
                  <c:v>0.51817183423807922</c:v>
                </c:pt>
                <c:pt idx="439">
                  <c:v>0.51765796752291171</c:v>
                </c:pt>
                <c:pt idx="440">
                  <c:v>0.51076915151702817</c:v>
                </c:pt>
                <c:pt idx="441">
                  <c:v>0.50990897607820995</c:v>
                </c:pt>
                <c:pt idx="442">
                  <c:v>0.51700841382786178</c:v>
                </c:pt>
                <c:pt idx="443">
                  <c:v>0.5152253222349823</c:v>
                </c:pt>
                <c:pt idx="444">
                  <c:v>0.51486843575254182</c:v>
                </c:pt>
                <c:pt idx="445">
                  <c:v>0.4937326674165049</c:v>
                </c:pt>
                <c:pt idx="446">
                  <c:v>0.49679472064715058</c:v>
                </c:pt>
                <c:pt idx="447">
                  <c:v>0.51638876531670175</c:v>
                </c:pt>
                <c:pt idx="448">
                  <c:v>0.51931610419931662</c:v>
                </c:pt>
                <c:pt idx="449">
                  <c:v>0.51744030779039063</c:v>
                </c:pt>
                <c:pt idx="450">
                  <c:v>0.5007769633469672</c:v>
                </c:pt>
                <c:pt idx="451">
                  <c:v>0.51623631011628224</c:v>
                </c:pt>
                <c:pt idx="452">
                  <c:v>0.51299177990437816</c:v>
                </c:pt>
                <c:pt idx="453">
                  <c:v>0.51368822847797091</c:v>
                </c:pt>
                <c:pt idx="454">
                  <c:v>0.51265441604224016</c:v>
                </c:pt>
                <c:pt idx="455">
                  <c:v>0.5295138793325026</c:v>
                </c:pt>
                <c:pt idx="456">
                  <c:v>0.53257024026344846</c:v>
                </c:pt>
                <c:pt idx="457">
                  <c:v>0.51558905839517255</c:v>
                </c:pt>
                <c:pt idx="458">
                  <c:v>0.5130563511548687</c:v>
                </c:pt>
                <c:pt idx="459">
                  <c:v>0.50972402140045825</c:v>
                </c:pt>
                <c:pt idx="460">
                  <c:v>0.51420879563420474</c:v>
                </c:pt>
                <c:pt idx="461">
                  <c:v>0.51659876218468481</c:v>
                </c:pt>
                <c:pt idx="462">
                  <c:v>0.51822412770331128</c:v>
                </c:pt>
                <c:pt idx="463">
                  <c:v>0.51739160880740631</c:v>
                </c:pt>
                <c:pt idx="464">
                  <c:v>0.51616044571950914</c:v>
                </c:pt>
                <c:pt idx="465">
                  <c:v>0.51889729635187232</c:v>
                </c:pt>
                <c:pt idx="466">
                  <c:v>0.51805961937288436</c:v>
                </c:pt>
                <c:pt idx="467">
                  <c:v>0.51273255566631915</c:v>
                </c:pt>
                <c:pt idx="468">
                  <c:v>0.5131545890737067</c:v>
                </c:pt>
                <c:pt idx="469">
                  <c:v>0.5164657304412813</c:v>
                </c:pt>
                <c:pt idx="470">
                  <c:v>0.51617658673750899</c:v>
                </c:pt>
                <c:pt idx="471">
                  <c:v>0.51307752616934699</c:v>
                </c:pt>
                <c:pt idx="472">
                  <c:v>0.51467810682800008</c:v>
                </c:pt>
                <c:pt idx="473">
                  <c:v>0.51487084405011763</c:v>
                </c:pt>
                <c:pt idx="474">
                  <c:v>0.514809317898278</c:v>
                </c:pt>
                <c:pt idx="475">
                  <c:v>0.51244551641735603</c:v>
                </c:pt>
                <c:pt idx="476">
                  <c:v>0.51551785167678221</c:v>
                </c:pt>
                <c:pt idx="477">
                  <c:v>0.52426459288106642</c:v>
                </c:pt>
                <c:pt idx="478">
                  <c:v>0.5233759160138578</c:v>
                </c:pt>
                <c:pt idx="479">
                  <c:v>0.52006891130249888</c:v>
                </c:pt>
                <c:pt idx="480">
                  <c:v>0.51235357416162797</c:v>
                </c:pt>
                <c:pt idx="481">
                  <c:v>0.51639796308524732</c:v>
                </c:pt>
                <c:pt idx="482">
                  <c:v>0.51787584659436181</c:v>
                </c:pt>
                <c:pt idx="483">
                  <c:v>0.51545943607906985</c:v>
                </c:pt>
                <c:pt idx="484">
                  <c:v>0.51669730225960642</c:v>
                </c:pt>
                <c:pt idx="485">
                  <c:v>0.51207903350841966</c:v>
                </c:pt>
                <c:pt idx="486">
                  <c:v>0.51358794470295277</c:v>
                </c:pt>
                <c:pt idx="487">
                  <c:v>0.50837179614032846</c:v>
                </c:pt>
                <c:pt idx="488">
                  <c:v>0.50891516585539387</c:v>
                </c:pt>
                <c:pt idx="489">
                  <c:v>0.51058223771448641</c:v>
                </c:pt>
                <c:pt idx="490">
                  <c:v>0.51872496118035827</c:v>
                </c:pt>
                <c:pt idx="491">
                  <c:v>0.52012180611387304</c:v>
                </c:pt>
                <c:pt idx="492">
                  <c:v>0.51675610581221509</c:v>
                </c:pt>
                <c:pt idx="493">
                  <c:v>0.51634762168875936</c:v>
                </c:pt>
                <c:pt idx="494">
                  <c:v>0.51674948712765068</c:v>
                </c:pt>
                <c:pt idx="495">
                  <c:v>0.52100640457663605</c:v>
                </c:pt>
                <c:pt idx="496">
                  <c:v>0.52124919275507331</c:v>
                </c:pt>
                <c:pt idx="497">
                  <c:v>0.51567705831114652</c:v>
                </c:pt>
                <c:pt idx="498">
                  <c:v>0.51366204405227245</c:v>
                </c:pt>
                <c:pt idx="499">
                  <c:v>0.51641028761799768</c:v>
                </c:pt>
                <c:pt idx="500">
                  <c:v>0.51536171760019822</c:v>
                </c:pt>
                <c:pt idx="501">
                  <c:v>0.51253000079764111</c:v>
                </c:pt>
                <c:pt idx="502">
                  <c:v>0.50813157739217052</c:v>
                </c:pt>
                <c:pt idx="503">
                  <c:v>0.51578118646686921</c:v>
                </c:pt>
                <c:pt idx="504">
                  <c:v>0.51514972089677413</c:v>
                </c:pt>
                <c:pt idx="505">
                  <c:v>0.5159139221921607</c:v>
                </c:pt>
                <c:pt idx="506">
                  <c:v>0.51338397799399216</c:v>
                </c:pt>
                <c:pt idx="507">
                  <c:v>0.51910675436419595</c:v>
                </c:pt>
                <c:pt idx="508">
                  <c:v>0.52230942912404688</c:v>
                </c:pt>
                <c:pt idx="509">
                  <c:v>0.52100786110539132</c:v>
                </c:pt>
                <c:pt idx="510">
                  <c:v>0.5172480808925658</c:v>
                </c:pt>
                <c:pt idx="511">
                  <c:v>0.51778273403830632</c:v>
                </c:pt>
                <c:pt idx="512">
                  <c:v>0.51902408101577047</c:v>
                </c:pt>
                <c:pt idx="513">
                  <c:v>0.52109094817418189</c:v>
                </c:pt>
                <c:pt idx="514">
                  <c:v>0.52081450083325553</c:v>
                </c:pt>
                <c:pt idx="515">
                  <c:v>0.51523281210402949</c:v>
                </c:pt>
                <c:pt idx="516">
                  <c:v>0.51631788203531293</c:v>
                </c:pt>
                <c:pt idx="517">
                  <c:v>0.51485954320395211</c:v>
                </c:pt>
                <c:pt idx="518">
                  <c:v>0.51319181817478154</c:v>
                </c:pt>
                <c:pt idx="519">
                  <c:v>0.51624141154809933</c:v>
                </c:pt>
                <c:pt idx="520">
                  <c:v>0.51907615654083938</c:v>
                </c:pt>
                <c:pt idx="521">
                  <c:v>0.51755466485668822</c:v>
                </c:pt>
                <c:pt idx="522">
                  <c:v>0.51606706797763746</c:v>
                </c:pt>
                <c:pt idx="523">
                  <c:v>0.5091761341369565</c:v>
                </c:pt>
                <c:pt idx="524">
                  <c:v>0.5084033657128334</c:v>
                </c:pt>
                <c:pt idx="525">
                  <c:v>0.50929406541281008</c:v>
                </c:pt>
                <c:pt idx="526">
                  <c:v>0.51305954580953783</c:v>
                </c:pt>
                <c:pt idx="527">
                  <c:v>0.5217618430464307</c:v>
                </c:pt>
                <c:pt idx="528">
                  <c:v>0.51492337454405579</c:v>
                </c:pt>
                <c:pt idx="529">
                  <c:v>0.51706818283867462</c:v>
                </c:pt>
                <c:pt idx="530">
                  <c:v>0.5104550098322933</c:v>
                </c:pt>
                <c:pt idx="531">
                  <c:v>0.51898215469372855</c:v>
                </c:pt>
                <c:pt idx="532">
                  <c:v>0.51642202174097307</c:v>
                </c:pt>
                <c:pt idx="533">
                  <c:v>0.52141399427240465</c:v>
                </c:pt>
                <c:pt idx="534">
                  <c:v>0.52418389227034046</c:v>
                </c:pt>
                <c:pt idx="535">
                  <c:v>0.52522102245213564</c:v>
                </c:pt>
                <c:pt idx="536">
                  <c:v>0.52225439026535103</c:v>
                </c:pt>
                <c:pt idx="537">
                  <c:v>0.50332473924347054</c:v>
                </c:pt>
                <c:pt idx="538">
                  <c:v>0.50808997633013009</c:v>
                </c:pt>
                <c:pt idx="539">
                  <c:v>0.5175880249333672</c:v>
                </c:pt>
                <c:pt idx="540">
                  <c:v>0.51582214561070239</c:v>
                </c:pt>
                <c:pt idx="541">
                  <c:v>0.5097892390725598</c:v>
                </c:pt>
                <c:pt idx="542">
                  <c:v>0.50793365638871169</c:v>
                </c:pt>
                <c:pt idx="543">
                  <c:v>0.52039979518727508</c:v>
                </c:pt>
                <c:pt idx="544">
                  <c:v>0.52055611618067121</c:v>
                </c:pt>
                <c:pt idx="545">
                  <c:v>0.51856794576521159</c:v>
                </c:pt>
                <c:pt idx="546">
                  <c:v>0.52204738958943819</c:v>
                </c:pt>
                <c:pt idx="547">
                  <c:v>0.53092957236972371</c:v>
                </c:pt>
                <c:pt idx="548">
                  <c:v>0.53021867916823839</c:v>
                </c:pt>
                <c:pt idx="549">
                  <c:v>0.52541734035711896</c:v>
                </c:pt>
                <c:pt idx="550">
                  <c:v>0.52383780735825136</c:v>
                </c:pt>
                <c:pt idx="551">
                  <c:v>0.52343382163357988</c:v>
                </c:pt>
                <c:pt idx="552">
                  <c:v>0.52314395266270974</c:v>
                </c:pt>
                <c:pt idx="553">
                  <c:v>0.52140088870346757</c:v>
                </c:pt>
                <c:pt idx="554">
                  <c:v>0.52213790230477664</c:v>
                </c:pt>
                <c:pt idx="555">
                  <c:v>0.51934317577673572</c:v>
                </c:pt>
                <c:pt idx="556">
                  <c:v>0.52028909926644162</c:v>
                </c:pt>
                <c:pt idx="557">
                  <c:v>0.52289755111979797</c:v>
                </c:pt>
                <c:pt idx="558">
                  <c:v>0.52180080922788619</c:v>
                </c:pt>
                <c:pt idx="559">
                  <c:v>0.51894199779179173</c:v>
                </c:pt>
                <c:pt idx="560">
                  <c:v>0.51607491437171682</c:v>
                </c:pt>
                <c:pt idx="561">
                  <c:v>0.51900408144264198</c:v>
                </c:pt>
                <c:pt idx="562">
                  <c:v>0.5182672844550068</c:v>
                </c:pt>
                <c:pt idx="563">
                  <c:v>0.51963479141534574</c:v>
                </c:pt>
              </c:numCache>
            </c:numRef>
          </c:yVal>
          <c:smooth val="0"/>
          <c:extLst>
            <c:ext xmlns:c16="http://schemas.microsoft.com/office/drawing/2014/chart" uri="{C3380CC4-5D6E-409C-BE32-E72D297353CC}">
              <c16:uniqueId val="{00000005-16BB-4F39-8545-6DAFE747B07E}"/>
            </c:ext>
          </c:extLst>
        </c:ser>
        <c:ser>
          <c:idx val="6"/>
          <c:order val="6"/>
          <c:tx>
            <c:strRef>
              <c:f>'Post Processing - SS CaCl2'!$V$1</c:f>
              <c:strCache>
                <c:ptCount val="1"/>
                <c:pt idx="0">
                  <c:v>NF270_MC3_071224_S2CaCl2</c:v>
                </c:pt>
              </c:strCache>
            </c:strRef>
          </c:tx>
          <c:spPr>
            <a:ln w="25400" cap="rnd">
              <a:noFill/>
              <a:round/>
            </a:ln>
            <a:effectLst/>
          </c:spPr>
          <c:marker>
            <c:symbol val="circle"/>
            <c:size val="2"/>
            <c:spPr>
              <a:solidFill>
                <a:schemeClr val="accent1">
                  <a:lumMod val="60000"/>
                </a:schemeClr>
              </a:solidFill>
              <a:ln w="9525">
                <a:solidFill>
                  <a:schemeClr val="accent1">
                    <a:lumMod val="60000"/>
                  </a:schemeClr>
                </a:solidFill>
              </a:ln>
              <a:effectLst/>
            </c:spPr>
          </c:marker>
          <c:xVal>
            <c:numRef>
              <c:f>'Post Processing - SS CaCl2'!$AA$87:$AA$908</c:f>
              <c:numCache>
                <c:formatCode>0.00E+00</c:formatCode>
                <c:ptCount val="822"/>
                <c:pt idx="0">
                  <c:v>5.5522525149543203E-6</c:v>
                </c:pt>
                <c:pt idx="1">
                  <c:v>5.5462962837051803E-6</c:v>
                </c:pt>
                <c:pt idx="2">
                  <c:v>5.5402545534783897E-6</c:v>
                </c:pt>
                <c:pt idx="3">
                  <c:v>5.5343205879386497E-6</c:v>
                </c:pt>
                <c:pt idx="4">
                  <c:v>5.5282147449834298E-6</c:v>
                </c:pt>
                <c:pt idx="5">
                  <c:v>5.5220693505832E-6</c:v>
                </c:pt>
                <c:pt idx="6">
                  <c:v>5.5162562874233E-6</c:v>
                </c:pt>
                <c:pt idx="7">
                  <c:v>5.5102146042365096E-6</c:v>
                </c:pt>
                <c:pt idx="8">
                  <c:v>5.5044122271502998E-6</c:v>
                </c:pt>
                <c:pt idx="9">
                  <c:v>5.4983461706688697E-6</c:v>
                </c:pt>
                <c:pt idx="10">
                  <c:v>5.4925643762442996E-6</c:v>
                </c:pt>
                <c:pt idx="11">
                  <c:v>5.4861584402753299E-6</c:v>
                </c:pt>
                <c:pt idx="12">
                  <c:v>5.4804057700047896E-6</c:v>
                </c:pt>
                <c:pt idx="13">
                  <c:v>5.47407212546561E-6</c:v>
                </c:pt>
                <c:pt idx="14">
                  <c:v>5.46827672539756E-6</c:v>
                </c:pt>
                <c:pt idx="15">
                  <c:v>5.4619758262329601E-6</c:v>
                </c:pt>
                <c:pt idx="16">
                  <c:v>5.4559374766894202E-6</c:v>
                </c:pt>
                <c:pt idx="17">
                  <c:v>5.4499006525422903E-6</c:v>
                </c:pt>
                <c:pt idx="18">
                  <c:v>5.4438762759340199E-6</c:v>
                </c:pt>
                <c:pt idx="19">
                  <c:v>5.4379698518436197E-6</c:v>
                </c:pt>
                <c:pt idx="20">
                  <c:v>5.4320981901208102E-6</c:v>
                </c:pt>
                <c:pt idx="21">
                  <c:v>5.42606248016308E-6</c:v>
                </c:pt>
                <c:pt idx="22">
                  <c:v>5.4201227520763697E-6</c:v>
                </c:pt>
                <c:pt idx="23">
                  <c:v>5.4140988419259001E-6</c:v>
                </c:pt>
                <c:pt idx="24">
                  <c:v>5.4081893163300997E-6</c:v>
                </c:pt>
                <c:pt idx="25">
                  <c:v>5.4021758678414802E-6</c:v>
                </c:pt>
                <c:pt idx="26">
                  <c:v>5.3963208252214703E-6</c:v>
                </c:pt>
                <c:pt idx="27">
                  <c:v>5.3903348266205404E-6</c:v>
                </c:pt>
                <c:pt idx="28">
                  <c:v>5.3844746913898E-6</c:v>
                </c:pt>
                <c:pt idx="29">
                  <c:v>5.37847072787676E-6</c:v>
                </c:pt>
                <c:pt idx="30">
                  <c:v>5.3725156479341498E-6</c:v>
                </c:pt>
                <c:pt idx="31">
                  <c:v>5.3664645461034203E-6</c:v>
                </c:pt>
                <c:pt idx="32">
                  <c:v>5.3605834728277504E-6</c:v>
                </c:pt>
                <c:pt idx="33">
                  <c:v>5.3545409781450903E-6</c:v>
                </c:pt>
                <c:pt idx="34">
                  <c:v>5.3488561768936901E-6</c:v>
                </c:pt>
                <c:pt idx="35">
                  <c:v>5.3429025431080498E-6</c:v>
                </c:pt>
                <c:pt idx="36">
                  <c:v>5.33689815028462E-6</c:v>
                </c:pt>
                <c:pt idx="37">
                  <c:v>5.3311573115309903E-6</c:v>
                </c:pt>
                <c:pt idx="38">
                  <c:v>5.3249940059366702E-6</c:v>
                </c:pt>
                <c:pt idx="39">
                  <c:v>5.3193828596498098E-6</c:v>
                </c:pt>
                <c:pt idx="40">
                  <c:v>5.3133944404733398E-6</c:v>
                </c:pt>
                <c:pt idx="41">
                  <c:v>5.3078337149167204E-6</c:v>
                </c:pt>
                <c:pt idx="42">
                  <c:v>5.30210516891529E-6</c:v>
                </c:pt>
                <c:pt idx="43">
                  <c:v>5.29669517188534E-6</c:v>
                </c:pt>
                <c:pt idx="44">
                  <c:v>5.29127855899926E-6</c:v>
                </c:pt>
                <c:pt idx="45">
                  <c:v>5.2858899088910599E-6</c:v>
                </c:pt>
                <c:pt idx="46">
                  <c:v>5.2804455316178999E-6</c:v>
                </c:pt>
                <c:pt idx="47">
                  <c:v>5.2750446453313597E-6</c:v>
                </c:pt>
                <c:pt idx="48">
                  <c:v>5.2695807813993599E-6</c:v>
                </c:pt>
                <c:pt idx="49">
                  <c:v>5.2639194699085402E-6</c:v>
                </c:pt>
                <c:pt idx="50">
                  <c:v>5.2585186945188297E-6</c:v>
                </c:pt>
                <c:pt idx="51">
                  <c:v>5.2528319823233202E-6</c:v>
                </c:pt>
                <c:pt idx="52">
                  <c:v>5.2471452842777299E-6</c:v>
                </c:pt>
                <c:pt idx="53">
                  <c:v>5.2414798812469498E-6</c:v>
                </c:pt>
                <c:pt idx="54">
                  <c:v>5.2357641678740703E-6</c:v>
                </c:pt>
                <c:pt idx="55">
                  <c:v>5.2298338880036799E-6</c:v>
                </c:pt>
                <c:pt idx="56">
                  <c:v>5.2241580399226898E-6</c:v>
                </c:pt>
                <c:pt idx="57">
                  <c:v>5.2185106327649797E-6</c:v>
                </c:pt>
                <c:pt idx="58">
                  <c:v>5.2126402062223701E-6</c:v>
                </c:pt>
                <c:pt idx="59">
                  <c:v>5.2072556878250897E-6</c:v>
                </c:pt>
                <c:pt idx="60">
                  <c:v>5.2014736185891003E-6</c:v>
                </c:pt>
                <c:pt idx="61">
                  <c:v>5.1960019827349702E-6</c:v>
                </c:pt>
                <c:pt idx="62">
                  <c:v>5.1903254103341102E-6</c:v>
                </c:pt>
                <c:pt idx="63">
                  <c:v>5.1847645865676399E-6</c:v>
                </c:pt>
                <c:pt idx="64">
                  <c:v>5.1791535157823496E-6</c:v>
                </c:pt>
                <c:pt idx="65">
                  <c:v>5.1735856078302997E-6</c:v>
                </c:pt>
                <c:pt idx="66">
                  <c:v>5.1680481176458002E-6</c:v>
                </c:pt>
                <c:pt idx="67">
                  <c:v>5.1624810691649198E-6</c:v>
                </c:pt>
                <c:pt idx="68">
                  <c:v>5.1569735686952004E-6</c:v>
                </c:pt>
                <c:pt idx="69">
                  <c:v>5.15134367558581E-6</c:v>
                </c:pt>
                <c:pt idx="70">
                  <c:v>5.1457259225817197E-6</c:v>
                </c:pt>
                <c:pt idx="71">
                  <c:v>5.1401756834999598E-6</c:v>
                </c:pt>
                <c:pt idx="72">
                  <c:v>5.1345349859008499E-6</c:v>
                </c:pt>
                <c:pt idx="73">
                  <c:v>5.1289759618134403E-6</c:v>
                </c:pt>
                <c:pt idx="74">
                  <c:v>5.1235031986173999E-6</c:v>
                </c:pt>
                <c:pt idx="75">
                  <c:v>5.1178086223913001E-6</c:v>
                </c:pt>
                <c:pt idx="76">
                  <c:v>5.1123311449325101E-6</c:v>
                </c:pt>
                <c:pt idx="77">
                  <c:v>5.1068357960558904E-6</c:v>
                </c:pt>
                <c:pt idx="78">
                  <c:v>5.1012003708372097E-6</c:v>
                </c:pt>
                <c:pt idx="79">
                  <c:v>5.0959761717800098E-6</c:v>
                </c:pt>
                <c:pt idx="80">
                  <c:v>5.0905811715064499E-6</c:v>
                </c:pt>
                <c:pt idx="81">
                  <c:v>5.0852170181455496E-6</c:v>
                </c:pt>
                <c:pt idx="82">
                  <c:v>5.07999174120831E-6</c:v>
                </c:pt>
                <c:pt idx="83">
                  <c:v>5.0743984194805001E-6</c:v>
                </c:pt>
                <c:pt idx="84">
                  <c:v>5.0688891424513302E-6</c:v>
                </c:pt>
                <c:pt idx="85">
                  <c:v>5.0632965873846502E-6</c:v>
                </c:pt>
                <c:pt idx="86">
                  <c:v>5.0579089746714803E-6</c:v>
                </c:pt>
                <c:pt idx="87">
                  <c:v>5.0526457094723304E-6</c:v>
                </c:pt>
                <c:pt idx="88">
                  <c:v>5.04760459431455E-6</c:v>
                </c:pt>
                <c:pt idx="89">
                  <c:v>5.0426582130391896E-6</c:v>
                </c:pt>
                <c:pt idx="90">
                  <c:v>5.0376292740114798E-6</c:v>
                </c:pt>
                <c:pt idx="91">
                  <c:v>5.0326618210987001E-6</c:v>
                </c:pt>
                <c:pt idx="92">
                  <c:v>5.0275947618471497E-6</c:v>
                </c:pt>
                <c:pt idx="93">
                  <c:v>5.0223854816695801E-6</c:v>
                </c:pt>
                <c:pt idx="94">
                  <c:v>5.0173360408034697E-6</c:v>
                </c:pt>
                <c:pt idx="95">
                  <c:v>5.01213624206019E-6</c:v>
                </c:pt>
                <c:pt idx="96">
                  <c:v>5.0069030634414897E-6</c:v>
                </c:pt>
                <c:pt idx="97">
                  <c:v>5.00182875635872E-6</c:v>
                </c:pt>
                <c:pt idx="98">
                  <c:v>4.99640629973204E-6</c:v>
                </c:pt>
                <c:pt idx="99">
                  <c:v>4.9913181820084501E-6</c:v>
                </c:pt>
                <c:pt idx="100">
                  <c:v>4.9859838235438397E-6</c:v>
                </c:pt>
                <c:pt idx="101">
                  <c:v>4.9808913650093004E-6</c:v>
                </c:pt>
                <c:pt idx="102">
                  <c:v>4.9756179543296601E-6</c:v>
                </c:pt>
                <c:pt idx="103">
                  <c:v>4.9704797974359403E-6</c:v>
                </c:pt>
                <c:pt idx="104">
                  <c:v>4.9652101845728602E-6</c:v>
                </c:pt>
                <c:pt idx="105">
                  <c:v>4.9601272207629499E-6</c:v>
                </c:pt>
                <c:pt idx="106">
                  <c:v>4.9548505572811801E-6</c:v>
                </c:pt>
                <c:pt idx="107">
                  <c:v>4.94963462931774E-6</c:v>
                </c:pt>
                <c:pt idx="108">
                  <c:v>4.9444450200572E-6</c:v>
                </c:pt>
                <c:pt idx="109">
                  <c:v>4.9391785748515998E-6</c:v>
                </c:pt>
                <c:pt idx="110">
                  <c:v>4.9340011545593597E-6</c:v>
                </c:pt>
                <c:pt idx="111">
                  <c:v>4.9287517774559197E-6</c:v>
                </c:pt>
                <c:pt idx="112">
                  <c:v>4.9236397179673901E-6</c:v>
                </c:pt>
                <c:pt idx="113">
                  <c:v>4.9183616454311202E-6</c:v>
                </c:pt>
                <c:pt idx="114">
                  <c:v>4.9134308247329099E-6</c:v>
                </c:pt>
                <c:pt idx="115">
                  <c:v>4.9082360544260597E-6</c:v>
                </c:pt>
                <c:pt idx="116">
                  <c:v>4.9032881298598796E-6</c:v>
                </c:pt>
                <c:pt idx="117">
                  <c:v>4.89811397877537E-6</c:v>
                </c:pt>
                <c:pt idx="118">
                  <c:v>4.8931923335995799E-6</c:v>
                </c:pt>
                <c:pt idx="119">
                  <c:v>4.8880001561280703E-6</c:v>
                </c:pt>
                <c:pt idx="120">
                  <c:v>4.8831512157547003E-6</c:v>
                </c:pt>
                <c:pt idx="121">
                  <c:v>4.8779111573279898E-6</c:v>
                </c:pt>
                <c:pt idx="122">
                  <c:v>4.8731402964202203E-6</c:v>
                </c:pt>
                <c:pt idx="123">
                  <c:v>4.8681588960333996E-6</c:v>
                </c:pt>
                <c:pt idx="124">
                  <c:v>4.8634404209907096E-6</c:v>
                </c:pt>
                <c:pt idx="125">
                  <c:v>4.8584752478203097E-6</c:v>
                </c:pt>
                <c:pt idx="126">
                  <c:v>4.8537912855459302E-6</c:v>
                </c:pt>
                <c:pt idx="127">
                  <c:v>4.8488347813974896E-6</c:v>
                </c:pt>
                <c:pt idx="128">
                  <c:v>4.8441899991379503E-6</c:v>
                </c:pt>
                <c:pt idx="129">
                  <c:v>4.8395013672112199E-6</c:v>
                </c:pt>
                <c:pt idx="130">
                  <c:v>4.8345851017030902E-6</c:v>
                </c:pt>
                <c:pt idx="131">
                  <c:v>4.8299492803585297E-6</c:v>
                </c:pt>
                <c:pt idx="132">
                  <c:v>4.8250090938378903E-6</c:v>
                </c:pt>
                <c:pt idx="133">
                  <c:v>4.8201969538732896E-6</c:v>
                </c:pt>
                <c:pt idx="134">
                  <c:v>4.8154984901064103E-6</c:v>
                </c:pt>
                <c:pt idx="135">
                  <c:v>4.8104515454386799E-6</c:v>
                </c:pt>
                <c:pt idx="136">
                  <c:v>4.8057517307521202E-6</c:v>
                </c:pt>
                <c:pt idx="137">
                  <c:v>4.8006832225205102E-6</c:v>
                </c:pt>
                <c:pt idx="138">
                  <c:v>4.7958170049756203E-6</c:v>
                </c:pt>
                <c:pt idx="139">
                  <c:v>4.79091215006902E-6</c:v>
                </c:pt>
                <c:pt idx="140">
                  <c:v>4.7859360390825198E-6</c:v>
                </c:pt>
                <c:pt idx="141">
                  <c:v>4.7811836764755401E-6</c:v>
                </c:pt>
                <c:pt idx="142">
                  <c:v>4.7762826183371104E-6</c:v>
                </c:pt>
                <c:pt idx="143">
                  <c:v>4.77156903033548E-6</c:v>
                </c:pt>
                <c:pt idx="144">
                  <c:v>4.7666719911422399E-6</c:v>
                </c:pt>
                <c:pt idx="145">
                  <c:v>4.7619775395961497E-6</c:v>
                </c:pt>
                <c:pt idx="146">
                  <c:v>4.7571250722131296E-6</c:v>
                </c:pt>
                <c:pt idx="147">
                  <c:v>4.75238409366501E-6</c:v>
                </c:pt>
                <c:pt idx="148">
                  <c:v>4.7476071562956503E-6</c:v>
                </c:pt>
                <c:pt idx="149">
                  <c:v>4.7428944802278801E-6</c:v>
                </c:pt>
                <c:pt idx="150">
                  <c:v>4.7381155415640502E-6</c:v>
                </c:pt>
                <c:pt idx="151">
                  <c:v>4.7334263356086802E-6</c:v>
                </c:pt>
                <c:pt idx="152">
                  <c:v>4.7286587029802302E-6</c:v>
                </c:pt>
                <c:pt idx="153">
                  <c:v>4.72387179699254E-6</c:v>
                </c:pt>
                <c:pt idx="154">
                  <c:v>4.7190722289065903E-6</c:v>
                </c:pt>
                <c:pt idx="155">
                  <c:v>4.7143779274574903E-6</c:v>
                </c:pt>
                <c:pt idx="156">
                  <c:v>4.7095477566297203E-6</c:v>
                </c:pt>
                <c:pt idx="157">
                  <c:v>4.7050047913111397E-6</c:v>
                </c:pt>
                <c:pt idx="158">
                  <c:v>4.7001423113773201E-6</c:v>
                </c:pt>
                <c:pt idx="159">
                  <c:v>4.6954930066668898E-6</c:v>
                </c:pt>
                <c:pt idx="160">
                  <c:v>4.6907613100778801E-6</c:v>
                </c:pt>
                <c:pt idx="161">
                  <c:v>4.6859975582071804E-6</c:v>
                </c:pt>
                <c:pt idx="162">
                  <c:v>4.6812907782430499E-6</c:v>
                </c:pt>
                <c:pt idx="163">
                  <c:v>4.6767121019118701E-6</c:v>
                </c:pt>
                <c:pt idx="164">
                  <c:v>4.6718626871853003E-6</c:v>
                </c:pt>
                <c:pt idx="165">
                  <c:v>4.6675146560635999E-6</c:v>
                </c:pt>
                <c:pt idx="166">
                  <c:v>4.6626884065332004E-6</c:v>
                </c:pt>
                <c:pt idx="167">
                  <c:v>4.6583651255506897E-6</c:v>
                </c:pt>
                <c:pt idx="168">
                  <c:v>4.6538175852827201E-6</c:v>
                </c:pt>
                <c:pt idx="169">
                  <c:v>4.6495247945098699E-6</c:v>
                </c:pt>
                <c:pt idx="170">
                  <c:v>4.6452064648173298E-6</c:v>
                </c:pt>
                <c:pt idx="171">
                  <c:v>4.6407306439064402E-6</c:v>
                </c:pt>
                <c:pt idx="172">
                  <c:v>4.6363653638634502E-6</c:v>
                </c:pt>
                <c:pt idx="173">
                  <c:v>4.6316840473520297E-6</c:v>
                </c:pt>
                <c:pt idx="174">
                  <c:v>4.6271292033376903E-6</c:v>
                </c:pt>
                <c:pt idx="175">
                  <c:v>4.6224179307058999E-6</c:v>
                </c:pt>
                <c:pt idx="176">
                  <c:v>4.6177012397042603E-6</c:v>
                </c:pt>
                <c:pt idx="177">
                  <c:v>4.6131786257225403E-6</c:v>
                </c:pt>
                <c:pt idx="178">
                  <c:v>4.6085436638300903E-6</c:v>
                </c:pt>
                <c:pt idx="179">
                  <c:v>4.60419536769384E-6</c:v>
                </c:pt>
                <c:pt idx="180">
                  <c:v>4.5996746289749799E-6</c:v>
                </c:pt>
                <c:pt idx="181">
                  <c:v>4.5952959181303902E-6</c:v>
                </c:pt>
                <c:pt idx="182">
                  <c:v>4.5908234792371899E-6</c:v>
                </c:pt>
                <c:pt idx="183">
                  <c:v>4.5864813371194397E-6</c:v>
                </c:pt>
                <c:pt idx="184">
                  <c:v>4.5820152602858103E-6</c:v>
                </c:pt>
                <c:pt idx="185">
                  <c:v>4.5777085990352202E-6</c:v>
                </c:pt>
                <c:pt idx="186">
                  <c:v>4.5732723914068903E-6</c:v>
                </c:pt>
                <c:pt idx="187">
                  <c:v>4.56891752141369E-6</c:v>
                </c:pt>
                <c:pt idx="188">
                  <c:v>4.5645214554291904E-6</c:v>
                </c:pt>
                <c:pt idx="189">
                  <c:v>4.5601600526965503E-6</c:v>
                </c:pt>
                <c:pt idx="190">
                  <c:v>4.5557798100798404E-6</c:v>
                </c:pt>
                <c:pt idx="191">
                  <c:v>4.5513261357258001E-6</c:v>
                </c:pt>
                <c:pt idx="192">
                  <c:v>4.5468491376759002E-6</c:v>
                </c:pt>
                <c:pt idx="193">
                  <c:v>4.5423082502961199E-6</c:v>
                </c:pt>
                <c:pt idx="194">
                  <c:v>4.5378227849060699E-6</c:v>
                </c:pt>
                <c:pt idx="195">
                  <c:v>4.5335039108340199E-6</c:v>
                </c:pt>
                <c:pt idx="196">
                  <c:v>4.5291250671662598E-6</c:v>
                </c:pt>
                <c:pt idx="197">
                  <c:v>4.5249630790733398E-6</c:v>
                </c:pt>
                <c:pt idx="198">
                  <c:v>4.5205762800298697E-6</c:v>
                </c:pt>
                <c:pt idx="199">
                  <c:v>4.5164431126624503E-6</c:v>
                </c:pt>
                <c:pt idx="200">
                  <c:v>4.51200668822666E-6</c:v>
                </c:pt>
                <c:pt idx="201">
                  <c:v>4.5077461119068997E-6</c:v>
                </c:pt>
                <c:pt idx="202">
                  <c:v>4.5034867102982501E-6</c:v>
                </c:pt>
                <c:pt idx="203">
                  <c:v>4.4990781613246801E-6</c:v>
                </c:pt>
                <c:pt idx="204">
                  <c:v>4.4950263650112901E-6</c:v>
                </c:pt>
                <c:pt idx="205">
                  <c:v>4.49062041467726E-6</c:v>
                </c:pt>
                <c:pt idx="206">
                  <c:v>4.4864276786681504E-6</c:v>
                </c:pt>
                <c:pt idx="207">
                  <c:v>4.4822303157134703E-6</c:v>
                </c:pt>
                <c:pt idx="208">
                  <c:v>4.4781302294243201E-6</c:v>
                </c:pt>
                <c:pt idx="209">
                  <c:v>4.4741446533683604E-6</c:v>
                </c:pt>
                <c:pt idx="210">
                  <c:v>4.4700225141612502E-6</c:v>
                </c:pt>
                <c:pt idx="211">
                  <c:v>4.4658423851214201E-6</c:v>
                </c:pt>
                <c:pt idx="212">
                  <c:v>4.4615294000272697E-6</c:v>
                </c:pt>
                <c:pt idx="213">
                  <c:v>4.4573546432404597E-6</c:v>
                </c:pt>
                <c:pt idx="214">
                  <c:v>4.4530764191145797E-6</c:v>
                </c:pt>
                <c:pt idx="215">
                  <c:v>4.4489200426920898E-6</c:v>
                </c:pt>
                <c:pt idx="216">
                  <c:v>4.4448125180125201E-6</c:v>
                </c:pt>
                <c:pt idx="217">
                  <c:v>4.44052306868767E-6</c:v>
                </c:pt>
                <c:pt idx="218">
                  <c:v>4.4364296463800702E-6</c:v>
                </c:pt>
                <c:pt idx="219">
                  <c:v>4.4323107314413998E-6</c:v>
                </c:pt>
                <c:pt idx="220">
                  <c:v>4.4280881283142502E-6</c:v>
                </c:pt>
                <c:pt idx="221">
                  <c:v>4.4240017730005699E-6</c:v>
                </c:pt>
                <c:pt idx="222">
                  <c:v>4.4199802602540599E-6</c:v>
                </c:pt>
                <c:pt idx="223">
                  <c:v>4.4158094326639896E-6</c:v>
                </c:pt>
                <c:pt idx="224">
                  <c:v>4.4119364910325002E-6</c:v>
                </c:pt>
                <c:pt idx="225">
                  <c:v>4.4078223847839199E-6</c:v>
                </c:pt>
                <c:pt idx="226">
                  <c:v>4.4039164967386703E-6</c:v>
                </c:pt>
                <c:pt idx="227">
                  <c:v>4.3998783108314004E-6</c:v>
                </c:pt>
                <c:pt idx="228">
                  <c:v>4.3959311758560401E-6</c:v>
                </c:pt>
                <c:pt idx="229">
                  <c:v>4.3919174278821103E-6</c:v>
                </c:pt>
                <c:pt idx="230">
                  <c:v>4.3878775717753401E-6</c:v>
                </c:pt>
                <c:pt idx="231">
                  <c:v>4.3838938639314702E-6</c:v>
                </c:pt>
                <c:pt idx="232">
                  <c:v>4.3798828983548498E-6</c:v>
                </c:pt>
                <c:pt idx="233">
                  <c:v>4.3759180062055497E-6</c:v>
                </c:pt>
                <c:pt idx="234">
                  <c:v>4.3720628453420004E-6</c:v>
                </c:pt>
                <c:pt idx="235">
                  <c:v>4.3680963576453603E-6</c:v>
                </c:pt>
                <c:pt idx="236">
                  <c:v>4.36426918395477E-6</c:v>
                </c:pt>
                <c:pt idx="237">
                  <c:v>4.3603073878464199E-6</c:v>
                </c:pt>
                <c:pt idx="238">
                  <c:v>4.3565024027122799E-6</c:v>
                </c:pt>
                <c:pt idx="239">
                  <c:v>4.3524937313492796E-6</c:v>
                </c:pt>
                <c:pt idx="240">
                  <c:v>4.3486043729806197E-6</c:v>
                </c:pt>
                <c:pt idx="241">
                  <c:v>4.3447367421413797E-6</c:v>
                </c:pt>
                <c:pt idx="242">
                  <c:v>4.3407324080598603E-6</c:v>
                </c:pt>
                <c:pt idx="243">
                  <c:v>4.3368685663867896E-6</c:v>
                </c:pt>
                <c:pt idx="244">
                  <c:v>4.3330455693783301E-6</c:v>
                </c:pt>
                <c:pt idx="245">
                  <c:v>4.3290515767763898E-6</c:v>
                </c:pt>
                <c:pt idx="246">
                  <c:v>4.3254066135188198E-6</c:v>
                </c:pt>
                <c:pt idx="247">
                  <c:v>4.3214712937677896E-6</c:v>
                </c:pt>
                <c:pt idx="248">
                  <c:v>4.3178763900354601E-6</c:v>
                </c:pt>
                <c:pt idx="249">
                  <c:v>4.3141161159382398E-6</c:v>
                </c:pt>
                <c:pt idx="250">
                  <c:v>4.3103951825281004E-6</c:v>
                </c:pt>
                <c:pt idx="251">
                  <c:v>4.3068405924037796E-6</c:v>
                </c:pt>
                <c:pt idx="252">
                  <c:v>4.3030882612871899E-6</c:v>
                </c:pt>
                <c:pt idx="253">
                  <c:v>4.2993912581878898E-6</c:v>
                </c:pt>
                <c:pt idx="254">
                  <c:v>4.2956618609128596E-6</c:v>
                </c:pt>
                <c:pt idx="255">
                  <c:v>4.2919040151507001E-6</c:v>
                </c:pt>
                <c:pt idx="256">
                  <c:v>4.2880621109737098E-6</c:v>
                </c:pt>
                <c:pt idx="257">
                  <c:v>4.2843303205392496E-6</c:v>
                </c:pt>
                <c:pt idx="258">
                  <c:v>4.2806260029551298E-6</c:v>
                </c:pt>
                <c:pt idx="259">
                  <c:v>4.2768277527355102E-6</c:v>
                </c:pt>
                <c:pt idx="260">
                  <c:v>4.2732708468343704E-6</c:v>
                </c:pt>
                <c:pt idx="261">
                  <c:v>4.2695053449290201E-6</c:v>
                </c:pt>
                <c:pt idx="262">
                  <c:v>4.2658367822990498E-6</c:v>
                </c:pt>
                <c:pt idx="263">
                  <c:v>4.2621656438956599E-6</c:v>
                </c:pt>
                <c:pt idx="264">
                  <c:v>4.2584279597041902E-6</c:v>
                </c:pt>
                <c:pt idx="265">
                  <c:v>4.2548527449298196E-6</c:v>
                </c:pt>
                <c:pt idx="266">
                  <c:v>4.2512214357653502E-6</c:v>
                </c:pt>
                <c:pt idx="267">
                  <c:v>4.2476307563248396E-6</c:v>
                </c:pt>
                <c:pt idx="268">
                  <c:v>4.2440696470829697E-6</c:v>
                </c:pt>
                <c:pt idx="269">
                  <c:v>4.2404479264035101E-6</c:v>
                </c:pt>
                <c:pt idx="270">
                  <c:v>4.2367839351268302E-6</c:v>
                </c:pt>
                <c:pt idx="271">
                  <c:v>4.2331238679928501E-6</c:v>
                </c:pt>
                <c:pt idx="272">
                  <c:v>4.2294493746758098E-6</c:v>
                </c:pt>
                <c:pt idx="273">
                  <c:v>4.2257645332104397E-6</c:v>
                </c:pt>
                <c:pt idx="274">
                  <c:v>4.2221760173494601E-6</c:v>
                </c:pt>
                <c:pt idx="275">
                  <c:v>4.2184604537605203E-6</c:v>
                </c:pt>
                <c:pt idx="276">
                  <c:v>4.2148156573699901E-6</c:v>
                </c:pt>
                <c:pt idx="277">
                  <c:v>4.2111197988820699E-6</c:v>
                </c:pt>
                <c:pt idx="278">
                  <c:v>4.2075828517273496E-6</c:v>
                </c:pt>
                <c:pt idx="279">
                  <c:v>4.2039458765036598E-6</c:v>
                </c:pt>
                <c:pt idx="280">
                  <c:v>4.2004449208718603E-6</c:v>
                </c:pt>
                <c:pt idx="281">
                  <c:v>4.1969751119879799E-6</c:v>
                </c:pt>
                <c:pt idx="282">
                  <c:v>4.19333764795072E-6</c:v>
                </c:pt>
                <c:pt idx="283">
                  <c:v>4.1899238073654303E-6</c:v>
                </c:pt>
                <c:pt idx="284">
                  <c:v>4.1864354864629201E-6</c:v>
                </c:pt>
                <c:pt idx="285">
                  <c:v>4.1829035816657497E-6</c:v>
                </c:pt>
                <c:pt idx="286">
                  <c:v>4.1794602858554798E-6</c:v>
                </c:pt>
                <c:pt idx="287">
                  <c:v>4.17591171210772E-6</c:v>
                </c:pt>
                <c:pt idx="288">
                  <c:v>4.1725135200478796E-6</c:v>
                </c:pt>
                <c:pt idx="289">
                  <c:v>4.1691401958540496E-6</c:v>
                </c:pt>
                <c:pt idx="290">
                  <c:v>4.1657950537944497E-6</c:v>
                </c:pt>
                <c:pt idx="291">
                  <c:v>4.1625949428671604E-6</c:v>
                </c:pt>
                <c:pt idx="292">
                  <c:v>4.1590939774177103E-6</c:v>
                </c:pt>
                <c:pt idx="293">
                  <c:v>4.1557762943805599E-6</c:v>
                </c:pt>
                <c:pt idx="294">
                  <c:v>4.1523960309821699E-6</c:v>
                </c:pt>
                <c:pt idx="295">
                  <c:v>4.1489738323189998E-6</c:v>
                </c:pt>
                <c:pt idx="296">
                  <c:v>4.1457204637139499E-6</c:v>
                </c:pt>
                <c:pt idx="297">
                  <c:v>4.1423185035224101E-6</c:v>
                </c:pt>
                <c:pt idx="298">
                  <c:v>4.1389970540636996E-6</c:v>
                </c:pt>
                <c:pt idx="299">
                  <c:v>4.1357021185921602E-6</c:v>
                </c:pt>
                <c:pt idx="300">
                  <c:v>4.1323626615741202E-6</c:v>
                </c:pt>
                <c:pt idx="301">
                  <c:v>4.1291749765791504E-6</c:v>
                </c:pt>
                <c:pt idx="302">
                  <c:v>4.1258817552395999E-6</c:v>
                </c:pt>
                <c:pt idx="303">
                  <c:v>4.1226799133226203E-6</c:v>
                </c:pt>
                <c:pt idx="304">
                  <c:v>4.1194313951527704E-6</c:v>
                </c:pt>
                <c:pt idx="305">
                  <c:v>4.1161908983234398E-6</c:v>
                </c:pt>
                <c:pt idx="306">
                  <c:v>4.1129117765989298E-6</c:v>
                </c:pt>
                <c:pt idx="307">
                  <c:v>4.1096719151130498E-6</c:v>
                </c:pt>
                <c:pt idx="308">
                  <c:v>4.10632884159748E-6</c:v>
                </c:pt>
                <c:pt idx="309">
                  <c:v>4.1030246419597403E-6</c:v>
                </c:pt>
                <c:pt idx="310">
                  <c:v>4.09971484500426E-6</c:v>
                </c:pt>
                <c:pt idx="311">
                  <c:v>4.0964234172507201E-6</c:v>
                </c:pt>
                <c:pt idx="312">
                  <c:v>4.0932290297382699E-6</c:v>
                </c:pt>
                <c:pt idx="313">
                  <c:v>4.0900051102154597E-6</c:v>
                </c:pt>
                <c:pt idx="314">
                  <c:v>4.0868253040314002E-6</c:v>
                </c:pt>
                <c:pt idx="315">
                  <c:v>4.0835595706024698E-6</c:v>
                </c:pt>
                <c:pt idx="316">
                  <c:v>4.08042106890751E-6</c:v>
                </c:pt>
                <c:pt idx="317">
                  <c:v>4.0771678641677803E-6</c:v>
                </c:pt>
                <c:pt idx="318">
                  <c:v>4.0740403200716997E-6</c:v>
                </c:pt>
                <c:pt idx="319">
                  <c:v>4.0708081780075503E-6</c:v>
                </c:pt>
                <c:pt idx="320">
                  <c:v>4.0677544286468703E-6</c:v>
                </c:pt>
                <c:pt idx="321">
                  <c:v>4.0646973513092403E-6</c:v>
                </c:pt>
                <c:pt idx="322">
                  <c:v>4.0618350119911504E-6</c:v>
                </c:pt>
                <c:pt idx="323">
                  <c:v>4.0589457232233501E-6</c:v>
                </c:pt>
                <c:pt idx="324">
                  <c:v>4.0559323247703904E-6</c:v>
                </c:pt>
                <c:pt idx="325">
                  <c:v>4.0529024686613801E-6</c:v>
                </c:pt>
                <c:pt idx="326">
                  <c:v>4.0498767859214202E-6</c:v>
                </c:pt>
                <c:pt idx="327">
                  <c:v>4.0467354442024696E-6</c:v>
                </c:pt>
                <c:pt idx="328">
                  <c:v>4.0438732967606399E-6</c:v>
                </c:pt>
                <c:pt idx="329">
                  <c:v>4.0407284296715597E-6</c:v>
                </c:pt>
                <c:pt idx="330">
                  <c:v>4.0377652815921602E-6</c:v>
                </c:pt>
                <c:pt idx="331">
                  <c:v>4.0346426552756302E-6</c:v>
                </c:pt>
                <c:pt idx="332">
                  <c:v>4.0317159184475098E-6</c:v>
                </c:pt>
                <c:pt idx="333">
                  <c:v>4.0287761838443504E-6</c:v>
                </c:pt>
                <c:pt idx="334">
                  <c:v>4.0258689155302798E-6</c:v>
                </c:pt>
                <c:pt idx="335">
                  <c:v>4.0230554076686099E-6</c:v>
                </c:pt>
                <c:pt idx="336">
                  <c:v>4.0200504013686404E-6</c:v>
                </c:pt>
                <c:pt idx="337">
                  <c:v>4.0172008477530602E-6</c:v>
                </c:pt>
                <c:pt idx="338">
                  <c:v>4.0141987390999899E-6</c:v>
                </c:pt>
                <c:pt idx="339">
                  <c:v>4.0112881883886797E-6</c:v>
                </c:pt>
                <c:pt idx="340">
                  <c:v>4.0082718351693801E-6</c:v>
                </c:pt>
                <c:pt idx="341">
                  <c:v>4.0053003208032497E-6</c:v>
                </c:pt>
                <c:pt idx="342">
                  <c:v>4.0023918467969202E-6</c:v>
                </c:pt>
                <c:pt idx="343">
                  <c:v>3.9994532180166704E-6</c:v>
                </c:pt>
                <c:pt idx="344">
                  <c:v>3.9965766463982403E-6</c:v>
                </c:pt>
                <c:pt idx="345">
                  <c:v>3.9937027882757202E-6</c:v>
                </c:pt>
                <c:pt idx="346">
                  <c:v>3.99083500395526E-6</c:v>
                </c:pt>
                <c:pt idx="347">
                  <c:v>3.9879154067024899E-6</c:v>
                </c:pt>
                <c:pt idx="348">
                  <c:v>3.9850610456794604E-6</c:v>
                </c:pt>
                <c:pt idx="349">
                  <c:v>3.9821028865367301E-6</c:v>
                </c:pt>
                <c:pt idx="350">
                  <c:v>3.9791854873232798E-6</c:v>
                </c:pt>
                <c:pt idx="351">
                  <c:v>3.9762648787873199E-6</c:v>
                </c:pt>
                <c:pt idx="352">
                  <c:v>3.9733529380858799E-6</c:v>
                </c:pt>
                <c:pt idx="353">
                  <c:v>3.9704578878352996E-6</c:v>
                </c:pt>
                <c:pt idx="354">
                  <c:v>3.9675849949236203E-6</c:v>
                </c:pt>
                <c:pt idx="355">
                  <c:v>3.9647075505325E-6</c:v>
                </c:pt>
                <c:pt idx="356">
                  <c:v>3.9618625780096398E-6</c:v>
                </c:pt>
                <c:pt idx="357">
                  <c:v>3.95902018373887E-6</c:v>
                </c:pt>
                <c:pt idx="358">
                  <c:v>3.9563031954777803E-6</c:v>
                </c:pt>
                <c:pt idx="359">
                  <c:v>3.9534490244038298E-6</c:v>
                </c:pt>
                <c:pt idx="360">
                  <c:v>3.95079593475116E-6</c:v>
                </c:pt>
                <c:pt idx="361">
                  <c:v>3.9480970990102102E-6</c:v>
                </c:pt>
                <c:pt idx="362">
                  <c:v>3.9453649116352898E-6</c:v>
                </c:pt>
                <c:pt idx="363">
                  <c:v>3.9428252050008797E-6</c:v>
                </c:pt>
                <c:pt idx="364">
                  <c:v>3.9400814080390602E-6</c:v>
                </c:pt>
                <c:pt idx="365">
                  <c:v>3.9374273779301399E-6</c:v>
                </c:pt>
                <c:pt idx="366">
                  <c:v>3.9346864481794903E-6</c:v>
                </c:pt>
                <c:pt idx="367">
                  <c:v>3.9320746354444098E-6</c:v>
                </c:pt>
                <c:pt idx="368">
                  <c:v>3.92935611980271E-6</c:v>
                </c:pt>
                <c:pt idx="369">
                  <c:v>3.9267448504374797E-6</c:v>
                </c:pt>
                <c:pt idx="370">
                  <c:v>3.92404584182069E-6</c:v>
                </c:pt>
                <c:pt idx="371">
                  <c:v>3.9213006508555698E-6</c:v>
                </c:pt>
                <c:pt idx="372">
                  <c:v>3.9186141083221004E-6</c:v>
                </c:pt>
                <c:pt idx="373">
                  <c:v>3.9159176804673299E-6</c:v>
                </c:pt>
                <c:pt idx="374">
                  <c:v>3.9132420537258802E-6</c:v>
                </c:pt>
                <c:pt idx="375">
                  <c:v>3.9106177506905704E-6</c:v>
                </c:pt>
                <c:pt idx="376">
                  <c:v>3.9080365132610898E-6</c:v>
                </c:pt>
                <c:pt idx="377">
                  <c:v>3.9054800352270699E-6</c:v>
                </c:pt>
                <c:pt idx="378">
                  <c:v>3.9029883521298703E-6</c:v>
                </c:pt>
                <c:pt idx="379">
                  <c:v>3.9004364869844399E-6</c:v>
                </c:pt>
                <c:pt idx="380">
                  <c:v>3.89793310988992E-6</c:v>
                </c:pt>
                <c:pt idx="381">
                  <c:v>3.8953666769822802E-6</c:v>
                </c:pt>
                <c:pt idx="382">
                  <c:v>3.8928797291572399E-6</c:v>
                </c:pt>
                <c:pt idx="383">
                  <c:v>3.8904030800872802E-6</c:v>
                </c:pt>
                <c:pt idx="384">
                  <c:v>3.8879024634713804E-6</c:v>
                </c:pt>
                <c:pt idx="385">
                  <c:v>3.8854618022172797E-6</c:v>
                </c:pt>
                <c:pt idx="386">
                  <c:v>3.8830079613325497E-6</c:v>
                </c:pt>
                <c:pt idx="387">
                  <c:v>3.88053850491397E-6</c:v>
                </c:pt>
                <c:pt idx="388">
                  <c:v>3.8780696669002301E-6</c:v>
                </c:pt>
                <c:pt idx="389">
                  <c:v>3.8755589241728602E-6</c:v>
                </c:pt>
                <c:pt idx="390">
                  <c:v>3.8730576146728703E-6</c:v>
                </c:pt>
                <c:pt idx="391">
                  <c:v>3.8705499004276701E-6</c:v>
                </c:pt>
                <c:pt idx="392">
                  <c:v>3.8681053957608097E-6</c:v>
                </c:pt>
                <c:pt idx="393">
                  <c:v>3.8657408115796298E-6</c:v>
                </c:pt>
                <c:pt idx="394">
                  <c:v>3.8632938434714701E-6</c:v>
                </c:pt>
                <c:pt idx="395">
                  <c:v>3.8609575096063298E-6</c:v>
                </c:pt>
                <c:pt idx="396">
                  <c:v>3.8586393428080902E-6</c:v>
                </c:pt>
                <c:pt idx="397">
                  <c:v>3.8562321393941103E-6</c:v>
                </c:pt>
                <c:pt idx="398">
                  <c:v>3.8540472170625597E-6</c:v>
                </c:pt>
                <c:pt idx="399">
                  <c:v>3.8516396718846803E-6</c:v>
                </c:pt>
                <c:pt idx="400">
                  <c:v>3.8493418110912702E-6</c:v>
                </c:pt>
                <c:pt idx="401">
                  <c:v>3.8469753604995904E-6</c:v>
                </c:pt>
                <c:pt idx="402">
                  <c:v>3.8445778170141496E-6</c:v>
                </c:pt>
                <c:pt idx="403">
                  <c:v>3.8422461495810204E-6</c:v>
                </c:pt>
                <c:pt idx="404">
                  <c:v>3.8399865536384599E-6</c:v>
                </c:pt>
                <c:pt idx="405">
                  <c:v>3.8376501479924603E-6</c:v>
                </c:pt>
                <c:pt idx="406">
                  <c:v>3.8354398684245701E-6</c:v>
                </c:pt>
                <c:pt idx="407">
                  <c:v>3.8331951737392499E-6</c:v>
                </c:pt>
                <c:pt idx="408">
                  <c:v>3.8309082393249099E-6</c:v>
                </c:pt>
                <c:pt idx="409">
                  <c:v>3.8287147459142703E-6</c:v>
                </c:pt>
                <c:pt idx="410">
                  <c:v>3.8264280946587002E-6</c:v>
                </c:pt>
                <c:pt idx="411">
                  <c:v>3.8241545063641002E-6</c:v>
                </c:pt>
                <c:pt idx="412">
                  <c:v>3.8218903230368099E-6</c:v>
                </c:pt>
                <c:pt idx="413">
                  <c:v>3.8196149709175803E-6</c:v>
                </c:pt>
                <c:pt idx="414">
                  <c:v>3.8173823529880796E-6</c:v>
                </c:pt>
                <c:pt idx="415">
                  <c:v>3.8152197649525102E-6</c:v>
                </c:pt>
                <c:pt idx="416">
                  <c:v>3.81303883258735E-6</c:v>
                </c:pt>
                <c:pt idx="417">
                  <c:v>3.8108875833600002E-6</c:v>
                </c:pt>
                <c:pt idx="418">
                  <c:v>3.8087243193271401E-6</c:v>
                </c:pt>
                <c:pt idx="419">
                  <c:v>3.8065053793995501E-6</c:v>
                </c:pt>
                <c:pt idx="420">
                  <c:v>3.8043589291579E-6</c:v>
                </c:pt>
                <c:pt idx="421">
                  <c:v>3.8021887394124501E-6</c:v>
                </c:pt>
                <c:pt idx="422">
                  <c:v>3.8000438319936399E-6</c:v>
                </c:pt>
                <c:pt idx="423">
                  <c:v>3.7979177217825198E-6</c:v>
                </c:pt>
                <c:pt idx="424">
                  <c:v>3.7958430203761402E-6</c:v>
                </c:pt>
                <c:pt idx="425">
                  <c:v>3.7937144796597098E-6</c:v>
                </c:pt>
                <c:pt idx="426">
                  <c:v>3.7916870401074301E-6</c:v>
                </c:pt>
                <c:pt idx="427">
                  <c:v>3.7895662081531498E-6</c:v>
                </c:pt>
                <c:pt idx="428">
                  <c:v>3.78749027229992E-6</c:v>
                </c:pt>
                <c:pt idx="429">
                  <c:v>3.78549982288109E-6</c:v>
                </c:pt>
                <c:pt idx="430">
                  <c:v>3.78343486694152E-6</c:v>
                </c:pt>
                <c:pt idx="431">
                  <c:v>3.7815585658701001E-6</c:v>
                </c:pt>
                <c:pt idx="432">
                  <c:v>3.77952980469106E-6</c:v>
                </c:pt>
                <c:pt idx="433">
                  <c:v>3.7776428646182901E-6</c:v>
                </c:pt>
                <c:pt idx="434">
                  <c:v>3.7756487077757201E-6</c:v>
                </c:pt>
                <c:pt idx="435">
                  <c:v>3.7737916201766401E-6</c:v>
                </c:pt>
                <c:pt idx="436">
                  <c:v>3.77180609992554E-6</c:v>
                </c:pt>
                <c:pt idx="437">
                  <c:v>3.76987231079853E-6</c:v>
                </c:pt>
                <c:pt idx="438">
                  <c:v>3.7678969031911299E-6</c:v>
                </c:pt>
                <c:pt idx="439">
                  <c:v>3.7658944454584302E-6</c:v>
                </c:pt>
                <c:pt idx="440">
                  <c:v>3.7639186297174702E-6</c:v>
                </c:pt>
                <c:pt idx="441">
                  <c:v>3.7619631073095002E-6</c:v>
                </c:pt>
                <c:pt idx="442">
                  <c:v>3.7600014300994801E-6</c:v>
                </c:pt>
                <c:pt idx="443">
                  <c:v>3.7580638698088502E-6</c:v>
                </c:pt>
                <c:pt idx="444">
                  <c:v>3.7561337317314701E-6</c:v>
                </c:pt>
                <c:pt idx="445">
                  <c:v>3.7541968985918998E-6</c:v>
                </c:pt>
                <c:pt idx="446">
                  <c:v>3.7523099475895898E-6</c:v>
                </c:pt>
                <c:pt idx="447">
                  <c:v>3.7504204133622802E-6</c:v>
                </c:pt>
                <c:pt idx="448">
                  <c:v>3.7485877216062802E-6</c:v>
                </c:pt>
                <c:pt idx="449">
                  <c:v>3.7467662625757301E-6</c:v>
                </c:pt>
                <c:pt idx="450">
                  <c:v>3.7449311893328601E-6</c:v>
                </c:pt>
                <c:pt idx="451">
                  <c:v>3.7431154133541802E-6</c:v>
                </c:pt>
                <c:pt idx="452">
                  <c:v>3.7412949640072502E-6</c:v>
                </c:pt>
                <c:pt idx="453">
                  <c:v>3.7394868440239402E-6</c:v>
                </c:pt>
                <c:pt idx="454">
                  <c:v>3.7377424201749499E-6</c:v>
                </c:pt>
                <c:pt idx="455">
                  <c:v>3.7359754447746402E-6</c:v>
                </c:pt>
                <c:pt idx="456">
                  <c:v>3.73421912067455E-6</c:v>
                </c:pt>
                <c:pt idx="457">
                  <c:v>3.7324425299867498E-6</c:v>
                </c:pt>
                <c:pt idx="458">
                  <c:v>3.73065589454626E-6</c:v>
                </c:pt>
                <c:pt idx="459">
                  <c:v>3.72887400800512E-6</c:v>
                </c:pt>
                <c:pt idx="460">
                  <c:v>3.7271774496495598E-6</c:v>
                </c:pt>
                <c:pt idx="461">
                  <c:v>3.7254292419079198E-6</c:v>
                </c:pt>
                <c:pt idx="462">
                  <c:v>3.7237422249715899E-6</c:v>
                </c:pt>
                <c:pt idx="463">
                  <c:v>3.7220213830341598E-6</c:v>
                </c:pt>
                <c:pt idx="464">
                  <c:v>3.7202888307796499E-6</c:v>
                </c:pt>
                <c:pt idx="465">
                  <c:v>3.7185986634382E-6</c:v>
                </c:pt>
                <c:pt idx="466">
                  <c:v>3.71690559677199E-6</c:v>
                </c:pt>
                <c:pt idx="467">
                  <c:v>3.7152982447909498E-6</c:v>
                </c:pt>
                <c:pt idx="468">
                  <c:v>3.7136458422393901E-6</c:v>
                </c:pt>
                <c:pt idx="469">
                  <c:v>3.7121403946486699E-6</c:v>
                </c:pt>
                <c:pt idx="470">
                  <c:v>3.7105746184729401E-6</c:v>
                </c:pt>
                <c:pt idx="471">
                  <c:v>3.70902065465909E-6</c:v>
                </c:pt>
                <c:pt idx="472">
                  <c:v>3.70745656974865E-6</c:v>
                </c:pt>
                <c:pt idx="473">
                  <c:v>3.7058357775394099E-6</c:v>
                </c:pt>
                <c:pt idx="474">
                  <c:v>3.70420439311692E-6</c:v>
                </c:pt>
                <c:pt idx="475">
                  <c:v>3.7026067547269801E-6</c:v>
                </c:pt>
                <c:pt idx="476">
                  <c:v>3.7009989559915299E-6</c:v>
                </c:pt>
                <c:pt idx="477">
                  <c:v>3.6993971505349002E-6</c:v>
                </c:pt>
                <c:pt idx="478">
                  <c:v>3.6978414944178798E-6</c:v>
                </c:pt>
                <c:pt idx="479">
                  <c:v>3.6962805845904302E-6</c:v>
                </c:pt>
                <c:pt idx="480">
                  <c:v>3.6947970777154799E-6</c:v>
                </c:pt>
                <c:pt idx="481">
                  <c:v>3.69329066102946E-6</c:v>
                </c:pt>
                <c:pt idx="482">
                  <c:v>3.6918389707874599E-6</c:v>
                </c:pt>
                <c:pt idx="483">
                  <c:v>3.69037221495216E-6</c:v>
                </c:pt>
                <c:pt idx="484">
                  <c:v>3.6888945761056298E-6</c:v>
                </c:pt>
                <c:pt idx="485">
                  <c:v>3.6874342092683002E-6</c:v>
                </c:pt>
                <c:pt idx="486">
                  <c:v>3.6859459097177102E-6</c:v>
                </c:pt>
                <c:pt idx="487">
                  <c:v>3.6844653093502802E-6</c:v>
                </c:pt>
                <c:pt idx="488">
                  <c:v>3.68299652710434E-6</c:v>
                </c:pt>
                <c:pt idx="489">
                  <c:v>3.6815311476363299E-6</c:v>
                </c:pt>
                <c:pt idx="490">
                  <c:v>3.68009913860684E-6</c:v>
                </c:pt>
                <c:pt idx="491">
                  <c:v>3.6786881162058799E-6</c:v>
                </c:pt>
                <c:pt idx="492">
                  <c:v>3.6772817482773201E-6</c:v>
                </c:pt>
                <c:pt idx="493">
                  <c:v>3.67588997127813E-6</c:v>
                </c:pt>
                <c:pt idx="494">
                  <c:v>3.6745068797996802E-6</c:v>
                </c:pt>
                <c:pt idx="495">
                  <c:v>3.6731325724973901E-6</c:v>
                </c:pt>
                <c:pt idx="496">
                  <c:v>3.6718167241852002E-6</c:v>
                </c:pt>
                <c:pt idx="497">
                  <c:v>3.6704954594630699E-6</c:v>
                </c:pt>
                <c:pt idx="498">
                  <c:v>3.6692270446937499E-6</c:v>
                </c:pt>
                <c:pt idx="499">
                  <c:v>3.6679104323532299E-6</c:v>
                </c:pt>
                <c:pt idx="500">
                  <c:v>3.6666029781065798E-6</c:v>
                </c:pt>
                <c:pt idx="501">
                  <c:v>3.6652987948009801E-6</c:v>
                </c:pt>
                <c:pt idx="502">
                  <c:v>3.6639764696672901E-6</c:v>
                </c:pt>
                <c:pt idx="503">
                  <c:v>3.66267796260801E-6</c:v>
                </c:pt>
                <c:pt idx="504">
                  <c:v>3.6613899638964602E-6</c:v>
                </c:pt>
                <c:pt idx="505">
                  <c:v>3.66009941142327E-6</c:v>
                </c:pt>
                <c:pt idx="506">
                  <c:v>3.6588234592850398E-6</c:v>
                </c:pt>
                <c:pt idx="507">
                  <c:v>3.6575602958061302E-6</c:v>
                </c:pt>
                <c:pt idx="508">
                  <c:v>3.6562988575012801E-6</c:v>
                </c:pt>
                <c:pt idx="509">
                  <c:v>3.65506416609523E-6</c:v>
                </c:pt>
                <c:pt idx="510">
                  <c:v>3.65381933181921E-6</c:v>
                </c:pt>
                <c:pt idx="511">
                  <c:v>3.6526124765553401E-6</c:v>
                </c:pt>
                <c:pt idx="512">
                  <c:v>3.6513981562918299E-6</c:v>
                </c:pt>
                <c:pt idx="513">
                  <c:v>3.6502428581491799E-6</c:v>
                </c:pt>
                <c:pt idx="514">
                  <c:v>3.6490849368935498E-6</c:v>
                </c:pt>
                <c:pt idx="515">
                  <c:v>3.6479427040474001E-6</c:v>
                </c:pt>
                <c:pt idx="516">
                  <c:v>3.6468060017760999E-6</c:v>
                </c:pt>
                <c:pt idx="517">
                  <c:v>3.64563790141291E-6</c:v>
                </c:pt>
                <c:pt idx="518">
                  <c:v>3.6445038060116501E-6</c:v>
                </c:pt>
                <c:pt idx="519">
                  <c:v>3.6433620675825502E-6</c:v>
                </c:pt>
                <c:pt idx="520">
                  <c:v>3.6422442464614701E-6</c:v>
                </c:pt>
                <c:pt idx="521">
                  <c:v>3.64114840009555E-6</c:v>
                </c:pt>
                <c:pt idx="522">
                  <c:v>3.64006973363548E-6</c:v>
                </c:pt>
                <c:pt idx="523">
                  <c:v>3.6389946875264798E-6</c:v>
                </c:pt>
                <c:pt idx="524">
                  <c:v>3.6379321926371702E-6</c:v>
                </c:pt>
                <c:pt idx="525">
                  <c:v>3.6368690806654201E-6</c:v>
                </c:pt>
                <c:pt idx="526">
                  <c:v>3.6357998129183198E-6</c:v>
                </c:pt>
                <c:pt idx="527">
                  <c:v>3.63475678061003E-6</c:v>
                </c:pt>
                <c:pt idx="528">
                  <c:v>3.6337059782997001E-6</c:v>
                </c:pt>
                <c:pt idx="529">
                  <c:v>3.6326912866186999E-6</c:v>
                </c:pt>
                <c:pt idx="530">
                  <c:v>3.6316709469197801E-6</c:v>
                </c:pt>
                <c:pt idx="531">
                  <c:v>3.6307079857053098E-6</c:v>
                </c:pt>
                <c:pt idx="532">
                  <c:v>3.6297395706030099E-6</c:v>
                </c:pt>
                <c:pt idx="533">
                  <c:v>3.6288130898232502E-6</c:v>
                </c:pt>
                <c:pt idx="534">
                  <c:v>3.6278651084160999E-6</c:v>
                </c:pt>
                <c:pt idx="535">
                  <c:v>3.6269243093337902E-6</c:v>
                </c:pt>
                <c:pt idx="536">
                  <c:v>3.6259778874281701E-6</c:v>
                </c:pt>
                <c:pt idx="537">
                  <c:v>3.6250279857933402E-6</c:v>
                </c:pt>
                <c:pt idx="538">
                  <c:v>3.6241117611145201E-6</c:v>
                </c:pt>
                <c:pt idx="539">
                  <c:v>3.62319570378113E-6</c:v>
                </c:pt>
                <c:pt idx="540">
                  <c:v>3.6223269113080002E-6</c:v>
                </c:pt>
                <c:pt idx="541">
                  <c:v>3.62144545835121E-6</c:v>
                </c:pt>
                <c:pt idx="542">
                  <c:v>3.6205882488750501E-6</c:v>
                </c:pt>
                <c:pt idx="543">
                  <c:v>3.6197177920590001E-6</c:v>
                </c:pt>
                <c:pt idx="544">
                  <c:v>3.6188524879445801E-6</c:v>
                </c:pt>
                <c:pt idx="545">
                  <c:v>3.6179964831805802E-6</c:v>
                </c:pt>
                <c:pt idx="546">
                  <c:v>3.6171494682782702E-6</c:v>
                </c:pt>
                <c:pt idx="547">
                  <c:v>3.61632145561342E-6</c:v>
                </c:pt>
                <c:pt idx="548">
                  <c:v>3.6154919445997501E-6</c:v>
                </c:pt>
                <c:pt idx="549">
                  <c:v>3.6146838111605798E-6</c:v>
                </c:pt>
                <c:pt idx="550">
                  <c:v>3.61388023409566E-6</c:v>
                </c:pt>
                <c:pt idx="551">
                  <c:v>3.61308953683678E-6</c:v>
                </c:pt>
                <c:pt idx="552">
                  <c:v>3.61231658407712E-6</c:v>
                </c:pt>
                <c:pt idx="553">
                  <c:v>3.6115507388500298E-6</c:v>
                </c:pt>
                <c:pt idx="554">
                  <c:v>3.6107960913952799E-6</c:v>
                </c:pt>
                <c:pt idx="555">
                  <c:v>3.6100561565724699E-6</c:v>
                </c:pt>
                <c:pt idx="556">
                  <c:v>3.6093486484494799E-6</c:v>
                </c:pt>
                <c:pt idx="557">
                  <c:v>3.6086243179698202E-6</c:v>
                </c:pt>
                <c:pt idx="558">
                  <c:v>3.6079382104166501E-6</c:v>
                </c:pt>
                <c:pt idx="559">
                  <c:v>3.6072312780344401E-6</c:v>
                </c:pt>
                <c:pt idx="560">
                  <c:v>3.6065412090480501E-6</c:v>
                </c:pt>
                <c:pt idx="561">
                  <c:v>3.6058690440119499E-6</c:v>
                </c:pt>
                <c:pt idx="562">
                  <c:v>3.60521974285576E-6</c:v>
                </c:pt>
                <c:pt idx="563">
                  <c:v>3.6045710573779898E-6</c:v>
                </c:pt>
                <c:pt idx="564">
                  <c:v>3.60393440881309E-6</c:v>
                </c:pt>
                <c:pt idx="565">
                  <c:v>3.6033000577636002E-6</c:v>
                </c:pt>
                <c:pt idx="566">
                  <c:v>3.6026655429132099E-6</c:v>
                </c:pt>
                <c:pt idx="567">
                  <c:v>3.6020447527809598E-6</c:v>
                </c:pt>
                <c:pt idx="568">
                  <c:v>3.6014422206735498E-6</c:v>
                </c:pt>
                <c:pt idx="569">
                  <c:v>3.6008402638586E-6</c:v>
                </c:pt>
                <c:pt idx="570">
                  <c:v>3.6002622270391498E-6</c:v>
                </c:pt>
                <c:pt idx="571">
                  <c:v>3.59969993239755E-6</c:v>
                </c:pt>
                <c:pt idx="572">
                  <c:v>3.5991368284681299E-6</c:v>
                </c:pt>
                <c:pt idx="573">
                  <c:v>3.59860227483476E-6</c:v>
                </c:pt>
                <c:pt idx="574">
                  <c:v>3.5980605991977701E-6</c:v>
                </c:pt>
                <c:pt idx="575">
                  <c:v>3.59753871910167E-6</c:v>
                </c:pt>
                <c:pt idx="576">
                  <c:v>3.5970209182555099E-6</c:v>
                </c:pt>
                <c:pt idx="577">
                  <c:v>3.59653208456913E-6</c:v>
                </c:pt>
                <c:pt idx="578">
                  <c:v>3.5960341211588699E-6</c:v>
                </c:pt>
                <c:pt idx="579">
                  <c:v>3.5955653889688301E-6</c:v>
                </c:pt>
                <c:pt idx="580">
                  <c:v>3.59508862806423E-6</c:v>
                </c:pt>
                <c:pt idx="581">
                  <c:v>3.5946264946926401E-6</c:v>
                </c:pt>
                <c:pt idx="582">
                  <c:v>3.5941866909822499E-6</c:v>
                </c:pt>
                <c:pt idx="583">
                  <c:v>3.5937444001354E-6</c:v>
                </c:pt>
                <c:pt idx="584">
                  <c:v>3.59332383033904E-6</c:v>
                </c:pt>
                <c:pt idx="585">
                  <c:v>3.5929001011498001E-6</c:v>
                </c:pt>
                <c:pt idx="586">
                  <c:v>3.59248521751921E-6</c:v>
                </c:pt>
                <c:pt idx="587">
                  <c:v>3.5920821644028599E-6</c:v>
                </c:pt>
                <c:pt idx="588">
                  <c:v>3.5916882063920598E-6</c:v>
                </c:pt>
                <c:pt idx="589">
                  <c:v>3.5913090134213E-6</c:v>
                </c:pt>
                <c:pt idx="590">
                  <c:v>3.5909365461667702E-6</c:v>
                </c:pt>
                <c:pt idx="591">
                  <c:v>3.59057920583303E-6</c:v>
                </c:pt>
                <c:pt idx="592">
                  <c:v>3.59022880783915E-6</c:v>
                </c:pt>
                <c:pt idx="593">
                  <c:v>3.5898937879154098E-6</c:v>
                </c:pt>
                <c:pt idx="594">
                  <c:v>3.5895756894422398E-6</c:v>
                </c:pt>
                <c:pt idx="595">
                  <c:v>3.5892641631820602E-6</c:v>
                </c:pt>
                <c:pt idx="596">
                  <c:v>3.5889699091174401E-6</c:v>
                </c:pt>
                <c:pt idx="597">
                  <c:v>3.58867424396709E-6</c:v>
                </c:pt>
                <c:pt idx="598">
                  <c:v>3.5883945493159901E-6</c:v>
                </c:pt>
                <c:pt idx="599">
                  <c:v>3.5881172556117899E-6</c:v>
                </c:pt>
                <c:pt idx="600">
                  <c:v>3.587855947774E-6</c:v>
                </c:pt>
                <c:pt idx="601">
                  <c:v>3.5876041542475401E-6</c:v>
                </c:pt>
                <c:pt idx="602">
                  <c:v>3.5873623236228902E-6</c:v>
                </c:pt>
                <c:pt idx="603">
                  <c:v>3.58713963130202E-6</c:v>
                </c:pt>
                <c:pt idx="604">
                  <c:v>3.5869248851616002E-6</c:v>
                </c:pt>
                <c:pt idx="605">
                  <c:v>3.5867277412049702E-6</c:v>
                </c:pt>
                <c:pt idx="606">
                  <c:v>3.5865360456535999E-6</c:v>
                </c:pt>
                <c:pt idx="607">
                  <c:v>3.5863538028069098E-6</c:v>
                </c:pt>
                <c:pt idx="608">
                  <c:v>3.5861823932456798E-6</c:v>
                </c:pt>
                <c:pt idx="609">
                  <c:v>3.5860182900622498E-6</c:v>
                </c:pt>
                <c:pt idx="610">
                  <c:v>3.5858665740779401E-6</c:v>
                </c:pt>
                <c:pt idx="611">
                  <c:v>3.5857233015377498E-6</c:v>
                </c:pt>
                <c:pt idx="612">
                  <c:v>3.5855883534094498E-6</c:v>
                </c:pt>
                <c:pt idx="613">
                  <c:v>3.5854632817869498E-6</c:v>
                </c:pt>
                <c:pt idx="614">
                  <c:v>3.5853483983799E-6</c:v>
                </c:pt>
                <c:pt idx="615">
                  <c:v>3.5852450347977802E-6</c:v>
                </c:pt>
                <c:pt idx="616">
                  <c:v>3.5851531951837699E-6</c:v>
                </c:pt>
                <c:pt idx="617">
                  <c:v>3.5850706765921499E-6</c:v>
                </c:pt>
                <c:pt idx="618">
                  <c:v>3.58499963094144E-6</c:v>
                </c:pt>
                <c:pt idx="619">
                  <c:v>3.58493756455746E-6</c:v>
                </c:pt>
                <c:pt idx="620">
                  <c:v>3.5848868474197201E-6</c:v>
                </c:pt>
                <c:pt idx="621">
                  <c:v>3.5848464838112502E-6</c:v>
                </c:pt>
                <c:pt idx="622">
                  <c:v>3.58481710463853E-6</c:v>
                </c:pt>
                <c:pt idx="623">
                  <c:v>3.5847986700084602E-6</c:v>
                </c:pt>
                <c:pt idx="624">
                  <c:v>3.5847909657528599E-6</c:v>
                </c:pt>
                <c:pt idx="625">
                  <c:v>3.5847935546342601E-6</c:v>
                </c:pt>
                <c:pt idx="626">
                  <c:v>3.5848067250936599E-6</c:v>
                </c:pt>
                <c:pt idx="627">
                  <c:v>3.58482788583617E-6</c:v>
                </c:pt>
                <c:pt idx="628">
                  <c:v>3.5848598042611801E-6</c:v>
                </c:pt>
                <c:pt idx="629">
                  <c:v>3.5849011054633099E-6</c:v>
                </c:pt>
                <c:pt idx="630">
                  <c:v>3.58495343741784E-6</c:v>
                </c:pt>
                <c:pt idx="631">
                  <c:v>3.5850182210979101E-6</c:v>
                </c:pt>
                <c:pt idx="632">
                  <c:v>3.5850944443765002E-6</c:v>
                </c:pt>
                <c:pt idx="633">
                  <c:v>3.5851809573057999E-6</c:v>
                </c:pt>
                <c:pt idx="634">
                  <c:v>3.5852787531275201E-6</c:v>
                </c:pt>
                <c:pt idx="635">
                  <c:v>3.5853859261799E-6</c:v>
                </c:pt>
                <c:pt idx="636">
                  <c:v>3.5855048646518E-6</c:v>
                </c:pt>
                <c:pt idx="637">
                  <c:v>3.5856329730764402E-6</c:v>
                </c:pt>
                <c:pt idx="638">
                  <c:v>3.5857686893101901E-6</c:v>
                </c:pt>
                <c:pt idx="639">
                  <c:v>3.5859199873555298E-6</c:v>
                </c:pt>
                <c:pt idx="640">
                  <c:v>3.5860753307835999E-6</c:v>
                </c:pt>
                <c:pt idx="641">
                  <c:v>3.5862467349990902E-6</c:v>
                </c:pt>
                <c:pt idx="642">
                  <c:v>3.5864295153924601E-6</c:v>
                </c:pt>
                <c:pt idx="643">
                  <c:v>3.5866187140207201E-6</c:v>
                </c:pt>
                <c:pt idx="644">
                  <c:v>3.58682402286425E-6</c:v>
                </c:pt>
                <c:pt idx="645">
                  <c:v>3.5870390202962102E-6</c:v>
                </c:pt>
                <c:pt idx="646">
                  <c:v>3.5872614576680602E-6</c:v>
                </c:pt>
                <c:pt idx="647">
                  <c:v>3.58749610883983E-6</c:v>
                </c:pt>
                <c:pt idx="648">
                  <c:v>3.5877314974095199E-6</c:v>
                </c:pt>
                <c:pt idx="649">
                  <c:v>3.5879819297353701E-6</c:v>
                </c:pt>
                <c:pt idx="650">
                  <c:v>3.5882417224555298E-6</c:v>
                </c:pt>
                <c:pt idx="651">
                  <c:v>3.5885200273988601E-6</c:v>
                </c:pt>
                <c:pt idx="652">
                  <c:v>3.5888062599976E-6</c:v>
                </c:pt>
                <c:pt idx="653">
                  <c:v>3.5891004138851801E-6</c:v>
                </c:pt>
                <c:pt idx="654">
                  <c:v>3.58940635972071E-6</c:v>
                </c:pt>
                <c:pt idx="655">
                  <c:v>3.5897199780462501E-6</c:v>
                </c:pt>
                <c:pt idx="656">
                  <c:v>3.5900496064809899E-6</c:v>
                </c:pt>
                <c:pt idx="657">
                  <c:v>3.5903923634265102E-6</c:v>
                </c:pt>
                <c:pt idx="658">
                  <c:v>3.5907449858858099E-6</c:v>
                </c:pt>
                <c:pt idx="659">
                  <c:v>3.5911065323634701E-6</c:v>
                </c:pt>
                <c:pt idx="660">
                  <c:v>3.5914696595462401E-6</c:v>
                </c:pt>
                <c:pt idx="661">
                  <c:v>3.5918520816897601E-6</c:v>
                </c:pt>
                <c:pt idx="662">
                  <c:v>3.59223259156036E-6</c:v>
                </c:pt>
                <c:pt idx="663">
                  <c:v>3.5926361037490502E-6</c:v>
                </c:pt>
                <c:pt idx="664">
                  <c:v>3.5930387787251199E-6</c:v>
                </c:pt>
                <c:pt idx="665">
                  <c:v>3.5934614358569601E-6</c:v>
                </c:pt>
                <c:pt idx="666">
                  <c:v>3.5938881101544199E-6</c:v>
                </c:pt>
                <c:pt idx="667">
                  <c:v>3.5943348946326398E-6</c:v>
                </c:pt>
                <c:pt idx="668">
                  <c:v>3.5947933125503598E-6</c:v>
                </c:pt>
                <c:pt idx="669">
                  <c:v>3.59526485719002E-6</c:v>
                </c:pt>
                <c:pt idx="670">
                  <c:v>3.59574930200015E-6</c:v>
                </c:pt>
                <c:pt idx="671">
                  <c:v>3.5962335581894499E-6</c:v>
                </c:pt>
                <c:pt idx="672">
                  <c:v>3.5967415030779398E-6</c:v>
                </c:pt>
                <c:pt idx="673">
                  <c:v>3.5972541270495701E-6</c:v>
                </c:pt>
                <c:pt idx="674">
                  <c:v>3.59777331240901E-6</c:v>
                </c:pt>
                <c:pt idx="675">
                  <c:v>3.5983186006237898E-6</c:v>
                </c:pt>
                <c:pt idx="676">
                  <c:v>3.5988586545193402E-6</c:v>
                </c:pt>
                <c:pt idx="677">
                  <c:v>3.5994228550976199E-6</c:v>
                </c:pt>
                <c:pt idx="678">
                  <c:v>3.5999840510666201E-6</c:v>
                </c:pt>
                <c:pt idx="679">
                  <c:v>3.60055807956396E-6</c:v>
                </c:pt>
                <c:pt idx="680">
                  <c:v>3.60113618307166E-6</c:v>
                </c:pt>
                <c:pt idx="681">
                  <c:v>3.6017291089711901E-6</c:v>
                </c:pt>
                <c:pt idx="682">
                  <c:v>3.6023324821455102E-6</c:v>
                </c:pt>
                <c:pt idx="683">
                  <c:v>3.6029412692645402E-6</c:v>
                </c:pt>
                <c:pt idx="684">
                  <c:v>3.6035770949419699E-6</c:v>
                </c:pt>
                <c:pt idx="685">
                  <c:v>3.6042007680137901E-6</c:v>
                </c:pt>
                <c:pt idx="686">
                  <c:v>3.6048662363026702E-6</c:v>
                </c:pt>
                <c:pt idx="687">
                  <c:v>3.6055195076988701E-6</c:v>
                </c:pt>
                <c:pt idx="688">
                  <c:v>3.6062005169749202E-6</c:v>
                </c:pt>
                <c:pt idx="689">
                  <c:v>3.6068818194330701E-6</c:v>
                </c:pt>
                <c:pt idx="690">
                  <c:v>3.6075846513952801E-6</c:v>
                </c:pt>
                <c:pt idx="691">
                  <c:v>3.60829355138129E-6</c:v>
                </c:pt>
                <c:pt idx="692">
                  <c:v>3.6090144096357001E-6</c:v>
                </c:pt>
                <c:pt idx="693">
                  <c:v>3.6097473505200401E-6</c:v>
                </c:pt>
                <c:pt idx="694">
                  <c:v>3.61048658515834E-6</c:v>
                </c:pt>
                <c:pt idx="695">
                  <c:v>3.6112438036715798E-6</c:v>
                </c:pt>
                <c:pt idx="696">
                  <c:v>3.6120060827941901E-6</c:v>
                </c:pt>
                <c:pt idx="697">
                  <c:v>3.6127825053474799E-6</c:v>
                </c:pt>
                <c:pt idx="698">
                  <c:v>3.6135614407418801E-6</c:v>
                </c:pt>
                <c:pt idx="699">
                  <c:v>3.6143576002427198E-6</c:v>
                </c:pt>
                <c:pt idx="700">
                  <c:v>3.61515764571162E-6</c:v>
                </c:pt>
                <c:pt idx="701">
                  <c:v>3.6159805928340002E-6</c:v>
                </c:pt>
                <c:pt idx="702">
                  <c:v>3.6168065846201501E-6</c:v>
                </c:pt>
                <c:pt idx="703">
                  <c:v>3.6176539694329701E-6</c:v>
                </c:pt>
                <c:pt idx="704">
                  <c:v>3.6185013289991701E-6</c:v>
                </c:pt>
                <c:pt idx="705">
                  <c:v>3.6193603139061901E-6</c:v>
                </c:pt>
                <c:pt idx="706">
                  <c:v>3.62022980621344E-6</c:v>
                </c:pt>
                <c:pt idx="707">
                  <c:v>3.6211131190689398E-6</c:v>
                </c:pt>
                <c:pt idx="708">
                  <c:v>3.6220185490952299E-6</c:v>
                </c:pt>
                <c:pt idx="709">
                  <c:v>3.62292858888678E-6</c:v>
                </c:pt>
                <c:pt idx="710">
                  <c:v>3.6238493350371799E-6</c:v>
                </c:pt>
                <c:pt idx="711">
                  <c:v>3.6247774480874798E-6</c:v>
                </c:pt>
                <c:pt idx="712">
                  <c:v>3.6257406625894699E-6</c:v>
                </c:pt>
                <c:pt idx="713">
                  <c:v>3.6266642613309699E-6</c:v>
                </c:pt>
                <c:pt idx="714">
                  <c:v>3.6276555068091301E-6</c:v>
                </c:pt>
                <c:pt idx="715">
                  <c:v>3.6285973715158102E-6</c:v>
                </c:pt>
                <c:pt idx="716">
                  <c:v>3.62955548861315E-6</c:v>
                </c:pt>
                <c:pt idx="717">
                  <c:v>3.6305118859212398E-6</c:v>
                </c:pt>
                <c:pt idx="718">
                  <c:v>3.63147576015109E-6</c:v>
                </c:pt>
                <c:pt idx="719">
                  <c:v>3.6324462185242599E-6</c:v>
                </c:pt>
                <c:pt idx="720">
                  <c:v>3.63343236513202E-6</c:v>
                </c:pt>
                <c:pt idx="721">
                  <c:v>3.6344636925358001E-6</c:v>
                </c:pt>
                <c:pt idx="722">
                  <c:v>3.63547585148606E-6</c:v>
                </c:pt>
                <c:pt idx="723">
                  <c:v>3.6365083926969999E-6</c:v>
                </c:pt>
                <c:pt idx="724">
                  <c:v>3.6375566468045299E-6</c:v>
                </c:pt>
                <c:pt idx="725">
                  <c:v>3.6385912281912199E-6</c:v>
                </c:pt>
                <c:pt idx="726">
                  <c:v>3.6396768027183898E-6</c:v>
                </c:pt>
                <c:pt idx="727">
                  <c:v>3.6407636022701398E-6</c:v>
                </c:pt>
                <c:pt idx="728">
                  <c:v>3.6418772277601599E-6</c:v>
                </c:pt>
                <c:pt idx="729">
                  <c:v>3.64299210033605E-6</c:v>
                </c:pt>
                <c:pt idx="730">
                  <c:v>3.6440775268150701E-6</c:v>
                </c:pt>
                <c:pt idx="731">
                  <c:v>3.6452130044694401E-6</c:v>
                </c:pt>
                <c:pt idx="732">
                  <c:v>3.6463321825268098E-6</c:v>
                </c:pt>
                <c:pt idx="733">
                  <c:v>3.64748548726892E-6</c:v>
                </c:pt>
                <c:pt idx="734">
                  <c:v>3.64865729610673E-6</c:v>
                </c:pt>
                <c:pt idx="735">
                  <c:v>3.6498423133149301E-6</c:v>
                </c:pt>
                <c:pt idx="736">
                  <c:v>3.6510157479825302E-6</c:v>
                </c:pt>
                <c:pt idx="737">
                  <c:v>3.6522383355447199E-6</c:v>
                </c:pt>
                <c:pt idx="738">
                  <c:v>3.6534514682923301E-6</c:v>
                </c:pt>
                <c:pt idx="739">
                  <c:v>3.6546796012362002E-6</c:v>
                </c:pt>
                <c:pt idx="740">
                  <c:v>3.6559259463719401E-6</c:v>
                </c:pt>
                <c:pt idx="741">
                  <c:v>3.65717414437393E-6</c:v>
                </c:pt>
                <c:pt idx="742">
                  <c:v>3.6584368498959099E-6</c:v>
                </c:pt>
                <c:pt idx="743">
                  <c:v>3.6597033829309299E-6</c:v>
                </c:pt>
                <c:pt idx="744">
                  <c:v>3.6609734079694698E-6</c:v>
                </c:pt>
                <c:pt idx="745">
                  <c:v>3.6622102392687202E-6</c:v>
                </c:pt>
                <c:pt idx="746">
                  <c:v>3.6634999664181601E-6</c:v>
                </c:pt>
                <c:pt idx="747">
                  <c:v>3.6647572775120699E-6</c:v>
                </c:pt>
                <c:pt idx="748">
                  <c:v>3.6660735165450602E-6</c:v>
                </c:pt>
                <c:pt idx="749">
                  <c:v>3.6674022145553601E-6</c:v>
                </c:pt>
                <c:pt idx="750">
                  <c:v>3.6687396199178698E-6</c:v>
                </c:pt>
                <c:pt idx="751">
                  <c:v>3.67010603691697E-6</c:v>
                </c:pt>
                <c:pt idx="752">
                  <c:v>3.6714535088251598E-6</c:v>
                </c:pt>
                <c:pt idx="753">
                  <c:v>3.6728522710280002E-6</c:v>
                </c:pt>
                <c:pt idx="754">
                  <c:v>3.6742260108369402E-6</c:v>
                </c:pt>
                <c:pt idx="755">
                  <c:v>3.6756306802253302E-6</c:v>
                </c:pt>
                <c:pt idx="756">
                  <c:v>3.6770360285556099E-6</c:v>
                </c:pt>
                <c:pt idx="757">
                  <c:v>3.6784570744952999E-6</c:v>
                </c:pt>
                <c:pt idx="758">
                  <c:v>3.6798831075367999E-6</c:v>
                </c:pt>
                <c:pt idx="759">
                  <c:v>3.68132414743768E-6</c:v>
                </c:pt>
                <c:pt idx="760">
                  <c:v>3.68279608694335E-6</c:v>
                </c:pt>
                <c:pt idx="761">
                  <c:v>3.6842368080038302E-6</c:v>
                </c:pt>
                <c:pt idx="762">
                  <c:v>3.68574359119255E-6</c:v>
                </c:pt>
                <c:pt idx="763">
                  <c:v>3.6871996575238602E-6</c:v>
                </c:pt>
                <c:pt idx="764">
                  <c:v>3.6887270683950099E-6</c:v>
                </c:pt>
                <c:pt idx="765">
                  <c:v>3.6902128209452601E-6</c:v>
                </c:pt>
                <c:pt idx="766">
                  <c:v>3.6917416415880398E-6</c:v>
                </c:pt>
                <c:pt idx="767">
                  <c:v>3.6932639961105798E-6</c:v>
                </c:pt>
                <c:pt idx="768">
                  <c:v>3.6947957028799301E-6</c:v>
                </c:pt>
                <c:pt idx="769">
                  <c:v>3.6963435328343999E-6</c:v>
                </c:pt>
                <c:pt idx="770">
                  <c:v>3.6979120887919601E-6</c:v>
                </c:pt>
                <c:pt idx="771">
                  <c:v>3.6994950879528299E-6</c:v>
                </c:pt>
                <c:pt idx="772">
                  <c:v>3.7010776665829599E-6</c:v>
                </c:pt>
                <c:pt idx="773">
                  <c:v>3.7026751910192501E-6</c:v>
                </c:pt>
                <c:pt idx="774">
                  <c:v>3.7042704329790102E-6</c:v>
                </c:pt>
                <c:pt idx="775">
                  <c:v>3.7058812191774201E-6</c:v>
                </c:pt>
                <c:pt idx="776">
                  <c:v>3.7075565269730299E-6</c:v>
                </c:pt>
                <c:pt idx="777">
                  <c:v>3.7091759492392901E-6</c:v>
                </c:pt>
                <c:pt idx="778">
                  <c:v>3.7108436721652999E-6</c:v>
                </c:pt>
                <c:pt idx="779">
                  <c:v>3.71250466818909E-6</c:v>
                </c:pt>
                <c:pt idx="780">
                  <c:v>3.7141324929638098E-6</c:v>
                </c:pt>
                <c:pt idx="781">
                  <c:v>3.7158363831973701E-6</c:v>
                </c:pt>
                <c:pt idx="782">
                  <c:v>3.71752462982419E-6</c:v>
                </c:pt>
                <c:pt idx="783">
                  <c:v>3.7192075078442298E-6</c:v>
                </c:pt>
                <c:pt idx="784">
                  <c:v>3.7209343182587402E-6</c:v>
                </c:pt>
                <c:pt idx="785">
                  <c:v>3.7226354339578399E-6</c:v>
                </c:pt>
                <c:pt idx="786">
                  <c:v>3.72437757777641E-6</c:v>
                </c:pt>
                <c:pt idx="787">
                  <c:v>3.7261155024015498E-6</c:v>
                </c:pt>
                <c:pt idx="788">
                  <c:v>3.72787990417524E-6</c:v>
                </c:pt>
                <c:pt idx="789">
                  <c:v>3.7296641428167399E-6</c:v>
                </c:pt>
                <c:pt idx="790">
                  <c:v>3.7314477824754001E-6</c:v>
                </c:pt>
                <c:pt idx="791">
                  <c:v>3.7332453774430002E-6</c:v>
                </c:pt>
                <c:pt idx="792">
                  <c:v>3.7350415880518502E-6</c:v>
                </c:pt>
                <c:pt idx="793">
                  <c:v>3.73683794618027E-6</c:v>
                </c:pt>
                <c:pt idx="794">
                  <c:v>3.7386499054689701E-6</c:v>
                </c:pt>
                <c:pt idx="795">
                  <c:v>3.7404993603358302E-6</c:v>
                </c:pt>
                <c:pt idx="796">
                  <c:v>3.7423370289124E-6</c:v>
                </c:pt>
                <c:pt idx="797">
                  <c:v>3.7442043537354301E-6</c:v>
                </c:pt>
                <c:pt idx="798">
                  <c:v>3.7460591530386899E-6</c:v>
                </c:pt>
                <c:pt idx="799">
                  <c:v>3.7479483215496998E-6</c:v>
                </c:pt>
                <c:pt idx="800">
                  <c:v>3.7498218404200001E-6</c:v>
                </c:pt>
                <c:pt idx="801">
                  <c:v>3.75172139422045E-6</c:v>
                </c:pt>
                <c:pt idx="802">
                  <c:v>3.75360430453261E-6</c:v>
                </c:pt>
                <c:pt idx="803">
                  <c:v>3.75550449791999E-6</c:v>
                </c:pt>
                <c:pt idx="804">
                  <c:v>3.7574372121883599E-6</c:v>
                </c:pt>
                <c:pt idx="805">
                  <c:v>3.75936452938381E-6</c:v>
                </c:pt>
                <c:pt idx="806">
                  <c:v>3.7613247261313401E-6</c:v>
                </c:pt>
                <c:pt idx="807">
                  <c:v>3.7632074148617301E-6</c:v>
                </c:pt>
                <c:pt idx="808">
                  <c:v>3.76516869673649E-6</c:v>
                </c:pt>
                <c:pt idx="809">
                  <c:v>3.7670629416163101E-6</c:v>
                </c:pt>
                <c:pt idx="810">
                  <c:v>3.7690439357952399E-6</c:v>
                </c:pt>
                <c:pt idx="811">
                  <c:v>3.7709590468654799E-6</c:v>
                </c:pt>
                <c:pt idx="812">
                  <c:v>3.77296377146889E-6</c:v>
                </c:pt>
                <c:pt idx="813">
                  <c:v>3.7748965719029799E-6</c:v>
                </c:pt>
                <c:pt idx="814">
                  <c:v>3.7769541213411501E-6</c:v>
                </c:pt>
                <c:pt idx="815">
                  <c:v>3.77896063541468E-6</c:v>
                </c:pt>
                <c:pt idx="816">
                  <c:v>3.78105814223716E-6</c:v>
                </c:pt>
                <c:pt idx="817">
                  <c:v>3.78309321087323E-6</c:v>
                </c:pt>
                <c:pt idx="818">
                  <c:v>3.7852205017380701E-6</c:v>
                </c:pt>
                <c:pt idx="819">
                  <c:v>3.78729197124593E-6</c:v>
                </c:pt>
                <c:pt idx="820">
                  <c:v>3.7894132509211399E-6</c:v>
                </c:pt>
                <c:pt idx="821">
                  <c:v>3.7904667616452798E-6</c:v>
                </c:pt>
              </c:numCache>
            </c:numRef>
          </c:xVal>
          <c:yVal>
            <c:numRef>
              <c:f>'Post Processing - SS CaCl2'!$AB$87:$AB$908</c:f>
              <c:numCache>
                <c:formatCode>General</c:formatCode>
                <c:ptCount val="822"/>
                <c:pt idx="0">
                  <c:v>0.32015519122584984</c:v>
                </c:pt>
                <c:pt idx="1">
                  <c:v>0.32206789456258272</c:v>
                </c:pt>
                <c:pt idx="2">
                  <c:v>0.31537964264321705</c:v>
                </c:pt>
                <c:pt idx="3">
                  <c:v>0.31965302088014297</c:v>
                </c:pt>
                <c:pt idx="4">
                  <c:v>0.32378067465998089</c:v>
                </c:pt>
                <c:pt idx="5">
                  <c:v>0.31999672098395587</c:v>
                </c:pt>
                <c:pt idx="6">
                  <c:v>0.32010715648163662</c:v>
                </c:pt>
                <c:pt idx="7">
                  <c:v>0.32770946832662584</c:v>
                </c:pt>
                <c:pt idx="8">
                  <c:v>0.32655146661375528</c:v>
                </c:pt>
                <c:pt idx="9">
                  <c:v>0.33241605559815096</c:v>
                </c:pt>
                <c:pt idx="10">
                  <c:v>0.331544981783294</c:v>
                </c:pt>
                <c:pt idx="11">
                  <c:v>0.33712634277552811</c:v>
                </c:pt>
                <c:pt idx="12">
                  <c:v>0.33653729527700488</c:v>
                </c:pt>
                <c:pt idx="13">
                  <c:v>0.33996021167285417</c:v>
                </c:pt>
                <c:pt idx="14">
                  <c:v>0.33900720675486351</c:v>
                </c:pt>
                <c:pt idx="15">
                  <c:v>0.33380747557942514</c:v>
                </c:pt>
                <c:pt idx="16">
                  <c:v>0.33973383519144451</c:v>
                </c:pt>
                <c:pt idx="17">
                  <c:v>0.34138515673380948</c:v>
                </c:pt>
                <c:pt idx="18">
                  <c:v>0.34995092681388434</c:v>
                </c:pt>
                <c:pt idx="19">
                  <c:v>0.34292799283002662</c:v>
                </c:pt>
                <c:pt idx="20">
                  <c:v>0.3473112901302895</c:v>
                </c:pt>
                <c:pt idx="21">
                  <c:v>0.35220055219008101</c:v>
                </c:pt>
                <c:pt idx="22">
                  <c:v>0.35499819345245026</c:v>
                </c:pt>
                <c:pt idx="23">
                  <c:v>0.35113209381014121</c:v>
                </c:pt>
                <c:pt idx="24">
                  <c:v>0.35304236982207093</c:v>
                </c:pt>
                <c:pt idx="25">
                  <c:v>0.36106814536020126</c:v>
                </c:pt>
                <c:pt idx="26">
                  <c:v>0.36312629698342763</c:v>
                </c:pt>
                <c:pt idx="27">
                  <c:v>0.36413811491680076</c:v>
                </c:pt>
                <c:pt idx="28">
                  <c:v>0.36415120744645135</c:v>
                </c:pt>
                <c:pt idx="29">
                  <c:v>0.37196979409917003</c:v>
                </c:pt>
                <c:pt idx="30">
                  <c:v>0.37300872716536571</c:v>
                </c:pt>
                <c:pt idx="31">
                  <c:v>0.3706292971432868</c:v>
                </c:pt>
                <c:pt idx="32">
                  <c:v>0.37407823134348261</c:v>
                </c:pt>
                <c:pt idx="33">
                  <c:v>0.37202644872807117</c:v>
                </c:pt>
                <c:pt idx="34">
                  <c:v>0.37650374826889582</c:v>
                </c:pt>
                <c:pt idx="35">
                  <c:v>0.37832957507121145</c:v>
                </c:pt>
                <c:pt idx="36">
                  <c:v>0.38195342073162697</c:v>
                </c:pt>
                <c:pt idx="37">
                  <c:v>0.3849656682268065</c:v>
                </c:pt>
                <c:pt idx="38">
                  <c:v>0.38662198702710648</c:v>
                </c:pt>
                <c:pt idx="39">
                  <c:v>0.38390123560610223</c:v>
                </c:pt>
                <c:pt idx="40">
                  <c:v>0.38731254289095179</c:v>
                </c:pt>
                <c:pt idx="41">
                  <c:v>0.38867946800595121</c:v>
                </c:pt>
                <c:pt idx="42">
                  <c:v>0.39298151991262703</c:v>
                </c:pt>
                <c:pt idx="43">
                  <c:v>0.39468743018494146</c:v>
                </c:pt>
                <c:pt idx="44">
                  <c:v>0.39866790852654427</c:v>
                </c:pt>
                <c:pt idx="45">
                  <c:v>0.3963643896720398</c:v>
                </c:pt>
                <c:pt idx="46">
                  <c:v>0.40234752367914062</c:v>
                </c:pt>
                <c:pt idx="47">
                  <c:v>0.40790476436999862</c:v>
                </c:pt>
                <c:pt idx="48">
                  <c:v>0.41120195825924444</c:v>
                </c:pt>
                <c:pt idx="49">
                  <c:v>0.41026881208056754</c:v>
                </c:pt>
                <c:pt idx="50">
                  <c:v>0.40910025505976699</c:v>
                </c:pt>
                <c:pt idx="51">
                  <c:v>0.41148452669719648</c:v>
                </c:pt>
                <c:pt idx="52">
                  <c:v>0.41397938631024939</c:v>
                </c:pt>
                <c:pt idx="53">
                  <c:v>0.41951667615798122</c:v>
                </c:pt>
                <c:pt idx="54">
                  <c:v>0.42221903248748749</c:v>
                </c:pt>
                <c:pt idx="55">
                  <c:v>0.4223755643001631</c:v>
                </c:pt>
                <c:pt idx="56">
                  <c:v>0.4239171286183967</c:v>
                </c:pt>
                <c:pt idx="57">
                  <c:v>0.42740159496117713</c:v>
                </c:pt>
                <c:pt idx="58">
                  <c:v>0.42579183833391399</c:v>
                </c:pt>
                <c:pt idx="59">
                  <c:v>0.41966179990256564</c:v>
                </c:pt>
                <c:pt idx="60">
                  <c:v>0.42859073137932718</c:v>
                </c:pt>
                <c:pt idx="61">
                  <c:v>0.43060660770529569</c:v>
                </c:pt>
                <c:pt idx="62">
                  <c:v>0.43055349694999007</c:v>
                </c:pt>
                <c:pt idx="63">
                  <c:v>0.42826861270264804</c:v>
                </c:pt>
                <c:pt idx="64">
                  <c:v>0.42991287011548446</c:v>
                </c:pt>
                <c:pt idx="65">
                  <c:v>0.43188932175023947</c:v>
                </c:pt>
                <c:pt idx="66">
                  <c:v>0.43918028076728283</c:v>
                </c:pt>
                <c:pt idx="67">
                  <c:v>0.43514233612391728</c:v>
                </c:pt>
                <c:pt idx="68">
                  <c:v>0.44338010594780114</c:v>
                </c:pt>
                <c:pt idx="69">
                  <c:v>0.43887606739199653</c:v>
                </c:pt>
                <c:pt idx="70">
                  <c:v>0.44748362074296366</c:v>
                </c:pt>
                <c:pt idx="71">
                  <c:v>0.44483304208766095</c:v>
                </c:pt>
                <c:pt idx="72">
                  <c:v>0.44029017492844247</c:v>
                </c:pt>
                <c:pt idx="73">
                  <c:v>0.43915359142923582</c:v>
                </c:pt>
                <c:pt idx="74">
                  <c:v>0.4406505677440859</c:v>
                </c:pt>
                <c:pt idx="75">
                  <c:v>0.44357511322454074</c:v>
                </c:pt>
                <c:pt idx="76">
                  <c:v>0.44953028947782664</c:v>
                </c:pt>
                <c:pt idx="77">
                  <c:v>0.45144737723965983</c:v>
                </c:pt>
                <c:pt idx="78">
                  <c:v>0.4507426250719978</c:v>
                </c:pt>
                <c:pt idx="79">
                  <c:v>0.45299758948014812</c:v>
                </c:pt>
                <c:pt idx="80">
                  <c:v>0.44816170109135434</c:v>
                </c:pt>
                <c:pt idx="81">
                  <c:v>0.44856632317763678</c:v>
                </c:pt>
                <c:pt idx="82">
                  <c:v>0.45189347619908937</c:v>
                </c:pt>
                <c:pt idx="83">
                  <c:v>0.45355952541575328</c:v>
                </c:pt>
                <c:pt idx="84">
                  <c:v>0.45290386569155117</c:v>
                </c:pt>
                <c:pt idx="85">
                  <c:v>0.45370080514376526</c:v>
                </c:pt>
                <c:pt idx="86">
                  <c:v>0.45647932461423552</c:v>
                </c:pt>
                <c:pt idx="87">
                  <c:v>0.45290683629989681</c:v>
                </c:pt>
                <c:pt idx="88">
                  <c:v>0.45478576501574797</c:v>
                </c:pt>
                <c:pt idx="89">
                  <c:v>0.45912963863287026</c:v>
                </c:pt>
                <c:pt idx="90">
                  <c:v>0.46056002386310113</c:v>
                </c:pt>
                <c:pt idx="91">
                  <c:v>0.46020374939820341</c:v>
                </c:pt>
                <c:pt idx="92">
                  <c:v>0.46292677975419338</c:v>
                </c:pt>
                <c:pt idx="93">
                  <c:v>0.46033592821739433</c:v>
                </c:pt>
                <c:pt idx="94">
                  <c:v>0.46771041736857027</c:v>
                </c:pt>
                <c:pt idx="95">
                  <c:v>0.46773580097321876</c:v>
                </c:pt>
                <c:pt idx="96">
                  <c:v>0.46792579244902432</c:v>
                </c:pt>
                <c:pt idx="97">
                  <c:v>0.46219697665402076</c:v>
                </c:pt>
                <c:pt idx="98">
                  <c:v>0.47056876211107312</c:v>
                </c:pt>
                <c:pt idx="99">
                  <c:v>0.46652291688998465</c:v>
                </c:pt>
                <c:pt idx="100">
                  <c:v>0.46681834526995974</c:v>
                </c:pt>
                <c:pt idx="101">
                  <c:v>0.47076978203425285</c:v>
                </c:pt>
                <c:pt idx="102">
                  <c:v>0.47710231463808905</c:v>
                </c:pt>
                <c:pt idx="103">
                  <c:v>0.47343668136831113</c:v>
                </c:pt>
                <c:pt idx="104">
                  <c:v>0.47130537012137735</c:v>
                </c:pt>
                <c:pt idx="105">
                  <c:v>0.47281400460881062</c:v>
                </c:pt>
                <c:pt idx="106">
                  <c:v>0.4739464901772647</c:v>
                </c:pt>
                <c:pt idx="107">
                  <c:v>0.47123323258438166</c:v>
                </c:pt>
                <c:pt idx="108">
                  <c:v>0.47186004846860652</c:v>
                </c:pt>
                <c:pt idx="109">
                  <c:v>0.47147903968784521</c:v>
                </c:pt>
                <c:pt idx="110">
                  <c:v>0.47968910422750027</c:v>
                </c:pt>
                <c:pt idx="111">
                  <c:v>0.47946292259502976</c:v>
                </c:pt>
                <c:pt idx="112">
                  <c:v>0.47397212542843481</c:v>
                </c:pt>
                <c:pt idx="113">
                  <c:v>0.48190480271203484</c:v>
                </c:pt>
                <c:pt idx="114">
                  <c:v>0.48854967605207023</c:v>
                </c:pt>
                <c:pt idx="115">
                  <c:v>0.48094839946915108</c:v>
                </c:pt>
                <c:pt idx="116">
                  <c:v>0.48753320095605479</c:v>
                </c:pt>
                <c:pt idx="117">
                  <c:v>0.48219020489036341</c:v>
                </c:pt>
                <c:pt idx="118">
                  <c:v>0.48156330528190738</c:v>
                </c:pt>
                <c:pt idx="119">
                  <c:v>0.48812273698932829</c:v>
                </c:pt>
                <c:pt idx="120">
                  <c:v>0.49064826202041301</c:v>
                </c:pt>
                <c:pt idx="121">
                  <c:v>0.48065857349918439</c:v>
                </c:pt>
                <c:pt idx="122">
                  <c:v>0.4906242581515679</c:v>
                </c:pt>
                <c:pt idx="123">
                  <c:v>0.4856182837109469</c:v>
                </c:pt>
                <c:pt idx="124">
                  <c:v>0.48799791922392899</c:v>
                </c:pt>
                <c:pt idx="125">
                  <c:v>0.48932366848468167</c:v>
                </c:pt>
                <c:pt idx="126">
                  <c:v>0.48555239301556263</c:v>
                </c:pt>
                <c:pt idx="127">
                  <c:v>0.48806627010688108</c:v>
                </c:pt>
                <c:pt idx="128">
                  <c:v>0.48995751898690765</c:v>
                </c:pt>
                <c:pt idx="129">
                  <c:v>0.48998039020759387</c:v>
                </c:pt>
                <c:pt idx="130">
                  <c:v>0.49402309082383833</c:v>
                </c:pt>
                <c:pt idx="131">
                  <c:v>0.48845785352554549</c:v>
                </c:pt>
                <c:pt idx="132">
                  <c:v>0.48628193409786752</c:v>
                </c:pt>
                <c:pt idx="133">
                  <c:v>0.49062668111939617</c:v>
                </c:pt>
                <c:pt idx="134">
                  <c:v>0.49213937540777908</c:v>
                </c:pt>
                <c:pt idx="135">
                  <c:v>0.49329223703503283</c:v>
                </c:pt>
                <c:pt idx="136">
                  <c:v>0.49791259450504632</c:v>
                </c:pt>
                <c:pt idx="137">
                  <c:v>0.49642294000453024</c:v>
                </c:pt>
                <c:pt idx="138">
                  <c:v>0.48888123197595784</c:v>
                </c:pt>
                <c:pt idx="139">
                  <c:v>0.49747294109588497</c:v>
                </c:pt>
                <c:pt idx="140">
                  <c:v>0.4987845705207109</c:v>
                </c:pt>
                <c:pt idx="141">
                  <c:v>0.49938749416707429</c:v>
                </c:pt>
                <c:pt idx="142">
                  <c:v>0.49923565224427757</c:v>
                </c:pt>
                <c:pt idx="143">
                  <c:v>0.49916792228357054</c:v>
                </c:pt>
                <c:pt idx="144">
                  <c:v>0.49703257322855726</c:v>
                </c:pt>
                <c:pt idx="145">
                  <c:v>0.49804591756133759</c:v>
                </c:pt>
                <c:pt idx="146">
                  <c:v>0.50099352258331376</c:v>
                </c:pt>
                <c:pt idx="147">
                  <c:v>0.49567503510785299</c:v>
                </c:pt>
                <c:pt idx="148">
                  <c:v>0.50294767578412192</c:v>
                </c:pt>
                <c:pt idx="149">
                  <c:v>0.50162661105684059</c:v>
                </c:pt>
                <c:pt idx="150">
                  <c:v>0.50847249048973353</c:v>
                </c:pt>
                <c:pt idx="151">
                  <c:v>0.50401951555161062</c:v>
                </c:pt>
                <c:pt idx="152">
                  <c:v>0.51258111863496725</c:v>
                </c:pt>
                <c:pt idx="153">
                  <c:v>0.50461994416919675</c:v>
                </c:pt>
                <c:pt idx="154">
                  <c:v>0.50453843606347082</c:v>
                </c:pt>
                <c:pt idx="155">
                  <c:v>0.51381762868127978</c:v>
                </c:pt>
                <c:pt idx="156">
                  <c:v>0.50783836269555882</c:v>
                </c:pt>
                <c:pt idx="157">
                  <c:v>0.5062422748454759</c:v>
                </c:pt>
                <c:pt idx="158">
                  <c:v>0.50132102591790728</c:v>
                </c:pt>
                <c:pt idx="159">
                  <c:v>0.5095860755052336</c:v>
                </c:pt>
                <c:pt idx="160">
                  <c:v>0.50651862106132761</c:v>
                </c:pt>
                <c:pt idx="161">
                  <c:v>0.50897820253655945</c:v>
                </c:pt>
                <c:pt idx="162">
                  <c:v>0.50640684810796066</c:v>
                </c:pt>
                <c:pt idx="163">
                  <c:v>0.51259315923228077</c:v>
                </c:pt>
                <c:pt idx="164">
                  <c:v>0.51441334454434073</c:v>
                </c:pt>
                <c:pt idx="165">
                  <c:v>0.51187219641255299</c:v>
                </c:pt>
                <c:pt idx="166">
                  <c:v>0.51389418861001446</c:v>
                </c:pt>
                <c:pt idx="167">
                  <c:v>0.52227269471138638</c:v>
                </c:pt>
                <c:pt idx="168">
                  <c:v>0.51709766733819684</c:v>
                </c:pt>
                <c:pt idx="169">
                  <c:v>0.50608739341407538</c:v>
                </c:pt>
                <c:pt idx="170">
                  <c:v>0.51720151231529465</c:v>
                </c:pt>
                <c:pt idx="171">
                  <c:v>0.51891480140750113</c:v>
                </c:pt>
                <c:pt idx="172">
                  <c:v>0.51522158219311442</c:v>
                </c:pt>
                <c:pt idx="173">
                  <c:v>0.51371518738955102</c:v>
                </c:pt>
                <c:pt idx="174">
                  <c:v>0.51978150770520581</c:v>
                </c:pt>
                <c:pt idx="175">
                  <c:v>0.51704713233185362</c:v>
                </c:pt>
                <c:pt idx="176">
                  <c:v>0.50531002784342305</c:v>
                </c:pt>
                <c:pt idx="177">
                  <c:v>0.5242398896449737</c:v>
                </c:pt>
                <c:pt idx="178">
                  <c:v>0.52615549060922961</c:v>
                </c:pt>
                <c:pt idx="179">
                  <c:v>0.51907518314698842</c:v>
                </c:pt>
                <c:pt idx="180">
                  <c:v>0.51960968740440505</c:v>
                </c:pt>
                <c:pt idx="181">
                  <c:v>0.51810597780922496</c:v>
                </c:pt>
                <c:pt idx="182">
                  <c:v>0.52186624701312667</c:v>
                </c:pt>
                <c:pt idx="183">
                  <c:v>0.52846183557036164</c:v>
                </c:pt>
                <c:pt idx="184">
                  <c:v>0.52540520366834731</c:v>
                </c:pt>
                <c:pt idx="185">
                  <c:v>0.52140440557892564</c:v>
                </c:pt>
                <c:pt idx="186">
                  <c:v>0.52376929174794495</c:v>
                </c:pt>
                <c:pt idx="187">
                  <c:v>0.52253408978070026</c:v>
                </c:pt>
                <c:pt idx="188">
                  <c:v>0.52604191482584783</c:v>
                </c:pt>
                <c:pt idx="189">
                  <c:v>0.53073655869924663</c:v>
                </c:pt>
                <c:pt idx="190">
                  <c:v>0.52624254108068502</c:v>
                </c:pt>
                <c:pt idx="191">
                  <c:v>0.5242368748574644</c:v>
                </c:pt>
                <c:pt idx="192">
                  <c:v>0.5294110748748615</c:v>
                </c:pt>
                <c:pt idx="193">
                  <c:v>0.52428920983579552</c:v>
                </c:pt>
                <c:pt idx="194">
                  <c:v>0.52834334909539071</c:v>
                </c:pt>
                <c:pt idx="195">
                  <c:v>0.52712188697476614</c:v>
                </c:pt>
                <c:pt idx="196">
                  <c:v>0.53378938061314385</c:v>
                </c:pt>
                <c:pt idx="197">
                  <c:v>0.52774860037451876</c:v>
                </c:pt>
                <c:pt idx="198">
                  <c:v>0.53274640576345911</c:v>
                </c:pt>
                <c:pt idx="199">
                  <c:v>0.5339592872209703</c:v>
                </c:pt>
                <c:pt idx="200">
                  <c:v>0.53000646645839511</c:v>
                </c:pt>
                <c:pt idx="201">
                  <c:v>0.52912859853333649</c:v>
                </c:pt>
                <c:pt idx="202">
                  <c:v>0.53078845168951594</c:v>
                </c:pt>
                <c:pt idx="203">
                  <c:v>0.53925719133948047</c:v>
                </c:pt>
                <c:pt idx="204">
                  <c:v>0.53238641059721437</c:v>
                </c:pt>
                <c:pt idx="205">
                  <c:v>0.5321594475638558</c:v>
                </c:pt>
                <c:pt idx="206">
                  <c:v>0.53414065927369847</c:v>
                </c:pt>
                <c:pt idx="207">
                  <c:v>0.53099799921993551</c:v>
                </c:pt>
                <c:pt idx="208">
                  <c:v>0.53750562517136768</c:v>
                </c:pt>
                <c:pt idx="209">
                  <c:v>0.53496911809386472</c:v>
                </c:pt>
                <c:pt idx="210">
                  <c:v>0.53337112242311691</c:v>
                </c:pt>
                <c:pt idx="211">
                  <c:v>0.53448634635227388</c:v>
                </c:pt>
                <c:pt idx="212">
                  <c:v>0.53133515353414584</c:v>
                </c:pt>
                <c:pt idx="213">
                  <c:v>0.5356115183400002</c:v>
                </c:pt>
                <c:pt idx="214">
                  <c:v>0.54147513171811679</c:v>
                </c:pt>
                <c:pt idx="215">
                  <c:v>0.53490669184009887</c:v>
                </c:pt>
                <c:pt idx="216">
                  <c:v>0.53362599160043855</c:v>
                </c:pt>
                <c:pt idx="217">
                  <c:v>0.53463761370589891</c:v>
                </c:pt>
                <c:pt idx="218">
                  <c:v>0.54112271260040012</c:v>
                </c:pt>
                <c:pt idx="219">
                  <c:v>0.53508444520131748</c:v>
                </c:pt>
                <c:pt idx="220">
                  <c:v>0.54157238466203983</c:v>
                </c:pt>
                <c:pt idx="221">
                  <c:v>0.54658464390363526</c:v>
                </c:pt>
                <c:pt idx="222">
                  <c:v>0.5404474661950357</c:v>
                </c:pt>
                <c:pt idx="223">
                  <c:v>0.54261764747765739</c:v>
                </c:pt>
                <c:pt idx="224">
                  <c:v>0.54486540210048451</c:v>
                </c:pt>
                <c:pt idx="225">
                  <c:v>0.54554475492678711</c:v>
                </c:pt>
                <c:pt idx="226">
                  <c:v>0.54534849343005698</c:v>
                </c:pt>
                <c:pt idx="227">
                  <c:v>0.54619033527733318</c:v>
                </c:pt>
                <c:pt idx="228">
                  <c:v>0.54647640463014646</c:v>
                </c:pt>
                <c:pt idx="229">
                  <c:v>0.54822573863443802</c:v>
                </c:pt>
                <c:pt idx="230">
                  <c:v>0.55011320184152235</c:v>
                </c:pt>
                <c:pt idx="231">
                  <c:v>0.55205612294998674</c:v>
                </c:pt>
                <c:pt idx="232">
                  <c:v>0.55272904731048489</c:v>
                </c:pt>
                <c:pt idx="233">
                  <c:v>0.54702236640753965</c:v>
                </c:pt>
                <c:pt idx="234">
                  <c:v>0.54605493337034827</c:v>
                </c:pt>
                <c:pt idx="235">
                  <c:v>0.54948456961973113</c:v>
                </c:pt>
                <c:pt idx="236">
                  <c:v>0.5540855423386728</c:v>
                </c:pt>
                <c:pt idx="237">
                  <c:v>0.55362335743888991</c:v>
                </c:pt>
                <c:pt idx="238">
                  <c:v>0.55101091467165708</c:v>
                </c:pt>
                <c:pt idx="239">
                  <c:v>0.55912033877539702</c:v>
                </c:pt>
                <c:pt idx="240">
                  <c:v>0.55992253879409415</c:v>
                </c:pt>
                <c:pt idx="241">
                  <c:v>0.56533827437636486</c:v>
                </c:pt>
                <c:pt idx="242">
                  <c:v>0.55810810750072815</c:v>
                </c:pt>
                <c:pt idx="243">
                  <c:v>0.55644838250614614</c:v>
                </c:pt>
                <c:pt idx="244">
                  <c:v>0.55876792295209932</c:v>
                </c:pt>
                <c:pt idx="245">
                  <c:v>0.56518587317077651</c:v>
                </c:pt>
                <c:pt idx="246">
                  <c:v>0.55950637282003268</c:v>
                </c:pt>
                <c:pt idx="247">
                  <c:v>0.56429256594738497</c:v>
                </c:pt>
                <c:pt idx="248">
                  <c:v>0.55293006554584567</c:v>
                </c:pt>
                <c:pt idx="249">
                  <c:v>0.56195409975224486</c:v>
                </c:pt>
                <c:pt idx="250">
                  <c:v>0.56200945072390907</c:v>
                </c:pt>
                <c:pt idx="251">
                  <c:v>0.5682041548576342</c:v>
                </c:pt>
                <c:pt idx="252">
                  <c:v>0.56187540940405156</c:v>
                </c:pt>
                <c:pt idx="253">
                  <c:v>0.56329923378026592</c:v>
                </c:pt>
                <c:pt idx="254">
                  <c:v>0.56314107357154186</c:v>
                </c:pt>
                <c:pt idx="255">
                  <c:v>0.56176602188073566</c:v>
                </c:pt>
                <c:pt idx="256">
                  <c:v>0.56494024252583963</c:v>
                </c:pt>
                <c:pt idx="257">
                  <c:v>0.57079269361617635</c:v>
                </c:pt>
                <c:pt idx="258">
                  <c:v>0.56713235337919055</c:v>
                </c:pt>
                <c:pt idx="259">
                  <c:v>0.56617922058322578</c:v>
                </c:pt>
                <c:pt idx="260">
                  <c:v>0.56578386797790214</c:v>
                </c:pt>
                <c:pt idx="261">
                  <c:v>0.57064192789230572</c:v>
                </c:pt>
                <c:pt idx="262">
                  <c:v>0.56936868943965635</c:v>
                </c:pt>
                <c:pt idx="263">
                  <c:v>0.56691121102653441</c:v>
                </c:pt>
                <c:pt idx="264">
                  <c:v>0.56825659376013959</c:v>
                </c:pt>
                <c:pt idx="265">
                  <c:v>0.56567688215122036</c:v>
                </c:pt>
                <c:pt idx="266">
                  <c:v>0.56714883463349341</c:v>
                </c:pt>
                <c:pt idx="267">
                  <c:v>0.57076674703442509</c:v>
                </c:pt>
                <c:pt idx="268">
                  <c:v>0.57553303593247485</c:v>
                </c:pt>
                <c:pt idx="269">
                  <c:v>0.57308672498909496</c:v>
                </c:pt>
                <c:pt idx="270">
                  <c:v>0.56937350780138685</c:v>
                </c:pt>
                <c:pt idx="271">
                  <c:v>0.5726162833543651</c:v>
                </c:pt>
                <c:pt idx="272">
                  <c:v>0.56567737788753569</c:v>
                </c:pt>
                <c:pt idx="273">
                  <c:v>0.57759153200066282</c:v>
                </c:pt>
                <c:pt idx="274">
                  <c:v>0.57644031634039128</c:v>
                </c:pt>
                <c:pt idx="275">
                  <c:v>0.5759728446904735</c:v>
                </c:pt>
                <c:pt idx="276">
                  <c:v>0.57652788118712972</c:v>
                </c:pt>
                <c:pt idx="277">
                  <c:v>0.57973313477196686</c:v>
                </c:pt>
                <c:pt idx="278">
                  <c:v>0.57331236109520145</c:v>
                </c:pt>
                <c:pt idx="279">
                  <c:v>0.56899288286959127</c:v>
                </c:pt>
                <c:pt idx="280">
                  <c:v>0.57005699567648249</c:v>
                </c:pt>
                <c:pt idx="281">
                  <c:v>0.57372178519912409</c:v>
                </c:pt>
                <c:pt idx="282">
                  <c:v>0.57114401847110485</c:v>
                </c:pt>
                <c:pt idx="283">
                  <c:v>0.57434361598443839</c:v>
                </c:pt>
                <c:pt idx="284">
                  <c:v>0.57127520159476564</c:v>
                </c:pt>
                <c:pt idx="285">
                  <c:v>0.57184898446786281</c:v>
                </c:pt>
                <c:pt idx="286">
                  <c:v>0.5815855914973479</c:v>
                </c:pt>
                <c:pt idx="287">
                  <c:v>0.5791913728430349</c:v>
                </c:pt>
                <c:pt idx="288">
                  <c:v>0.582011492985683</c:v>
                </c:pt>
                <c:pt idx="289">
                  <c:v>0.57662749390546919</c:v>
                </c:pt>
                <c:pt idx="290">
                  <c:v>0.5807637764429987</c:v>
                </c:pt>
                <c:pt idx="291">
                  <c:v>0.57846837213097957</c:v>
                </c:pt>
                <c:pt idx="292">
                  <c:v>0.57667951721451727</c:v>
                </c:pt>
                <c:pt idx="293">
                  <c:v>0.58208753041687922</c:v>
                </c:pt>
                <c:pt idx="294">
                  <c:v>0.58433032693049003</c:v>
                </c:pt>
                <c:pt idx="295">
                  <c:v>0.57815299171566426</c:v>
                </c:pt>
                <c:pt idx="296">
                  <c:v>0.57647205772014987</c:v>
                </c:pt>
                <c:pt idx="297">
                  <c:v>0.57317331556520634</c:v>
                </c:pt>
                <c:pt idx="298">
                  <c:v>0.5736576053570035</c:v>
                </c:pt>
                <c:pt idx="299">
                  <c:v>0.58223206012472306</c:v>
                </c:pt>
                <c:pt idx="300">
                  <c:v>0.58223714690045081</c:v>
                </c:pt>
                <c:pt idx="301">
                  <c:v>0.58262107447007683</c:v>
                </c:pt>
                <c:pt idx="302">
                  <c:v>0.58210846668793748</c:v>
                </c:pt>
                <c:pt idx="303">
                  <c:v>0.57652272462133192</c:v>
                </c:pt>
                <c:pt idx="304">
                  <c:v>0.57637045436865331</c:v>
                </c:pt>
                <c:pt idx="305">
                  <c:v>0.58262638139799072</c:v>
                </c:pt>
                <c:pt idx="306">
                  <c:v>0.57781438904362914</c:v>
                </c:pt>
                <c:pt idx="307">
                  <c:v>0.57998052000593536</c:v>
                </c:pt>
                <c:pt idx="308">
                  <c:v>0.58332017073006515</c:v>
                </c:pt>
                <c:pt idx="309">
                  <c:v>0.58337203600429899</c:v>
                </c:pt>
                <c:pt idx="310">
                  <c:v>0.58558708700057893</c:v>
                </c:pt>
                <c:pt idx="311">
                  <c:v>0.57984740878020902</c:v>
                </c:pt>
                <c:pt idx="312">
                  <c:v>0.58157646178534206</c:v>
                </c:pt>
                <c:pt idx="313">
                  <c:v>0.57900159540842222</c:v>
                </c:pt>
                <c:pt idx="314">
                  <c:v>0.57242065572751089</c:v>
                </c:pt>
                <c:pt idx="315">
                  <c:v>0.58014858204095254</c:v>
                </c:pt>
                <c:pt idx="316">
                  <c:v>0.58214976746853686</c:v>
                </c:pt>
                <c:pt idx="317">
                  <c:v>0.58477651916862672</c:v>
                </c:pt>
                <c:pt idx="318">
                  <c:v>0.57695283120882324</c:v>
                </c:pt>
                <c:pt idx="319">
                  <c:v>0.58178738114444895</c:v>
                </c:pt>
                <c:pt idx="320">
                  <c:v>0.58619723901813059</c:v>
                </c:pt>
                <c:pt idx="321">
                  <c:v>0.58373159969527655</c:v>
                </c:pt>
                <c:pt idx="322">
                  <c:v>0.58482503561145838</c:v>
                </c:pt>
                <c:pt idx="323">
                  <c:v>0.58239231321654494</c:v>
                </c:pt>
                <c:pt idx="324">
                  <c:v>0.57787850028942411</c:v>
                </c:pt>
                <c:pt idx="325">
                  <c:v>0.58169887189582459</c:v>
                </c:pt>
                <c:pt idx="326">
                  <c:v>0.58694072629394067</c:v>
                </c:pt>
                <c:pt idx="327">
                  <c:v>0.58779015974590421</c:v>
                </c:pt>
                <c:pt idx="328">
                  <c:v>0.58047798229285985</c:v>
                </c:pt>
                <c:pt idx="329">
                  <c:v>0.57950898201233614</c:v>
                </c:pt>
                <c:pt idx="330">
                  <c:v>0.58598531686034516</c:v>
                </c:pt>
                <c:pt idx="331">
                  <c:v>0.58212039178290276</c:v>
                </c:pt>
                <c:pt idx="332">
                  <c:v>0.58322383604167727</c:v>
                </c:pt>
                <c:pt idx="333">
                  <c:v>0.57439195128606824</c:v>
                </c:pt>
                <c:pt idx="334">
                  <c:v>0.58213528491466149</c:v>
                </c:pt>
                <c:pt idx="335">
                  <c:v>0.58834038638503761</c:v>
                </c:pt>
                <c:pt idx="336">
                  <c:v>0.58865383092281998</c:v>
                </c:pt>
                <c:pt idx="337">
                  <c:v>0.58583200431276528</c:v>
                </c:pt>
                <c:pt idx="338">
                  <c:v>0.5828390689917754</c:v>
                </c:pt>
                <c:pt idx="339">
                  <c:v>0.5832894395922934</c:v>
                </c:pt>
                <c:pt idx="340">
                  <c:v>0.59126435078017958</c:v>
                </c:pt>
                <c:pt idx="341">
                  <c:v>0.58800972254100325</c:v>
                </c:pt>
                <c:pt idx="342">
                  <c:v>0.57274126520586854</c:v>
                </c:pt>
                <c:pt idx="343">
                  <c:v>0.57932474780441368</c:v>
                </c:pt>
                <c:pt idx="344">
                  <c:v>0.5797468476083808</c:v>
                </c:pt>
                <c:pt idx="345">
                  <c:v>0.58355554388749409</c:v>
                </c:pt>
                <c:pt idx="346">
                  <c:v>0.58286378988635379</c:v>
                </c:pt>
                <c:pt idx="347">
                  <c:v>0.58143478443890861</c:v>
                </c:pt>
                <c:pt idx="348">
                  <c:v>0.58466779212444397</c:v>
                </c:pt>
                <c:pt idx="349">
                  <c:v>0.58737356546002684</c:v>
                </c:pt>
                <c:pt idx="350">
                  <c:v>0.58644614185732158</c:v>
                </c:pt>
                <c:pt idx="351">
                  <c:v>0.58872534936640297</c:v>
                </c:pt>
                <c:pt idx="352">
                  <c:v>0.57849429853106216</c:v>
                </c:pt>
                <c:pt idx="353">
                  <c:v>0.58116328435260012</c:v>
                </c:pt>
                <c:pt idx="354">
                  <c:v>0.59069180714898539</c:v>
                </c:pt>
                <c:pt idx="355">
                  <c:v>0.58347317912968832</c:v>
                </c:pt>
                <c:pt idx="356">
                  <c:v>0.58377099378743558</c:v>
                </c:pt>
                <c:pt idx="357">
                  <c:v>0.58351178613644283</c:v>
                </c:pt>
                <c:pt idx="358">
                  <c:v>0.58460545549045106</c:v>
                </c:pt>
                <c:pt idx="359">
                  <c:v>0.58459078254885</c:v>
                </c:pt>
                <c:pt idx="360">
                  <c:v>0.58259927168896986</c:v>
                </c:pt>
                <c:pt idx="361">
                  <c:v>0.58830421193160654</c:v>
                </c:pt>
                <c:pt idx="362">
                  <c:v>0.58842221442457099</c:v>
                </c:pt>
                <c:pt idx="363">
                  <c:v>0.58892235922068237</c:v>
                </c:pt>
                <c:pt idx="364">
                  <c:v>0.58327900854477488</c:v>
                </c:pt>
                <c:pt idx="365">
                  <c:v>0.58325264656810427</c:v>
                </c:pt>
                <c:pt idx="366">
                  <c:v>0.58256353787927517</c:v>
                </c:pt>
                <c:pt idx="367">
                  <c:v>0.58379606635729764</c:v>
                </c:pt>
                <c:pt idx="368">
                  <c:v>0.58223308998367151</c:v>
                </c:pt>
                <c:pt idx="369">
                  <c:v>0.59175327577652292</c:v>
                </c:pt>
                <c:pt idx="370">
                  <c:v>0.58579748109414032</c:v>
                </c:pt>
                <c:pt idx="371">
                  <c:v>0.57836906557596957</c:v>
                </c:pt>
                <c:pt idx="372">
                  <c:v>0.58679997343885892</c:v>
                </c:pt>
                <c:pt idx="373">
                  <c:v>0.58583902981172176</c:v>
                </c:pt>
                <c:pt idx="374">
                  <c:v>0.58633325000226544</c:v>
                </c:pt>
                <c:pt idx="375">
                  <c:v>0.58405242925366663</c:v>
                </c:pt>
                <c:pt idx="376">
                  <c:v>0.58658420417164148</c:v>
                </c:pt>
                <c:pt idx="377">
                  <c:v>0.59240816690865949</c:v>
                </c:pt>
                <c:pt idx="378">
                  <c:v>0.58639606804451816</c:v>
                </c:pt>
                <c:pt idx="379">
                  <c:v>0.59098053675020024</c:v>
                </c:pt>
                <c:pt idx="380">
                  <c:v>0.5896385324722121</c:v>
                </c:pt>
                <c:pt idx="381">
                  <c:v>0.59112287108377948</c:v>
                </c:pt>
                <c:pt idx="382">
                  <c:v>0.58617411755927862</c:v>
                </c:pt>
                <c:pt idx="383">
                  <c:v>0.5871972938641955</c:v>
                </c:pt>
                <c:pt idx="384">
                  <c:v>0.59340009155285423</c:v>
                </c:pt>
                <c:pt idx="385">
                  <c:v>0.58533090399647003</c:v>
                </c:pt>
                <c:pt idx="386">
                  <c:v>0.58914615802863601</c:v>
                </c:pt>
                <c:pt idx="387">
                  <c:v>0.5939508100202282</c:v>
                </c:pt>
                <c:pt idx="388">
                  <c:v>0.58352323598851141</c:v>
                </c:pt>
                <c:pt idx="389">
                  <c:v>0.59515911394691412</c:v>
                </c:pt>
                <c:pt idx="390">
                  <c:v>0.5947469414434573</c:v>
                </c:pt>
                <c:pt idx="391">
                  <c:v>0.59281749243796567</c:v>
                </c:pt>
                <c:pt idx="392">
                  <c:v>0.5917799259048041</c:v>
                </c:pt>
                <c:pt idx="393">
                  <c:v>0.59204921109922171</c:v>
                </c:pt>
                <c:pt idx="394">
                  <c:v>0.59327232171651678</c:v>
                </c:pt>
                <c:pt idx="395">
                  <c:v>0.59336169678222783</c:v>
                </c:pt>
                <c:pt idx="396">
                  <c:v>0.59232960254896616</c:v>
                </c:pt>
                <c:pt idx="397">
                  <c:v>0.59254415963174067</c:v>
                </c:pt>
                <c:pt idx="398">
                  <c:v>0.59168741709499884</c:v>
                </c:pt>
                <c:pt idx="399">
                  <c:v>0.58933528123451961</c:v>
                </c:pt>
                <c:pt idx="400">
                  <c:v>0.58873943284062946</c:v>
                </c:pt>
                <c:pt idx="401">
                  <c:v>0.58920496644963094</c:v>
                </c:pt>
                <c:pt idx="402">
                  <c:v>0.59354235786093901</c:v>
                </c:pt>
                <c:pt idx="403">
                  <c:v>0.58758406644740746</c:v>
                </c:pt>
                <c:pt idx="404">
                  <c:v>0.59472946195017728</c:v>
                </c:pt>
                <c:pt idx="405">
                  <c:v>0.58965127006650131</c:v>
                </c:pt>
                <c:pt idx="406">
                  <c:v>0.58618360154769</c:v>
                </c:pt>
                <c:pt idx="407">
                  <c:v>0.594197863548658</c:v>
                </c:pt>
                <c:pt idx="408">
                  <c:v>0.58980531344922305</c:v>
                </c:pt>
                <c:pt idx="409">
                  <c:v>0.59281219240368277</c:v>
                </c:pt>
                <c:pt idx="410">
                  <c:v>0.59316420921554747</c:v>
                </c:pt>
                <c:pt idx="411">
                  <c:v>0.59526777466092262</c:v>
                </c:pt>
                <c:pt idx="412">
                  <c:v>0.58521213784163872</c:v>
                </c:pt>
                <c:pt idx="413">
                  <c:v>0.58878426838928177</c:v>
                </c:pt>
                <c:pt idx="414">
                  <c:v>0.59206781304225053</c:v>
                </c:pt>
                <c:pt idx="415">
                  <c:v>0.59465435798007638</c:v>
                </c:pt>
                <c:pt idx="416">
                  <c:v>0.59425661130901064</c:v>
                </c:pt>
                <c:pt idx="417">
                  <c:v>0.59238473187046226</c:v>
                </c:pt>
                <c:pt idx="418">
                  <c:v>0.59477513941270643</c:v>
                </c:pt>
                <c:pt idx="419">
                  <c:v>0.59099307301548809</c:v>
                </c:pt>
                <c:pt idx="420">
                  <c:v>0.5779545426153806</c:v>
                </c:pt>
                <c:pt idx="421">
                  <c:v>0.58359438084029835</c:v>
                </c:pt>
                <c:pt idx="422">
                  <c:v>0.59092461717432709</c:v>
                </c:pt>
                <c:pt idx="423">
                  <c:v>0.59502001445079988</c:v>
                </c:pt>
                <c:pt idx="424">
                  <c:v>0.58540603184333861</c:v>
                </c:pt>
                <c:pt idx="425">
                  <c:v>0.58842213532896948</c:v>
                </c:pt>
                <c:pt idx="426">
                  <c:v>0.58756473477848503</c:v>
                </c:pt>
                <c:pt idx="427">
                  <c:v>0.58591256767651745</c:v>
                </c:pt>
                <c:pt idx="428">
                  <c:v>0.58742171794870746</c:v>
                </c:pt>
                <c:pt idx="429">
                  <c:v>0.54878177151837171</c:v>
                </c:pt>
                <c:pt idx="430">
                  <c:v>0.58192408931577266</c:v>
                </c:pt>
                <c:pt idx="431">
                  <c:v>0.58706605536007206</c:v>
                </c:pt>
                <c:pt idx="432">
                  <c:v>0.59146266872886111</c:v>
                </c:pt>
                <c:pt idx="433">
                  <c:v>0.58748111550712112</c:v>
                </c:pt>
                <c:pt idx="434">
                  <c:v>0.56291846767449183</c:v>
                </c:pt>
                <c:pt idx="435">
                  <c:v>0.58499344092246419</c:v>
                </c:pt>
                <c:pt idx="436">
                  <c:v>0.58911382675047408</c:v>
                </c:pt>
                <c:pt idx="437">
                  <c:v>0.59116726516621609</c:v>
                </c:pt>
                <c:pt idx="438">
                  <c:v>0.59209134029617527</c:v>
                </c:pt>
                <c:pt idx="439">
                  <c:v>0.59362849031562892</c:v>
                </c:pt>
                <c:pt idx="440">
                  <c:v>0.59176421048124961</c:v>
                </c:pt>
                <c:pt idx="441">
                  <c:v>0.59281817891712441</c:v>
                </c:pt>
                <c:pt idx="442">
                  <c:v>0.59323051016749284</c:v>
                </c:pt>
                <c:pt idx="443">
                  <c:v>0.59316921840793935</c:v>
                </c:pt>
                <c:pt idx="444">
                  <c:v>0.58991277725650315</c:v>
                </c:pt>
                <c:pt idx="445">
                  <c:v>0.59648052399189455</c:v>
                </c:pt>
                <c:pt idx="446">
                  <c:v>0.59296660956471137</c:v>
                </c:pt>
                <c:pt idx="447">
                  <c:v>0.60012469415101943</c:v>
                </c:pt>
                <c:pt idx="448">
                  <c:v>0.59748184064073662</c:v>
                </c:pt>
                <c:pt idx="449">
                  <c:v>0.59126862079364984</c:v>
                </c:pt>
                <c:pt idx="450">
                  <c:v>0.59462453260524462</c:v>
                </c:pt>
                <c:pt idx="451">
                  <c:v>0.59759953861843629</c:v>
                </c:pt>
                <c:pt idx="452">
                  <c:v>0.59599470169536006</c:v>
                </c:pt>
                <c:pt idx="453">
                  <c:v>0.59528932708559468</c:v>
                </c:pt>
                <c:pt idx="454">
                  <c:v>0.59600660961191643</c:v>
                </c:pt>
                <c:pt idx="455">
                  <c:v>0.59173825051474005</c:v>
                </c:pt>
                <c:pt idx="456">
                  <c:v>0.59432653290250803</c:v>
                </c:pt>
                <c:pt idx="457">
                  <c:v>0.59309998820231113</c:v>
                </c:pt>
                <c:pt idx="458">
                  <c:v>0.59525079554987526</c:v>
                </c:pt>
                <c:pt idx="459">
                  <c:v>0.59141651287253749</c:v>
                </c:pt>
                <c:pt idx="460">
                  <c:v>0.59461550150604137</c:v>
                </c:pt>
                <c:pt idx="461">
                  <c:v>0.59316081094620687</c:v>
                </c:pt>
                <c:pt idx="462">
                  <c:v>0.59400983849100797</c:v>
                </c:pt>
                <c:pt idx="463">
                  <c:v>0.58583411881069414</c:v>
                </c:pt>
                <c:pt idx="464">
                  <c:v>0.59414405479289012</c:v>
                </c:pt>
                <c:pt idx="465">
                  <c:v>0.59892417299491651</c:v>
                </c:pt>
                <c:pt idx="466">
                  <c:v>0.59370531709986574</c:v>
                </c:pt>
                <c:pt idx="467">
                  <c:v>0.60037942830377211</c:v>
                </c:pt>
                <c:pt idx="468">
                  <c:v>0.59746703454364758</c:v>
                </c:pt>
                <c:pt idx="469">
                  <c:v>0.59323118194436375</c:v>
                </c:pt>
                <c:pt idx="470">
                  <c:v>0.5994110690218204</c:v>
                </c:pt>
                <c:pt idx="471">
                  <c:v>0.59851745787822397</c:v>
                </c:pt>
                <c:pt idx="472">
                  <c:v>0.59715733453256226</c:v>
                </c:pt>
                <c:pt idx="473">
                  <c:v>0.59450331627187092</c:v>
                </c:pt>
                <c:pt idx="474">
                  <c:v>0.59666462811467302</c:v>
                </c:pt>
                <c:pt idx="475">
                  <c:v>0.60007984214949817</c:v>
                </c:pt>
                <c:pt idx="476">
                  <c:v>0.59103080032075317</c:v>
                </c:pt>
                <c:pt idx="477">
                  <c:v>0.59296331241142342</c:v>
                </c:pt>
                <c:pt idx="478">
                  <c:v>0.59540566243827164</c:v>
                </c:pt>
                <c:pt idx="479">
                  <c:v>0.5955717244176989</c:v>
                </c:pt>
                <c:pt idx="480">
                  <c:v>0.59865072824251764</c:v>
                </c:pt>
                <c:pt idx="481">
                  <c:v>0.59524798693128311</c:v>
                </c:pt>
                <c:pt idx="482">
                  <c:v>0.60119623495754737</c:v>
                </c:pt>
                <c:pt idx="483">
                  <c:v>0.60205112958535578</c:v>
                </c:pt>
                <c:pt idx="484">
                  <c:v>0.59078066031505172</c:v>
                </c:pt>
                <c:pt idx="485">
                  <c:v>0.6003023874942951</c:v>
                </c:pt>
                <c:pt idx="486">
                  <c:v>0.59092014912433799</c:v>
                </c:pt>
                <c:pt idx="487">
                  <c:v>0.60075240894501725</c:v>
                </c:pt>
                <c:pt idx="488">
                  <c:v>0.5936972937831444</c:v>
                </c:pt>
                <c:pt idx="489">
                  <c:v>0.59263393099581507</c:v>
                </c:pt>
                <c:pt idx="490">
                  <c:v>0.59627759673936653</c:v>
                </c:pt>
                <c:pt idx="491">
                  <c:v>0.60175039649257756</c:v>
                </c:pt>
                <c:pt idx="492">
                  <c:v>0.60278432522643532</c:v>
                </c:pt>
                <c:pt idx="493">
                  <c:v>0.59582774492225365</c:v>
                </c:pt>
                <c:pt idx="494">
                  <c:v>0.59662527914875862</c:v>
                </c:pt>
                <c:pt idx="495">
                  <c:v>0.59459681582009116</c:v>
                </c:pt>
                <c:pt idx="496">
                  <c:v>0.59575258867421421</c:v>
                </c:pt>
                <c:pt idx="497">
                  <c:v>0.60123693580708626</c:v>
                </c:pt>
                <c:pt idx="498">
                  <c:v>0.59483053773422101</c:v>
                </c:pt>
                <c:pt idx="499">
                  <c:v>0.59944469238955533</c:v>
                </c:pt>
                <c:pt idx="500">
                  <c:v>0.59737601609406199</c:v>
                </c:pt>
                <c:pt idx="501">
                  <c:v>0.60167648155149944</c:v>
                </c:pt>
                <c:pt idx="502">
                  <c:v>0.59598254292592379</c:v>
                </c:pt>
                <c:pt idx="503">
                  <c:v>0.59604772208878276</c:v>
                </c:pt>
                <c:pt idx="504">
                  <c:v>0.59380975768969202</c:v>
                </c:pt>
                <c:pt idx="505">
                  <c:v>0.59717121319742217</c:v>
                </c:pt>
                <c:pt idx="506">
                  <c:v>0.59672694103498769</c:v>
                </c:pt>
                <c:pt idx="507">
                  <c:v>0.5945741060210612</c:v>
                </c:pt>
                <c:pt idx="508">
                  <c:v>0.59615523099625678</c:v>
                </c:pt>
                <c:pt idx="509">
                  <c:v>0.59585847841941531</c:v>
                </c:pt>
                <c:pt idx="510">
                  <c:v>0.5924924303367215</c:v>
                </c:pt>
                <c:pt idx="511">
                  <c:v>0.59950554872518735</c:v>
                </c:pt>
                <c:pt idx="512">
                  <c:v>0.60040875246631598</c:v>
                </c:pt>
                <c:pt idx="513">
                  <c:v>0.59869595995631075</c:v>
                </c:pt>
                <c:pt idx="514">
                  <c:v>0.59151110566483256</c:v>
                </c:pt>
                <c:pt idx="515">
                  <c:v>0.59477232928728552</c:v>
                </c:pt>
                <c:pt idx="516">
                  <c:v>0.59640331895759868</c:v>
                </c:pt>
                <c:pt idx="517">
                  <c:v>0.5990049612092605</c:v>
                </c:pt>
                <c:pt idx="518">
                  <c:v>0.59544304188278152</c:v>
                </c:pt>
                <c:pt idx="519">
                  <c:v>0.59152284532613619</c:v>
                </c:pt>
                <c:pt idx="520">
                  <c:v>0.5936010399351479</c:v>
                </c:pt>
                <c:pt idx="521">
                  <c:v>0.59588713981009123</c:v>
                </c:pt>
                <c:pt idx="522">
                  <c:v>0.59754805804367894</c:v>
                </c:pt>
                <c:pt idx="523">
                  <c:v>0.59620035884284883</c:v>
                </c:pt>
                <c:pt idx="524">
                  <c:v>0.596825990937907</c:v>
                </c:pt>
                <c:pt idx="525">
                  <c:v>0.5940467244756924</c:v>
                </c:pt>
                <c:pt idx="526">
                  <c:v>0.59627977203913085</c:v>
                </c:pt>
                <c:pt idx="527">
                  <c:v>0.60116308784291117</c:v>
                </c:pt>
                <c:pt idx="528">
                  <c:v>0.60125538946431067</c:v>
                </c:pt>
                <c:pt idx="529">
                  <c:v>0.59682036389204918</c:v>
                </c:pt>
                <c:pt idx="530">
                  <c:v>0.60378758535150756</c:v>
                </c:pt>
                <c:pt idx="531">
                  <c:v>0.59817844368431672</c:v>
                </c:pt>
                <c:pt idx="532">
                  <c:v>0.6002167469743579</c:v>
                </c:pt>
                <c:pt idx="533">
                  <c:v>0.59564062504976345</c:v>
                </c:pt>
                <c:pt idx="534">
                  <c:v>0.59919001227089563</c:v>
                </c:pt>
                <c:pt idx="535">
                  <c:v>0.6030146863089112</c:v>
                </c:pt>
                <c:pt idx="536">
                  <c:v>0.60192797095085138</c:v>
                </c:pt>
                <c:pt idx="537">
                  <c:v>0.60044437731112887</c:v>
                </c:pt>
                <c:pt idx="538">
                  <c:v>0.60095827786194411</c:v>
                </c:pt>
                <c:pt idx="539">
                  <c:v>0.59904650649079438</c:v>
                </c:pt>
                <c:pt idx="540">
                  <c:v>0.59888420496641592</c:v>
                </c:pt>
                <c:pt idx="541">
                  <c:v>0.60524739996039956</c:v>
                </c:pt>
                <c:pt idx="542">
                  <c:v>0.60498818854564484</c:v>
                </c:pt>
                <c:pt idx="543">
                  <c:v>0.60089346230771934</c:v>
                </c:pt>
                <c:pt idx="544">
                  <c:v>0.59970859630364626</c:v>
                </c:pt>
                <c:pt idx="545">
                  <c:v>0.60164322592766484</c:v>
                </c:pt>
                <c:pt idx="546">
                  <c:v>0.60000438510431797</c:v>
                </c:pt>
                <c:pt idx="547">
                  <c:v>0.5994891127969274</c:v>
                </c:pt>
                <c:pt idx="548">
                  <c:v>0.60185178211139045</c:v>
                </c:pt>
                <c:pt idx="549">
                  <c:v>0.59747303637176075</c:v>
                </c:pt>
                <c:pt idx="550">
                  <c:v>0.59834382426969568</c:v>
                </c:pt>
                <c:pt idx="551">
                  <c:v>0.59976242723262552</c:v>
                </c:pt>
                <c:pt idx="552">
                  <c:v>0.59954842550134502</c:v>
                </c:pt>
                <c:pt idx="553">
                  <c:v>0.60219826456541103</c:v>
                </c:pt>
                <c:pt idx="554">
                  <c:v>0.60207409882140184</c:v>
                </c:pt>
                <c:pt idx="555">
                  <c:v>0.59809759564261322</c:v>
                </c:pt>
                <c:pt idx="556">
                  <c:v>0.60030932708947993</c:v>
                </c:pt>
                <c:pt idx="557">
                  <c:v>0.6055191113456011</c:v>
                </c:pt>
                <c:pt idx="558">
                  <c:v>0.5994497030291972</c:v>
                </c:pt>
                <c:pt idx="559">
                  <c:v>0.59845593585467016</c:v>
                </c:pt>
                <c:pt idx="560">
                  <c:v>0.59900991081300259</c:v>
                </c:pt>
                <c:pt idx="561">
                  <c:v>0.60050072970382595</c:v>
                </c:pt>
                <c:pt idx="562">
                  <c:v>0.60565139280117475</c:v>
                </c:pt>
                <c:pt idx="563">
                  <c:v>0.60479214854741914</c:v>
                </c:pt>
                <c:pt idx="564">
                  <c:v>0.59928749668348713</c:v>
                </c:pt>
                <c:pt idx="565">
                  <c:v>0.59985728259230098</c:v>
                </c:pt>
                <c:pt idx="566">
                  <c:v>0.59989464332630871</c:v>
                </c:pt>
                <c:pt idx="567">
                  <c:v>0.59734731126229113</c:v>
                </c:pt>
                <c:pt idx="568">
                  <c:v>0.59171559501300441</c:v>
                </c:pt>
                <c:pt idx="569">
                  <c:v>0.59911207344438677</c:v>
                </c:pt>
                <c:pt idx="570">
                  <c:v>0.59892110893699646</c:v>
                </c:pt>
                <c:pt idx="571">
                  <c:v>0.59877360732796203</c:v>
                </c:pt>
                <c:pt idx="572">
                  <c:v>0.60500745113564103</c:v>
                </c:pt>
                <c:pt idx="573">
                  <c:v>0.60051710734015451</c:v>
                </c:pt>
                <c:pt idx="574">
                  <c:v>0.59961882044470971</c:v>
                </c:pt>
                <c:pt idx="575">
                  <c:v>0.59841405991128926</c:v>
                </c:pt>
                <c:pt idx="576">
                  <c:v>0.59437700692909479</c:v>
                </c:pt>
                <c:pt idx="577">
                  <c:v>0.59713624568634616</c:v>
                </c:pt>
                <c:pt idx="578">
                  <c:v>0.60388265473881964</c:v>
                </c:pt>
                <c:pt idx="579">
                  <c:v>0.60664784867470289</c:v>
                </c:pt>
                <c:pt idx="580">
                  <c:v>0.59839481148940699</c:v>
                </c:pt>
                <c:pt idx="581">
                  <c:v>0.60188967114466352</c:v>
                </c:pt>
                <c:pt idx="582">
                  <c:v>0.60479096902917373</c:v>
                </c:pt>
                <c:pt idx="583">
                  <c:v>0.59252999802185191</c:v>
                </c:pt>
                <c:pt idx="584">
                  <c:v>0.5951897398284558</c:v>
                </c:pt>
                <c:pt idx="585">
                  <c:v>0.60490811418096901</c:v>
                </c:pt>
                <c:pt idx="586">
                  <c:v>0.60037893939796516</c:v>
                </c:pt>
                <c:pt idx="587">
                  <c:v>0.60192575380929592</c:v>
                </c:pt>
                <c:pt idx="588">
                  <c:v>0.60127663682486532</c:v>
                </c:pt>
                <c:pt idx="589">
                  <c:v>0.60578607670003948</c:v>
                </c:pt>
                <c:pt idx="590">
                  <c:v>0.60645073368963676</c:v>
                </c:pt>
                <c:pt idx="591">
                  <c:v>0.6056255235904513</c:v>
                </c:pt>
                <c:pt idx="592">
                  <c:v>0.60513908856989596</c:v>
                </c:pt>
                <c:pt idx="593">
                  <c:v>0.60216778903412271</c:v>
                </c:pt>
                <c:pt idx="594">
                  <c:v>0.60080239379777778</c:v>
                </c:pt>
                <c:pt idx="595">
                  <c:v>0.59773762176532053</c:v>
                </c:pt>
                <c:pt idx="596">
                  <c:v>0.59930503204794239</c:v>
                </c:pt>
                <c:pt idx="597">
                  <c:v>0.60249983953023345</c:v>
                </c:pt>
                <c:pt idx="598">
                  <c:v>0.60452743192673075</c:v>
                </c:pt>
                <c:pt idx="599">
                  <c:v>0.5966805934939069</c:v>
                </c:pt>
                <c:pt idx="600">
                  <c:v>0.60140177986377752</c:v>
                </c:pt>
                <c:pt idx="601">
                  <c:v>0.60170092402978126</c:v>
                </c:pt>
                <c:pt idx="602">
                  <c:v>0.59586750524415455</c:v>
                </c:pt>
                <c:pt idx="603">
                  <c:v>0.60693131000919409</c:v>
                </c:pt>
                <c:pt idx="604">
                  <c:v>0.60115888818488705</c:v>
                </c:pt>
                <c:pt idx="605">
                  <c:v>0.6005092621903938</c:v>
                </c:pt>
                <c:pt idx="606">
                  <c:v>0.60389489428615162</c:v>
                </c:pt>
                <c:pt idx="607">
                  <c:v>0.60355296854064944</c:v>
                </c:pt>
                <c:pt idx="608">
                  <c:v>0.60092834335325529</c:v>
                </c:pt>
                <c:pt idx="609">
                  <c:v>0.60106911126479146</c:v>
                </c:pt>
                <c:pt idx="610">
                  <c:v>0.59960685846497608</c:v>
                </c:pt>
                <c:pt idx="611">
                  <c:v>0.60223393998800101</c:v>
                </c:pt>
                <c:pt idx="612">
                  <c:v>0.60176807079242678</c:v>
                </c:pt>
                <c:pt idx="613">
                  <c:v>0.60382591135802066</c:v>
                </c:pt>
                <c:pt idx="614">
                  <c:v>0.60647194341520205</c:v>
                </c:pt>
                <c:pt idx="615">
                  <c:v>0.59856861020161245</c:v>
                </c:pt>
                <c:pt idx="616">
                  <c:v>0.60334091644820642</c:v>
                </c:pt>
                <c:pt idx="617">
                  <c:v>0.59353948826718872</c:v>
                </c:pt>
                <c:pt idx="618">
                  <c:v>0.60548482948183557</c:v>
                </c:pt>
                <c:pt idx="619">
                  <c:v>0.60934066588317093</c:v>
                </c:pt>
                <c:pt idx="620">
                  <c:v>0.60032460668798493</c:v>
                </c:pt>
                <c:pt idx="621">
                  <c:v>0.60004539818855085</c:v>
                </c:pt>
                <c:pt idx="622">
                  <c:v>0.60328558619174888</c:v>
                </c:pt>
                <c:pt idx="623">
                  <c:v>0.60723576106366761</c:v>
                </c:pt>
                <c:pt idx="624">
                  <c:v>0.60202897145662537</c:v>
                </c:pt>
                <c:pt idx="625">
                  <c:v>0.60196045334543724</c:v>
                </c:pt>
                <c:pt idx="626">
                  <c:v>0.60587951999036194</c:v>
                </c:pt>
                <c:pt idx="627">
                  <c:v>0.60723059545318325</c:v>
                </c:pt>
                <c:pt idx="628">
                  <c:v>0.60489444034687101</c:v>
                </c:pt>
                <c:pt idx="629">
                  <c:v>0.60926842851401986</c:v>
                </c:pt>
                <c:pt idx="630">
                  <c:v>0.60975937319679197</c:v>
                </c:pt>
                <c:pt idx="631">
                  <c:v>0.60318297755519701</c:v>
                </c:pt>
                <c:pt idx="632">
                  <c:v>0.60311602456435276</c:v>
                </c:pt>
                <c:pt idx="633">
                  <c:v>0.60591603898450341</c:v>
                </c:pt>
                <c:pt idx="634">
                  <c:v>0.60708381636055286</c:v>
                </c:pt>
                <c:pt idx="635">
                  <c:v>0.60875292066276676</c:v>
                </c:pt>
                <c:pt idx="636">
                  <c:v>0.6052405421226893</c:v>
                </c:pt>
                <c:pt idx="637">
                  <c:v>0.60976328101271204</c:v>
                </c:pt>
                <c:pt idx="638">
                  <c:v>0.60577569275402554</c:v>
                </c:pt>
                <c:pt idx="639">
                  <c:v>0.60215830758800692</c:v>
                </c:pt>
                <c:pt idx="640">
                  <c:v>0.6088828219987279</c:v>
                </c:pt>
                <c:pt idx="641">
                  <c:v>0.60650233212370341</c:v>
                </c:pt>
                <c:pt idx="642">
                  <c:v>0.60546518831361928</c:v>
                </c:pt>
                <c:pt idx="643">
                  <c:v>0.60436289567193224</c:v>
                </c:pt>
                <c:pt idx="644">
                  <c:v>0.60466352174876992</c:v>
                </c:pt>
                <c:pt idx="645">
                  <c:v>0.60417735879096202</c:v>
                </c:pt>
                <c:pt idx="646">
                  <c:v>0.60449007787202325</c:v>
                </c:pt>
                <c:pt idx="647">
                  <c:v>0.60169475506439807</c:v>
                </c:pt>
                <c:pt idx="648">
                  <c:v>0.60409124127703206</c:v>
                </c:pt>
                <c:pt idx="649">
                  <c:v>0.6002740930247269</c:v>
                </c:pt>
                <c:pt idx="650">
                  <c:v>0.60558218954382326</c:v>
                </c:pt>
                <c:pt idx="651">
                  <c:v>0.60885940080866996</c:v>
                </c:pt>
                <c:pt idx="652">
                  <c:v>0.60612912629247762</c:v>
                </c:pt>
                <c:pt idx="653">
                  <c:v>0.60612031267727939</c:v>
                </c:pt>
                <c:pt idx="654">
                  <c:v>0.60629249300376598</c:v>
                </c:pt>
                <c:pt idx="655">
                  <c:v>0.6041750298318006</c:v>
                </c:pt>
                <c:pt idx="656">
                  <c:v>0.60312943919593009</c:v>
                </c:pt>
                <c:pt idx="657">
                  <c:v>0.60469192895425017</c:v>
                </c:pt>
                <c:pt idx="658">
                  <c:v>0.60325141265675986</c:v>
                </c:pt>
                <c:pt idx="659">
                  <c:v>0.6047983197860709</c:v>
                </c:pt>
                <c:pt idx="660">
                  <c:v>0.60068298210545279</c:v>
                </c:pt>
                <c:pt idx="661">
                  <c:v>0.59722293726065012</c:v>
                </c:pt>
                <c:pt idx="662">
                  <c:v>0.60763003639232249</c:v>
                </c:pt>
                <c:pt idx="663">
                  <c:v>0.60974221468012257</c:v>
                </c:pt>
                <c:pt idx="664">
                  <c:v>0.61276853315339186</c:v>
                </c:pt>
                <c:pt idx="665">
                  <c:v>0.60977654705590056</c:v>
                </c:pt>
                <c:pt idx="666">
                  <c:v>0.61112338093356977</c:v>
                </c:pt>
                <c:pt idx="667">
                  <c:v>0.60288358820748977</c:v>
                </c:pt>
                <c:pt idx="668">
                  <c:v>0.61033724518612542</c:v>
                </c:pt>
                <c:pt idx="669">
                  <c:v>0.6080242692717166</c:v>
                </c:pt>
                <c:pt idx="670">
                  <c:v>0.60838022626584554</c:v>
                </c:pt>
                <c:pt idx="671">
                  <c:v>0.60265587419114508</c:v>
                </c:pt>
                <c:pt idx="672">
                  <c:v>0.6068226273793923</c:v>
                </c:pt>
                <c:pt idx="673">
                  <c:v>0.59558692543403835</c:v>
                </c:pt>
                <c:pt idx="674">
                  <c:v>0.59805164257224375</c:v>
                </c:pt>
                <c:pt idx="675">
                  <c:v>0.60768535424836756</c:v>
                </c:pt>
                <c:pt idx="676">
                  <c:v>0.60520938593881668</c:v>
                </c:pt>
                <c:pt idx="677">
                  <c:v>0.60589431164852636</c:v>
                </c:pt>
                <c:pt idx="678">
                  <c:v>0.60921219676501392</c:v>
                </c:pt>
                <c:pt idx="679">
                  <c:v>0.61031329691685476</c:v>
                </c:pt>
                <c:pt idx="680">
                  <c:v>0.60422812483498489</c:v>
                </c:pt>
                <c:pt idx="681">
                  <c:v>0.60868723449835083</c:v>
                </c:pt>
                <c:pt idx="682">
                  <c:v>0.60724928577122095</c:v>
                </c:pt>
                <c:pt idx="683">
                  <c:v>0.60774842408079832</c:v>
                </c:pt>
                <c:pt idx="684">
                  <c:v>0.61482164333560996</c:v>
                </c:pt>
                <c:pt idx="685">
                  <c:v>0.61428483965426484</c:v>
                </c:pt>
                <c:pt idx="686">
                  <c:v>0.60017952577237932</c:v>
                </c:pt>
                <c:pt idx="687">
                  <c:v>0.60340767912727489</c:v>
                </c:pt>
                <c:pt idx="688">
                  <c:v>0.60743976968730828</c:v>
                </c:pt>
                <c:pt idx="689">
                  <c:v>0.60725160134991785</c:v>
                </c:pt>
                <c:pt idx="690">
                  <c:v>0.60857482789668216</c:v>
                </c:pt>
                <c:pt idx="691">
                  <c:v>0.61154233355983978</c:v>
                </c:pt>
                <c:pt idx="692">
                  <c:v>0.60771441583763564</c:v>
                </c:pt>
                <c:pt idx="693">
                  <c:v>0.60511464919925462</c:v>
                </c:pt>
                <c:pt idx="694">
                  <c:v>0.6122305455384438</c:v>
                </c:pt>
                <c:pt idx="695">
                  <c:v>0.60794765753590707</c:v>
                </c:pt>
                <c:pt idx="696">
                  <c:v>0.60814797693243561</c:v>
                </c:pt>
                <c:pt idx="697">
                  <c:v>0.61181223578698307</c:v>
                </c:pt>
                <c:pt idx="698">
                  <c:v>0.61046968750531727</c:v>
                </c:pt>
                <c:pt idx="699">
                  <c:v>0.61215212261247887</c:v>
                </c:pt>
                <c:pt idx="700">
                  <c:v>0.61393668070783525</c:v>
                </c:pt>
                <c:pt idx="701">
                  <c:v>0.60569406983123808</c:v>
                </c:pt>
                <c:pt idx="702">
                  <c:v>0.60535625546851268</c:v>
                </c:pt>
                <c:pt idx="703">
                  <c:v>0.60954554254079807</c:v>
                </c:pt>
                <c:pt idx="704">
                  <c:v>0.61386017886498112</c:v>
                </c:pt>
                <c:pt idx="705">
                  <c:v>0.60870427842118191</c:v>
                </c:pt>
                <c:pt idx="706">
                  <c:v>0.60708216100526857</c:v>
                </c:pt>
                <c:pt idx="707">
                  <c:v>0.61232193004369828</c:v>
                </c:pt>
                <c:pt idx="708">
                  <c:v>0.60942389845803502</c:v>
                </c:pt>
                <c:pt idx="709">
                  <c:v>0.60798323491523087</c:v>
                </c:pt>
                <c:pt idx="710">
                  <c:v>0.60963198847861377</c:v>
                </c:pt>
                <c:pt idx="711">
                  <c:v>0.60788345239008901</c:v>
                </c:pt>
                <c:pt idx="712">
                  <c:v>0.6072348521605756</c:v>
                </c:pt>
                <c:pt idx="713">
                  <c:v>0.61501007068560221</c:v>
                </c:pt>
                <c:pt idx="714">
                  <c:v>0.61351516750959068</c:v>
                </c:pt>
                <c:pt idx="715">
                  <c:v>0.61388143055970068</c:v>
                </c:pt>
                <c:pt idx="716">
                  <c:v>0.61466870003522411</c:v>
                </c:pt>
                <c:pt idx="717">
                  <c:v>0.61517847524565694</c:v>
                </c:pt>
                <c:pt idx="718">
                  <c:v>0.61435165740140441</c:v>
                </c:pt>
                <c:pt idx="719">
                  <c:v>0.60754116624045318</c:v>
                </c:pt>
                <c:pt idx="720">
                  <c:v>0.61370790082382565</c:v>
                </c:pt>
                <c:pt idx="721">
                  <c:v>0.61264582435862625</c:v>
                </c:pt>
                <c:pt idx="722">
                  <c:v>0.60348292294455286</c:v>
                </c:pt>
                <c:pt idx="723">
                  <c:v>0.60774150210283118</c:v>
                </c:pt>
                <c:pt idx="724">
                  <c:v>0.60520472840955375</c:v>
                </c:pt>
                <c:pt idx="725">
                  <c:v>0.61104147343972048</c:v>
                </c:pt>
                <c:pt idx="726">
                  <c:v>0.61277408384666288</c:v>
                </c:pt>
                <c:pt idx="727">
                  <c:v>0.6142113141686939</c:v>
                </c:pt>
                <c:pt idx="728">
                  <c:v>0.60746678297819345</c:v>
                </c:pt>
                <c:pt idx="729">
                  <c:v>0.61597442389483903</c:v>
                </c:pt>
                <c:pt idx="730">
                  <c:v>0.6087705443059237</c:v>
                </c:pt>
                <c:pt idx="731">
                  <c:v>0.60678869680409797</c:v>
                </c:pt>
                <c:pt idx="732">
                  <c:v>0.60483744217707935</c:v>
                </c:pt>
                <c:pt idx="733">
                  <c:v>0.61179253415912926</c:v>
                </c:pt>
                <c:pt idx="734">
                  <c:v>0.61046478955504879</c:v>
                </c:pt>
                <c:pt idx="735">
                  <c:v>0.61402003334369926</c:v>
                </c:pt>
                <c:pt idx="736">
                  <c:v>0.61030886470750623</c:v>
                </c:pt>
                <c:pt idx="737">
                  <c:v>0.60934458529249524</c:v>
                </c:pt>
                <c:pt idx="738">
                  <c:v>0.61434273004750928</c:v>
                </c:pt>
                <c:pt idx="739">
                  <c:v>0.61631658668929579</c:v>
                </c:pt>
                <c:pt idx="740">
                  <c:v>0.61223035769940126</c:v>
                </c:pt>
                <c:pt idx="741">
                  <c:v>0.61074725219540027</c:v>
                </c:pt>
                <c:pt idx="742">
                  <c:v>0.60780933381098223</c:v>
                </c:pt>
                <c:pt idx="743">
                  <c:v>0.61359685355016358</c:v>
                </c:pt>
                <c:pt idx="744">
                  <c:v>0.61232576264459671</c:v>
                </c:pt>
                <c:pt idx="745">
                  <c:v>0.60854803628390941</c:v>
                </c:pt>
                <c:pt idx="746">
                  <c:v>0.61420871874326788</c:v>
                </c:pt>
                <c:pt idx="747">
                  <c:v>0.61296139449949938</c:v>
                </c:pt>
                <c:pt idx="748">
                  <c:v>0.6132292051373317</c:v>
                </c:pt>
                <c:pt idx="749">
                  <c:v>0.61038098284050246</c:v>
                </c:pt>
                <c:pt idx="750">
                  <c:v>0.60788248668241307</c:v>
                </c:pt>
                <c:pt idx="751">
                  <c:v>0.61048749398182167</c:v>
                </c:pt>
                <c:pt idx="752">
                  <c:v>0.61248053425814952</c:v>
                </c:pt>
                <c:pt idx="753">
                  <c:v>0.61421541078967867</c:v>
                </c:pt>
                <c:pt idx="754">
                  <c:v>0.61250305319423715</c:v>
                </c:pt>
                <c:pt idx="755">
                  <c:v>0.61263681084044774</c:v>
                </c:pt>
                <c:pt idx="756">
                  <c:v>0.61135301790201124</c:v>
                </c:pt>
                <c:pt idx="757">
                  <c:v>0.61501006241453049</c:v>
                </c:pt>
                <c:pt idx="758">
                  <c:v>0.60739633923910197</c:v>
                </c:pt>
                <c:pt idx="759">
                  <c:v>0.60617401877160793</c:v>
                </c:pt>
                <c:pt idx="760">
                  <c:v>0.60990920079670941</c:v>
                </c:pt>
                <c:pt idx="761">
                  <c:v>0.60706084897391743</c:v>
                </c:pt>
                <c:pt idx="762">
                  <c:v>0.60934549796934712</c:v>
                </c:pt>
                <c:pt idx="763">
                  <c:v>0.61408481439455498</c:v>
                </c:pt>
                <c:pt idx="764">
                  <c:v>0.6024107962187798</c:v>
                </c:pt>
                <c:pt idx="765">
                  <c:v>0.61070791967457705</c:v>
                </c:pt>
                <c:pt idx="766">
                  <c:v>0.60853119514431619</c:v>
                </c:pt>
                <c:pt idx="767">
                  <c:v>0.60488295186690333</c:v>
                </c:pt>
                <c:pt idx="768">
                  <c:v>0.60673772246905144</c:v>
                </c:pt>
                <c:pt idx="769">
                  <c:v>0.61386143792587533</c:v>
                </c:pt>
                <c:pt idx="770">
                  <c:v>0.61134905709715426</c:v>
                </c:pt>
                <c:pt idx="771">
                  <c:v>0.60531000302325755</c:v>
                </c:pt>
                <c:pt idx="772">
                  <c:v>0.60951052596725319</c:v>
                </c:pt>
                <c:pt idx="773">
                  <c:v>0.61329942241316038</c:v>
                </c:pt>
                <c:pt idx="774">
                  <c:v>0.6147640246277547</c:v>
                </c:pt>
                <c:pt idx="775">
                  <c:v>0.60606967856081739</c:v>
                </c:pt>
                <c:pt idx="776">
                  <c:v>0.61267948288319485</c:v>
                </c:pt>
                <c:pt idx="777">
                  <c:v>0.60408355180379059</c:v>
                </c:pt>
                <c:pt idx="778">
                  <c:v>0.60964209317137497</c:v>
                </c:pt>
                <c:pt idx="779">
                  <c:v>0.61620897519392082</c:v>
                </c:pt>
                <c:pt idx="780">
                  <c:v>0.61560370656082708</c:v>
                </c:pt>
                <c:pt idx="781">
                  <c:v>0.61366273676511585</c:v>
                </c:pt>
                <c:pt idx="782">
                  <c:v>0.61556940620688738</c:v>
                </c:pt>
                <c:pt idx="783">
                  <c:v>0.61245592774253399</c:v>
                </c:pt>
                <c:pt idx="784">
                  <c:v>0.6117290114116114</c:v>
                </c:pt>
                <c:pt idx="785">
                  <c:v>0.6061610028276917</c:v>
                </c:pt>
                <c:pt idx="786">
                  <c:v>0.60983777116517435</c:v>
                </c:pt>
                <c:pt idx="787">
                  <c:v>0.6053451076848253</c:v>
                </c:pt>
                <c:pt idx="788">
                  <c:v>0.60795544591198336</c:v>
                </c:pt>
                <c:pt idx="789">
                  <c:v>0.61166082732947491</c:v>
                </c:pt>
                <c:pt idx="790">
                  <c:v>0.61563356427454519</c:v>
                </c:pt>
                <c:pt idx="791">
                  <c:v>0.61165858938185336</c:v>
                </c:pt>
                <c:pt idx="792">
                  <c:v>0.61148807014945039</c:v>
                </c:pt>
                <c:pt idx="793">
                  <c:v>0.61369875554109687</c:v>
                </c:pt>
                <c:pt idx="794">
                  <c:v>0.61048537591801244</c:v>
                </c:pt>
                <c:pt idx="795">
                  <c:v>0.61731946106378766</c:v>
                </c:pt>
                <c:pt idx="796">
                  <c:v>0.611508812538894</c:v>
                </c:pt>
                <c:pt idx="797">
                  <c:v>0.61148328674813468</c:v>
                </c:pt>
                <c:pt idx="798">
                  <c:v>0.61120278669594996</c:v>
                </c:pt>
                <c:pt idx="799">
                  <c:v>0.61510218706558506</c:v>
                </c:pt>
                <c:pt idx="800">
                  <c:v>0.6177176914565532</c:v>
                </c:pt>
                <c:pt idx="801">
                  <c:v>0.61171262978078622</c:v>
                </c:pt>
                <c:pt idx="802">
                  <c:v>0.61560671704264769</c:v>
                </c:pt>
                <c:pt idx="803">
                  <c:v>0.61264283122092866</c:v>
                </c:pt>
                <c:pt idx="804">
                  <c:v>0.61051281193386242</c:v>
                </c:pt>
                <c:pt idx="805">
                  <c:v>0.61169136465346974</c:v>
                </c:pt>
                <c:pt idx="806">
                  <c:v>0.60601861583120842</c:v>
                </c:pt>
                <c:pt idx="807">
                  <c:v>0.60742243730579859</c:v>
                </c:pt>
                <c:pt idx="808">
                  <c:v>0.61048459322001691</c:v>
                </c:pt>
                <c:pt idx="809">
                  <c:v>0.60788123290613716</c:v>
                </c:pt>
                <c:pt idx="810">
                  <c:v>0.60792805631291713</c:v>
                </c:pt>
                <c:pt idx="811">
                  <c:v>0.60723790405538502</c:v>
                </c:pt>
                <c:pt idx="812">
                  <c:v>0.6123479519373306</c:v>
                </c:pt>
                <c:pt idx="813">
                  <c:v>0.60274180548067424</c:v>
                </c:pt>
                <c:pt idx="814">
                  <c:v>0.61080884384828793</c:v>
                </c:pt>
                <c:pt idx="815">
                  <c:v>0.61427734666842704</c:v>
                </c:pt>
                <c:pt idx="816">
                  <c:v>0.61359360630024284</c:v>
                </c:pt>
                <c:pt idx="817">
                  <c:v>0.60886607502363688</c:v>
                </c:pt>
                <c:pt idx="818">
                  <c:v>0.60261393593161416</c:v>
                </c:pt>
                <c:pt idx="819">
                  <c:v>0.6162486528842398</c:v>
                </c:pt>
                <c:pt idx="820">
                  <c:v>0.60127009536690823</c:v>
                </c:pt>
                <c:pt idx="821">
                  <c:v>0.61210091624610485</c:v>
                </c:pt>
              </c:numCache>
            </c:numRef>
          </c:yVal>
          <c:smooth val="0"/>
          <c:extLst>
            <c:ext xmlns:c16="http://schemas.microsoft.com/office/drawing/2014/chart" uri="{C3380CC4-5D6E-409C-BE32-E72D297353CC}">
              <c16:uniqueId val="{00000006-16BB-4F39-8545-6DAFE747B07E}"/>
            </c:ext>
          </c:extLst>
        </c:ser>
        <c:dLbls>
          <c:showLegendKey val="0"/>
          <c:showVal val="0"/>
          <c:showCatName val="0"/>
          <c:showSerName val="0"/>
          <c:showPercent val="0"/>
          <c:showBubbleSize val="0"/>
        </c:dLbls>
        <c:axId val="1299673823"/>
        <c:axId val="135074624"/>
      </c:scatterChart>
      <c:valAx>
        <c:axId val="1299673823"/>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Water Flux</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5074624"/>
        <c:crosses val="autoZero"/>
        <c:crossBetween val="midCat"/>
      </c:valAx>
      <c:valAx>
        <c:axId val="13507462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Seiving Coefficient</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99673823"/>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BB419B-A20D-42AA-8D7F-5642F6706A43}" type="datetimeFigureOut">
              <a:rPr lang="en-US" smtClean="0"/>
              <a:t>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17C7DD-FA44-4AAC-AD64-73983556F2EF}" type="slidenum">
              <a:rPr lang="en-US" smtClean="0"/>
              <a:t>‹#›</a:t>
            </a:fld>
            <a:endParaRPr lang="en-US"/>
          </a:p>
        </p:txBody>
      </p:sp>
    </p:spTree>
    <p:extLst>
      <p:ext uri="{BB962C8B-B14F-4D97-AF65-F5344CB8AC3E}">
        <p14:creationId xmlns:p14="http://schemas.microsoft.com/office/powerpoint/2010/main" val="3490241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17C7DD-FA44-4AAC-AD64-73983556F2EF}" type="slidenum">
              <a:rPr lang="en-US" smtClean="0"/>
              <a:t>1</a:t>
            </a:fld>
            <a:endParaRPr lang="en-US"/>
          </a:p>
        </p:txBody>
      </p:sp>
    </p:spTree>
    <p:extLst>
      <p:ext uri="{BB962C8B-B14F-4D97-AF65-F5344CB8AC3E}">
        <p14:creationId xmlns:p14="http://schemas.microsoft.com/office/powerpoint/2010/main" val="1972090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C3CEB-AABB-692D-9340-3B6461DA44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590F2-FC0D-F1DF-5600-72BE31BFA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81DA8F-A848-2821-E58C-5D2521A62186}"/>
              </a:ext>
            </a:extLst>
          </p:cNvPr>
          <p:cNvSpPr>
            <a:spLocks noGrp="1"/>
          </p:cNvSpPr>
          <p:nvPr>
            <p:ph type="body" idx="1"/>
          </p:nvPr>
        </p:nvSpPr>
        <p:spPr/>
        <p:txBody>
          <a:bodyPr/>
          <a:lstStyle/>
          <a:p>
            <a:r>
              <a:rPr lang="en-US" dirty="0"/>
              <a:t>Change plot to be the amount of solution that permeated. </a:t>
            </a:r>
          </a:p>
          <a:p>
            <a:endParaRPr lang="en-US" dirty="0"/>
          </a:p>
          <a:p>
            <a:r>
              <a:rPr lang="en-US" dirty="0"/>
              <a:t>Concentrating Regime – Diafiltrate: 5 mM KCl</a:t>
            </a:r>
          </a:p>
          <a:p>
            <a:r>
              <a:rPr lang="en-US" dirty="0"/>
              <a:t>Critical Regime – Diafiltrate: 1.5 mM KCl (black), 1.8 mM KCl (red)</a:t>
            </a:r>
          </a:p>
          <a:p>
            <a:r>
              <a:rPr lang="en-US" dirty="0"/>
              <a:t>Diluting Regime – Diafiltrate: 0 mM KCl</a:t>
            </a:r>
          </a:p>
        </p:txBody>
      </p:sp>
      <p:sp>
        <p:nvSpPr>
          <p:cNvPr id="4" name="Slide Number Placeholder 3">
            <a:extLst>
              <a:ext uri="{FF2B5EF4-FFF2-40B4-BE49-F238E27FC236}">
                <a16:creationId xmlns:a16="http://schemas.microsoft.com/office/drawing/2014/main" id="{941C1402-FC2A-870A-594A-D946B483C3D5}"/>
              </a:ext>
            </a:extLst>
          </p:cNvPr>
          <p:cNvSpPr>
            <a:spLocks noGrp="1"/>
          </p:cNvSpPr>
          <p:nvPr>
            <p:ph type="sldNum" sz="quarter" idx="5"/>
          </p:nvPr>
        </p:nvSpPr>
        <p:spPr/>
        <p:txBody>
          <a:bodyPr/>
          <a:lstStyle/>
          <a:p>
            <a:fld id="{F317C7DD-FA44-4AAC-AD64-73983556F2EF}" type="slidenum">
              <a:rPr lang="en-US" smtClean="0"/>
              <a:t>2</a:t>
            </a:fld>
            <a:endParaRPr lang="en-US"/>
          </a:p>
        </p:txBody>
      </p:sp>
    </p:spTree>
    <p:extLst>
      <p:ext uri="{BB962C8B-B14F-4D97-AF65-F5344CB8AC3E}">
        <p14:creationId xmlns:p14="http://schemas.microsoft.com/office/powerpoint/2010/main" val="440063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4BA2E-E6C0-A211-B6B8-E9F77BA8C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ADC2-5C8F-0DD6-5517-12004885A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E4BA-140C-C9B4-BA7E-56CAC2D223F3}"/>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7EE12471-BE46-1E8F-48B0-0D3370325140}"/>
              </a:ext>
            </a:extLst>
          </p:cNvPr>
          <p:cNvSpPr>
            <a:spLocks noGrp="1"/>
          </p:cNvSpPr>
          <p:nvPr>
            <p:ph type="sldNum" sz="quarter" idx="5"/>
          </p:nvPr>
        </p:nvSpPr>
        <p:spPr/>
        <p:txBody>
          <a:bodyPr/>
          <a:lstStyle/>
          <a:p>
            <a:fld id="{F317C7DD-FA44-4AAC-AD64-73983556F2EF}" type="slidenum">
              <a:rPr lang="en-US" smtClean="0"/>
              <a:t>3</a:t>
            </a:fld>
            <a:endParaRPr lang="en-US"/>
          </a:p>
        </p:txBody>
      </p:sp>
    </p:spTree>
    <p:extLst>
      <p:ext uri="{BB962C8B-B14F-4D97-AF65-F5344CB8AC3E}">
        <p14:creationId xmlns:p14="http://schemas.microsoft.com/office/powerpoint/2010/main" val="10769101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4BA2E-E6C0-A211-B6B8-E9F77BA8C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ADC2-5C8F-0DD6-5517-12004885A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E4BA-140C-C9B4-BA7E-56CAC2D223F3}"/>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7EE12471-BE46-1E8F-48B0-0D3370325140}"/>
              </a:ext>
            </a:extLst>
          </p:cNvPr>
          <p:cNvSpPr>
            <a:spLocks noGrp="1"/>
          </p:cNvSpPr>
          <p:nvPr>
            <p:ph type="sldNum" sz="quarter" idx="5"/>
          </p:nvPr>
        </p:nvSpPr>
        <p:spPr/>
        <p:txBody>
          <a:bodyPr/>
          <a:lstStyle/>
          <a:p>
            <a:fld id="{F317C7DD-FA44-4AAC-AD64-73983556F2EF}" type="slidenum">
              <a:rPr lang="en-US" smtClean="0"/>
              <a:t>4</a:t>
            </a:fld>
            <a:endParaRPr lang="en-US"/>
          </a:p>
        </p:txBody>
      </p:sp>
    </p:spTree>
    <p:extLst>
      <p:ext uri="{BB962C8B-B14F-4D97-AF65-F5344CB8AC3E}">
        <p14:creationId xmlns:p14="http://schemas.microsoft.com/office/powerpoint/2010/main" val="1553341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4BA2E-E6C0-A211-B6B8-E9F77BA8C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ADC2-5C8F-0DD6-5517-12004885A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E4BA-140C-C9B4-BA7E-56CAC2D223F3}"/>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7EE12471-BE46-1E8F-48B0-0D3370325140}"/>
              </a:ext>
            </a:extLst>
          </p:cNvPr>
          <p:cNvSpPr>
            <a:spLocks noGrp="1"/>
          </p:cNvSpPr>
          <p:nvPr>
            <p:ph type="sldNum" sz="quarter" idx="5"/>
          </p:nvPr>
        </p:nvSpPr>
        <p:spPr/>
        <p:txBody>
          <a:bodyPr/>
          <a:lstStyle/>
          <a:p>
            <a:fld id="{F317C7DD-FA44-4AAC-AD64-73983556F2EF}" type="slidenum">
              <a:rPr lang="en-US" smtClean="0"/>
              <a:t>5</a:t>
            </a:fld>
            <a:endParaRPr lang="en-US"/>
          </a:p>
        </p:txBody>
      </p:sp>
    </p:spTree>
    <p:extLst>
      <p:ext uri="{BB962C8B-B14F-4D97-AF65-F5344CB8AC3E}">
        <p14:creationId xmlns:p14="http://schemas.microsoft.com/office/powerpoint/2010/main" val="2430039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3006-7BC9-CBE5-5064-9B1420368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645FA-FFB3-6030-1E47-4F86FEE21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E901F-C282-F467-8376-1202E867B918}"/>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29567EF4-CE2E-134B-1339-0F0D3F713FE0}"/>
              </a:ext>
            </a:extLst>
          </p:cNvPr>
          <p:cNvSpPr>
            <a:spLocks noGrp="1"/>
          </p:cNvSpPr>
          <p:nvPr>
            <p:ph type="sldNum" sz="quarter" idx="5"/>
          </p:nvPr>
        </p:nvSpPr>
        <p:spPr/>
        <p:txBody>
          <a:bodyPr/>
          <a:lstStyle/>
          <a:p>
            <a:fld id="{F317C7DD-FA44-4AAC-AD64-73983556F2EF}" type="slidenum">
              <a:rPr lang="en-US" smtClean="0"/>
              <a:t>6</a:t>
            </a:fld>
            <a:endParaRPr lang="en-US"/>
          </a:p>
        </p:txBody>
      </p:sp>
    </p:spTree>
    <p:extLst>
      <p:ext uri="{BB962C8B-B14F-4D97-AF65-F5344CB8AC3E}">
        <p14:creationId xmlns:p14="http://schemas.microsoft.com/office/powerpoint/2010/main" val="374176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3006-7BC9-CBE5-5064-9B1420368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645FA-FFB3-6030-1E47-4F86FEE21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E901F-C282-F467-8376-1202E867B918}"/>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29567EF4-CE2E-134B-1339-0F0D3F713FE0}"/>
              </a:ext>
            </a:extLst>
          </p:cNvPr>
          <p:cNvSpPr>
            <a:spLocks noGrp="1"/>
          </p:cNvSpPr>
          <p:nvPr>
            <p:ph type="sldNum" sz="quarter" idx="5"/>
          </p:nvPr>
        </p:nvSpPr>
        <p:spPr/>
        <p:txBody>
          <a:bodyPr/>
          <a:lstStyle/>
          <a:p>
            <a:fld id="{F317C7DD-FA44-4AAC-AD64-73983556F2EF}" type="slidenum">
              <a:rPr lang="en-US" smtClean="0"/>
              <a:t>7</a:t>
            </a:fld>
            <a:endParaRPr lang="en-US"/>
          </a:p>
        </p:txBody>
      </p:sp>
    </p:spTree>
    <p:extLst>
      <p:ext uri="{BB962C8B-B14F-4D97-AF65-F5344CB8AC3E}">
        <p14:creationId xmlns:p14="http://schemas.microsoft.com/office/powerpoint/2010/main" val="37386228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3006-7BC9-CBE5-5064-9B1420368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645FA-FFB3-6030-1E47-4F86FEE21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E901F-C282-F467-8376-1202E867B918}"/>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29567EF4-CE2E-134B-1339-0F0D3F713FE0}"/>
              </a:ext>
            </a:extLst>
          </p:cNvPr>
          <p:cNvSpPr>
            <a:spLocks noGrp="1"/>
          </p:cNvSpPr>
          <p:nvPr>
            <p:ph type="sldNum" sz="quarter" idx="5"/>
          </p:nvPr>
        </p:nvSpPr>
        <p:spPr/>
        <p:txBody>
          <a:bodyPr/>
          <a:lstStyle/>
          <a:p>
            <a:fld id="{F317C7DD-FA44-4AAC-AD64-73983556F2EF}" type="slidenum">
              <a:rPr lang="en-US" smtClean="0"/>
              <a:t>8</a:t>
            </a:fld>
            <a:endParaRPr lang="en-US"/>
          </a:p>
        </p:txBody>
      </p:sp>
    </p:spTree>
    <p:extLst>
      <p:ext uri="{BB962C8B-B14F-4D97-AF65-F5344CB8AC3E}">
        <p14:creationId xmlns:p14="http://schemas.microsoft.com/office/powerpoint/2010/main" val="2798983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3006-7BC9-CBE5-5064-9B1420368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645FA-FFB3-6030-1E47-4F86FEE21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E901F-C282-F467-8376-1202E867B918}"/>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29567EF4-CE2E-134B-1339-0F0D3F713FE0}"/>
              </a:ext>
            </a:extLst>
          </p:cNvPr>
          <p:cNvSpPr>
            <a:spLocks noGrp="1"/>
          </p:cNvSpPr>
          <p:nvPr>
            <p:ph type="sldNum" sz="quarter" idx="5"/>
          </p:nvPr>
        </p:nvSpPr>
        <p:spPr/>
        <p:txBody>
          <a:bodyPr/>
          <a:lstStyle/>
          <a:p>
            <a:fld id="{F317C7DD-FA44-4AAC-AD64-73983556F2EF}" type="slidenum">
              <a:rPr lang="en-US" smtClean="0"/>
              <a:t>9</a:t>
            </a:fld>
            <a:endParaRPr lang="en-US"/>
          </a:p>
        </p:txBody>
      </p:sp>
    </p:spTree>
    <p:extLst>
      <p:ext uri="{BB962C8B-B14F-4D97-AF65-F5344CB8AC3E}">
        <p14:creationId xmlns:p14="http://schemas.microsoft.com/office/powerpoint/2010/main" val="162807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4AFAA-BBD3-B8FF-B6D3-C7843D053B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8C3276-FB5F-CC50-C27F-8BF9D09AF3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8E14F4-C5D6-6DFC-8976-356FD1C190A6}"/>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BC9B171B-85F5-8D0E-024B-9C11FBDA1A00}"/>
              </a:ext>
            </a:extLst>
          </p:cNvPr>
          <p:cNvSpPr>
            <a:spLocks noGrp="1"/>
          </p:cNvSpPr>
          <p:nvPr>
            <p:ph type="sldNum" sz="quarter" idx="5"/>
          </p:nvPr>
        </p:nvSpPr>
        <p:spPr/>
        <p:txBody>
          <a:bodyPr/>
          <a:lstStyle/>
          <a:p>
            <a:fld id="{F317C7DD-FA44-4AAC-AD64-73983556F2EF}" type="slidenum">
              <a:rPr lang="en-US" smtClean="0"/>
              <a:t>10</a:t>
            </a:fld>
            <a:endParaRPr lang="en-US"/>
          </a:p>
        </p:txBody>
      </p:sp>
    </p:spTree>
    <p:extLst>
      <p:ext uri="{BB962C8B-B14F-4D97-AF65-F5344CB8AC3E}">
        <p14:creationId xmlns:p14="http://schemas.microsoft.com/office/powerpoint/2010/main" val="26043316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BDF49-5656-57D7-5C86-F337C82239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BF0CAE-91ED-713C-2A5C-842D3AB150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84879F-55F5-5076-982B-01B63892D402}"/>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C7B20305-744E-DB38-D117-4A9F4CE947AF}"/>
              </a:ext>
            </a:extLst>
          </p:cNvPr>
          <p:cNvSpPr>
            <a:spLocks noGrp="1"/>
          </p:cNvSpPr>
          <p:nvPr>
            <p:ph type="sldNum" sz="quarter" idx="5"/>
          </p:nvPr>
        </p:nvSpPr>
        <p:spPr/>
        <p:txBody>
          <a:bodyPr/>
          <a:lstStyle/>
          <a:p>
            <a:fld id="{F317C7DD-FA44-4AAC-AD64-73983556F2EF}" type="slidenum">
              <a:rPr lang="en-US" smtClean="0"/>
              <a:t>11</a:t>
            </a:fld>
            <a:endParaRPr lang="en-US"/>
          </a:p>
        </p:txBody>
      </p:sp>
    </p:spTree>
    <p:extLst>
      <p:ext uri="{BB962C8B-B14F-4D97-AF65-F5344CB8AC3E}">
        <p14:creationId xmlns:p14="http://schemas.microsoft.com/office/powerpoint/2010/main" val="16511241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3006-7BC9-CBE5-5064-9B1420368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645FA-FFB3-6030-1E47-4F86FEE21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E901F-C282-F467-8376-1202E867B918}"/>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29567EF4-CE2E-134B-1339-0F0D3F713FE0}"/>
              </a:ext>
            </a:extLst>
          </p:cNvPr>
          <p:cNvSpPr>
            <a:spLocks noGrp="1"/>
          </p:cNvSpPr>
          <p:nvPr>
            <p:ph type="sldNum" sz="quarter" idx="5"/>
          </p:nvPr>
        </p:nvSpPr>
        <p:spPr/>
        <p:txBody>
          <a:bodyPr/>
          <a:lstStyle/>
          <a:p>
            <a:fld id="{F317C7DD-FA44-4AAC-AD64-73983556F2EF}" type="slidenum">
              <a:rPr lang="en-US" smtClean="0"/>
              <a:t>12</a:t>
            </a:fld>
            <a:endParaRPr lang="en-US"/>
          </a:p>
        </p:txBody>
      </p:sp>
    </p:spTree>
    <p:extLst>
      <p:ext uri="{BB962C8B-B14F-4D97-AF65-F5344CB8AC3E}">
        <p14:creationId xmlns:p14="http://schemas.microsoft.com/office/powerpoint/2010/main" val="20695626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3006-7BC9-CBE5-5064-9B1420368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645FA-FFB3-6030-1E47-4F86FEE21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E901F-C282-F467-8376-1202E867B918}"/>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29567EF4-CE2E-134B-1339-0F0D3F713FE0}"/>
              </a:ext>
            </a:extLst>
          </p:cNvPr>
          <p:cNvSpPr>
            <a:spLocks noGrp="1"/>
          </p:cNvSpPr>
          <p:nvPr>
            <p:ph type="sldNum" sz="quarter" idx="5"/>
          </p:nvPr>
        </p:nvSpPr>
        <p:spPr/>
        <p:txBody>
          <a:bodyPr/>
          <a:lstStyle/>
          <a:p>
            <a:fld id="{F317C7DD-FA44-4AAC-AD64-73983556F2EF}" type="slidenum">
              <a:rPr lang="en-US" smtClean="0"/>
              <a:t>13</a:t>
            </a:fld>
            <a:endParaRPr lang="en-US"/>
          </a:p>
        </p:txBody>
      </p:sp>
    </p:spTree>
    <p:extLst>
      <p:ext uri="{BB962C8B-B14F-4D97-AF65-F5344CB8AC3E}">
        <p14:creationId xmlns:p14="http://schemas.microsoft.com/office/powerpoint/2010/main" val="2689683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3006-7BC9-CBE5-5064-9B1420368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645FA-FFB3-6030-1E47-4F86FEE21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E901F-C282-F467-8376-1202E867B918}"/>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29567EF4-CE2E-134B-1339-0F0D3F713FE0}"/>
              </a:ext>
            </a:extLst>
          </p:cNvPr>
          <p:cNvSpPr>
            <a:spLocks noGrp="1"/>
          </p:cNvSpPr>
          <p:nvPr>
            <p:ph type="sldNum" sz="quarter" idx="5"/>
          </p:nvPr>
        </p:nvSpPr>
        <p:spPr/>
        <p:txBody>
          <a:bodyPr/>
          <a:lstStyle/>
          <a:p>
            <a:fld id="{F317C7DD-FA44-4AAC-AD64-73983556F2EF}" type="slidenum">
              <a:rPr lang="en-US" smtClean="0"/>
              <a:t>14</a:t>
            </a:fld>
            <a:endParaRPr lang="en-US"/>
          </a:p>
        </p:txBody>
      </p:sp>
    </p:spTree>
    <p:extLst>
      <p:ext uri="{BB962C8B-B14F-4D97-AF65-F5344CB8AC3E}">
        <p14:creationId xmlns:p14="http://schemas.microsoft.com/office/powerpoint/2010/main" val="31261310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3006-7BC9-CBE5-5064-9B1420368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645FA-FFB3-6030-1E47-4F86FEE21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E901F-C282-F467-8376-1202E867B918}"/>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29567EF4-CE2E-134B-1339-0F0D3F713FE0}"/>
              </a:ext>
            </a:extLst>
          </p:cNvPr>
          <p:cNvSpPr>
            <a:spLocks noGrp="1"/>
          </p:cNvSpPr>
          <p:nvPr>
            <p:ph type="sldNum" sz="quarter" idx="5"/>
          </p:nvPr>
        </p:nvSpPr>
        <p:spPr/>
        <p:txBody>
          <a:bodyPr/>
          <a:lstStyle/>
          <a:p>
            <a:fld id="{F317C7DD-FA44-4AAC-AD64-73983556F2EF}" type="slidenum">
              <a:rPr lang="en-US" smtClean="0"/>
              <a:t>15</a:t>
            </a:fld>
            <a:endParaRPr lang="en-US"/>
          </a:p>
        </p:txBody>
      </p:sp>
    </p:spTree>
    <p:extLst>
      <p:ext uri="{BB962C8B-B14F-4D97-AF65-F5344CB8AC3E}">
        <p14:creationId xmlns:p14="http://schemas.microsoft.com/office/powerpoint/2010/main" val="28418151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3006-7BC9-CBE5-5064-9B1420368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645FA-FFB3-6030-1E47-4F86FEE21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E901F-C282-F467-8376-1202E867B918}"/>
              </a:ext>
            </a:extLst>
          </p:cNvPr>
          <p:cNvSpPr>
            <a:spLocks noGrp="1"/>
          </p:cNvSpPr>
          <p:nvPr>
            <p:ph type="body" idx="1"/>
          </p:nvPr>
        </p:nvSpPr>
        <p:spPr/>
        <p:txBody>
          <a:bodyPr/>
          <a:lstStyle/>
          <a:p>
            <a:r>
              <a:rPr lang="en-US" sz="1200" dirty="0">
                <a:latin typeface="Cambria Math" panose="02040503050406030204" pitchFamily="18" charset="0"/>
                <a:cs typeface="Arial" panose="020B0604020202020204" pitchFamily="34" charset="0"/>
              </a:rPr>
              <a:t>Dominant salt – Are there additional experiments that we want to run that conform to these different limits in which one of the ions is a trace. </a:t>
            </a:r>
          </a:p>
        </p:txBody>
      </p:sp>
      <p:sp>
        <p:nvSpPr>
          <p:cNvPr id="4" name="Slide Number Placeholder 3">
            <a:extLst>
              <a:ext uri="{FF2B5EF4-FFF2-40B4-BE49-F238E27FC236}">
                <a16:creationId xmlns:a16="http://schemas.microsoft.com/office/drawing/2014/main" id="{29567EF4-CE2E-134B-1339-0F0D3F713FE0}"/>
              </a:ext>
            </a:extLst>
          </p:cNvPr>
          <p:cNvSpPr>
            <a:spLocks noGrp="1"/>
          </p:cNvSpPr>
          <p:nvPr>
            <p:ph type="sldNum" sz="quarter" idx="5"/>
          </p:nvPr>
        </p:nvSpPr>
        <p:spPr/>
        <p:txBody>
          <a:bodyPr/>
          <a:lstStyle/>
          <a:p>
            <a:fld id="{F317C7DD-FA44-4AAC-AD64-73983556F2EF}" type="slidenum">
              <a:rPr lang="en-US" smtClean="0"/>
              <a:t>16</a:t>
            </a:fld>
            <a:endParaRPr lang="en-US"/>
          </a:p>
        </p:txBody>
      </p:sp>
    </p:spTree>
    <p:extLst>
      <p:ext uri="{BB962C8B-B14F-4D97-AF65-F5344CB8AC3E}">
        <p14:creationId xmlns:p14="http://schemas.microsoft.com/office/powerpoint/2010/main" val="4636314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3006-7BC9-CBE5-5064-9B1420368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645FA-FFB3-6030-1E47-4F86FEE21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E901F-C282-F467-8376-1202E867B918}"/>
              </a:ext>
            </a:extLst>
          </p:cNvPr>
          <p:cNvSpPr>
            <a:spLocks noGrp="1"/>
          </p:cNvSpPr>
          <p:nvPr>
            <p:ph type="body" idx="1"/>
          </p:nvPr>
        </p:nvSpPr>
        <p:spPr/>
        <p:txBody>
          <a:bodyPr/>
          <a:lstStyle/>
          <a:p>
            <a:r>
              <a:rPr lang="en-US" sz="1200" dirty="0">
                <a:latin typeface="Cambria Math" panose="02040503050406030204" pitchFamily="18" charset="0"/>
                <a:cs typeface="Arial" panose="020B0604020202020204" pitchFamily="34" charset="0"/>
              </a:rPr>
              <a:t>Dominant salt – Are there additional experiments that we want to run that conform to these different limits in which one of the ions is a trace. </a:t>
            </a:r>
          </a:p>
        </p:txBody>
      </p:sp>
      <p:sp>
        <p:nvSpPr>
          <p:cNvPr id="4" name="Slide Number Placeholder 3">
            <a:extLst>
              <a:ext uri="{FF2B5EF4-FFF2-40B4-BE49-F238E27FC236}">
                <a16:creationId xmlns:a16="http://schemas.microsoft.com/office/drawing/2014/main" id="{29567EF4-CE2E-134B-1339-0F0D3F713FE0}"/>
              </a:ext>
            </a:extLst>
          </p:cNvPr>
          <p:cNvSpPr>
            <a:spLocks noGrp="1"/>
          </p:cNvSpPr>
          <p:nvPr>
            <p:ph type="sldNum" sz="quarter" idx="5"/>
          </p:nvPr>
        </p:nvSpPr>
        <p:spPr/>
        <p:txBody>
          <a:bodyPr/>
          <a:lstStyle/>
          <a:p>
            <a:fld id="{F317C7DD-FA44-4AAC-AD64-73983556F2EF}" type="slidenum">
              <a:rPr lang="en-US" smtClean="0"/>
              <a:t>17</a:t>
            </a:fld>
            <a:endParaRPr lang="en-US"/>
          </a:p>
        </p:txBody>
      </p:sp>
    </p:spTree>
    <p:extLst>
      <p:ext uri="{BB962C8B-B14F-4D97-AF65-F5344CB8AC3E}">
        <p14:creationId xmlns:p14="http://schemas.microsoft.com/office/powerpoint/2010/main" val="4537674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3006-7BC9-CBE5-5064-9B1420368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645FA-FFB3-6030-1E47-4F86FEE21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E901F-C282-F467-8376-1202E867B918}"/>
              </a:ext>
            </a:extLst>
          </p:cNvPr>
          <p:cNvSpPr>
            <a:spLocks noGrp="1"/>
          </p:cNvSpPr>
          <p:nvPr>
            <p:ph type="body" idx="1"/>
          </p:nvPr>
        </p:nvSpPr>
        <p:spPr/>
        <p:txBody>
          <a:bodyPr/>
          <a:lstStyle/>
          <a:p>
            <a:r>
              <a:rPr lang="en-US" sz="1200" dirty="0">
                <a:latin typeface="Cambria Math" panose="02040503050406030204" pitchFamily="18" charset="0"/>
                <a:cs typeface="Arial" panose="020B0604020202020204" pitchFamily="34" charset="0"/>
              </a:rPr>
              <a:t>Dominant salt – Are there additional experiments that we want to run that conform to these different limits in which one of the ions is a trace. </a:t>
            </a:r>
          </a:p>
        </p:txBody>
      </p:sp>
      <p:sp>
        <p:nvSpPr>
          <p:cNvPr id="4" name="Slide Number Placeholder 3">
            <a:extLst>
              <a:ext uri="{FF2B5EF4-FFF2-40B4-BE49-F238E27FC236}">
                <a16:creationId xmlns:a16="http://schemas.microsoft.com/office/drawing/2014/main" id="{29567EF4-CE2E-134B-1339-0F0D3F713FE0}"/>
              </a:ext>
            </a:extLst>
          </p:cNvPr>
          <p:cNvSpPr>
            <a:spLocks noGrp="1"/>
          </p:cNvSpPr>
          <p:nvPr>
            <p:ph type="sldNum" sz="quarter" idx="5"/>
          </p:nvPr>
        </p:nvSpPr>
        <p:spPr/>
        <p:txBody>
          <a:bodyPr/>
          <a:lstStyle/>
          <a:p>
            <a:fld id="{F317C7DD-FA44-4AAC-AD64-73983556F2EF}" type="slidenum">
              <a:rPr lang="en-US" smtClean="0"/>
              <a:t>18</a:t>
            </a:fld>
            <a:endParaRPr lang="en-US"/>
          </a:p>
        </p:txBody>
      </p:sp>
    </p:spTree>
    <p:extLst>
      <p:ext uri="{BB962C8B-B14F-4D97-AF65-F5344CB8AC3E}">
        <p14:creationId xmlns:p14="http://schemas.microsoft.com/office/powerpoint/2010/main" val="35397881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4BA2E-E6C0-A211-B6B8-E9F77BA8C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ADC2-5C8F-0DD6-5517-12004885A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FE4BA-140C-C9B4-BA7E-56CAC2D223F3}"/>
              </a:ext>
            </a:extLst>
          </p:cNvPr>
          <p:cNvSpPr>
            <a:spLocks noGrp="1"/>
          </p:cNvSpPr>
          <p:nvPr>
            <p:ph type="body" idx="1"/>
          </p:nvPr>
        </p:nvSpPr>
        <p:spPr/>
        <p:txBody>
          <a:bodyPr/>
          <a:lstStyle/>
          <a:p>
            <a:endParaRPr lang="en-US" sz="1200" dirty="0">
              <a:latin typeface="Cambria Math"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7EE12471-BE46-1E8F-48B0-0D3370325140}"/>
              </a:ext>
            </a:extLst>
          </p:cNvPr>
          <p:cNvSpPr>
            <a:spLocks noGrp="1"/>
          </p:cNvSpPr>
          <p:nvPr>
            <p:ph type="sldNum" sz="quarter" idx="5"/>
          </p:nvPr>
        </p:nvSpPr>
        <p:spPr/>
        <p:txBody>
          <a:bodyPr/>
          <a:lstStyle/>
          <a:p>
            <a:fld id="{F317C7DD-FA44-4AAC-AD64-73983556F2EF}" type="slidenum">
              <a:rPr lang="en-US" smtClean="0"/>
              <a:t>19</a:t>
            </a:fld>
            <a:endParaRPr lang="en-US"/>
          </a:p>
        </p:txBody>
      </p:sp>
    </p:spTree>
    <p:extLst>
      <p:ext uri="{BB962C8B-B14F-4D97-AF65-F5344CB8AC3E}">
        <p14:creationId xmlns:p14="http://schemas.microsoft.com/office/powerpoint/2010/main" val="25766014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8B405-536C-463C-B330-FB9B091EA4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D4FE08-CE3B-43AC-881D-7529D4B560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13598C-097C-40EA-9A3D-FCB0CFA90A66}"/>
              </a:ext>
            </a:extLst>
          </p:cNvPr>
          <p:cNvSpPr>
            <a:spLocks noGrp="1"/>
          </p:cNvSpPr>
          <p:nvPr>
            <p:ph type="dt" sz="half" idx="10"/>
          </p:nvPr>
        </p:nvSpPr>
        <p:spPr/>
        <p:txBody>
          <a:bodyPr/>
          <a:lstStyle/>
          <a:p>
            <a:fld id="{B9A338F4-DD35-4498-B7BB-352DF508B298}" type="datetime1">
              <a:rPr lang="en-US" smtClean="0"/>
              <a:t>1/16/2025</a:t>
            </a:fld>
            <a:endParaRPr lang="en-US"/>
          </a:p>
        </p:txBody>
      </p:sp>
      <p:sp>
        <p:nvSpPr>
          <p:cNvPr id="5" name="Footer Placeholder 4">
            <a:extLst>
              <a:ext uri="{FF2B5EF4-FFF2-40B4-BE49-F238E27FC236}">
                <a16:creationId xmlns:a16="http://schemas.microsoft.com/office/drawing/2014/main" id="{A7BB069F-E937-4583-8169-A70F89CA0702}"/>
              </a:ext>
            </a:extLst>
          </p:cNvPr>
          <p:cNvSpPr>
            <a:spLocks noGrp="1"/>
          </p:cNvSpPr>
          <p:nvPr>
            <p:ph type="ftr" sz="quarter" idx="11"/>
          </p:nvPr>
        </p:nvSpPr>
        <p:spPr/>
        <p:txBody>
          <a:bodyPr/>
          <a:lstStyle/>
          <a:p>
            <a:r>
              <a:rPr lang="en-US"/>
              <a:t>Background | Research Objectives | Preliminary Results | Future Work</a:t>
            </a:r>
          </a:p>
        </p:txBody>
      </p:sp>
      <p:sp>
        <p:nvSpPr>
          <p:cNvPr id="6" name="Slide Number Placeholder 5">
            <a:extLst>
              <a:ext uri="{FF2B5EF4-FFF2-40B4-BE49-F238E27FC236}">
                <a16:creationId xmlns:a16="http://schemas.microsoft.com/office/drawing/2014/main" id="{722826A5-054C-4F79-8BFC-5BFBC0D68B64}"/>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2852689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1700C-72FD-48DA-B560-B3723819D5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D279FD-488D-4B07-A7EE-C8CFB8AAF5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C0AF8E-2C4A-409E-B1F3-453E5B9DEE3D}"/>
              </a:ext>
            </a:extLst>
          </p:cNvPr>
          <p:cNvSpPr>
            <a:spLocks noGrp="1"/>
          </p:cNvSpPr>
          <p:nvPr>
            <p:ph type="dt" sz="half" idx="10"/>
          </p:nvPr>
        </p:nvSpPr>
        <p:spPr/>
        <p:txBody>
          <a:bodyPr/>
          <a:lstStyle/>
          <a:p>
            <a:fld id="{A2708AD7-9E2D-498D-A2F6-336374926C8D}" type="datetime1">
              <a:rPr lang="en-US" smtClean="0"/>
              <a:t>1/16/2025</a:t>
            </a:fld>
            <a:endParaRPr lang="en-US"/>
          </a:p>
        </p:txBody>
      </p:sp>
      <p:sp>
        <p:nvSpPr>
          <p:cNvPr id="5" name="Footer Placeholder 4">
            <a:extLst>
              <a:ext uri="{FF2B5EF4-FFF2-40B4-BE49-F238E27FC236}">
                <a16:creationId xmlns:a16="http://schemas.microsoft.com/office/drawing/2014/main" id="{81F89C10-C02E-4B1F-B767-B2FEC057DA31}"/>
              </a:ext>
            </a:extLst>
          </p:cNvPr>
          <p:cNvSpPr>
            <a:spLocks noGrp="1"/>
          </p:cNvSpPr>
          <p:nvPr>
            <p:ph type="ftr" sz="quarter" idx="11"/>
          </p:nvPr>
        </p:nvSpPr>
        <p:spPr/>
        <p:txBody>
          <a:bodyPr/>
          <a:lstStyle/>
          <a:p>
            <a:r>
              <a:rPr lang="en-US"/>
              <a:t>Background | Research Objectives | Preliminary Results | Future Work</a:t>
            </a:r>
          </a:p>
        </p:txBody>
      </p:sp>
      <p:sp>
        <p:nvSpPr>
          <p:cNvPr id="6" name="Slide Number Placeholder 5">
            <a:extLst>
              <a:ext uri="{FF2B5EF4-FFF2-40B4-BE49-F238E27FC236}">
                <a16:creationId xmlns:a16="http://schemas.microsoft.com/office/drawing/2014/main" id="{86DD473B-A99A-41BD-9E27-67890561F7B6}"/>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1344878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4EDB6-7846-40D1-9908-AE142B2327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B7804F-5D40-4DC3-B7A1-7BF693A6F1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4C547D-0CF5-48AA-9BAB-EDA8C0608FCC}"/>
              </a:ext>
            </a:extLst>
          </p:cNvPr>
          <p:cNvSpPr>
            <a:spLocks noGrp="1"/>
          </p:cNvSpPr>
          <p:nvPr>
            <p:ph type="dt" sz="half" idx="10"/>
          </p:nvPr>
        </p:nvSpPr>
        <p:spPr/>
        <p:txBody>
          <a:bodyPr/>
          <a:lstStyle/>
          <a:p>
            <a:fld id="{86839866-0A34-4501-A045-E8741A9799CF}" type="datetime1">
              <a:rPr lang="en-US" smtClean="0"/>
              <a:t>1/16/2025</a:t>
            </a:fld>
            <a:endParaRPr lang="en-US"/>
          </a:p>
        </p:txBody>
      </p:sp>
      <p:sp>
        <p:nvSpPr>
          <p:cNvPr id="5" name="Footer Placeholder 4">
            <a:extLst>
              <a:ext uri="{FF2B5EF4-FFF2-40B4-BE49-F238E27FC236}">
                <a16:creationId xmlns:a16="http://schemas.microsoft.com/office/drawing/2014/main" id="{3023BA10-0A81-4E23-9B21-3BA856E7F074}"/>
              </a:ext>
            </a:extLst>
          </p:cNvPr>
          <p:cNvSpPr>
            <a:spLocks noGrp="1"/>
          </p:cNvSpPr>
          <p:nvPr>
            <p:ph type="ftr" sz="quarter" idx="11"/>
          </p:nvPr>
        </p:nvSpPr>
        <p:spPr/>
        <p:txBody>
          <a:bodyPr/>
          <a:lstStyle/>
          <a:p>
            <a:r>
              <a:rPr lang="en-US"/>
              <a:t>Background | Research Objectives | Preliminary Results | Future Work</a:t>
            </a:r>
          </a:p>
        </p:txBody>
      </p:sp>
      <p:sp>
        <p:nvSpPr>
          <p:cNvPr id="6" name="Slide Number Placeholder 5">
            <a:extLst>
              <a:ext uri="{FF2B5EF4-FFF2-40B4-BE49-F238E27FC236}">
                <a16:creationId xmlns:a16="http://schemas.microsoft.com/office/drawing/2014/main" id="{0D20AB30-1AE3-416C-913A-8ADABEFE1603}"/>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78788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6551A-CCCC-4D7F-92BE-B64B320584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C7CBE7-A107-43A5-9FC6-F8BD2D1C8F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B1F6B0-EB61-4854-B01C-717B8E3ADF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3CE46F-C997-45BB-84C4-ADE4F99AE569}"/>
              </a:ext>
            </a:extLst>
          </p:cNvPr>
          <p:cNvSpPr>
            <a:spLocks noGrp="1"/>
          </p:cNvSpPr>
          <p:nvPr>
            <p:ph type="dt" sz="half" idx="10"/>
          </p:nvPr>
        </p:nvSpPr>
        <p:spPr/>
        <p:txBody>
          <a:bodyPr/>
          <a:lstStyle/>
          <a:p>
            <a:fld id="{32BD55FB-9D8B-4F31-9C42-5D17D4A59442}" type="datetime1">
              <a:rPr lang="en-US" smtClean="0"/>
              <a:t>1/16/2025</a:t>
            </a:fld>
            <a:endParaRPr lang="en-US"/>
          </a:p>
        </p:txBody>
      </p:sp>
      <p:sp>
        <p:nvSpPr>
          <p:cNvPr id="6" name="Footer Placeholder 5">
            <a:extLst>
              <a:ext uri="{FF2B5EF4-FFF2-40B4-BE49-F238E27FC236}">
                <a16:creationId xmlns:a16="http://schemas.microsoft.com/office/drawing/2014/main" id="{0011D414-8201-4C32-BEB1-7943238C146F}"/>
              </a:ext>
            </a:extLst>
          </p:cNvPr>
          <p:cNvSpPr>
            <a:spLocks noGrp="1"/>
          </p:cNvSpPr>
          <p:nvPr>
            <p:ph type="ftr" sz="quarter" idx="11"/>
          </p:nvPr>
        </p:nvSpPr>
        <p:spPr/>
        <p:txBody>
          <a:bodyPr/>
          <a:lstStyle/>
          <a:p>
            <a:r>
              <a:rPr lang="en-US"/>
              <a:t>Background | Research Objectives | Preliminary Results | Future Work</a:t>
            </a:r>
          </a:p>
        </p:txBody>
      </p:sp>
      <p:sp>
        <p:nvSpPr>
          <p:cNvPr id="7" name="Slide Number Placeholder 6">
            <a:extLst>
              <a:ext uri="{FF2B5EF4-FFF2-40B4-BE49-F238E27FC236}">
                <a16:creationId xmlns:a16="http://schemas.microsoft.com/office/drawing/2014/main" id="{FF2B6850-AAB2-43C1-8774-722A95370BB9}"/>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896736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D5349-ED1F-413C-AFFB-E712763338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480413-0B66-423E-9362-4868BE55CA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42E36A-00A4-4F53-AA97-D813F10B50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2A55C15-8A19-4295-B8C4-F782F004EA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559757-B879-442D-9173-4DEF38F7B7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2C15DA-44C8-4ED3-80FE-8FC2CAF8EF1A}"/>
              </a:ext>
            </a:extLst>
          </p:cNvPr>
          <p:cNvSpPr>
            <a:spLocks noGrp="1"/>
          </p:cNvSpPr>
          <p:nvPr>
            <p:ph type="dt" sz="half" idx="10"/>
          </p:nvPr>
        </p:nvSpPr>
        <p:spPr/>
        <p:txBody>
          <a:bodyPr/>
          <a:lstStyle/>
          <a:p>
            <a:fld id="{8F1EE37B-8374-4EBD-8E99-D65A34C434E5}" type="datetime1">
              <a:rPr lang="en-US" smtClean="0"/>
              <a:t>1/16/2025</a:t>
            </a:fld>
            <a:endParaRPr lang="en-US"/>
          </a:p>
        </p:txBody>
      </p:sp>
      <p:sp>
        <p:nvSpPr>
          <p:cNvPr id="8" name="Footer Placeholder 7">
            <a:extLst>
              <a:ext uri="{FF2B5EF4-FFF2-40B4-BE49-F238E27FC236}">
                <a16:creationId xmlns:a16="http://schemas.microsoft.com/office/drawing/2014/main" id="{FEE841B9-9240-4C9D-85FE-6335A7599DD5}"/>
              </a:ext>
            </a:extLst>
          </p:cNvPr>
          <p:cNvSpPr>
            <a:spLocks noGrp="1"/>
          </p:cNvSpPr>
          <p:nvPr>
            <p:ph type="ftr" sz="quarter" idx="11"/>
          </p:nvPr>
        </p:nvSpPr>
        <p:spPr/>
        <p:txBody>
          <a:bodyPr/>
          <a:lstStyle/>
          <a:p>
            <a:r>
              <a:rPr lang="en-US"/>
              <a:t>Background | Research Objectives | Preliminary Results | Future Work</a:t>
            </a:r>
          </a:p>
        </p:txBody>
      </p:sp>
      <p:sp>
        <p:nvSpPr>
          <p:cNvPr id="9" name="Slide Number Placeholder 8">
            <a:extLst>
              <a:ext uri="{FF2B5EF4-FFF2-40B4-BE49-F238E27FC236}">
                <a16:creationId xmlns:a16="http://schemas.microsoft.com/office/drawing/2014/main" id="{6411053B-2981-457D-A031-BDC28B73F44C}"/>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3327414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1D4FC-4810-43CA-A3E8-ECE1C67D3A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8B4C82-7674-4375-AB8C-76BA08974A81}"/>
              </a:ext>
            </a:extLst>
          </p:cNvPr>
          <p:cNvSpPr>
            <a:spLocks noGrp="1"/>
          </p:cNvSpPr>
          <p:nvPr>
            <p:ph type="dt" sz="half" idx="10"/>
          </p:nvPr>
        </p:nvSpPr>
        <p:spPr/>
        <p:txBody>
          <a:bodyPr/>
          <a:lstStyle/>
          <a:p>
            <a:fld id="{B98EA699-2B8A-416A-9BC0-A09D8459D01E}" type="datetime1">
              <a:rPr lang="en-US" smtClean="0"/>
              <a:t>1/16/2025</a:t>
            </a:fld>
            <a:endParaRPr lang="en-US"/>
          </a:p>
        </p:txBody>
      </p:sp>
      <p:sp>
        <p:nvSpPr>
          <p:cNvPr id="4" name="Footer Placeholder 3">
            <a:extLst>
              <a:ext uri="{FF2B5EF4-FFF2-40B4-BE49-F238E27FC236}">
                <a16:creationId xmlns:a16="http://schemas.microsoft.com/office/drawing/2014/main" id="{E33AE238-9184-4F78-8C91-95C4EB392FD1}"/>
              </a:ext>
            </a:extLst>
          </p:cNvPr>
          <p:cNvSpPr>
            <a:spLocks noGrp="1"/>
          </p:cNvSpPr>
          <p:nvPr>
            <p:ph type="ftr" sz="quarter" idx="11"/>
          </p:nvPr>
        </p:nvSpPr>
        <p:spPr/>
        <p:txBody>
          <a:bodyPr/>
          <a:lstStyle/>
          <a:p>
            <a:r>
              <a:rPr lang="en-US"/>
              <a:t>Background | Research Objectives | Preliminary Results | Future Work</a:t>
            </a:r>
          </a:p>
        </p:txBody>
      </p:sp>
      <p:sp>
        <p:nvSpPr>
          <p:cNvPr id="5" name="Slide Number Placeholder 4">
            <a:extLst>
              <a:ext uri="{FF2B5EF4-FFF2-40B4-BE49-F238E27FC236}">
                <a16:creationId xmlns:a16="http://schemas.microsoft.com/office/drawing/2014/main" id="{2D332382-B95E-4BC0-AE45-9360A91FC227}"/>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1383539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5607FF-ADA3-41DB-A6E3-1A832A4DFD2F}"/>
              </a:ext>
            </a:extLst>
          </p:cNvPr>
          <p:cNvSpPr>
            <a:spLocks noGrp="1"/>
          </p:cNvSpPr>
          <p:nvPr>
            <p:ph type="dt" sz="half" idx="10"/>
          </p:nvPr>
        </p:nvSpPr>
        <p:spPr/>
        <p:txBody>
          <a:bodyPr/>
          <a:lstStyle/>
          <a:p>
            <a:fld id="{3E4762BE-D3A0-430E-B344-BF5ECB0D8697}" type="datetime1">
              <a:rPr lang="en-US" smtClean="0"/>
              <a:t>1/16/2025</a:t>
            </a:fld>
            <a:endParaRPr lang="en-US"/>
          </a:p>
        </p:txBody>
      </p:sp>
      <p:sp>
        <p:nvSpPr>
          <p:cNvPr id="3" name="Footer Placeholder 2">
            <a:extLst>
              <a:ext uri="{FF2B5EF4-FFF2-40B4-BE49-F238E27FC236}">
                <a16:creationId xmlns:a16="http://schemas.microsoft.com/office/drawing/2014/main" id="{9DDDAE89-5659-4746-8638-4BAC289F9F95}"/>
              </a:ext>
            </a:extLst>
          </p:cNvPr>
          <p:cNvSpPr>
            <a:spLocks noGrp="1"/>
          </p:cNvSpPr>
          <p:nvPr>
            <p:ph type="ftr" sz="quarter" idx="11"/>
          </p:nvPr>
        </p:nvSpPr>
        <p:spPr/>
        <p:txBody>
          <a:bodyPr/>
          <a:lstStyle/>
          <a:p>
            <a:r>
              <a:rPr lang="en-US"/>
              <a:t>Background | Research Objectives | Preliminary Results | Future Work</a:t>
            </a:r>
          </a:p>
        </p:txBody>
      </p:sp>
      <p:sp>
        <p:nvSpPr>
          <p:cNvPr id="4" name="Slide Number Placeholder 3">
            <a:extLst>
              <a:ext uri="{FF2B5EF4-FFF2-40B4-BE49-F238E27FC236}">
                <a16:creationId xmlns:a16="http://schemas.microsoft.com/office/drawing/2014/main" id="{32F3878A-2624-490C-9280-C75B5870A83E}"/>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1428814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B903E-84C9-4588-9A81-3D172D03C1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6169F03-981B-4AF9-9317-A260E81DA6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77DF7A-E298-4F86-9FB4-F7EB591B21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861EA5-C53E-4D1D-9DA6-6980C2C87CB5}"/>
              </a:ext>
            </a:extLst>
          </p:cNvPr>
          <p:cNvSpPr>
            <a:spLocks noGrp="1"/>
          </p:cNvSpPr>
          <p:nvPr>
            <p:ph type="dt" sz="half" idx="10"/>
          </p:nvPr>
        </p:nvSpPr>
        <p:spPr/>
        <p:txBody>
          <a:bodyPr/>
          <a:lstStyle/>
          <a:p>
            <a:fld id="{2093A361-81D5-4F8F-9205-3505AF9B6183}" type="datetime1">
              <a:rPr lang="en-US" smtClean="0"/>
              <a:t>1/16/2025</a:t>
            </a:fld>
            <a:endParaRPr lang="en-US"/>
          </a:p>
        </p:txBody>
      </p:sp>
      <p:sp>
        <p:nvSpPr>
          <p:cNvPr id="6" name="Footer Placeholder 5">
            <a:extLst>
              <a:ext uri="{FF2B5EF4-FFF2-40B4-BE49-F238E27FC236}">
                <a16:creationId xmlns:a16="http://schemas.microsoft.com/office/drawing/2014/main" id="{2784D73E-4725-439B-81D9-6CC6D35F57E1}"/>
              </a:ext>
            </a:extLst>
          </p:cNvPr>
          <p:cNvSpPr>
            <a:spLocks noGrp="1"/>
          </p:cNvSpPr>
          <p:nvPr>
            <p:ph type="ftr" sz="quarter" idx="11"/>
          </p:nvPr>
        </p:nvSpPr>
        <p:spPr/>
        <p:txBody>
          <a:bodyPr/>
          <a:lstStyle/>
          <a:p>
            <a:r>
              <a:rPr lang="en-US"/>
              <a:t>Background | Research Objectives | Preliminary Results | Future Work</a:t>
            </a:r>
          </a:p>
        </p:txBody>
      </p:sp>
      <p:sp>
        <p:nvSpPr>
          <p:cNvPr id="7" name="Slide Number Placeholder 6">
            <a:extLst>
              <a:ext uri="{FF2B5EF4-FFF2-40B4-BE49-F238E27FC236}">
                <a16:creationId xmlns:a16="http://schemas.microsoft.com/office/drawing/2014/main" id="{F9253C6C-198D-4D8A-BDFE-4ABE760427E0}"/>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1589503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2864E-0BE5-4A67-AFEE-C7CBB4C102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FB15005-2D12-47F5-A223-B54CFD61ED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5B8A30-37ED-4265-90FA-050BCF0B0B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2430DB-3B48-48B2-BB27-BA118F93CA8A}"/>
              </a:ext>
            </a:extLst>
          </p:cNvPr>
          <p:cNvSpPr>
            <a:spLocks noGrp="1"/>
          </p:cNvSpPr>
          <p:nvPr>
            <p:ph type="dt" sz="half" idx="10"/>
          </p:nvPr>
        </p:nvSpPr>
        <p:spPr/>
        <p:txBody>
          <a:bodyPr/>
          <a:lstStyle/>
          <a:p>
            <a:fld id="{093778AC-498F-4EA6-B83A-E0329440060F}" type="datetime1">
              <a:rPr lang="en-US" smtClean="0"/>
              <a:t>1/16/2025</a:t>
            </a:fld>
            <a:endParaRPr lang="en-US"/>
          </a:p>
        </p:txBody>
      </p:sp>
      <p:sp>
        <p:nvSpPr>
          <p:cNvPr id="6" name="Footer Placeholder 5">
            <a:extLst>
              <a:ext uri="{FF2B5EF4-FFF2-40B4-BE49-F238E27FC236}">
                <a16:creationId xmlns:a16="http://schemas.microsoft.com/office/drawing/2014/main" id="{18D17D31-1E45-49A5-B67F-A49716BE2BF0}"/>
              </a:ext>
            </a:extLst>
          </p:cNvPr>
          <p:cNvSpPr>
            <a:spLocks noGrp="1"/>
          </p:cNvSpPr>
          <p:nvPr>
            <p:ph type="ftr" sz="quarter" idx="11"/>
          </p:nvPr>
        </p:nvSpPr>
        <p:spPr/>
        <p:txBody>
          <a:bodyPr/>
          <a:lstStyle/>
          <a:p>
            <a:r>
              <a:rPr lang="en-US"/>
              <a:t>Background | Research Objectives | Preliminary Results | Future Work</a:t>
            </a:r>
          </a:p>
        </p:txBody>
      </p:sp>
      <p:sp>
        <p:nvSpPr>
          <p:cNvPr id="7" name="Slide Number Placeholder 6">
            <a:extLst>
              <a:ext uri="{FF2B5EF4-FFF2-40B4-BE49-F238E27FC236}">
                <a16:creationId xmlns:a16="http://schemas.microsoft.com/office/drawing/2014/main" id="{FFFF03FA-D66B-416A-B875-B118A44DC109}"/>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1123823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FE3B5-EBAB-41C8-95E5-42B502EFBB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761160-4D0A-450A-AEAC-873B253832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DC1F5F-3B4A-4E5A-95CE-F2593C676C3C}"/>
              </a:ext>
            </a:extLst>
          </p:cNvPr>
          <p:cNvSpPr>
            <a:spLocks noGrp="1"/>
          </p:cNvSpPr>
          <p:nvPr>
            <p:ph type="dt" sz="half" idx="10"/>
          </p:nvPr>
        </p:nvSpPr>
        <p:spPr/>
        <p:txBody>
          <a:bodyPr/>
          <a:lstStyle/>
          <a:p>
            <a:fld id="{753E8221-79A7-4CE4-ADDD-425DA8282893}" type="datetime1">
              <a:rPr lang="en-US" smtClean="0"/>
              <a:t>1/16/2025</a:t>
            </a:fld>
            <a:endParaRPr lang="en-US"/>
          </a:p>
        </p:txBody>
      </p:sp>
      <p:sp>
        <p:nvSpPr>
          <p:cNvPr id="5" name="Footer Placeholder 4">
            <a:extLst>
              <a:ext uri="{FF2B5EF4-FFF2-40B4-BE49-F238E27FC236}">
                <a16:creationId xmlns:a16="http://schemas.microsoft.com/office/drawing/2014/main" id="{8E5F900B-8C90-4189-AD87-D568CFDE6EE2}"/>
              </a:ext>
            </a:extLst>
          </p:cNvPr>
          <p:cNvSpPr>
            <a:spLocks noGrp="1"/>
          </p:cNvSpPr>
          <p:nvPr>
            <p:ph type="ftr" sz="quarter" idx="11"/>
          </p:nvPr>
        </p:nvSpPr>
        <p:spPr/>
        <p:txBody>
          <a:bodyPr/>
          <a:lstStyle/>
          <a:p>
            <a:r>
              <a:rPr lang="en-US"/>
              <a:t>Background | Research Objectives | Preliminary Results | Future Work</a:t>
            </a:r>
          </a:p>
        </p:txBody>
      </p:sp>
      <p:sp>
        <p:nvSpPr>
          <p:cNvPr id="6" name="Slide Number Placeholder 5">
            <a:extLst>
              <a:ext uri="{FF2B5EF4-FFF2-40B4-BE49-F238E27FC236}">
                <a16:creationId xmlns:a16="http://schemas.microsoft.com/office/drawing/2014/main" id="{840E610F-7D80-449F-9593-68E38A86D818}"/>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92069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ABA965-3EB1-426A-ACD9-867C49744F7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A579F2-D994-495B-9DF9-B307718546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E13096-1CF1-4CC3-BE96-655DBB5DC801}"/>
              </a:ext>
            </a:extLst>
          </p:cNvPr>
          <p:cNvSpPr>
            <a:spLocks noGrp="1"/>
          </p:cNvSpPr>
          <p:nvPr>
            <p:ph type="dt" sz="half" idx="10"/>
          </p:nvPr>
        </p:nvSpPr>
        <p:spPr/>
        <p:txBody>
          <a:bodyPr/>
          <a:lstStyle/>
          <a:p>
            <a:fld id="{E3D62B7C-5ED1-4C75-B407-BEDAA600FF9B}" type="datetime1">
              <a:rPr lang="en-US" smtClean="0"/>
              <a:t>1/16/2025</a:t>
            </a:fld>
            <a:endParaRPr lang="en-US"/>
          </a:p>
        </p:txBody>
      </p:sp>
      <p:sp>
        <p:nvSpPr>
          <p:cNvPr id="5" name="Footer Placeholder 4">
            <a:extLst>
              <a:ext uri="{FF2B5EF4-FFF2-40B4-BE49-F238E27FC236}">
                <a16:creationId xmlns:a16="http://schemas.microsoft.com/office/drawing/2014/main" id="{8D67A3E6-6FC7-4806-8EB1-581D8EA60CAA}"/>
              </a:ext>
            </a:extLst>
          </p:cNvPr>
          <p:cNvSpPr>
            <a:spLocks noGrp="1"/>
          </p:cNvSpPr>
          <p:nvPr>
            <p:ph type="ftr" sz="quarter" idx="11"/>
          </p:nvPr>
        </p:nvSpPr>
        <p:spPr/>
        <p:txBody>
          <a:bodyPr/>
          <a:lstStyle/>
          <a:p>
            <a:r>
              <a:rPr lang="en-US"/>
              <a:t>Background | Research Objectives | Preliminary Results | Future Work</a:t>
            </a:r>
          </a:p>
        </p:txBody>
      </p:sp>
      <p:sp>
        <p:nvSpPr>
          <p:cNvPr id="6" name="Slide Number Placeholder 5">
            <a:extLst>
              <a:ext uri="{FF2B5EF4-FFF2-40B4-BE49-F238E27FC236}">
                <a16:creationId xmlns:a16="http://schemas.microsoft.com/office/drawing/2014/main" id="{72B73D38-77AD-4D0F-8BD8-1819086CA34B}"/>
              </a:ext>
            </a:extLst>
          </p:cNvPr>
          <p:cNvSpPr>
            <a:spLocks noGrp="1"/>
          </p:cNvSpPr>
          <p:nvPr>
            <p:ph type="sldNum" sz="quarter" idx="12"/>
          </p:nvPr>
        </p:nvSpPr>
        <p:spPr/>
        <p:txBody>
          <a:bodyPr/>
          <a:lstStyle/>
          <a:p>
            <a:fld id="{B789AA32-48A6-4E3B-907A-585A7BC180FF}" type="slidenum">
              <a:rPr lang="en-US" smtClean="0"/>
              <a:t>‹#›</a:t>
            </a:fld>
            <a:endParaRPr lang="en-US"/>
          </a:p>
        </p:txBody>
      </p:sp>
    </p:spTree>
    <p:extLst>
      <p:ext uri="{BB962C8B-B14F-4D97-AF65-F5344CB8AC3E}">
        <p14:creationId xmlns:p14="http://schemas.microsoft.com/office/powerpoint/2010/main" val="3707474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2DF924-4E5C-450E-ADF0-3669051BDD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CCB9E9-B4AE-494F-8748-C7E58EA28B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BA6BB-BC99-4875-A01C-3E62743D57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E9D0E1-EB42-4819-B5CB-E90382D18A4F}" type="datetime1">
              <a:rPr lang="en-US" smtClean="0"/>
              <a:t>1/16/2025</a:t>
            </a:fld>
            <a:endParaRPr lang="en-US"/>
          </a:p>
        </p:txBody>
      </p:sp>
      <p:sp>
        <p:nvSpPr>
          <p:cNvPr id="5" name="Footer Placeholder 4">
            <a:extLst>
              <a:ext uri="{FF2B5EF4-FFF2-40B4-BE49-F238E27FC236}">
                <a16:creationId xmlns:a16="http://schemas.microsoft.com/office/drawing/2014/main" id="{725A307B-1EA0-4787-ADD1-80D44AF312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Background | Research Objectives | Preliminary Results | Future Work</a:t>
            </a:r>
          </a:p>
        </p:txBody>
      </p:sp>
      <p:sp>
        <p:nvSpPr>
          <p:cNvPr id="6" name="Slide Number Placeholder 5">
            <a:extLst>
              <a:ext uri="{FF2B5EF4-FFF2-40B4-BE49-F238E27FC236}">
                <a16:creationId xmlns:a16="http://schemas.microsoft.com/office/drawing/2014/main" id="{4A39D563-B43D-4183-B24F-0F7FDBAC23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89AA32-48A6-4E3B-907A-585A7BC180FF}" type="slidenum">
              <a:rPr lang="en-US" smtClean="0"/>
              <a:t>‹#›</a:t>
            </a:fld>
            <a:endParaRPr lang="en-US"/>
          </a:p>
        </p:txBody>
      </p:sp>
    </p:spTree>
    <p:extLst>
      <p:ext uri="{BB962C8B-B14F-4D97-AF65-F5344CB8AC3E}">
        <p14:creationId xmlns:p14="http://schemas.microsoft.com/office/powerpoint/2010/main" val="2686069261"/>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hart" Target="../charts/chart8.xml"/></Relationships>
</file>

<file path=ppt/slides/_rels/slide1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4.emf"/><Relationship Id="rId4" Type="http://schemas.openxmlformats.org/officeDocument/2006/relationships/image" Target="../media/image23.emf"/></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290.png"/><Relationship Id="rId4" Type="http://schemas.openxmlformats.org/officeDocument/2006/relationships/image" Target="../media/image23.png"/><Relationship Id="rId9" Type="http://schemas.openxmlformats.org/officeDocument/2006/relationships/image" Target="../media/image26.png"/></Relationships>
</file>

<file path=ppt/slides/_rels/slide1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0.png"/><Relationship Id="rId7"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B9B724F1-7F43-5DC3-2F87-41D267CF3E9F}"/>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8AAD91F9-1AC7-9340-930B-C01B6F76E71A}"/>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Slide Number Placeholder 3">
            <a:extLst>
              <a:ext uri="{FF2B5EF4-FFF2-40B4-BE49-F238E27FC236}">
                <a16:creationId xmlns:a16="http://schemas.microsoft.com/office/drawing/2014/main" id="{3432EBA1-6D94-8FD1-B945-F05B3ADF7A94}"/>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a:t>
            </a:fld>
            <a:endParaRPr lang="en-US" sz="1600" dirty="0">
              <a:solidFill>
                <a:schemeClr val="tx1"/>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A3BCC7A3-B685-7C94-4342-E5A2F044D901}"/>
              </a:ext>
            </a:extLst>
          </p:cNvPr>
          <p:cNvSpPr txBox="1"/>
          <p:nvPr/>
        </p:nvSpPr>
        <p:spPr>
          <a:xfrm>
            <a:off x="1255589" y="2188251"/>
            <a:ext cx="9680822" cy="1200329"/>
          </a:xfrm>
          <a:prstGeom prst="rect">
            <a:avLst/>
          </a:prstGeom>
          <a:noFill/>
        </p:spPr>
        <p:txBody>
          <a:bodyPr wrap="square" rtlCol="0">
            <a:spAutoFit/>
          </a:bodyPr>
          <a:lstStyle/>
          <a:p>
            <a:pPr algn="ctr"/>
            <a:r>
              <a:rPr lang="en-US" sz="3600" dirty="0">
                <a:latin typeface="Arial" panose="020B0604020202020204" pitchFamily="34" charset="0"/>
                <a:cs typeface="Arial" panose="020B0604020202020204" pitchFamily="34" charset="0"/>
              </a:rPr>
              <a:t>Diafiltration Experiments Elucidate Multi-body Interactions in Complex Feed Streams</a:t>
            </a:r>
          </a:p>
        </p:txBody>
      </p:sp>
      <p:sp>
        <p:nvSpPr>
          <p:cNvPr id="180" name="Rectangle 179">
            <a:extLst>
              <a:ext uri="{FF2B5EF4-FFF2-40B4-BE49-F238E27FC236}">
                <a16:creationId xmlns:a16="http://schemas.microsoft.com/office/drawing/2014/main" id="{36810316-3F7C-6008-3659-2D662D36A0E6}"/>
              </a:ext>
            </a:extLst>
          </p:cNvPr>
          <p:cNvSpPr/>
          <p:nvPr/>
        </p:nvSpPr>
        <p:spPr>
          <a:xfrm>
            <a:off x="3805767" y="3552996"/>
            <a:ext cx="4580467"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B6BC9999-31E1-6A2D-961E-596E955F9EEB}"/>
              </a:ext>
            </a:extLst>
          </p:cNvPr>
          <p:cNvSpPr txBox="1"/>
          <p:nvPr/>
        </p:nvSpPr>
        <p:spPr>
          <a:xfrm>
            <a:off x="2104485" y="3763131"/>
            <a:ext cx="7983030" cy="1200329"/>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Group Meeting – 7/25/24</a:t>
            </a:r>
          </a:p>
          <a:p>
            <a:pPr algn="ctr"/>
            <a:endParaRPr lang="en-US" sz="2400" b="0" i="0" dirty="0">
              <a:effectLst/>
              <a:latin typeface="Arial" panose="020B0604020202020204" pitchFamily="34" charset="0"/>
              <a:cs typeface="Arial" panose="020B0604020202020204" pitchFamily="34" charset="0"/>
            </a:endParaRPr>
          </a:p>
          <a:p>
            <a:pPr algn="ctr"/>
            <a:r>
              <a:rPr lang="en-US" sz="2400" b="0" i="0" dirty="0">
                <a:effectLst/>
                <a:latin typeface="Arial" panose="020B0604020202020204" pitchFamily="34" charset="0"/>
                <a:cs typeface="Arial" panose="020B0604020202020204" pitchFamily="34" charset="0"/>
              </a:rPr>
              <a:t>Target Journal: Nature – Chemical Engineering, Science</a:t>
            </a:r>
          </a:p>
        </p:txBody>
      </p:sp>
    </p:spTree>
    <p:extLst>
      <p:ext uri="{BB962C8B-B14F-4D97-AF65-F5344CB8AC3E}">
        <p14:creationId xmlns:p14="http://schemas.microsoft.com/office/powerpoint/2010/main" val="4181471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B0919-1609-B56C-A008-20FADA4932EC}"/>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0104DE2D-B1F8-FFA8-F116-E985BC4040F5}"/>
              </a:ext>
            </a:extLst>
          </p:cNvPr>
          <p:cNvSpPr txBox="1">
            <a:spLocks/>
          </p:cNvSpPr>
          <p:nvPr/>
        </p:nvSpPr>
        <p:spPr>
          <a:xfrm>
            <a:off x="1" y="108000"/>
            <a:ext cx="12191999" cy="7200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dirty="0">
                <a:latin typeface="Arial" panose="020B0604020202020204" pitchFamily="34" charset="0"/>
                <a:cs typeface="Arial" panose="020B0604020202020204" pitchFamily="34" charset="0"/>
              </a:rPr>
              <a:t>Multicomponent Feeds Effect Membrane Performance</a:t>
            </a:r>
          </a:p>
        </p:txBody>
      </p:sp>
      <p:sp>
        <p:nvSpPr>
          <p:cNvPr id="5" name="Slide Number Placeholder 3">
            <a:extLst>
              <a:ext uri="{FF2B5EF4-FFF2-40B4-BE49-F238E27FC236}">
                <a16:creationId xmlns:a16="http://schemas.microsoft.com/office/drawing/2014/main" id="{390E2C27-269A-45C7-D29B-43DAE92771D2}"/>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2</a:t>
            </a:fld>
            <a:endParaRPr lang="en-US" sz="1600" dirty="0">
              <a:solidFill>
                <a:schemeClr val="tx1"/>
              </a:solidFill>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5A90C7A9-377C-8B07-15D0-0F842224B064}"/>
              </a:ext>
            </a:extLst>
          </p:cNvPr>
          <p:cNvSpPr/>
          <p:nvPr/>
        </p:nvSpPr>
        <p:spPr>
          <a:xfrm>
            <a:off x="10372298" y="6356350"/>
            <a:ext cx="1819701" cy="428625"/>
          </a:xfrm>
          <a:prstGeom prst="rect">
            <a:avLst/>
          </a:prstGeom>
          <a:gradFill flip="none" rotWithShape="1">
            <a:gsLst>
              <a:gs pos="0">
                <a:schemeClr val="accent1">
                  <a:lumMod val="75000"/>
                </a:schemeClr>
              </a:gs>
              <a:gs pos="67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37C6419-17D9-F7BC-6945-F32A9AB21E90}"/>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Slide Number Placeholder 3">
            <a:extLst>
              <a:ext uri="{FF2B5EF4-FFF2-40B4-BE49-F238E27FC236}">
                <a16:creationId xmlns:a16="http://schemas.microsoft.com/office/drawing/2014/main" id="{DEF44274-CC91-AE49-E527-B6025E7A8CD8}"/>
              </a:ext>
            </a:extLst>
          </p:cNvPr>
          <p:cNvSpPr txBox="1">
            <a:spLocks/>
          </p:cNvSpPr>
          <p:nvPr/>
        </p:nvSpPr>
        <p:spPr>
          <a:xfrm>
            <a:off x="10020300" y="6356350"/>
            <a:ext cx="13335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pPr/>
              <a:t>2</a:t>
            </a:fld>
            <a:endParaRPr lang="en-US" sz="1600" dirty="0">
              <a:solidFill>
                <a:schemeClr val="tx1"/>
              </a:solidFill>
              <a:latin typeface="Arial" panose="020B0604020202020204" pitchFamily="34" charset="0"/>
              <a:cs typeface="Arial" panose="020B0604020202020204" pitchFamily="34" charset="0"/>
            </a:endParaRPr>
          </a:p>
        </p:txBody>
      </p:sp>
      <p:pic>
        <p:nvPicPr>
          <p:cNvPr id="42" name="Picture 41">
            <a:extLst>
              <a:ext uri="{FF2B5EF4-FFF2-40B4-BE49-F238E27FC236}">
                <a16:creationId xmlns:a16="http://schemas.microsoft.com/office/drawing/2014/main" id="{F6993F85-81FD-F54B-D543-CB842AE7D43A}"/>
              </a:ext>
            </a:extLst>
          </p:cNvPr>
          <p:cNvPicPr>
            <a:picLocks noChangeAspect="1"/>
          </p:cNvPicPr>
          <p:nvPr/>
        </p:nvPicPr>
        <p:blipFill>
          <a:blip r:embed="rId3"/>
          <a:stretch>
            <a:fillRect/>
          </a:stretch>
        </p:blipFill>
        <p:spPr>
          <a:xfrm>
            <a:off x="6389696" y="616792"/>
            <a:ext cx="7079931" cy="5420022"/>
          </a:xfrm>
          <a:prstGeom prst="rect">
            <a:avLst/>
          </a:prstGeom>
        </p:spPr>
      </p:pic>
      <p:pic>
        <p:nvPicPr>
          <p:cNvPr id="43" name="Picture 42">
            <a:extLst>
              <a:ext uri="{FF2B5EF4-FFF2-40B4-BE49-F238E27FC236}">
                <a16:creationId xmlns:a16="http://schemas.microsoft.com/office/drawing/2014/main" id="{DE3D08F8-6BE8-7685-B579-2A093A4F159E}"/>
              </a:ext>
            </a:extLst>
          </p:cNvPr>
          <p:cNvPicPr>
            <a:picLocks noChangeAspect="1"/>
          </p:cNvPicPr>
          <p:nvPr/>
        </p:nvPicPr>
        <p:blipFill>
          <a:blip r:embed="rId4"/>
          <a:stretch>
            <a:fillRect/>
          </a:stretch>
        </p:blipFill>
        <p:spPr>
          <a:xfrm>
            <a:off x="6389695" y="616792"/>
            <a:ext cx="7079931" cy="5420022"/>
          </a:xfrm>
          <a:prstGeom prst="rect">
            <a:avLst/>
          </a:prstGeom>
        </p:spPr>
      </p:pic>
      <p:sp>
        <p:nvSpPr>
          <p:cNvPr id="2" name="TextBox 1">
            <a:extLst>
              <a:ext uri="{FF2B5EF4-FFF2-40B4-BE49-F238E27FC236}">
                <a16:creationId xmlns:a16="http://schemas.microsoft.com/office/drawing/2014/main" id="{BE5B0219-4582-05A5-4E6B-329322ED35CA}"/>
              </a:ext>
            </a:extLst>
          </p:cNvPr>
          <p:cNvSpPr txBox="1"/>
          <p:nvPr/>
        </p:nvSpPr>
        <p:spPr>
          <a:xfrm>
            <a:off x="1221691" y="3818820"/>
            <a:ext cx="4646795" cy="1200329"/>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How can we use diafiltration experiments to systematically explore the effect of multicomponent feeds on membrane performance? </a:t>
            </a:r>
            <a:endParaRPr lang="en-US" dirty="0">
              <a:solidFill>
                <a:srgbClr val="753909"/>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5B25437C-14FB-39BE-8C3A-70E3DE6985C0}"/>
              </a:ext>
            </a:extLst>
          </p:cNvPr>
          <p:cNvPicPr>
            <a:picLocks noChangeAspect="1"/>
          </p:cNvPicPr>
          <p:nvPr/>
        </p:nvPicPr>
        <p:blipFill>
          <a:blip r:embed="rId5"/>
          <a:stretch>
            <a:fillRect/>
          </a:stretch>
        </p:blipFill>
        <p:spPr>
          <a:xfrm>
            <a:off x="340733" y="1618487"/>
            <a:ext cx="5755267" cy="1475709"/>
          </a:xfrm>
          <a:prstGeom prst="rect">
            <a:avLst/>
          </a:prstGeom>
        </p:spPr>
      </p:pic>
    </p:spTree>
    <p:extLst>
      <p:ext uri="{BB962C8B-B14F-4D97-AF65-F5344CB8AC3E}">
        <p14:creationId xmlns:p14="http://schemas.microsoft.com/office/powerpoint/2010/main" val="379451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42"/>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D5B5-3180-1B1F-7697-F3870CC382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CCBB67-761D-7467-2DA8-89A84674C580}"/>
              </a:ext>
            </a:extLst>
          </p:cNvPr>
          <p:cNvSpPr txBox="1"/>
          <p:nvPr/>
        </p:nvSpPr>
        <p:spPr>
          <a:xfrm>
            <a:off x="0" y="192140"/>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Diafiltration Experiments are Run in a Modified </a:t>
            </a:r>
            <a:r>
              <a:rPr lang="en-US" sz="2400" dirty="0">
                <a:latin typeface="Arial" panose="020B0604020202020204" pitchFamily="34" charset="0"/>
                <a:cs typeface="Arial" panose="020B0604020202020204" pitchFamily="34" charset="0"/>
              </a:rPr>
              <a:t>S</a:t>
            </a:r>
            <a:r>
              <a:rPr lang="en-US" sz="2400" b="0" i="0" dirty="0">
                <a:effectLst/>
                <a:latin typeface="Arial" panose="020B0604020202020204" pitchFamily="34" charset="0"/>
                <a:cs typeface="Arial" panose="020B0604020202020204" pitchFamily="34" charset="0"/>
              </a:rPr>
              <a:t>tirred Cell </a:t>
            </a:r>
            <a:r>
              <a:rPr lang="en-US" sz="2400" dirty="0">
                <a:latin typeface="Arial" panose="020B0604020202020204" pitchFamily="34" charset="0"/>
                <a:cs typeface="Arial" panose="020B0604020202020204" pitchFamily="34" charset="0"/>
              </a:rPr>
              <a:t>A</a:t>
            </a:r>
            <a:r>
              <a:rPr lang="en-US" sz="2400" b="0" i="0" dirty="0">
                <a:effectLst/>
                <a:latin typeface="Arial" panose="020B0604020202020204" pitchFamily="34" charset="0"/>
                <a:cs typeface="Arial" panose="020B0604020202020204" pitchFamily="34" charset="0"/>
              </a:rPr>
              <a:t>pparatus. </a:t>
            </a:r>
          </a:p>
        </p:txBody>
      </p:sp>
      <p:sp>
        <p:nvSpPr>
          <p:cNvPr id="15" name="Rectangle 14">
            <a:extLst>
              <a:ext uri="{FF2B5EF4-FFF2-40B4-BE49-F238E27FC236}">
                <a16:creationId xmlns:a16="http://schemas.microsoft.com/office/drawing/2014/main" id="{1BE373E0-1529-1727-23A1-663BA09FBED9}"/>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D830450-952B-A30C-4F41-6C6B637421F2}"/>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Slide Number Placeholder 3">
            <a:extLst>
              <a:ext uri="{FF2B5EF4-FFF2-40B4-BE49-F238E27FC236}">
                <a16:creationId xmlns:a16="http://schemas.microsoft.com/office/drawing/2014/main" id="{94EACC90-F41C-49B4-4A11-6365CBB90133}"/>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3</a:t>
            </a:fld>
            <a:endParaRPr lang="en-US" sz="1600" dirty="0">
              <a:solidFill>
                <a:schemeClr val="tx1"/>
              </a:solidFill>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D9D24617-508C-4D21-35A3-00458C9E81B0}"/>
              </a:ext>
            </a:extLst>
          </p:cNvPr>
          <p:cNvGrpSpPr/>
          <p:nvPr/>
        </p:nvGrpSpPr>
        <p:grpSpPr>
          <a:xfrm>
            <a:off x="544650" y="1021140"/>
            <a:ext cx="11102699" cy="4192227"/>
            <a:chOff x="351046" y="691993"/>
            <a:chExt cx="11520630" cy="4350032"/>
          </a:xfrm>
        </p:grpSpPr>
        <p:pic>
          <p:nvPicPr>
            <p:cNvPr id="5" name="Picture 4" descr="A blueprint of a machine&#10;&#10;Description automatically generated">
              <a:extLst>
                <a:ext uri="{FF2B5EF4-FFF2-40B4-BE49-F238E27FC236}">
                  <a16:creationId xmlns:a16="http://schemas.microsoft.com/office/drawing/2014/main" id="{0DBA090F-07FD-DE90-EA6D-0CDBDE1619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4489" y="2610942"/>
              <a:ext cx="1614426" cy="2190915"/>
            </a:xfrm>
            <a:prstGeom prst="rect">
              <a:avLst/>
            </a:prstGeom>
          </p:spPr>
        </p:pic>
        <p:sp>
          <p:nvSpPr>
            <p:cNvPr id="6" name="Rectangle: Rounded Corners 5">
              <a:extLst>
                <a:ext uri="{FF2B5EF4-FFF2-40B4-BE49-F238E27FC236}">
                  <a16:creationId xmlns:a16="http://schemas.microsoft.com/office/drawing/2014/main" id="{2EB6093E-2793-5670-C4CB-1DD400EECC08}"/>
                </a:ext>
              </a:extLst>
            </p:cNvPr>
            <p:cNvSpPr/>
            <p:nvPr/>
          </p:nvSpPr>
          <p:spPr>
            <a:xfrm>
              <a:off x="6228264" y="2164920"/>
              <a:ext cx="90000" cy="1963531"/>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CC966856-465D-1740-800B-A4575BEAE650}"/>
                </a:ext>
              </a:extLst>
            </p:cNvPr>
            <p:cNvSpPr/>
            <p:nvPr/>
          </p:nvSpPr>
          <p:spPr>
            <a:xfrm>
              <a:off x="4196303" y="2878505"/>
              <a:ext cx="705532" cy="9000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70B72C63-10DD-F793-B058-7F4C0AB460FB}"/>
                </a:ext>
              </a:extLst>
            </p:cNvPr>
            <p:cNvSpPr/>
            <p:nvPr/>
          </p:nvSpPr>
          <p:spPr>
            <a:xfrm>
              <a:off x="4196303" y="1173490"/>
              <a:ext cx="90000" cy="179317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blue cylinder with towers&#10;&#10;Description automatically generated with medium confidence">
              <a:extLst>
                <a:ext uri="{FF2B5EF4-FFF2-40B4-BE49-F238E27FC236}">
                  <a16:creationId xmlns:a16="http://schemas.microsoft.com/office/drawing/2014/main" id="{CD3DBBC7-25FD-D878-FA01-992EE0709B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40739" y="1908960"/>
              <a:ext cx="2131187" cy="2896803"/>
            </a:xfrm>
            <a:prstGeom prst="rect">
              <a:avLst/>
            </a:prstGeom>
          </p:spPr>
        </p:pic>
        <p:sp>
          <p:nvSpPr>
            <p:cNvPr id="10" name="TextBox 9">
              <a:extLst>
                <a:ext uri="{FF2B5EF4-FFF2-40B4-BE49-F238E27FC236}">
                  <a16:creationId xmlns:a16="http://schemas.microsoft.com/office/drawing/2014/main" id="{70CA6E39-F7D8-3704-7952-57A7B9F2614B}"/>
                </a:ext>
              </a:extLst>
            </p:cNvPr>
            <p:cNvSpPr txBox="1"/>
            <p:nvPr/>
          </p:nvSpPr>
          <p:spPr>
            <a:xfrm>
              <a:off x="3875623" y="4557521"/>
              <a:ext cx="1198587" cy="338554"/>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Membrane</a:t>
              </a:r>
              <a:endParaRPr lang="en-US" sz="1600" baseline="300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BCE8FEF1-7C84-C366-697E-82ACC3C300FF}"/>
                </a:ext>
              </a:extLst>
            </p:cNvPr>
            <p:cNvSpPr txBox="1"/>
            <p:nvPr/>
          </p:nvSpPr>
          <p:spPr>
            <a:xfrm>
              <a:off x="3940016" y="3819550"/>
              <a:ext cx="1119409" cy="60678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Retentate Probe</a:t>
              </a:r>
              <a:endParaRPr lang="en-US" sz="1600" baseline="30000" dirty="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9CB30425-45C6-952C-DCC9-5D74F8D0622C}"/>
                </a:ext>
              </a:extLst>
            </p:cNvPr>
            <p:cNvSpPr/>
            <p:nvPr/>
          </p:nvSpPr>
          <p:spPr>
            <a:xfrm>
              <a:off x="5287300" y="4196163"/>
              <a:ext cx="671898" cy="45719"/>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CA897F2-942F-6409-492D-31AB23B57B19}"/>
                </a:ext>
              </a:extLst>
            </p:cNvPr>
            <p:cNvSpPr/>
            <p:nvPr/>
          </p:nvSpPr>
          <p:spPr>
            <a:xfrm>
              <a:off x="6068295" y="4393710"/>
              <a:ext cx="203743" cy="45719"/>
            </a:xfrm>
            <a:prstGeom prst="rect">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C5F9D89-8CD2-661C-E9C0-75DA2E7126EE}"/>
                </a:ext>
              </a:extLst>
            </p:cNvPr>
            <p:cNvSpPr txBox="1"/>
            <p:nvPr/>
          </p:nvSpPr>
          <p:spPr>
            <a:xfrm>
              <a:off x="5822993" y="4703471"/>
              <a:ext cx="2040631" cy="338554"/>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Permeate Probe</a:t>
              </a:r>
              <a:endParaRPr lang="en-US" sz="1600" baseline="30000" dirty="0">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720105AB-44B2-7666-B1F4-B4B67D647207}"/>
                </a:ext>
              </a:extLst>
            </p:cNvPr>
            <p:cNvCxnSpPr>
              <a:cxnSpLocks/>
            </p:cNvCxnSpPr>
            <p:nvPr/>
          </p:nvCxnSpPr>
          <p:spPr>
            <a:xfrm>
              <a:off x="6203914" y="4500246"/>
              <a:ext cx="549568" cy="162444"/>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pic>
          <p:nvPicPr>
            <p:cNvPr id="19" name="Picture 18" descr="A drawing of a machine&#10;&#10;Description automatically generated">
              <a:extLst>
                <a:ext uri="{FF2B5EF4-FFF2-40B4-BE49-F238E27FC236}">
                  <a16:creationId xmlns:a16="http://schemas.microsoft.com/office/drawing/2014/main" id="{E152B00D-21AF-0C3D-CD67-1951229389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25591" y="2514337"/>
              <a:ext cx="2697986" cy="2175340"/>
            </a:xfrm>
            <a:prstGeom prst="rect">
              <a:avLst/>
            </a:prstGeom>
          </p:spPr>
        </p:pic>
        <p:cxnSp>
          <p:nvCxnSpPr>
            <p:cNvPr id="20" name="Straight Connector 19">
              <a:extLst>
                <a:ext uri="{FF2B5EF4-FFF2-40B4-BE49-F238E27FC236}">
                  <a16:creationId xmlns:a16="http://schemas.microsoft.com/office/drawing/2014/main" id="{4539A00E-D228-1BAC-784F-3609659FC2F9}"/>
                </a:ext>
              </a:extLst>
            </p:cNvPr>
            <p:cNvCxnSpPr>
              <a:cxnSpLocks/>
            </p:cNvCxnSpPr>
            <p:nvPr/>
          </p:nvCxnSpPr>
          <p:spPr>
            <a:xfrm>
              <a:off x="9501238" y="3551928"/>
              <a:ext cx="842186" cy="169277"/>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8464BA3-91D7-7B5F-14E5-B256A7A96BB5}"/>
                </a:ext>
              </a:extLst>
            </p:cNvPr>
            <p:cNvSpPr txBox="1"/>
            <p:nvPr/>
          </p:nvSpPr>
          <p:spPr>
            <a:xfrm>
              <a:off x="10087001" y="2710146"/>
              <a:ext cx="1784675" cy="338554"/>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Scintillation Vials</a:t>
              </a:r>
              <a:endParaRPr lang="en-US" sz="1600" baseline="30000" dirty="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A43F4350-1AEA-F1B3-50B9-1365AA7C37A6}"/>
                </a:ext>
              </a:extLst>
            </p:cNvPr>
            <p:cNvSpPr txBox="1"/>
            <p:nvPr/>
          </p:nvSpPr>
          <p:spPr>
            <a:xfrm>
              <a:off x="10197511" y="3568617"/>
              <a:ext cx="1072317" cy="338554"/>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Motor</a:t>
              </a:r>
              <a:endParaRPr lang="en-US" sz="1600" baseline="30000" dirty="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BF138C4A-456E-B16C-FCB2-3B06288E3373}"/>
                </a:ext>
              </a:extLst>
            </p:cNvPr>
            <p:cNvSpPr txBox="1"/>
            <p:nvPr/>
          </p:nvSpPr>
          <p:spPr>
            <a:xfrm>
              <a:off x="7574835" y="4224433"/>
              <a:ext cx="2419024" cy="338554"/>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Balance</a:t>
              </a:r>
              <a:endParaRPr lang="en-US" sz="1600" baseline="30000" dirty="0">
                <a:latin typeface="Arial" panose="020B0604020202020204" pitchFamily="34" charset="0"/>
                <a:cs typeface="Arial" panose="020B0604020202020204" pitchFamily="34" charset="0"/>
              </a:endParaRPr>
            </a:p>
          </p:txBody>
        </p:sp>
        <p:cxnSp>
          <p:nvCxnSpPr>
            <p:cNvPr id="24" name="Straight Connector 23">
              <a:extLst>
                <a:ext uri="{FF2B5EF4-FFF2-40B4-BE49-F238E27FC236}">
                  <a16:creationId xmlns:a16="http://schemas.microsoft.com/office/drawing/2014/main" id="{46B0E490-E68B-18E5-9350-82BB6075F057}"/>
                </a:ext>
              </a:extLst>
            </p:cNvPr>
            <p:cNvCxnSpPr>
              <a:cxnSpLocks/>
            </p:cNvCxnSpPr>
            <p:nvPr/>
          </p:nvCxnSpPr>
          <p:spPr>
            <a:xfrm>
              <a:off x="9290017" y="2670620"/>
              <a:ext cx="833560" cy="174187"/>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2A175CC-B36E-6766-5049-70A8338E0845}"/>
                </a:ext>
              </a:extLst>
            </p:cNvPr>
            <p:cNvSpPr txBox="1"/>
            <p:nvPr/>
          </p:nvSpPr>
          <p:spPr>
            <a:xfrm>
              <a:off x="722393" y="1424391"/>
              <a:ext cx="1052202" cy="60678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Pressure Gauge</a:t>
              </a:r>
              <a:endParaRPr lang="en-US" sz="1600" baseline="30000" dirty="0">
                <a:latin typeface="Arial" panose="020B060402020202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2E984A8F-C804-6FB0-9272-0C4494B53FCA}"/>
                </a:ext>
              </a:extLst>
            </p:cNvPr>
            <p:cNvSpPr/>
            <p:nvPr/>
          </p:nvSpPr>
          <p:spPr>
            <a:xfrm>
              <a:off x="2232898" y="3429001"/>
              <a:ext cx="1373917" cy="1084262"/>
            </a:xfrm>
            <a:prstGeom prst="rect">
              <a:avLst/>
            </a:prstGeom>
            <a:solidFill>
              <a:schemeClr val="accent1">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F1163ACC-F22C-780B-72AF-B5F12373F4E9}"/>
                </a:ext>
              </a:extLst>
            </p:cNvPr>
            <p:cNvSpPr/>
            <p:nvPr/>
          </p:nvSpPr>
          <p:spPr>
            <a:xfrm>
              <a:off x="3367372" y="1173491"/>
              <a:ext cx="90000" cy="82546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95764C87-CF03-DFDA-EF6E-6FD8E529FBD8}"/>
                </a:ext>
              </a:extLst>
            </p:cNvPr>
            <p:cNvSpPr/>
            <p:nvPr/>
          </p:nvSpPr>
          <p:spPr>
            <a:xfrm>
              <a:off x="3367372" y="1173490"/>
              <a:ext cx="885398" cy="92868"/>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5F7CD551-BC31-981E-4A49-1978EB624A48}"/>
                </a:ext>
              </a:extLst>
            </p:cNvPr>
            <p:cNvSpPr/>
            <p:nvPr/>
          </p:nvSpPr>
          <p:spPr>
            <a:xfrm>
              <a:off x="3387601" y="1194524"/>
              <a:ext cx="49912" cy="808068"/>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747D2B64-0237-45C3-92DE-254D76747905}"/>
                </a:ext>
              </a:extLst>
            </p:cNvPr>
            <p:cNvSpPr/>
            <p:nvPr/>
          </p:nvSpPr>
          <p:spPr>
            <a:xfrm>
              <a:off x="3410643" y="1194523"/>
              <a:ext cx="853037" cy="50400"/>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DA9A31F8-A332-C89B-AA58-B17F1B9642E7}"/>
                </a:ext>
              </a:extLst>
            </p:cNvPr>
            <p:cNvSpPr/>
            <p:nvPr/>
          </p:nvSpPr>
          <p:spPr>
            <a:xfrm>
              <a:off x="4222073" y="2899655"/>
              <a:ext cx="679826" cy="50400"/>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7E4D114C-6539-B55F-198C-0233970CB9E2}"/>
                </a:ext>
              </a:extLst>
            </p:cNvPr>
            <p:cNvSpPr/>
            <p:nvPr/>
          </p:nvSpPr>
          <p:spPr>
            <a:xfrm>
              <a:off x="4215027" y="1194523"/>
              <a:ext cx="54000" cy="1750851"/>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20E52BFD-8155-3734-5D18-FE626D85082E}"/>
                </a:ext>
              </a:extLst>
            </p:cNvPr>
            <p:cNvSpPr/>
            <p:nvPr/>
          </p:nvSpPr>
          <p:spPr>
            <a:xfrm>
              <a:off x="8459937" y="2167329"/>
              <a:ext cx="90000" cy="388005"/>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0E8DCC34-68D2-4A44-3759-5F430355AE66}"/>
                </a:ext>
              </a:extLst>
            </p:cNvPr>
            <p:cNvSpPr/>
            <p:nvPr/>
          </p:nvSpPr>
          <p:spPr>
            <a:xfrm>
              <a:off x="6272038" y="2164921"/>
              <a:ext cx="2277899" cy="9000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FA081CCF-6015-05D7-B1C5-346DE24C0E59}"/>
                </a:ext>
              </a:extLst>
            </p:cNvPr>
            <p:cNvSpPr/>
            <p:nvPr/>
          </p:nvSpPr>
          <p:spPr>
            <a:xfrm>
              <a:off x="8480166" y="2189480"/>
              <a:ext cx="45719" cy="369486"/>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361C6717-22DA-30D7-686F-C60351DBA937}"/>
                </a:ext>
              </a:extLst>
            </p:cNvPr>
            <p:cNvSpPr/>
            <p:nvPr/>
          </p:nvSpPr>
          <p:spPr>
            <a:xfrm>
              <a:off x="6272038" y="2185499"/>
              <a:ext cx="2253847" cy="50400"/>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36628968-10CE-6AF1-EB1A-08BE011B00EB}"/>
                </a:ext>
              </a:extLst>
            </p:cNvPr>
            <p:cNvSpPr/>
            <p:nvPr/>
          </p:nvSpPr>
          <p:spPr>
            <a:xfrm>
              <a:off x="6247184" y="2185499"/>
              <a:ext cx="50400" cy="1942952"/>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8BF88AAF-0714-82BE-7A23-264F7D8D2003}"/>
                </a:ext>
              </a:extLst>
            </p:cNvPr>
            <p:cNvSpPr/>
            <p:nvPr/>
          </p:nvSpPr>
          <p:spPr>
            <a:xfrm>
              <a:off x="2875122" y="818985"/>
              <a:ext cx="90000" cy="1176344"/>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Rounded Corners 38">
              <a:extLst>
                <a:ext uri="{FF2B5EF4-FFF2-40B4-BE49-F238E27FC236}">
                  <a16:creationId xmlns:a16="http://schemas.microsoft.com/office/drawing/2014/main" id="{94052956-AFE0-0FE0-CBFD-4D195F90A96E}"/>
                </a:ext>
              </a:extLst>
            </p:cNvPr>
            <p:cNvSpPr/>
            <p:nvPr/>
          </p:nvSpPr>
          <p:spPr>
            <a:xfrm>
              <a:off x="2895351" y="847413"/>
              <a:ext cx="49912" cy="1151547"/>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F62EE3C2-B626-DFC7-F25B-061BE2E9A0AB}"/>
                </a:ext>
              </a:extLst>
            </p:cNvPr>
            <p:cNvGrpSpPr/>
            <p:nvPr/>
          </p:nvGrpSpPr>
          <p:grpSpPr>
            <a:xfrm rot="5400000">
              <a:off x="1206418" y="803173"/>
              <a:ext cx="896308" cy="1636943"/>
              <a:chOff x="2408016" y="1071443"/>
              <a:chExt cx="896308" cy="1636943"/>
            </a:xfrm>
          </p:grpSpPr>
          <p:sp>
            <p:nvSpPr>
              <p:cNvPr id="73" name="Rectangle: Rounded Corners 72">
                <a:extLst>
                  <a:ext uri="{FF2B5EF4-FFF2-40B4-BE49-F238E27FC236}">
                    <a16:creationId xmlns:a16="http://schemas.microsoft.com/office/drawing/2014/main" id="{51A541A7-AF91-F98C-AE17-E2B9C83E7FFF}"/>
                  </a:ext>
                </a:extLst>
              </p:cNvPr>
              <p:cNvSpPr/>
              <p:nvPr/>
            </p:nvSpPr>
            <p:spPr>
              <a:xfrm>
                <a:off x="2408017" y="1071443"/>
                <a:ext cx="90000" cy="163694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Rounded Corners 73">
                <a:extLst>
                  <a:ext uri="{FF2B5EF4-FFF2-40B4-BE49-F238E27FC236}">
                    <a16:creationId xmlns:a16="http://schemas.microsoft.com/office/drawing/2014/main" id="{1FF839EF-0771-DD4D-3C30-34CA56B04005}"/>
                  </a:ext>
                </a:extLst>
              </p:cNvPr>
              <p:cNvSpPr/>
              <p:nvPr/>
            </p:nvSpPr>
            <p:spPr>
              <a:xfrm>
                <a:off x="2408016" y="1071443"/>
                <a:ext cx="885398" cy="92868"/>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Rounded Corners 74">
                <a:extLst>
                  <a:ext uri="{FF2B5EF4-FFF2-40B4-BE49-F238E27FC236}">
                    <a16:creationId xmlns:a16="http://schemas.microsoft.com/office/drawing/2014/main" id="{9AB21A58-AD5E-224C-6F8E-42B2D7C09861}"/>
                  </a:ext>
                </a:extLst>
              </p:cNvPr>
              <p:cNvSpPr/>
              <p:nvPr/>
            </p:nvSpPr>
            <p:spPr>
              <a:xfrm>
                <a:off x="2428245" y="1092478"/>
                <a:ext cx="49912" cy="1602436"/>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Rounded Corners 75">
                <a:extLst>
                  <a:ext uri="{FF2B5EF4-FFF2-40B4-BE49-F238E27FC236}">
                    <a16:creationId xmlns:a16="http://schemas.microsoft.com/office/drawing/2014/main" id="{5FCB114A-0EFC-C4D7-A1DE-D6CB7B44ECBA}"/>
                  </a:ext>
                </a:extLst>
              </p:cNvPr>
              <p:cNvSpPr/>
              <p:nvPr/>
            </p:nvSpPr>
            <p:spPr>
              <a:xfrm>
                <a:off x="2451287" y="1092476"/>
                <a:ext cx="853037" cy="50400"/>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 name="Flowchart: Connector 40">
              <a:extLst>
                <a:ext uri="{FF2B5EF4-FFF2-40B4-BE49-F238E27FC236}">
                  <a16:creationId xmlns:a16="http://schemas.microsoft.com/office/drawing/2014/main" id="{307AB801-8CC7-63EA-692F-751394E110B2}"/>
                </a:ext>
              </a:extLst>
            </p:cNvPr>
            <p:cNvSpPr/>
            <p:nvPr/>
          </p:nvSpPr>
          <p:spPr>
            <a:xfrm>
              <a:off x="997942" y="1020217"/>
              <a:ext cx="455063" cy="436694"/>
            </a:xfrm>
            <a:prstGeom prst="flowChartConnec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7E319A4E-E7F9-2075-A92A-A0B54359FF0D}"/>
                </a:ext>
              </a:extLst>
            </p:cNvPr>
            <p:cNvSpPr txBox="1"/>
            <p:nvPr/>
          </p:nvSpPr>
          <p:spPr>
            <a:xfrm>
              <a:off x="997942" y="1069287"/>
              <a:ext cx="455063" cy="338554"/>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P</a:t>
              </a:r>
              <a:endParaRPr lang="en-US" sz="1600" baseline="30000" dirty="0">
                <a:latin typeface="Arial" panose="020B0604020202020204" pitchFamily="34" charset="0"/>
                <a:cs typeface="Arial" panose="020B0604020202020204" pitchFamily="34" charset="0"/>
              </a:endParaRPr>
            </a:p>
          </p:txBody>
        </p:sp>
        <p:sp>
          <p:nvSpPr>
            <p:cNvPr id="43" name="TextBox 42">
              <a:extLst>
                <a:ext uri="{FF2B5EF4-FFF2-40B4-BE49-F238E27FC236}">
                  <a16:creationId xmlns:a16="http://schemas.microsoft.com/office/drawing/2014/main" id="{32E943BA-8E0E-A44F-CF5A-EF5A08A507DF}"/>
                </a:ext>
              </a:extLst>
            </p:cNvPr>
            <p:cNvSpPr txBox="1"/>
            <p:nvPr/>
          </p:nvSpPr>
          <p:spPr>
            <a:xfrm>
              <a:off x="351046" y="3146685"/>
              <a:ext cx="1097695" cy="584775"/>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Diafiltrate Tank</a:t>
              </a:r>
              <a:endParaRPr lang="en-US" sz="1600" baseline="30000" dirty="0">
                <a:latin typeface="Arial" panose="020B0604020202020204" pitchFamily="34" charset="0"/>
                <a:cs typeface="Arial" panose="020B0604020202020204" pitchFamily="34" charset="0"/>
              </a:endParaRPr>
            </a:p>
          </p:txBody>
        </p:sp>
        <p:cxnSp>
          <p:nvCxnSpPr>
            <p:cNvPr id="44" name="Straight Connector 43">
              <a:extLst>
                <a:ext uri="{FF2B5EF4-FFF2-40B4-BE49-F238E27FC236}">
                  <a16:creationId xmlns:a16="http://schemas.microsoft.com/office/drawing/2014/main" id="{4EF54666-9D05-810A-BE7A-9DA9B3514688}"/>
                </a:ext>
              </a:extLst>
            </p:cNvPr>
            <p:cNvCxnSpPr>
              <a:cxnSpLocks/>
            </p:cNvCxnSpPr>
            <p:nvPr/>
          </p:nvCxnSpPr>
          <p:spPr>
            <a:xfrm flipH="1">
              <a:off x="1413756" y="3284019"/>
              <a:ext cx="549568" cy="162444"/>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sp>
          <p:nvSpPr>
            <p:cNvPr id="45" name="Isosceles Triangle 44">
              <a:extLst>
                <a:ext uri="{FF2B5EF4-FFF2-40B4-BE49-F238E27FC236}">
                  <a16:creationId xmlns:a16="http://schemas.microsoft.com/office/drawing/2014/main" id="{7D26C648-384B-8951-6AEB-4D3BDB1E5D42}"/>
                </a:ext>
              </a:extLst>
            </p:cNvPr>
            <p:cNvSpPr/>
            <p:nvPr/>
          </p:nvSpPr>
          <p:spPr>
            <a:xfrm>
              <a:off x="2754042" y="1065670"/>
              <a:ext cx="332332" cy="279152"/>
            </a:xfrm>
            <a:prstGeom prst="triangl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Isosceles Triangle 45">
              <a:extLst>
                <a:ext uri="{FF2B5EF4-FFF2-40B4-BE49-F238E27FC236}">
                  <a16:creationId xmlns:a16="http://schemas.microsoft.com/office/drawing/2014/main" id="{E2974523-4C4D-E027-EAED-8A420F788854}"/>
                </a:ext>
              </a:extLst>
            </p:cNvPr>
            <p:cNvSpPr/>
            <p:nvPr/>
          </p:nvSpPr>
          <p:spPr>
            <a:xfrm flipV="1">
              <a:off x="2754042" y="944752"/>
              <a:ext cx="332332" cy="279152"/>
            </a:xfrm>
            <a:prstGeom prst="triangl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Isosceles Triangle 46">
              <a:extLst>
                <a:ext uri="{FF2B5EF4-FFF2-40B4-BE49-F238E27FC236}">
                  <a16:creationId xmlns:a16="http://schemas.microsoft.com/office/drawing/2014/main" id="{F3BC0C0B-3BE3-A790-1870-79F11441F831}"/>
                </a:ext>
              </a:extLst>
            </p:cNvPr>
            <p:cNvSpPr/>
            <p:nvPr/>
          </p:nvSpPr>
          <p:spPr>
            <a:xfrm flipV="1">
              <a:off x="2821484" y="994767"/>
              <a:ext cx="196743" cy="16379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Isosceles Triangle 47">
              <a:extLst>
                <a:ext uri="{FF2B5EF4-FFF2-40B4-BE49-F238E27FC236}">
                  <a16:creationId xmlns:a16="http://schemas.microsoft.com/office/drawing/2014/main" id="{019CB72F-726A-272A-FA6B-76914A9C7437}"/>
                </a:ext>
              </a:extLst>
            </p:cNvPr>
            <p:cNvSpPr/>
            <p:nvPr/>
          </p:nvSpPr>
          <p:spPr>
            <a:xfrm>
              <a:off x="2822675" y="1133739"/>
              <a:ext cx="196743" cy="16379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18F335E3-C7B3-66E9-AC40-23D505AE60F1}"/>
                </a:ext>
              </a:extLst>
            </p:cNvPr>
            <p:cNvSpPr txBox="1"/>
            <p:nvPr/>
          </p:nvSpPr>
          <p:spPr>
            <a:xfrm>
              <a:off x="3406479" y="691993"/>
              <a:ext cx="2614013" cy="338554"/>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Pressure Relief Valve</a:t>
              </a:r>
              <a:endParaRPr lang="en-US" sz="1600" baseline="30000" dirty="0">
                <a:latin typeface="Arial" panose="020B0604020202020204" pitchFamily="34" charset="0"/>
                <a:cs typeface="Arial" panose="020B0604020202020204" pitchFamily="34" charset="0"/>
              </a:endParaRPr>
            </a:p>
          </p:txBody>
        </p:sp>
        <p:cxnSp>
          <p:nvCxnSpPr>
            <p:cNvPr id="50" name="Straight Connector 49">
              <a:extLst>
                <a:ext uri="{FF2B5EF4-FFF2-40B4-BE49-F238E27FC236}">
                  <a16:creationId xmlns:a16="http://schemas.microsoft.com/office/drawing/2014/main" id="{E4169BEA-2EC1-B923-48B2-59463C105C21}"/>
                </a:ext>
              </a:extLst>
            </p:cNvPr>
            <p:cNvCxnSpPr>
              <a:cxnSpLocks/>
            </p:cNvCxnSpPr>
            <p:nvPr/>
          </p:nvCxnSpPr>
          <p:spPr>
            <a:xfrm flipV="1">
              <a:off x="3080746" y="900618"/>
              <a:ext cx="549568" cy="162444"/>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E3718C76-94B5-2399-EFCA-F4B12F73C750}"/>
                </a:ext>
              </a:extLst>
            </p:cNvPr>
            <p:cNvCxnSpPr>
              <a:cxnSpLocks/>
            </p:cNvCxnSpPr>
            <p:nvPr/>
          </p:nvCxnSpPr>
          <p:spPr>
            <a:xfrm flipH="1">
              <a:off x="4569922" y="4283212"/>
              <a:ext cx="962540" cy="309349"/>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39A127F-6F95-7C96-7011-44CBF7C0CDDF}"/>
                </a:ext>
              </a:extLst>
            </p:cNvPr>
            <p:cNvCxnSpPr>
              <a:cxnSpLocks/>
            </p:cNvCxnSpPr>
            <p:nvPr/>
          </p:nvCxnSpPr>
          <p:spPr>
            <a:xfrm>
              <a:off x="5409835" y="2966669"/>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B0AB03FC-6AA7-1310-3DC1-87AAC8ABB9D7}"/>
                </a:ext>
              </a:extLst>
            </p:cNvPr>
            <p:cNvCxnSpPr>
              <a:cxnSpLocks/>
            </p:cNvCxnSpPr>
            <p:nvPr/>
          </p:nvCxnSpPr>
          <p:spPr>
            <a:xfrm>
              <a:off x="5430711" y="2945374"/>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226F36FE-1976-3140-F62E-B9C827E34432}"/>
                </a:ext>
              </a:extLst>
            </p:cNvPr>
            <p:cNvCxnSpPr>
              <a:cxnSpLocks/>
            </p:cNvCxnSpPr>
            <p:nvPr/>
          </p:nvCxnSpPr>
          <p:spPr>
            <a:xfrm>
              <a:off x="5449970" y="2923505"/>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F837A749-5AC3-1CA2-A3E9-9A66F44050B9}"/>
                </a:ext>
              </a:extLst>
            </p:cNvPr>
            <p:cNvCxnSpPr>
              <a:cxnSpLocks/>
            </p:cNvCxnSpPr>
            <p:nvPr/>
          </p:nvCxnSpPr>
          <p:spPr>
            <a:xfrm>
              <a:off x="5472997" y="2911821"/>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0435D2BC-AEA4-00CD-D021-0ACFFE8DEFC8}"/>
                </a:ext>
              </a:extLst>
            </p:cNvPr>
            <p:cNvCxnSpPr>
              <a:cxnSpLocks/>
            </p:cNvCxnSpPr>
            <p:nvPr/>
          </p:nvCxnSpPr>
          <p:spPr>
            <a:xfrm>
              <a:off x="5495821" y="2889275"/>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2F47BCE7-D122-DE31-2C20-FC5952BEBF2D}"/>
                </a:ext>
              </a:extLst>
            </p:cNvPr>
            <p:cNvCxnSpPr>
              <a:cxnSpLocks/>
            </p:cNvCxnSpPr>
            <p:nvPr/>
          </p:nvCxnSpPr>
          <p:spPr>
            <a:xfrm>
              <a:off x="5516924" y="2872851"/>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88A95C22-37D7-F9C8-0274-B73E6A24F094}"/>
                </a:ext>
              </a:extLst>
            </p:cNvPr>
            <p:cNvCxnSpPr>
              <a:cxnSpLocks/>
            </p:cNvCxnSpPr>
            <p:nvPr/>
          </p:nvCxnSpPr>
          <p:spPr>
            <a:xfrm flipH="1">
              <a:off x="4901835" y="2966669"/>
              <a:ext cx="514352"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986976AD-13C1-3C0A-9BB5-5C75C5ED5E16}"/>
                </a:ext>
              </a:extLst>
            </p:cNvPr>
            <p:cNvCxnSpPr>
              <a:cxnSpLocks/>
            </p:cNvCxnSpPr>
            <p:nvPr/>
          </p:nvCxnSpPr>
          <p:spPr>
            <a:xfrm flipH="1">
              <a:off x="4901835" y="2949771"/>
              <a:ext cx="53374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64AEA452-77FD-73C8-C14D-8ECE08F8A69F}"/>
                </a:ext>
              </a:extLst>
            </p:cNvPr>
            <p:cNvCxnSpPr>
              <a:cxnSpLocks/>
            </p:cNvCxnSpPr>
            <p:nvPr/>
          </p:nvCxnSpPr>
          <p:spPr>
            <a:xfrm flipH="1">
              <a:off x="4903423" y="2929857"/>
              <a:ext cx="548135"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1" name="Straight Connector 60">
              <a:extLst>
                <a:ext uri="{FF2B5EF4-FFF2-40B4-BE49-F238E27FC236}">
                  <a16:creationId xmlns:a16="http://schemas.microsoft.com/office/drawing/2014/main" id="{42CFF86F-B388-FE34-7B6F-45A8C630193F}"/>
                </a:ext>
              </a:extLst>
            </p:cNvPr>
            <p:cNvCxnSpPr>
              <a:cxnSpLocks/>
            </p:cNvCxnSpPr>
            <p:nvPr/>
          </p:nvCxnSpPr>
          <p:spPr>
            <a:xfrm flipH="1">
              <a:off x="4901835" y="2911821"/>
              <a:ext cx="576938"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E4273EAC-ED7C-CB05-3606-23779B1102EE}"/>
                </a:ext>
              </a:extLst>
            </p:cNvPr>
            <p:cNvCxnSpPr>
              <a:cxnSpLocks/>
            </p:cNvCxnSpPr>
            <p:nvPr/>
          </p:nvCxnSpPr>
          <p:spPr>
            <a:xfrm flipH="1">
              <a:off x="4903423" y="2890863"/>
              <a:ext cx="59682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A42C71E1-4D0B-D2C8-B89F-E5FBBC380F1E}"/>
                </a:ext>
              </a:extLst>
            </p:cNvPr>
            <p:cNvCxnSpPr>
              <a:cxnSpLocks/>
            </p:cNvCxnSpPr>
            <p:nvPr/>
          </p:nvCxnSpPr>
          <p:spPr>
            <a:xfrm flipH="1">
              <a:off x="4900247" y="2872482"/>
              <a:ext cx="622524" cy="0"/>
            </a:xfrm>
            <a:prstGeom prst="line">
              <a:avLst/>
            </a:prstGeom>
            <a:ln w="12700"/>
          </p:spPr>
          <p:style>
            <a:lnRef idx="1">
              <a:schemeClr val="dk1"/>
            </a:lnRef>
            <a:fillRef idx="0">
              <a:schemeClr val="dk1"/>
            </a:fillRef>
            <a:effectRef idx="0">
              <a:schemeClr val="dk1"/>
            </a:effectRef>
            <a:fontRef idx="minor">
              <a:schemeClr val="tx1"/>
            </a:fontRef>
          </p:style>
        </p:cxnSp>
        <p:sp>
          <p:nvSpPr>
            <p:cNvPr id="64" name="Rectangle 63">
              <a:extLst>
                <a:ext uri="{FF2B5EF4-FFF2-40B4-BE49-F238E27FC236}">
                  <a16:creationId xmlns:a16="http://schemas.microsoft.com/office/drawing/2014/main" id="{A83FE521-EC7A-0BBC-752A-A16666D53314}"/>
                </a:ext>
              </a:extLst>
            </p:cNvPr>
            <p:cNvSpPr/>
            <p:nvPr/>
          </p:nvSpPr>
          <p:spPr>
            <a:xfrm>
              <a:off x="5354191" y="3423963"/>
              <a:ext cx="214188" cy="359089"/>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E00A935B-F942-CDF3-2236-A707965A6AD4}"/>
                </a:ext>
              </a:extLst>
            </p:cNvPr>
            <p:cNvSpPr/>
            <p:nvPr/>
          </p:nvSpPr>
          <p:spPr>
            <a:xfrm>
              <a:off x="5371239" y="3581612"/>
              <a:ext cx="181842" cy="182172"/>
            </a:xfrm>
            <a:prstGeom prst="ellipse">
              <a:avLst/>
            </a:prstGeom>
            <a:solidFill>
              <a:schemeClr val="bg1">
                <a:lumMod val="7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6B4D4D89-EBED-B9D2-1350-6B663A8F901E}"/>
                </a:ext>
              </a:extLst>
            </p:cNvPr>
            <p:cNvSpPr/>
            <p:nvPr/>
          </p:nvSpPr>
          <p:spPr>
            <a:xfrm>
              <a:off x="5399544" y="3611175"/>
              <a:ext cx="124244" cy="124470"/>
            </a:xfrm>
            <a:prstGeom prst="ellipse">
              <a:avLst/>
            </a:prstGeom>
            <a:solidFill>
              <a:schemeClr val="bg1">
                <a:lumMod val="7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33F0BCBB-3A24-A131-1846-934A6793198E}"/>
                </a:ext>
              </a:extLst>
            </p:cNvPr>
            <p:cNvSpPr/>
            <p:nvPr/>
          </p:nvSpPr>
          <p:spPr>
            <a:xfrm>
              <a:off x="5426708" y="3636614"/>
              <a:ext cx="72127" cy="74881"/>
            </a:xfrm>
            <a:prstGeom prst="ellipse">
              <a:avLst/>
            </a:prstGeom>
            <a:solidFill>
              <a:schemeClr val="bg1">
                <a:lumMod val="7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B2F92570-BB1F-6036-CFFC-EE721AD73904}"/>
                </a:ext>
              </a:extLst>
            </p:cNvPr>
            <p:cNvSpPr txBox="1"/>
            <p:nvPr/>
          </p:nvSpPr>
          <p:spPr>
            <a:xfrm>
              <a:off x="4946188" y="1697015"/>
              <a:ext cx="1071191" cy="584775"/>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Stirred Cell</a:t>
              </a:r>
              <a:endParaRPr lang="en-US" sz="1600" baseline="30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D3A3904F-B769-2E09-F732-157052F29981}"/>
                    </a:ext>
                  </a:extLst>
                </p:cNvPr>
                <p:cNvSpPr txBox="1"/>
                <p:nvPr/>
              </p:nvSpPr>
              <p:spPr>
                <a:xfrm rot="5400000">
                  <a:off x="5259573" y="1903138"/>
                  <a:ext cx="525742" cy="132856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n-US" sz="5400" i="1" smtClean="0">
                                <a:latin typeface="Cambria Math" panose="02040503050406030204" pitchFamily="18" charset="0"/>
                                <a:cs typeface="Arial" panose="020B0604020202020204" pitchFamily="34" charset="0"/>
                              </a:rPr>
                            </m:ctrlPr>
                          </m:dPr>
                          <m:e>
                            <m:eqArr>
                              <m:eqArrPr>
                                <m:ctrlPr>
                                  <a:rPr lang="en-US" sz="5400" i="1" smtClean="0">
                                    <a:latin typeface="Cambria Math" panose="02040503050406030204" pitchFamily="18" charset="0"/>
                                    <a:cs typeface="Arial" panose="020B0604020202020204" pitchFamily="34" charset="0"/>
                                  </a:rPr>
                                </m:ctrlPr>
                              </m:eqArrPr>
                              <m:e>
                                <m:r>
                                  <a:rPr lang="en-US" sz="5400" b="0" i="1" smtClean="0">
                                    <a:latin typeface="Cambria Math" panose="02040503050406030204" pitchFamily="18" charset="0"/>
                                    <a:cs typeface="Arial" panose="020B0604020202020204" pitchFamily="34" charset="0"/>
                                  </a:rPr>
                                  <m:t> </m:t>
                                </m:r>
                              </m:e>
                              <m:e>
                                <m:r>
                                  <a:rPr lang="en-US" sz="5400" b="0" i="1" smtClean="0">
                                    <a:latin typeface="Cambria Math" panose="02040503050406030204" pitchFamily="18" charset="0"/>
                                    <a:cs typeface="Arial" panose="020B0604020202020204" pitchFamily="34" charset="0"/>
                                  </a:rPr>
                                  <m:t> </m:t>
                                </m:r>
                              </m:e>
                            </m:eqArr>
                          </m:e>
                        </m:d>
                      </m:oMath>
                    </m:oMathPara>
                  </a14:m>
                  <a:endParaRPr lang="en-US" sz="1600" dirty="0">
                    <a:latin typeface="Arial" panose="020B0604020202020204" pitchFamily="34" charset="0"/>
                    <a:cs typeface="Arial" panose="020B0604020202020204" pitchFamily="34" charset="0"/>
                  </a:endParaRPr>
                </a:p>
              </p:txBody>
            </p:sp>
          </mc:Choice>
          <mc:Fallback xmlns="">
            <p:sp>
              <p:nvSpPr>
                <p:cNvPr id="69" name="TextBox 68">
                  <a:extLst>
                    <a:ext uri="{FF2B5EF4-FFF2-40B4-BE49-F238E27FC236}">
                      <a16:creationId xmlns:a16="http://schemas.microsoft.com/office/drawing/2014/main" id="{D3A3904F-B769-2E09-F732-157052F29981}"/>
                    </a:ext>
                  </a:extLst>
                </p:cNvPr>
                <p:cNvSpPr txBox="1">
                  <a:spLocks noRot="1" noChangeAspect="1" noMove="1" noResize="1" noEditPoints="1" noAdjustHandles="1" noChangeArrowheads="1" noChangeShapeType="1" noTextEdit="1"/>
                </p:cNvSpPr>
                <p:nvPr/>
              </p:nvSpPr>
              <p:spPr>
                <a:xfrm rot="5400000">
                  <a:off x="5259573" y="1903138"/>
                  <a:ext cx="525742" cy="1328569"/>
                </a:xfrm>
                <a:prstGeom prst="rect">
                  <a:avLst/>
                </a:prstGeom>
                <a:blipFill>
                  <a:blip r:embed="rId6"/>
                  <a:stretch>
                    <a:fillRect t="-5952"/>
                  </a:stretch>
                </a:blipFill>
              </p:spPr>
              <p:txBody>
                <a:bodyPr/>
                <a:lstStyle/>
                <a:p>
                  <a:r>
                    <a:rPr lang="en-US">
                      <a:noFill/>
                    </a:rPr>
                    <a:t> </a:t>
                  </a:r>
                </a:p>
              </p:txBody>
            </p:sp>
          </mc:Fallback>
        </mc:AlternateContent>
        <p:sp>
          <p:nvSpPr>
            <p:cNvPr id="70" name="TextBox 69">
              <a:extLst>
                <a:ext uri="{FF2B5EF4-FFF2-40B4-BE49-F238E27FC236}">
                  <a16:creationId xmlns:a16="http://schemas.microsoft.com/office/drawing/2014/main" id="{0F2445C6-A87F-70AC-280C-BEECD3345ACE}"/>
                </a:ext>
              </a:extLst>
            </p:cNvPr>
            <p:cNvSpPr txBox="1"/>
            <p:nvPr/>
          </p:nvSpPr>
          <p:spPr>
            <a:xfrm>
              <a:off x="6366476" y="3332442"/>
              <a:ext cx="1253688" cy="584775"/>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Permeate Outlet</a:t>
              </a:r>
              <a:endParaRPr lang="en-US" sz="1600" baseline="30000" dirty="0">
                <a:latin typeface="Arial" panose="020B0604020202020204" pitchFamily="34" charset="0"/>
                <a:cs typeface="Arial" panose="020B0604020202020204" pitchFamily="34" charset="0"/>
              </a:endParaRPr>
            </a:p>
          </p:txBody>
        </p:sp>
        <p:cxnSp>
          <p:nvCxnSpPr>
            <p:cNvPr id="71" name="Straight Connector 70">
              <a:extLst>
                <a:ext uri="{FF2B5EF4-FFF2-40B4-BE49-F238E27FC236}">
                  <a16:creationId xmlns:a16="http://schemas.microsoft.com/office/drawing/2014/main" id="{7046F000-4BF2-6238-461A-2BDBD388C34F}"/>
                </a:ext>
              </a:extLst>
            </p:cNvPr>
            <p:cNvCxnSpPr>
              <a:cxnSpLocks/>
            </p:cNvCxnSpPr>
            <p:nvPr/>
          </p:nvCxnSpPr>
          <p:spPr>
            <a:xfrm flipV="1">
              <a:off x="6358909" y="3892733"/>
              <a:ext cx="549568" cy="162444"/>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2D66A30-9676-067C-1530-519B11673208}"/>
                </a:ext>
              </a:extLst>
            </p:cNvPr>
            <p:cNvCxnSpPr>
              <a:cxnSpLocks/>
            </p:cNvCxnSpPr>
            <p:nvPr/>
          </p:nvCxnSpPr>
          <p:spPr>
            <a:xfrm flipH="1">
              <a:off x="4569922" y="3594985"/>
              <a:ext cx="754405" cy="233782"/>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sp>
        <p:nvSpPr>
          <p:cNvPr id="77" name="TextBox 76">
            <a:extLst>
              <a:ext uri="{FF2B5EF4-FFF2-40B4-BE49-F238E27FC236}">
                <a16:creationId xmlns:a16="http://schemas.microsoft.com/office/drawing/2014/main" id="{7EB03E38-0B6A-DE0E-91FF-C10F2AFB7D13}"/>
              </a:ext>
            </a:extLst>
          </p:cNvPr>
          <p:cNvSpPr txBox="1"/>
          <p:nvPr/>
        </p:nvSpPr>
        <p:spPr>
          <a:xfrm>
            <a:off x="710926" y="5279548"/>
            <a:ext cx="9495352"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Multiple (two) salts are now placed within the feed and diafiltrate reservoirs. </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Retentate and permeate conductivity data are obtained at 5 second intervals. </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Scintillation vials are analyzed after the experiment (ICP-OES) to get ion specific concentrations. </a:t>
            </a:r>
            <a:endParaRPr lang="en-US" sz="1600" baseline="30000" dirty="0">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F3AA24D7-E8A4-76C1-86CE-D8F64B60B9CB}"/>
              </a:ext>
            </a:extLst>
          </p:cNvPr>
          <p:cNvSpPr txBox="1"/>
          <p:nvPr/>
        </p:nvSpPr>
        <p:spPr>
          <a:xfrm>
            <a:off x="51643" y="6408182"/>
            <a:ext cx="5828812" cy="276999"/>
          </a:xfrm>
          <a:prstGeom prst="rect">
            <a:avLst/>
          </a:prstGeom>
          <a:noFill/>
        </p:spPr>
        <p:txBody>
          <a:bodyPr wrap="square">
            <a:spAutoFit/>
          </a:bodyPr>
          <a:lstStyle/>
          <a:p>
            <a:r>
              <a:rPr lang="en-US" sz="1200" b="0" i="0" dirty="0">
                <a:effectLst/>
                <a:latin typeface="Arial" panose="020B0604020202020204" pitchFamily="34" charset="0"/>
                <a:cs typeface="Arial" panose="020B0604020202020204" pitchFamily="34" charset="0"/>
              </a:rPr>
              <a:t>Running Experiments </a:t>
            </a:r>
            <a:r>
              <a:rPr lang="en-US" sz="1200" b="0" i="0" dirty="0">
                <a:solidFill>
                  <a:schemeClr val="bg1">
                    <a:lumMod val="65000"/>
                  </a:schemeClr>
                </a:solidFill>
                <a:effectLst/>
                <a:latin typeface="Arial" panose="020B0604020202020204" pitchFamily="34" charset="0"/>
                <a:cs typeface="Arial" panose="020B0604020202020204" pitchFamily="34" charset="0"/>
              </a:rPr>
              <a:t>| </a:t>
            </a:r>
            <a:r>
              <a:rPr lang="en-US" sz="1200" dirty="0">
                <a:solidFill>
                  <a:schemeClr val="bg1">
                    <a:lumMod val="65000"/>
                  </a:schemeClr>
                </a:solidFill>
                <a:latin typeface="Arial" panose="020B0604020202020204" pitchFamily="34" charset="0"/>
                <a:cs typeface="Arial" panose="020B0604020202020204" pitchFamily="34" charset="0"/>
              </a:rPr>
              <a:t>Raw Data </a:t>
            </a:r>
            <a:r>
              <a:rPr lang="en-US" sz="1200" b="0" i="0" dirty="0">
                <a:solidFill>
                  <a:schemeClr val="bg1">
                    <a:lumMod val="65000"/>
                  </a:schemeClr>
                </a:solidFill>
                <a:effectLst/>
                <a:latin typeface="Arial" panose="020B0604020202020204" pitchFamily="34" charset="0"/>
                <a:cs typeface="Arial" panose="020B0604020202020204" pitchFamily="34" charset="0"/>
              </a:rPr>
              <a:t>Analysis | </a:t>
            </a:r>
          </a:p>
        </p:txBody>
      </p:sp>
    </p:spTree>
    <p:extLst>
      <p:ext uri="{BB962C8B-B14F-4D97-AF65-F5344CB8AC3E}">
        <p14:creationId xmlns:p14="http://schemas.microsoft.com/office/powerpoint/2010/main" val="3974873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D5B5-3180-1B1F-7697-F3870CC382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CCBB67-761D-7467-2DA8-89A84674C580}"/>
              </a:ext>
            </a:extLst>
          </p:cNvPr>
          <p:cNvSpPr txBox="1"/>
          <p:nvPr/>
        </p:nvSpPr>
        <p:spPr>
          <a:xfrm>
            <a:off x="0" y="192140"/>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RAW Excel Data will be Included in the Supplementary Information. </a:t>
            </a:r>
          </a:p>
        </p:txBody>
      </p:sp>
      <p:sp>
        <p:nvSpPr>
          <p:cNvPr id="15" name="Rectangle 14">
            <a:extLst>
              <a:ext uri="{FF2B5EF4-FFF2-40B4-BE49-F238E27FC236}">
                <a16:creationId xmlns:a16="http://schemas.microsoft.com/office/drawing/2014/main" id="{1BE373E0-1529-1727-23A1-663BA09FBED9}"/>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D830450-952B-A30C-4F41-6C6B637421F2}"/>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Slide Number Placeholder 3">
            <a:extLst>
              <a:ext uri="{FF2B5EF4-FFF2-40B4-BE49-F238E27FC236}">
                <a16:creationId xmlns:a16="http://schemas.microsoft.com/office/drawing/2014/main" id="{94EACC90-F41C-49B4-4A11-6365CBB90133}"/>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4</a:t>
            </a:fld>
            <a:endParaRPr lang="en-US" sz="1600" dirty="0">
              <a:solidFill>
                <a:schemeClr val="tx1"/>
              </a:solidFill>
              <a:latin typeface="Arial" panose="020B0604020202020204" pitchFamily="34" charset="0"/>
              <a:cs typeface="Arial" panose="020B0604020202020204" pitchFamily="34" charset="0"/>
            </a:endParaRPr>
          </a:p>
        </p:txBody>
      </p:sp>
      <p:sp>
        <p:nvSpPr>
          <p:cNvPr id="77" name="TextBox 76">
            <a:extLst>
              <a:ext uri="{FF2B5EF4-FFF2-40B4-BE49-F238E27FC236}">
                <a16:creationId xmlns:a16="http://schemas.microsoft.com/office/drawing/2014/main" id="{7EB03E38-0B6A-DE0E-91FF-C10F2AFB7D13}"/>
              </a:ext>
            </a:extLst>
          </p:cNvPr>
          <p:cNvSpPr txBox="1"/>
          <p:nvPr/>
        </p:nvSpPr>
        <p:spPr>
          <a:xfrm>
            <a:off x="1" y="5132686"/>
            <a:ext cx="12191999"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Comment/Question on Error:  The error associated with the calibration curve is larger than the error associated with the device making the measurement. In the following slides, the analyses incorporate the error of the calibration curve. Error propagation is left for future discussion.</a:t>
            </a:r>
          </a:p>
        </p:txBody>
      </p:sp>
      <p:pic>
        <p:nvPicPr>
          <p:cNvPr id="78" name="Picture 77">
            <a:extLst>
              <a:ext uri="{FF2B5EF4-FFF2-40B4-BE49-F238E27FC236}">
                <a16:creationId xmlns:a16="http://schemas.microsoft.com/office/drawing/2014/main" id="{5AAAD1CF-A227-2BF4-8D33-F80690FE0565}"/>
              </a:ext>
            </a:extLst>
          </p:cNvPr>
          <p:cNvPicPr>
            <a:picLocks noChangeAspect="1"/>
          </p:cNvPicPr>
          <p:nvPr/>
        </p:nvPicPr>
        <p:blipFill>
          <a:blip r:embed="rId3"/>
          <a:stretch>
            <a:fillRect/>
          </a:stretch>
        </p:blipFill>
        <p:spPr>
          <a:xfrm>
            <a:off x="603372" y="902450"/>
            <a:ext cx="6636091" cy="4038808"/>
          </a:xfrm>
          <a:prstGeom prst="rect">
            <a:avLst/>
          </a:prstGeom>
        </p:spPr>
      </p:pic>
      <p:pic>
        <p:nvPicPr>
          <p:cNvPr id="80" name="Picture 79">
            <a:extLst>
              <a:ext uri="{FF2B5EF4-FFF2-40B4-BE49-F238E27FC236}">
                <a16:creationId xmlns:a16="http://schemas.microsoft.com/office/drawing/2014/main" id="{8F71118D-C602-FB20-EBB4-26175C59DBA4}"/>
              </a:ext>
            </a:extLst>
          </p:cNvPr>
          <p:cNvPicPr>
            <a:picLocks noChangeAspect="1"/>
          </p:cNvPicPr>
          <p:nvPr/>
        </p:nvPicPr>
        <p:blipFill>
          <a:blip r:embed="rId4"/>
          <a:stretch>
            <a:fillRect/>
          </a:stretch>
        </p:blipFill>
        <p:spPr>
          <a:xfrm>
            <a:off x="3921417" y="1181711"/>
            <a:ext cx="3753043" cy="4026107"/>
          </a:xfrm>
          <a:prstGeom prst="rect">
            <a:avLst/>
          </a:prstGeom>
        </p:spPr>
      </p:pic>
      <p:pic>
        <p:nvPicPr>
          <p:cNvPr id="82" name="Picture 81">
            <a:extLst>
              <a:ext uri="{FF2B5EF4-FFF2-40B4-BE49-F238E27FC236}">
                <a16:creationId xmlns:a16="http://schemas.microsoft.com/office/drawing/2014/main" id="{7D6E2B8F-28E7-7B78-3883-4246C3EFC6DC}"/>
              </a:ext>
            </a:extLst>
          </p:cNvPr>
          <p:cNvPicPr>
            <a:picLocks noChangeAspect="1"/>
          </p:cNvPicPr>
          <p:nvPr/>
        </p:nvPicPr>
        <p:blipFill>
          <a:blip r:embed="rId5"/>
          <a:stretch>
            <a:fillRect/>
          </a:stretch>
        </p:blipFill>
        <p:spPr>
          <a:xfrm>
            <a:off x="603372" y="1109944"/>
            <a:ext cx="10522491" cy="3930852"/>
          </a:xfrm>
          <a:prstGeom prst="rect">
            <a:avLst/>
          </a:prstGeom>
        </p:spPr>
      </p:pic>
    </p:spTree>
    <p:extLst>
      <p:ext uri="{BB962C8B-B14F-4D97-AF65-F5344CB8AC3E}">
        <p14:creationId xmlns:p14="http://schemas.microsoft.com/office/powerpoint/2010/main" val="2964809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78"/>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80"/>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D5B5-3180-1B1F-7697-F3870CC3823A}"/>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1BE373E0-1529-1727-23A1-663BA09FBED9}"/>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D830450-952B-A30C-4F41-6C6B637421F2}"/>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Slide Number Placeholder 3">
            <a:extLst>
              <a:ext uri="{FF2B5EF4-FFF2-40B4-BE49-F238E27FC236}">
                <a16:creationId xmlns:a16="http://schemas.microsoft.com/office/drawing/2014/main" id="{94EACC90-F41C-49B4-4A11-6365CBB90133}"/>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5</a:t>
            </a:fld>
            <a:endParaRPr lang="en-US" sz="1600" dirty="0">
              <a:solidFill>
                <a:schemeClr val="tx1"/>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1CDE495D-546A-79B0-C34C-3338F0FC8A3D}"/>
              </a:ext>
            </a:extLst>
          </p:cNvPr>
          <p:cNvPicPr>
            <a:picLocks noChangeAspect="1"/>
          </p:cNvPicPr>
          <p:nvPr/>
        </p:nvPicPr>
        <p:blipFill>
          <a:blip r:embed="rId3"/>
          <a:stretch>
            <a:fillRect/>
          </a:stretch>
        </p:blipFill>
        <p:spPr>
          <a:xfrm>
            <a:off x="0" y="1665774"/>
            <a:ext cx="5649796" cy="4325185"/>
          </a:xfrm>
          <a:prstGeom prst="rect">
            <a:avLst/>
          </a:prstGeom>
        </p:spPr>
      </p:pic>
      <p:pic>
        <p:nvPicPr>
          <p:cNvPr id="4" name="Picture 3">
            <a:extLst>
              <a:ext uri="{FF2B5EF4-FFF2-40B4-BE49-F238E27FC236}">
                <a16:creationId xmlns:a16="http://schemas.microsoft.com/office/drawing/2014/main" id="{353E58DD-6D6B-7AFD-0774-2B5C3C7A1E24}"/>
              </a:ext>
            </a:extLst>
          </p:cNvPr>
          <p:cNvPicPr>
            <a:picLocks noChangeAspect="1"/>
          </p:cNvPicPr>
          <p:nvPr/>
        </p:nvPicPr>
        <p:blipFill>
          <a:blip r:embed="rId4"/>
          <a:stretch>
            <a:fillRect/>
          </a:stretch>
        </p:blipFill>
        <p:spPr>
          <a:xfrm>
            <a:off x="4005154" y="1666287"/>
            <a:ext cx="5649797" cy="4325186"/>
          </a:xfrm>
          <a:prstGeom prst="rect">
            <a:avLst/>
          </a:prstGeom>
        </p:spPr>
      </p:pic>
      <p:sp>
        <p:nvSpPr>
          <p:cNvPr id="5" name="TextBox 4">
            <a:extLst>
              <a:ext uri="{FF2B5EF4-FFF2-40B4-BE49-F238E27FC236}">
                <a16:creationId xmlns:a16="http://schemas.microsoft.com/office/drawing/2014/main" id="{0040ABEA-DC3D-C022-F95F-1E04C21E3B62}"/>
              </a:ext>
            </a:extLst>
          </p:cNvPr>
          <p:cNvSpPr txBox="1"/>
          <p:nvPr/>
        </p:nvSpPr>
        <p:spPr>
          <a:xfrm>
            <a:off x="0" y="192140"/>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Raw Data Analysis and Visualization</a:t>
            </a:r>
          </a:p>
        </p:txBody>
      </p:sp>
      <p:sp>
        <p:nvSpPr>
          <p:cNvPr id="6" name="TextBox 5">
            <a:extLst>
              <a:ext uri="{FF2B5EF4-FFF2-40B4-BE49-F238E27FC236}">
                <a16:creationId xmlns:a16="http://schemas.microsoft.com/office/drawing/2014/main" id="{3D469ECA-E733-9160-3060-8A021303950F}"/>
              </a:ext>
            </a:extLst>
          </p:cNvPr>
          <p:cNvSpPr txBox="1"/>
          <p:nvPr/>
        </p:nvSpPr>
        <p:spPr>
          <a:xfrm>
            <a:off x="127929" y="893565"/>
            <a:ext cx="12191999"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Feed: 20 mM NaCl</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Diafiltrate: 10 mM NaCl, 50 mM CaCl</a:t>
            </a:r>
            <a:r>
              <a:rPr lang="en-US" sz="1600" baseline="-25000" dirty="0">
                <a:latin typeface="Arial" panose="020B0604020202020204" pitchFamily="34" charset="0"/>
                <a:cs typeface="Arial" panose="020B0604020202020204" pitchFamily="34" charset="0"/>
              </a:rPr>
              <a:t>2</a:t>
            </a:r>
            <a:r>
              <a:rPr lang="en-US" sz="1600" dirty="0">
                <a:latin typeface="Arial" panose="020B0604020202020204" pitchFamily="34" charset="0"/>
                <a:cs typeface="Arial" panose="020B0604020202020204" pitchFamily="34" charset="0"/>
              </a:rPr>
              <a:t> </a:t>
            </a:r>
          </a:p>
        </p:txBody>
      </p:sp>
      <p:pic>
        <p:nvPicPr>
          <p:cNvPr id="8" name="Picture 7">
            <a:extLst>
              <a:ext uri="{FF2B5EF4-FFF2-40B4-BE49-F238E27FC236}">
                <a16:creationId xmlns:a16="http://schemas.microsoft.com/office/drawing/2014/main" id="{999D8740-2477-5406-4C19-D74EB04FAD30}"/>
              </a:ext>
            </a:extLst>
          </p:cNvPr>
          <p:cNvPicPr>
            <a:picLocks noChangeAspect="1"/>
          </p:cNvPicPr>
          <p:nvPr/>
        </p:nvPicPr>
        <p:blipFill>
          <a:blip r:embed="rId5"/>
          <a:stretch>
            <a:fillRect/>
          </a:stretch>
        </p:blipFill>
        <p:spPr>
          <a:xfrm>
            <a:off x="4005153" y="1666800"/>
            <a:ext cx="5649797" cy="4325186"/>
          </a:xfrm>
          <a:prstGeom prst="rect">
            <a:avLst/>
          </a:prstGeom>
        </p:spPr>
      </p:pic>
      <p:pic>
        <p:nvPicPr>
          <p:cNvPr id="10" name="Picture 9">
            <a:extLst>
              <a:ext uri="{FF2B5EF4-FFF2-40B4-BE49-F238E27FC236}">
                <a16:creationId xmlns:a16="http://schemas.microsoft.com/office/drawing/2014/main" id="{F3449477-D719-C1B4-81E0-1174EBD5E0A3}"/>
              </a:ext>
            </a:extLst>
          </p:cNvPr>
          <p:cNvPicPr>
            <a:picLocks noChangeAspect="1"/>
          </p:cNvPicPr>
          <p:nvPr/>
        </p:nvPicPr>
        <p:blipFill>
          <a:blip r:embed="rId6"/>
          <a:stretch>
            <a:fillRect/>
          </a:stretch>
        </p:blipFill>
        <p:spPr>
          <a:xfrm>
            <a:off x="0" y="1666800"/>
            <a:ext cx="5649796" cy="4325186"/>
          </a:xfrm>
          <a:prstGeom prst="rect">
            <a:avLst/>
          </a:prstGeom>
        </p:spPr>
      </p:pic>
      <p:pic>
        <p:nvPicPr>
          <p:cNvPr id="3" name="Picture 2">
            <a:extLst>
              <a:ext uri="{FF2B5EF4-FFF2-40B4-BE49-F238E27FC236}">
                <a16:creationId xmlns:a16="http://schemas.microsoft.com/office/drawing/2014/main" id="{B5125DAF-C513-09F2-E62B-6F432A8B3104}"/>
              </a:ext>
            </a:extLst>
          </p:cNvPr>
          <p:cNvPicPr>
            <a:picLocks noChangeAspect="1"/>
          </p:cNvPicPr>
          <p:nvPr/>
        </p:nvPicPr>
        <p:blipFill>
          <a:blip r:embed="rId7"/>
          <a:stretch>
            <a:fillRect/>
          </a:stretch>
        </p:blipFill>
        <p:spPr>
          <a:xfrm>
            <a:off x="8378699" y="2195693"/>
            <a:ext cx="3685372" cy="3194670"/>
          </a:xfrm>
          <a:prstGeom prst="rect">
            <a:avLst/>
          </a:prstGeom>
        </p:spPr>
      </p:pic>
      <p:pic>
        <p:nvPicPr>
          <p:cNvPr id="7" name="Picture 6">
            <a:extLst>
              <a:ext uri="{FF2B5EF4-FFF2-40B4-BE49-F238E27FC236}">
                <a16:creationId xmlns:a16="http://schemas.microsoft.com/office/drawing/2014/main" id="{F266D8F3-DCFA-B860-9DAB-94E4064F79F6}"/>
              </a:ext>
            </a:extLst>
          </p:cNvPr>
          <p:cNvPicPr>
            <a:picLocks noChangeAspect="1"/>
          </p:cNvPicPr>
          <p:nvPr/>
        </p:nvPicPr>
        <p:blipFill>
          <a:blip r:embed="rId8"/>
          <a:stretch>
            <a:fillRect/>
          </a:stretch>
        </p:blipFill>
        <p:spPr>
          <a:xfrm>
            <a:off x="9184012" y="350910"/>
            <a:ext cx="2383462" cy="1792808"/>
          </a:xfrm>
          <a:prstGeom prst="rect">
            <a:avLst/>
          </a:prstGeom>
        </p:spPr>
      </p:pic>
      <p:pic>
        <p:nvPicPr>
          <p:cNvPr id="11" name="Picture 10">
            <a:extLst>
              <a:ext uri="{FF2B5EF4-FFF2-40B4-BE49-F238E27FC236}">
                <a16:creationId xmlns:a16="http://schemas.microsoft.com/office/drawing/2014/main" id="{6838436C-29BB-A22B-CB36-A77305824928}"/>
              </a:ext>
            </a:extLst>
          </p:cNvPr>
          <p:cNvPicPr>
            <a:picLocks noChangeAspect="1"/>
          </p:cNvPicPr>
          <p:nvPr/>
        </p:nvPicPr>
        <p:blipFill>
          <a:blip r:embed="rId9"/>
          <a:stretch>
            <a:fillRect/>
          </a:stretch>
        </p:blipFill>
        <p:spPr>
          <a:xfrm>
            <a:off x="0" y="1666800"/>
            <a:ext cx="5649796" cy="4325186"/>
          </a:xfrm>
          <a:prstGeom prst="rect">
            <a:avLst/>
          </a:prstGeom>
        </p:spPr>
      </p:pic>
      <p:sp>
        <p:nvSpPr>
          <p:cNvPr id="9" name="TextBox 8">
            <a:extLst>
              <a:ext uri="{FF2B5EF4-FFF2-40B4-BE49-F238E27FC236}">
                <a16:creationId xmlns:a16="http://schemas.microsoft.com/office/drawing/2014/main" id="{403F8DEC-19A7-BD97-AAB8-3AEF2C6D4E14}"/>
              </a:ext>
            </a:extLst>
          </p:cNvPr>
          <p:cNvSpPr txBox="1"/>
          <p:nvPr/>
        </p:nvSpPr>
        <p:spPr>
          <a:xfrm>
            <a:off x="0" y="5917967"/>
            <a:ext cx="12191999" cy="338554"/>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The conductivity measurements and ICP data (including mass balances) ensures the data is self consistent. </a:t>
            </a:r>
          </a:p>
        </p:txBody>
      </p:sp>
    </p:spTree>
    <p:extLst>
      <p:ext uri="{BB962C8B-B14F-4D97-AF65-F5344CB8AC3E}">
        <p14:creationId xmlns:p14="http://schemas.microsoft.com/office/powerpoint/2010/main" val="3960881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1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2"/>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B164E-B1CA-C5D6-5BCF-C5298DBBAE4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7C47BB-D5D4-5855-3CE3-13415477498D}"/>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B2D1515-8D55-092C-5685-E335CA4BDB97}"/>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3">
            <a:extLst>
              <a:ext uri="{FF2B5EF4-FFF2-40B4-BE49-F238E27FC236}">
                <a16:creationId xmlns:a16="http://schemas.microsoft.com/office/drawing/2014/main" id="{67FEE5FB-EA18-FD52-7F58-D533478B4E98}"/>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6</a:t>
            </a:fld>
            <a:endParaRPr lang="en-US" sz="1600" dirty="0">
              <a:solidFill>
                <a:schemeClr val="tx1"/>
              </a:solidFill>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06A8D693-AE72-1E44-EF20-12ECEE9F64A9}"/>
              </a:ext>
            </a:extLst>
          </p:cNvPr>
          <p:cNvPicPr>
            <a:picLocks noChangeAspect="1"/>
          </p:cNvPicPr>
          <p:nvPr/>
        </p:nvPicPr>
        <p:blipFill>
          <a:blip r:embed="rId3"/>
          <a:stretch>
            <a:fillRect/>
          </a:stretch>
        </p:blipFill>
        <p:spPr>
          <a:xfrm>
            <a:off x="6104543" y="1414699"/>
            <a:ext cx="4454409" cy="3016457"/>
          </a:xfrm>
          <a:prstGeom prst="rect">
            <a:avLst/>
          </a:prstGeom>
        </p:spPr>
      </p:pic>
      <p:sp>
        <p:nvSpPr>
          <p:cNvPr id="3" name="TextBox 2">
            <a:extLst>
              <a:ext uri="{FF2B5EF4-FFF2-40B4-BE49-F238E27FC236}">
                <a16:creationId xmlns:a16="http://schemas.microsoft.com/office/drawing/2014/main" id="{D5193684-5226-5971-43D8-8981018C7079}"/>
              </a:ext>
            </a:extLst>
          </p:cNvPr>
          <p:cNvSpPr txBox="1"/>
          <p:nvPr/>
        </p:nvSpPr>
        <p:spPr>
          <a:xfrm>
            <a:off x="0" y="5383507"/>
            <a:ext cx="12191999" cy="1138773"/>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 data plots the retentate concentrations that were explored throughout the course of the experiments.</a:t>
            </a:r>
          </a:p>
          <a:p>
            <a:endParaRPr lang="en-US" sz="1600" dirty="0">
              <a:latin typeface="Arial" panose="020B0604020202020204" pitchFamily="34" charset="0"/>
              <a:cs typeface="Arial" panose="020B0604020202020204" pitchFamily="34" charset="0"/>
            </a:endParaRPr>
          </a:p>
          <a:p>
            <a:pPr algn="ctr"/>
            <a:r>
              <a:rPr lang="en-US" b="1" dirty="0">
                <a:latin typeface="Arial" panose="020B0604020202020204" pitchFamily="34" charset="0"/>
                <a:cs typeface="Arial" panose="020B0604020202020204" pitchFamily="34" charset="0"/>
              </a:rPr>
              <a:t>Is the performance of a membrane dependent on the ‘prior’ conditions? </a:t>
            </a:r>
          </a:p>
          <a:p>
            <a:pPr algn="ctr"/>
            <a:r>
              <a:rPr lang="en-US" dirty="0">
                <a:latin typeface="Arial" panose="020B0604020202020204" pitchFamily="34" charset="0"/>
                <a:cs typeface="Arial" panose="020B0604020202020204" pitchFamily="34" charset="0"/>
              </a:rPr>
              <a:t>How can we begin to model the flux of solutions through NF270 membranes? </a:t>
            </a:r>
          </a:p>
        </p:txBody>
      </p:sp>
      <p:pic>
        <p:nvPicPr>
          <p:cNvPr id="8" name="Picture 7">
            <a:extLst>
              <a:ext uri="{FF2B5EF4-FFF2-40B4-BE49-F238E27FC236}">
                <a16:creationId xmlns:a16="http://schemas.microsoft.com/office/drawing/2014/main" id="{3D625FAE-E5D4-58BC-B29F-54EDE029F049}"/>
              </a:ext>
            </a:extLst>
          </p:cNvPr>
          <p:cNvPicPr>
            <a:picLocks noChangeAspect="1"/>
          </p:cNvPicPr>
          <p:nvPr/>
        </p:nvPicPr>
        <p:blipFill>
          <a:blip r:embed="rId4"/>
          <a:stretch>
            <a:fillRect/>
          </a:stretch>
        </p:blipFill>
        <p:spPr>
          <a:xfrm>
            <a:off x="942148" y="653805"/>
            <a:ext cx="6259718" cy="4792110"/>
          </a:xfrm>
          <a:prstGeom prst="rect">
            <a:avLst/>
          </a:prstGeom>
        </p:spPr>
      </p:pic>
      <p:sp>
        <p:nvSpPr>
          <p:cNvPr id="9" name="TextBox 8">
            <a:extLst>
              <a:ext uri="{FF2B5EF4-FFF2-40B4-BE49-F238E27FC236}">
                <a16:creationId xmlns:a16="http://schemas.microsoft.com/office/drawing/2014/main" id="{E5F2EC67-8BCF-6D14-1AB2-A5D45B8A7030}"/>
              </a:ext>
            </a:extLst>
          </p:cNvPr>
          <p:cNvSpPr txBox="1"/>
          <p:nvPr/>
        </p:nvSpPr>
        <p:spPr>
          <a:xfrm>
            <a:off x="0" y="192140"/>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Diafiltration Experiments Systematically Explore Multi-component Feeds</a:t>
            </a:r>
          </a:p>
        </p:txBody>
      </p:sp>
      <p:sp>
        <p:nvSpPr>
          <p:cNvPr id="6" name="Oval 5">
            <a:extLst>
              <a:ext uri="{FF2B5EF4-FFF2-40B4-BE49-F238E27FC236}">
                <a16:creationId xmlns:a16="http://schemas.microsoft.com/office/drawing/2014/main" id="{EF082187-40E3-CD13-BF77-EA6A6FB73A34}"/>
              </a:ext>
            </a:extLst>
          </p:cNvPr>
          <p:cNvSpPr/>
          <p:nvPr/>
        </p:nvSpPr>
        <p:spPr>
          <a:xfrm>
            <a:off x="2105638" y="4269726"/>
            <a:ext cx="2910980" cy="39499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DD812A8-F5B4-A250-4A1C-0A8733E2DA80}"/>
              </a:ext>
            </a:extLst>
          </p:cNvPr>
          <p:cNvSpPr/>
          <p:nvPr/>
        </p:nvSpPr>
        <p:spPr>
          <a:xfrm rot="16200000">
            <a:off x="788922" y="2703382"/>
            <a:ext cx="2910980" cy="39499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8670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B164E-B1CA-C5D6-5BCF-C5298DBBAE4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7C47BB-D5D4-5855-3CE3-13415477498D}"/>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B2D1515-8D55-092C-5685-E335CA4BDB97}"/>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3">
            <a:extLst>
              <a:ext uri="{FF2B5EF4-FFF2-40B4-BE49-F238E27FC236}">
                <a16:creationId xmlns:a16="http://schemas.microsoft.com/office/drawing/2014/main" id="{67FEE5FB-EA18-FD52-7F58-D533478B4E98}"/>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7</a:t>
            </a:fld>
            <a:endParaRPr lang="en-US" sz="1600" dirty="0">
              <a:solidFill>
                <a:schemeClr val="tx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E5F2EC67-8BCF-6D14-1AB2-A5D45B8A7030}"/>
              </a:ext>
            </a:extLst>
          </p:cNvPr>
          <p:cNvSpPr txBox="1"/>
          <p:nvPr/>
        </p:nvSpPr>
        <p:spPr>
          <a:xfrm>
            <a:off x="0" y="192140"/>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Do the Previous Experimental Conditions Effect Subsequent Measurements?</a:t>
            </a:r>
          </a:p>
        </p:txBody>
      </p:sp>
      <p:graphicFrame>
        <p:nvGraphicFramePr>
          <p:cNvPr id="3" name="Chart 2">
            <a:extLst>
              <a:ext uri="{FF2B5EF4-FFF2-40B4-BE49-F238E27FC236}">
                <a16:creationId xmlns:a16="http://schemas.microsoft.com/office/drawing/2014/main" id="{1362324F-E195-4E93-A1EA-8CE4054787F2}"/>
              </a:ext>
            </a:extLst>
          </p:cNvPr>
          <p:cNvGraphicFramePr>
            <a:graphicFrameLocks/>
          </p:cNvGraphicFramePr>
          <p:nvPr>
            <p:extLst>
              <p:ext uri="{D42A27DB-BD31-4B8C-83A1-F6EECF244321}">
                <p14:modId xmlns:p14="http://schemas.microsoft.com/office/powerpoint/2010/main" val="4131939785"/>
              </p:ext>
            </p:extLst>
          </p:nvPr>
        </p:nvGraphicFramePr>
        <p:xfrm>
          <a:off x="1625011" y="2736227"/>
          <a:ext cx="3425371" cy="2839583"/>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DE23A1D6-2D8B-BAA0-B989-C0BEF038D22E}"/>
              </a:ext>
            </a:extLst>
          </p:cNvPr>
          <p:cNvSpPr txBox="1"/>
          <p:nvPr/>
        </p:nvSpPr>
        <p:spPr>
          <a:xfrm>
            <a:off x="4395172" y="3236548"/>
            <a:ext cx="2115879" cy="830997"/>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Diluting Experiments</a:t>
            </a:r>
          </a:p>
          <a:p>
            <a:pPr algn="ctr"/>
            <a:r>
              <a:rPr lang="en-US" sz="1600" dirty="0">
                <a:latin typeface="Arial" panose="020B0604020202020204" pitchFamily="34" charset="0"/>
                <a:cs typeface="Arial" panose="020B0604020202020204" pitchFamily="34" charset="0"/>
              </a:rPr>
              <a:t>50 mM CaCl</a:t>
            </a:r>
            <a:r>
              <a:rPr lang="en-US" sz="1600" baseline="-25000" dirty="0">
                <a:latin typeface="Arial" panose="020B0604020202020204" pitchFamily="34" charset="0"/>
                <a:cs typeface="Arial" panose="020B0604020202020204" pitchFamily="34" charset="0"/>
              </a:rPr>
              <a:t>2</a:t>
            </a:r>
            <a:r>
              <a:rPr lang="en-US" sz="1600" dirty="0">
                <a:latin typeface="Arial" panose="020B0604020202020204" pitchFamily="34" charset="0"/>
                <a:cs typeface="Arial" panose="020B0604020202020204" pitchFamily="34" charset="0"/>
              </a:rPr>
              <a:t> Feed</a:t>
            </a:r>
          </a:p>
          <a:p>
            <a:pPr algn="ctr"/>
            <a:r>
              <a:rPr lang="en-US" sz="1600" dirty="0">
                <a:latin typeface="Arial" panose="020B0604020202020204" pitchFamily="34" charset="0"/>
                <a:cs typeface="Arial" panose="020B0604020202020204" pitchFamily="34" charset="0"/>
              </a:rPr>
              <a:t>0 mM Diafiltrate</a:t>
            </a:r>
          </a:p>
        </p:txBody>
      </p:sp>
      <p:sp>
        <p:nvSpPr>
          <p:cNvPr id="10" name="TextBox 9">
            <a:extLst>
              <a:ext uri="{FF2B5EF4-FFF2-40B4-BE49-F238E27FC236}">
                <a16:creationId xmlns:a16="http://schemas.microsoft.com/office/drawing/2014/main" id="{584665F5-F90C-879D-FCFC-7C4C93A33917}"/>
              </a:ext>
            </a:extLst>
          </p:cNvPr>
          <p:cNvSpPr txBox="1"/>
          <p:nvPr/>
        </p:nvSpPr>
        <p:spPr>
          <a:xfrm>
            <a:off x="1751209" y="1940747"/>
            <a:ext cx="2643963" cy="830997"/>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Concentrating Experiments</a:t>
            </a:r>
          </a:p>
          <a:p>
            <a:pPr algn="ctr"/>
            <a:r>
              <a:rPr lang="en-US" sz="1600" dirty="0">
                <a:latin typeface="Arial" panose="020B0604020202020204" pitchFamily="34" charset="0"/>
                <a:cs typeface="Arial" panose="020B0604020202020204" pitchFamily="34" charset="0"/>
              </a:rPr>
              <a:t>1 mM CaCl</a:t>
            </a:r>
            <a:r>
              <a:rPr lang="en-US" sz="1600" baseline="-25000" dirty="0">
                <a:latin typeface="Arial" panose="020B0604020202020204" pitchFamily="34" charset="0"/>
                <a:cs typeface="Arial" panose="020B0604020202020204" pitchFamily="34" charset="0"/>
              </a:rPr>
              <a:t>2</a:t>
            </a:r>
            <a:r>
              <a:rPr lang="en-US" sz="1600" dirty="0">
                <a:latin typeface="Arial" panose="020B0604020202020204" pitchFamily="34" charset="0"/>
                <a:cs typeface="Arial" panose="020B0604020202020204" pitchFamily="34" charset="0"/>
              </a:rPr>
              <a:t> Feed</a:t>
            </a:r>
          </a:p>
          <a:p>
            <a:pPr algn="ctr"/>
            <a:r>
              <a:rPr lang="en-US" sz="1600" dirty="0">
                <a:latin typeface="Arial" panose="020B0604020202020204" pitchFamily="34" charset="0"/>
                <a:cs typeface="Arial" panose="020B0604020202020204" pitchFamily="34" charset="0"/>
              </a:rPr>
              <a:t>50 mM Diafiltrate</a:t>
            </a:r>
          </a:p>
        </p:txBody>
      </p:sp>
      <p:sp>
        <p:nvSpPr>
          <p:cNvPr id="11" name="TextBox 10">
            <a:extLst>
              <a:ext uri="{FF2B5EF4-FFF2-40B4-BE49-F238E27FC236}">
                <a16:creationId xmlns:a16="http://schemas.microsoft.com/office/drawing/2014/main" id="{8BA8A61E-C0D2-B2F0-5040-6145B8ABEC03}"/>
              </a:ext>
            </a:extLst>
          </p:cNvPr>
          <p:cNvSpPr txBox="1"/>
          <p:nvPr/>
        </p:nvSpPr>
        <p:spPr>
          <a:xfrm>
            <a:off x="1625011" y="1225294"/>
            <a:ext cx="8210105" cy="400110"/>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What data is relevant? How do we process the raw data? </a:t>
            </a:r>
          </a:p>
        </p:txBody>
      </p:sp>
      <p:graphicFrame>
        <p:nvGraphicFramePr>
          <p:cNvPr id="13" name="Chart 12">
            <a:extLst>
              <a:ext uri="{FF2B5EF4-FFF2-40B4-BE49-F238E27FC236}">
                <a16:creationId xmlns:a16="http://schemas.microsoft.com/office/drawing/2014/main" id="{D9782205-B7BA-40FB-A6DC-675D4D2EC3C8}"/>
              </a:ext>
            </a:extLst>
          </p:cNvPr>
          <p:cNvGraphicFramePr>
            <a:graphicFrameLocks/>
          </p:cNvGraphicFramePr>
          <p:nvPr>
            <p:extLst>
              <p:ext uri="{D42A27DB-BD31-4B8C-83A1-F6EECF244321}">
                <p14:modId xmlns:p14="http://schemas.microsoft.com/office/powerpoint/2010/main" val="2149398368"/>
              </p:ext>
            </p:extLst>
          </p:nvPr>
        </p:nvGraphicFramePr>
        <p:xfrm>
          <a:off x="6763909" y="2734775"/>
          <a:ext cx="3391505" cy="283958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817576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B164E-B1CA-C5D6-5BCF-C5298DBBAE4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7C47BB-D5D4-5855-3CE3-13415477498D}"/>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B2D1515-8D55-092C-5685-E335CA4BDB97}"/>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3">
            <a:extLst>
              <a:ext uri="{FF2B5EF4-FFF2-40B4-BE49-F238E27FC236}">
                <a16:creationId xmlns:a16="http://schemas.microsoft.com/office/drawing/2014/main" id="{67FEE5FB-EA18-FD52-7F58-D533478B4E98}"/>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8</a:t>
            </a:fld>
            <a:endParaRPr lang="en-US" sz="1600" dirty="0">
              <a:solidFill>
                <a:schemeClr val="tx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E5F2EC67-8BCF-6D14-1AB2-A5D45B8A7030}"/>
              </a:ext>
            </a:extLst>
          </p:cNvPr>
          <p:cNvSpPr txBox="1"/>
          <p:nvPr/>
        </p:nvSpPr>
        <p:spPr>
          <a:xfrm>
            <a:off x="0" y="192140"/>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Filtration Experiments </a:t>
            </a:r>
            <a:r>
              <a:rPr lang="en-US" sz="2400" dirty="0">
                <a:latin typeface="Arial" panose="020B0604020202020204" pitchFamily="34" charset="0"/>
                <a:cs typeface="Arial" panose="020B0604020202020204" pitchFamily="34" charset="0"/>
              </a:rPr>
              <a:t>Educate Data Processing.</a:t>
            </a:r>
            <a:endParaRPr lang="en-US" sz="2400" b="0" i="0" dirty="0">
              <a:effectLst/>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3B9FC400-B924-38B9-0C01-8A66B4D44807}"/>
              </a:ext>
            </a:extLst>
          </p:cNvPr>
          <p:cNvPicPr>
            <a:picLocks noChangeAspect="1"/>
          </p:cNvPicPr>
          <p:nvPr/>
        </p:nvPicPr>
        <p:blipFill>
          <a:blip r:embed="rId3"/>
          <a:stretch>
            <a:fillRect/>
          </a:stretch>
        </p:blipFill>
        <p:spPr>
          <a:xfrm>
            <a:off x="5904614" y="516179"/>
            <a:ext cx="6026264" cy="4613390"/>
          </a:xfrm>
          <a:prstGeom prst="rect">
            <a:avLst/>
          </a:prstGeom>
        </p:spPr>
      </p:pic>
      <p:pic>
        <p:nvPicPr>
          <p:cNvPr id="8" name="Picture 7">
            <a:extLst>
              <a:ext uri="{FF2B5EF4-FFF2-40B4-BE49-F238E27FC236}">
                <a16:creationId xmlns:a16="http://schemas.microsoft.com/office/drawing/2014/main" id="{89C81325-0BDC-3368-14FD-0F4EA1D1AC61}"/>
              </a:ext>
            </a:extLst>
          </p:cNvPr>
          <p:cNvPicPr>
            <a:picLocks noChangeAspect="1"/>
          </p:cNvPicPr>
          <p:nvPr/>
        </p:nvPicPr>
        <p:blipFill>
          <a:blip r:embed="rId4"/>
          <a:stretch>
            <a:fillRect/>
          </a:stretch>
        </p:blipFill>
        <p:spPr>
          <a:xfrm>
            <a:off x="1630257" y="912086"/>
            <a:ext cx="4013235" cy="3821575"/>
          </a:xfrm>
          <a:prstGeom prst="rect">
            <a:avLst/>
          </a:prstGeom>
        </p:spPr>
      </p:pic>
      <p:sp>
        <p:nvSpPr>
          <p:cNvPr id="13" name="TextBox 12">
            <a:extLst>
              <a:ext uri="{FF2B5EF4-FFF2-40B4-BE49-F238E27FC236}">
                <a16:creationId xmlns:a16="http://schemas.microsoft.com/office/drawing/2014/main" id="{F525E8D4-D357-912F-7BDE-F15114DA975A}"/>
              </a:ext>
            </a:extLst>
          </p:cNvPr>
          <p:cNvSpPr txBox="1"/>
          <p:nvPr/>
        </p:nvSpPr>
        <p:spPr>
          <a:xfrm>
            <a:off x="1674044" y="5219764"/>
            <a:ext cx="9420447" cy="707886"/>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Obtain concentrations related to the driving forces. (i.e., position #1 and #2)</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Remove data associated with the residence time of the permeate reservoir. </a:t>
            </a:r>
          </a:p>
        </p:txBody>
      </p:sp>
    </p:spTree>
    <p:extLst>
      <p:ext uri="{BB962C8B-B14F-4D97-AF65-F5344CB8AC3E}">
        <p14:creationId xmlns:p14="http://schemas.microsoft.com/office/powerpoint/2010/main" val="1796035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B164E-B1CA-C5D6-5BCF-C5298DBBAE4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7C47BB-D5D4-5855-3CE3-13415477498D}"/>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B2D1515-8D55-092C-5685-E335CA4BDB97}"/>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3">
            <a:extLst>
              <a:ext uri="{FF2B5EF4-FFF2-40B4-BE49-F238E27FC236}">
                <a16:creationId xmlns:a16="http://schemas.microsoft.com/office/drawing/2014/main" id="{67FEE5FB-EA18-FD52-7F58-D533478B4E98}"/>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9</a:t>
            </a:fld>
            <a:endParaRPr lang="en-US" sz="1600" dirty="0">
              <a:solidFill>
                <a:schemeClr val="tx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E5F2EC67-8BCF-6D14-1AB2-A5D45B8A7030}"/>
              </a:ext>
            </a:extLst>
          </p:cNvPr>
          <p:cNvSpPr txBox="1"/>
          <p:nvPr/>
        </p:nvSpPr>
        <p:spPr>
          <a:xfrm>
            <a:off x="-1" y="219177"/>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Data Processing Helps, But is not the Solution.</a:t>
            </a:r>
          </a:p>
        </p:txBody>
      </p:sp>
      <p:graphicFrame>
        <p:nvGraphicFramePr>
          <p:cNvPr id="3" name="Chart 2">
            <a:extLst>
              <a:ext uri="{FF2B5EF4-FFF2-40B4-BE49-F238E27FC236}">
                <a16:creationId xmlns:a16="http://schemas.microsoft.com/office/drawing/2014/main" id="{1362324F-E195-4E93-A1EA-8CE4054787F2}"/>
              </a:ext>
            </a:extLst>
          </p:cNvPr>
          <p:cNvGraphicFramePr>
            <a:graphicFrameLocks/>
          </p:cNvGraphicFramePr>
          <p:nvPr>
            <p:extLst>
              <p:ext uri="{D42A27DB-BD31-4B8C-83A1-F6EECF244321}">
                <p14:modId xmlns:p14="http://schemas.microsoft.com/office/powerpoint/2010/main" val="2868958480"/>
              </p:ext>
            </p:extLst>
          </p:nvPr>
        </p:nvGraphicFramePr>
        <p:xfrm>
          <a:off x="317199" y="982636"/>
          <a:ext cx="3425371" cy="283958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D9782205-B7BA-40FB-A6DC-675D4D2EC3C8}"/>
              </a:ext>
            </a:extLst>
          </p:cNvPr>
          <p:cNvGraphicFramePr>
            <a:graphicFrameLocks/>
          </p:cNvGraphicFramePr>
          <p:nvPr>
            <p:extLst>
              <p:ext uri="{D42A27DB-BD31-4B8C-83A1-F6EECF244321}">
                <p14:modId xmlns:p14="http://schemas.microsoft.com/office/powerpoint/2010/main" val="4221713911"/>
              </p:ext>
            </p:extLst>
          </p:nvPr>
        </p:nvGraphicFramePr>
        <p:xfrm>
          <a:off x="317198" y="3822219"/>
          <a:ext cx="3391505" cy="2839583"/>
        </p:xfrm>
        <a:graphic>
          <a:graphicData uri="http://schemas.openxmlformats.org/drawingml/2006/chart">
            <c:chart xmlns:c="http://schemas.openxmlformats.org/drawingml/2006/chart" xmlns:r="http://schemas.openxmlformats.org/officeDocument/2006/relationships" r:id="rId4"/>
          </a:graphicData>
        </a:graphic>
      </p:graphicFrame>
      <p:sp>
        <p:nvSpPr>
          <p:cNvPr id="6" name="Arrow: Right 5">
            <a:extLst>
              <a:ext uri="{FF2B5EF4-FFF2-40B4-BE49-F238E27FC236}">
                <a16:creationId xmlns:a16="http://schemas.microsoft.com/office/drawing/2014/main" id="{958C5967-47EC-3389-7407-0DC00617EC2E}"/>
              </a:ext>
            </a:extLst>
          </p:cNvPr>
          <p:cNvSpPr/>
          <p:nvPr/>
        </p:nvSpPr>
        <p:spPr>
          <a:xfrm>
            <a:off x="4099859" y="3417821"/>
            <a:ext cx="1158949" cy="530381"/>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Chart 7">
            <a:extLst>
              <a:ext uri="{FF2B5EF4-FFF2-40B4-BE49-F238E27FC236}">
                <a16:creationId xmlns:a16="http://schemas.microsoft.com/office/drawing/2014/main" id="{EC5D4C68-594C-4D02-A152-10F3552DB86C}"/>
              </a:ext>
            </a:extLst>
          </p:cNvPr>
          <p:cNvGraphicFramePr>
            <a:graphicFrameLocks/>
          </p:cNvGraphicFramePr>
          <p:nvPr>
            <p:extLst>
              <p:ext uri="{D42A27DB-BD31-4B8C-83A1-F6EECF244321}">
                <p14:modId xmlns:p14="http://schemas.microsoft.com/office/powerpoint/2010/main" val="3596735286"/>
              </p:ext>
            </p:extLst>
          </p:nvPr>
        </p:nvGraphicFramePr>
        <p:xfrm>
          <a:off x="5503689" y="1079019"/>
          <a:ext cx="3425371" cy="27432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2" name="Chart 11">
            <a:extLst>
              <a:ext uri="{FF2B5EF4-FFF2-40B4-BE49-F238E27FC236}">
                <a16:creationId xmlns:a16="http://schemas.microsoft.com/office/drawing/2014/main" id="{200E9DC5-689D-4422-A6CC-995A09CB84D7}"/>
              </a:ext>
            </a:extLst>
          </p:cNvPr>
          <p:cNvGraphicFramePr>
            <a:graphicFrameLocks/>
          </p:cNvGraphicFramePr>
          <p:nvPr>
            <p:extLst>
              <p:ext uri="{D42A27DB-BD31-4B8C-83A1-F6EECF244321}">
                <p14:modId xmlns:p14="http://schemas.microsoft.com/office/powerpoint/2010/main" val="2887914102"/>
              </p:ext>
            </p:extLst>
          </p:nvPr>
        </p:nvGraphicFramePr>
        <p:xfrm>
          <a:off x="5615515" y="3848760"/>
          <a:ext cx="3425370" cy="2743200"/>
        </p:xfrm>
        <a:graphic>
          <a:graphicData uri="http://schemas.openxmlformats.org/drawingml/2006/chart">
            <c:chart xmlns:c="http://schemas.openxmlformats.org/drawingml/2006/chart" xmlns:r="http://schemas.openxmlformats.org/officeDocument/2006/relationships" r:id="rId6"/>
          </a:graphicData>
        </a:graphic>
      </p:graphicFrame>
      <p:sp>
        <p:nvSpPr>
          <p:cNvPr id="14" name="TextBox 13">
            <a:extLst>
              <a:ext uri="{FF2B5EF4-FFF2-40B4-BE49-F238E27FC236}">
                <a16:creationId xmlns:a16="http://schemas.microsoft.com/office/drawing/2014/main" id="{653DC4B1-7E91-2C8C-EB19-9F092EDF6BE1}"/>
              </a:ext>
            </a:extLst>
          </p:cNvPr>
          <p:cNvSpPr txBox="1"/>
          <p:nvPr/>
        </p:nvSpPr>
        <p:spPr>
          <a:xfrm>
            <a:off x="9122264" y="1130930"/>
            <a:ext cx="2743200" cy="5047536"/>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Next Steps</a:t>
            </a:r>
          </a:p>
          <a:p>
            <a:endParaRPr lang="en-US" sz="1400" dirty="0">
              <a:latin typeface="Arial" panose="020B0604020202020204" pitchFamily="34" charset="0"/>
              <a:cs typeface="Arial" panose="020B0604020202020204" pitchFamily="34" charset="0"/>
            </a:endParaRPr>
          </a:p>
          <a:p>
            <a:pPr marL="180975" indent="-180975">
              <a:buFont typeface="Arial" panose="020B0604020202020204" pitchFamily="34" charset="0"/>
              <a:buChar char="•"/>
            </a:pPr>
            <a:r>
              <a:rPr lang="en-US" sz="1400" dirty="0">
                <a:latin typeface="Arial" panose="020B0604020202020204" pitchFamily="34" charset="0"/>
                <a:cs typeface="Arial" panose="020B0604020202020204" pitchFamily="34" charset="0"/>
              </a:rPr>
              <a:t>Look more closely at </a:t>
            </a:r>
            <a:r>
              <a:rPr lang="en-US" sz="1400" dirty="0" err="1">
                <a:latin typeface="Arial" panose="020B0604020202020204" pitchFamily="34" charset="0"/>
                <a:cs typeface="Arial" panose="020B0604020202020204" pitchFamily="34" charset="0"/>
              </a:rPr>
              <a:t>Jw</a:t>
            </a:r>
            <a:r>
              <a:rPr lang="en-US" sz="1400" dirty="0">
                <a:latin typeface="Arial" panose="020B0604020202020204" pitchFamily="34" charset="0"/>
                <a:cs typeface="Arial" panose="020B0604020202020204" pitchFamily="34" charset="0"/>
              </a:rPr>
              <a:t>.</a:t>
            </a:r>
          </a:p>
          <a:p>
            <a:pPr marL="180975" indent="-180975">
              <a:buFont typeface="Arial" panose="020B0604020202020204" pitchFamily="34" charset="0"/>
              <a:buChar char="•"/>
            </a:pPr>
            <a:r>
              <a:rPr lang="en-US" sz="1400" dirty="0">
                <a:latin typeface="Arial" panose="020B0604020202020204" pitchFamily="34" charset="0"/>
                <a:cs typeface="Arial" panose="020B0604020202020204" pitchFamily="34" charset="0"/>
              </a:rPr>
              <a:t>Look more closely at experiments conducted before. </a:t>
            </a:r>
          </a:p>
          <a:p>
            <a:pPr marL="638175" lvl="1" indent="-180975">
              <a:buFont typeface="Arial" panose="020B0604020202020204" pitchFamily="34" charset="0"/>
              <a:buChar char="•"/>
            </a:pPr>
            <a:r>
              <a:rPr lang="en-US" sz="1400" dirty="0">
                <a:latin typeface="Arial" panose="020B0604020202020204" pitchFamily="34" charset="0"/>
                <a:cs typeface="Arial" panose="020B0604020202020204" pitchFamily="34" charset="0"/>
              </a:rPr>
              <a:t>Currently – Membranes are washed with 3 mL of water.</a:t>
            </a:r>
          </a:p>
          <a:p>
            <a:pPr marL="638175" lvl="1" indent="-180975">
              <a:buFont typeface="Arial" panose="020B0604020202020204" pitchFamily="34" charset="0"/>
              <a:buChar char="•"/>
            </a:pPr>
            <a:r>
              <a:rPr lang="en-US" sz="1400" dirty="0">
                <a:latin typeface="Arial" panose="020B0604020202020204" pitchFamily="34" charset="0"/>
                <a:cs typeface="Arial" panose="020B0604020202020204" pitchFamily="34" charset="0"/>
              </a:rPr>
              <a:t>Is this enough to remove adsorbed ions?</a:t>
            </a:r>
          </a:p>
          <a:p>
            <a:pPr marL="638175" lvl="1" indent="-180975">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180975" lvl="1" indent="-180975">
              <a:buFont typeface="Arial" panose="020B0604020202020204" pitchFamily="34" charset="0"/>
              <a:buChar char="•"/>
            </a:pPr>
            <a:r>
              <a:rPr lang="en-US" sz="1400" dirty="0">
                <a:latin typeface="Arial" panose="020B0604020202020204" pitchFamily="34" charset="0"/>
                <a:cs typeface="Arial" panose="020B0604020202020204" pitchFamily="34" charset="0"/>
              </a:rPr>
              <a:t>Possibility: Ions from previous experiment are displaced/removed from the membrane and artificially increase the permeate concentration. (not sufficient to explain trends because ICP matches conductivity within error, that would be a lot of ions coming </a:t>
            </a:r>
            <a:r>
              <a:rPr lang="en-US" sz="1400">
                <a:latin typeface="Arial" panose="020B0604020202020204" pitchFamily="34" charset="0"/>
                <a:cs typeface="Arial" panose="020B0604020202020204" pitchFamily="34" charset="0"/>
              </a:rPr>
              <a:t>off the membrane) </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2263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57AF8-2FD0-570A-60DE-EE80C7AF387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979E010-6D5F-BAE5-A8FE-4348E2CE21DC}"/>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2AD930CF-ACDB-2E9B-22C9-D72F6FB02F99}"/>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3">
            <a:extLst>
              <a:ext uri="{FF2B5EF4-FFF2-40B4-BE49-F238E27FC236}">
                <a16:creationId xmlns:a16="http://schemas.microsoft.com/office/drawing/2014/main" id="{1F141EA2-AE84-DF57-8C94-A038C3AF1EDF}"/>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10</a:t>
            </a:fld>
            <a:endParaRPr lang="en-US" sz="1600" dirty="0">
              <a:solidFill>
                <a:schemeClr val="tx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064E4AF1-618C-824C-DBF9-5152152A2F27}"/>
              </a:ext>
            </a:extLst>
          </p:cNvPr>
          <p:cNvSpPr txBox="1"/>
          <p:nvPr/>
        </p:nvSpPr>
        <p:spPr>
          <a:xfrm>
            <a:off x="-1" y="219177"/>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Sieving coefficient is dependent on water flux.</a:t>
            </a:r>
          </a:p>
        </p:txBody>
      </p:sp>
      <p:sp>
        <p:nvSpPr>
          <p:cNvPr id="14" name="TextBox 13">
            <a:extLst>
              <a:ext uri="{FF2B5EF4-FFF2-40B4-BE49-F238E27FC236}">
                <a16:creationId xmlns:a16="http://schemas.microsoft.com/office/drawing/2014/main" id="{27DC6EE5-AA8F-53BD-20D0-7360B8E77BE2}"/>
              </a:ext>
            </a:extLst>
          </p:cNvPr>
          <p:cNvSpPr txBox="1"/>
          <p:nvPr/>
        </p:nvSpPr>
        <p:spPr>
          <a:xfrm>
            <a:off x="1093331" y="1737255"/>
            <a:ext cx="2743200"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NaCl</a:t>
            </a:r>
          </a:p>
        </p:txBody>
      </p:sp>
      <p:graphicFrame>
        <p:nvGraphicFramePr>
          <p:cNvPr id="7" name="Chart 6">
            <a:extLst>
              <a:ext uri="{FF2B5EF4-FFF2-40B4-BE49-F238E27FC236}">
                <a16:creationId xmlns:a16="http://schemas.microsoft.com/office/drawing/2014/main" id="{A1E840DB-84E9-4BC7-9E88-DEB263AB9992}"/>
              </a:ext>
            </a:extLst>
          </p:cNvPr>
          <p:cNvGraphicFramePr>
            <a:graphicFrameLocks/>
          </p:cNvGraphicFramePr>
          <p:nvPr>
            <p:extLst>
              <p:ext uri="{D42A27DB-BD31-4B8C-83A1-F6EECF244321}">
                <p14:modId xmlns:p14="http://schemas.microsoft.com/office/powerpoint/2010/main" val="3053840261"/>
              </p:ext>
            </p:extLst>
          </p:nvPr>
        </p:nvGraphicFramePr>
        <p:xfrm>
          <a:off x="432677" y="2108290"/>
          <a:ext cx="4064508" cy="349519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40BF3D2C-3802-45BE-84E3-3B6F28BE1A3B}"/>
              </a:ext>
            </a:extLst>
          </p:cNvPr>
          <p:cNvGraphicFramePr>
            <a:graphicFrameLocks/>
          </p:cNvGraphicFramePr>
          <p:nvPr>
            <p:extLst>
              <p:ext uri="{D42A27DB-BD31-4B8C-83A1-F6EECF244321}">
                <p14:modId xmlns:p14="http://schemas.microsoft.com/office/powerpoint/2010/main" val="3788087247"/>
              </p:ext>
            </p:extLst>
          </p:nvPr>
        </p:nvGraphicFramePr>
        <p:xfrm>
          <a:off x="4247804" y="2197432"/>
          <a:ext cx="3819351" cy="3406052"/>
        </p:xfrm>
        <a:graphic>
          <a:graphicData uri="http://schemas.openxmlformats.org/drawingml/2006/chart">
            <c:chart xmlns:c="http://schemas.openxmlformats.org/drawingml/2006/chart" xmlns:r="http://schemas.openxmlformats.org/officeDocument/2006/relationships" r:id="rId4"/>
          </a:graphicData>
        </a:graphic>
      </p:graphicFrame>
      <p:sp>
        <p:nvSpPr>
          <p:cNvPr id="15" name="TextBox 14">
            <a:extLst>
              <a:ext uri="{FF2B5EF4-FFF2-40B4-BE49-F238E27FC236}">
                <a16:creationId xmlns:a16="http://schemas.microsoft.com/office/drawing/2014/main" id="{6F5CB3FB-7BA9-64D8-82A6-8ADD04FA4440}"/>
              </a:ext>
            </a:extLst>
          </p:cNvPr>
          <p:cNvSpPr txBox="1"/>
          <p:nvPr/>
        </p:nvSpPr>
        <p:spPr>
          <a:xfrm>
            <a:off x="4724399" y="1737255"/>
            <a:ext cx="2743200"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CaCl2</a:t>
            </a:r>
          </a:p>
        </p:txBody>
      </p:sp>
    </p:spTree>
    <p:extLst>
      <p:ext uri="{BB962C8B-B14F-4D97-AF65-F5344CB8AC3E}">
        <p14:creationId xmlns:p14="http://schemas.microsoft.com/office/powerpoint/2010/main" val="4019104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97839-3A31-232C-1E75-C3F3CE8A3D4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9D5959-4530-CDCA-0EDF-B0850E4DADD0}"/>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37750E65-4C37-7A45-889F-BDB84FC26D0D}"/>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3">
            <a:extLst>
              <a:ext uri="{FF2B5EF4-FFF2-40B4-BE49-F238E27FC236}">
                <a16:creationId xmlns:a16="http://schemas.microsoft.com/office/drawing/2014/main" id="{70A6BAB5-339B-6CFF-937D-4032E28222C5}"/>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11</a:t>
            </a:fld>
            <a:endParaRPr lang="en-US" sz="1600" dirty="0">
              <a:solidFill>
                <a:schemeClr val="tx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B88C8025-4E6B-B98E-CDA7-596406EB9EBB}"/>
              </a:ext>
            </a:extLst>
          </p:cNvPr>
          <p:cNvSpPr txBox="1"/>
          <p:nvPr/>
        </p:nvSpPr>
        <p:spPr>
          <a:xfrm>
            <a:off x="-1" y="219177"/>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Programming to develop DAEs.</a:t>
            </a:r>
          </a:p>
        </p:txBody>
      </p:sp>
      <p:pic>
        <p:nvPicPr>
          <p:cNvPr id="6" name="Picture 5">
            <a:extLst>
              <a:ext uri="{FF2B5EF4-FFF2-40B4-BE49-F238E27FC236}">
                <a16:creationId xmlns:a16="http://schemas.microsoft.com/office/drawing/2014/main" id="{3787147A-099A-8E32-3490-0174AA56E55C}"/>
              </a:ext>
            </a:extLst>
          </p:cNvPr>
          <p:cNvPicPr>
            <a:picLocks noChangeAspect="1"/>
          </p:cNvPicPr>
          <p:nvPr/>
        </p:nvPicPr>
        <p:blipFill>
          <a:blip r:embed="rId3"/>
          <a:stretch>
            <a:fillRect/>
          </a:stretch>
        </p:blipFill>
        <p:spPr>
          <a:xfrm>
            <a:off x="-120534" y="1224068"/>
            <a:ext cx="4900353" cy="3675265"/>
          </a:xfrm>
          <a:prstGeom prst="rect">
            <a:avLst/>
          </a:prstGeom>
        </p:spPr>
      </p:pic>
      <p:pic>
        <p:nvPicPr>
          <p:cNvPr id="10" name="Picture 9">
            <a:extLst>
              <a:ext uri="{FF2B5EF4-FFF2-40B4-BE49-F238E27FC236}">
                <a16:creationId xmlns:a16="http://schemas.microsoft.com/office/drawing/2014/main" id="{3D072295-2580-D7A2-286D-031E8E451597}"/>
              </a:ext>
            </a:extLst>
          </p:cNvPr>
          <p:cNvPicPr>
            <a:picLocks noChangeAspect="1"/>
          </p:cNvPicPr>
          <p:nvPr/>
        </p:nvPicPr>
        <p:blipFill>
          <a:blip r:embed="rId4"/>
          <a:stretch>
            <a:fillRect/>
          </a:stretch>
        </p:blipFill>
        <p:spPr>
          <a:xfrm>
            <a:off x="3902826" y="1224067"/>
            <a:ext cx="4900353" cy="3675265"/>
          </a:xfrm>
          <a:prstGeom prst="rect">
            <a:avLst/>
          </a:prstGeom>
        </p:spPr>
      </p:pic>
      <p:pic>
        <p:nvPicPr>
          <p:cNvPr id="13" name="Picture 12">
            <a:extLst>
              <a:ext uri="{FF2B5EF4-FFF2-40B4-BE49-F238E27FC236}">
                <a16:creationId xmlns:a16="http://schemas.microsoft.com/office/drawing/2014/main" id="{7EFCE168-5577-5561-D535-99BD124C112F}"/>
              </a:ext>
            </a:extLst>
          </p:cNvPr>
          <p:cNvPicPr>
            <a:picLocks noChangeAspect="1"/>
          </p:cNvPicPr>
          <p:nvPr/>
        </p:nvPicPr>
        <p:blipFill>
          <a:blip r:embed="rId5"/>
          <a:stretch>
            <a:fillRect/>
          </a:stretch>
        </p:blipFill>
        <p:spPr>
          <a:xfrm>
            <a:off x="7798724" y="1224067"/>
            <a:ext cx="4900353" cy="3675265"/>
          </a:xfrm>
          <a:prstGeom prst="rect">
            <a:avLst/>
          </a:prstGeom>
        </p:spPr>
      </p:pic>
    </p:spTree>
    <p:extLst>
      <p:ext uri="{BB962C8B-B14F-4D97-AF65-F5344CB8AC3E}">
        <p14:creationId xmlns:p14="http://schemas.microsoft.com/office/powerpoint/2010/main" val="46716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B164E-B1CA-C5D6-5BCF-C5298DBBAE4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7C47BB-D5D4-5855-3CE3-13415477498D}"/>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B2D1515-8D55-092C-5685-E335CA4BDB97}"/>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3">
            <a:extLst>
              <a:ext uri="{FF2B5EF4-FFF2-40B4-BE49-F238E27FC236}">
                <a16:creationId xmlns:a16="http://schemas.microsoft.com/office/drawing/2014/main" id="{67FEE5FB-EA18-FD52-7F58-D533478B4E98}"/>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12</a:t>
            </a:fld>
            <a:endParaRPr lang="en-US" sz="1600" dirty="0">
              <a:solidFill>
                <a:schemeClr val="tx1"/>
              </a:solidFill>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06A8D693-AE72-1E44-EF20-12ECEE9F64A9}"/>
              </a:ext>
            </a:extLst>
          </p:cNvPr>
          <p:cNvPicPr>
            <a:picLocks noChangeAspect="1"/>
          </p:cNvPicPr>
          <p:nvPr/>
        </p:nvPicPr>
        <p:blipFill>
          <a:blip r:embed="rId3"/>
          <a:stretch>
            <a:fillRect/>
          </a:stretch>
        </p:blipFill>
        <p:spPr>
          <a:xfrm>
            <a:off x="6104543" y="1414699"/>
            <a:ext cx="4454409" cy="3016457"/>
          </a:xfrm>
          <a:prstGeom prst="rect">
            <a:avLst/>
          </a:prstGeom>
        </p:spPr>
      </p:pic>
      <p:sp>
        <p:nvSpPr>
          <p:cNvPr id="3" name="TextBox 2">
            <a:extLst>
              <a:ext uri="{FF2B5EF4-FFF2-40B4-BE49-F238E27FC236}">
                <a16:creationId xmlns:a16="http://schemas.microsoft.com/office/drawing/2014/main" id="{D5193684-5226-5971-43D8-8981018C7079}"/>
              </a:ext>
            </a:extLst>
          </p:cNvPr>
          <p:cNvSpPr txBox="1"/>
          <p:nvPr/>
        </p:nvSpPr>
        <p:spPr>
          <a:xfrm>
            <a:off x="0" y="5383507"/>
            <a:ext cx="12191999" cy="1138773"/>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 data plots the retentate concentrations that were explored throughout the course of the experiments.</a:t>
            </a:r>
          </a:p>
          <a:p>
            <a:endParaRPr lang="en-US" sz="1600" dirty="0">
              <a:latin typeface="Arial" panose="020B0604020202020204" pitchFamily="34" charset="0"/>
              <a:cs typeface="Arial" panose="020B0604020202020204" pitchFamily="34" charset="0"/>
            </a:endParaRPr>
          </a:p>
          <a:p>
            <a:pPr algn="ctr"/>
            <a:r>
              <a:rPr lang="en-US" dirty="0">
                <a:latin typeface="Arial" panose="020B0604020202020204" pitchFamily="34" charset="0"/>
                <a:cs typeface="Arial" panose="020B0604020202020204" pitchFamily="34" charset="0"/>
              </a:rPr>
              <a:t>Is the performance of a membrane dependent on the ‘prior’ conditions? </a:t>
            </a:r>
          </a:p>
          <a:p>
            <a:pPr algn="ctr"/>
            <a:r>
              <a:rPr lang="en-US" b="1" dirty="0">
                <a:latin typeface="Arial" panose="020B0604020202020204" pitchFamily="34" charset="0"/>
                <a:cs typeface="Arial" panose="020B0604020202020204" pitchFamily="34" charset="0"/>
              </a:rPr>
              <a:t>How can we begin to model the flux of solutions through NF270 membranes? </a:t>
            </a:r>
          </a:p>
        </p:txBody>
      </p:sp>
      <p:pic>
        <p:nvPicPr>
          <p:cNvPr id="8" name="Picture 7">
            <a:extLst>
              <a:ext uri="{FF2B5EF4-FFF2-40B4-BE49-F238E27FC236}">
                <a16:creationId xmlns:a16="http://schemas.microsoft.com/office/drawing/2014/main" id="{3D625FAE-E5D4-58BC-B29F-54EDE029F049}"/>
              </a:ext>
            </a:extLst>
          </p:cNvPr>
          <p:cNvPicPr>
            <a:picLocks noChangeAspect="1"/>
          </p:cNvPicPr>
          <p:nvPr/>
        </p:nvPicPr>
        <p:blipFill>
          <a:blip r:embed="rId4"/>
          <a:stretch>
            <a:fillRect/>
          </a:stretch>
        </p:blipFill>
        <p:spPr>
          <a:xfrm>
            <a:off x="942148" y="653805"/>
            <a:ext cx="6259718" cy="4792110"/>
          </a:xfrm>
          <a:prstGeom prst="rect">
            <a:avLst/>
          </a:prstGeom>
        </p:spPr>
      </p:pic>
      <p:sp>
        <p:nvSpPr>
          <p:cNvPr id="9" name="TextBox 8">
            <a:extLst>
              <a:ext uri="{FF2B5EF4-FFF2-40B4-BE49-F238E27FC236}">
                <a16:creationId xmlns:a16="http://schemas.microsoft.com/office/drawing/2014/main" id="{E5F2EC67-8BCF-6D14-1AB2-A5D45B8A7030}"/>
              </a:ext>
            </a:extLst>
          </p:cNvPr>
          <p:cNvSpPr txBox="1"/>
          <p:nvPr/>
        </p:nvSpPr>
        <p:spPr>
          <a:xfrm>
            <a:off x="0" y="192140"/>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Diafiltration Experiments Systematically Explore Multi-component Feeds</a:t>
            </a:r>
          </a:p>
        </p:txBody>
      </p:sp>
      <p:sp>
        <p:nvSpPr>
          <p:cNvPr id="6" name="Oval 5">
            <a:extLst>
              <a:ext uri="{FF2B5EF4-FFF2-40B4-BE49-F238E27FC236}">
                <a16:creationId xmlns:a16="http://schemas.microsoft.com/office/drawing/2014/main" id="{EF082187-40E3-CD13-BF77-EA6A6FB73A34}"/>
              </a:ext>
            </a:extLst>
          </p:cNvPr>
          <p:cNvSpPr/>
          <p:nvPr/>
        </p:nvSpPr>
        <p:spPr>
          <a:xfrm>
            <a:off x="2105638" y="4269726"/>
            <a:ext cx="2910980" cy="39499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DD812A8-F5B4-A250-4A1C-0A8733E2DA80}"/>
              </a:ext>
            </a:extLst>
          </p:cNvPr>
          <p:cNvSpPr/>
          <p:nvPr/>
        </p:nvSpPr>
        <p:spPr>
          <a:xfrm rot="16200000">
            <a:off x="788922" y="2703382"/>
            <a:ext cx="2910980" cy="39499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3210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B164E-B1CA-C5D6-5BCF-C5298DBBAE4D}"/>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27A2DC85-0840-47A2-40A0-D7C2BE2649A2}"/>
              </a:ext>
            </a:extLst>
          </p:cNvPr>
          <p:cNvPicPr>
            <a:picLocks noChangeAspect="1"/>
          </p:cNvPicPr>
          <p:nvPr/>
        </p:nvPicPr>
        <p:blipFill>
          <a:blip r:embed="rId3"/>
          <a:stretch>
            <a:fillRect/>
          </a:stretch>
        </p:blipFill>
        <p:spPr>
          <a:xfrm>
            <a:off x="341353" y="1040640"/>
            <a:ext cx="5754646" cy="4315985"/>
          </a:xfrm>
          <a:prstGeom prst="rect">
            <a:avLst/>
          </a:prstGeom>
        </p:spPr>
      </p:pic>
      <p:sp>
        <p:nvSpPr>
          <p:cNvPr id="2" name="Rectangle 1">
            <a:extLst>
              <a:ext uri="{FF2B5EF4-FFF2-40B4-BE49-F238E27FC236}">
                <a16:creationId xmlns:a16="http://schemas.microsoft.com/office/drawing/2014/main" id="{D57C47BB-D5D4-5855-3CE3-13415477498D}"/>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B2D1515-8D55-092C-5685-E335CA4BDB97}"/>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3">
            <a:extLst>
              <a:ext uri="{FF2B5EF4-FFF2-40B4-BE49-F238E27FC236}">
                <a16:creationId xmlns:a16="http://schemas.microsoft.com/office/drawing/2014/main" id="{67FEE5FB-EA18-FD52-7F58-D533478B4E98}"/>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13</a:t>
            </a:fld>
            <a:endParaRPr lang="en-US" sz="1600"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5F2EC67-8BCF-6D14-1AB2-A5D45B8A7030}"/>
                  </a:ext>
                </a:extLst>
              </p:cNvPr>
              <p:cNvSpPr txBox="1"/>
              <p:nvPr/>
            </p:nvSpPr>
            <p:spPr>
              <a:xfrm>
                <a:off x="-1" y="196796"/>
                <a:ext cx="12192000" cy="515013"/>
              </a:xfrm>
              <a:prstGeom prst="rect">
                <a:avLst/>
              </a:prstGeom>
              <a:noFill/>
            </p:spPr>
            <p:txBody>
              <a:bodyPr wrap="square">
                <a:spAutoFit/>
              </a:bodyPr>
              <a:lstStyle/>
              <a:p>
                <a:pPr algn="ctr"/>
                <a14:m>
                  <m:oMath xmlns:m="http://schemas.openxmlformats.org/officeDocument/2006/math">
                    <m:sSubSup>
                      <m:sSubSupPr>
                        <m:ctrlPr>
                          <a:rPr lang="en-US" sz="2400" b="0" i="1" smtClean="0">
                            <a:effectLst/>
                            <a:latin typeface="Cambria Math" panose="02040503050406030204" pitchFamily="18" charset="0"/>
                            <a:cs typeface="Arial" panose="020B0604020202020204" pitchFamily="34" charset="0"/>
                          </a:rPr>
                        </m:ctrlPr>
                      </m:sSubSupPr>
                      <m:e>
                        <m:r>
                          <m:rPr>
                            <m:sty m:val="p"/>
                          </m:rPr>
                          <a:rPr lang="en-US" sz="2400" b="0" i="0" smtClean="0">
                            <a:effectLst/>
                            <a:latin typeface="Cambria Math" panose="02040503050406030204" pitchFamily="18" charset="0"/>
                            <a:cs typeface="Arial" panose="020B0604020202020204" pitchFamily="34" charset="0"/>
                          </a:rPr>
                          <m:t>J</m:t>
                        </m:r>
                      </m:e>
                      <m:sub>
                        <m:r>
                          <m:rPr>
                            <m:sty m:val="p"/>
                          </m:rPr>
                          <a:rPr lang="en-US" sz="2400" b="0" i="0" smtClean="0">
                            <a:effectLst/>
                            <a:latin typeface="Cambria Math" panose="02040503050406030204" pitchFamily="18" charset="0"/>
                            <a:cs typeface="Arial" panose="020B0604020202020204" pitchFamily="34" charset="0"/>
                          </a:rPr>
                          <m:t>s</m:t>
                        </m:r>
                      </m:sub>
                      <m:sup>
                        <m:r>
                          <m:rPr>
                            <m:sty m:val="p"/>
                          </m:rPr>
                          <a:rPr lang="en-US" sz="2400" b="0" i="0" smtClean="0">
                            <a:effectLst/>
                            <a:latin typeface="Cambria Math" panose="02040503050406030204" pitchFamily="18" charset="0"/>
                            <a:cs typeface="Arial" panose="020B0604020202020204" pitchFamily="34" charset="0"/>
                          </a:rPr>
                          <m:t>i</m:t>
                        </m:r>
                      </m:sup>
                    </m:sSubSup>
                    <m:r>
                      <a:rPr lang="en-US" sz="2400" b="0" i="0" smtClean="0">
                        <a:effectLst/>
                        <a:latin typeface="Cambria Math" panose="02040503050406030204" pitchFamily="18" charset="0"/>
                        <a:cs typeface="Arial" panose="020B0604020202020204" pitchFamily="34" charset="0"/>
                      </a:rPr>
                      <m:t>=</m:t>
                    </m:r>
                    <m:sSub>
                      <m:sSubPr>
                        <m:ctrlPr>
                          <a:rPr lang="en-US" sz="2400" b="0" i="1" smtClean="0">
                            <a:effectLst/>
                            <a:latin typeface="Cambria Math" panose="02040503050406030204" pitchFamily="18" charset="0"/>
                            <a:cs typeface="Arial" panose="020B0604020202020204" pitchFamily="34" charset="0"/>
                          </a:rPr>
                        </m:ctrlPr>
                      </m:sSubPr>
                      <m:e>
                        <m:r>
                          <m:rPr>
                            <m:sty m:val="p"/>
                          </m:rPr>
                          <a:rPr lang="en-US" sz="2400" b="0" i="0" smtClean="0">
                            <a:effectLst/>
                            <a:latin typeface="Cambria Math" panose="02040503050406030204" pitchFamily="18" charset="0"/>
                            <a:cs typeface="Arial" panose="020B0604020202020204" pitchFamily="34" charset="0"/>
                          </a:rPr>
                          <m:t>J</m:t>
                        </m:r>
                      </m:e>
                      <m:sub>
                        <m:r>
                          <m:rPr>
                            <m:sty m:val="p"/>
                          </m:rPr>
                          <a:rPr lang="en-US" sz="2400" b="0" i="0" smtClean="0">
                            <a:effectLst/>
                            <a:latin typeface="Cambria Math" panose="02040503050406030204" pitchFamily="18" charset="0"/>
                            <a:cs typeface="Arial" panose="020B0604020202020204" pitchFamily="34" charset="0"/>
                          </a:rPr>
                          <m:t>w</m:t>
                        </m:r>
                      </m:sub>
                    </m:sSub>
                    <m:sSubSup>
                      <m:sSubSupPr>
                        <m:ctrlPr>
                          <a:rPr lang="en-US" sz="2400" b="0" i="1" smtClean="0">
                            <a:effectLst/>
                            <a:latin typeface="Cambria Math" panose="02040503050406030204" pitchFamily="18" charset="0"/>
                            <a:cs typeface="Arial" panose="020B0604020202020204" pitchFamily="34" charset="0"/>
                          </a:rPr>
                        </m:ctrlPr>
                      </m:sSubSupPr>
                      <m:e>
                        <m:r>
                          <m:rPr>
                            <m:sty m:val="p"/>
                          </m:rPr>
                          <a:rPr lang="en-US" sz="2400" b="0" i="0" smtClean="0">
                            <a:effectLst/>
                            <a:latin typeface="Cambria Math" panose="02040503050406030204" pitchFamily="18" charset="0"/>
                            <a:cs typeface="Arial" panose="020B0604020202020204" pitchFamily="34" charset="0"/>
                          </a:rPr>
                          <m:t>c</m:t>
                        </m:r>
                      </m:e>
                      <m:sub>
                        <m:r>
                          <m:rPr>
                            <m:sty m:val="p"/>
                          </m:rPr>
                          <a:rPr lang="en-US" sz="2400" b="0" i="0" smtClean="0">
                            <a:effectLst/>
                            <a:latin typeface="Cambria Math" panose="02040503050406030204" pitchFamily="18" charset="0"/>
                            <a:cs typeface="Arial" panose="020B0604020202020204" pitchFamily="34" charset="0"/>
                          </a:rPr>
                          <m:t>p</m:t>
                        </m:r>
                      </m:sub>
                      <m:sup>
                        <m:r>
                          <m:rPr>
                            <m:sty m:val="p"/>
                          </m:rPr>
                          <a:rPr lang="en-US" sz="2400" b="0" i="0" smtClean="0">
                            <a:effectLst/>
                            <a:latin typeface="Cambria Math" panose="02040503050406030204" pitchFamily="18" charset="0"/>
                            <a:cs typeface="Arial" panose="020B0604020202020204" pitchFamily="34" charset="0"/>
                          </a:rPr>
                          <m:t>i</m:t>
                        </m:r>
                      </m:sup>
                    </m:sSubSup>
                  </m:oMath>
                </a14:m>
                <a:r>
                  <a:rPr lang="en-US" sz="2400" b="0" dirty="0">
                    <a:effectLst/>
                    <a:latin typeface="Arial" panose="020B0604020202020204" pitchFamily="34" charset="0"/>
                    <a:cs typeface="Arial" panose="020B0604020202020204" pitchFamily="34" charset="0"/>
                  </a:rPr>
                  <a:t> </a:t>
                </a:r>
                <a:r>
                  <a:rPr lang="en-US" sz="2400" b="0" i="0" dirty="0">
                    <a:effectLst/>
                    <a:latin typeface="Arial" panose="020B0604020202020204" pitchFamily="34" charset="0"/>
                    <a:cs typeface="Arial" panose="020B0604020202020204" pitchFamily="34" charset="0"/>
                  </a:rPr>
                  <a:t>Captures the Flux of each Ion through the Membrane </a:t>
                </a:r>
              </a:p>
            </p:txBody>
          </p:sp>
        </mc:Choice>
        <mc:Fallback xmlns="">
          <p:sp>
            <p:nvSpPr>
              <p:cNvPr id="9" name="TextBox 8">
                <a:extLst>
                  <a:ext uri="{FF2B5EF4-FFF2-40B4-BE49-F238E27FC236}">
                    <a16:creationId xmlns:a16="http://schemas.microsoft.com/office/drawing/2014/main" id="{E5F2EC67-8BCF-6D14-1AB2-A5D45B8A7030}"/>
                  </a:ext>
                </a:extLst>
              </p:cNvPr>
              <p:cNvSpPr txBox="1">
                <a:spLocks noRot="1" noChangeAspect="1" noMove="1" noResize="1" noEditPoints="1" noAdjustHandles="1" noChangeArrowheads="1" noChangeShapeType="1" noTextEdit="1"/>
              </p:cNvSpPr>
              <p:nvPr/>
            </p:nvSpPr>
            <p:spPr>
              <a:xfrm>
                <a:off x="-1" y="196796"/>
                <a:ext cx="12192000" cy="515013"/>
              </a:xfrm>
              <a:prstGeom prst="rect">
                <a:avLst/>
              </a:prstGeom>
              <a:blipFill>
                <a:blip r:embed="rId4"/>
                <a:stretch>
                  <a:fillRect t="-5882" b="-18824"/>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A8A89EE4-E5E0-4579-A459-BDC3868C2B0D}"/>
              </a:ext>
            </a:extLst>
          </p:cNvPr>
          <p:cNvPicPr>
            <a:picLocks noChangeAspect="1"/>
          </p:cNvPicPr>
          <p:nvPr/>
        </p:nvPicPr>
        <p:blipFill>
          <a:blip r:embed="rId5"/>
          <a:stretch>
            <a:fillRect/>
          </a:stretch>
        </p:blipFill>
        <p:spPr>
          <a:xfrm>
            <a:off x="6214533" y="1040640"/>
            <a:ext cx="5754646" cy="4315985"/>
          </a:xfrm>
          <a:prstGeom prst="rect">
            <a:avLst/>
          </a:prstGeom>
        </p:spPr>
      </p:pic>
    </p:spTree>
    <p:extLst>
      <p:ext uri="{BB962C8B-B14F-4D97-AF65-F5344CB8AC3E}">
        <p14:creationId xmlns:p14="http://schemas.microsoft.com/office/powerpoint/2010/main" val="844059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B164E-B1CA-C5D6-5BCF-C5298DBBAE4D}"/>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27A2DC85-0840-47A2-40A0-D7C2BE2649A2}"/>
              </a:ext>
            </a:extLst>
          </p:cNvPr>
          <p:cNvPicPr>
            <a:picLocks noChangeAspect="1"/>
          </p:cNvPicPr>
          <p:nvPr/>
        </p:nvPicPr>
        <p:blipFill>
          <a:blip r:embed="rId3"/>
          <a:stretch>
            <a:fillRect/>
          </a:stretch>
        </p:blipFill>
        <p:spPr>
          <a:xfrm>
            <a:off x="898902" y="788910"/>
            <a:ext cx="3367652" cy="2525739"/>
          </a:xfrm>
          <a:prstGeom prst="rect">
            <a:avLst/>
          </a:prstGeom>
        </p:spPr>
      </p:pic>
      <p:sp>
        <p:nvSpPr>
          <p:cNvPr id="2" name="Rectangle 1">
            <a:extLst>
              <a:ext uri="{FF2B5EF4-FFF2-40B4-BE49-F238E27FC236}">
                <a16:creationId xmlns:a16="http://schemas.microsoft.com/office/drawing/2014/main" id="{D57C47BB-D5D4-5855-3CE3-13415477498D}"/>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B2D1515-8D55-092C-5685-E335CA4BDB97}"/>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3">
            <a:extLst>
              <a:ext uri="{FF2B5EF4-FFF2-40B4-BE49-F238E27FC236}">
                <a16:creationId xmlns:a16="http://schemas.microsoft.com/office/drawing/2014/main" id="{67FEE5FB-EA18-FD52-7F58-D533478B4E98}"/>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14</a:t>
            </a:fld>
            <a:endParaRPr lang="en-US" sz="1600"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5F2EC67-8BCF-6D14-1AB2-A5D45B8A7030}"/>
                  </a:ext>
                </a:extLst>
              </p:cNvPr>
              <p:cNvSpPr txBox="1"/>
              <p:nvPr/>
            </p:nvSpPr>
            <p:spPr>
              <a:xfrm>
                <a:off x="-1" y="196796"/>
                <a:ext cx="12192000" cy="515013"/>
              </a:xfrm>
              <a:prstGeom prst="rect">
                <a:avLst/>
              </a:prstGeom>
              <a:noFill/>
            </p:spPr>
            <p:txBody>
              <a:bodyPr wrap="square">
                <a:spAutoFit/>
              </a:bodyPr>
              <a:lstStyle/>
              <a:p>
                <a:pPr algn="ctr"/>
                <a14:m>
                  <m:oMath xmlns:m="http://schemas.openxmlformats.org/officeDocument/2006/math">
                    <m:sSubSup>
                      <m:sSubSupPr>
                        <m:ctrlPr>
                          <a:rPr lang="en-US" sz="2400" b="0" i="1" smtClean="0">
                            <a:effectLst/>
                            <a:latin typeface="Cambria Math" panose="02040503050406030204" pitchFamily="18" charset="0"/>
                            <a:cs typeface="Arial" panose="020B0604020202020204" pitchFamily="34" charset="0"/>
                          </a:rPr>
                        </m:ctrlPr>
                      </m:sSubSupPr>
                      <m:e>
                        <m:r>
                          <m:rPr>
                            <m:sty m:val="p"/>
                          </m:rPr>
                          <a:rPr lang="en-US" sz="2400" b="0" i="0" smtClean="0">
                            <a:effectLst/>
                            <a:latin typeface="Cambria Math" panose="02040503050406030204" pitchFamily="18" charset="0"/>
                            <a:cs typeface="Arial" panose="020B0604020202020204" pitchFamily="34" charset="0"/>
                          </a:rPr>
                          <m:t>J</m:t>
                        </m:r>
                      </m:e>
                      <m:sub>
                        <m:r>
                          <m:rPr>
                            <m:sty m:val="p"/>
                          </m:rPr>
                          <a:rPr lang="en-US" sz="2400" b="0" i="0" smtClean="0">
                            <a:effectLst/>
                            <a:latin typeface="Cambria Math" panose="02040503050406030204" pitchFamily="18" charset="0"/>
                            <a:cs typeface="Arial" panose="020B0604020202020204" pitchFamily="34" charset="0"/>
                          </a:rPr>
                          <m:t>s</m:t>
                        </m:r>
                      </m:sub>
                      <m:sup>
                        <m:r>
                          <m:rPr>
                            <m:sty m:val="p"/>
                          </m:rPr>
                          <a:rPr lang="en-US" sz="2400" b="0" i="0" smtClean="0">
                            <a:effectLst/>
                            <a:latin typeface="Cambria Math" panose="02040503050406030204" pitchFamily="18" charset="0"/>
                            <a:cs typeface="Arial" panose="020B0604020202020204" pitchFamily="34" charset="0"/>
                          </a:rPr>
                          <m:t>i</m:t>
                        </m:r>
                      </m:sup>
                    </m:sSubSup>
                    <m:r>
                      <a:rPr lang="en-US" sz="2400" b="0" i="0" smtClean="0">
                        <a:effectLst/>
                        <a:latin typeface="Cambria Math" panose="02040503050406030204" pitchFamily="18" charset="0"/>
                        <a:cs typeface="Arial" panose="020B0604020202020204" pitchFamily="34" charset="0"/>
                      </a:rPr>
                      <m:t>=</m:t>
                    </m:r>
                    <m:sSub>
                      <m:sSubPr>
                        <m:ctrlPr>
                          <a:rPr lang="en-US" sz="2400" b="0" i="1" smtClean="0">
                            <a:effectLst/>
                            <a:latin typeface="Cambria Math" panose="02040503050406030204" pitchFamily="18" charset="0"/>
                            <a:cs typeface="Arial" panose="020B0604020202020204" pitchFamily="34" charset="0"/>
                          </a:rPr>
                        </m:ctrlPr>
                      </m:sSubPr>
                      <m:e>
                        <m:r>
                          <m:rPr>
                            <m:sty m:val="p"/>
                          </m:rPr>
                          <a:rPr lang="en-US" sz="2400" b="0" i="0" smtClean="0">
                            <a:effectLst/>
                            <a:latin typeface="Cambria Math" panose="02040503050406030204" pitchFamily="18" charset="0"/>
                            <a:cs typeface="Arial" panose="020B0604020202020204" pitchFamily="34" charset="0"/>
                          </a:rPr>
                          <m:t>J</m:t>
                        </m:r>
                      </m:e>
                      <m:sub>
                        <m:r>
                          <m:rPr>
                            <m:sty m:val="p"/>
                          </m:rPr>
                          <a:rPr lang="en-US" sz="2400" b="0" i="0" smtClean="0">
                            <a:effectLst/>
                            <a:latin typeface="Cambria Math" panose="02040503050406030204" pitchFamily="18" charset="0"/>
                            <a:cs typeface="Arial" panose="020B0604020202020204" pitchFamily="34" charset="0"/>
                          </a:rPr>
                          <m:t>w</m:t>
                        </m:r>
                      </m:sub>
                    </m:sSub>
                    <m:sSubSup>
                      <m:sSubSupPr>
                        <m:ctrlPr>
                          <a:rPr lang="en-US" sz="2400" b="0" i="1" smtClean="0">
                            <a:effectLst/>
                            <a:latin typeface="Cambria Math" panose="02040503050406030204" pitchFamily="18" charset="0"/>
                            <a:cs typeface="Arial" panose="020B0604020202020204" pitchFamily="34" charset="0"/>
                          </a:rPr>
                        </m:ctrlPr>
                      </m:sSubSupPr>
                      <m:e>
                        <m:r>
                          <m:rPr>
                            <m:sty m:val="p"/>
                          </m:rPr>
                          <a:rPr lang="en-US" sz="2400" b="0" i="0" smtClean="0">
                            <a:effectLst/>
                            <a:latin typeface="Cambria Math" panose="02040503050406030204" pitchFamily="18" charset="0"/>
                            <a:cs typeface="Arial" panose="020B0604020202020204" pitchFamily="34" charset="0"/>
                          </a:rPr>
                          <m:t>c</m:t>
                        </m:r>
                      </m:e>
                      <m:sub>
                        <m:r>
                          <m:rPr>
                            <m:sty m:val="p"/>
                          </m:rPr>
                          <a:rPr lang="en-US" sz="2400" b="0" i="0" smtClean="0">
                            <a:effectLst/>
                            <a:latin typeface="Cambria Math" panose="02040503050406030204" pitchFamily="18" charset="0"/>
                            <a:cs typeface="Arial" panose="020B0604020202020204" pitchFamily="34" charset="0"/>
                          </a:rPr>
                          <m:t>p</m:t>
                        </m:r>
                      </m:sub>
                      <m:sup>
                        <m:r>
                          <m:rPr>
                            <m:sty m:val="p"/>
                          </m:rPr>
                          <a:rPr lang="en-US" sz="2400" b="0" i="0" smtClean="0">
                            <a:effectLst/>
                            <a:latin typeface="Cambria Math" panose="02040503050406030204" pitchFamily="18" charset="0"/>
                            <a:cs typeface="Arial" panose="020B0604020202020204" pitchFamily="34" charset="0"/>
                          </a:rPr>
                          <m:t>i</m:t>
                        </m:r>
                      </m:sup>
                    </m:sSubSup>
                  </m:oMath>
                </a14:m>
                <a:r>
                  <a:rPr lang="en-US" sz="2400" b="0" dirty="0">
                    <a:effectLst/>
                    <a:latin typeface="Arial" panose="020B0604020202020204" pitchFamily="34" charset="0"/>
                    <a:cs typeface="Arial" panose="020B0604020202020204" pitchFamily="34" charset="0"/>
                  </a:rPr>
                  <a:t> </a:t>
                </a:r>
                <a:r>
                  <a:rPr lang="en-US" sz="2400" b="0" i="0" dirty="0">
                    <a:effectLst/>
                    <a:latin typeface="Arial" panose="020B0604020202020204" pitchFamily="34" charset="0"/>
                    <a:cs typeface="Arial" panose="020B0604020202020204" pitchFamily="34" charset="0"/>
                  </a:rPr>
                  <a:t>Captures the Flux of each Ion through the Membrane </a:t>
                </a:r>
              </a:p>
            </p:txBody>
          </p:sp>
        </mc:Choice>
        <mc:Fallback xmlns="">
          <p:sp>
            <p:nvSpPr>
              <p:cNvPr id="9" name="TextBox 8">
                <a:extLst>
                  <a:ext uri="{FF2B5EF4-FFF2-40B4-BE49-F238E27FC236}">
                    <a16:creationId xmlns:a16="http://schemas.microsoft.com/office/drawing/2014/main" id="{E5F2EC67-8BCF-6D14-1AB2-A5D45B8A7030}"/>
                  </a:ext>
                </a:extLst>
              </p:cNvPr>
              <p:cNvSpPr txBox="1">
                <a:spLocks noRot="1" noChangeAspect="1" noMove="1" noResize="1" noEditPoints="1" noAdjustHandles="1" noChangeArrowheads="1" noChangeShapeType="1" noTextEdit="1"/>
              </p:cNvSpPr>
              <p:nvPr/>
            </p:nvSpPr>
            <p:spPr>
              <a:xfrm>
                <a:off x="-1" y="196796"/>
                <a:ext cx="12192000" cy="515013"/>
              </a:xfrm>
              <a:prstGeom prst="rect">
                <a:avLst/>
              </a:prstGeom>
              <a:blipFill>
                <a:blip r:embed="rId4"/>
                <a:stretch>
                  <a:fillRect t="-5882" b="-18824"/>
                </a:stretch>
              </a:blipFill>
            </p:spPr>
            <p:txBody>
              <a:bodyPr/>
              <a:lstStyle/>
              <a:p>
                <a:r>
                  <a:rPr lang="en-US">
                    <a:noFill/>
                  </a:rPr>
                  <a:t> </a:t>
                </a:r>
              </a:p>
            </p:txBody>
          </p:sp>
        </mc:Fallback>
      </mc:AlternateContent>
      <p:pic>
        <p:nvPicPr>
          <p:cNvPr id="14" name="Picture 13">
            <a:extLst>
              <a:ext uri="{FF2B5EF4-FFF2-40B4-BE49-F238E27FC236}">
                <a16:creationId xmlns:a16="http://schemas.microsoft.com/office/drawing/2014/main" id="{7E3DD7E4-0D82-50C6-F9D7-472D02FD9860}"/>
              </a:ext>
            </a:extLst>
          </p:cNvPr>
          <p:cNvPicPr>
            <a:picLocks noChangeAspect="1"/>
          </p:cNvPicPr>
          <p:nvPr/>
        </p:nvPicPr>
        <p:blipFill>
          <a:blip r:embed="rId5"/>
          <a:stretch>
            <a:fillRect/>
          </a:stretch>
        </p:blipFill>
        <p:spPr>
          <a:xfrm>
            <a:off x="4057329" y="815947"/>
            <a:ext cx="3367652" cy="2525739"/>
          </a:xfrm>
          <a:prstGeom prst="rect">
            <a:avLst/>
          </a:prstGeom>
        </p:spPr>
      </p:pic>
      <p:pic>
        <p:nvPicPr>
          <p:cNvPr id="16" name="Picture 15">
            <a:extLst>
              <a:ext uri="{FF2B5EF4-FFF2-40B4-BE49-F238E27FC236}">
                <a16:creationId xmlns:a16="http://schemas.microsoft.com/office/drawing/2014/main" id="{CF5C9671-73C9-50D6-0E18-DBC4A6223FF7}"/>
              </a:ext>
            </a:extLst>
          </p:cNvPr>
          <p:cNvPicPr>
            <a:picLocks noChangeAspect="1"/>
          </p:cNvPicPr>
          <p:nvPr/>
        </p:nvPicPr>
        <p:blipFill>
          <a:blip r:embed="rId6"/>
          <a:stretch>
            <a:fillRect/>
          </a:stretch>
        </p:blipFill>
        <p:spPr>
          <a:xfrm>
            <a:off x="7333929" y="842984"/>
            <a:ext cx="3367652" cy="2525739"/>
          </a:xfrm>
          <a:prstGeom prst="rect">
            <a:avLst/>
          </a:prstGeom>
        </p:spPr>
      </p:pic>
      <p:pic>
        <p:nvPicPr>
          <p:cNvPr id="24" name="Picture 23">
            <a:extLst>
              <a:ext uri="{FF2B5EF4-FFF2-40B4-BE49-F238E27FC236}">
                <a16:creationId xmlns:a16="http://schemas.microsoft.com/office/drawing/2014/main" id="{F3CE1185-8ECB-2C12-72C4-9B78E5B0D90F}"/>
              </a:ext>
            </a:extLst>
          </p:cNvPr>
          <p:cNvPicPr>
            <a:picLocks noChangeAspect="1"/>
          </p:cNvPicPr>
          <p:nvPr/>
        </p:nvPicPr>
        <p:blipFill>
          <a:blip r:embed="rId7"/>
          <a:stretch>
            <a:fillRect/>
          </a:stretch>
        </p:blipFill>
        <p:spPr>
          <a:xfrm>
            <a:off x="4057329" y="3697553"/>
            <a:ext cx="3367652" cy="2525740"/>
          </a:xfrm>
          <a:prstGeom prst="rect">
            <a:avLst/>
          </a:prstGeom>
        </p:spPr>
      </p:pic>
      <p:pic>
        <p:nvPicPr>
          <p:cNvPr id="6" name="Picture 5">
            <a:extLst>
              <a:ext uri="{FF2B5EF4-FFF2-40B4-BE49-F238E27FC236}">
                <a16:creationId xmlns:a16="http://schemas.microsoft.com/office/drawing/2014/main" id="{0E5F715A-6497-E9FD-AB13-3DC06062ACF0}"/>
              </a:ext>
            </a:extLst>
          </p:cNvPr>
          <p:cNvPicPr>
            <a:picLocks noChangeAspect="1"/>
          </p:cNvPicPr>
          <p:nvPr/>
        </p:nvPicPr>
        <p:blipFill>
          <a:blip r:embed="rId8"/>
          <a:stretch>
            <a:fillRect/>
          </a:stretch>
        </p:blipFill>
        <p:spPr>
          <a:xfrm>
            <a:off x="7424981" y="3697554"/>
            <a:ext cx="3367652" cy="2525739"/>
          </a:xfrm>
          <a:prstGeom prst="rect">
            <a:avLst/>
          </a:prstGeom>
        </p:spPr>
      </p:pic>
      <p:pic>
        <p:nvPicPr>
          <p:cNvPr id="8" name="Picture 7">
            <a:extLst>
              <a:ext uri="{FF2B5EF4-FFF2-40B4-BE49-F238E27FC236}">
                <a16:creationId xmlns:a16="http://schemas.microsoft.com/office/drawing/2014/main" id="{A8A89EE4-E5E0-4579-A459-BDC3868C2B0D}"/>
              </a:ext>
            </a:extLst>
          </p:cNvPr>
          <p:cNvPicPr>
            <a:picLocks noChangeAspect="1"/>
          </p:cNvPicPr>
          <p:nvPr/>
        </p:nvPicPr>
        <p:blipFill>
          <a:blip r:embed="rId9"/>
          <a:stretch>
            <a:fillRect/>
          </a:stretch>
        </p:blipFill>
        <p:spPr>
          <a:xfrm>
            <a:off x="898902" y="3543352"/>
            <a:ext cx="3367652" cy="2525739"/>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E003F8C-266D-34CE-D635-A2C01DDB7F73}"/>
                  </a:ext>
                </a:extLst>
              </p:cNvPr>
              <p:cNvSpPr txBox="1"/>
              <p:nvPr/>
            </p:nvSpPr>
            <p:spPr>
              <a:xfrm>
                <a:off x="0" y="6255681"/>
                <a:ext cx="7424982" cy="344453"/>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Generally, in the presence of other ions: </a:t>
                </a:r>
                <a14:m>
                  <m:oMath xmlns:m="http://schemas.openxmlformats.org/officeDocument/2006/math">
                    <m:sSubSup>
                      <m:sSubSupPr>
                        <m:ctrlPr>
                          <a:rPr lang="en-US" sz="1600" b="0" i="1" smtClean="0">
                            <a:latin typeface="Cambria Math" panose="02040503050406030204" pitchFamily="18" charset="0"/>
                            <a:cs typeface="Arial" panose="020B0604020202020204" pitchFamily="34" charset="0"/>
                          </a:rPr>
                        </m:ctrlPr>
                      </m:sSubSupPr>
                      <m:e>
                        <m:r>
                          <m:rPr>
                            <m:sty m:val="p"/>
                          </m:rPr>
                          <a:rPr lang="en-US" sz="1600" b="0" i="0" smtClean="0">
                            <a:latin typeface="Cambria Math" panose="02040503050406030204" pitchFamily="18" charset="0"/>
                            <a:cs typeface="Arial" panose="020B0604020202020204" pitchFamily="34" charset="0"/>
                          </a:rPr>
                          <m:t>J</m:t>
                        </m:r>
                      </m:e>
                      <m:sub>
                        <m:r>
                          <m:rPr>
                            <m:sty m:val="p"/>
                          </m:rPr>
                          <a:rPr lang="en-US" sz="1600" b="0" i="0" smtClean="0">
                            <a:latin typeface="Cambria Math" panose="02040503050406030204" pitchFamily="18" charset="0"/>
                            <a:cs typeface="Arial" panose="020B0604020202020204" pitchFamily="34" charset="0"/>
                          </a:rPr>
                          <m:t>s</m:t>
                        </m:r>
                      </m:sub>
                      <m:sup>
                        <m:r>
                          <m:rPr>
                            <m:sty m:val="p"/>
                          </m:rPr>
                          <a:rPr lang="en-US" sz="1600" b="0" i="0" smtClean="0">
                            <a:latin typeface="Cambria Math" panose="02040503050406030204" pitchFamily="18" charset="0"/>
                            <a:cs typeface="Arial" panose="020B0604020202020204" pitchFamily="34" charset="0"/>
                          </a:rPr>
                          <m:t>Na</m:t>
                        </m:r>
                      </m:sup>
                    </m:sSubSup>
                  </m:oMath>
                </a14:m>
                <a:r>
                  <a:rPr lang="en-US" sz="1600" dirty="0">
                    <a:latin typeface="Arial" panose="020B0604020202020204" pitchFamily="34" charset="0"/>
                    <a:cs typeface="Arial" panose="020B0604020202020204" pitchFamily="34" charset="0"/>
                  </a:rPr>
                  <a:t> increases and </a:t>
                </a:r>
                <a14:m>
                  <m:oMath xmlns:m="http://schemas.openxmlformats.org/officeDocument/2006/math">
                    <m:sSubSup>
                      <m:sSubSupPr>
                        <m:ctrlPr>
                          <a:rPr lang="en-US" sz="1600" b="0" i="1" smtClean="0">
                            <a:latin typeface="Cambria Math" panose="02040503050406030204" pitchFamily="18" charset="0"/>
                            <a:cs typeface="Arial" panose="020B0604020202020204" pitchFamily="34" charset="0"/>
                          </a:rPr>
                        </m:ctrlPr>
                      </m:sSubSupPr>
                      <m:e>
                        <m:r>
                          <m:rPr>
                            <m:sty m:val="p"/>
                          </m:rPr>
                          <a:rPr lang="en-US" sz="1600" b="0" i="0" smtClean="0">
                            <a:latin typeface="Cambria Math" panose="02040503050406030204" pitchFamily="18" charset="0"/>
                            <a:cs typeface="Arial" panose="020B0604020202020204" pitchFamily="34" charset="0"/>
                          </a:rPr>
                          <m:t>J</m:t>
                        </m:r>
                      </m:e>
                      <m:sub>
                        <m:r>
                          <m:rPr>
                            <m:sty m:val="p"/>
                          </m:rPr>
                          <a:rPr lang="en-US" sz="1600" b="0" i="0" smtClean="0">
                            <a:latin typeface="Cambria Math" panose="02040503050406030204" pitchFamily="18" charset="0"/>
                            <a:cs typeface="Arial" panose="020B0604020202020204" pitchFamily="34" charset="0"/>
                          </a:rPr>
                          <m:t>s</m:t>
                        </m:r>
                      </m:sub>
                      <m:sup>
                        <m:r>
                          <m:rPr>
                            <m:sty m:val="p"/>
                          </m:rPr>
                          <a:rPr lang="en-US" sz="1600" b="0" i="0" smtClean="0">
                            <a:latin typeface="Cambria Math" panose="02040503050406030204" pitchFamily="18" charset="0"/>
                            <a:cs typeface="Arial" panose="020B0604020202020204" pitchFamily="34" charset="0"/>
                          </a:rPr>
                          <m:t>Ca</m:t>
                        </m:r>
                      </m:sup>
                    </m:sSubSup>
                  </m:oMath>
                </a14:m>
                <a:r>
                  <a:rPr lang="en-US" sz="1600" dirty="0">
                    <a:latin typeface="Arial" panose="020B0604020202020204" pitchFamily="34" charset="0"/>
                    <a:cs typeface="Arial" panose="020B0604020202020204" pitchFamily="34" charset="0"/>
                  </a:rPr>
                  <a:t> decreases. </a:t>
                </a:r>
              </a:p>
            </p:txBody>
          </p:sp>
        </mc:Choice>
        <mc:Fallback xmlns="">
          <p:sp>
            <p:nvSpPr>
              <p:cNvPr id="3" name="TextBox 2">
                <a:extLst>
                  <a:ext uri="{FF2B5EF4-FFF2-40B4-BE49-F238E27FC236}">
                    <a16:creationId xmlns:a16="http://schemas.microsoft.com/office/drawing/2014/main" id="{0E003F8C-266D-34CE-D635-A2C01DDB7F73}"/>
                  </a:ext>
                </a:extLst>
              </p:cNvPr>
              <p:cNvSpPr txBox="1">
                <a:spLocks noRot="1" noChangeAspect="1" noMove="1" noResize="1" noEditPoints="1" noAdjustHandles="1" noChangeArrowheads="1" noChangeShapeType="1" noTextEdit="1"/>
              </p:cNvSpPr>
              <p:nvPr/>
            </p:nvSpPr>
            <p:spPr>
              <a:xfrm>
                <a:off x="0" y="6255681"/>
                <a:ext cx="7424982" cy="344453"/>
              </a:xfrm>
              <a:prstGeom prst="rect">
                <a:avLst/>
              </a:prstGeom>
              <a:blipFill>
                <a:blip r:embed="rId10"/>
                <a:stretch>
                  <a:fillRect l="-328" t="-3509" b="-21053"/>
                </a:stretch>
              </a:blipFill>
            </p:spPr>
            <p:txBody>
              <a:bodyPr/>
              <a:lstStyle/>
              <a:p>
                <a:r>
                  <a:rPr lang="en-US">
                    <a:noFill/>
                  </a:rPr>
                  <a:t> </a:t>
                </a:r>
              </a:p>
            </p:txBody>
          </p:sp>
        </mc:Fallback>
      </mc:AlternateContent>
    </p:spTree>
    <p:extLst>
      <p:ext uri="{BB962C8B-B14F-4D97-AF65-F5344CB8AC3E}">
        <p14:creationId xmlns:p14="http://schemas.microsoft.com/office/powerpoint/2010/main" val="2564758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B164E-B1CA-C5D6-5BCF-C5298DBBAE4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7C47BB-D5D4-5855-3CE3-13415477498D}"/>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B2D1515-8D55-092C-5685-E335CA4BDB97}"/>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3">
            <a:extLst>
              <a:ext uri="{FF2B5EF4-FFF2-40B4-BE49-F238E27FC236}">
                <a16:creationId xmlns:a16="http://schemas.microsoft.com/office/drawing/2014/main" id="{67FEE5FB-EA18-FD52-7F58-D533478B4E98}"/>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15</a:t>
            </a:fld>
            <a:endParaRPr lang="en-US" sz="1600" dirty="0">
              <a:solidFill>
                <a:schemeClr val="tx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5193684-5226-5971-43D8-8981018C7079}"/>
              </a:ext>
            </a:extLst>
          </p:cNvPr>
          <p:cNvSpPr txBox="1"/>
          <p:nvPr/>
        </p:nvSpPr>
        <p:spPr>
          <a:xfrm>
            <a:off x="232228" y="5758890"/>
            <a:ext cx="5268685" cy="338554"/>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If it is a one salt system… It simplifies. </a:t>
            </a:r>
          </a:p>
        </p:txBody>
      </p:sp>
      <p:sp>
        <p:nvSpPr>
          <p:cNvPr id="9" name="TextBox 8">
            <a:extLst>
              <a:ext uri="{FF2B5EF4-FFF2-40B4-BE49-F238E27FC236}">
                <a16:creationId xmlns:a16="http://schemas.microsoft.com/office/drawing/2014/main" id="{E5F2EC67-8BCF-6D14-1AB2-A5D45B8A7030}"/>
              </a:ext>
            </a:extLst>
          </p:cNvPr>
          <p:cNvSpPr txBox="1"/>
          <p:nvPr/>
        </p:nvSpPr>
        <p:spPr>
          <a:xfrm>
            <a:off x="-9636" y="200775"/>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Donnan Model Provides Information on Ion Partitioning in Charged Membranes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E05C5ED-BB65-E59A-48EA-6F8889E09AD2}"/>
                  </a:ext>
                </a:extLst>
              </p:cNvPr>
              <p:cNvSpPr txBox="1"/>
              <p:nvPr/>
            </p:nvSpPr>
            <p:spPr>
              <a:xfrm>
                <a:off x="1834011" y="2795042"/>
                <a:ext cx="8512628" cy="9046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1400" i="1" smtClean="0">
                              <a:solidFill>
                                <a:srgbClr val="836967"/>
                              </a:solidFill>
                              <a:latin typeface="Cambria Math" panose="02040503050406030204" pitchFamily="18" charset="0"/>
                            </a:rPr>
                          </m:ctrlPr>
                        </m:sSupPr>
                        <m:e>
                          <m:d>
                            <m:dPr>
                              <m:ctrlPr>
                                <a:rPr lang="en-US" sz="1400" i="1">
                                  <a:solidFill>
                                    <a:srgbClr val="836967"/>
                                  </a:solidFill>
                                  <a:latin typeface="Cambria Math" panose="02040503050406030204" pitchFamily="18" charset="0"/>
                                </a:rPr>
                              </m:ctrlPr>
                            </m:dPr>
                            <m:e>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1</m:t>
                                  </m:r>
                                </m:sub>
                                <m:sup>
                                  <m:r>
                                    <m:rPr>
                                      <m:sty m:val="p"/>
                                    </m:rPr>
                                    <a:rPr lang="en-US" sz="1400" i="0">
                                      <a:latin typeface="Cambria Math" panose="02040503050406030204" pitchFamily="18" charset="0"/>
                                    </a:rPr>
                                    <m:t>s</m:t>
                                  </m:r>
                                </m:sup>
                              </m:sSubSup>
                            </m:e>
                          </m:d>
                        </m:e>
                        <m:sup>
                          <m:f>
                            <m:fPr>
                              <m:ctrlPr>
                                <a:rPr lang="en-US" sz="1400" i="1">
                                  <a:solidFill>
                                    <a:srgbClr val="836967"/>
                                  </a:solidFill>
                                  <a:latin typeface="Cambria Math" panose="02040503050406030204" pitchFamily="18" charset="0"/>
                                </a:rPr>
                              </m:ctrlPr>
                            </m:fPr>
                            <m:num>
                              <m:r>
                                <a:rPr lang="en-US" sz="1400" i="0">
                                  <a:latin typeface="Cambria Math" panose="02040503050406030204" pitchFamily="18" charset="0"/>
                                </a:rPr>
                                <m:t>1</m:t>
                              </m:r>
                            </m:num>
                            <m:den>
                              <m:d>
                                <m:dPr>
                                  <m:begChr m:val="|"/>
                                  <m:endChr m:val="|"/>
                                  <m:ctrlPr>
                                    <a:rPr lang="en-US" sz="1400" i="1">
                                      <a:solidFill>
                                        <a:srgbClr val="836967"/>
                                      </a:solidFill>
                                      <a:latin typeface="Cambria Math" panose="02040503050406030204" pitchFamily="18" charset="0"/>
                                    </a:rPr>
                                  </m:ctrlPr>
                                </m:dPr>
                                <m:e>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1</m:t>
                                      </m:r>
                                    </m:sub>
                                  </m:sSub>
                                </m:e>
                              </m:d>
                            </m:den>
                          </m:f>
                        </m:sup>
                      </m:sSup>
                      <m:sSup>
                        <m:sSupPr>
                          <m:ctrlPr>
                            <a:rPr lang="en-US" sz="1400" i="1">
                              <a:solidFill>
                                <a:srgbClr val="836967"/>
                              </a:solidFill>
                              <a:latin typeface="Cambria Math" panose="02040503050406030204" pitchFamily="18" charset="0"/>
                            </a:rPr>
                          </m:ctrlPr>
                        </m:sSupPr>
                        <m:e>
                          <m:d>
                            <m:dPr>
                              <m:ctrlPr>
                                <a:rPr lang="en-US" sz="1400" i="1">
                                  <a:solidFill>
                                    <a:srgbClr val="836967"/>
                                  </a:solidFill>
                                  <a:latin typeface="Cambria Math" panose="02040503050406030204" pitchFamily="18" charset="0"/>
                                </a:rPr>
                              </m:ctrlPr>
                            </m:dPr>
                            <m:e>
                              <m:d>
                                <m:dPr>
                                  <m:begChr m:val="|"/>
                                  <m:endChr m:val="|"/>
                                  <m:ctrlPr>
                                    <a:rPr lang="en-US" sz="1400" i="1">
                                      <a:solidFill>
                                        <a:srgbClr val="836967"/>
                                      </a:solidFill>
                                      <a:latin typeface="Cambria Math" panose="02040503050406030204" pitchFamily="18" charset="0"/>
                                    </a:rPr>
                                  </m:ctrlPr>
                                </m:dPr>
                                <m:e>
                                  <m:f>
                                    <m:fPr>
                                      <m:ctrlPr>
                                        <a:rPr lang="en-US" sz="1400" i="1">
                                          <a:solidFill>
                                            <a:srgbClr val="836967"/>
                                          </a:solidFill>
                                          <a:latin typeface="Cambria Math" panose="02040503050406030204" pitchFamily="18" charset="0"/>
                                        </a:rPr>
                                      </m:ctrlPr>
                                    </m:fPr>
                                    <m:num>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1</m:t>
                                          </m:r>
                                        </m:sub>
                                      </m:sSub>
                                    </m:num>
                                    <m:den>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3</m:t>
                                          </m:r>
                                        </m:sub>
                                      </m:sSub>
                                    </m:den>
                                  </m:f>
                                </m:e>
                              </m:d>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1</m:t>
                                  </m:r>
                                </m:sub>
                                <m:sup>
                                  <m:r>
                                    <m:rPr>
                                      <m:sty m:val="p"/>
                                    </m:rPr>
                                    <a:rPr lang="en-US" sz="1400" i="0">
                                      <a:latin typeface="Cambria Math" panose="02040503050406030204" pitchFamily="18" charset="0"/>
                                    </a:rPr>
                                    <m:t>s</m:t>
                                  </m:r>
                                </m:sup>
                              </m:sSubSup>
                              <m:r>
                                <a:rPr lang="en-US" sz="1400" i="0">
                                  <a:latin typeface="Cambria Math" panose="02040503050406030204" pitchFamily="18" charset="0"/>
                                </a:rPr>
                                <m:t>+</m:t>
                              </m:r>
                              <m:d>
                                <m:dPr>
                                  <m:begChr m:val="|"/>
                                  <m:endChr m:val="|"/>
                                  <m:ctrlPr>
                                    <a:rPr lang="en-US" sz="1400" i="1">
                                      <a:solidFill>
                                        <a:srgbClr val="836967"/>
                                      </a:solidFill>
                                      <a:latin typeface="Cambria Math" panose="02040503050406030204" pitchFamily="18" charset="0"/>
                                    </a:rPr>
                                  </m:ctrlPr>
                                </m:dPr>
                                <m:e>
                                  <m:f>
                                    <m:fPr>
                                      <m:ctrlPr>
                                        <a:rPr lang="en-US" sz="1400" i="1">
                                          <a:solidFill>
                                            <a:srgbClr val="836967"/>
                                          </a:solidFill>
                                          <a:latin typeface="Cambria Math" panose="02040503050406030204" pitchFamily="18" charset="0"/>
                                        </a:rPr>
                                      </m:ctrlPr>
                                    </m:fPr>
                                    <m:num>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2</m:t>
                                          </m:r>
                                        </m:sub>
                                      </m:sSub>
                                    </m:num>
                                    <m:den>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3</m:t>
                                          </m:r>
                                        </m:sub>
                                      </m:sSub>
                                    </m:den>
                                  </m:f>
                                </m:e>
                              </m:d>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2</m:t>
                                  </m:r>
                                </m:sub>
                                <m:sup>
                                  <m:r>
                                    <m:rPr>
                                      <m:sty m:val="p"/>
                                    </m:rPr>
                                    <a:rPr lang="en-US" sz="1400" i="0">
                                      <a:latin typeface="Cambria Math" panose="02040503050406030204" pitchFamily="18" charset="0"/>
                                    </a:rPr>
                                    <m:t>s</m:t>
                                  </m:r>
                                </m:sup>
                              </m:sSubSup>
                            </m:e>
                          </m:d>
                        </m:e>
                        <m:sup>
                          <m:f>
                            <m:fPr>
                              <m:ctrlPr>
                                <a:rPr lang="en-US" sz="1400" i="1">
                                  <a:solidFill>
                                    <a:srgbClr val="836967"/>
                                  </a:solidFill>
                                  <a:latin typeface="Cambria Math" panose="02040503050406030204" pitchFamily="18" charset="0"/>
                                </a:rPr>
                              </m:ctrlPr>
                            </m:fPr>
                            <m:num>
                              <m:r>
                                <a:rPr lang="en-US" sz="1400" i="0">
                                  <a:latin typeface="Cambria Math" panose="02040503050406030204" pitchFamily="18" charset="0"/>
                                </a:rPr>
                                <m:t>1</m:t>
                              </m:r>
                            </m:num>
                            <m:den>
                              <m:d>
                                <m:dPr>
                                  <m:begChr m:val="|"/>
                                  <m:endChr m:val="|"/>
                                  <m:ctrlPr>
                                    <a:rPr lang="en-US" sz="1400" i="1">
                                      <a:solidFill>
                                        <a:srgbClr val="836967"/>
                                      </a:solidFill>
                                      <a:latin typeface="Cambria Math" panose="02040503050406030204" pitchFamily="18" charset="0"/>
                                    </a:rPr>
                                  </m:ctrlPr>
                                </m:dPr>
                                <m:e>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3</m:t>
                                      </m:r>
                                    </m:sub>
                                  </m:sSub>
                                </m:e>
                              </m:d>
                            </m:den>
                          </m:f>
                        </m:sup>
                      </m:sSup>
                      <m:r>
                        <a:rPr lang="en-US" sz="1400" i="0">
                          <a:latin typeface="Cambria Math" panose="02040503050406030204" pitchFamily="18" charset="0"/>
                        </a:rPr>
                        <m:t>=</m:t>
                      </m:r>
                      <m:sSup>
                        <m:sSupPr>
                          <m:ctrlPr>
                            <a:rPr lang="en-US" sz="1400" i="1">
                              <a:solidFill>
                                <a:srgbClr val="836967"/>
                              </a:solidFill>
                              <a:latin typeface="Cambria Math" panose="02040503050406030204" pitchFamily="18" charset="0"/>
                            </a:rPr>
                          </m:ctrlPr>
                        </m:sSupPr>
                        <m:e>
                          <m:d>
                            <m:dPr>
                              <m:ctrlPr>
                                <a:rPr lang="en-US" sz="1400" i="1">
                                  <a:solidFill>
                                    <a:srgbClr val="836967"/>
                                  </a:solidFill>
                                  <a:latin typeface="Cambria Math" panose="02040503050406030204" pitchFamily="18" charset="0"/>
                                </a:rPr>
                              </m:ctrlPr>
                            </m:dPr>
                            <m:e>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1</m:t>
                                  </m:r>
                                </m:sub>
                                <m:sup>
                                  <m:r>
                                    <m:rPr>
                                      <m:sty m:val="p"/>
                                    </m:rPr>
                                    <a:rPr lang="en-US" sz="1400" i="0">
                                      <a:latin typeface="Cambria Math" panose="02040503050406030204" pitchFamily="18" charset="0"/>
                                    </a:rPr>
                                    <m:t>m</m:t>
                                  </m:r>
                                </m:sup>
                              </m:sSubSup>
                            </m:e>
                          </m:d>
                        </m:e>
                        <m:sup>
                          <m:f>
                            <m:fPr>
                              <m:ctrlPr>
                                <a:rPr lang="en-US" sz="1400" i="1">
                                  <a:solidFill>
                                    <a:srgbClr val="836967"/>
                                  </a:solidFill>
                                  <a:latin typeface="Cambria Math" panose="02040503050406030204" pitchFamily="18" charset="0"/>
                                </a:rPr>
                              </m:ctrlPr>
                            </m:fPr>
                            <m:num>
                              <m:r>
                                <a:rPr lang="en-US" sz="1400" i="0">
                                  <a:latin typeface="Cambria Math" panose="02040503050406030204" pitchFamily="18" charset="0"/>
                                </a:rPr>
                                <m:t>1</m:t>
                              </m:r>
                            </m:num>
                            <m:den>
                              <m:d>
                                <m:dPr>
                                  <m:begChr m:val="|"/>
                                  <m:endChr m:val="|"/>
                                  <m:ctrlPr>
                                    <a:rPr lang="en-US" sz="1400" i="1">
                                      <a:solidFill>
                                        <a:srgbClr val="836967"/>
                                      </a:solidFill>
                                      <a:latin typeface="Cambria Math" panose="02040503050406030204" pitchFamily="18" charset="0"/>
                                    </a:rPr>
                                  </m:ctrlPr>
                                </m:dPr>
                                <m:e>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1</m:t>
                                      </m:r>
                                    </m:sub>
                                  </m:sSub>
                                </m:e>
                              </m:d>
                            </m:den>
                          </m:f>
                        </m:sup>
                      </m:sSup>
                      <m:sSup>
                        <m:sSupPr>
                          <m:ctrlPr>
                            <a:rPr lang="en-US" sz="1400" i="1">
                              <a:solidFill>
                                <a:srgbClr val="836967"/>
                              </a:solidFill>
                              <a:latin typeface="Cambria Math" panose="02040503050406030204" pitchFamily="18" charset="0"/>
                            </a:rPr>
                          </m:ctrlPr>
                        </m:sSupPr>
                        <m:e>
                          <m:d>
                            <m:dPr>
                              <m:ctrlPr>
                                <a:rPr lang="en-US" sz="1400" i="1">
                                  <a:solidFill>
                                    <a:srgbClr val="836967"/>
                                  </a:solidFill>
                                  <a:latin typeface="Cambria Math" panose="02040503050406030204" pitchFamily="18" charset="0"/>
                                </a:rPr>
                              </m:ctrlPr>
                            </m:dPr>
                            <m:e>
                              <m:d>
                                <m:dPr>
                                  <m:begChr m:val="|"/>
                                  <m:endChr m:val="|"/>
                                  <m:ctrlPr>
                                    <a:rPr lang="en-US" sz="1400" i="1">
                                      <a:solidFill>
                                        <a:srgbClr val="836967"/>
                                      </a:solidFill>
                                      <a:latin typeface="Cambria Math" panose="02040503050406030204" pitchFamily="18" charset="0"/>
                                    </a:rPr>
                                  </m:ctrlPr>
                                </m:dPr>
                                <m:e>
                                  <m:f>
                                    <m:fPr>
                                      <m:ctrlPr>
                                        <a:rPr lang="en-US" sz="1400" i="1">
                                          <a:solidFill>
                                            <a:srgbClr val="836967"/>
                                          </a:solidFill>
                                          <a:latin typeface="Cambria Math" panose="02040503050406030204" pitchFamily="18" charset="0"/>
                                        </a:rPr>
                                      </m:ctrlPr>
                                    </m:fPr>
                                    <m:num>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1</m:t>
                                          </m:r>
                                        </m:sub>
                                      </m:sSub>
                                    </m:num>
                                    <m:den>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3</m:t>
                                          </m:r>
                                        </m:sub>
                                      </m:sSub>
                                    </m:den>
                                  </m:f>
                                </m:e>
                              </m:d>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1</m:t>
                                  </m:r>
                                </m:sub>
                                <m:sup>
                                  <m:r>
                                    <m:rPr>
                                      <m:sty m:val="p"/>
                                    </m:rPr>
                                    <a:rPr lang="en-US" sz="1400" i="0">
                                      <a:latin typeface="Cambria Math" panose="02040503050406030204" pitchFamily="18" charset="0"/>
                                    </a:rPr>
                                    <m:t>m</m:t>
                                  </m:r>
                                </m:sup>
                              </m:sSubSup>
                              <m:r>
                                <a:rPr lang="en-US" sz="1400" i="0">
                                  <a:latin typeface="Cambria Math" panose="02040503050406030204" pitchFamily="18" charset="0"/>
                                </a:rPr>
                                <m:t>+</m:t>
                              </m:r>
                              <m:d>
                                <m:dPr>
                                  <m:begChr m:val="|"/>
                                  <m:endChr m:val="|"/>
                                  <m:ctrlPr>
                                    <a:rPr lang="en-US" sz="1400" i="1">
                                      <a:solidFill>
                                        <a:srgbClr val="836967"/>
                                      </a:solidFill>
                                      <a:latin typeface="Cambria Math" panose="02040503050406030204" pitchFamily="18" charset="0"/>
                                    </a:rPr>
                                  </m:ctrlPr>
                                </m:dPr>
                                <m:e>
                                  <m:f>
                                    <m:fPr>
                                      <m:ctrlPr>
                                        <a:rPr lang="en-US" sz="1400" i="1">
                                          <a:solidFill>
                                            <a:srgbClr val="836967"/>
                                          </a:solidFill>
                                          <a:latin typeface="Cambria Math" panose="02040503050406030204" pitchFamily="18" charset="0"/>
                                        </a:rPr>
                                      </m:ctrlPr>
                                    </m:fPr>
                                    <m:num>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2</m:t>
                                          </m:r>
                                        </m:sub>
                                      </m:sSub>
                                    </m:num>
                                    <m:den>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3</m:t>
                                          </m:r>
                                        </m:sub>
                                      </m:sSub>
                                    </m:den>
                                  </m:f>
                                </m:e>
                              </m:d>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2</m:t>
                                  </m:r>
                                </m:sub>
                                <m:sup>
                                  <m:r>
                                    <m:rPr>
                                      <m:sty m:val="p"/>
                                    </m:rPr>
                                    <a:rPr lang="en-US" sz="1400" i="0">
                                      <a:latin typeface="Cambria Math" panose="02040503050406030204" pitchFamily="18" charset="0"/>
                                    </a:rPr>
                                    <m:t>s</m:t>
                                  </m:r>
                                </m:sup>
                              </m:sSubSup>
                              <m:sSup>
                                <m:sSupPr>
                                  <m:ctrlPr>
                                    <a:rPr lang="en-US" sz="1400" i="1">
                                      <a:solidFill>
                                        <a:srgbClr val="836967"/>
                                      </a:solidFill>
                                      <a:latin typeface="Cambria Math" panose="02040503050406030204" pitchFamily="18" charset="0"/>
                                    </a:rPr>
                                  </m:ctrlPr>
                                </m:sSupPr>
                                <m:e>
                                  <m:d>
                                    <m:dPr>
                                      <m:ctrlPr>
                                        <a:rPr lang="en-US" sz="1400" i="1">
                                          <a:solidFill>
                                            <a:srgbClr val="836967"/>
                                          </a:solidFill>
                                          <a:latin typeface="Cambria Math" panose="02040503050406030204" pitchFamily="18" charset="0"/>
                                        </a:rPr>
                                      </m:ctrlPr>
                                    </m:dPr>
                                    <m:e>
                                      <m:f>
                                        <m:fPr>
                                          <m:ctrlPr>
                                            <a:rPr lang="en-US" sz="1400" i="1">
                                              <a:solidFill>
                                                <a:srgbClr val="836967"/>
                                              </a:solidFill>
                                              <a:latin typeface="Cambria Math" panose="02040503050406030204" pitchFamily="18" charset="0"/>
                                            </a:rPr>
                                          </m:ctrlPr>
                                        </m:fPr>
                                        <m:num>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1</m:t>
                                              </m:r>
                                            </m:sub>
                                            <m:sup>
                                              <m:r>
                                                <m:rPr>
                                                  <m:sty m:val="p"/>
                                                </m:rPr>
                                                <a:rPr lang="en-US" sz="1400" i="0">
                                                  <a:latin typeface="Cambria Math" panose="02040503050406030204" pitchFamily="18" charset="0"/>
                                                </a:rPr>
                                                <m:t>m</m:t>
                                              </m:r>
                                            </m:sup>
                                          </m:sSubSup>
                                        </m:num>
                                        <m:den>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1</m:t>
                                              </m:r>
                                            </m:sub>
                                            <m:sup>
                                              <m:r>
                                                <m:rPr>
                                                  <m:sty m:val="p"/>
                                                </m:rPr>
                                                <a:rPr lang="en-US" sz="1400" i="0">
                                                  <a:latin typeface="Cambria Math" panose="02040503050406030204" pitchFamily="18" charset="0"/>
                                                </a:rPr>
                                                <m:t>s</m:t>
                                              </m:r>
                                            </m:sup>
                                          </m:sSubSup>
                                        </m:den>
                                      </m:f>
                                    </m:e>
                                  </m:d>
                                </m:e>
                                <m:sup>
                                  <m:d>
                                    <m:dPr>
                                      <m:begChr m:val="|"/>
                                      <m:endChr m:val="|"/>
                                      <m:ctrlPr>
                                        <a:rPr lang="en-US" sz="1400" i="1">
                                          <a:solidFill>
                                            <a:srgbClr val="836967"/>
                                          </a:solidFill>
                                          <a:latin typeface="Cambria Math" panose="02040503050406030204" pitchFamily="18" charset="0"/>
                                        </a:rPr>
                                      </m:ctrlPr>
                                    </m:dPr>
                                    <m:e>
                                      <m:f>
                                        <m:fPr>
                                          <m:ctrlPr>
                                            <a:rPr lang="en-US" sz="1400" i="1">
                                              <a:solidFill>
                                                <a:srgbClr val="836967"/>
                                              </a:solidFill>
                                              <a:latin typeface="Cambria Math" panose="02040503050406030204" pitchFamily="18" charset="0"/>
                                            </a:rPr>
                                          </m:ctrlPr>
                                        </m:fPr>
                                        <m:num>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2</m:t>
                                              </m:r>
                                            </m:sub>
                                          </m:sSub>
                                        </m:num>
                                        <m:den>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1</m:t>
                                              </m:r>
                                            </m:sub>
                                          </m:sSub>
                                        </m:den>
                                      </m:f>
                                    </m:e>
                                  </m:d>
                                </m:sup>
                              </m:sSup>
                              <m:r>
                                <a:rPr lang="en-US" sz="1400" i="0">
                                  <a:latin typeface="Cambria Math" panose="02040503050406030204" pitchFamily="18" charset="0"/>
                                </a:rPr>
                                <m:t>−</m:t>
                              </m:r>
                              <m:f>
                                <m:fPr>
                                  <m:ctrlPr>
                                    <a:rPr lang="en-US" sz="1400" i="1">
                                      <a:solidFill>
                                        <a:srgbClr val="836967"/>
                                      </a:solidFill>
                                      <a:latin typeface="Cambria Math" panose="02040503050406030204" pitchFamily="18" charset="0"/>
                                    </a:rPr>
                                  </m:ctrlPr>
                                </m:fPr>
                                <m:num>
                                  <m:d>
                                    <m:dPr>
                                      <m:begChr m:val="|"/>
                                      <m:endChr m:val="|"/>
                                      <m:ctrlPr>
                                        <a:rPr lang="en-US" sz="1400" i="1">
                                          <a:solidFill>
                                            <a:srgbClr val="836967"/>
                                          </a:solidFill>
                                          <a:latin typeface="Cambria Math" panose="02040503050406030204" pitchFamily="18" charset="0"/>
                                        </a:rPr>
                                      </m:ctrlPr>
                                    </m:dPr>
                                    <m:e>
                                      <m:r>
                                        <m:rPr>
                                          <m:sty m:val="p"/>
                                        </m:rPr>
                                        <a:rPr lang="en-US" sz="1400" i="0">
                                          <a:latin typeface="Cambria Math" panose="02040503050406030204" pitchFamily="18" charset="0"/>
                                        </a:rPr>
                                        <m:t>χ</m:t>
                                      </m:r>
                                    </m:e>
                                  </m:d>
                                </m:num>
                                <m:den>
                                  <m:d>
                                    <m:dPr>
                                      <m:begChr m:val="|"/>
                                      <m:endChr m:val="|"/>
                                      <m:ctrlPr>
                                        <a:rPr lang="en-US" sz="1400" i="1">
                                          <a:solidFill>
                                            <a:srgbClr val="836967"/>
                                          </a:solidFill>
                                          <a:latin typeface="Cambria Math" panose="02040503050406030204" pitchFamily="18" charset="0"/>
                                        </a:rPr>
                                      </m:ctrlPr>
                                    </m:dPr>
                                    <m:e>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3</m:t>
                                          </m:r>
                                        </m:sub>
                                      </m:sSub>
                                    </m:e>
                                  </m:d>
                                </m:den>
                              </m:f>
                            </m:e>
                          </m:d>
                        </m:e>
                        <m:sup>
                          <m:f>
                            <m:fPr>
                              <m:ctrlPr>
                                <a:rPr lang="en-US" sz="1400" i="1">
                                  <a:solidFill>
                                    <a:srgbClr val="836967"/>
                                  </a:solidFill>
                                  <a:latin typeface="Cambria Math" panose="02040503050406030204" pitchFamily="18" charset="0"/>
                                </a:rPr>
                              </m:ctrlPr>
                            </m:fPr>
                            <m:num>
                              <m:r>
                                <a:rPr lang="en-US" sz="1400" i="0">
                                  <a:latin typeface="Cambria Math" panose="02040503050406030204" pitchFamily="18" charset="0"/>
                                </a:rPr>
                                <m:t>1</m:t>
                              </m:r>
                            </m:num>
                            <m:den>
                              <m:d>
                                <m:dPr>
                                  <m:begChr m:val="|"/>
                                  <m:endChr m:val="|"/>
                                  <m:ctrlPr>
                                    <a:rPr lang="en-US" sz="1400" i="1">
                                      <a:solidFill>
                                        <a:srgbClr val="836967"/>
                                      </a:solidFill>
                                      <a:latin typeface="Cambria Math" panose="02040503050406030204" pitchFamily="18" charset="0"/>
                                    </a:rPr>
                                  </m:ctrlPr>
                                </m:dPr>
                                <m:e>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3</m:t>
                                      </m:r>
                                    </m:sub>
                                  </m:sSub>
                                </m:e>
                              </m:d>
                            </m:den>
                          </m:f>
                        </m:sup>
                      </m:sSup>
                    </m:oMath>
                  </m:oMathPara>
                </a14:m>
                <a:endParaRPr lang="en-US" sz="1400" dirty="0"/>
              </a:p>
            </p:txBody>
          </p:sp>
        </mc:Choice>
        <mc:Fallback xmlns="">
          <p:sp>
            <p:nvSpPr>
              <p:cNvPr id="7" name="TextBox 6">
                <a:extLst>
                  <a:ext uri="{FF2B5EF4-FFF2-40B4-BE49-F238E27FC236}">
                    <a16:creationId xmlns:a16="http://schemas.microsoft.com/office/drawing/2014/main" id="{7E05C5ED-BB65-E59A-48EA-6F8889E09AD2}"/>
                  </a:ext>
                </a:extLst>
              </p:cNvPr>
              <p:cNvSpPr txBox="1">
                <a:spLocks noRot="1" noChangeAspect="1" noMove="1" noResize="1" noEditPoints="1" noAdjustHandles="1" noChangeArrowheads="1" noChangeShapeType="1" noTextEdit="1"/>
              </p:cNvSpPr>
              <p:nvPr/>
            </p:nvSpPr>
            <p:spPr>
              <a:xfrm>
                <a:off x="1834011" y="2795042"/>
                <a:ext cx="8512628" cy="90460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663FA7C-749B-A6E3-1653-5C990CF0DC1E}"/>
                  </a:ext>
                </a:extLst>
              </p:cNvPr>
              <p:cNvSpPr txBox="1"/>
              <p:nvPr/>
            </p:nvSpPr>
            <p:spPr>
              <a:xfrm>
                <a:off x="1839686" y="3643021"/>
                <a:ext cx="8512628" cy="9046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1400" i="1" smtClean="0">
                              <a:solidFill>
                                <a:srgbClr val="836967"/>
                              </a:solidFill>
                              <a:latin typeface="Cambria Math" panose="02040503050406030204" pitchFamily="18" charset="0"/>
                            </a:rPr>
                          </m:ctrlPr>
                        </m:sSupPr>
                        <m:e>
                          <m:d>
                            <m:dPr>
                              <m:ctrlPr>
                                <a:rPr lang="en-US" sz="1400" i="1">
                                  <a:solidFill>
                                    <a:srgbClr val="836967"/>
                                  </a:solidFill>
                                  <a:latin typeface="Cambria Math" panose="02040503050406030204" pitchFamily="18" charset="0"/>
                                </a:rPr>
                              </m:ctrlPr>
                            </m:dPr>
                            <m:e>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2</m:t>
                                  </m:r>
                                </m:sub>
                                <m:sup>
                                  <m:r>
                                    <m:rPr>
                                      <m:sty m:val="p"/>
                                    </m:rPr>
                                    <a:rPr lang="en-US" sz="1400" i="0">
                                      <a:latin typeface="Cambria Math" panose="02040503050406030204" pitchFamily="18" charset="0"/>
                                    </a:rPr>
                                    <m:t>s</m:t>
                                  </m:r>
                                </m:sup>
                              </m:sSubSup>
                            </m:e>
                          </m:d>
                        </m:e>
                        <m:sup>
                          <m:f>
                            <m:fPr>
                              <m:ctrlPr>
                                <a:rPr lang="en-US" sz="1400" i="1">
                                  <a:solidFill>
                                    <a:srgbClr val="836967"/>
                                  </a:solidFill>
                                  <a:latin typeface="Cambria Math" panose="02040503050406030204" pitchFamily="18" charset="0"/>
                                </a:rPr>
                              </m:ctrlPr>
                            </m:fPr>
                            <m:num>
                              <m:r>
                                <a:rPr lang="en-US" sz="1400" i="0">
                                  <a:latin typeface="Cambria Math" panose="02040503050406030204" pitchFamily="18" charset="0"/>
                                </a:rPr>
                                <m:t>1</m:t>
                              </m:r>
                            </m:num>
                            <m:den>
                              <m:d>
                                <m:dPr>
                                  <m:begChr m:val="|"/>
                                  <m:endChr m:val="|"/>
                                  <m:ctrlPr>
                                    <a:rPr lang="en-US" sz="1400" i="1">
                                      <a:solidFill>
                                        <a:srgbClr val="836967"/>
                                      </a:solidFill>
                                      <a:latin typeface="Cambria Math" panose="02040503050406030204" pitchFamily="18" charset="0"/>
                                    </a:rPr>
                                  </m:ctrlPr>
                                </m:dPr>
                                <m:e>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2</m:t>
                                      </m:r>
                                    </m:sub>
                                  </m:sSub>
                                </m:e>
                              </m:d>
                            </m:den>
                          </m:f>
                        </m:sup>
                      </m:sSup>
                      <m:sSup>
                        <m:sSupPr>
                          <m:ctrlPr>
                            <a:rPr lang="en-US" sz="1400" i="1">
                              <a:solidFill>
                                <a:srgbClr val="836967"/>
                              </a:solidFill>
                              <a:latin typeface="Cambria Math" panose="02040503050406030204" pitchFamily="18" charset="0"/>
                            </a:rPr>
                          </m:ctrlPr>
                        </m:sSupPr>
                        <m:e>
                          <m:d>
                            <m:dPr>
                              <m:ctrlPr>
                                <a:rPr lang="en-US" sz="1400" i="1">
                                  <a:solidFill>
                                    <a:srgbClr val="836967"/>
                                  </a:solidFill>
                                  <a:latin typeface="Cambria Math" panose="02040503050406030204" pitchFamily="18" charset="0"/>
                                </a:rPr>
                              </m:ctrlPr>
                            </m:dPr>
                            <m:e>
                              <m:d>
                                <m:dPr>
                                  <m:begChr m:val="|"/>
                                  <m:endChr m:val="|"/>
                                  <m:ctrlPr>
                                    <a:rPr lang="en-US" sz="1400" i="1">
                                      <a:solidFill>
                                        <a:srgbClr val="836967"/>
                                      </a:solidFill>
                                      <a:latin typeface="Cambria Math" panose="02040503050406030204" pitchFamily="18" charset="0"/>
                                    </a:rPr>
                                  </m:ctrlPr>
                                </m:dPr>
                                <m:e>
                                  <m:f>
                                    <m:fPr>
                                      <m:ctrlPr>
                                        <a:rPr lang="en-US" sz="1400" i="1">
                                          <a:solidFill>
                                            <a:srgbClr val="836967"/>
                                          </a:solidFill>
                                          <a:latin typeface="Cambria Math" panose="02040503050406030204" pitchFamily="18" charset="0"/>
                                        </a:rPr>
                                      </m:ctrlPr>
                                    </m:fPr>
                                    <m:num>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1</m:t>
                                          </m:r>
                                        </m:sub>
                                      </m:sSub>
                                    </m:num>
                                    <m:den>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3</m:t>
                                          </m:r>
                                        </m:sub>
                                      </m:sSub>
                                    </m:den>
                                  </m:f>
                                </m:e>
                              </m:d>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1</m:t>
                                  </m:r>
                                </m:sub>
                                <m:sup>
                                  <m:r>
                                    <m:rPr>
                                      <m:sty m:val="p"/>
                                    </m:rPr>
                                    <a:rPr lang="en-US" sz="1400" i="0">
                                      <a:latin typeface="Cambria Math" panose="02040503050406030204" pitchFamily="18" charset="0"/>
                                    </a:rPr>
                                    <m:t>s</m:t>
                                  </m:r>
                                </m:sup>
                              </m:sSubSup>
                              <m:r>
                                <a:rPr lang="en-US" sz="1400" i="0">
                                  <a:latin typeface="Cambria Math" panose="02040503050406030204" pitchFamily="18" charset="0"/>
                                </a:rPr>
                                <m:t>+</m:t>
                              </m:r>
                              <m:d>
                                <m:dPr>
                                  <m:begChr m:val="|"/>
                                  <m:endChr m:val="|"/>
                                  <m:ctrlPr>
                                    <a:rPr lang="en-US" sz="1400" i="1">
                                      <a:solidFill>
                                        <a:srgbClr val="836967"/>
                                      </a:solidFill>
                                      <a:latin typeface="Cambria Math" panose="02040503050406030204" pitchFamily="18" charset="0"/>
                                    </a:rPr>
                                  </m:ctrlPr>
                                </m:dPr>
                                <m:e>
                                  <m:f>
                                    <m:fPr>
                                      <m:ctrlPr>
                                        <a:rPr lang="en-US" sz="1400" i="1">
                                          <a:solidFill>
                                            <a:srgbClr val="836967"/>
                                          </a:solidFill>
                                          <a:latin typeface="Cambria Math" panose="02040503050406030204" pitchFamily="18" charset="0"/>
                                        </a:rPr>
                                      </m:ctrlPr>
                                    </m:fPr>
                                    <m:num>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2</m:t>
                                          </m:r>
                                        </m:sub>
                                      </m:sSub>
                                    </m:num>
                                    <m:den>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3</m:t>
                                          </m:r>
                                        </m:sub>
                                      </m:sSub>
                                    </m:den>
                                  </m:f>
                                </m:e>
                              </m:d>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2</m:t>
                                  </m:r>
                                </m:sub>
                                <m:sup>
                                  <m:r>
                                    <m:rPr>
                                      <m:sty m:val="p"/>
                                    </m:rPr>
                                    <a:rPr lang="en-US" sz="1400" i="0">
                                      <a:latin typeface="Cambria Math" panose="02040503050406030204" pitchFamily="18" charset="0"/>
                                    </a:rPr>
                                    <m:t>s</m:t>
                                  </m:r>
                                </m:sup>
                              </m:sSubSup>
                            </m:e>
                          </m:d>
                        </m:e>
                        <m:sup>
                          <m:f>
                            <m:fPr>
                              <m:ctrlPr>
                                <a:rPr lang="en-US" sz="1400" i="1">
                                  <a:solidFill>
                                    <a:srgbClr val="836967"/>
                                  </a:solidFill>
                                  <a:latin typeface="Cambria Math" panose="02040503050406030204" pitchFamily="18" charset="0"/>
                                </a:rPr>
                              </m:ctrlPr>
                            </m:fPr>
                            <m:num>
                              <m:r>
                                <a:rPr lang="en-US" sz="1400" i="0">
                                  <a:latin typeface="Cambria Math" panose="02040503050406030204" pitchFamily="18" charset="0"/>
                                </a:rPr>
                                <m:t>1</m:t>
                              </m:r>
                            </m:num>
                            <m:den>
                              <m:d>
                                <m:dPr>
                                  <m:begChr m:val="|"/>
                                  <m:endChr m:val="|"/>
                                  <m:ctrlPr>
                                    <a:rPr lang="en-US" sz="1400" i="1">
                                      <a:solidFill>
                                        <a:srgbClr val="836967"/>
                                      </a:solidFill>
                                      <a:latin typeface="Cambria Math" panose="02040503050406030204" pitchFamily="18" charset="0"/>
                                    </a:rPr>
                                  </m:ctrlPr>
                                </m:dPr>
                                <m:e>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3</m:t>
                                      </m:r>
                                    </m:sub>
                                  </m:sSub>
                                </m:e>
                              </m:d>
                            </m:den>
                          </m:f>
                        </m:sup>
                      </m:sSup>
                      <m:r>
                        <a:rPr lang="en-US" sz="1400" i="0">
                          <a:latin typeface="Cambria Math" panose="02040503050406030204" pitchFamily="18" charset="0"/>
                        </a:rPr>
                        <m:t>=</m:t>
                      </m:r>
                      <m:sSup>
                        <m:sSupPr>
                          <m:ctrlPr>
                            <a:rPr lang="en-US" sz="1400" i="1">
                              <a:solidFill>
                                <a:srgbClr val="836967"/>
                              </a:solidFill>
                              <a:latin typeface="Cambria Math" panose="02040503050406030204" pitchFamily="18" charset="0"/>
                            </a:rPr>
                          </m:ctrlPr>
                        </m:sSupPr>
                        <m:e>
                          <m:d>
                            <m:dPr>
                              <m:ctrlPr>
                                <a:rPr lang="en-US" sz="1400" i="1">
                                  <a:solidFill>
                                    <a:srgbClr val="836967"/>
                                  </a:solidFill>
                                  <a:latin typeface="Cambria Math" panose="02040503050406030204" pitchFamily="18" charset="0"/>
                                </a:rPr>
                              </m:ctrlPr>
                            </m:dPr>
                            <m:e>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2</m:t>
                                  </m:r>
                                </m:sub>
                                <m:sup>
                                  <m:r>
                                    <m:rPr>
                                      <m:sty m:val="p"/>
                                    </m:rPr>
                                    <a:rPr lang="en-US" sz="1400" i="0">
                                      <a:latin typeface="Cambria Math" panose="02040503050406030204" pitchFamily="18" charset="0"/>
                                    </a:rPr>
                                    <m:t>m</m:t>
                                  </m:r>
                                </m:sup>
                              </m:sSubSup>
                            </m:e>
                          </m:d>
                        </m:e>
                        <m:sup>
                          <m:f>
                            <m:fPr>
                              <m:ctrlPr>
                                <a:rPr lang="en-US" sz="1400" i="1">
                                  <a:solidFill>
                                    <a:srgbClr val="836967"/>
                                  </a:solidFill>
                                  <a:latin typeface="Cambria Math" panose="02040503050406030204" pitchFamily="18" charset="0"/>
                                </a:rPr>
                              </m:ctrlPr>
                            </m:fPr>
                            <m:num>
                              <m:r>
                                <a:rPr lang="en-US" sz="1400" i="0">
                                  <a:latin typeface="Cambria Math" panose="02040503050406030204" pitchFamily="18" charset="0"/>
                                </a:rPr>
                                <m:t>1</m:t>
                              </m:r>
                            </m:num>
                            <m:den>
                              <m:d>
                                <m:dPr>
                                  <m:begChr m:val="|"/>
                                  <m:endChr m:val="|"/>
                                  <m:ctrlPr>
                                    <a:rPr lang="en-US" sz="1400" i="1">
                                      <a:solidFill>
                                        <a:srgbClr val="836967"/>
                                      </a:solidFill>
                                      <a:latin typeface="Cambria Math" panose="02040503050406030204" pitchFamily="18" charset="0"/>
                                    </a:rPr>
                                  </m:ctrlPr>
                                </m:dPr>
                                <m:e>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2</m:t>
                                      </m:r>
                                    </m:sub>
                                  </m:sSub>
                                </m:e>
                              </m:d>
                            </m:den>
                          </m:f>
                        </m:sup>
                      </m:sSup>
                      <m:sSup>
                        <m:sSupPr>
                          <m:ctrlPr>
                            <a:rPr lang="en-US" sz="1400" i="1">
                              <a:solidFill>
                                <a:srgbClr val="836967"/>
                              </a:solidFill>
                              <a:latin typeface="Cambria Math" panose="02040503050406030204" pitchFamily="18" charset="0"/>
                            </a:rPr>
                          </m:ctrlPr>
                        </m:sSupPr>
                        <m:e>
                          <m:d>
                            <m:dPr>
                              <m:ctrlPr>
                                <a:rPr lang="en-US" sz="1400" i="1">
                                  <a:solidFill>
                                    <a:srgbClr val="836967"/>
                                  </a:solidFill>
                                  <a:latin typeface="Cambria Math" panose="02040503050406030204" pitchFamily="18" charset="0"/>
                                </a:rPr>
                              </m:ctrlPr>
                            </m:dPr>
                            <m:e>
                              <m:d>
                                <m:dPr>
                                  <m:begChr m:val="|"/>
                                  <m:endChr m:val="|"/>
                                  <m:ctrlPr>
                                    <a:rPr lang="en-US" sz="1400" i="1">
                                      <a:solidFill>
                                        <a:srgbClr val="836967"/>
                                      </a:solidFill>
                                      <a:latin typeface="Cambria Math" panose="02040503050406030204" pitchFamily="18" charset="0"/>
                                    </a:rPr>
                                  </m:ctrlPr>
                                </m:dPr>
                                <m:e>
                                  <m:f>
                                    <m:fPr>
                                      <m:ctrlPr>
                                        <a:rPr lang="en-US" sz="1400" i="1">
                                          <a:solidFill>
                                            <a:srgbClr val="836967"/>
                                          </a:solidFill>
                                          <a:latin typeface="Cambria Math" panose="02040503050406030204" pitchFamily="18" charset="0"/>
                                        </a:rPr>
                                      </m:ctrlPr>
                                    </m:fPr>
                                    <m:num>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1</m:t>
                                          </m:r>
                                        </m:sub>
                                      </m:sSub>
                                    </m:num>
                                    <m:den>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3</m:t>
                                          </m:r>
                                        </m:sub>
                                      </m:sSub>
                                    </m:den>
                                  </m:f>
                                </m:e>
                              </m:d>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1</m:t>
                                  </m:r>
                                </m:sub>
                                <m:sup>
                                  <m:r>
                                    <m:rPr>
                                      <m:sty m:val="p"/>
                                    </m:rPr>
                                    <a:rPr lang="en-US" sz="1400" i="0">
                                      <a:latin typeface="Cambria Math" panose="02040503050406030204" pitchFamily="18" charset="0"/>
                                    </a:rPr>
                                    <m:t>s</m:t>
                                  </m:r>
                                </m:sup>
                              </m:sSubSup>
                              <m:sSup>
                                <m:sSupPr>
                                  <m:ctrlPr>
                                    <a:rPr lang="en-US" sz="1400" i="1">
                                      <a:solidFill>
                                        <a:srgbClr val="836967"/>
                                      </a:solidFill>
                                      <a:latin typeface="Cambria Math" panose="02040503050406030204" pitchFamily="18" charset="0"/>
                                    </a:rPr>
                                  </m:ctrlPr>
                                </m:sSupPr>
                                <m:e>
                                  <m:d>
                                    <m:dPr>
                                      <m:ctrlPr>
                                        <a:rPr lang="en-US" sz="1400" i="1">
                                          <a:solidFill>
                                            <a:srgbClr val="836967"/>
                                          </a:solidFill>
                                          <a:latin typeface="Cambria Math" panose="02040503050406030204" pitchFamily="18" charset="0"/>
                                        </a:rPr>
                                      </m:ctrlPr>
                                    </m:dPr>
                                    <m:e>
                                      <m:f>
                                        <m:fPr>
                                          <m:ctrlPr>
                                            <a:rPr lang="en-US" sz="1400" i="1">
                                              <a:solidFill>
                                                <a:srgbClr val="836967"/>
                                              </a:solidFill>
                                              <a:latin typeface="Cambria Math" panose="02040503050406030204" pitchFamily="18" charset="0"/>
                                            </a:rPr>
                                          </m:ctrlPr>
                                        </m:fPr>
                                        <m:num>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2</m:t>
                                              </m:r>
                                            </m:sub>
                                            <m:sup>
                                              <m:r>
                                                <m:rPr>
                                                  <m:sty m:val="p"/>
                                                </m:rPr>
                                                <a:rPr lang="en-US" sz="1400" i="0">
                                                  <a:latin typeface="Cambria Math" panose="02040503050406030204" pitchFamily="18" charset="0"/>
                                                </a:rPr>
                                                <m:t>m</m:t>
                                              </m:r>
                                            </m:sup>
                                          </m:sSubSup>
                                        </m:num>
                                        <m:den>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2</m:t>
                                              </m:r>
                                            </m:sub>
                                            <m:sup>
                                              <m:r>
                                                <m:rPr>
                                                  <m:sty m:val="p"/>
                                                </m:rPr>
                                                <a:rPr lang="en-US" sz="1400" i="0">
                                                  <a:latin typeface="Cambria Math" panose="02040503050406030204" pitchFamily="18" charset="0"/>
                                                </a:rPr>
                                                <m:t>s</m:t>
                                              </m:r>
                                            </m:sup>
                                          </m:sSubSup>
                                        </m:den>
                                      </m:f>
                                    </m:e>
                                  </m:d>
                                </m:e>
                                <m:sup>
                                  <m:d>
                                    <m:dPr>
                                      <m:begChr m:val="|"/>
                                      <m:endChr m:val="|"/>
                                      <m:ctrlPr>
                                        <a:rPr lang="en-US" sz="1400" i="1">
                                          <a:solidFill>
                                            <a:srgbClr val="836967"/>
                                          </a:solidFill>
                                          <a:latin typeface="Cambria Math" panose="02040503050406030204" pitchFamily="18" charset="0"/>
                                        </a:rPr>
                                      </m:ctrlPr>
                                    </m:dPr>
                                    <m:e>
                                      <m:f>
                                        <m:fPr>
                                          <m:ctrlPr>
                                            <a:rPr lang="en-US" sz="1400" i="1">
                                              <a:solidFill>
                                                <a:srgbClr val="836967"/>
                                              </a:solidFill>
                                              <a:latin typeface="Cambria Math" panose="02040503050406030204" pitchFamily="18" charset="0"/>
                                            </a:rPr>
                                          </m:ctrlPr>
                                        </m:fPr>
                                        <m:num>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1</m:t>
                                              </m:r>
                                            </m:sub>
                                          </m:sSub>
                                        </m:num>
                                        <m:den>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2</m:t>
                                              </m:r>
                                            </m:sub>
                                          </m:sSub>
                                        </m:den>
                                      </m:f>
                                    </m:e>
                                  </m:d>
                                </m:sup>
                              </m:sSup>
                              <m:r>
                                <a:rPr lang="en-US" sz="1400" i="0">
                                  <a:latin typeface="Cambria Math" panose="02040503050406030204" pitchFamily="18" charset="0"/>
                                </a:rPr>
                                <m:t>+</m:t>
                              </m:r>
                              <m:d>
                                <m:dPr>
                                  <m:begChr m:val="|"/>
                                  <m:endChr m:val="|"/>
                                  <m:ctrlPr>
                                    <a:rPr lang="en-US" sz="1400" i="1">
                                      <a:solidFill>
                                        <a:srgbClr val="836967"/>
                                      </a:solidFill>
                                      <a:latin typeface="Cambria Math" panose="02040503050406030204" pitchFamily="18" charset="0"/>
                                    </a:rPr>
                                  </m:ctrlPr>
                                </m:dPr>
                                <m:e>
                                  <m:f>
                                    <m:fPr>
                                      <m:ctrlPr>
                                        <a:rPr lang="en-US" sz="1400" i="1">
                                          <a:solidFill>
                                            <a:srgbClr val="836967"/>
                                          </a:solidFill>
                                          <a:latin typeface="Cambria Math" panose="02040503050406030204" pitchFamily="18" charset="0"/>
                                        </a:rPr>
                                      </m:ctrlPr>
                                    </m:fPr>
                                    <m:num>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2</m:t>
                                          </m:r>
                                        </m:sub>
                                      </m:sSub>
                                    </m:num>
                                    <m:den>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3</m:t>
                                          </m:r>
                                        </m:sub>
                                      </m:sSub>
                                    </m:den>
                                  </m:f>
                                </m:e>
                              </m:d>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2</m:t>
                                  </m:r>
                                </m:sub>
                                <m:sup>
                                  <m:r>
                                    <m:rPr>
                                      <m:sty m:val="p"/>
                                    </m:rPr>
                                    <a:rPr lang="en-US" sz="1400" i="0">
                                      <a:latin typeface="Cambria Math" panose="02040503050406030204" pitchFamily="18" charset="0"/>
                                    </a:rPr>
                                    <m:t>m</m:t>
                                  </m:r>
                                </m:sup>
                              </m:sSubSup>
                              <m:r>
                                <a:rPr lang="en-US" sz="1400" i="0">
                                  <a:latin typeface="Cambria Math" panose="02040503050406030204" pitchFamily="18" charset="0"/>
                                </a:rPr>
                                <m:t>−</m:t>
                              </m:r>
                              <m:f>
                                <m:fPr>
                                  <m:ctrlPr>
                                    <a:rPr lang="en-US" sz="1400" i="1">
                                      <a:solidFill>
                                        <a:srgbClr val="836967"/>
                                      </a:solidFill>
                                      <a:latin typeface="Cambria Math" panose="02040503050406030204" pitchFamily="18" charset="0"/>
                                    </a:rPr>
                                  </m:ctrlPr>
                                </m:fPr>
                                <m:num>
                                  <m:d>
                                    <m:dPr>
                                      <m:begChr m:val="|"/>
                                      <m:endChr m:val="|"/>
                                      <m:ctrlPr>
                                        <a:rPr lang="en-US" sz="1400" i="1">
                                          <a:solidFill>
                                            <a:srgbClr val="836967"/>
                                          </a:solidFill>
                                          <a:latin typeface="Cambria Math" panose="02040503050406030204" pitchFamily="18" charset="0"/>
                                        </a:rPr>
                                      </m:ctrlPr>
                                    </m:dPr>
                                    <m:e>
                                      <m:r>
                                        <m:rPr>
                                          <m:sty m:val="p"/>
                                        </m:rPr>
                                        <a:rPr lang="en-US" sz="1400" i="0">
                                          <a:latin typeface="Cambria Math" panose="02040503050406030204" pitchFamily="18" charset="0"/>
                                        </a:rPr>
                                        <m:t>χ</m:t>
                                      </m:r>
                                    </m:e>
                                  </m:d>
                                </m:num>
                                <m:den>
                                  <m:d>
                                    <m:dPr>
                                      <m:begChr m:val="|"/>
                                      <m:endChr m:val="|"/>
                                      <m:ctrlPr>
                                        <a:rPr lang="en-US" sz="1400" i="1">
                                          <a:solidFill>
                                            <a:srgbClr val="836967"/>
                                          </a:solidFill>
                                          <a:latin typeface="Cambria Math" panose="02040503050406030204" pitchFamily="18" charset="0"/>
                                        </a:rPr>
                                      </m:ctrlPr>
                                    </m:dPr>
                                    <m:e>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3</m:t>
                                          </m:r>
                                        </m:sub>
                                      </m:sSub>
                                    </m:e>
                                  </m:d>
                                </m:den>
                              </m:f>
                            </m:e>
                          </m:d>
                        </m:e>
                        <m:sup>
                          <m:f>
                            <m:fPr>
                              <m:ctrlPr>
                                <a:rPr lang="en-US" sz="1400" i="1">
                                  <a:solidFill>
                                    <a:srgbClr val="836967"/>
                                  </a:solidFill>
                                  <a:latin typeface="Cambria Math" panose="02040503050406030204" pitchFamily="18" charset="0"/>
                                </a:rPr>
                              </m:ctrlPr>
                            </m:fPr>
                            <m:num>
                              <m:r>
                                <a:rPr lang="en-US" sz="1400" i="0">
                                  <a:latin typeface="Cambria Math" panose="02040503050406030204" pitchFamily="18" charset="0"/>
                                </a:rPr>
                                <m:t>1</m:t>
                              </m:r>
                            </m:num>
                            <m:den>
                              <m:d>
                                <m:dPr>
                                  <m:begChr m:val="|"/>
                                  <m:endChr m:val="|"/>
                                  <m:ctrlPr>
                                    <a:rPr lang="en-US" sz="1400" i="1">
                                      <a:solidFill>
                                        <a:srgbClr val="836967"/>
                                      </a:solidFill>
                                      <a:latin typeface="Cambria Math" panose="02040503050406030204" pitchFamily="18" charset="0"/>
                                    </a:rPr>
                                  </m:ctrlPr>
                                </m:dPr>
                                <m:e>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3</m:t>
                                      </m:r>
                                    </m:sub>
                                  </m:sSub>
                                </m:e>
                              </m:d>
                            </m:den>
                          </m:f>
                        </m:sup>
                      </m:sSup>
                    </m:oMath>
                  </m:oMathPara>
                </a14:m>
                <a:endParaRPr lang="en-US" sz="1400" dirty="0"/>
              </a:p>
            </p:txBody>
          </p:sp>
        </mc:Choice>
        <mc:Fallback xmlns="">
          <p:sp>
            <p:nvSpPr>
              <p:cNvPr id="10" name="TextBox 9">
                <a:extLst>
                  <a:ext uri="{FF2B5EF4-FFF2-40B4-BE49-F238E27FC236}">
                    <a16:creationId xmlns:a16="http://schemas.microsoft.com/office/drawing/2014/main" id="{8663FA7C-749B-A6E3-1653-5C990CF0DC1E}"/>
                  </a:ext>
                </a:extLst>
              </p:cNvPr>
              <p:cNvSpPr txBox="1">
                <a:spLocks noRot="1" noChangeAspect="1" noMove="1" noResize="1" noEditPoints="1" noAdjustHandles="1" noChangeArrowheads="1" noChangeShapeType="1" noTextEdit="1"/>
              </p:cNvSpPr>
              <p:nvPr/>
            </p:nvSpPr>
            <p:spPr>
              <a:xfrm>
                <a:off x="1839686" y="3643021"/>
                <a:ext cx="8512628" cy="90460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B32BF74-3371-CB97-ACA9-0707196E7E0C}"/>
                  </a:ext>
                </a:extLst>
              </p:cNvPr>
              <p:cNvSpPr txBox="1"/>
              <p:nvPr/>
            </p:nvSpPr>
            <p:spPr>
              <a:xfrm>
                <a:off x="8744856" y="5555760"/>
                <a:ext cx="3229429" cy="6867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i="1" smtClean="0">
                              <a:solidFill>
                                <a:srgbClr val="836967"/>
                              </a:solidFill>
                              <a:latin typeface="Cambria Math" panose="02040503050406030204" pitchFamily="18" charset="0"/>
                            </a:rPr>
                          </m:ctrlPr>
                        </m:sSubSupPr>
                        <m:e>
                          <m:r>
                            <m:rPr>
                              <m:sty m:val="p"/>
                            </m:rPr>
                            <a:rPr lang="en-US" i="0">
                              <a:latin typeface="Cambria Math" panose="02040503050406030204" pitchFamily="18" charset="0"/>
                            </a:rPr>
                            <m:t>c</m:t>
                          </m:r>
                        </m:e>
                        <m:sub>
                          <m:r>
                            <a:rPr lang="en-US" i="0">
                              <a:latin typeface="Cambria Math" panose="02040503050406030204" pitchFamily="18" charset="0"/>
                            </a:rPr>
                            <m:t>1</m:t>
                          </m:r>
                        </m:sub>
                        <m:sup>
                          <m:r>
                            <m:rPr>
                              <m:sty m:val="p"/>
                            </m:rPr>
                            <a:rPr lang="en-US" i="0">
                              <a:latin typeface="Cambria Math" panose="02040503050406030204" pitchFamily="18" charset="0"/>
                            </a:rPr>
                            <m:t>m</m:t>
                          </m:r>
                        </m:sup>
                      </m:sSubSup>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d>
                            <m:dPr>
                              <m:begChr m:val="|"/>
                              <m:endChr m:val="|"/>
                              <m:ctrlPr>
                                <a:rPr lang="en-US" i="1">
                                  <a:solidFill>
                                    <a:srgbClr val="836967"/>
                                  </a:solidFill>
                                  <a:latin typeface="Cambria Math" panose="02040503050406030204" pitchFamily="18" charset="0"/>
                                </a:rPr>
                              </m:ctrlPr>
                            </m:dPr>
                            <m:e>
                              <m:r>
                                <m:rPr>
                                  <m:sty m:val="p"/>
                                </m:rPr>
                                <a:rPr lang="en-US" i="0">
                                  <a:latin typeface="Cambria Math" panose="02040503050406030204" pitchFamily="18" charset="0"/>
                                </a:rPr>
                                <m:t>χ</m:t>
                              </m:r>
                            </m:e>
                          </m:d>
                          <m:r>
                            <a:rPr lang="en-US" i="0">
                              <a:latin typeface="Cambria Math" panose="02040503050406030204" pitchFamily="18" charset="0"/>
                            </a:rPr>
                            <m:t>±</m:t>
                          </m:r>
                          <m:rad>
                            <m:radPr>
                              <m:degHide m:val="on"/>
                              <m:ctrlPr>
                                <a:rPr lang="en-US" i="1">
                                  <a:solidFill>
                                    <a:srgbClr val="836967"/>
                                  </a:solidFill>
                                  <a:latin typeface="Cambria Math" panose="02040503050406030204" pitchFamily="18" charset="0"/>
                                </a:rPr>
                              </m:ctrlPr>
                            </m:radPr>
                            <m:deg/>
                            <m:e>
                              <m:sSup>
                                <m:sSupPr>
                                  <m:ctrlPr>
                                    <a:rPr lang="en-US" i="1">
                                      <a:solidFill>
                                        <a:srgbClr val="836967"/>
                                      </a:solidFill>
                                      <a:latin typeface="Cambria Math" panose="02040503050406030204" pitchFamily="18" charset="0"/>
                                    </a:rPr>
                                  </m:ctrlPr>
                                </m:sSupPr>
                                <m:e>
                                  <m:d>
                                    <m:dPr>
                                      <m:begChr m:val="|"/>
                                      <m:endChr m:val="|"/>
                                      <m:ctrlPr>
                                        <a:rPr lang="en-US" i="1">
                                          <a:solidFill>
                                            <a:srgbClr val="836967"/>
                                          </a:solidFill>
                                          <a:latin typeface="Cambria Math" panose="02040503050406030204" pitchFamily="18" charset="0"/>
                                        </a:rPr>
                                      </m:ctrlPr>
                                    </m:dPr>
                                    <m:e>
                                      <m:r>
                                        <m:rPr>
                                          <m:sty m:val="p"/>
                                        </m:rPr>
                                        <a:rPr lang="en-US" i="0">
                                          <a:latin typeface="Cambria Math" panose="02040503050406030204" pitchFamily="18" charset="0"/>
                                        </a:rPr>
                                        <m:t>χ</m:t>
                                      </m:r>
                                    </m:e>
                                  </m:d>
                                </m:e>
                                <m:sup>
                                  <m:r>
                                    <a:rPr lang="en-US" i="0">
                                      <a:latin typeface="Cambria Math" panose="02040503050406030204" pitchFamily="18" charset="0"/>
                                    </a:rPr>
                                    <m:t>2</m:t>
                                  </m:r>
                                </m:sup>
                              </m:sSup>
                              <m:r>
                                <a:rPr lang="en-US" i="0">
                                  <a:latin typeface="Cambria Math" panose="02040503050406030204" pitchFamily="18" charset="0"/>
                                </a:rPr>
                                <m:t>−4</m:t>
                              </m:r>
                              <m:sSup>
                                <m:sSupPr>
                                  <m:ctrlPr>
                                    <a:rPr lang="en-US" i="1">
                                      <a:solidFill>
                                        <a:srgbClr val="836967"/>
                                      </a:solidFill>
                                      <a:latin typeface="Cambria Math" panose="02040503050406030204" pitchFamily="18" charset="0"/>
                                    </a:rPr>
                                  </m:ctrlPr>
                                </m:sSupPr>
                                <m:e>
                                  <m:d>
                                    <m:dPr>
                                      <m:ctrlPr>
                                        <a:rPr lang="en-US" i="1">
                                          <a:solidFill>
                                            <a:srgbClr val="836967"/>
                                          </a:solidFill>
                                          <a:latin typeface="Cambria Math" panose="02040503050406030204" pitchFamily="18" charset="0"/>
                                        </a:rPr>
                                      </m:ctrlPr>
                                    </m:dPr>
                                    <m:e>
                                      <m:r>
                                        <a:rPr lang="en-US" i="0">
                                          <a:latin typeface="Cambria Math" panose="02040503050406030204" pitchFamily="18" charset="0"/>
                                        </a:rPr>
                                        <m:t>−</m:t>
                                      </m:r>
                                      <m:sSubSup>
                                        <m:sSubSupPr>
                                          <m:ctrlPr>
                                            <a:rPr lang="en-US" i="1">
                                              <a:solidFill>
                                                <a:srgbClr val="836967"/>
                                              </a:solidFill>
                                              <a:latin typeface="Cambria Math" panose="02040503050406030204" pitchFamily="18" charset="0"/>
                                            </a:rPr>
                                          </m:ctrlPr>
                                        </m:sSubSupPr>
                                        <m:e>
                                          <m:r>
                                            <m:rPr>
                                              <m:sty m:val="p"/>
                                            </m:rPr>
                                            <a:rPr lang="en-US" i="0">
                                              <a:latin typeface="Cambria Math" panose="02040503050406030204" pitchFamily="18" charset="0"/>
                                            </a:rPr>
                                            <m:t>c</m:t>
                                          </m:r>
                                        </m:e>
                                        <m:sub>
                                          <m:r>
                                            <a:rPr lang="en-US" i="0">
                                              <a:latin typeface="Cambria Math" panose="02040503050406030204" pitchFamily="18" charset="0"/>
                                            </a:rPr>
                                            <m:t>1</m:t>
                                          </m:r>
                                        </m:sub>
                                        <m:sup>
                                          <m:r>
                                            <m:rPr>
                                              <m:sty m:val="p"/>
                                            </m:rPr>
                                            <a:rPr lang="en-US" i="0">
                                              <a:latin typeface="Cambria Math" panose="02040503050406030204" pitchFamily="18" charset="0"/>
                                            </a:rPr>
                                            <m:t>s</m:t>
                                          </m:r>
                                        </m:sup>
                                      </m:sSubSup>
                                    </m:e>
                                  </m:d>
                                </m:e>
                                <m:sup>
                                  <m:r>
                                    <a:rPr lang="en-US" b="0" i="0" smtClean="0">
                                      <a:latin typeface="Cambria Math" panose="02040503050406030204" pitchFamily="18" charset="0"/>
                                    </a:rPr>
                                    <m:t>2</m:t>
                                  </m:r>
                                </m:sup>
                              </m:sSup>
                            </m:e>
                          </m:rad>
                        </m:num>
                        <m:den>
                          <m:r>
                            <a:rPr lang="en-US" i="0">
                              <a:latin typeface="Cambria Math" panose="02040503050406030204" pitchFamily="18" charset="0"/>
                            </a:rPr>
                            <m:t>2</m:t>
                          </m:r>
                        </m:den>
                      </m:f>
                    </m:oMath>
                  </m:oMathPara>
                </a14:m>
                <a:endParaRPr lang="en-US" dirty="0"/>
              </a:p>
            </p:txBody>
          </p:sp>
        </mc:Choice>
        <mc:Fallback xmlns="">
          <p:sp>
            <p:nvSpPr>
              <p:cNvPr id="14" name="TextBox 13">
                <a:extLst>
                  <a:ext uri="{FF2B5EF4-FFF2-40B4-BE49-F238E27FC236}">
                    <a16:creationId xmlns:a16="http://schemas.microsoft.com/office/drawing/2014/main" id="{5B32BF74-3371-CB97-ACA9-0707196E7E0C}"/>
                  </a:ext>
                </a:extLst>
              </p:cNvPr>
              <p:cNvSpPr txBox="1">
                <a:spLocks noRot="1" noChangeAspect="1" noMove="1" noResize="1" noEditPoints="1" noAdjustHandles="1" noChangeArrowheads="1" noChangeShapeType="1" noTextEdit="1"/>
              </p:cNvSpPr>
              <p:nvPr/>
            </p:nvSpPr>
            <p:spPr>
              <a:xfrm>
                <a:off x="8744856" y="5555760"/>
                <a:ext cx="3229429" cy="68672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0F06DF3-C6C6-EFB0-2112-A3025A3C69A8}"/>
                  </a:ext>
                </a:extLst>
              </p:cNvPr>
              <p:cNvSpPr txBox="1"/>
              <p:nvPr/>
            </p:nvSpPr>
            <p:spPr>
              <a:xfrm>
                <a:off x="4313440" y="5714457"/>
                <a:ext cx="356512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i="1" smtClean="0">
                              <a:solidFill>
                                <a:srgbClr val="836967"/>
                              </a:solidFill>
                              <a:latin typeface="Cambria Math" panose="02040503050406030204" pitchFamily="18" charset="0"/>
                            </a:rPr>
                          </m:ctrlPr>
                        </m:sSupPr>
                        <m:e>
                          <m:d>
                            <m:dPr>
                              <m:ctrlPr>
                                <a:rPr lang="en-US" i="1">
                                  <a:solidFill>
                                    <a:srgbClr val="836967"/>
                                  </a:solidFill>
                                  <a:latin typeface="Cambria Math" panose="02040503050406030204" pitchFamily="18" charset="0"/>
                                </a:rPr>
                              </m:ctrlPr>
                            </m:dPr>
                            <m:e>
                              <m:sSubSup>
                                <m:sSubSupPr>
                                  <m:ctrlPr>
                                    <a:rPr lang="en-US" i="1">
                                      <a:solidFill>
                                        <a:srgbClr val="836967"/>
                                      </a:solidFill>
                                      <a:latin typeface="Cambria Math" panose="02040503050406030204" pitchFamily="18" charset="0"/>
                                    </a:rPr>
                                  </m:ctrlPr>
                                </m:sSubSupPr>
                                <m:e>
                                  <m:r>
                                    <m:rPr>
                                      <m:sty m:val="p"/>
                                    </m:rPr>
                                    <a:rPr lang="en-US" i="0">
                                      <a:latin typeface="Cambria Math" panose="02040503050406030204" pitchFamily="18" charset="0"/>
                                    </a:rPr>
                                    <m:t>c</m:t>
                                  </m:r>
                                </m:e>
                                <m:sub>
                                  <m:r>
                                    <a:rPr lang="en-US" i="0">
                                      <a:latin typeface="Cambria Math" panose="02040503050406030204" pitchFamily="18" charset="0"/>
                                    </a:rPr>
                                    <m:t>1</m:t>
                                  </m:r>
                                </m:sub>
                                <m:sup>
                                  <m:r>
                                    <m:rPr>
                                      <m:sty m:val="p"/>
                                    </m:rPr>
                                    <a:rPr lang="en-US" i="0">
                                      <a:latin typeface="Cambria Math" panose="02040503050406030204" pitchFamily="18" charset="0"/>
                                    </a:rPr>
                                    <m:t>m</m:t>
                                  </m:r>
                                </m:sup>
                              </m:sSubSup>
                            </m:e>
                          </m:d>
                        </m:e>
                        <m:sup>
                          <m:r>
                            <a:rPr lang="en-US" i="0">
                              <a:latin typeface="Cambria Math" panose="02040503050406030204" pitchFamily="18" charset="0"/>
                            </a:rPr>
                            <m:t>2</m:t>
                          </m:r>
                        </m:sup>
                      </m:sSup>
                      <m:r>
                        <a:rPr lang="en-US" i="0">
                          <a:latin typeface="Cambria Math" panose="02040503050406030204" pitchFamily="18" charset="0"/>
                        </a:rPr>
                        <m:t>−</m:t>
                      </m:r>
                      <m:d>
                        <m:dPr>
                          <m:begChr m:val="|"/>
                          <m:endChr m:val="|"/>
                          <m:ctrlPr>
                            <a:rPr lang="en-US" i="1">
                              <a:solidFill>
                                <a:srgbClr val="836967"/>
                              </a:solidFill>
                              <a:latin typeface="Cambria Math" panose="02040503050406030204" pitchFamily="18" charset="0"/>
                            </a:rPr>
                          </m:ctrlPr>
                        </m:dPr>
                        <m:e>
                          <m:r>
                            <m:rPr>
                              <m:sty m:val="p"/>
                            </m:rPr>
                            <a:rPr lang="en-US" i="0">
                              <a:latin typeface="Cambria Math" panose="02040503050406030204" pitchFamily="18" charset="0"/>
                            </a:rPr>
                            <m:t>χ</m:t>
                          </m:r>
                        </m:e>
                      </m:d>
                      <m:sSubSup>
                        <m:sSubSupPr>
                          <m:ctrlPr>
                            <a:rPr lang="en-US" i="1">
                              <a:solidFill>
                                <a:srgbClr val="836967"/>
                              </a:solidFill>
                              <a:latin typeface="Cambria Math" panose="02040503050406030204" pitchFamily="18" charset="0"/>
                            </a:rPr>
                          </m:ctrlPr>
                        </m:sSubSupPr>
                        <m:e>
                          <m:r>
                            <m:rPr>
                              <m:sty m:val="p"/>
                            </m:rPr>
                            <a:rPr lang="en-US" i="0">
                              <a:latin typeface="Cambria Math" panose="02040503050406030204" pitchFamily="18" charset="0"/>
                            </a:rPr>
                            <m:t>c</m:t>
                          </m:r>
                        </m:e>
                        <m:sub>
                          <m:r>
                            <a:rPr lang="en-US" i="0">
                              <a:latin typeface="Cambria Math" panose="02040503050406030204" pitchFamily="18" charset="0"/>
                            </a:rPr>
                            <m:t>1</m:t>
                          </m:r>
                        </m:sub>
                        <m:sup>
                          <m:r>
                            <m:rPr>
                              <m:sty m:val="p"/>
                            </m:rPr>
                            <a:rPr lang="en-US" i="0">
                              <a:latin typeface="Cambria Math" panose="02040503050406030204" pitchFamily="18" charset="0"/>
                            </a:rPr>
                            <m:t>m</m:t>
                          </m:r>
                        </m:sup>
                      </m:sSubSup>
                      <m:r>
                        <a:rPr lang="en-US" i="0">
                          <a:latin typeface="Cambria Math" panose="02040503050406030204" pitchFamily="18" charset="0"/>
                        </a:rPr>
                        <m:t>−</m:t>
                      </m:r>
                      <m:sSup>
                        <m:sSupPr>
                          <m:ctrlPr>
                            <a:rPr lang="en-US" i="1">
                              <a:solidFill>
                                <a:srgbClr val="836967"/>
                              </a:solidFill>
                              <a:latin typeface="Cambria Math" panose="02040503050406030204" pitchFamily="18" charset="0"/>
                            </a:rPr>
                          </m:ctrlPr>
                        </m:sSupPr>
                        <m:e>
                          <m:d>
                            <m:dPr>
                              <m:ctrlPr>
                                <a:rPr lang="en-US" i="1">
                                  <a:solidFill>
                                    <a:srgbClr val="836967"/>
                                  </a:solidFill>
                                  <a:latin typeface="Cambria Math" panose="02040503050406030204" pitchFamily="18" charset="0"/>
                                </a:rPr>
                              </m:ctrlPr>
                            </m:dPr>
                            <m:e>
                              <m:sSubSup>
                                <m:sSubSupPr>
                                  <m:ctrlPr>
                                    <a:rPr lang="en-US" i="1">
                                      <a:solidFill>
                                        <a:srgbClr val="836967"/>
                                      </a:solidFill>
                                      <a:latin typeface="Cambria Math" panose="02040503050406030204" pitchFamily="18" charset="0"/>
                                    </a:rPr>
                                  </m:ctrlPr>
                                </m:sSubSupPr>
                                <m:e>
                                  <m:r>
                                    <m:rPr>
                                      <m:sty m:val="p"/>
                                    </m:rPr>
                                    <a:rPr lang="en-US" i="0">
                                      <a:latin typeface="Cambria Math" panose="02040503050406030204" pitchFamily="18" charset="0"/>
                                    </a:rPr>
                                    <m:t>c</m:t>
                                  </m:r>
                                </m:e>
                                <m:sub>
                                  <m:r>
                                    <a:rPr lang="en-US" i="0">
                                      <a:latin typeface="Cambria Math" panose="02040503050406030204" pitchFamily="18" charset="0"/>
                                    </a:rPr>
                                    <m:t>1</m:t>
                                  </m:r>
                                </m:sub>
                                <m:sup>
                                  <m:r>
                                    <m:rPr>
                                      <m:sty m:val="p"/>
                                    </m:rPr>
                                    <a:rPr lang="en-US" i="0">
                                      <a:latin typeface="Cambria Math" panose="02040503050406030204" pitchFamily="18" charset="0"/>
                                    </a:rPr>
                                    <m:t>s</m:t>
                                  </m:r>
                                </m:sup>
                              </m:sSubSup>
                            </m:e>
                          </m:d>
                        </m:e>
                        <m:sup>
                          <m:r>
                            <a:rPr lang="en-US" i="0">
                              <a:latin typeface="Cambria Math" panose="02040503050406030204" pitchFamily="18" charset="0"/>
                            </a:rPr>
                            <m:t>2</m:t>
                          </m:r>
                        </m:sup>
                      </m:sSup>
                      <m:r>
                        <a:rPr lang="en-US" i="0">
                          <a:latin typeface="Cambria Math" panose="02040503050406030204" pitchFamily="18" charset="0"/>
                        </a:rPr>
                        <m:t>=0</m:t>
                      </m:r>
                    </m:oMath>
                  </m:oMathPara>
                </a14:m>
                <a:endParaRPr lang="en-US" dirty="0"/>
              </a:p>
            </p:txBody>
          </p:sp>
        </mc:Choice>
        <mc:Fallback xmlns="">
          <p:sp>
            <p:nvSpPr>
              <p:cNvPr id="16" name="TextBox 15">
                <a:extLst>
                  <a:ext uri="{FF2B5EF4-FFF2-40B4-BE49-F238E27FC236}">
                    <a16:creationId xmlns:a16="http://schemas.microsoft.com/office/drawing/2014/main" id="{B0F06DF3-C6C6-EFB0-2112-A3025A3C69A8}"/>
                  </a:ext>
                </a:extLst>
              </p:cNvPr>
              <p:cNvSpPr txBox="1">
                <a:spLocks noRot="1" noChangeAspect="1" noMove="1" noResize="1" noEditPoints="1" noAdjustHandles="1" noChangeArrowheads="1" noChangeShapeType="1" noTextEdit="1"/>
              </p:cNvSpPr>
              <p:nvPr/>
            </p:nvSpPr>
            <p:spPr>
              <a:xfrm>
                <a:off x="4313440" y="5714457"/>
                <a:ext cx="3565120" cy="369332"/>
              </a:xfrm>
              <a:prstGeom prst="rect">
                <a:avLst/>
              </a:prstGeom>
              <a:blipFill>
                <a:blip r:embed="rId6"/>
                <a:stretch>
                  <a:fillRect b="-3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6979B95-846C-0959-B665-5FC6F4616E3C}"/>
                  </a:ext>
                </a:extLst>
              </p:cNvPr>
              <p:cNvSpPr txBox="1"/>
              <p:nvPr/>
            </p:nvSpPr>
            <p:spPr>
              <a:xfrm>
                <a:off x="1834011" y="4461652"/>
                <a:ext cx="8512628" cy="7954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1400" i="1" smtClean="0">
                              <a:solidFill>
                                <a:srgbClr val="836967"/>
                              </a:solidFill>
                              <a:latin typeface="Cambria Math" panose="02040503050406030204" pitchFamily="18" charset="0"/>
                            </a:rPr>
                          </m:ctrlPr>
                        </m:sSupPr>
                        <m:e>
                          <m:sSup>
                            <m:sSupPr>
                              <m:ctrlPr>
                                <a:rPr lang="en-US" sz="1400" i="1">
                                  <a:solidFill>
                                    <a:srgbClr val="836967"/>
                                  </a:solidFill>
                                  <a:latin typeface="Cambria Math" panose="02040503050406030204" pitchFamily="18" charset="0"/>
                                </a:rPr>
                              </m:ctrlPr>
                            </m:sSupPr>
                            <m:e>
                              <m:d>
                                <m:dPr>
                                  <m:ctrlPr>
                                    <a:rPr lang="en-US" sz="1400" i="1">
                                      <a:solidFill>
                                        <a:srgbClr val="836967"/>
                                      </a:solidFill>
                                      <a:latin typeface="Cambria Math" panose="02040503050406030204" pitchFamily="18" charset="0"/>
                                    </a:rPr>
                                  </m:ctrlPr>
                                </m:dPr>
                                <m:e>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3</m:t>
                                      </m:r>
                                    </m:sub>
                                    <m:sup>
                                      <m:r>
                                        <m:rPr>
                                          <m:sty m:val="p"/>
                                        </m:rPr>
                                        <a:rPr lang="en-US" sz="1400" i="0">
                                          <a:latin typeface="Cambria Math" panose="02040503050406030204" pitchFamily="18" charset="0"/>
                                        </a:rPr>
                                        <m:t>s</m:t>
                                      </m:r>
                                    </m:sup>
                                  </m:sSubSup>
                                </m:e>
                              </m:d>
                            </m:e>
                            <m:sup>
                              <m:f>
                                <m:fPr>
                                  <m:ctrlPr>
                                    <a:rPr lang="en-US" sz="1400" i="1">
                                      <a:solidFill>
                                        <a:srgbClr val="836967"/>
                                      </a:solidFill>
                                      <a:latin typeface="Cambria Math" panose="02040503050406030204" pitchFamily="18" charset="0"/>
                                    </a:rPr>
                                  </m:ctrlPr>
                                </m:fPr>
                                <m:num>
                                  <m:r>
                                    <a:rPr lang="en-US" sz="1400" i="0">
                                      <a:latin typeface="Cambria Math" panose="02040503050406030204" pitchFamily="18" charset="0"/>
                                    </a:rPr>
                                    <m:t>1</m:t>
                                  </m:r>
                                </m:num>
                                <m:den>
                                  <m:d>
                                    <m:dPr>
                                      <m:begChr m:val="|"/>
                                      <m:endChr m:val="|"/>
                                      <m:ctrlPr>
                                        <a:rPr lang="en-US" sz="1400" i="1">
                                          <a:solidFill>
                                            <a:srgbClr val="836967"/>
                                          </a:solidFill>
                                          <a:latin typeface="Cambria Math" panose="02040503050406030204" pitchFamily="18" charset="0"/>
                                        </a:rPr>
                                      </m:ctrlPr>
                                    </m:dPr>
                                    <m:e>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3</m:t>
                                          </m:r>
                                        </m:sub>
                                      </m:sSub>
                                    </m:e>
                                  </m:d>
                                </m:den>
                              </m:f>
                            </m:sup>
                          </m:sSup>
                          <m:d>
                            <m:dPr>
                              <m:ctrlPr>
                                <a:rPr lang="en-US" sz="1400" i="1">
                                  <a:solidFill>
                                    <a:srgbClr val="836967"/>
                                  </a:solidFill>
                                  <a:latin typeface="Cambria Math" panose="02040503050406030204" pitchFamily="18" charset="0"/>
                                </a:rPr>
                              </m:ctrlPr>
                            </m:dPr>
                            <m:e>
                              <m:d>
                                <m:dPr>
                                  <m:begChr m:val="|"/>
                                  <m:endChr m:val="|"/>
                                  <m:ctrlPr>
                                    <a:rPr lang="en-US" sz="1400" i="1">
                                      <a:solidFill>
                                        <a:srgbClr val="836967"/>
                                      </a:solidFill>
                                      <a:latin typeface="Cambria Math" panose="02040503050406030204" pitchFamily="18" charset="0"/>
                                    </a:rPr>
                                  </m:ctrlPr>
                                </m:dPr>
                                <m:e>
                                  <m:f>
                                    <m:fPr>
                                      <m:ctrlPr>
                                        <a:rPr lang="en-US" sz="1400" i="1">
                                          <a:solidFill>
                                            <a:srgbClr val="836967"/>
                                          </a:solidFill>
                                          <a:latin typeface="Cambria Math" panose="02040503050406030204" pitchFamily="18" charset="0"/>
                                        </a:rPr>
                                      </m:ctrlPr>
                                    </m:fPr>
                                    <m:num>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3</m:t>
                                          </m:r>
                                        </m:sub>
                                      </m:sSub>
                                    </m:num>
                                    <m:den>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2</m:t>
                                          </m:r>
                                        </m:sub>
                                      </m:sSub>
                                    </m:den>
                                  </m:f>
                                </m:e>
                              </m:d>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3</m:t>
                                  </m:r>
                                </m:sub>
                                <m:sup>
                                  <m:r>
                                    <m:rPr>
                                      <m:sty m:val="p"/>
                                    </m:rPr>
                                    <a:rPr lang="en-US" sz="1400" i="0">
                                      <a:latin typeface="Cambria Math" panose="02040503050406030204" pitchFamily="18" charset="0"/>
                                    </a:rPr>
                                    <m:t>s</m:t>
                                  </m:r>
                                </m:sup>
                              </m:sSubSup>
                              <m:r>
                                <a:rPr lang="en-US" sz="1400" i="0">
                                  <a:latin typeface="Cambria Math" panose="02040503050406030204" pitchFamily="18" charset="0"/>
                                </a:rPr>
                                <m:t>−</m:t>
                              </m:r>
                              <m:d>
                                <m:dPr>
                                  <m:begChr m:val="|"/>
                                  <m:endChr m:val="|"/>
                                  <m:ctrlPr>
                                    <a:rPr lang="en-US" sz="1400" i="1">
                                      <a:solidFill>
                                        <a:srgbClr val="836967"/>
                                      </a:solidFill>
                                      <a:latin typeface="Cambria Math" panose="02040503050406030204" pitchFamily="18" charset="0"/>
                                    </a:rPr>
                                  </m:ctrlPr>
                                </m:dPr>
                                <m:e>
                                  <m:f>
                                    <m:fPr>
                                      <m:ctrlPr>
                                        <a:rPr lang="en-US" sz="1400" i="1">
                                          <a:solidFill>
                                            <a:srgbClr val="836967"/>
                                          </a:solidFill>
                                          <a:latin typeface="Cambria Math" panose="02040503050406030204" pitchFamily="18" charset="0"/>
                                        </a:rPr>
                                      </m:ctrlPr>
                                    </m:fPr>
                                    <m:num>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1</m:t>
                                          </m:r>
                                        </m:sub>
                                      </m:sSub>
                                    </m:num>
                                    <m:den>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2</m:t>
                                          </m:r>
                                        </m:sub>
                                      </m:sSub>
                                    </m:den>
                                  </m:f>
                                </m:e>
                              </m:d>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1</m:t>
                                  </m:r>
                                </m:sub>
                                <m:sup>
                                  <m:r>
                                    <m:rPr>
                                      <m:sty m:val="p"/>
                                    </m:rPr>
                                    <a:rPr lang="en-US" sz="1400" i="0">
                                      <a:latin typeface="Cambria Math" panose="02040503050406030204" pitchFamily="18" charset="0"/>
                                    </a:rPr>
                                    <m:t>s</m:t>
                                  </m:r>
                                </m:sup>
                              </m:sSubSup>
                            </m:e>
                          </m:d>
                        </m:e>
                        <m:sup>
                          <m:f>
                            <m:fPr>
                              <m:ctrlPr>
                                <a:rPr lang="en-US" sz="1400" i="1">
                                  <a:solidFill>
                                    <a:srgbClr val="836967"/>
                                  </a:solidFill>
                                  <a:latin typeface="Cambria Math" panose="02040503050406030204" pitchFamily="18" charset="0"/>
                                </a:rPr>
                              </m:ctrlPr>
                            </m:fPr>
                            <m:num>
                              <m:r>
                                <a:rPr lang="en-US" sz="1400" i="0">
                                  <a:latin typeface="Cambria Math" panose="02040503050406030204" pitchFamily="18" charset="0"/>
                                </a:rPr>
                                <m:t>1</m:t>
                              </m:r>
                            </m:num>
                            <m:den>
                              <m:d>
                                <m:dPr>
                                  <m:begChr m:val="|"/>
                                  <m:endChr m:val="|"/>
                                  <m:ctrlPr>
                                    <a:rPr lang="en-US" sz="1400" i="1">
                                      <a:solidFill>
                                        <a:srgbClr val="836967"/>
                                      </a:solidFill>
                                      <a:latin typeface="Cambria Math" panose="02040503050406030204" pitchFamily="18" charset="0"/>
                                    </a:rPr>
                                  </m:ctrlPr>
                                </m:dPr>
                                <m:e>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2</m:t>
                                      </m:r>
                                    </m:sub>
                                  </m:sSub>
                                </m:e>
                              </m:d>
                            </m:den>
                          </m:f>
                        </m:sup>
                      </m:sSup>
                      <m:r>
                        <a:rPr lang="en-US" sz="1400" i="0">
                          <a:latin typeface="Cambria Math" panose="02040503050406030204" pitchFamily="18" charset="0"/>
                        </a:rPr>
                        <m:t>=</m:t>
                      </m:r>
                      <m:sSup>
                        <m:sSupPr>
                          <m:ctrlPr>
                            <a:rPr lang="en-US" sz="1400" i="1">
                              <a:solidFill>
                                <a:srgbClr val="836967"/>
                              </a:solidFill>
                              <a:latin typeface="Cambria Math" panose="02040503050406030204" pitchFamily="18" charset="0"/>
                            </a:rPr>
                          </m:ctrlPr>
                        </m:sSupPr>
                        <m:e>
                          <m:sSup>
                            <m:sSupPr>
                              <m:ctrlPr>
                                <a:rPr lang="en-US" sz="1400" i="1">
                                  <a:solidFill>
                                    <a:srgbClr val="836967"/>
                                  </a:solidFill>
                                  <a:latin typeface="Cambria Math" panose="02040503050406030204" pitchFamily="18" charset="0"/>
                                </a:rPr>
                              </m:ctrlPr>
                            </m:sSupPr>
                            <m:e>
                              <m:d>
                                <m:dPr>
                                  <m:ctrlPr>
                                    <a:rPr lang="en-US" sz="1400" i="1">
                                      <a:solidFill>
                                        <a:srgbClr val="836967"/>
                                      </a:solidFill>
                                      <a:latin typeface="Cambria Math" panose="02040503050406030204" pitchFamily="18" charset="0"/>
                                    </a:rPr>
                                  </m:ctrlPr>
                                </m:dPr>
                                <m:e>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3</m:t>
                                      </m:r>
                                    </m:sub>
                                    <m:sup>
                                      <m:r>
                                        <m:rPr>
                                          <m:sty m:val="p"/>
                                        </m:rPr>
                                        <a:rPr lang="en-US" sz="1400" i="0">
                                          <a:latin typeface="Cambria Math" panose="02040503050406030204" pitchFamily="18" charset="0"/>
                                        </a:rPr>
                                        <m:t>m</m:t>
                                      </m:r>
                                    </m:sup>
                                  </m:sSubSup>
                                </m:e>
                              </m:d>
                            </m:e>
                            <m:sup>
                              <m:f>
                                <m:fPr>
                                  <m:ctrlPr>
                                    <a:rPr lang="en-US" sz="1400" i="1">
                                      <a:solidFill>
                                        <a:srgbClr val="836967"/>
                                      </a:solidFill>
                                      <a:latin typeface="Cambria Math" panose="02040503050406030204" pitchFamily="18" charset="0"/>
                                    </a:rPr>
                                  </m:ctrlPr>
                                </m:fPr>
                                <m:num>
                                  <m:r>
                                    <a:rPr lang="en-US" sz="1400" i="0">
                                      <a:latin typeface="Cambria Math" panose="02040503050406030204" pitchFamily="18" charset="0"/>
                                    </a:rPr>
                                    <m:t>1</m:t>
                                  </m:r>
                                </m:num>
                                <m:den>
                                  <m:d>
                                    <m:dPr>
                                      <m:begChr m:val="|"/>
                                      <m:endChr m:val="|"/>
                                      <m:ctrlPr>
                                        <a:rPr lang="en-US" sz="1400" i="1">
                                          <a:solidFill>
                                            <a:srgbClr val="836967"/>
                                          </a:solidFill>
                                          <a:latin typeface="Cambria Math" panose="02040503050406030204" pitchFamily="18" charset="0"/>
                                        </a:rPr>
                                      </m:ctrlPr>
                                    </m:dPr>
                                    <m:e>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3</m:t>
                                          </m:r>
                                        </m:sub>
                                      </m:sSub>
                                    </m:e>
                                  </m:d>
                                </m:den>
                              </m:f>
                            </m:sup>
                          </m:sSup>
                          <m:d>
                            <m:dPr>
                              <m:ctrlPr>
                                <a:rPr lang="en-US" sz="1400" i="1">
                                  <a:solidFill>
                                    <a:srgbClr val="836967"/>
                                  </a:solidFill>
                                  <a:latin typeface="Cambria Math" panose="02040503050406030204" pitchFamily="18" charset="0"/>
                                </a:rPr>
                              </m:ctrlPr>
                            </m:dPr>
                            <m:e>
                              <m:f>
                                <m:fPr>
                                  <m:ctrlPr>
                                    <a:rPr lang="en-US" sz="1400" i="1">
                                      <a:solidFill>
                                        <a:srgbClr val="836967"/>
                                      </a:solidFill>
                                      <a:latin typeface="Cambria Math" panose="02040503050406030204" pitchFamily="18" charset="0"/>
                                    </a:rPr>
                                  </m:ctrlPr>
                                </m:fPr>
                                <m:num>
                                  <m:d>
                                    <m:dPr>
                                      <m:begChr m:val="|"/>
                                      <m:endChr m:val="|"/>
                                      <m:ctrlPr>
                                        <a:rPr lang="en-US" sz="1400" i="1">
                                          <a:solidFill>
                                            <a:srgbClr val="836967"/>
                                          </a:solidFill>
                                          <a:latin typeface="Cambria Math" panose="02040503050406030204" pitchFamily="18" charset="0"/>
                                        </a:rPr>
                                      </m:ctrlPr>
                                    </m:dPr>
                                    <m:e>
                                      <m:r>
                                        <m:rPr>
                                          <m:sty m:val="p"/>
                                        </m:rPr>
                                        <a:rPr lang="en-US" sz="1400" i="0">
                                          <a:latin typeface="Cambria Math" panose="02040503050406030204" pitchFamily="18" charset="0"/>
                                        </a:rPr>
                                        <m:t>χ</m:t>
                                      </m:r>
                                    </m:e>
                                  </m:d>
                                </m:num>
                                <m:den>
                                  <m:d>
                                    <m:dPr>
                                      <m:begChr m:val="|"/>
                                      <m:endChr m:val="|"/>
                                      <m:ctrlPr>
                                        <a:rPr lang="en-US" sz="1400" i="1">
                                          <a:solidFill>
                                            <a:srgbClr val="836967"/>
                                          </a:solidFill>
                                          <a:latin typeface="Cambria Math" panose="02040503050406030204" pitchFamily="18" charset="0"/>
                                        </a:rPr>
                                      </m:ctrlPr>
                                    </m:dPr>
                                    <m:e>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2</m:t>
                                          </m:r>
                                        </m:sub>
                                      </m:sSub>
                                    </m:e>
                                  </m:d>
                                </m:den>
                              </m:f>
                              <m:r>
                                <a:rPr lang="en-US" sz="1400" i="0">
                                  <a:latin typeface="Cambria Math" panose="02040503050406030204" pitchFamily="18" charset="0"/>
                                </a:rPr>
                                <m:t>+</m:t>
                              </m:r>
                              <m:d>
                                <m:dPr>
                                  <m:begChr m:val="|"/>
                                  <m:endChr m:val="|"/>
                                  <m:ctrlPr>
                                    <a:rPr lang="en-US" sz="1400" i="1">
                                      <a:solidFill>
                                        <a:srgbClr val="836967"/>
                                      </a:solidFill>
                                      <a:latin typeface="Cambria Math" panose="02040503050406030204" pitchFamily="18" charset="0"/>
                                    </a:rPr>
                                  </m:ctrlPr>
                                </m:dPr>
                                <m:e>
                                  <m:f>
                                    <m:fPr>
                                      <m:ctrlPr>
                                        <a:rPr lang="en-US" sz="1400" i="1">
                                          <a:solidFill>
                                            <a:srgbClr val="836967"/>
                                          </a:solidFill>
                                          <a:latin typeface="Cambria Math" panose="02040503050406030204" pitchFamily="18" charset="0"/>
                                        </a:rPr>
                                      </m:ctrlPr>
                                    </m:fPr>
                                    <m:num>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3</m:t>
                                          </m:r>
                                        </m:sub>
                                      </m:sSub>
                                    </m:num>
                                    <m:den>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2</m:t>
                                          </m:r>
                                        </m:sub>
                                      </m:sSub>
                                    </m:den>
                                  </m:f>
                                </m:e>
                              </m:d>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3</m:t>
                                  </m:r>
                                </m:sub>
                                <m:sup>
                                  <m:r>
                                    <m:rPr>
                                      <m:sty m:val="p"/>
                                    </m:rPr>
                                    <a:rPr lang="en-US" sz="1400" i="0">
                                      <a:latin typeface="Cambria Math" panose="02040503050406030204" pitchFamily="18" charset="0"/>
                                    </a:rPr>
                                    <m:t>m</m:t>
                                  </m:r>
                                </m:sup>
                              </m:sSubSup>
                              <m:r>
                                <a:rPr lang="en-US" sz="1400" i="0">
                                  <a:latin typeface="Cambria Math" panose="02040503050406030204" pitchFamily="18" charset="0"/>
                                </a:rPr>
                                <m:t>−</m:t>
                              </m:r>
                              <m:d>
                                <m:dPr>
                                  <m:begChr m:val="|"/>
                                  <m:endChr m:val="|"/>
                                  <m:ctrlPr>
                                    <a:rPr lang="en-US" sz="1400" i="1">
                                      <a:solidFill>
                                        <a:srgbClr val="836967"/>
                                      </a:solidFill>
                                      <a:latin typeface="Cambria Math" panose="02040503050406030204" pitchFamily="18" charset="0"/>
                                    </a:rPr>
                                  </m:ctrlPr>
                                </m:dPr>
                                <m:e>
                                  <m:f>
                                    <m:fPr>
                                      <m:ctrlPr>
                                        <a:rPr lang="en-US" sz="1400" i="1">
                                          <a:solidFill>
                                            <a:srgbClr val="836967"/>
                                          </a:solidFill>
                                          <a:latin typeface="Cambria Math" panose="02040503050406030204" pitchFamily="18" charset="0"/>
                                        </a:rPr>
                                      </m:ctrlPr>
                                    </m:fPr>
                                    <m:num>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1</m:t>
                                          </m:r>
                                        </m:sub>
                                      </m:sSub>
                                    </m:num>
                                    <m:den>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2</m:t>
                                          </m:r>
                                        </m:sub>
                                      </m:sSub>
                                    </m:den>
                                  </m:f>
                                </m:e>
                              </m:d>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1</m:t>
                                  </m:r>
                                </m:sub>
                                <m:sup>
                                  <m:r>
                                    <m:rPr>
                                      <m:sty m:val="p"/>
                                    </m:rPr>
                                    <a:rPr lang="en-US" sz="1400" i="0">
                                      <a:latin typeface="Cambria Math" panose="02040503050406030204" pitchFamily="18" charset="0"/>
                                    </a:rPr>
                                    <m:t>s</m:t>
                                  </m:r>
                                </m:sup>
                              </m:sSubSup>
                              <m:sSup>
                                <m:sSupPr>
                                  <m:ctrlPr>
                                    <a:rPr lang="en-US" sz="1400" i="1">
                                      <a:solidFill>
                                        <a:srgbClr val="836967"/>
                                      </a:solidFill>
                                      <a:latin typeface="Cambria Math" panose="02040503050406030204" pitchFamily="18" charset="0"/>
                                    </a:rPr>
                                  </m:ctrlPr>
                                </m:sSupPr>
                                <m:e>
                                  <m:d>
                                    <m:dPr>
                                      <m:ctrlPr>
                                        <a:rPr lang="en-US" sz="1400" i="1">
                                          <a:solidFill>
                                            <a:srgbClr val="836967"/>
                                          </a:solidFill>
                                          <a:latin typeface="Cambria Math" panose="02040503050406030204" pitchFamily="18" charset="0"/>
                                        </a:rPr>
                                      </m:ctrlPr>
                                    </m:dPr>
                                    <m:e>
                                      <m:f>
                                        <m:fPr>
                                          <m:ctrlPr>
                                            <a:rPr lang="en-US" sz="1400" i="1">
                                              <a:solidFill>
                                                <a:srgbClr val="836967"/>
                                              </a:solidFill>
                                              <a:latin typeface="Cambria Math" panose="02040503050406030204" pitchFamily="18" charset="0"/>
                                            </a:rPr>
                                          </m:ctrlPr>
                                        </m:fPr>
                                        <m:num>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3</m:t>
                                              </m:r>
                                            </m:sub>
                                            <m:sup>
                                              <m:r>
                                                <m:rPr>
                                                  <m:sty m:val="p"/>
                                                </m:rPr>
                                                <a:rPr lang="en-US" sz="1400" i="0">
                                                  <a:latin typeface="Cambria Math" panose="02040503050406030204" pitchFamily="18" charset="0"/>
                                                </a:rPr>
                                                <m:t>s</m:t>
                                              </m:r>
                                            </m:sup>
                                          </m:sSubSup>
                                        </m:num>
                                        <m:den>
                                          <m:sSubSup>
                                            <m:sSubSupPr>
                                              <m:ctrlPr>
                                                <a:rPr lang="en-US" sz="1400" i="1">
                                                  <a:solidFill>
                                                    <a:srgbClr val="836967"/>
                                                  </a:solidFill>
                                                  <a:latin typeface="Cambria Math" panose="02040503050406030204" pitchFamily="18" charset="0"/>
                                                </a:rPr>
                                              </m:ctrlPr>
                                            </m:sSubSupPr>
                                            <m:e>
                                              <m:r>
                                                <m:rPr>
                                                  <m:sty m:val="p"/>
                                                </m:rPr>
                                                <a:rPr lang="en-US" sz="1400" i="0">
                                                  <a:latin typeface="Cambria Math" panose="02040503050406030204" pitchFamily="18" charset="0"/>
                                                </a:rPr>
                                                <m:t>c</m:t>
                                              </m:r>
                                            </m:e>
                                            <m:sub>
                                              <m:r>
                                                <a:rPr lang="en-US" sz="1400" i="0">
                                                  <a:latin typeface="Cambria Math" panose="02040503050406030204" pitchFamily="18" charset="0"/>
                                                </a:rPr>
                                                <m:t>3</m:t>
                                              </m:r>
                                            </m:sub>
                                            <m:sup>
                                              <m:r>
                                                <m:rPr>
                                                  <m:sty m:val="p"/>
                                                </m:rPr>
                                                <a:rPr lang="en-US" sz="1400" i="0">
                                                  <a:latin typeface="Cambria Math" panose="02040503050406030204" pitchFamily="18" charset="0"/>
                                                </a:rPr>
                                                <m:t>m</m:t>
                                              </m:r>
                                            </m:sup>
                                          </m:sSubSup>
                                        </m:den>
                                      </m:f>
                                    </m:e>
                                  </m:d>
                                </m:e>
                                <m:sup>
                                  <m:f>
                                    <m:fPr>
                                      <m:ctrlPr>
                                        <a:rPr lang="en-US" sz="1400" i="1">
                                          <a:solidFill>
                                            <a:srgbClr val="836967"/>
                                          </a:solidFill>
                                          <a:latin typeface="Cambria Math" panose="02040503050406030204" pitchFamily="18" charset="0"/>
                                        </a:rPr>
                                      </m:ctrlPr>
                                    </m:fPr>
                                    <m:num>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1</m:t>
                                          </m:r>
                                        </m:sub>
                                      </m:sSub>
                                    </m:num>
                                    <m:den>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3</m:t>
                                          </m:r>
                                        </m:sub>
                                      </m:sSub>
                                    </m:den>
                                  </m:f>
                                </m:sup>
                              </m:sSup>
                            </m:e>
                          </m:d>
                        </m:e>
                        <m:sup>
                          <m:f>
                            <m:fPr>
                              <m:ctrlPr>
                                <a:rPr lang="en-US" sz="1400" i="1">
                                  <a:solidFill>
                                    <a:srgbClr val="836967"/>
                                  </a:solidFill>
                                  <a:latin typeface="Cambria Math" panose="02040503050406030204" pitchFamily="18" charset="0"/>
                                </a:rPr>
                              </m:ctrlPr>
                            </m:fPr>
                            <m:num>
                              <m:r>
                                <a:rPr lang="en-US" sz="1400" i="0">
                                  <a:latin typeface="Cambria Math" panose="02040503050406030204" pitchFamily="18" charset="0"/>
                                </a:rPr>
                                <m:t>1</m:t>
                              </m:r>
                            </m:num>
                            <m:den>
                              <m:d>
                                <m:dPr>
                                  <m:begChr m:val="|"/>
                                  <m:endChr m:val="|"/>
                                  <m:ctrlPr>
                                    <a:rPr lang="en-US" sz="1400" i="1">
                                      <a:solidFill>
                                        <a:srgbClr val="836967"/>
                                      </a:solidFill>
                                      <a:latin typeface="Cambria Math" panose="02040503050406030204" pitchFamily="18" charset="0"/>
                                    </a:rPr>
                                  </m:ctrlPr>
                                </m:dPr>
                                <m:e>
                                  <m:sSub>
                                    <m:sSubPr>
                                      <m:ctrlPr>
                                        <a:rPr lang="en-US" sz="1400" i="1">
                                          <a:solidFill>
                                            <a:srgbClr val="836967"/>
                                          </a:solidFill>
                                          <a:latin typeface="Cambria Math" panose="02040503050406030204" pitchFamily="18" charset="0"/>
                                        </a:rPr>
                                      </m:ctrlPr>
                                    </m:sSubPr>
                                    <m:e>
                                      <m:r>
                                        <m:rPr>
                                          <m:sty m:val="p"/>
                                        </m:rPr>
                                        <a:rPr lang="en-US" sz="1400" i="0">
                                          <a:latin typeface="Cambria Math" panose="02040503050406030204" pitchFamily="18" charset="0"/>
                                        </a:rPr>
                                        <m:t>z</m:t>
                                      </m:r>
                                    </m:e>
                                    <m:sub>
                                      <m:r>
                                        <a:rPr lang="en-US" sz="1400" i="0">
                                          <a:latin typeface="Cambria Math" panose="02040503050406030204" pitchFamily="18" charset="0"/>
                                        </a:rPr>
                                        <m:t>2</m:t>
                                      </m:r>
                                    </m:sub>
                                  </m:sSub>
                                </m:e>
                              </m:d>
                            </m:den>
                          </m:f>
                        </m:sup>
                      </m:sSup>
                    </m:oMath>
                  </m:oMathPara>
                </a14:m>
                <a:endParaRPr lang="en-US" sz="1400" dirty="0"/>
              </a:p>
            </p:txBody>
          </p:sp>
        </mc:Choice>
        <mc:Fallback xmlns="">
          <p:sp>
            <p:nvSpPr>
              <p:cNvPr id="8" name="TextBox 7">
                <a:extLst>
                  <a:ext uri="{FF2B5EF4-FFF2-40B4-BE49-F238E27FC236}">
                    <a16:creationId xmlns:a16="http://schemas.microsoft.com/office/drawing/2014/main" id="{36979B95-846C-0959-B665-5FC6F4616E3C}"/>
                  </a:ext>
                </a:extLst>
              </p:cNvPr>
              <p:cNvSpPr txBox="1">
                <a:spLocks noRot="1" noChangeAspect="1" noMove="1" noResize="1" noEditPoints="1" noAdjustHandles="1" noChangeArrowheads="1" noChangeShapeType="1" noTextEdit="1"/>
              </p:cNvSpPr>
              <p:nvPr/>
            </p:nvSpPr>
            <p:spPr>
              <a:xfrm>
                <a:off x="1834011" y="4461652"/>
                <a:ext cx="8512628" cy="79547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F65A799-3464-627B-6A70-00CAC49C1DA6}"/>
                  </a:ext>
                </a:extLst>
              </p:cNvPr>
              <p:cNvSpPr txBox="1"/>
              <p:nvPr/>
            </p:nvSpPr>
            <p:spPr>
              <a:xfrm>
                <a:off x="1821994" y="2005083"/>
                <a:ext cx="2658489" cy="46294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solidFill>
                                <a:srgbClr val="836967"/>
                              </a:solidFill>
                              <a:latin typeface="Cambria Math" panose="02040503050406030204" pitchFamily="18" charset="0"/>
                            </a:rPr>
                          </m:ctrlPr>
                        </m:sSubSupPr>
                        <m:e>
                          <m:r>
                            <m:rPr>
                              <m:sty m:val="p"/>
                            </m:rPr>
                            <a:rPr lang="en-US" sz="2400" i="0">
                              <a:latin typeface="Cambria Math" panose="02040503050406030204" pitchFamily="18" charset="0"/>
                            </a:rPr>
                            <m:t>μ</m:t>
                          </m:r>
                        </m:e>
                        <m:sub>
                          <m:r>
                            <m:rPr>
                              <m:sty m:val="p"/>
                            </m:rPr>
                            <a:rPr lang="en-US" sz="2400" i="0">
                              <a:latin typeface="Cambria Math" panose="02040503050406030204" pitchFamily="18" charset="0"/>
                            </a:rPr>
                            <m:t>i</m:t>
                          </m:r>
                        </m:sub>
                        <m:sup>
                          <m:r>
                            <m:rPr>
                              <m:sty m:val="p"/>
                            </m:rPr>
                            <a:rPr lang="en-US" sz="2400" i="0">
                              <a:latin typeface="Cambria Math" panose="02040503050406030204" pitchFamily="18" charset="0"/>
                            </a:rPr>
                            <m:t>m</m:t>
                          </m:r>
                        </m:sup>
                      </m:sSubSup>
                      <m:r>
                        <a:rPr lang="en-US" sz="2400" i="0">
                          <a:latin typeface="Cambria Math" panose="02040503050406030204" pitchFamily="18" charset="0"/>
                        </a:rPr>
                        <m:t>=</m:t>
                      </m:r>
                      <m:sSubSup>
                        <m:sSubSupPr>
                          <m:ctrlPr>
                            <a:rPr lang="en-US" sz="2400" i="1">
                              <a:solidFill>
                                <a:srgbClr val="836967"/>
                              </a:solidFill>
                              <a:latin typeface="Cambria Math" panose="02040503050406030204" pitchFamily="18" charset="0"/>
                            </a:rPr>
                          </m:ctrlPr>
                        </m:sSubSupPr>
                        <m:e>
                          <m:r>
                            <m:rPr>
                              <m:sty m:val="p"/>
                            </m:rPr>
                            <a:rPr lang="en-US" sz="2400" i="0">
                              <a:latin typeface="Cambria Math" panose="02040503050406030204" pitchFamily="18" charset="0"/>
                            </a:rPr>
                            <m:t>μ</m:t>
                          </m:r>
                        </m:e>
                        <m:sub>
                          <m:r>
                            <m:rPr>
                              <m:sty m:val="p"/>
                            </m:rPr>
                            <a:rPr lang="en-US" sz="2400" i="0">
                              <a:latin typeface="Cambria Math" panose="02040503050406030204" pitchFamily="18" charset="0"/>
                            </a:rPr>
                            <m:t>i</m:t>
                          </m:r>
                        </m:sub>
                        <m:sup>
                          <m:r>
                            <m:rPr>
                              <m:sty m:val="p"/>
                            </m:rPr>
                            <a:rPr lang="en-US" sz="2400" i="0">
                              <a:latin typeface="Cambria Math" panose="02040503050406030204" pitchFamily="18" charset="0"/>
                            </a:rPr>
                            <m:t>s</m:t>
                          </m:r>
                        </m:sup>
                      </m:sSubSup>
                    </m:oMath>
                  </m:oMathPara>
                </a14:m>
                <a:endParaRPr lang="en-US" sz="2400" dirty="0"/>
              </a:p>
            </p:txBody>
          </p:sp>
        </mc:Choice>
        <mc:Fallback xmlns="">
          <p:sp>
            <p:nvSpPr>
              <p:cNvPr id="12" name="TextBox 11">
                <a:extLst>
                  <a:ext uri="{FF2B5EF4-FFF2-40B4-BE49-F238E27FC236}">
                    <a16:creationId xmlns:a16="http://schemas.microsoft.com/office/drawing/2014/main" id="{5F65A799-3464-627B-6A70-00CAC49C1DA6}"/>
                  </a:ext>
                </a:extLst>
              </p:cNvPr>
              <p:cNvSpPr txBox="1">
                <a:spLocks noRot="1" noChangeAspect="1" noMove="1" noResize="1" noEditPoints="1" noAdjustHandles="1" noChangeArrowheads="1" noChangeShapeType="1" noTextEdit="1"/>
              </p:cNvSpPr>
              <p:nvPr/>
            </p:nvSpPr>
            <p:spPr>
              <a:xfrm>
                <a:off x="1821994" y="2005083"/>
                <a:ext cx="2658489" cy="462947"/>
              </a:xfrm>
              <a:prstGeom prst="rect">
                <a:avLst/>
              </a:prstGeom>
              <a:blipFill>
                <a:blip r:embed="rId8"/>
                <a:stretch>
                  <a:fillRect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6F6865F-95F7-037F-B790-BF2BE136AA28}"/>
                  </a:ext>
                </a:extLst>
              </p:cNvPr>
              <p:cNvSpPr txBox="1"/>
              <p:nvPr/>
            </p:nvSpPr>
            <p:spPr>
              <a:xfrm>
                <a:off x="6801389" y="2229176"/>
                <a:ext cx="361842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solidFill>
                                <a:srgbClr val="836967"/>
                              </a:solidFill>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z</m:t>
                              </m:r>
                            </m:e>
                            <m:sub>
                              <m:r>
                                <a:rPr lang="en-US" i="0">
                                  <a:latin typeface="Cambria Math" panose="02040503050406030204" pitchFamily="18" charset="0"/>
                                </a:rPr>
                                <m:t>1</m:t>
                              </m:r>
                            </m:sub>
                          </m:sSub>
                        </m:e>
                      </m:d>
                      <m:sSubSup>
                        <m:sSubSupPr>
                          <m:ctrlPr>
                            <a:rPr lang="en-US" i="1">
                              <a:solidFill>
                                <a:srgbClr val="836967"/>
                              </a:solidFill>
                              <a:latin typeface="Cambria Math" panose="02040503050406030204" pitchFamily="18" charset="0"/>
                            </a:rPr>
                          </m:ctrlPr>
                        </m:sSubSupPr>
                        <m:e>
                          <m:r>
                            <m:rPr>
                              <m:sty m:val="p"/>
                            </m:rPr>
                            <a:rPr lang="en-US" i="0">
                              <a:latin typeface="Cambria Math" panose="02040503050406030204" pitchFamily="18" charset="0"/>
                            </a:rPr>
                            <m:t>c</m:t>
                          </m:r>
                        </m:e>
                        <m:sub>
                          <m:r>
                            <a:rPr lang="en-US" i="0">
                              <a:latin typeface="Cambria Math" panose="02040503050406030204" pitchFamily="18" charset="0"/>
                            </a:rPr>
                            <m:t>1</m:t>
                          </m:r>
                        </m:sub>
                        <m:sup>
                          <m:r>
                            <m:rPr>
                              <m:sty m:val="p"/>
                            </m:rPr>
                            <a:rPr lang="en-US" i="0">
                              <a:latin typeface="Cambria Math" panose="02040503050406030204" pitchFamily="18" charset="0"/>
                            </a:rPr>
                            <m:t>s</m:t>
                          </m:r>
                        </m:sup>
                      </m:sSubSup>
                      <m:r>
                        <a:rPr lang="en-US" i="0">
                          <a:latin typeface="Cambria Math" panose="02040503050406030204" pitchFamily="18" charset="0"/>
                        </a:rPr>
                        <m:t>+</m:t>
                      </m:r>
                      <m:d>
                        <m:dPr>
                          <m:begChr m:val="|"/>
                          <m:endChr m:val="|"/>
                          <m:ctrlPr>
                            <a:rPr lang="en-US" i="1">
                              <a:solidFill>
                                <a:srgbClr val="836967"/>
                              </a:solidFill>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z</m:t>
                              </m:r>
                            </m:e>
                            <m:sub>
                              <m:r>
                                <a:rPr lang="en-US" i="0">
                                  <a:latin typeface="Cambria Math" panose="02040503050406030204" pitchFamily="18" charset="0"/>
                                </a:rPr>
                                <m:t>2</m:t>
                              </m:r>
                            </m:sub>
                          </m:sSub>
                        </m:e>
                      </m:d>
                      <m:sSubSup>
                        <m:sSubSupPr>
                          <m:ctrlPr>
                            <a:rPr lang="en-US" i="1">
                              <a:solidFill>
                                <a:srgbClr val="836967"/>
                              </a:solidFill>
                              <a:latin typeface="Cambria Math" panose="02040503050406030204" pitchFamily="18" charset="0"/>
                            </a:rPr>
                          </m:ctrlPr>
                        </m:sSubSupPr>
                        <m:e>
                          <m:r>
                            <m:rPr>
                              <m:sty m:val="p"/>
                            </m:rPr>
                            <a:rPr lang="en-US" i="0">
                              <a:latin typeface="Cambria Math" panose="02040503050406030204" pitchFamily="18" charset="0"/>
                            </a:rPr>
                            <m:t>c</m:t>
                          </m:r>
                        </m:e>
                        <m:sub>
                          <m:r>
                            <a:rPr lang="en-US" i="0">
                              <a:latin typeface="Cambria Math" panose="02040503050406030204" pitchFamily="18" charset="0"/>
                            </a:rPr>
                            <m:t>2</m:t>
                          </m:r>
                        </m:sub>
                        <m:sup>
                          <m:r>
                            <m:rPr>
                              <m:sty m:val="p"/>
                            </m:rPr>
                            <a:rPr lang="en-US" i="0">
                              <a:latin typeface="Cambria Math" panose="02040503050406030204" pitchFamily="18" charset="0"/>
                            </a:rPr>
                            <m:t>s</m:t>
                          </m:r>
                        </m:sup>
                      </m:sSubSup>
                      <m:r>
                        <a:rPr lang="en-US" i="0">
                          <a:latin typeface="Cambria Math" panose="02040503050406030204" pitchFamily="18" charset="0"/>
                        </a:rPr>
                        <m:t>=</m:t>
                      </m:r>
                      <m:d>
                        <m:dPr>
                          <m:begChr m:val="|"/>
                          <m:endChr m:val="|"/>
                          <m:ctrlPr>
                            <a:rPr lang="en-US" i="1">
                              <a:solidFill>
                                <a:srgbClr val="836967"/>
                              </a:solidFill>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z</m:t>
                              </m:r>
                            </m:e>
                            <m:sub>
                              <m:r>
                                <a:rPr lang="en-US" i="0">
                                  <a:latin typeface="Cambria Math" panose="02040503050406030204" pitchFamily="18" charset="0"/>
                                </a:rPr>
                                <m:t>3</m:t>
                              </m:r>
                            </m:sub>
                          </m:sSub>
                        </m:e>
                      </m:d>
                      <m:sSubSup>
                        <m:sSubSupPr>
                          <m:ctrlPr>
                            <a:rPr lang="en-US" i="1">
                              <a:solidFill>
                                <a:srgbClr val="836967"/>
                              </a:solidFill>
                              <a:latin typeface="Cambria Math" panose="02040503050406030204" pitchFamily="18" charset="0"/>
                            </a:rPr>
                          </m:ctrlPr>
                        </m:sSubSupPr>
                        <m:e>
                          <m:r>
                            <m:rPr>
                              <m:sty m:val="p"/>
                            </m:rPr>
                            <a:rPr lang="en-US" i="0">
                              <a:latin typeface="Cambria Math" panose="02040503050406030204" pitchFamily="18" charset="0"/>
                            </a:rPr>
                            <m:t>c</m:t>
                          </m:r>
                        </m:e>
                        <m:sub>
                          <m:r>
                            <a:rPr lang="en-US" i="0">
                              <a:latin typeface="Cambria Math" panose="02040503050406030204" pitchFamily="18" charset="0"/>
                            </a:rPr>
                            <m:t>3</m:t>
                          </m:r>
                        </m:sub>
                        <m:sup>
                          <m:r>
                            <m:rPr>
                              <m:sty m:val="p"/>
                            </m:rPr>
                            <a:rPr lang="en-US" i="0">
                              <a:latin typeface="Cambria Math" panose="02040503050406030204" pitchFamily="18" charset="0"/>
                            </a:rPr>
                            <m:t>s</m:t>
                          </m:r>
                        </m:sup>
                      </m:sSubSup>
                    </m:oMath>
                  </m:oMathPara>
                </a14:m>
                <a:endParaRPr lang="en-US" dirty="0"/>
              </a:p>
            </p:txBody>
          </p:sp>
        </mc:Choice>
        <mc:Fallback xmlns="">
          <p:sp>
            <p:nvSpPr>
              <p:cNvPr id="15" name="TextBox 14">
                <a:extLst>
                  <a:ext uri="{FF2B5EF4-FFF2-40B4-BE49-F238E27FC236}">
                    <a16:creationId xmlns:a16="http://schemas.microsoft.com/office/drawing/2014/main" id="{66F6865F-95F7-037F-B790-BF2BE136AA28}"/>
                  </a:ext>
                </a:extLst>
              </p:cNvPr>
              <p:cNvSpPr txBox="1">
                <a:spLocks noRot="1" noChangeAspect="1" noMove="1" noResize="1" noEditPoints="1" noAdjustHandles="1" noChangeArrowheads="1" noChangeShapeType="1" noTextEdit="1"/>
              </p:cNvSpPr>
              <p:nvPr/>
            </p:nvSpPr>
            <p:spPr>
              <a:xfrm>
                <a:off x="6801389" y="2229176"/>
                <a:ext cx="3618421" cy="369332"/>
              </a:xfrm>
              <a:prstGeom prst="rect">
                <a:avLst/>
              </a:prstGeom>
              <a:blipFill>
                <a:blip r:embed="rId9"/>
                <a:stretch>
                  <a:fillRect b="-1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07E918B-A629-F22B-930C-163B3C03EB5D}"/>
                  </a:ext>
                </a:extLst>
              </p:cNvPr>
              <p:cNvSpPr txBox="1"/>
              <p:nvPr/>
            </p:nvSpPr>
            <p:spPr>
              <a:xfrm>
                <a:off x="6801389" y="1772350"/>
                <a:ext cx="361842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solidFill>
                                <a:srgbClr val="836967"/>
                              </a:solidFill>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z</m:t>
                              </m:r>
                            </m:e>
                            <m:sub>
                              <m:r>
                                <a:rPr lang="en-US" i="0">
                                  <a:latin typeface="Cambria Math" panose="02040503050406030204" pitchFamily="18" charset="0"/>
                                </a:rPr>
                                <m:t>1</m:t>
                              </m:r>
                            </m:sub>
                          </m:sSub>
                        </m:e>
                      </m:d>
                      <m:sSubSup>
                        <m:sSubSupPr>
                          <m:ctrlPr>
                            <a:rPr lang="en-US" i="1">
                              <a:solidFill>
                                <a:srgbClr val="836967"/>
                              </a:solidFill>
                              <a:latin typeface="Cambria Math" panose="02040503050406030204" pitchFamily="18" charset="0"/>
                            </a:rPr>
                          </m:ctrlPr>
                        </m:sSubSupPr>
                        <m:e>
                          <m:r>
                            <m:rPr>
                              <m:sty m:val="p"/>
                            </m:rPr>
                            <a:rPr lang="en-US" i="0">
                              <a:latin typeface="Cambria Math" panose="02040503050406030204" pitchFamily="18" charset="0"/>
                            </a:rPr>
                            <m:t>c</m:t>
                          </m:r>
                        </m:e>
                        <m:sub>
                          <m:r>
                            <a:rPr lang="en-US" i="0">
                              <a:latin typeface="Cambria Math" panose="02040503050406030204" pitchFamily="18" charset="0"/>
                            </a:rPr>
                            <m:t>1</m:t>
                          </m:r>
                        </m:sub>
                        <m:sup>
                          <m:r>
                            <m:rPr>
                              <m:sty m:val="p"/>
                            </m:rPr>
                            <a:rPr lang="en-US" i="0">
                              <a:latin typeface="Cambria Math" panose="02040503050406030204" pitchFamily="18" charset="0"/>
                            </a:rPr>
                            <m:t>m</m:t>
                          </m:r>
                        </m:sup>
                      </m:sSubSup>
                      <m:r>
                        <a:rPr lang="en-US" i="0">
                          <a:latin typeface="Cambria Math" panose="02040503050406030204" pitchFamily="18" charset="0"/>
                        </a:rPr>
                        <m:t>+</m:t>
                      </m:r>
                      <m:d>
                        <m:dPr>
                          <m:begChr m:val="|"/>
                          <m:endChr m:val="|"/>
                          <m:ctrlPr>
                            <a:rPr lang="en-US" i="1">
                              <a:solidFill>
                                <a:srgbClr val="836967"/>
                              </a:solidFill>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z</m:t>
                              </m:r>
                            </m:e>
                            <m:sub>
                              <m:r>
                                <a:rPr lang="en-US" i="0">
                                  <a:latin typeface="Cambria Math" panose="02040503050406030204" pitchFamily="18" charset="0"/>
                                </a:rPr>
                                <m:t>2</m:t>
                              </m:r>
                            </m:sub>
                          </m:sSub>
                        </m:e>
                      </m:d>
                      <m:sSubSup>
                        <m:sSubSupPr>
                          <m:ctrlPr>
                            <a:rPr lang="en-US" i="1">
                              <a:solidFill>
                                <a:srgbClr val="836967"/>
                              </a:solidFill>
                              <a:latin typeface="Cambria Math" panose="02040503050406030204" pitchFamily="18" charset="0"/>
                            </a:rPr>
                          </m:ctrlPr>
                        </m:sSubSupPr>
                        <m:e>
                          <m:r>
                            <m:rPr>
                              <m:sty m:val="p"/>
                            </m:rPr>
                            <a:rPr lang="en-US" i="0">
                              <a:latin typeface="Cambria Math" panose="02040503050406030204" pitchFamily="18" charset="0"/>
                            </a:rPr>
                            <m:t>c</m:t>
                          </m:r>
                        </m:e>
                        <m:sub>
                          <m:r>
                            <a:rPr lang="en-US" i="0">
                              <a:latin typeface="Cambria Math" panose="02040503050406030204" pitchFamily="18" charset="0"/>
                            </a:rPr>
                            <m:t>2</m:t>
                          </m:r>
                        </m:sub>
                        <m:sup>
                          <m:r>
                            <m:rPr>
                              <m:sty m:val="p"/>
                            </m:rPr>
                            <a:rPr lang="en-US" i="0">
                              <a:latin typeface="Cambria Math" panose="02040503050406030204" pitchFamily="18" charset="0"/>
                            </a:rPr>
                            <m:t>m</m:t>
                          </m:r>
                        </m:sup>
                      </m:sSubSup>
                      <m:r>
                        <a:rPr lang="en-US" i="0">
                          <a:latin typeface="Cambria Math" panose="02040503050406030204" pitchFamily="18" charset="0"/>
                        </a:rPr>
                        <m:t>=</m:t>
                      </m:r>
                      <m:d>
                        <m:dPr>
                          <m:begChr m:val="|"/>
                          <m:endChr m:val="|"/>
                          <m:ctrlPr>
                            <a:rPr lang="en-US" i="1">
                              <a:solidFill>
                                <a:srgbClr val="836967"/>
                              </a:solidFill>
                              <a:latin typeface="Cambria Math" panose="02040503050406030204" pitchFamily="18" charset="0"/>
                            </a:rPr>
                          </m:ctrlPr>
                        </m:dPr>
                        <m:e>
                          <m:r>
                            <m:rPr>
                              <m:sty m:val="p"/>
                            </m:rPr>
                            <a:rPr lang="en-US" i="0">
                              <a:latin typeface="Cambria Math" panose="02040503050406030204" pitchFamily="18" charset="0"/>
                            </a:rPr>
                            <m:t>χ</m:t>
                          </m:r>
                        </m:e>
                      </m:d>
                      <m:r>
                        <a:rPr lang="en-US" i="0">
                          <a:latin typeface="Cambria Math" panose="02040503050406030204" pitchFamily="18" charset="0"/>
                        </a:rPr>
                        <m:t>+</m:t>
                      </m:r>
                      <m:d>
                        <m:dPr>
                          <m:begChr m:val="|"/>
                          <m:endChr m:val="|"/>
                          <m:ctrlPr>
                            <a:rPr lang="en-US" i="1">
                              <a:solidFill>
                                <a:srgbClr val="836967"/>
                              </a:solidFill>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m:rPr>
                                  <m:sty m:val="p"/>
                                </m:rPr>
                                <a:rPr lang="en-US" i="0">
                                  <a:latin typeface="Cambria Math" panose="02040503050406030204" pitchFamily="18" charset="0"/>
                                </a:rPr>
                                <m:t>z</m:t>
                              </m:r>
                            </m:e>
                            <m:sub>
                              <m:r>
                                <a:rPr lang="en-US" i="0">
                                  <a:latin typeface="Cambria Math" panose="02040503050406030204" pitchFamily="18" charset="0"/>
                                </a:rPr>
                                <m:t>3</m:t>
                              </m:r>
                            </m:sub>
                          </m:sSub>
                        </m:e>
                      </m:d>
                      <m:sSubSup>
                        <m:sSubSupPr>
                          <m:ctrlPr>
                            <a:rPr lang="en-US" i="1">
                              <a:solidFill>
                                <a:srgbClr val="836967"/>
                              </a:solidFill>
                              <a:latin typeface="Cambria Math" panose="02040503050406030204" pitchFamily="18" charset="0"/>
                            </a:rPr>
                          </m:ctrlPr>
                        </m:sSubSupPr>
                        <m:e>
                          <m:r>
                            <m:rPr>
                              <m:sty m:val="p"/>
                            </m:rPr>
                            <a:rPr lang="en-US" i="0">
                              <a:latin typeface="Cambria Math" panose="02040503050406030204" pitchFamily="18" charset="0"/>
                            </a:rPr>
                            <m:t>c</m:t>
                          </m:r>
                        </m:e>
                        <m:sub>
                          <m:r>
                            <a:rPr lang="en-US" i="0">
                              <a:latin typeface="Cambria Math" panose="02040503050406030204" pitchFamily="18" charset="0"/>
                            </a:rPr>
                            <m:t>3</m:t>
                          </m:r>
                        </m:sub>
                        <m:sup>
                          <m:r>
                            <m:rPr>
                              <m:sty m:val="p"/>
                            </m:rPr>
                            <a:rPr lang="en-US" i="0">
                              <a:latin typeface="Cambria Math" panose="02040503050406030204" pitchFamily="18" charset="0"/>
                            </a:rPr>
                            <m:t>m</m:t>
                          </m:r>
                        </m:sup>
                      </m:sSubSup>
                    </m:oMath>
                  </m:oMathPara>
                </a14:m>
                <a:endParaRPr lang="en-US" dirty="0"/>
              </a:p>
            </p:txBody>
          </p:sp>
        </mc:Choice>
        <mc:Fallback xmlns="">
          <p:sp>
            <p:nvSpPr>
              <p:cNvPr id="18" name="TextBox 17">
                <a:extLst>
                  <a:ext uri="{FF2B5EF4-FFF2-40B4-BE49-F238E27FC236}">
                    <a16:creationId xmlns:a16="http://schemas.microsoft.com/office/drawing/2014/main" id="{907E918B-A629-F22B-930C-163B3C03EB5D}"/>
                  </a:ext>
                </a:extLst>
              </p:cNvPr>
              <p:cNvSpPr txBox="1">
                <a:spLocks noRot="1" noChangeAspect="1" noMove="1" noResize="1" noEditPoints="1" noAdjustHandles="1" noChangeArrowheads="1" noChangeShapeType="1" noTextEdit="1"/>
              </p:cNvSpPr>
              <p:nvPr/>
            </p:nvSpPr>
            <p:spPr>
              <a:xfrm>
                <a:off x="6801389" y="1772350"/>
                <a:ext cx="3618421" cy="369332"/>
              </a:xfrm>
              <a:prstGeom prst="rect">
                <a:avLst/>
              </a:prstGeom>
              <a:blipFill>
                <a:blip r:embed="rId10"/>
                <a:stretch>
                  <a:fillRect b="-5000"/>
                </a:stretch>
              </a:blipFill>
            </p:spPr>
            <p:txBody>
              <a:bodyPr/>
              <a:lstStyle/>
              <a:p>
                <a:r>
                  <a:rPr lang="en-US">
                    <a:noFill/>
                  </a:rPr>
                  <a:t> </a:t>
                </a:r>
              </a:p>
            </p:txBody>
          </p:sp>
        </mc:Fallback>
      </mc:AlternateContent>
      <p:sp>
        <p:nvSpPr>
          <p:cNvPr id="19" name="Left Brace 18">
            <a:extLst>
              <a:ext uri="{FF2B5EF4-FFF2-40B4-BE49-F238E27FC236}">
                <a16:creationId xmlns:a16="http://schemas.microsoft.com/office/drawing/2014/main" id="{2E806A1D-C72A-4099-AFAB-28B6EA0FB128}"/>
              </a:ext>
            </a:extLst>
          </p:cNvPr>
          <p:cNvSpPr/>
          <p:nvPr/>
        </p:nvSpPr>
        <p:spPr>
          <a:xfrm>
            <a:off x="6392956" y="1803173"/>
            <a:ext cx="408435" cy="795335"/>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28E54AD4-F34F-16B8-5524-8A5F03F7C6B7}"/>
              </a:ext>
            </a:extLst>
          </p:cNvPr>
          <p:cNvSpPr txBox="1"/>
          <p:nvPr/>
        </p:nvSpPr>
        <p:spPr>
          <a:xfrm>
            <a:off x="4372753" y="1944170"/>
            <a:ext cx="1943596" cy="584775"/>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Electroneutrality Constraint</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4ECD724-039F-1ADD-035B-A572A1E78828}"/>
                  </a:ext>
                </a:extLst>
              </p:cNvPr>
              <p:cNvSpPr txBox="1"/>
              <p:nvPr/>
            </p:nvSpPr>
            <p:spPr>
              <a:xfrm>
                <a:off x="3370774" y="792838"/>
                <a:ext cx="5450452" cy="686213"/>
              </a:xfrm>
              <a:prstGeom prst="rect">
                <a:avLst/>
              </a:prstGeom>
              <a:noFill/>
            </p:spPr>
            <p:txBody>
              <a:bodyPr wrap="square">
                <a:spAutoFit/>
              </a:bodyPr>
              <a:lstStyle/>
              <a:p>
                <a14:m>
                  <m:oMath xmlns:m="http://schemas.openxmlformats.org/officeDocument/2006/math">
                    <m:sSubSup>
                      <m:sSubSupPr>
                        <m:ctrlPr>
                          <a:rPr lang="en-US" sz="2400" b="0" i="1" smtClean="0">
                            <a:solidFill>
                              <a:schemeClr val="tx1"/>
                            </a:solidFill>
                            <a:latin typeface="Cambria Math" panose="02040503050406030204" pitchFamily="18" charset="0"/>
                          </a:rPr>
                        </m:ctrlPr>
                      </m:sSubSupPr>
                      <m:e>
                        <m:r>
                          <m:rPr>
                            <m:sty m:val="p"/>
                          </m:rPr>
                          <a:rPr lang="en-US" sz="2400" b="0" i="0" smtClean="0">
                            <a:solidFill>
                              <a:schemeClr val="tx1"/>
                            </a:solidFill>
                            <a:latin typeface="Cambria Math" panose="02040503050406030204" pitchFamily="18" charset="0"/>
                          </a:rPr>
                          <m:t>J</m:t>
                        </m:r>
                      </m:e>
                      <m:sub>
                        <m:r>
                          <m:rPr>
                            <m:sty m:val="p"/>
                          </m:rPr>
                          <a:rPr lang="en-US" sz="2400" b="0" i="0" smtClean="0">
                            <a:solidFill>
                              <a:schemeClr val="tx1"/>
                            </a:solidFill>
                            <a:latin typeface="Cambria Math" panose="02040503050406030204" pitchFamily="18" charset="0"/>
                          </a:rPr>
                          <m:t>s</m:t>
                        </m:r>
                      </m:sub>
                      <m:sup>
                        <m:r>
                          <m:rPr>
                            <m:sty m:val="p"/>
                          </m:rPr>
                          <a:rPr lang="en-US" sz="2400" b="0" i="0" smtClean="0">
                            <a:solidFill>
                              <a:schemeClr val="tx1"/>
                            </a:solidFill>
                            <a:latin typeface="Cambria Math" panose="02040503050406030204" pitchFamily="18" charset="0"/>
                          </a:rPr>
                          <m:t>i</m:t>
                        </m:r>
                      </m:sup>
                    </m:sSubSup>
                    <m:r>
                      <a:rPr lang="en-US" sz="2400" b="0" i="0" smtClean="0">
                        <a:solidFill>
                          <a:schemeClr val="tx1"/>
                        </a:solidFill>
                        <a:latin typeface="Cambria Math" panose="02040503050406030204" pitchFamily="18" charset="0"/>
                      </a:rPr>
                      <m:t>=</m:t>
                    </m:r>
                    <m:sSup>
                      <m:sSupPr>
                        <m:ctrlPr>
                          <a:rPr lang="en-US" sz="2400" b="0" i="1" smtClean="0">
                            <a:solidFill>
                              <a:schemeClr val="tx1"/>
                            </a:solidFill>
                            <a:latin typeface="Cambria Math" panose="02040503050406030204" pitchFamily="18" charset="0"/>
                          </a:rPr>
                        </m:ctrlPr>
                      </m:sSupPr>
                      <m:e>
                        <m:r>
                          <m:rPr>
                            <m:sty m:val="p"/>
                          </m:rPr>
                          <a:rPr lang="en-US" sz="2400" b="0" i="0" smtClean="0">
                            <a:solidFill>
                              <a:schemeClr val="tx1"/>
                            </a:solidFill>
                            <a:latin typeface="Cambria Math" panose="02040503050406030204" pitchFamily="18" charset="0"/>
                          </a:rPr>
                          <m:t>B</m:t>
                        </m:r>
                      </m:e>
                      <m:sup>
                        <m:r>
                          <m:rPr>
                            <m:sty m:val="p"/>
                          </m:rPr>
                          <a:rPr lang="en-US" sz="2400" b="0" i="0" smtClean="0">
                            <a:solidFill>
                              <a:schemeClr val="tx1"/>
                            </a:solidFill>
                            <a:latin typeface="Cambria Math" panose="02040503050406030204" pitchFamily="18" charset="0"/>
                          </a:rPr>
                          <m:t>i</m:t>
                        </m:r>
                      </m:sup>
                    </m:sSup>
                    <m:d>
                      <m:dPr>
                        <m:ctrlPr>
                          <a:rPr lang="en-US" sz="2400" b="0" i="1" smtClean="0">
                            <a:solidFill>
                              <a:schemeClr val="tx1"/>
                            </a:solidFill>
                            <a:latin typeface="Cambria Math" panose="02040503050406030204" pitchFamily="18" charset="0"/>
                          </a:rPr>
                        </m:ctrlPr>
                      </m:dPr>
                      <m:e>
                        <m:sSub>
                          <m:sSubPr>
                            <m:ctrlPr>
                              <a:rPr lang="en-US" sz="2400" b="0" i="1" smtClean="0">
                                <a:solidFill>
                                  <a:schemeClr val="tx1"/>
                                </a:solidFill>
                                <a:latin typeface="Cambria Math" panose="02040503050406030204" pitchFamily="18" charset="0"/>
                              </a:rPr>
                            </m:ctrlPr>
                          </m:sSubPr>
                          <m:e>
                            <m:r>
                              <m:rPr>
                                <m:sty m:val="p"/>
                              </m:rPr>
                              <a:rPr lang="en-US" sz="2400" b="0" i="0" smtClean="0">
                                <a:solidFill>
                                  <a:schemeClr val="tx1"/>
                                </a:solidFill>
                                <a:latin typeface="Cambria Math" panose="02040503050406030204" pitchFamily="18" charset="0"/>
                              </a:rPr>
                              <m:t>c</m:t>
                            </m:r>
                          </m:e>
                          <m:sub>
                            <m:r>
                              <m:rPr>
                                <m:sty m:val="p"/>
                              </m:rPr>
                              <a:rPr lang="en-US" sz="2400" b="0" i="0" smtClean="0">
                                <a:solidFill>
                                  <a:schemeClr val="tx1"/>
                                </a:solidFill>
                                <a:latin typeface="Cambria Math" panose="02040503050406030204" pitchFamily="18" charset="0"/>
                              </a:rPr>
                              <m:t>int</m:t>
                            </m:r>
                          </m:sub>
                        </m:sSub>
                        <m:r>
                          <a:rPr lang="en-US" sz="2400" b="0" i="0" smtClean="0">
                            <a:solidFill>
                              <a:schemeClr val="tx1"/>
                            </a:solidFill>
                            <a:latin typeface="Cambria Math" panose="02040503050406030204" pitchFamily="18" charset="0"/>
                          </a:rPr>
                          <m:t>−</m:t>
                        </m:r>
                        <m:sSub>
                          <m:sSubPr>
                            <m:ctrlPr>
                              <a:rPr lang="en-US" sz="2400" b="0" i="1" smtClean="0">
                                <a:solidFill>
                                  <a:schemeClr val="tx1"/>
                                </a:solidFill>
                                <a:latin typeface="Cambria Math" panose="02040503050406030204" pitchFamily="18" charset="0"/>
                              </a:rPr>
                            </m:ctrlPr>
                          </m:sSubPr>
                          <m:e>
                            <m:r>
                              <m:rPr>
                                <m:sty m:val="p"/>
                              </m:rPr>
                              <a:rPr lang="en-US" sz="2400" b="0" i="0" smtClean="0">
                                <a:solidFill>
                                  <a:schemeClr val="tx1"/>
                                </a:solidFill>
                                <a:latin typeface="Cambria Math" panose="02040503050406030204" pitchFamily="18" charset="0"/>
                              </a:rPr>
                              <m:t>c</m:t>
                            </m:r>
                          </m:e>
                          <m:sub>
                            <m:r>
                              <m:rPr>
                                <m:sty m:val="p"/>
                              </m:rPr>
                              <a:rPr lang="en-US" sz="2400" b="0" i="0" smtClean="0">
                                <a:solidFill>
                                  <a:schemeClr val="tx1"/>
                                </a:solidFill>
                                <a:latin typeface="Cambria Math" panose="02040503050406030204" pitchFamily="18" charset="0"/>
                              </a:rPr>
                              <m:t>p</m:t>
                            </m:r>
                          </m:sub>
                        </m:sSub>
                      </m:e>
                    </m:d>
                  </m:oMath>
                </a14:m>
                <a:r>
                  <a:rPr lang="en-US" sz="2400" dirty="0">
                    <a:solidFill>
                      <a:schemeClr val="tx1"/>
                    </a:solidFill>
                  </a:rPr>
                  <a:t> = </a:t>
                </a:r>
                <a14:m>
                  <m:oMath xmlns:m="http://schemas.openxmlformats.org/officeDocument/2006/math">
                    <m:f>
                      <m:fPr>
                        <m:ctrlPr>
                          <a:rPr lang="en-US" sz="2400" b="0" i="1" smtClean="0">
                            <a:solidFill>
                              <a:schemeClr val="tx1"/>
                            </a:solidFill>
                            <a:latin typeface="Cambria Math" panose="02040503050406030204" pitchFamily="18" charset="0"/>
                          </a:rPr>
                        </m:ctrlPr>
                      </m:fPr>
                      <m:num>
                        <m:sSup>
                          <m:sSupPr>
                            <m:ctrlPr>
                              <a:rPr lang="en-US" sz="2400" i="1">
                                <a:solidFill>
                                  <a:schemeClr val="tx1"/>
                                </a:solidFill>
                                <a:latin typeface="Cambria Math" panose="02040503050406030204" pitchFamily="18" charset="0"/>
                              </a:rPr>
                            </m:ctrlPr>
                          </m:sSupPr>
                          <m:e>
                            <m:r>
                              <m:rPr>
                                <m:sty m:val="p"/>
                              </m:rPr>
                              <a:rPr lang="en-US" sz="2400" b="0" i="0" smtClean="0">
                                <a:solidFill>
                                  <a:schemeClr val="tx1"/>
                                </a:solidFill>
                                <a:latin typeface="Cambria Math" panose="02040503050406030204" pitchFamily="18" charset="0"/>
                              </a:rPr>
                              <m:t>D</m:t>
                            </m:r>
                          </m:e>
                          <m:sup>
                            <m:r>
                              <m:rPr>
                                <m:sty m:val="p"/>
                              </m:rPr>
                              <a:rPr lang="en-US" sz="2400" i="0">
                                <a:solidFill>
                                  <a:schemeClr val="tx1"/>
                                </a:solidFill>
                                <a:latin typeface="Cambria Math" panose="02040503050406030204" pitchFamily="18" charset="0"/>
                              </a:rPr>
                              <m:t>i</m:t>
                            </m:r>
                          </m:sup>
                        </m:sSup>
                        <m:r>
                          <m:rPr>
                            <m:sty m:val="p"/>
                          </m:rPr>
                          <a:rPr lang="en-US" sz="2400" b="0" i="0" smtClean="0">
                            <a:solidFill>
                              <a:schemeClr val="tx1"/>
                            </a:solidFill>
                            <a:latin typeface="Cambria Math" panose="02040503050406030204" pitchFamily="18" charset="0"/>
                          </a:rPr>
                          <m:t>H</m:t>
                        </m:r>
                      </m:num>
                      <m:den>
                        <m:r>
                          <m:rPr>
                            <m:sty m:val="p"/>
                          </m:rPr>
                          <a:rPr lang="en-US" sz="2400" b="0" i="0" smtClean="0">
                            <a:solidFill>
                              <a:schemeClr val="tx1"/>
                            </a:solidFill>
                            <a:latin typeface="Cambria Math" panose="02040503050406030204" pitchFamily="18" charset="0"/>
                          </a:rPr>
                          <m:t>L</m:t>
                        </m:r>
                      </m:den>
                    </m:f>
                    <m:d>
                      <m:dPr>
                        <m:ctrlPr>
                          <a:rPr lang="en-US" sz="2400" i="1">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m:rPr>
                                <m:sty m:val="p"/>
                              </m:rPr>
                              <a:rPr lang="en-US" sz="2400" i="0">
                                <a:solidFill>
                                  <a:schemeClr val="tx1"/>
                                </a:solidFill>
                                <a:latin typeface="Cambria Math" panose="02040503050406030204" pitchFamily="18" charset="0"/>
                              </a:rPr>
                              <m:t>c</m:t>
                            </m:r>
                          </m:e>
                          <m:sub>
                            <m:r>
                              <m:rPr>
                                <m:sty m:val="p"/>
                              </m:rPr>
                              <a:rPr lang="en-US" sz="2400" i="0">
                                <a:solidFill>
                                  <a:schemeClr val="tx1"/>
                                </a:solidFill>
                                <a:latin typeface="Cambria Math" panose="02040503050406030204" pitchFamily="18" charset="0"/>
                              </a:rPr>
                              <m:t>int</m:t>
                            </m:r>
                          </m:sub>
                        </m:sSub>
                        <m:r>
                          <a:rPr lang="en-US" sz="2400" i="0">
                            <a:solidFill>
                              <a:schemeClr val="tx1"/>
                            </a:solidFill>
                            <a:latin typeface="Cambria Math" panose="02040503050406030204" pitchFamily="18" charset="0"/>
                          </a:rPr>
                          <m:t>−</m:t>
                        </m:r>
                        <m:sSub>
                          <m:sSubPr>
                            <m:ctrlPr>
                              <a:rPr lang="en-US" sz="2400" i="1">
                                <a:solidFill>
                                  <a:schemeClr val="tx1"/>
                                </a:solidFill>
                                <a:latin typeface="Cambria Math" panose="02040503050406030204" pitchFamily="18" charset="0"/>
                              </a:rPr>
                            </m:ctrlPr>
                          </m:sSubPr>
                          <m:e>
                            <m:r>
                              <m:rPr>
                                <m:sty m:val="p"/>
                              </m:rPr>
                              <a:rPr lang="en-US" sz="2400" i="0">
                                <a:solidFill>
                                  <a:schemeClr val="tx1"/>
                                </a:solidFill>
                                <a:latin typeface="Cambria Math" panose="02040503050406030204" pitchFamily="18" charset="0"/>
                              </a:rPr>
                              <m:t>c</m:t>
                            </m:r>
                          </m:e>
                          <m:sub>
                            <m:r>
                              <m:rPr>
                                <m:sty m:val="p"/>
                              </m:rPr>
                              <a:rPr lang="en-US" sz="2400" i="0">
                                <a:solidFill>
                                  <a:schemeClr val="tx1"/>
                                </a:solidFill>
                                <a:latin typeface="Cambria Math" panose="02040503050406030204" pitchFamily="18" charset="0"/>
                              </a:rPr>
                              <m:t>p</m:t>
                            </m:r>
                          </m:sub>
                        </m:sSub>
                      </m:e>
                    </m:d>
                  </m:oMath>
                </a14:m>
                <a:endParaRPr lang="en-US" sz="2400" dirty="0">
                  <a:solidFill>
                    <a:schemeClr val="tx1"/>
                  </a:solidFill>
                </a:endParaRPr>
              </a:p>
            </p:txBody>
          </p:sp>
        </mc:Choice>
        <mc:Fallback xmlns="">
          <p:sp>
            <p:nvSpPr>
              <p:cNvPr id="21" name="TextBox 20">
                <a:extLst>
                  <a:ext uri="{FF2B5EF4-FFF2-40B4-BE49-F238E27FC236}">
                    <a16:creationId xmlns:a16="http://schemas.microsoft.com/office/drawing/2014/main" id="{54ECD724-039F-1ADD-035B-A572A1E78828}"/>
                  </a:ext>
                </a:extLst>
              </p:cNvPr>
              <p:cNvSpPr txBox="1">
                <a:spLocks noRot="1" noChangeAspect="1" noMove="1" noResize="1" noEditPoints="1" noAdjustHandles="1" noChangeArrowheads="1" noChangeShapeType="1" noTextEdit="1"/>
              </p:cNvSpPr>
              <p:nvPr/>
            </p:nvSpPr>
            <p:spPr>
              <a:xfrm>
                <a:off x="3370774" y="792838"/>
                <a:ext cx="5450452" cy="686213"/>
              </a:xfrm>
              <a:prstGeom prst="rect">
                <a:avLst/>
              </a:prstGeom>
              <a:blipFill>
                <a:blip r:embed="rId11"/>
                <a:stretch>
                  <a:fillRect b="-7965"/>
                </a:stretch>
              </a:blipFill>
            </p:spPr>
            <p:txBody>
              <a:bodyPr/>
              <a:lstStyle/>
              <a:p>
                <a:r>
                  <a:rPr lang="en-US">
                    <a:noFill/>
                  </a:rPr>
                  <a:t> </a:t>
                </a:r>
              </a:p>
            </p:txBody>
          </p:sp>
        </mc:Fallback>
      </mc:AlternateContent>
    </p:spTree>
    <p:extLst>
      <p:ext uri="{BB962C8B-B14F-4D97-AF65-F5344CB8AC3E}">
        <p14:creationId xmlns:p14="http://schemas.microsoft.com/office/powerpoint/2010/main" val="4019079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0" grpId="0"/>
      <p:bldP spid="14" grpId="0"/>
      <p:bldP spid="16"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B164E-B1CA-C5D6-5BCF-C5298DBBAE4D}"/>
            </a:ext>
          </a:extLst>
        </p:cNvPr>
        <p:cNvGrpSpPr/>
        <p:nvPr/>
      </p:nvGrpSpPr>
      <p:grpSpPr>
        <a:xfrm>
          <a:off x="0" y="0"/>
          <a:ext cx="0" cy="0"/>
          <a:chOff x="0" y="0"/>
          <a:chExt cx="0" cy="0"/>
        </a:xfrm>
      </p:grpSpPr>
      <p:pic>
        <p:nvPicPr>
          <p:cNvPr id="31" name="Picture 30">
            <a:extLst>
              <a:ext uri="{FF2B5EF4-FFF2-40B4-BE49-F238E27FC236}">
                <a16:creationId xmlns:a16="http://schemas.microsoft.com/office/drawing/2014/main" id="{8F8E09A7-D79F-1EAD-04AA-333738EBDD0C}"/>
              </a:ext>
            </a:extLst>
          </p:cNvPr>
          <p:cNvPicPr>
            <a:picLocks noChangeAspect="1"/>
          </p:cNvPicPr>
          <p:nvPr/>
        </p:nvPicPr>
        <p:blipFill>
          <a:blip r:embed="rId3"/>
          <a:stretch>
            <a:fillRect/>
          </a:stretch>
        </p:blipFill>
        <p:spPr>
          <a:xfrm>
            <a:off x="6209709" y="1590473"/>
            <a:ext cx="5456924" cy="4092692"/>
          </a:xfrm>
          <a:prstGeom prst="rect">
            <a:avLst/>
          </a:prstGeom>
        </p:spPr>
      </p:pic>
      <p:sp>
        <p:nvSpPr>
          <p:cNvPr id="2" name="Rectangle 1">
            <a:extLst>
              <a:ext uri="{FF2B5EF4-FFF2-40B4-BE49-F238E27FC236}">
                <a16:creationId xmlns:a16="http://schemas.microsoft.com/office/drawing/2014/main" id="{D57C47BB-D5D4-5855-3CE3-13415477498D}"/>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B2D1515-8D55-092C-5685-E335CA4BDB97}"/>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3">
            <a:extLst>
              <a:ext uri="{FF2B5EF4-FFF2-40B4-BE49-F238E27FC236}">
                <a16:creationId xmlns:a16="http://schemas.microsoft.com/office/drawing/2014/main" id="{67FEE5FB-EA18-FD52-7F58-D533478B4E98}"/>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16</a:t>
            </a:fld>
            <a:endParaRPr lang="en-US" sz="1600" dirty="0">
              <a:solidFill>
                <a:schemeClr val="tx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FE943223-EEE6-A9C9-2898-3780DCDA380F}"/>
              </a:ext>
            </a:extLst>
          </p:cNvPr>
          <p:cNvPicPr>
            <a:picLocks noChangeAspect="1"/>
          </p:cNvPicPr>
          <p:nvPr/>
        </p:nvPicPr>
        <p:blipFill>
          <a:blip r:embed="rId4"/>
          <a:stretch>
            <a:fillRect/>
          </a:stretch>
        </p:blipFill>
        <p:spPr>
          <a:xfrm>
            <a:off x="357452" y="1590473"/>
            <a:ext cx="5456924" cy="4092692"/>
          </a:xfrm>
          <a:prstGeom prst="rect">
            <a:avLst/>
          </a:prstGeom>
        </p:spPr>
      </p:pic>
      <p:sp>
        <p:nvSpPr>
          <p:cNvPr id="8" name="TextBox 7">
            <a:extLst>
              <a:ext uri="{FF2B5EF4-FFF2-40B4-BE49-F238E27FC236}">
                <a16:creationId xmlns:a16="http://schemas.microsoft.com/office/drawing/2014/main" id="{5B442253-DBC9-760E-528D-3CD6B33B6DE8}"/>
              </a:ext>
            </a:extLst>
          </p:cNvPr>
          <p:cNvSpPr txBox="1"/>
          <p:nvPr/>
        </p:nvSpPr>
        <p:spPr>
          <a:xfrm>
            <a:off x="1602462" y="2259408"/>
            <a:ext cx="1483452" cy="830997"/>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Specie 1: +1</a:t>
            </a:r>
          </a:p>
          <a:p>
            <a:r>
              <a:rPr lang="en-US" sz="1600" dirty="0">
                <a:solidFill>
                  <a:srgbClr val="0000FF"/>
                </a:solidFill>
                <a:latin typeface="Arial" panose="020B0604020202020204" pitchFamily="34" charset="0"/>
                <a:cs typeface="Arial" panose="020B0604020202020204" pitchFamily="34" charset="0"/>
              </a:rPr>
              <a:t>Specie 2: +2</a:t>
            </a:r>
          </a:p>
          <a:p>
            <a:r>
              <a:rPr lang="en-US" sz="1600" dirty="0">
                <a:solidFill>
                  <a:srgbClr val="FF0000"/>
                </a:solidFill>
                <a:latin typeface="Arial" panose="020B0604020202020204" pitchFamily="34" charset="0"/>
                <a:cs typeface="Arial" panose="020B0604020202020204" pitchFamily="34" charset="0"/>
              </a:rPr>
              <a:t>Specie 3: -1</a:t>
            </a:r>
          </a:p>
        </p:txBody>
      </p:sp>
      <p:sp>
        <p:nvSpPr>
          <p:cNvPr id="10" name="TextBox 9">
            <a:extLst>
              <a:ext uri="{FF2B5EF4-FFF2-40B4-BE49-F238E27FC236}">
                <a16:creationId xmlns:a16="http://schemas.microsoft.com/office/drawing/2014/main" id="{7146BCDF-CB77-8099-5022-3178678B369E}"/>
              </a:ext>
            </a:extLst>
          </p:cNvPr>
          <p:cNvSpPr txBox="1"/>
          <p:nvPr/>
        </p:nvSpPr>
        <p:spPr>
          <a:xfrm>
            <a:off x="691950" y="1343476"/>
            <a:ext cx="3923250"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Representative of a NaCl/CaCl</a:t>
            </a:r>
            <a:r>
              <a:rPr lang="en-US" sz="1600" baseline="-25000" dirty="0">
                <a:latin typeface="Arial" panose="020B0604020202020204" pitchFamily="34" charset="0"/>
                <a:cs typeface="Arial" panose="020B0604020202020204" pitchFamily="34" charset="0"/>
              </a:rPr>
              <a:t>2</a:t>
            </a:r>
            <a:r>
              <a:rPr lang="en-US" sz="1600" dirty="0">
                <a:latin typeface="Arial" panose="020B0604020202020204" pitchFamily="34" charset="0"/>
                <a:cs typeface="Arial" panose="020B0604020202020204" pitchFamily="34" charset="0"/>
              </a:rPr>
              <a:t> System</a:t>
            </a:r>
            <a:endParaRPr lang="en-US" sz="1600" dirty="0">
              <a:solidFill>
                <a:srgbClr val="FF0000"/>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4FF90F55-7839-9AB3-6BC5-939DDF0F3149}"/>
              </a:ext>
            </a:extLst>
          </p:cNvPr>
          <p:cNvSpPr txBox="1"/>
          <p:nvPr/>
        </p:nvSpPr>
        <p:spPr>
          <a:xfrm>
            <a:off x="6690538" y="1343476"/>
            <a:ext cx="3923250"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Representative of a NaCl/LaCl</a:t>
            </a:r>
            <a:r>
              <a:rPr lang="en-US" sz="1600" baseline="-25000" dirty="0">
                <a:latin typeface="Arial" panose="020B0604020202020204" pitchFamily="34" charset="0"/>
                <a:cs typeface="Arial" panose="020B0604020202020204" pitchFamily="34" charset="0"/>
              </a:rPr>
              <a:t>3</a:t>
            </a:r>
            <a:r>
              <a:rPr lang="en-US" sz="1600" dirty="0">
                <a:latin typeface="Arial" panose="020B0604020202020204" pitchFamily="34" charset="0"/>
                <a:cs typeface="Arial" panose="020B0604020202020204" pitchFamily="34" charset="0"/>
              </a:rPr>
              <a:t> System</a:t>
            </a:r>
            <a:endParaRPr lang="en-US" sz="1600" dirty="0">
              <a:solidFill>
                <a:srgbClr val="FF0000"/>
              </a:solidFill>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39B35465-D8D3-FC9B-65AF-08D240243DA3}"/>
              </a:ext>
            </a:extLst>
          </p:cNvPr>
          <p:cNvSpPr txBox="1"/>
          <p:nvPr/>
        </p:nvSpPr>
        <p:spPr>
          <a:xfrm>
            <a:off x="7366969" y="2254774"/>
            <a:ext cx="1483452" cy="830997"/>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Specie 1: +1</a:t>
            </a:r>
          </a:p>
          <a:p>
            <a:r>
              <a:rPr lang="en-US" sz="1600" dirty="0">
                <a:solidFill>
                  <a:srgbClr val="0000FF"/>
                </a:solidFill>
                <a:latin typeface="Arial" panose="020B0604020202020204" pitchFamily="34" charset="0"/>
                <a:cs typeface="Arial" panose="020B0604020202020204" pitchFamily="34" charset="0"/>
              </a:rPr>
              <a:t>Specie 2: +3</a:t>
            </a:r>
          </a:p>
          <a:p>
            <a:r>
              <a:rPr lang="en-US" sz="1600" dirty="0">
                <a:solidFill>
                  <a:srgbClr val="FF0000"/>
                </a:solidFill>
                <a:latin typeface="Arial" panose="020B0604020202020204" pitchFamily="34" charset="0"/>
                <a:cs typeface="Arial" panose="020B0604020202020204" pitchFamily="34" charset="0"/>
              </a:rPr>
              <a:t>Specie 3: -1</a:t>
            </a:r>
          </a:p>
        </p:txBody>
      </p:sp>
      <p:sp>
        <p:nvSpPr>
          <p:cNvPr id="33" name="TextBox 32">
            <a:extLst>
              <a:ext uri="{FF2B5EF4-FFF2-40B4-BE49-F238E27FC236}">
                <a16:creationId xmlns:a16="http://schemas.microsoft.com/office/drawing/2014/main" id="{1F7B460F-B364-5919-733C-8509A25F737D}"/>
              </a:ext>
            </a:extLst>
          </p:cNvPr>
          <p:cNvSpPr txBox="1"/>
          <p:nvPr/>
        </p:nvSpPr>
        <p:spPr>
          <a:xfrm>
            <a:off x="-9636" y="200775"/>
            <a:ext cx="12192000"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The Counter Ion with the Higher Valence has a Larger Partition Coefficient</a:t>
            </a:r>
          </a:p>
        </p:txBody>
      </p:sp>
      <p:sp>
        <p:nvSpPr>
          <p:cNvPr id="34" name="TextBox 33">
            <a:extLst>
              <a:ext uri="{FF2B5EF4-FFF2-40B4-BE49-F238E27FC236}">
                <a16:creationId xmlns:a16="http://schemas.microsoft.com/office/drawing/2014/main" id="{7A22BABD-2769-3B6F-991E-FFBF13822A14}"/>
              </a:ext>
            </a:extLst>
          </p:cNvPr>
          <p:cNvSpPr txBox="1"/>
          <p:nvPr/>
        </p:nvSpPr>
        <p:spPr>
          <a:xfrm>
            <a:off x="0" y="5858107"/>
            <a:ext cx="12192000" cy="523220"/>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We could conduct isotherms (i.e., measure the partitioning of 3 specie systems) to show that Donnan, is not the only governing phenomena.</a:t>
            </a:r>
          </a:p>
          <a:p>
            <a:r>
              <a:rPr lang="en-US" sz="1400" dirty="0">
                <a:latin typeface="Arial" panose="020B0604020202020204" pitchFamily="34" charset="0"/>
                <a:cs typeface="Arial" panose="020B0604020202020204" pitchFamily="34" charset="0"/>
              </a:rPr>
              <a:t>Can we incorporate steric hinderance to come closer to the “true” partitioning values for the ions? </a:t>
            </a:r>
            <a:endParaRPr lang="en-US" sz="14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7362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B164E-B1CA-C5D6-5BCF-C5298DBBAE4D}"/>
            </a:ext>
          </a:extLst>
        </p:cNvPr>
        <p:cNvGrpSpPr/>
        <p:nvPr/>
      </p:nvGrpSpPr>
      <p:grpSpPr>
        <a:xfrm>
          <a:off x="0" y="0"/>
          <a:ext cx="0" cy="0"/>
          <a:chOff x="0" y="0"/>
          <a:chExt cx="0" cy="0"/>
        </a:xfrm>
      </p:grpSpPr>
      <p:pic>
        <p:nvPicPr>
          <p:cNvPr id="31" name="Picture 30">
            <a:extLst>
              <a:ext uri="{FF2B5EF4-FFF2-40B4-BE49-F238E27FC236}">
                <a16:creationId xmlns:a16="http://schemas.microsoft.com/office/drawing/2014/main" id="{8F8E09A7-D79F-1EAD-04AA-333738EBDD0C}"/>
              </a:ext>
            </a:extLst>
          </p:cNvPr>
          <p:cNvPicPr>
            <a:picLocks noChangeAspect="1"/>
          </p:cNvPicPr>
          <p:nvPr/>
        </p:nvPicPr>
        <p:blipFill>
          <a:blip r:embed="rId3"/>
          <a:stretch>
            <a:fillRect/>
          </a:stretch>
        </p:blipFill>
        <p:spPr>
          <a:xfrm>
            <a:off x="661243" y="3382789"/>
            <a:ext cx="3684515" cy="2763386"/>
          </a:xfrm>
          <a:prstGeom prst="rect">
            <a:avLst/>
          </a:prstGeom>
        </p:spPr>
      </p:pic>
      <p:sp>
        <p:nvSpPr>
          <p:cNvPr id="2" name="Rectangle 1">
            <a:extLst>
              <a:ext uri="{FF2B5EF4-FFF2-40B4-BE49-F238E27FC236}">
                <a16:creationId xmlns:a16="http://schemas.microsoft.com/office/drawing/2014/main" id="{D57C47BB-D5D4-5855-3CE3-13415477498D}"/>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B2D1515-8D55-092C-5685-E335CA4BDB97}"/>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3">
            <a:extLst>
              <a:ext uri="{FF2B5EF4-FFF2-40B4-BE49-F238E27FC236}">
                <a16:creationId xmlns:a16="http://schemas.microsoft.com/office/drawing/2014/main" id="{67FEE5FB-EA18-FD52-7F58-D533478B4E98}"/>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17</a:t>
            </a:fld>
            <a:endParaRPr lang="en-US" sz="1600" dirty="0">
              <a:solidFill>
                <a:schemeClr val="tx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FE943223-EEE6-A9C9-2898-3780DCDA380F}"/>
              </a:ext>
            </a:extLst>
          </p:cNvPr>
          <p:cNvPicPr>
            <a:picLocks noChangeAspect="1"/>
          </p:cNvPicPr>
          <p:nvPr/>
        </p:nvPicPr>
        <p:blipFill>
          <a:blip r:embed="rId4"/>
          <a:stretch>
            <a:fillRect/>
          </a:stretch>
        </p:blipFill>
        <p:spPr>
          <a:xfrm>
            <a:off x="661243" y="280845"/>
            <a:ext cx="3684515" cy="2763386"/>
          </a:xfrm>
          <a:prstGeom prst="rect">
            <a:avLst/>
          </a:prstGeom>
        </p:spPr>
      </p:pic>
      <p:sp>
        <p:nvSpPr>
          <p:cNvPr id="8" name="TextBox 7">
            <a:extLst>
              <a:ext uri="{FF2B5EF4-FFF2-40B4-BE49-F238E27FC236}">
                <a16:creationId xmlns:a16="http://schemas.microsoft.com/office/drawing/2014/main" id="{5B442253-DBC9-760E-528D-3CD6B33B6DE8}"/>
              </a:ext>
            </a:extLst>
          </p:cNvPr>
          <p:cNvSpPr txBox="1"/>
          <p:nvPr/>
        </p:nvSpPr>
        <p:spPr>
          <a:xfrm>
            <a:off x="1469473" y="1052104"/>
            <a:ext cx="1483452"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Specie 1: +1</a:t>
            </a:r>
          </a:p>
          <a:p>
            <a:r>
              <a:rPr lang="en-US" sz="1400" dirty="0">
                <a:solidFill>
                  <a:srgbClr val="0000FF"/>
                </a:solidFill>
                <a:latin typeface="Arial" panose="020B0604020202020204" pitchFamily="34" charset="0"/>
                <a:cs typeface="Arial" panose="020B0604020202020204" pitchFamily="34" charset="0"/>
              </a:rPr>
              <a:t>Specie 2: +2</a:t>
            </a:r>
          </a:p>
          <a:p>
            <a:r>
              <a:rPr lang="en-US" sz="1400" dirty="0">
                <a:solidFill>
                  <a:srgbClr val="FF0000"/>
                </a:solidFill>
                <a:latin typeface="Arial" panose="020B0604020202020204" pitchFamily="34" charset="0"/>
                <a:cs typeface="Arial" panose="020B0604020202020204" pitchFamily="34" charset="0"/>
              </a:rPr>
              <a:t>Specie 3: -1</a:t>
            </a:r>
          </a:p>
        </p:txBody>
      </p:sp>
      <p:sp>
        <p:nvSpPr>
          <p:cNvPr id="10" name="TextBox 9">
            <a:extLst>
              <a:ext uri="{FF2B5EF4-FFF2-40B4-BE49-F238E27FC236}">
                <a16:creationId xmlns:a16="http://schemas.microsoft.com/office/drawing/2014/main" id="{7146BCDF-CB77-8099-5022-3178678B369E}"/>
              </a:ext>
            </a:extLst>
          </p:cNvPr>
          <p:cNvSpPr txBox="1"/>
          <p:nvPr/>
        </p:nvSpPr>
        <p:spPr>
          <a:xfrm>
            <a:off x="61257" y="77267"/>
            <a:ext cx="3923250"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Representative of a NaCl/CaCl</a:t>
            </a:r>
            <a:r>
              <a:rPr lang="en-US" sz="1600" baseline="-25000" dirty="0">
                <a:latin typeface="Arial" panose="020B0604020202020204" pitchFamily="34" charset="0"/>
                <a:cs typeface="Arial" panose="020B0604020202020204" pitchFamily="34" charset="0"/>
              </a:rPr>
              <a:t>2</a:t>
            </a:r>
            <a:r>
              <a:rPr lang="en-US" sz="1600" dirty="0">
                <a:latin typeface="Arial" panose="020B0604020202020204" pitchFamily="34" charset="0"/>
                <a:cs typeface="Arial" panose="020B0604020202020204" pitchFamily="34" charset="0"/>
              </a:rPr>
              <a:t> System</a:t>
            </a:r>
            <a:endParaRPr lang="en-US" sz="1600" dirty="0">
              <a:solidFill>
                <a:srgbClr val="FF0000"/>
              </a:solidFill>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2273CD43-B150-2791-D711-8AEF07145603}"/>
              </a:ext>
            </a:extLst>
          </p:cNvPr>
          <p:cNvPicPr>
            <a:picLocks noChangeAspect="1"/>
          </p:cNvPicPr>
          <p:nvPr/>
        </p:nvPicPr>
        <p:blipFill>
          <a:blip r:embed="rId5"/>
          <a:stretch>
            <a:fillRect/>
          </a:stretch>
        </p:blipFill>
        <p:spPr>
          <a:xfrm>
            <a:off x="4211796" y="244219"/>
            <a:ext cx="3768405" cy="2826304"/>
          </a:xfrm>
          <a:prstGeom prst="rect">
            <a:avLst/>
          </a:prstGeom>
        </p:spPr>
      </p:pic>
      <p:pic>
        <p:nvPicPr>
          <p:cNvPr id="16" name="Picture 15">
            <a:extLst>
              <a:ext uri="{FF2B5EF4-FFF2-40B4-BE49-F238E27FC236}">
                <a16:creationId xmlns:a16="http://schemas.microsoft.com/office/drawing/2014/main" id="{99C49295-7CEF-AE16-74DC-17B1D907754A}"/>
              </a:ext>
            </a:extLst>
          </p:cNvPr>
          <p:cNvPicPr>
            <a:picLocks noChangeAspect="1"/>
          </p:cNvPicPr>
          <p:nvPr/>
        </p:nvPicPr>
        <p:blipFill>
          <a:blip r:embed="rId6"/>
          <a:stretch>
            <a:fillRect/>
          </a:stretch>
        </p:blipFill>
        <p:spPr>
          <a:xfrm>
            <a:off x="7680468" y="214468"/>
            <a:ext cx="3768405" cy="2826304"/>
          </a:xfrm>
          <a:prstGeom prst="rect">
            <a:avLst/>
          </a:prstGeom>
        </p:spPr>
      </p:pic>
      <p:sp>
        <p:nvSpPr>
          <p:cNvPr id="18" name="TextBox 17">
            <a:extLst>
              <a:ext uri="{FF2B5EF4-FFF2-40B4-BE49-F238E27FC236}">
                <a16:creationId xmlns:a16="http://schemas.microsoft.com/office/drawing/2014/main" id="{4FF90F55-7839-9AB3-6BC5-939DDF0F3149}"/>
              </a:ext>
            </a:extLst>
          </p:cNvPr>
          <p:cNvSpPr txBox="1"/>
          <p:nvPr/>
        </p:nvSpPr>
        <p:spPr>
          <a:xfrm>
            <a:off x="61257" y="3220641"/>
            <a:ext cx="3923250"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Representative of a NaCl/LaCl</a:t>
            </a:r>
            <a:r>
              <a:rPr lang="en-US" sz="1600" baseline="-25000" dirty="0">
                <a:latin typeface="Arial" panose="020B0604020202020204" pitchFamily="34" charset="0"/>
                <a:cs typeface="Arial" panose="020B0604020202020204" pitchFamily="34" charset="0"/>
              </a:rPr>
              <a:t>3</a:t>
            </a:r>
            <a:r>
              <a:rPr lang="en-US" sz="1600" dirty="0">
                <a:latin typeface="Arial" panose="020B0604020202020204" pitchFamily="34" charset="0"/>
                <a:cs typeface="Arial" panose="020B0604020202020204" pitchFamily="34" charset="0"/>
              </a:rPr>
              <a:t> System</a:t>
            </a:r>
            <a:endParaRPr lang="en-US" sz="1600" dirty="0">
              <a:solidFill>
                <a:srgbClr val="FF0000"/>
              </a:solidFill>
              <a:latin typeface="Arial" panose="020B0604020202020204" pitchFamily="34" charset="0"/>
              <a:cs typeface="Arial" panose="020B0604020202020204" pitchFamily="34" charset="0"/>
            </a:endParaRPr>
          </a:p>
        </p:txBody>
      </p:sp>
      <p:pic>
        <p:nvPicPr>
          <p:cNvPr id="27" name="Picture 26">
            <a:extLst>
              <a:ext uri="{FF2B5EF4-FFF2-40B4-BE49-F238E27FC236}">
                <a16:creationId xmlns:a16="http://schemas.microsoft.com/office/drawing/2014/main" id="{8F9E633B-40D3-4A0F-FFD4-A146E5DCC677}"/>
              </a:ext>
            </a:extLst>
          </p:cNvPr>
          <p:cNvPicPr>
            <a:picLocks noChangeAspect="1"/>
          </p:cNvPicPr>
          <p:nvPr/>
        </p:nvPicPr>
        <p:blipFill>
          <a:blip r:embed="rId7"/>
          <a:stretch>
            <a:fillRect/>
          </a:stretch>
        </p:blipFill>
        <p:spPr>
          <a:xfrm>
            <a:off x="4211795" y="3399328"/>
            <a:ext cx="3768405" cy="2826304"/>
          </a:xfrm>
          <a:prstGeom prst="rect">
            <a:avLst/>
          </a:prstGeom>
        </p:spPr>
      </p:pic>
      <p:pic>
        <p:nvPicPr>
          <p:cNvPr id="29" name="Picture 28">
            <a:extLst>
              <a:ext uri="{FF2B5EF4-FFF2-40B4-BE49-F238E27FC236}">
                <a16:creationId xmlns:a16="http://schemas.microsoft.com/office/drawing/2014/main" id="{C54DB924-80AA-1B9D-2DC3-3E8FA0BECB13}"/>
              </a:ext>
            </a:extLst>
          </p:cNvPr>
          <p:cNvPicPr>
            <a:picLocks noChangeAspect="1"/>
          </p:cNvPicPr>
          <p:nvPr/>
        </p:nvPicPr>
        <p:blipFill>
          <a:blip r:embed="rId8"/>
          <a:stretch>
            <a:fillRect/>
          </a:stretch>
        </p:blipFill>
        <p:spPr>
          <a:xfrm>
            <a:off x="7764357" y="3403994"/>
            <a:ext cx="3768405" cy="2826304"/>
          </a:xfrm>
          <a:prstGeom prst="rect">
            <a:avLst/>
          </a:prstGeom>
        </p:spPr>
      </p:pic>
      <p:sp>
        <p:nvSpPr>
          <p:cNvPr id="32" name="TextBox 31">
            <a:extLst>
              <a:ext uri="{FF2B5EF4-FFF2-40B4-BE49-F238E27FC236}">
                <a16:creationId xmlns:a16="http://schemas.microsoft.com/office/drawing/2014/main" id="{39B35465-D8D3-FC9B-65AF-08D240243DA3}"/>
              </a:ext>
            </a:extLst>
          </p:cNvPr>
          <p:cNvSpPr txBox="1"/>
          <p:nvPr/>
        </p:nvSpPr>
        <p:spPr>
          <a:xfrm>
            <a:off x="1449462" y="3853177"/>
            <a:ext cx="1483452"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Specie 1: +1</a:t>
            </a:r>
          </a:p>
          <a:p>
            <a:r>
              <a:rPr lang="en-US" sz="1400" dirty="0">
                <a:solidFill>
                  <a:srgbClr val="0000FF"/>
                </a:solidFill>
                <a:latin typeface="Arial" panose="020B0604020202020204" pitchFamily="34" charset="0"/>
                <a:cs typeface="Arial" panose="020B0604020202020204" pitchFamily="34" charset="0"/>
              </a:rPr>
              <a:t>Specie 2: +3</a:t>
            </a:r>
          </a:p>
          <a:p>
            <a:r>
              <a:rPr lang="en-US" sz="1400" dirty="0">
                <a:solidFill>
                  <a:srgbClr val="FF0000"/>
                </a:solidFill>
                <a:latin typeface="Arial" panose="020B0604020202020204" pitchFamily="34" charset="0"/>
                <a:cs typeface="Arial" panose="020B0604020202020204" pitchFamily="34" charset="0"/>
              </a:rPr>
              <a:t>Specie 3: -1</a:t>
            </a:r>
          </a:p>
        </p:txBody>
      </p:sp>
      <p:cxnSp>
        <p:nvCxnSpPr>
          <p:cNvPr id="6" name="Straight Connector 5">
            <a:extLst>
              <a:ext uri="{FF2B5EF4-FFF2-40B4-BE49-F238E27FC236}">
                <a16:creationId xmlns:a16="http://schemas.microsoft.com/office/drawing/2014/main" id="{6085CD99-733B-E46C-6DA9-1C4BDCAED6EF}"/>
              </a:ext>
            </a:extLst>
          </p:cNvPr>
          <p:cNvCxnSpPr/>
          <p:nvPr/>
        </p:nvCxnSpPr>
        <p:spPr>
          <a:xfrm flipV="1">
            <a:off x="8894618" y="3624349"/>
            <a:ext cx="0" cy="2277687"/>
          </a:xfrm>
          <a:prstGeom prst="line">
            <a:avLst/>
          </a:prstGeom>
          <a:ln w="19050"/>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D8EF5207-026B-CA22-C23F-EF5AC7DC5E3F}"/>
              </a:ext>
            </a:extLst>
          </p:cNvPr>
          <p:cNvCxnSpPr>
            <a:cxnSpLocks/>
          </p:cNvCxnSpPr>
          <p:nvPr/>
        </p:nvCxnSpPr>
        <p:spPr>
          <a:xfrm flipV="1">
            <a:off x="9048867" y="427395"/>
            <a:ext cx="0" cy="230423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9946BEFB-B6A4-CA4B-16B6-6653C3A0FD0C}"/>
              </a:ext>
            </a:extLst>
          </p:cNvPr>
          <p:cNvCxnSpPr>
            <a:cxnSpLocks/>
          </p:cNvCxnSpPr>
          <p:nvPr/>
        </p:nvCxnSpPr>
        <p:spPr>
          <a:xfrm>
            <a:off x="8563204" y="5150151"/>
            <a:ext cx="2305424"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6F0CE604-919D-583A-9F20-EF84AC799C75}"/>
              </a:ext>
            </a:extLst>
          </p:cNvPr>
          <p:cNvCxnSpPr>
            <a:cxnSpLocks/>
          </p:cNvCxnSpPr>
          <p:nvPr/>
        </p:nvCxnSpPr>
        <p:spPr>
          <a:xfrm>
            <a:off x="8484600" y="2067100"/>
            <a:ext cx="2294324" cy="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50845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B164E-B1CA-C5D6-5BCF-C5298DBBAE4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7C47BB-D5D4-5855-3CE3-13415477498D}"/>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B2D1515-8D55-092C-5685-E335CA4BDB97}"/>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3">
            <a:extLst>
              <a:ext uri="{FF2B5EF4-FFF2-40B4-BE49-F238E27FC236}">
                <a16:creationId xmlns:a16="http://schemas.microsoft.com/office/drawing/2014/main" id="{67FEE5FB-EA18-FD52-7F58-D533478B4E98}"/>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18</a:t>
            </a:fld>
            <a:endParaRPr lang="en-US" sz="1600" dirty="0">
              <a:solidFill>
                <a:schemeClr val="tx1"/>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4FF90F55-7839-9AB3-6BC5-939DDF0F3149}"/>
              </a:ext>
            </a:extLst>
          </p:cNvPr>
          <p:cNvSpPr txBox="1"/>
          <p:nvPr/>
        </p:nvSpPr>
        <p:spPr>
          <a:xfrm>
            <a:off x="417221" y="1161802"/>
            <a:ext cx="6749123"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Unpublished data from Jun Wang (</a:t>
            </a:r>
            <a:r>
              <a:rPr lang="en-US" dirty="0" err="1">
                <a:latin typeface="Arial" panose="020B0604020202020204" pitchFamily="34" charset="0"/>
                <a:cs typeface="Arial" panose="020B0604020202020204" pitchFamily="34" charset="0"/>
              </a:rPr>
              <a:t>Bruening</a:t>
            </a:r>
            <a:r>
              <a:rPr lang="en-US" dirty="0">
                <a:latin typeface="Arial" panose="020B0604020202020204" pitchFamily="34" charset="0"/>
                <a:cs typeface="Arial" panose="020B0604020202020204" pitchFamily="34" charset="0"/>
              </a:rPr>
              <a:t> Lab)</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Cross validate data with ours. </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Use her model to determine the fit with our data.</a:t>
            </a:r>
          </a:p>
        </p:txBody>
      </p:sp>
      <p:sp>
        <p:nvSpPr>
          <p:cNvPr id="3" name="TextBox 2">
            <a:extLst>
              <a:ext uri="{FF2B5EF4-FFF2-40B4-BE49-F238E27FC236}">
                <a16:creationId xmlns:a16="http://schemas.microsoft.com/office/drawing/2014/main" id="{925AF4F3-5210-42C8-8ED6-2028AB636AEF}"/>
              </a:ext>
            </a:extLst>
          </p:cNvPr>
          <p:cNvSpPr txBox="1"/>
          <p:nvPr/>
        </p:nvSpPr>
        <p:spPr>
          <a:xfrm>
            <a:off x="-9636" y="200775"/>
            <a:ext cx="12192000" cy="830997"/>
          </a:xfrm>
          <a:prstGeom prst="rect">
            <a:avLst/>
          </a:prstGeom>
          <a:noFill/>
        </p:spPr>
        <p:txBody>
          <a:bodyPr wrap="square">
            <a:spAutoFit/>
          </a:bodyPr>
          <a:lstStyle/>
          <a:p>
            <a:pPr algn="ctr"/>
            <a:r>
              <a:rPr lang="en-US" sz="2400" dirty="0">
                <a:latin typeface="Arial" panose="020B0604020202020204" pitchFamily="34" charset="0"/>
                <a:cs typeface="Arial" panose="020B0604020202020204" pitchFamily="34" charset="0"/>
              </a:rPr>
              <a:t>The Solution-Diffusion-Electromigration Model may Accounts for some of the Observed Rejections.  </a:t>
            </a:r>
            <a:endParaRPr lang="en-US" sz="2400" b="0" i="0" dirty="0">
              <a:effectLst/>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E35F2C61-4EF9-8FF3-6434-18919E542377}"/>
              </a:ext>
            </a:extLst>
          </p:cNvPr>
          <p:cNvPicPr>
            <a:picLocks noChangeAspect="1"/>
          </p:cNvPicPr>
          <p:nvPr/>
        </p:nvPicPr>
        <p:blipFill>
          <a:blip r:embed="rId3"/>
          <a:stretch>
            <a:fillRect/>
          </a:stretch>
        </p:blipFill>
        <p:spPr>
          <a:xfrm>
            <a:off x="232144" y="2446874"/>
            <a:ext cx="2731273" cy="3393101"/>
          </a:xfrm>
          <a:prstGeom prst="rect">
            <a:avLst/>
          </a:prstGeom>
        </p:spPr>
      </p:pic>
      <p:pic>
        <p:nvPicPr>
          <p:cNvPr id="19" name="Picture 18">
            <a:extLst>
              <a:ext uri="{FF2B5EF4-FFF2-40B4-BE49-F238E27FC236}">
                <a16:creationId xmlns:a16="http://schemas.microsoft.com/office/drawing/2014/main" id="{D6B16DBA-C9BC-DE07-335D-3E998583FA13}"/>
              </a:ext>
            </a:extLst>
          </p:cNvPr>
          <p:cNvPicPr>
            <a:picLocks noChangeAspect="1"/>
          </p:cNvPicPr>
          <p:nvPr/>
        </p:nvPicPr>
        <p:blipFill>
          <a:blip r:embed="rId4"/>
          <a:stretch>
            <a:fillRect/>
          </a:stretch>
        </p:blipFill>
        <p:spPr>
          <a:xfrm>
            <a:off x="3197335" y="2568597"/>
            <a:ext cx="3548244" cy="3149654"/>
          </a:xfrm>
          <a:prstGeom prst="rect">
            <a:avLst/>
          </a:prstGeom>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688F54F-983A-BA2F-1B17-63F295061BB5}"/>
                  </a:ext>
                </a:extLst>
              </p:cNvPr>
              <p:cNvSpPr txBox="1"/>
              <p:nvPr/>
            </p:nvSpPr>
            <p:spPr>
              <a:xfrm>
                <a:off x="7400259" y="1142361"/>
                <a:ext cx="4293529"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m:rPr>
                              <m:sty m:val="p"/>
                            </m:rPr>
                            <a:rPr lang="en-US" b="0" i="0" smtClean="0">
                              <a:solidFill>
                                <a:schemeClr val="tx1"/>
                              </a:solidFill>
                              <a:latin typeface="Cambria Math" panose="02040503050406030204" pitchFamily="18" charset="0"/>
                            </a:rPr>
                            <m:t>J</m:t>
                          </m:r>
                        </m:e>
                        <m:sub>
                          <m:r>
                            <m:rPr>
                              <m:sty m:val="p"/>
                            </m:rPr>
                            <a:rPr lang="en-US" b="0" i="0" smtClean="0">
                              <a:solidFill>
                                <a:schemeClr val="tx1"/>
                              </a:solidFill>
                              <a:latin typeface="Cambria Math" panose="02040503050406030204" pitchFamily="18" charset="0"/>
                            </a:rPr>
                            <m:t>i</m:t>
                          </m:r>
                        </m:sub>
                      </m:sSub>
                      <m:r>
                        <a:rPr lang="en-US" b="0" i="0"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m:rPr>
                              <m:sty m:val="p"/>
                            </m:rPr>
                            <a:rPr lang="en-US" b="0" i="0" smtClean="0">
                              <a:solidFill>
                                <a:schemeClr val="tx1"/>
                              </a:solidFill>
                              <a:latin typeface="Cambria Math" panose="02040503050406030204" pitchFamily="18" charset="0"/>
                            </a:rPr>
                            <m:t>P</m:t>
                          </m:r>
                        </m:e>
                        <m:sub>
                          <m:r>
                            <m:rPr>
                              <m:sty m:val="p"/>
                            </m:rPr>
                            <a:rPr lang="en-US" b="0" i="0" smtClean="0">
                              <a:solidFill>
                                <a:schemeClr val="tx1"/>
                              </a:solidFill>
                              <a:latin typeface="Cambria Math" panose="02040503050406030204" pitchFamily="18" charset="0"/>
                            </a:rPr>
                            <m:t>i</m:t>
                          </m:r>
                        </m:sub>
                      </m:sSub>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m:rPr>
                                  <m:sty m:val="p"/>
                                </m:rPr>
                                <a:rPr lang="en-US" b="0" i="0" smtClean="0">
                                  <a:solidFill>
                                    <a:schemeClr val="tx1"/>
                                  </a:solidFill>
                                  <a:latin typeface="Cambria Math" panose="02040503050406030204" pitchFamily="18" charset="0"/>
                                </a:rPr>
                                <m:t>d</m:t>
                              </m:r>
                              <m:sSub>
                                <m:sSubPr>
                                  <m:ctrlPr>
                                    <a:rPr lang="en-US" b="0" i="1" smtClean="0">
                                      <a:solidFill>
                                        <a:schemeClr val="tx1"/>
                                      </a:solidFill>
                                      <a:latin typeface="Cambria Math" panose="02040503050406030204" pitchFamily="18" charset="0"/>
                                    </a:rPr>
                                  </m:ctrlPr>
                                </m:sSubPr>
                                <m:e>
                                  <m:acc>
                                    <m:accPr>
                                      <m:chr m:val="̅"/>
                                      <m:ctrlPr>
                                        <a:rPr lang="en-US" b="0" i="1" smtClean="0">
                                          <a:solidFill>
                                            <a:schemeClr val="tx1"/>
                                          </a:solidFill>
                                          <a:latin typeface="Cambria Math" panose="02040503050406030204" pitchFamily="18" charset="0"/>
                                        </a:rPr>
                                      </m:ctrlPr>
                                    </m:accPr>
                                    <m:e>
                                      <m:r>
                                        <m:rPr>
                                          <m:sty m:val="p"/>
                                        </m:rPr>
                                        <a:rPr lang="en-US" b="0" i="0" smtClean="0">
                                          <a:solidFill>
                                            <a:schemeClr val="tx1"/>
                                          </a:solidFill>
                                          <a:latin typeface="Cambria Math" panose="02040503050406030204" pitchFamily="18" charset="0"/>
                                        </a:rPr>
                                        <m:t>c</m:t>
                                      </m:r>
                                    </m:e>
                                  </m:acc>
                                </m:e>
                                <m:sub>
                                  <m:r>
                                    <m:rPr>
                                      <m:sty m:val="p"/>
                                    </m:rPr>
                                    <a:rPr lang="en-US" b="0" i="0" smtClean="0">
                                      <a:solidFill>
                                        <a:schemeClr val="tx1"/>
                                      </a:solidFill>
                                      <a:latin typeface="Cambria Math" panose="02040503050406030204" pitchFamily="18" charset="0"/>
                                    </a:rPr>
                                    <m:t>i</m:t>
                                  </m:r>
                                </m:sub>
                              </m:sSub>
                            </m:num>
                            <m:den>
                              <m:r>
                                <m:rPr>
                                  <m:sty m:val="p"/>
                                </m:rPr>
                                <a:rPr lang="en-US" b="0" i="0" smtClean="0">
                                  <a:solidFill>
                                    <a:schemeClr val="tx1"/>
                                  </a:solidFill>
                                  <a:latin typeface="Cambria Math" panose="02040503050406030204" pitchFamily="18" charset="0"/>
                                </a:rPr>
                                <m:t>dx</m:t>
                              </m:r>
                            </m:den>
                          </m:f>
                          <m:r>
                            <a:rPr lang="en-US" b="0" i="0"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acc>
                                <m:accPr>
                                  <m:chr m:val="̅"/>
                                  <m:ctrlPr>
                                    <a:rPr lang="en-US" b="0" i="1" smtClean="0">
                                      <a:solidFill>
                                        <a:schemeClr val="tx1"/>
                                      </a:solidFill>
                                      <a:latin typeface="Cambria Math" panose="02040503050406030204" pitchFamily="18" charset="0"/>
                                    </a:rPr>
                                  </m:ctrlPr>
                                </m:accPr>
                                <m:e>
                                  <m:r>
                                    <m:rPr>
                                      <m:sty m:val="p"/>
                                    </m:rPr>
                                    <a:rPr lang="en-US" b="0" i="0" smtClean="0">
                                      <a:solidFill>
                                        <a:schemeClr val="tx1"/>
                                      </a:solidFill>
                                      <a:latin typeface="Cambria Math" panose="02040503050406030204" pitchFamily="18" charset="0"/>
                                    </a:rPr>
                                    <m:t>c</m:t>
                                  </m:r>
                                </m:e>
                              </m:acc>
                            </m:e>
                            <m:sub>
                              <m:r>
                                <m:rPr>
                                  <m:sty m:val="p"/>
                                </m:rPr>
                                <a:rPr lang="en-US" b="0" i="0" smtClean="0">
                                  <a:solidFill>
                                    <a:schemeClr val="tx1"/>
                                  </a:solidFill>
                                  <a:latin typeface="Cambria Math" panose="02040503050406030204" pitchFamily="18" charset="0"/>
                                </a:rPr>
                                <m:t>i</m:t>
                              </m:r>
                            </m:sub>
                          </m:sSub>
                          <m:f>
                            <m:fPr>
                              <m:ctrlPr>
                                <a:rPr lang="en-US" b="0" i="1" smtClean="0">
                                  <a:solidFill>
                                    <a:schemeClr val="tx1"/>
                                  </a:solidFill>
                                  <a:latin typeface="Cambria Math" panose="02040503050406030204" pitchFamily="18" charset="0"/>
                                </a:rPr>
                              </m:ctrlPr>
                            </m:fPr>
                            <m:num>
                              <m:sSub>
                                <m:sSubPr>
                                  <m:ctrlPr>
                                    <a:rPr lang="en-US" b="0" i="1" smtClean="0">
                                      <a:solidFill>
                                        <a:schemeClr val="tx1"/>
                                      </a:solidFill>
                                      <a:latin typeface="Cambria Math" panose="02040503050406030204" pitchFamily="18" charset="0"/>
                                    </a:rPr>
                                  </m:ctrlPr>
                                </m:sSubPr>
                                <m:e>
                                  <m:r>
                                    <m:rPr>
                                      <m:sty m:val="p"/>
                                    </m:rPr>
                                    <a:rPr lang="en-US" b="0" i="0" smtClean="0">
                                      <a:solidFill>
                                        <a:schemeClr val="tx1"/>
                                      </a:solidFill>
                                      <a:latin typeface="Cambria Math" panose="02040503050406030204" pitchFamily="18" charset="0"/>
                                    </a:rPr>
                                    <m:t>z</m:t>
                                  </m:r>
                                </m:e>
                                <m:sub>
                                  <m:r>
                                    <m:rPr>
                                      <m:sty m:val="p"/>
                                    </m:rPr>
                                    <a:rPr lang="en-US" b="0" i="0" smtClean="0">
                                      <a:solidFill>
                                        <a:schemeClr val="tx1"/>
                                      </a:solidFill>
                                      <a:latin typeface="Cambria Math" panose="02040503050406030204" pitchFamily="18" charset="0"/>
                                    </a:rPr>
                                    <m:t>i</m:t>
                                  </m:r>
                                </m:sub>
                              </m:sSub>
                              <m:r>
                                <m:rPr>
                                  <m:sty m:val="p"/>
                                </m:rPr>
                                <a:rPr lang="en-US" b="0" i="0" smtClean="0">
                                  <a:solidFill>
                                    <a:schemeClr val="tx1"/>
                                  </a:solidFill>
                                  <a:latin typeface="Cambria Math" panose="02040503050406030204" pitchFamily="18" charset="0"/>
                                </a:rPr>
                                <m:t>F</m:t>
                              </m:r>
                            </m:num>
                            <m:den>
                              <m:r>
                                <m:rPr>
                                  <m:sty m:val="p"/>
                                </m:rPr>
                                <a:rPr lang="en-US" b="0" i="0" smtClean="0">
                                  <a:solidFill>
                                    <a:schemeClr val="tx1"/>
                                  </a:solidFill>
                                  <a:latin typeface="Cambria Math" panose="02040503050406030204" pitchFamily="18" charset="0"/>
                                </a:rPr>
                                <m:t>RT</m:t>
                              </m:r>
                            </m:den>
                          </m:f>
                          <m:f>
                            <m:fPr>
                              <m:ctrlPr>
                                <a:rPr lang="en-US" b="0" i="1" smtClean="0">
                                  <a:solidFill>
                                    <a:schemeClr val="tx1"/>
                                  </a:solidFill>
                                  <a:latin typeface="Cambria Math" panose="02040503050406030204" pitchFamily="18" charset="0"/>
                                </a:rPr>
                              </m:ctrlPr>
                            </m:fPr>
                            <m:num>
                              <m:r>
                                <m:rPr>
                                  <m:sty m:val="p"/>
                                </m:rPr>
                                <a:rPr lang="en-US" b="0" i="0" smtClean="0">
                                  <a:solidFill>
                                    <a:schemeClr val="tx1"/>
                                  </a:solidFill>
                                  <a:latin typeface="Cambria Math" panose="02040503050406030204" pitchFamily="18" charset="0"/>
                                </a:rPr>
                                <m:t>d</m:t>
                              </m:r>
                              <m:r>
                                <a:rPr lang="en-US" b="0" i="1" smtClean="0">
                                  <a:solidFill>
                                    <a:schemeClr val="tx1"/>
                                  </a:solidFill>
                                  <a:latin typeface="Cambria Math" panose="02040503050406030204" pitchFamily="18" charset="0"/>
                                </a:rPr>
                                <m:t>𝜙</m:t>
                              </m:r>
                            </m:num>
                            <m:den>
                              <m:r>
                                <a:rPr lang="en-US" b="0" i="1" smtClean="0">
                                  <a:solidFill>
                                    <a:schemeClr val="tx1"/>
                                  </a:solidFill>
                                  <a:latin typeface="Cambria Math" panose="02040503050406030204" pitchFamily="18" charset="0"/>
                                </a:rPr>
                                <m:t>𝑑𝑥</m:t>
                              </m:r>
                            </m:den>
                          </m:f>
                        </m:e>
                      </m:d>
                    </m:oMath>
                  </m:oMathPara>
                </a14:m>
                <a:endParaRPr lang="en-US" dirty="0">
                  <a:solidFill>
                    <a:schemeClr val="tx1"/>
                  </a:solidFill>
                </a:endParaRPr>
              </a:p>
            </p:txBody>
          </p:sp>
        </mc:Choice>
        <mc:Fallback xmlns="">
          <p:sp>
            <p:nvSpPr>
              <p:cNvPr id="21" name="TextBox 20">
                <a:extLst>
                  <a:ext uri="{FF2B5EF4-FFF2-40B4-BE49-F238E27FC236}">
                    <a16:creationId xmlns:a16="http://schemas.microsoft.com/office/drawing/2014/main" id="{1688F54F-983A-BA2F-1B17-63F295061BB5}"/>
                  </a:ext>
                </a:extLst>
              </p:cNvPr>
              <p:cNvSpPr txBox="1">
                <a:spLocks noRot="1" noChangeAspect="1" noMove="1" noResize="1" noEditPoints="1" noAdjustHandles="1" noChangeArrowheads="1" noChangeShapeType="1" noTextEdit="1"/>
              </p:cNvSpPr>
              <p:nvPr/>
            </p:nvSpPr>
            <p:spPr>
              <a:xfrm>
                <a:off x="7400259" y="1142361"/>
                <a:ext cx="4293529" cy="714683"/>
              </a:xfrm>
              <a:prstGeom prst="rect">
                <a:avLst/>
              </a:prstGeom>
              <a:blipFill>
                <a:blip r:embed="rId5"/>
                <a:stretch>
                  <a:fillRect/>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1F6E52A6-EBD5-4978-FC3F-A20116AD4B88}"/>
              </a:ext>
            </a:extLst>
          </p:cNvPr>
          <p:cNvSpPr txBox="1"/>
          <p:nvPr/>
        </p:nvSpPr>
        <p:spPr>
          <a:xfrm>
            <a:off x="7400260" y="3204983"/>
            <a:ext cx="4293529" cy="1077218"/>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This model does not account for convection through the membrane. Several experiments conducted at different pressures suggest that convection will be important. </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125EF10-FEE9-EABA-FC12-25A421505FE2}"/>
                  </a:ext>
                </a:extLst>
              </p:cNvPr>
              <p:cNvSpPr txBox="1"/>
              <p:nvPr/>
            </p:nvSpPr>
            <p:spPr>
              <a:xfrm>
                <a:off x="7400260" y="1967634"/>
                <a:ext cx="4293529" cy="9085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m:rPr>
                              <m:sty m:val="p"/>
                            </m:rPr>
                            <a:rPr lang="en-US">
                              <a:latin typeface="Cambria Math" panose="02040503050406030204" pitchFamily="18" charset="0"/>
                            </a:rPr>
                            <m:t>d</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m:rPr>
                                      <m:sty m:val="p"/>
                                    </m:rPr>
                                    <a:rPr lang="en-US">
                                      <a:latin typeface="Cambria Math" panose="02040503050406030204" pitchFamily="18" charset="0"/>
                                    </a:rPr>
                                    <m:t>c</m:t>
                                  </m:r>
                                </m:e>
                              </m:acc>
                            </m:e>
                            <m:sub>
                              <m:r>
                                <a:rPr lang="en-US" b="0" i="1" smtClean="0">
                                  <a:latin typeface="Cambria Math" panose="02040503050406030204" pitchFamily="18" charset="0"/>
                                </a:rPr>
                                <m:t>𝑖</m:t>
                              </m:r>
                            </m:sub>
                          </m:sSub>
                        </m:num>
                        <m:den>
                          <m:r>
                            <m:rPr>
                              <m:sty m:val="p"/>
                            </m:rPr>
                            <a:rPr lang="en-US">
                              <a:latin typeface="Cambria Math" panose="02040503050406030204" pitchFamily="18" charset="0"/>
                            </a:rPr>
                            <m:t>dx</m:t>
                          </m:r>
                        </m:den>
                      </m:f>
                      <m:r>
                        <a:rPr lang="en-US" b="0" i="0"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𝐽</m:t>
                              </m:r>
                            </m:e>
                            <m:sub>
                              <m:r>
                                <a:rPr lang="en-US" b="0" i="1" smtClean="0">
                                  <a:solidFill>
                                    <a:schemeClr val="tx1"/>
                                  </a:solidFill>
                                  <a:latin typeface="Cambria Math" panose="02040503050406030204" pitchFamily="18" charset="0"/>
                                </a:rPr>
                                <m:t>𝑖</m:t>
                              </m:r>
                            </m:sub>
                          </m:sSub>
                        </m:num>
                        <m:den>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𝑖</m:t>
                              </m:r>
                            </m:sub>
                          </m:sSub>
                        </m:den>
                      </m:f>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𝑧</m:t>
                          </m:r>
                        </m:e>
                        <m:sub>
                          <m:r>
                            <a:rPr lang="en-US" b="0" i="1" smtClean="0">
                              <a:solidFill>
                                <a:schemeClr val="tx1"/>
                              </a:solidFill>
                              <a:latin typeface="Cambria Math" panose="02040503050406030204" pitchFamily="18" charset="0"/>
                            </a:rPr>
                            <m:t>𝑖</m:t>
                          </m:r>
                        </m:sub>
                      </m:sSub>
                      <m:sSub>
                        <m:sSubPr>
                          <m:ctrlPr>
                            <a:rPr lang="en-US" b="0" i="1" smtClean="0">
                              <a:solidFill>
                                <a:schemeClr val="tx1"/>
                              </a:solidFill>
                              <a:latin typeface="Cambria Math" panose="02040503050406030204" pitchFamily="18" charset="0"/>
                            </a:rPr>
                          </m:ctrlPr>
                        </m:sSubPr>
                        <m:e>
                          <m:acc>
                            <m:accPr>
                              <m:chr m:val="̅"/>
                              <m:ctrlPr>
                                <a:rPr lang="en-US" b="0"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𝑐</m:t>
                              </m:r>
                            </m:e>
                          </m:acc>
                        </m:e>
                        <m:sub>
                          <m:r>
                            <a:rPr lang="en-US" b="0" i="1" smtClean="0">
                              <a:solidFill>
                                <a:schemeClr val="tx1"/>
                              </a:solidFill>
                              <a:latin typeface="Cambria Math" panose="02040503050406030204" pitchFamily="18" charset="0"/>
                            </a:rPr>
                            <m:t>𝑖</m:t>
                          </m:r>
                        </m:sub>
                      </m:sSub>
                      <m:f>
                        <m:fPr>
                          <m:ctrlPr>
                            <a:rPr lang="en-US" b="0" i="1" smtClean="0">
                              <a:solidFill>
                                <a:schemeClr val="tx1"/>
                              </a:solidFill>
                              <a:latin typeface="Cambria Math" panose="02040503050406030204" pitchFamily="18" charset="0"/>
                            </a:rPr>
                          </m:ctrlPr>
                        </m:fPr>
                        <m:num>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𝑧</m:t>
                              </m:r>
                            </m:e>
                            <m:sub>
                              <m:r>
                                <a:rPr lang="en-US" b="0" i="1" smtClean="0">
                                  <a:solidFill>
                                    <a:schemeClr val="tx1"/>
                                  </a:solidFill>
                                  <a:latin typeface="Cambria Math" panose="02040503050406030204" pitchFamily="18" charset="0"/>
                                </a:rPr>
                                <m:t>1</m:t>
                              </m:r>
                            </m:sub>
                          </m:sSub>
                          <m:f>
                            <m:fPr>
                              <m:ctrlPr>
                                <a:rPr lang="en-US" b="0" i="1" smtClean="0">
                                  <a:solidFill>
                                    <a:schemeClr val="tx1"/>
                                  </a:solidFill>
                                  <a:latin typeface="Cambria Math" panose="02040503050406030204" pitchFamily="18" charset="0"/>
                                </a:rPr>
                              </m:ctrlPr>
                            </m:fPr>
                            <m:num>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𝐽</m:t>
                                  </m:r>
                                </m:e>
                                <m:sub>
                                  <m:r>
                                    <a:rPr lang="en-US" b="0" i="1" smtClean="0">
                                      <a:solidFill>
                                        <a:schemeClr val="tx1"/>
                                      </a:solidFill>
                                      <a:latin typeface="Cambria Math" panose="02040503050406030204" pitchFamily="18" charset="0"/>
                                    </a:rPr>
                                    <m:t>1</m:t>
                                  </m:r>
                                </m:sub>
                              </m:sSub>
                            </m:num>
                            <m:den>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1</m:t>
                                  </m:r>
                                </m:sub>
                              </m:sSub>
                            </m:den>
                          </m:f>
                          <m:r>
                            <a:rPr lang="en-US" b="0" i="1" smtClean="0">
                              <a:solidFill>
                                <a:schemeClr val="tx1"/>
                              </a:solidFill>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b="0" i="1" smtClean="0">
                                  <a:latin typeface="Cambria Math" panose="02040503050406030204" pitchFamily="18" charset="0"/>
                                </a:rPr>
                                <m:t>2</m:t>
                              </m:r>
                            </m:sub>
                          </m:sSub>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𝐽</m:t>
                                  </m:r>
                                </m:e>
                                <m:sub>
                                  <m:r>
                                    <a:rPr lang="en-US" b="0" i="1" smtClean="0">
                                      <a:latin typeface="Cambria Math" panose="02040503050406030204" pitchFamily="18" charset="0"/>
                                    </a:rPr>
                                    <m:t>2</m:t>
                                  </m:r>
                                </m:sub>
                              </m:sSub>
                            </m:num>
                            <m:den>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b="0" i="1" smtClean="0">
                                      <a:latin typeface="Cambria Math" panose="02040503050406030204" pitchFamily="18" charset="0"/>
                                    </a:rPr>
                                    <m:t>2</m:t>
                                  </m:r>
                                </m:sub>
                              </m:sSub>
                            </m:den>
                          </m:f>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b="0" i="1" smtClean="0">
                                  <a:latin typeface="Cambria Math" panose="02040503050406030204" pitchFamily="18" charset="0"/>
                                </a:rPr>
                                <m:t>3</m:t>
                              </m:r>
                            </m:sub>
                          </m:sSub>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𝐽</m:t>
                                  </m:r>
                                </m:e>
                                <m:sub>
                                  <m:r>
                                    <a:rPr lang="en-US" b="0" i="1" smtClean="0">
                                      <a:latin typeface="Cambria Math" panose="02040503050406030204" pitchFamily="18" charset="0"/>
                                    </a:rPr>
                                    <m:t>3</m:t>
                                  </m:r>
                                </m:sub>
                              </m:sSub>
                            </m:num>
                            <m:den>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b="0" i="1" smtClean="0">
                                      <a:latin typeface="Cambria Math" panose="02040503050406030204" pitchFamily="18" charset="0"/>
                                    </a:rPr>
                                    <m:t>3</m:t>
                                  </m:r>
                                </m:sub>
                              </m:sSub>
                            </m:den>
                          </m:f>
                        </m:num>
                        <m:den>
                          <m:sSubSup>
                            <m:sSubSupPr>
                              <m:ctrlPr>
                                <a:rPr lang="en-US" b="0" i="1" smtClean="0">
                                  <a:solidFill>
                                    <a:schemeClr val="tx1"/>
                                  </a:solidFill>
                                  <a:latin typeface="Cambria Math" panose="02040503050406030204" pitchFamily="18" charset="0"/>
                                </a:rPr>
                              </m:ctrlPr>
                            </m:sSubSupPr>
                            <m:e>
                              <m:r>
                                <a:rPr lang="en-US" b="0" i="1" smtClean="0">
                                  <a:solidFill>
                                    <a:schemeClr val="tx1"/>
                                  </a:solidFill>
                                  <a:latin typeface="Cambria Math" panose="02040503050406030204" pitchFamily="18" charset="0"/>
                                </a:rPr>
                                <m:t>𝑧</m:t>
                              </m:r>
                            </m:e>
                            <m:sub>
                              <m:r>
                                <a:rPr lang="en-US" b="0" i="1" smtClean="0">
                                  <a:solidFill>
                                    <a:schemeClr val="tx1"/>
                                  </a:solidFill>
                                  <a:latin typeface="Cambria Math" panose="02040503050406030204" pitchFamily="18" charset="0"/>
                                </a:rPr>
                                <m:t>1</m:t>
                              </m:r>
                            </m:sub>
                            <m:sup>
                              <m:r>
                                <a:rPr lang="en-US" b="0" i="1" smtClean="0">
                                  <a:solidFill>
                                    <a:schemeClr val="tx1"/>
                                  </a:solidFill>
                                  <a:latin typeface="Cambria Math" panose="02040503050406030204" pitchFamily="18" charset="0"/>
                                </a:rPr>
                                <m:t>2</m:t>
                              </m:r>
                            </m:sup>
                          </m:sSubSup>
                          <m:sSub>
                            <m:sSubPr>
                              <m:ctrlPr>
                                <a:rPr lang="en-US" b="0" i="1" smtClean="0">
                                  <a:solidFill>
                                    <a:schemeClr val="tx1"/>
                                  </a:solidFill>
                                  <a:latin typeface="Cambria Math" panose="02040503050406030204" pitchFamily="18" charset="0"/>
                                </a:rPr>
                              </m:ctrlPr>
                            </m:sSubPr>
                            <m:e>
                              <m:acc>
                                <m:accPr>
                                  <m:chr m:val="̅"/>
                                  <m:ctrlPr>
                                    <a:rPr lang="en-US" b="0"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𝑐</m:t>
                                  </m:r>
                                </m:e>
                              </m:acc>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sSubSup>
                            <m:sSubSupPr>
                              <m:ctrlPr>
                                <a:rPr lang="en-US" b="0" i="1" smtClean="0">
                                  <a:solidFill>
                                    <a:schemeClr val="tx1"/>
                                  </a:solidFill>
                                  <a:latin typeface="Cambria Math" panose="02040503050406030204" pitchFamily="18" charset="0"/>
                                </a:rPr>
                              </m:ctrlPr>
                            </m:sSubSupPr>
                            <m:e>
                              <m:r>
                                <a:rPr lang="en-US" b="0" i="1" smtClean="0">
                                  <a:solidFill>
                                    <a:schemeClr val="tx1"/>
                                  </a:solidFill>
                                  <a:latin typeface="Cambria Math" panose="02040503050406030204" pitchFamily="18" charset="0"/>
                                </a:rPr>
                                <m:t>𝑧</m:t>
                              </m:r>
                            </m:e>
                            <m:sub>
                              <m:r>
                                <a:rPr lang="en-US" b="0" i="1" smtClean="0">
                                  <a:solidFill>
                                    <a:schemeClr val="tx1"/>
                                  </a:solidFill>
                                  <a:latin typeface="Cambria Math" panose="02040503050406030204" pitchFamily="18" charset="0"/>
                                </a:rPr>
                                <m:t>2</m:t>
                              </m:r>
                            </m:sub>
                            <m:sup>
                              <m:r>
                                <a:rPr lang="en-US" b="0" i="1" smtClean="0">
                                  <a:solidFill>
                                    <a:schemeClr val="tx1"/>
                                  </a:solidFill>
                                  <a:latin typeface="Cambria Math" panose="02040503050406030204" pitchFamily="18" charset="0"/>
                                </a:rPr>
                                <m:t>2</m:t>
                              </m:r>
                            </m:sup>
                          </m:sSubSup>
                          <m:sSub>
                            <m:sSubPr>
                              <m:ctrlPr>
                                <a:rPr lang="en-US" b="0" i="1" smtClean="0">
                                  <a:solidFill>
                                    <a:schemeClr val="tx1"/>
                                  </a:solidFill>
                                  <a:latin typeface="Cambria Math" panose="02040503050406030204" pitchFamily="18" charset="0"/>
                                </a:rPr>
                              </m:ctrlPr>
                            </m:sSubPr>
                            <m:e>
                              <m:acc>
                                <m:accPr>
                                  <m:chr m:val="̅"/>
                                  <m:ctrlPr>
                                    <a:rPr lang="en-US" b="0"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𝑐</m:t>
                                  </m:r>
                                </m:e>
                              </m:acc>
                            </m:e>
                            <m:sub>
                              <m:r>
                                <a:rPr lang="en-US" b="0" i="1" smtClean="0">
                                  <a:solidFill>
                                    <a:schemeClr val="tx1"/>
                                  </a:solidFill>
                                  <a:latin typeface="Cambria Math" panose="02040503050406030204" pitchFamily="18" charset="0"/>
                                </a:rPr>
                                <m:t>2</m:t>
                              </m:r>
                            </m:sub>
                          </m:sSub>
                          <m:r>
                            <a:rPr lang="en-US" b="0" i="1" smtClean="0">
                              <a:solidFill>
                                <a:schemeClr val="tx1"/>
                              </a:solidFill>
                              <a:latin typeface="Cambria Math" panose="02040503050406030204" pitchFamily="18" charset="0"/>
                            </a:rPr>
                            <m:t>+</m:t>
                          </m:r>
                          <m:sSubSup>
                            <m:sSubSupPr>
                              <m:ctrlPr>
                                <a:rPr lang="en-US" b="0" i="1" smtClean="0">
                                  <a:solidFill>
                                    <a:schemeClr val="tx1"/>
                                  </a:solidFill>
                                  <a:latin typeface="Cambria Math" panose="02040503050406030204" pitchFamily="18" charset="0"/>
                                </a:rPr>
                              </m:ctrlPr>
                            </m:sSubSupPr>
                            <m:e>
                              <m:r>
                                <a:rPr lang="en-US" b="0" i="1" smtClean="0">
                                  <a:solidFill>
                                    <a:schemeClr val="tx1"/>
                                  </a:solidFill>
                                  <a:latin typeface="Cambria Math" panose="02040503050406030204" pitchFamily="18" charset="0"/>
                                </a:rPr>
                                <m:t>𝑧</m:t>
                              </m:r>
                            </m:e>
                            <m:sub>
                              <m:r>
                                <a:rPr lang="en-US" b="0" i="1" smtClean="0">
                                  <a:solidFill>
                                    <a:schemeClr val="tx1"/>
                                  </a:solidFill>
                                  <a:latin typeface="Cambria Math" panose="02040503050406030204" pitchFamily="18" charset="0"/>
                                </a:rPr>
                                <m:t>3</m:t>
                              </m:r>
                            </m:sub>
                            <m:sup>
                              <m:r>
                                <a:rPr lang="en-US" b="0" i="1" smtClean="0">
                                  <a:solidFill>
                                    <a:schemeClr val="tx1"/>
                                  </a:solidFill>
                                  <a:latin typeface="Cambria Math" panose="02040503050406030204" pitchFamily="18" charset="0"/>
                                </a:rPr>
                                <m:t>2</m:t>
                              </m:r>
                            </m:sup>
                          </m:sSubSup>
                          <m:sSub>
                            <m:sSubPr>
                              <m:ctrlPr>
                                <a:rPr lang="en-US" b="0" i="1" smtClean="0">
                                  <a:solidFill>
                                    <a:schemeClr val="tx1"/>
                                  </a:solidFill>
                                  <a:latin typeface="Cambria Math" panose="02040503050406030204" pitchFamily="18" charset="0"/>
                                </a:rPr>
                              </m:ctrlPr>
                            </m:sSubPr>
                            <m:e>
                              <m:acc>
                                <m:accPr>
                                  <m:chr m:val="̅"/>
                                  <m:ctrlPr>
                                    <a:rPr lang="en-US" b="0"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𝑐</m:t>
                                  </m:r>
                                </m:e>
                              </m:acc>
                            </m:e>
                            <m:sub>
                              <m:r>
                                <a:rPr lang="en-US" b="0" i="1" smtClean="0">
                                  <a:solidFill>
                                    <a:schemeClr val="tx1"/>
                                  </a:solidFill>
                                  <a:latin typeface="Cambria Math" panose="02040503050406030204" pitchFamily="18" charset="0"/>
                                </a:rPr>
                                <m:t>3</m:t>
                              </m:r>
                            </m:sub>
                          </m:sSub>
                        </m:den>
                      </m:f>
                    </m:oMath>
                  </m:oMathPara>
                </a14:m>
                <a:endParaRPr lang="en-US" dirty="0">
                  <a:solidFill>
                    <a:schemeClr val="tx1"/>
                  </a:solidFill>
                </a:endParaRPr>
              </a:p>
            </p:txBody>
          </p:sp>
        </mc:Choice>
        <mc:Fallback xmlns="">
          <p:sp>
            <p:nvSpPr>
              <p:cNvPr id="24" name="TextBox 23">
                <a:extLst>
                  <a:ext uri="{FF2B5EF4-FFF2-40B4-BE49-F238E27FC236}">
                    <a16:creationId xmlns:a16="http://schemas.microsoft.com/office/drawing/2014/main" id="{2125EF10-FEE9-EABA-FC12-25A421505FE2}"/>
                  </a:ext>
                </a:extLst>
              </p:cNvPr>
              <p:cNvSpPr txBox="1">
                <a:spLocks noRot="1" noChangeAspect="1" noMove="1" noResize="1" noEditPoints="1" noAdjustHandles="1" noChangeArrowheads="1" noChangeShapeType="1" noTextEdit="1"/>
              </p:cNvSpPr>
              <p:nvPr/>
            </p:nvSpPr>
            <p:spPr>
              <a:xfrm>
                <a:off x="7400260" y="1967634"/>
                <a:ext cx="4293529" cy="90851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B3F4DF6-21D2-9CDC-4652-EA5A031B57C1}"/>
                  </a:ext>
                </a:extLst>
              </p:cNvPr>
              <p:cNvSpPr txBox="1"/>
              <p:nvPr/>
            </p:nvSpPr>
            <p:spPr>
              <a:xfrm>
                <a:off x="7400258" y="4643615"/>
                <a:ext cx="4293529" cy="63664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m:rPr>
                              <m:sty m:val="p"/>
                            </m:rPr>
                            <a:rPr lang="en-US" b="0" i="0" smtClean="0">
                              <a:solidFill>
                                <a:schemeClr val="tx1"/>
                              </a:solidFill>
                              <a:latin typeface="Cambria Math" panose="02040503050406030204" pitchFamily="18" charset="0"/>
                            </a:rPr>
                            <m:t>J</m:t>
                          </m:r>
                        </m:e>
                        <m:sub>
                          <m:r>
                            <m:rPr>
                              <m:sty m:val="p"/>
                            </m:rPr>
                            <a:rPr lang="en-US" b="0" i="0" smtClean="0">
                              <a:solidFill>
                                <a:schemeClr val="tx1"/>
                              </a:solidFill>
                              <a:latin typeface="Cambria Math" panose="02040503050406030204" pitchFamily="18" charset="0"/>
                            </a:rPr>
                            <m:t>i</m:t>
                          </m:r>
                        </m:sub>
                      </m:sSub>
                      <m:r>
                        <a:rPr lang="en-US" b="0" i="0" smtClean="0">
                          <a:solidFill>
                            <a:schemeClr val="tx1"/>
                          </a:solidFill>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c</m:t>
                          </m:r>
                        </m:e>
                        <m:sub>
                          <m:r>
                            <m:rPr>
                              <m:sty m:val="p"/>
                            </m:rPr>
                            <a:rPr lang="en-US">
                              <a:latin typeface="Cambria Math" panose="02040503050406030204" pitchFamily="18" charset="0"/>
                            </a:rPr>
                            <m:t>i</m:t>
                          </m:r>
                        </m:sub>
                      </m:sSub>
                      <m:sSub>
                        <m:sSubPr>
                          <m:ctrlPr>
                            <a:rPr lang="en-US" i="1">
                              <a:latin typeface="Cambria Math" panose="02040503050406030204" pitchFamily="18" charset="0"/>
                            </a:rPr>
                          </m:ctrlPr>
                        </m:sSubPr>
                        <m:e>
                          <m:r>
                            <m:rPr>
                              <m:sty m:val="p"/>
                            </m:rPr>
                            <a:rPr lang="en-US">
                              <a:latin typeface="Cambria Math" panose="02040503050406030204" pitchFamily="18" charset="0"/>
                            </a:rPr>
                            <m:t>J</m:t>
                          </m:r>
                        </m:e>
                        <m:sub>
                          <m:r>
                            <m:rPr>
                              <m:sty m:val="p"/>
                            </m:rPr>
                            <a:rPr lang="en-US">
                              <a:latin typeface="Cambria Math" panose="02040503050406030204" pitchFamily="18" charset="0"/>
                            </a:rPr>
                            <m:t>w</m:t>
                          </m:r>
                        </m:sub>
                      </m:sSub>
                      <m:r>
                        <a:rPr lang="en-US" b="0" i="1" smtClean="0">
                          <a:latin typeface="Cambria Math" panose="02040503050406030204" pitchFamily="18" charset="0"/>
                        </a:rPr>
                        <m:t>       </m:t>
                      </m:r>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𝐷</m:t>
                          </m:r>
                        </m:e>
                        <m:sub>
                          <m:r>
                            <a:rPr lang="en-US" b="0" i="1" smtClean="0">
                              <a:solidFill>
                                <a:schemeClr val="tx1"/>
                              </a:solidFill>
                              <a:latin typeface="Cambria Math" panose="02040503050406030204" pitchFamily="18" charset="0"/>
                            </a:rPr>
                            <m:t>𝑖</m:t>
                          </m:r>
                        </m:sub>
                      </m:sSub>
                      <m:f>
                        <m:fPr>
                          <m:ctrlPr>
                            <a:rPr lang="en-US" i="1">
                              <a:latin typeface="Cambria Math" panose="02040503050406030204" pitchFamily="18" charset="0"/>
                            </a:rPr>
                          </m:ctrlPr>
                        </m:fPr>
                        <m:num>
                          <m:r>
                            <m:rPr>
                              <m:sty m:val="p"/>
                            </m:rPr>
                            <a:rPr lang="en-US">
                              <a:latin typeface="Cambria Math" panose="02040503050406030204" pitchFamily="18" charset="0"/>
                            </a:rPr>
                            <m:t>d</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m:rPr>
                                  <m:sty m:val="p"/>
                                </m:rPr>
                                <a:rPr lang="en-US">
                                  <a:latin typeface="Cambria Math" panose="02040503050406030204" pitchFamily="18" charset="0"/>
                                </a:rPr>
                                <m:t>i</m:t>
                              </m:r>
                            </m:sub>
                            <m:sup>
                              <m:r>
                                <a:rPr lang="en-US" b="0" i="1" smtClean="0">
                                  <a:latin typeface="Cambria Math" panose="02040503050406030204" pitchFamily="18" charset="0"/>
                                </a:rPr>
                                <m:t>𝑚</m:t>
                              </m:r>
                            </m:sup>
                          </m:sSubSup>
                        </m:num>
                        <m:den>
                          <m:r>
                            <m:rPr>
                              <m:sty m:val="p"/>
                            </m:rPr>
                            <a:rPr lang="en-US">
                              <a:latin typeface="Cambria Math" panose="02040503050406030204" pitchFamily="18" charset="0"/>
                            </a:rPr>
                            <m:t>dx</m:t>
                          </m:r>
                        </m:den>
                      </m:f>
                      <m:r>
                        <a:rPr lang="en-US" b="0" i="0"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𝑖</m:t>
                          </m:r>
                        </m:sub>
                        <m:sup>
                          <m:r>
                            <a:rPr lang="en-US" b="0" i="1" smtClean="0">
                              <a:latin typeface="Cambria Math" panose="02040503050406030204" pitchFamily="18" charset="0"/>
                            </a:rPr>
                            <m:t>𝑚</m:t>
                          </m:r>
                        </m:sup>
                      </m:sSubSup>
                      <m:f>
                        <m:fPr>
                          <m:ctrlPr>
                            <a:rPr lang="en-US" i="1">
                              <a:latin typeface="Cambria Math" panose="02040503050406030204" pitchFamily="18" charset="0"/>
                            </a:rPr>
                          </m:ctrlPr>
                        </m:fPr>
                        <m:num>
                          <m:sSub>
                            <m:sSubPr>
                              <m:ctrlPr>
                                <a:rPr lang="en-US" i="1">
                                  <a:latin typeface="Cambria Math" panose="02040503050406030204" pitchFamily="18" charset="0"/>
                                </a:rPr>
                              </m:ctrlPr>
                            </m:sSubPr>
                            <m:e>
                              <m:r>
                                <m:rPr>
                                  <m:sty m:val="p"/>
                                </m:rPr>
                                <a:rPr lang="en-US">
                                  <a:latin typeface="Cambria Math" panose="02040503050406030204" pitchFamily="18" charset="0"/>
                                </a:rPr>
                                <m:t>z</m:t>
                              </m:r>
                            </m:e>
                            <m:sub>
                              <m:r>
                                <m:rPr>
                                  <m:sty m:val="p"/>
                                </m:rPr>
                                <a:rPr lang="en-US">
                                  <a:latin typeface="Cambria Math" panose="02040503050406030204" pitchFamily="18" charset="0"/>
                                </a:rPr>
                                <m:t>i</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m:t>
                              </m:r>
                            </m:sub>
                          </m:sSub>
                          <m:r>
                            <m:rPr>
                              <m:sty m:val="p"/>
                            </m:rPr>
                            <a:rPr lang="en-US">
                              <a:latin typeface="Cambria Math" panose="02040503050406030204" pitchFamily="18" charset="0"/>
                            </a:rPr>
                            <m:t>F</m:t>
                          </m:r>
                        </m:num>
                        <m:den>
                          <m:r>
                            <m:rPr>
                              <m:sty m:val="p"/>
                            </m:rPr>
                            <a:rPr lang="en-US">
                              <a:latin typeface="Cambria Math" panose="02040503050406030204" pitchFamily="18" charset="0"/>
                            </a:rPr>
                            <m:t>RT</m:t>
                          </m:r>
                        </m:den>
                      </m:f>
                      <m:f>
                        <m:fPr>
                          <m:ctrlPr>
                            <a:rPr lang="en-US" i="1">
                              <a:latin typeface="Cambria Math" panose="02040503050406030204" pitchFamily="18" charset="0"/>
                            </a:rPr>
                          </m:ctrlPr>
                        </m:fPr>
                        <m:num>
                          <m:r>
                            <m:rPr>
                              <m:sty m:val="p"/>
                            </m:rPr>
                            <a:rPr lang="en-US">
                              <a:latin typeface="Cambria Math" panose="02040503050406030204" pitchFamily="18" charset="0"/>
                            </a:rPr>
                            <m:t>d</m:t>
                          </m:r>
                          <m:r>
                            <a:rPr lang="en-US" i="1">
                              <a:latin typeface="Cambria Math" panose="02040503050406030204" pitchFamily="18" charset="0"/>
                            </a:rPr>
                            <m:t>𝜙</m:t>
                          </m:r>
                        </m:num>
                        <m:den>
                          <m:r>
                            <a:rPr lang="en-US" i="1">
                              <a:latin typeface="Cambria Math" panose="02040503050406030204" pitchFamily="18" charset="0"/>
                            </a:rPr>
                            <m:t>𝑑𝑥</m:t>
                          </m:r>
                        </m:den>
                      </m:f>
                    </m:oMath>
                  </m:oMathPara>
                </a14:m>
                <a:endParaRPr lang="en-US" dirty="0">
                  <a:solidFill>
                    <a:schemeClr val="tx1"/>
                  </a:solidFill>
                </a:endParaRPr>
              </a:p>
            </p:txBody>
          </p:sp>
        </mc:Choice>
        <mc:Fallback xmlns="">
          <p:sp>
            <p:nvSpPr>
              <p:cNvPr id="25" name="TextBox 24">
                <a:extLst>
                  <a:ext uri="{FF2B5EF4-FFF2-40B4-BE49-F238E27FC236}">
                    <a16:creationId xmlns:a16="http://schemas.microsoft.com/office/drawing/2014/main" id="{7B3F4DF6-21D2-9CDC-4652-EA5A031B57C1}"/>
                  </a:ext>
                </a:extLst>
              </p:cNvPr>
              <p:cNvSpPr txBox="1">
                <a:spLocks noRot="1" noChangeAspect="1" noMove="1" noResize="1" noEditPoints="1" noAdjustHandles="1" noChangeArrowheads="1" noChangeShapeType="1" noTextEdit="1"/>
              </p:cNvSpPr>
              <p:nvPr/>
            </p:nvSpPr>
            <p:spPr>
              <a:xfrm>
                <a:off x="7400258" y="4643615"/>
                <a:ext cx="4293529" cy="636649"/>
              </a:xfrm>
              <a:prstGeom prst="rect">
                <a:avLst/>
              </a:prstGeom>
              <a:blipFill>
                <a:blip r:embed="rId7"/>
                <a:stretch>
                  <a:fillRect/>
                </a:stretch>
              </a:blipFill>
            </p:spPr>
            <p:txBody>
              <a:bodyPr/>
              <a:lstStyle/>
              <a:p>
                <a:r>
                  <a:rPr lang="en-US">
                    <a:noFill/>
                  </a:rPr>
                  <a:t> </a:t>
                </a:r>
              </a:p>
            </p:txBody>
          </p:sp>
        </mc:Fallback>
      </mc:AlternateContent>
      <p:sp>
        <p:nvSpPr>
          <p:cNvPr id="28" name="Left Brace 27">
            <a:extLst>
              <a:ext uri="{FF2B5EF4-FFF2-40B4-BE49-F238E27FC236}">
                <a16:creationId xmlns:a16="http://schemas.microsoft.com/office/drawing/2014/main" id="{D2CD13DD-5FEE-011F-7D98-4F0E7671EE51}"/>
              </a:ext>
            </a:extLst>
          </p:cNvPr>
          <p:cNvSpPr/>
          <p:nvPr/>
        </p:nvSpPr>
        <p:spPr>
          <a:xfrm rot="16200000">
            <a:off x="9135092" y="5220475"/>
            <a:ext cx="636649" cy="720880"/>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Left Brace 29">
            <a:extLst>
              <a:ext uri="{FF2B5EF4-FFF2-40B4-BE49-F238E27FC236}">
                <a16:creationId xmlns:a16="http://schemas.microsoft.com/office/drawing/2014/main" id="{FACAA2B1-CB1A-BCCF-2B0F-481C15F529D4}"/>
              </a:ext>
            </a:extLst>
          </p:cNvPr>
          <p:cNvSpPr/>
          <p:nvPr/>
        </p:nvSpPr>
        <p:spPr>
          <a:xfrm rot="16200000">
            <a:off x="10573856" y="4956800"/>
            <a:ext cx="636649" cy="1245783"/>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Left Brace 32">
            <a:extLst>
              <a:ext uri="{FF2B5EF4-FFF2-40B4-BE49-F238E27FC236}">
                <a16:creationId xmlns:a16="http://schemas.microsoft.com/office/drawing/2014/main" id="{83187A55-14EC-998D-5F45-79F6428CBCD1}"/>
              </a:ext>
            </a:extLst>
          </p:cNvPr>
          <p:cNvSpPr/>
          <p:nvPr/>
        </p:nvSpPr>
        <p:spPr>
          <a:xfrm rot="16200000">
            <a:off x="8015825" y="5386011"/>
            <a:ext cx="636649" cy="387361"/>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TextBox 33">
            <a:extLst>
              <a:ext uri="{FF2B5EF4-FFF2-40B4-BE49-F238E27FC236}">
                <a16:creationId xmlns:a16="http://schemas.microsoft.com/office/drawing/2014/main" id="{7A505ECB-E653-E65E-FC2C-A508522C5794}"/>
              </a:ext>
            </a:extLst>
          </p:cNvPr>
          <p:cNvSpPr txBox="1"/>
          <p:nvPr/>
        </p:nvSpPr>
        <p:spPr>
          <a:xfrm>
            <a:off x="7566591" y="6026460"/>
            <a:ext cx="1537451"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Convection</a:t>
            </a:r>
          </a:p>
        </p:txBody>
      </p:sp>
      <p:sp>
        <p:nvSpPr>
          <p:cNvPr id="35" name="TextBox 34">
            <a:extLst>
              <a:ext uri="{FF2B5EF4-FFF2-40B4-BE49-F238E27FC236}">
                <a16:creationId xmlns:a16="http://schemas.microsoft.com/office/drawing/2014/main" id="{549B7DBB-122B-E792-FF27-B182623A0A30}"/>
              </a:ext>
            </a:extLst>
          </p:cNvPr>
          <p:cNvSpPr txBox="1"/>
          <p:nvPr/>
        </p:nvSpPr>
        <p:spPr>
          <a:xfrm>
            <a:off x="9818430" y="6017050"/>
            <a:ext cx="2159871"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Electromigration</a:t>
            </a:r>
          </a:p>
        </p:txBody>
      </p:sp>
      <p:sp>
        <p:nvSpPr>
          <p:cNvPr id="36" name="TextBox 35">
            <a:extLst>
              <a:ext uri="{FF2B5EF4-FFF2-40B4-BE49-F238E27FC236}">
                <a16:creationId xmlns:a16="http://schemas.microsoft.com/office/drawing/2014/main" id="{D8F3216C-4C89-2251-F3E6-D410EB85B8FA}"/>
              </a:ext>
            </a:extLst>
          </p:cNvPr>
          <p:cNvSpPr txBox="1"/>
          <p:nvPr/>
        </p:nvSpPr>
        <p:spPr>
          <a:xfrm>
            <a:off x="8840782" y="6015827"/>
            <a:ext cx="1206881"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Diffusion</a:t>
            </a:r>
          </a:p>
        </p:txBody>
      </p:sp>
    </p:spTree>
    <p:extLst>
      <p:ext uri="{BB962C8B-B14F-4D97-AF65-F5344CB8AC3E}">
        <p14:creationId xmlns:p14="http://schemas.microsoft.com/office/powerpoint/2010/main" val="45613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4" grpId="0"/>
      <p:bldP spid="25" grpId="0"/>
      <p:bldP spid="28" grpId="0" animBg="1"/>
      <p:bldP spid="30" grpId="0" animBg="1"/>
      <p:bldP spid="33" grpId="0" animBg="1"/>
      <p:bldP spid="34" grpId="0"/>
      <p:bldP spid="35" grpId="0"/>
      <p:bldP spid="3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D5B5-3180-1B1F-7697-F3870CC382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CCBB67-761D-7467-2DA8-89A84674C580}"/>
              </a:ext>
            </a:extLst>
          </p:cNvPr>
          <p:cNvSpPr txBox="1"/>
          <p:nvPr/>
        </p:nvSpPr>
        <p:spPr>
          <a:xfrm>
            <a:off x="3048681" y="3198167"/>
            <a:ext cx="6094638" cy="461665"/>
          </a:xfrm>
          <a:prstGeom prst="rect">
            <a:avLst/>
          </a:prstGeom>
          <a:noFill/>
        </p:spPr>
        <p:txBody>
          <a:bodyPr wrap="square">
            <a:spAutoFit/>
          </a:bodyPr>
          <a:lstStyle/>
          <a:p>
            <a:pPr algn="ctr"/>
            <a:r>
              <a:rPr lang="en-US" sz="2400" b="0" i="0" dirty="0">
                <a:effectLst/>
                <a:latin typeface="Arial" panose="020B0604020202020204" pitchFamily="34" charset="0"/>
                <a:cs typeface="Arial" panose="020B0604020202020204" pitchFamily="34" charset="0"/>
              </a:rPr>
              <a:t>Questions?</a:t>
            </a:r>
          </a:p>
        </p:txBody>
      </p:sp>
      <p:sp>
        <p:nvSpPr>
          <p:cNvPr id="15" name="Rectangle 14">
            <a:extLst>
              <a:ext uri="{FF2B5EF4-FFF2-40B4-BE49-F238E27FC236}">
                <a16:creationId xmlns:a16="http://schemas.microsoft.com/office/drawing/2014/main" id="{1BE373E0-1529-1727-23A1-663BA09FBED9}"/>
              </a:ext>
            </a:extLst>
          </p:cNvPr>
          <p:cNvSpPr/>
          <p:nvPr/>
        </p:nvSpPr>
        <p:spPr>
          <a:xfrm>
            <a:off x="9996984" y="6356350"/>
            <a:ext cx="2195015" cy="428625"/>
          </a:xfrm>
          <a:prstGeom prst="rect">
            <a:avLst/>
          </a:prstGeom>
          <a:gradFill flip="none" rotWithShape="1">
            <a:gsLst>
              <a:gs pos="0">
                <a:schemeClr val="accent1">
                  <a:lumMod val="50000"/>
                </a:schemeClr>
              </a:gs>
              <a:gs pos="50000">
                <a:schemeClr val="tx2">
                  <a:lumMod val="60000"/>
                  <a:lumOff val="40000"/>
                  <a:tint val="44500"/>
                  <a:satMod val="160000"/>
                </a:schemeClr>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D830450-952B-A30C-4F41-6C6B637421F2}"/>
              </a:ext>
            </a:extLst>
          </p:cNvPr>
          <p:cNvSpPr/>
          <p:nvPr/>
        </p:nvSpPr>
        <p:spPr>
          <a:xfrm>
            <a:off x="0" y="6685181"/>
            <a:ext cx="12192000" cy="4571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Slide Number Placeholder 3">
            <a:extLst>
              <a:ext uri="{FF2B5EF4-FFF2-40B4-BE49-F238E27FC236}">
                <a16:creationId xmlns:a16="http://schemas.microsoft.com/office/drawing/2014/main" id="{94EACC90-F41C-49B4-4A11-6365CBB90133}"/>
              </a:ext>
            </a:extLst>
          </p:cNvPr>
          <p:cNvSpPr>
            <a:spLocks noGrp="1"/>
          </p:cNvSpPr>
          <p:nvPr>
            <p:ph type="sldNum" sz="quarter" idx="12"/>
          </p:nvPr>
        </p:nvSpPr>
        <p:spPr>
          <a:xfrm>
            <a:off x="8610600" y="6356350"/>
            <a:ext cx="2743200" cy="365125"/>
          </a:xfrm>
        </p:spPr>
        <p:txBody>
          <a:bodyPr>
            <a:normAutofit/>
          </a:bodyPr>
          <a:lstStyle/>
          <a:p>
            <a:fld id="{B789AA32-48A6-4E3B-907A-585A7BC180FF}" type="slidenum">
              <a:rPr lang="en-US" sz="1600" smtClean="0">
                <a:solidFill>
                  <a:schemeClr val="tx1"/>
                </a:solidFill>
                <a:latin typeface="Arial" panose="020B0604020202020204" pitchFamily="34" charset="0"/>
                <a:cs typeface="Arial" panose="020B0604020202020204" pitchFamily="34" charset="0"/>
              </a:rPr>
              <a:t>19</a:t>
            </a:fld>
            <a:endParaRPr lang="en-US"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79338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TM04033917[[fn=Berlin]]</Template>
  <TotalTime>200781</TotalTime>
  <Words>1061</Words>
  <Application>Microsoft Office PowerPoint</Application>
  <PresentationFormat>Widescreen</PresentationFormat>
  <Paragraphs>173</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On one 05/07/2020</dc:title>
  <dc:creator>Jonathan Ouimet</dc:creator>
  <cp:lastModifiedBy>Jonathan Ouimet</cp:lastModifiedBy>
  <cp:revision>1330</cp:revision>
  <dcterms:created xsi:type="dcterms:W3CDTF">2020-05-07T13:25:50Z</dcterms:created>
  <dcterms:modified xsi:type="dcterms:W3CDTF">2025-01-16T18:31:40Z</dcterms:modified>
</cp:coreProperties>
</file>