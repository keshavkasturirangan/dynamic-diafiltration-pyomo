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28" r:id="rId1"/>
    <p:sldMasterId id="2147483841" r:id="rId2"/>
  </p:sldMasterIdLst>
  <p:notesMasterIdLst>
    <p:notesMasterId r:id="rId18"/>
  </p:notesMasterIdLst>
  <p:sldIdLst>
    <p:sldId id="257" r:id="rId3"/>
    <p:sldId id="758" r:id="rId4"/>
    <p:sldId id="854" r:id="rId5"/>
    <p:sldId id="855" r:id="rId6"/>
    <p:sldId id="856" r:id="rId7"/>
    <p:sldId id="760" r:id="rId8"/>
    <p:sldId id="858" r:id="rId9"/>
    <p:sldId id="851" r:id="rId10"/>
    <p:sldId id="857" r:id="rId11"/>
    <p:sldId id="853" r:id="rId12"/>
    <p:sldId id="762" r:id="rId13"/>
    <p:sldId id="756" r:id="rId14"/>
    <p:sldId id="759" r:id="rId15"/>
    <p:sldId id="754" r:id="rId16"/>
    <p:sldId id="757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nathan Ouimet" initials="JO" lastIdx="3" clrIdx="0">
    <p:extLst>
      <p:ext uri="{19B8F6BF-5375-455C-9EA6-DF929625EA0E}">
        <p15:presenceInfo xmlns:p15="http://schemas.microsoft.com/office/powerpoint/2012/main" userId="0df71b1541b2dab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F00FF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F85E879-D9DC-4DEA-817A-B24B51BA85F2}" v="1455" dt="2026-03-18T13:48:45.844"/>
    <p1510:client id="{EBDBBA99-AEC0-4959-84DB-E4145605E1D1}" v="184" dt="2026-03-18T00:49:47.9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336" autoAdjust="0"/>
    <p:restoredTop sz="94980" autoAdjust="0"/>
  </p:normalViewPr>
  <p:slideViewPr>
    <p:cSldViewPr>
      <p:cViewPr varScale="1">
        <p:scale>
          <a:sx n="75" d="100"/>
          <a:sy n="75" d="100"/>
        </p:scale>
        <p:origin x="965" y="2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2442"/>
    </p:cViewPr>
  </p:sorterViewPr>
  <p:notesViewPr>
    <p:cSldViewPr>
      <p:cViewPr varScale="1">
        <p:scale>
          <a:sx n="63" d="100"/>
          <a:sy n="63" d="100"/>
        </p:scale>
        <p:origin x="3197" y="3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commentAuthors" Target="commentAuthor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urianne Estrada" userId="877d0e272dd2d022" providerId="LiveId" clId="{040CF046-855B-40D4-AA10-B18205945E28}"/>
    <pc:docChg chg="undo custSel addSld delSld modSld sldOrd">
      <pc:chgData name="Laurianne Estrada" userId="877d0e272dd2d022" providerId="LiveId" clId="{040CF046-855B-40D4-AA10-B18205945E28}" dt="2026-03-18T13:48:45.844" v="8023" actId="20577"/>
      <pc:docMkLst>
        <pc:docMk/>
      </pc:docMkLst>
      <pc:sldChg chg="modSp">
        <pc:chgData name="Laurianne Estrada" userId="877d0e272dd2d022" providerId="LiveId" clId="{040CF046-855B-40D4-AA10-B18205945E28}" dt="2026-03-17T18:33:27.339" v="4767" actId="1076"/>
        <pc:sldMkLst>
          <pc:docMk/>
          <pc:sldMk cId="3559804124" sldId="756"/>
        </pc:sldMkLst>
        <pc:picChg chg="mod">
          <ac:chgData name="Laurianne Estrada" userId="877d0e272dd2d022" providerId="LiveId" clId="{040CF046-855B-40D4-AA10-B18205945E28}" dt="2026-03-17T18:33:27.339" v="4767" actId="1076"/>
          <ac:picMkLst>
            <pc:docMk/>
            <pc:sldMk cId="3559804124" sldId="756"/>
            <ac:picMk id="5" creationId="{A816B6E2-3E4C-AE09-CD0A-161B5E1A8204}"/>
          </ac:picMkLst>
        </pc:picChg>
      </pc:sldChg>
      <pc:sldChg chg="addSp modSp mod">
        <pc:chgData name="Laurianne Estrada" userId="877d0e272dd2d022" providerId="LiveId" clId="{040CF046-855B-40D4-AA10-B18205945E28}" dt="2026-03-17T19:58:52.502" v="7988" actId="1076"/>
        <pc:sldMkLst>
          <pc:docMk/>
          <pc:sldMk cId="530928000" sldId="757"/>
        </pc:sldMkLst>
        <pc:spChg chg="add mod">
          <ac:chgData name="Laurianne Estrada" userId="877d0e272dd2d022" providerId="LiveId" clId="{040CF046-855B-40D4-AA10-B18205945E28}" dt="2026-03-17T19:58:49.129" v="7987" actId="14100"/>
          <ac:spMkLst>
            <pc:docMk/>
            <pc:sldMk cId="530928000" sldId="757"/>
            <ac:spMk id="3" creationId="{E5A521D7-F1CD-AFC0-82B9-5D3923EBD27B}"/>
          </ac:spMkLst>
        </pc:spChg>
        <pc:spChg chg="mod">
          <ac:chgData name="Laurianne Estrada" userId="877d0e272dd2d022" providerId="LiveId" clId="{040CF046-855B-40D4-AA10-B18205945E28}" dt="2026-03-17T19:57:31.972" v="7813" actId="1076"/>
          <ac:spMkLst>
            <pc:docMk/>
            <pc:sldMk cId="530928000" sldId="757"/>
            <ac:spMk id="5" creationId="{A0E5AD82-3A44-8E1F-531B-42D5F0D41758}"/>
          </ac:spMkLst>
        </pc:spChg>
        <pc:spChg chg="mod">
          <ac:chgData name="Laurianne Estrada" userId="877d0e272dd2d022" providerId="LiveId" clId="{040CF046-855B-40D4-AA10-B18205945E28}" dt="2026-03-17T19:57:31.972" v="7813" actId="1076"/>
          <ac:spMkLst>
            <pc:docMk/>
            <pc:sldMk cId="530928000" sldId="757"/>
            <ac:spMk id="7" creationId="{36997622-F632-FDC2-887B-E99203C65F59}"/>
          </ac:spMkLst>
        </pc:spChg>
        <pc:spChg chg="mod">
          <ac:chgData name="Laurianne Estrada" userId="877d0e272dd2d022" providerId="LiveId" clId="{040CF046-855B-40D4-AA10-B18205945E28}" dt="2026-03-17T19:57:31.972" v="7813" actId="1076"/>
          <ac:spMkLst>
            <pc:docMk/>
            <pc:sldMk cId="530928000" sldId="757"/>
            <ac:spMk id="9" creationId="{2D03AB25-A785-9784-C82C-2E73BA027D2E}"/>
          </ac:spMkLst>
        </pc:spChg>
        <pc:grpChg chg="mod">
          <ac:chgData name="Laurianne Estrada" userId="877d0e272dd2d022" providerId="LiveId" clId="{040CF046-855B-40D4-AA10-B18205945E28}" dt="2026-03-17T19:57:31.972" v="7813" actId="1076"/>
          <ac:grpSpMkLst>
            <pc:docMk/>
            <pc:sldMk cId="530928000" sldId="757"/>
            <ac:grpSpMk id="17" creationId="{213632E9-9B04-7065-4BB2-E3DB0A875364}"/>
          </ac:grpSpMkLst>
        </pc:grpChg>
        <pc:graphicFrameChg chg="add mod">
          <ac:chgData name="Laurianne Estrada" userId="877d0e272dd2d022" providerId="LiveId" clId="{040CF046-855B-40D4-AA10-B18205945E28}" dt="2026-03-17T19:58:52.502" v="7988" actId="1076"/>
          <ac:graphicFrameMkLst>
            <pc:docMk/>
            <pc:sldMk cId="530928000" sldId="757"/>
            <ac:graphicFrameMk id="6" creationId="{F7F0E3E1-FE52-679B-197B-890D3649B6E5}"/>
          </ac:graphicFrameMkLst>
        </pc:graphicFrameChg>
      </pc:sldChg>
      <pc:sldChg chg="addSp delSp modSp mod">
        <pc:chgData name="Laurianne Estrada" userId="877d0e272dd2d022" providerId="LiveId" clId="{040CF046-855B-40D4-AA10-B18205945E28}" dt="2026-03-17T19:41:29.023" v="6903"/>
        <pc:sldMkLst>
          <pc:docMk/>
          <pc:sldMk cId="1122933745" sldId="758"/>
        </pc:sldMkLst>
        <pc:spChg chg="mod">
          <ac:chgData name="Laurianne Estrada" userId="877d0e272dd2d022" providerId="LiveId" clId="{040CF046-855B-40D4-AA10-B18205945E28}" dt="2026-03-17T18:45:07.462" v="5235" actId="1076"/>
          <ac:spMkLst>
            <pc:docMk/>
            <pc:sldMk cId="1122933745" sldId="758"/>
            <ac:spMk id="5" creationId="{E042DE29-068C-84CD-F179-A91D2FEF1D65}"/>
          </ac:spMkLst>
        </pc:spChg>
        <pc:spChg chg="add mod">
          <ac:chgData name="Laurianne Estrada" userId="877d0e272dd2d022" providerId="LiveId" clId="{040CF046-855B-40D4-AA10-B18205945E28}" dt="2026-03-17T19:41:24.761" v="6901" actId="1076"/>
          <ac:spMkLst>
            <pc:docMk/>
            <pc:sldMk cId="1122933745" sldId="758"/>
            <ac:spMk id="7" creationId="{5836377A-162F-BDB9-BDF0-63EE37D318CB}"/>
          </ac:spMkLst>
        </pc:spChg>
        <pc:spChg chg="add del mod">
          <ac:chgData name="Laurianne Estrada" userId="877d0e272dd2d022" providerId="LiveId" clId="{040CF046-855B-40D4-AA10-B18205945E28}" dt="2026-03-17T19:41:29.023" v="6903"/>
          <ac:spMkLst>
            <pc:docMk/>
            <pc:sldMk cId="1122933745" sldId="758"/>
            <ac:spMk id="8" creationId="{7ACE1AC5-77C6-C50E-EF0D-FC65DF8BD297}"/>
          </ac:spMkLst>
        </pc:spChg>
        <pc:graphicFrameChg chg="del">
          <ac:chgData name="Laurianne Estrada" userId="877d0e272dd2d022" providerId="LiveId" clId="{040CF046-855B-40D4-AA10-B18205945E28}" dt="2026-03-17T18:36:13.335" v="4797" actId="478"/>
          <ac:graphicFrameMkLst>
            <pc:docMk/>
            <pc:sldMk cId="1122933745" sldId="758"/>
            <ac:graphicFrameMk id="3" creationId="{B9CFA32C-5FA1-3250-A91E-6344D30E2546}"/>
          </ac:graphicFrameMkLst>
        </pc:graphicFrameChg>
        <pc:graphicFrameChg chg="add mod ord modGraphic">
          <ac:chgData name="Laurianne Estrada" userId="877d0e272dd2d022" providerId="LiveId" clId="{040CF046-855B-40D4-AA10-B18205945E28}" dt="2026-03-17T19:41:10.250" v="6894" actId="171"/>
          <ac:graphicFrameMkLst>
            <pc:docMk/>
            <pc:sldMk cId="1122933745" sldId="758"/>
            <ac:graphicFrameMk id="6" creationId="{822E9F58-920B-FD81-15B7-681AD1AF5429}"/>
          </ac:graphicFrameMkLst>
        </pc:graphicFrameChg>
      </pc:sldChg>
      <pc:sldChg chg="modSp mod">
        <pc:chgData name="Laurianne Estrada" userId="877d0e272dd2d022" providerId="LiveId" clId="{040CF046-855B-40D4-AA10-B18205945E28}" dt="2026-03-17T18:35:37.612" v="4795" actId="12789"/>
        <pc:sldMkLst>
          <pc:docMk/>
          <pc:sldMk cId="184267417" sldId="759"/>
        </pc:sldMkLst>
        <pc:spChg chg="mod">
          <ac:chgData name="Laurianne Estrada" userId="877d0e272dd2d022" providerId="LiveId" clId="{040CF046-855B-40D4-AA10-B18205945E28}" dt="2026-03-17T18:35:37.612" v="4795" actId="12789"/>
          <ac:spMkLst>
            <pc:docMk/>
            <pc:sldMk cId="184267417" sldId="759"/>
            <ac:spMk id="11" creationId="{CC9CC379-E9E7-CB25-E349-4FFC57B2B80C}"/>
          </ac:spMkLst>
        </pc:spChg>
        <pc:spChg chg="mod">
          <ac:chgData name="Laurianne Estrada" userId="877d0e272dd2d022" providerId="LiveId" clId="{040CF046-855B-40D4-AA10-B18205945E28}" dt="2026-03-17T18:35:37.612" v="4795" actId="12789"/>
          <ac:spMkLst>
            <pc:docMk/>
            <pc:sldMk cId="184267417" sldId="759"/>
            <ac:spMk id="13" creationId="{AEC2925B-D4C7-6783-CD7B-0D0DA7FD2F08}"/>
          </ac:spMkLst>
        </pc:spChg>
        <pc:spChg chg="mod">
          <ac:chgData name="Laurianne Estrada" userId="877d0e272dd2d022" providerId="LiveId" clId="{040CF046-855B-40D4-AA10-B18205945E28}" dt="2026-03-17T18:35:07.366" v="4787" actId="12789"/>
          <ac:spMkLst>
            <pc:docMk/>
            <pc:sldMk cId="184267417" sldId="759"/>
            <ac:spMk id="35" creationId="{81C9DEA4-0BDF-BF11-D9B5-1320C3082336}"/>
          </ac:spMkLst>
        </pc:spChg>
        <pc:spChg chg="mod">
          <ac:chgData name="Laurianne Estrada" userId="877d0e272dd2d022" providerId="LiveId" clId="{040CF046-855B-40D4-AA10-B18205945E28}" dt="2026-03-17T18:35:09.042" v="4788" actId="408"/>
          <ac:spMkLst>
            <pc:docMk/>
            <pc:sldMk cId="184267417" sldId="759"/>
            <ac:spMk id="36" creationId="{FA9C159B-74FB-EFA6-C3C8-328F590985C0}"/>
          </ac:spMkLst>
        </pc:spChg>
        <pc:spChg chg="mod">
          <ac:chgData name="Laurianne Estrada" userId="877d0e272dd2d022" providerId="LiveId" clId="{040CF046-855B-40D4-AA10-B18205945E28}" dt="2026-03-17T18:35:07.366" v="4787" actId="12789"/>
          <ac:spMkLst>
            <pc:docMk/>
            <pc:sldMk cId="184267417" sldId="759"/>
            <ac:spMk id="37" creationId="{C8881C07-B892-7AFB-EC17-9026BFF250FF}"/>
          </ac:spMkLst>
        </pc:spChg>
        <pc:spChg chg="mod">
          <ac:chgData name="Laurianne Estrada" userId="877d0e272dd2d022" providerId="LiveId" clId="{040CF046-855B-40D4-AA10-B18205945E28}" dt="2026-03-17T18:35:14.494" v="4789" actId="12789"/>
          <ac:spMkLst>
            <pc:docMk/>
            <pc:sldMk cId="184267417" sldId="759"/>
            <ac:spMk id="38" creationId="{62E00DB2-16A0-9118-7F4A-77962D987C79}"/>
          </ac:spMkLst>
        </pc:spChg>
        <pc:spChg chg="mod">
          <ac:chgData name="Laurianne Estrada" userId="877d0e272dd2d022" providerId="LiveId" clId="{040CF046-855B-40D4-AA10-B18205945E28}" dt="2026-03-17T18:35:15.996" v="4790" actId="408"/>
          <ac:spMkLst>
            <pc:docMk/>
            <pc:sldMk cId="184267417" sldId="759"/>
            <ac:spMk id="39" creationId="{8B73070E-3186-E07D-81CE-647BFAEE0AE5}"/>
          </ac:spMkLst>
        </pc:spChg>
        <pc:spChg chg="mod">
          <ac:chgData name="Laurianne Estrada" userId="877d0e272dd2d022" providerId="LiveId" clId="{040CF046-855B-40D4-AA10-B18205945E28}" dt="2026-03-17T18:35:14.494" v="4789" actId="12789"/>
          <ac:spMkLst>
            <pc:docMk/>
            <pc:sldMk cId="184267417" sldId="759"/>
            <ac:spMk id="40" creationId="{0562CC86-ADE0-F4DB-791D-8FB6665DF1FE}"/>
          </ac:spMkLst>
        </pc:spChg>
        <pc:spChg chg="mod">
          <ac:chgData name="Laurianne Estrada" userId="877d0e272dd2d022" providerId="LiveId" clId="{040CF046-855B-40D4-AA10-B18205945E28}" dt="2026-03-17T18:35:29.367" v="4792" actId="12789"/>
          <ac:spMkLst>
            <pc:docMk/>
            <pc:sldMk cId="184267417" sldId="759"/>
            <ac:spMk id="41" creationId="{F8E548D6-C1DE-4451-474E-DC8E4C066832}"/>
          </ac:spMkLst>
        </pc:spChg>
        <pc:spChg chg="mod">
          <ac:chgData name="Laurianne Estrada" userId="877d0e272dd2d022" providerId="LiveId" clId="{040CF046-855B-40D4-AA10-B18205945E28}" dt="2026-03-17T18:35:30.606" v="4793" actId="408"/>
          <ac:spMkLst>
            <pc:docMk/>
            <pc:sldMk cId="184267417" sldId="759"/>
            <ac:spMk id="42" creationId="{E128F481-B36E-7998-933E-34E731DAA80B}"/>
          </ac:spMkLst>
        </pc:spChg>
        <pc:spChg chg="mod">
          <ac:chgData name="Laurianne Estrada" userId="877d0e272dd2d022" providerId="LiveId" clId="{040CF046-855B-40D4-AA10-B18205945E28}" dt="2026-03-17T18:35:29.367" v="4792" actId="12789"/>
          <ac:spMkLst>
            <pc:docMk/>
            <pc:sldMk cId="184267417" sldId="759"/>
            <ac:spMk id="43" creationId="{EB9E6639-0F4F-A4A2-FF3B-5BDBEEA0B95A}"/>
          </ac:spMkLst>
        </pc:spChg>
      </pc:sldChg>
      <pc:sldChg chg="addSp delSp modSp mod delAnim modAnim">
        <pc:chgData name="Laurianne Estrada" userId="877d0e272dd2d022" providerId="LiveId" clId="{040CF046-855B-40D4-AA10-B18205945E28}" dt="2026-03-17T19:48:57.184" v="7077" actId="20577"/>
        <pc:sldMkLst>
          <pc:docMk/>
          <pc:sldMk cId="245033426" sldId="760"/>
        </pc:sldMkLst>
        <pc:spChg chg="del">
          <ac:chgData name="Laurianne Estrada" userId="877d0e272dd2d022" providerId="LiveId" clId="{040CF046-855B-40D4-AA10-B18205945E28}" dt="2026-03-17T19:06:44.867" v="5885" actId="478"/>
          <ac:spMkLst>
            <pc:docMk/>
            <pc:sldMk cId="245033426" sldId="760"/>
            <ac:spMk id="7" creationId="{2E031469-B65B-5127-2F7A-B891E8ECB4A5}"/>
          </ac:spMkLst>
        </pc:spChg>
        <pc:spChg chg="add del mod">
          <ac:chgData name="Laurianne Estrada" userId="877d0e272dd2d022" providerId="LiveId" clId="{040CF046-855B-40D4-AA10-B18205945E28}" dt="2026-03-17T19:10:24.515" v="6068" actId="478"/>
          <ac:spMkLst>
            <pc:docMk/>
            <pc:sldMk cId="245033426" sldId="760"/>
            <ac:spMk id="10" creationId="{3E21233C-670F-07F4-4144-7C2334068306}"/>
          </ac:spMkLst>
        </pc:spChg>
        <pc:spChg chg="add mod">
          <ac:chgData name="Laurianne Estrada" userId="877d0e272dd2d022" providerId="LiveId" clId="{040CF046-855B-40D4-AA10-B18205945E28}" dt="2026-03-17T19:48:08.815" v="7053" actId="1035"/>
          <ac:spMkLst>
            <pc:docMk/>
            <pc:sldMk cId="245033426" sldId="760"/>
            <ac:spMk id="13" creationId="{829C4223-5CA5-9548-7561-D0991EFD574E}"/>
          </ac:spMkLst>
        </pc:spChg>
        <pc:spChg chg="add del mod">
          <ac:chgData name="Laurianne Estrada" userId="877d0e272dd2d022" providerId="LiveId" clId="{040CF046-855B-40D4-AA10-B18205945E28}" dt="2026-03-17T19:48:18.370" v="7060" actId="552"/>
          <ac:spMkLst>
            <pc:docMk/>
            <pc:sldMk cId="245033426" sldId="760"/>
            <ac:spMk id="14" creationId="{91427AB8-69AF-4332-C560-2FB56373ED5A}"/>
          </ac:spMkLst>
        </pc:spChg>
        <pc:spChg chg="mod">
          <ac:chgData name="Laurianne Estrada" userId="877d0e272dd2d022" providerId="LiveId" clId="{040CF046-855B-40D4-AA10-B18205945E28}" dt="2026-03-17T19:48:18.370" v="7060" actId="552"/>
          <ac:spMkLst>
            <pc:docMk/>
            <pc:sldMk cId="245033426" sldId="760"/>
            <ac:spMk id="16" creationId="{FBEF9A54-205E-22E9-39B8-8D9EA3379A1B}"/>
          </ac:spMkLst>
        </pc:spChg>
        <pc:spChg chg="add mod">
          <ac:chgData name="Laurianne Estrada" userId="877d0e272dd2d022" providerId="LiveId" clId="{040CF046-855B-40D4-AA10-B18205945E28}" dt="2026-03-17T19:48:18.370" v="7060" actId="552"/>
          <ac:spMkLst>
            <pc:docMk/>
            <pc:sldMk cId="245033426" sldId="760"/>
            <ac:spMk id="21" creationId="{683E10D1-1363-3621-EF2F-3827012A404E}"/>
          </ac:spMkLst>
        </pc:spChg>
        <pc:graphicFrameChg chg="add del mod modGraphic">
          <ac:chgData name="Laurianne Estrada" userId="877d0e272dd2d022" providerId="LiveId" clId="{040CF046-855B-40D4-AA10-B18205945E28}" dt="2026-03-17T19:06:40.409" v="5884" actId="478"/>
          <ac:graphicFrameMkLst>
            <pc:docMk/>
            <pc:sldMk cId="245033426" sldId="760"/>
            <ac:graphicFrameMk id="3" creationId="{D3B2FC96-8E0A-C54B-65D9-84E0EC464216}"/>
          </ac:graphicFrameMkLst>
        </pc:graphicFrameChg>
        <pc:graphicFrameChg chg="mod">
          <ac:chgData name="Laurianne Estrada" userId="877d0e272dd2d022" providerId="LiveId" clId="{040CF046-855B-40D4-AA10-B18205945E28}" dt="2026-03-17T19:24:42.449" v="6334" actId="1035"/>
          <ac:graphicFrameMkLst>
            <pc:docMk/>
            <pc:sldMk cId="245033426" sldId="760"/>
            <ac:graphicFrameMk id="5" creationId="{663B8BA2-82A7-91C5-E9DC-F5F63A31B615}"/>
          </ac:graphicFrameMkLst>
        </pc:graphicFrameChg>
        <pc:graphicFrameChg chg="del">
          <ac:chgData name="Laurianne Estrada" userId="877d0e272dd2d022" providerId="LiveId" clId="{040CF046-855B-40D4-AA10-B18205945E28}" dt="2026-03-17T19:06:44.867" v="5885" actId="478"/>
          <ac:graphicFrameMkLst>
            <pc:docMk/>
            <pc:sldMk cId="245033426" sldId="760"/>
            <ac:graphicFrameMk id="8" creationId="{C27E5B12-E81A-B64D-94B2-10303AE8832C}"/>
          </ac:graphicFrameMkLst>
        </pc:graphicFrameChg>
        <pc:graphicFrameChg chg="add del mod modGraphic">
          <ac:chgData name="Laurianne Estrada" userId="877d0e272dd2d022" providerId="LiveId" clId="{040CF046-855B-40D4-AA10-B18205945E28}" dt="2026-03-17T19:09:30.275" v="6030" actId="478"/>
          <ac:graphicFrameMkLst>
            <pc:docMk/>
            <pc:sldMk cId="245033426" sldId="760"/>
            <ac:graphicFrameMk id="11" creationId="{2F9F548B-431F-DE68-4DD6-92D5A48ECFF9}"/>
          </ac:graphicFrameMkLst>
        </pc:graphicFrameChg>
        <pc:graphicFrameChg chg="add mod modGraphic">
          <ac:chgData name="Laurianne Estrada" userId="877d0e272dd2d022" providerId="LiveId" clId="{040CF046-855B-40D4-AA10-B18205945E28}" dt="2026-03-17T19:48:57.184" v="7077" actId="20577"/>
          <ac:graphicFrameMkLst>
            <pc:docMk/>
            <pc:sldMk cId="245033426" sldId="760"/>
            <ac:graphicFrameMk id="12" creationId="{7B418F39-3A6E-0409-2C7B-9BD2D81C0E39}"/>
          </ac:graphicFrameMkLst>
        </pc:graphicFrameChg>
        <pc:cxnChg chg="add del">
          <ac:chgData name="Laurianne Estrada" userId="877d0e272dd2d022" providerId="LiveId" clId="{040CF046-855B-40D4-AA10-B18205945E28}" dt="2026-03-17T19:06:52.359" v="5891" actId="478"/>
          <ac:cxnSpMkLst>
            <pc:docMk/>
            <pc:sldMk cId="245033426" sldId="760"/>
            <ac:cxnSpMk id="15" creationId="{2D772DE8-FB6E-47B9-9605-49058CC00DFD}"/>
          </ac:cxnSpMkLst>
        </pc:cxnChg>
      </pc:sldChg>
      <pc:sldChg chg="del">
        <pc:chgData name="Laurianne Estrada" userId="877d0e272dd2d022" providerId="LiveId" clId="{040CF046-855B-40D4-AA10-B18205945E28}" dt="2026-03-17T19:17:55.834" v="6233" actId="2696"/>
        <pc:sldMkLst>
          <pc:docMk/>
          <pc:sldMk cId="501976108" sldId="761"/>
        </pc:sldMkLst>
      </pc:sldChg>
      <pc:sldChg chg="addSp delSp modSp mod ord delAnim modAnim">
        <pc:chgData name="Laurianne Estrada" userId="877d0e272dd2d022" providerId="LiveId" clId="{040CF046-855B-40D4-AA10-B18205945E28}" dt="2026-03-17T19:56:46.313" v="7801"/>
        <pc:sldMkLst>
          <pc:docMk/>
          <pc:sldMk cId="858915133" sldId="762"/>
        </pc:sldMkLst>
        <pc:spChg chg="add del mod">
          <ac:chgData name="Laurianne Estrada" userId="877d0e272dd2d022" providerId="LiveId" clId="{040CF046-855B-40D4-AA10-B18205945E28}" dt="2026-03-17T19:56:46.313" v="7801"/>
          <ac:spMkLst>
            <pc:docMk/>
            <pc:sldMk cId="858915133" sldId="762"/>
            <ac:spMk id="3" creationId="{43095C34-F9F0-85C7-FBCE-2B01AAC6306C}"/>
          </ac:spMkLst>
        </pc:spChg>
        <pc:spChg chg="del">
          <ac:chgData name="Laurianne Estrada" userId="877d0e272dd2d022" providerId="LiveId" clId="{040CF046-855B-40D4-AA10-B18205945E28}" dt="2026-03-17T19:49:25.986" v="7078" actId="478"/>
          <ac:spMkLst>
            <pc:docMk/>
            <pc:sldMk cId="858915133" sldId="762"/>
            <ac:spMk id="3" creationId="{9C30F6DC-DAE9-53B1-1708-B77E8FE6CC1E}"/>
          </ac:spMkLst>
        </pc:spChg>
        <pc:spChg chg="add mod">
          <ac:chgData name="Laurianne Estrada" userId="877d0e272dd2d022" providerId="LiveId" clId="{040CF046-855B-40D4-AA10-B18205945E28}" dt="2026-03-17T19:56:43.852" v="7799" actId="14100"/>
          <ac:spMkLst>
            <pc:docMk/>
            <pc:sldMk cId="858915133" sldId="762"/>
            <ac:spMk id="5" creationId="{591BFFDD-8E8F-C6C4-2437-DEB678C76A6F}"/>
          </ac:spMkLst>
        </pc:spChg>
        <pc:spChg chg="del">
          <ac:chgData name="Laurianne Estrada" userId="877d0e272dd2d022" providerId="LiveId" clId="{040CF046-855B-40D4-AA10-B18205945E28}" dt="2026-03-17T19:49:25.986" v="7078" actId="478"/>
          <ac:spMkLst>
            <pc:docMk/>
            <pc:sldMk cId="858915133" sldId="762"/>
            <ac:spMk id="6" creationId="{4C7F1CDB-E90D-8A81-7D03-19C7C877AA44}"/>
          </ac:spMkLst>
        </pc:spChg>
        <pc:spChg chg="mod">
          <ac:chgData name="Laurianne Estrada" userId="877d0e272dd2d022" providerId="LiveId" clId="{040CF046-855B-40D4-AA10-B18205945E28}" dt="2026-03-17T19:54:54.126" v="7531" actId="20577"/>
          <ac:spMkLst>
            <pc:docMk/>
            <pc:sldMk cId="858915133" sldId="762"/>
            <ac:spMk id="7" creationId="{DA4E94F3-D3AB-AC88-1B5E-A74272E6A748}"/>
          </ac:spMkLst>
        </pc:spChg>
        <pc:spChg chg="del">
          <ac:chgData name="Laurianne Estrada" userId="877d0e272dd2d022" providerId="LiveId" clId="{040CF046-855B-40D4-AA10-B18205945E28}" dt="2026-03-17T19:49:25.986" v="7078" actId="478"/>
          <ac:spMkLst>
            <pc:docMk/>
            <pc:sldMk cId="858915133" sldId="762"/>
            <ac:spMk id="8" creationId="{FA56EDCA-35C8-D281-94F5-1968DFB57C2E}"/>
          </ac:spMkLst>
        </pc:spChg>
        <pc:spChg chg="del">
          <ac:chgData name="Laurianne Estrada" userId="877d0e272dd2d022" providerId="LiveId" clId="{040CF046-855B-40D4-AA10-B18205945E28}" dt="2026-03-17T19:49:25.986" v="7078" actId="478"/>
          <ac:spMkLst>
            <pc:docMk/>
            <pc:sldMk cId="858915133" sldId="762"/>
            <ac:spMk id="9" creationId="{519D404D-648A-F90E-BAAF-452C5587F8A8}"/>
          </ac:spMkLst>
        </pc:spChg>
        <pc:spChg chg="del">
          <ac:chgData name="Laurianne Estrada" userId="877d0e272dd2d022" providerId="LiveId" clId="{040CF046-855B-40D4-AA10-B18205945E28}" dt="2026-03-17T19:49:25.986" v="7078" actId="478"/>
          <ac:spMkLst>
            <pc:docMk/>
            <pc:sldMk cId="858915133" sldId="762"/>
            <ac:spMk id="10" creationId="{15532952-C94F-BCD3-7009-DC9D62B2FDE9}"/>
          </ac:spMkLst>
        </pc:spChg>
        <pc:spChg chg="del">
          <ac:chgData name="Laurianne Estrada" userId="877d0e272dd2d022" providerId="LiveId" clId="{040CF046-855B-40D4-AA10-B18205945E28}" dt="2026-03-17T19:49:28.111" v="7079" actId="478"/>
          <ac:spMkLst>
            <pc:docMk/>
            <pc:sldMk cId="858915133" sldId="762"/>
            <ac:spMk id="11" creationId="{EC91BCA3-CF53-11CB-DB9E-B3B522656F32}"/>
          </ac:spMkLst>
        </pc:spChg>
        <pc:spChg chg="del">
          <ac:chgData name="Laurianne Estrada" userId="877d0e272dd2d022" providerId="LiveId" clId="{040CF046-855B-40D4-AA10-B18205945E28}" dt="2026-03-17T19:49:25.986" v="7078" actId="478"/>
          <ac:spMkLst>
            <pc:docMk/>
            <pc:sldMk cId="858915133" sldId="762"/>
            <ac:spMk id="13" creationId="{A6357F6D-5F69-4657-AE09-EAE86D9E5620}"/>
          </ac:spMkLst>
        </pc:spChg>
        <pc:spChg chg="del mod">
          <ac:chgData name="Laurianne Estrada" userId="877d0e272dd2d022" providerId="LiveId" clId="{040CF046-855B-40D4-AA10-B18205945E28}" dt="2026-03-17T19:49:25.986" v="7078" actId="478"/>
          <ac:spMkLst>
            <pc:docMk/>
            <pc:sldMk cId="858915133" sldId="762"/>
            <ac:spMk id="14" creationId="{8E0180C1-2852-9C53-AE93-19E67A03A099}"/>
          </ac:spMkLst>
        </pc:spChg>
        <pc:spChg chg="add mod">
          <ac:chgData name="Laurianne Estrada" userId="877d0e272dd2d022" providerId="LiveId" clId="{040CF046-855B-40D4-AA10-B18205945E28}" dt="2026-03-17T19:55:13.438" v="7551" actId="1076"/>
          <ac:spMkLst>
            <pc:docMk/>
            <pc:sldMk cId="858915133" sldId="762"/>
            <ac:spMk id="16" creationId="{2060A3AB-1570-E7B3-A02D-3E9AE06E6C54}"/>
          </ac:spMkLst>
        </pc:spChg>
        <pc:graphicFrameChg chg="del">
          <ac:chgData name="Laurianne Estrada" userId="877d0e272dd2d022" providerId="LiveId" clId="{040CF046-855B-40D4-AA10-B18205945E28}" dt="2026-03-17T19:49:25.986" v="7078" actId="478"/>
          <ac:graphicFrameMkLst>
            <pc:docMk/>
            <pc:sldMk cId="858915133" sldId="762"/>
            <ac:graphicFrameMk id="5" creationId="{ABEEB782-B1BC-A145-ED5E-8D8595E6600C}"/>
          </ac:graphicFrameMkLst>
        </pc:graphicFrameChg>
        <pc:cxnChg chg="del">
          <ac:chgData name="Laurianne Estrada" userId="877d0e272dd2d022" providerId="LiveId" clId="{040CF046-855B-40D4-AA10-B18205945E28}" dt="2026-03-17T19:49:28.111" v="7079" actId="478"/>
          <ac:cxnSpMkLst>
            <pc:docMk/>
            <pc:sldMk cId="858915133" sldId="762"/>
            <ac:cxnSpMk id="12" creationId="{3C108061-B826-49E1-BB64-3E31AEB47752}"/>
          </ac:cxnSpMkLst>
        </pc:cxnChg>
      </pc:sldChg>
      <pc:sldChg chg="add del">
        <pc:chgData name="Laurianne Estrada" userId="877d0e272dd2d022" providerId="LiveId" clId="{040CF046-855B-40D4-AA10-B18205945E28}" dt="2026-03-17T19:41:33.503" v="6904" actId="2696"/>
        <pc:sldMkLst>
          <pc:docMk/>
          <pc:sldMk cId="2788170437" sldId="849"/>
        </pc:sldMkLst>
      </pc:sldChg>
      <pc:sldChg chg="add del">
        <pc:chgData name="Laurianne Estrada" userId="877d0e272dd2d022" providerId="LiveId" clId="{040CF046-855B-40D4-AA10-B18205945E28}" dt="2026-03-17T19:41:41.467" v="6905" actId="2696"/>
        <pc:sldMkLst>
          <pc:docMk/>
          <pc:sldMk cId="2216436222" sldId="850"/>
        </pc:sldMkLst>
      </pc:sldChg>
      <pc:sldChg chg="delSp add mod">
        <pc:chgData name="Laurianne Estrada" userId="877d0e272dd2d022" providerId="LiveId" clId="{040CF046-855B-40D4-AA10-B18205945E28}" dt="2026-03-17T19:59:00.096" v="7990" actId="478"/>
        <pc:sldMkLst>
          <pc:docMk/>
          <pc:sldMk cId="3742172201" sldId="851"/>
        </pc:sldMkLst>
        <pc:spChg chg="del">
          <ac:chgData name="Laurianne Estrada" userId="877d0e272dd2d022" providerId="LiveId" clId="{040CF046-855B-40D4-AA10-B18205945E28}" dt="2026-03-17T19:58:59.186" v="7989" actId="478"/>
          <ac:spMkLst>
            <pc:docMk/>
            <pc:sldMk cId="3742172201" sldId="851"/>
            <ac:spMk id="3" creationId="{076633E5-DD71-EC9B-1863-C4972AE3060B}"/>
          </ac:spMkLst>
        </pc:spChg>
        <pc:spChg chg="del">
          <ac:chgData name="Laurianne Estrada" userId="877d0e272dd2d022" providerId="LiveId" clId="{040CF046-855B-40D4-AA10-B18205945E28}" dt="2026-03-17T19:59:00.096" v="7990" actId="478"/>
          <ac:spMkLst>
            <pc:docMk/>
            <pc:sldMk cId="3742172201" sldId="851"/>
            <ac:spMk id="5" creationId="{9574B9E7-EDF7-1E65-8613-F18AFCA2B8FD}"/>
          </ac:spMkLst>
        </pc:spChg>
        <pc:picChg chg="del">
          <ac:chgData name="Laurianne Estrada" userId="877d0e272dd2d022" providerId="LiveId" clId="{040CF046-855B-40D4-AA10-B18205945E28}" dt="2026-03-17T19:58:59.186" v="7989" actId="478"/>
          <ac:picMkLst>
            <pc:docMk/>
            <pc:sldMk cId="3742172201" sldId="851"/>
            <ac:picMk id="18" creationId="{65EA1DF9-1C18-880B-3E41-04753DFBC694}"/>
          </ac:picMkLst>
        </pc:picChg>
        <pc:picChg chg="del">
          <ac:chgData name="Laurianne Estrada" userId="877d0e272dd2d022" providerId="LiveId" clId="{040CF046-855B-40D4-AA10-B18205945E28}" dt="2026-03-17T19:58:59.186" v="7989" actId="478"/>
          <ac:picMkLst>
            <pc:docMk/>
            <pc:sldMk cId="3742172201" sldId="851"/>
            <ac:picMk id="19" creationId="{0D670275-09F6-1C5F-8AC1-FB1AEEF8B7F7}"/>
          </ac:picMkLst>
        </pc:picChg>
      </pc:sldChg>
      <pc:sldChg chg="add del">
        <pc:chgData name="Laurianne Estrada" userId="877d0e272dd2d022" providerId="LiveId" clId="{040CF046-855B-40D4-AA10-B18205945E28}" dt="2026-03-17T19:56:54.799" v="7802" actId="2696"/>
        <pc:sldMkLst>
          <pc:docMk/>
          <pc:sldMk cId="2214955714" sldId="852"/>
        </pc:sldMkLst>
      </pc:sldChg>
      <pc:sldChg chg="delSp add mod">
        <pc:chgData name="Laurianne Estrada" userId="877d0e272dd2d022" providerId="LiveId" clId="{040CF046-855B-40D4-AA10-B18205945E28}" dt="2026-03-17T19:59:04.008" v="7993" actId="478"/>
        <pc:sldMkLst>
          <pc:docMk/>
          <pc:sldMk cId="2021052808" sldId="853"/>
        </pc:sldMkLst>
        <pc:spChg chg="del">
          <ac:chgData name="Laurianne Estrada" userId="877d0e272dd2d022" providerId="LiveId" clId="{040CF046-855B-40D4-AA10-B18205945E28}" dt="2026-03-17T19:59:02.996" v="7991" actId="478"/>
          <ac:spMkLst>
            <pc:docMk/>
            <pc:sldMk cId="2021052808" sldId="853"/>
            <ac:spMk id="7" creationId="{FAA55168-7E5F-D65A-D478-76679C1A8AC5}"/>
          </ac:spMkLst>
        </pc:spChg>
        <pc:spChg chg="del">
          <ac:chgData name="Laurianne Estrada" userId="877d0e272dd2d022" providerId="LiveId" clId="{040CF046-855B-40D4-AA10-B18205945E28}" dt="2026-03-17T19:59:02.996" v="7991" actId="478"/>
          <ac:spMkLst>
            <pc:docMk/>
            <pc:sldMk cId="2021052808" sldId="853"/>
            <ac:spMk id="9" creationId="{22E6B8F7-F81B-28F2-4E23-52DEA0165970}"/>
          </ac:spMkLst>
        </pc:spChg>
        <pc:picChg chg="del">
          <ac:chgData name="Laurianne Estrada" userId="877d0e272dd2d022" providerId="LiveId" clId="{040CF046-855B-40D4-AA10-B18205945E28}" dt="2026-03-17T19:59:02.996" v="7991" actId="478"/>
          <ac:picMkLst>
            <pc:docMk/>
            <pc:sldMk cId="2021052808" sldId="853"/>
            <ac:picMk id="5" creationId="{EACC1A62-C261-16EE-9B49-1D18CD136A42}"/>
          </ac:picMkLst>
        </pc:picChg>
        <pc:picChg chg="del">
          <ac:chgData name="Laurianne Estrada" userId="877d0e272dd2d022" providerId="LiveId" clId="{040CF046-855B-40D4-AA10-B18205945E28}" dt="2026-03-17T19:59:04.008" v="7993" actId="478"/>
          <ac:picMkLst>
            <pc:docMk/>
            <pc:sldMk cId="2021052808" sldId="853"/>
            <ac:picMk id="6" creationId="{161217CC-501C-8587-D599-15D5B25F5810}"/>
          </ac:picMkLst>
        </pc:picChg>
        <pc:picChg chg="del">
          <ac:chgData name="Laurianne Estrada" userId="877d0e272dd2d022" providerId="LiveId" clId="{040CF046-855B-40D4-AA10-B18205945E28}" dt="2026-03-17T19:59:03.601" v="7992" actId="478"/>
          <ac:picMkLst>
            <pc:docMk/>
            <pc:sldMk cId="2021052808" sldId="853"/>
            <ac:picMk id="10" creationId="{A2678D38-342C-711B-E0EE-09F397BD9C5B}"/>
          </ac:picMkLst>
        </pc:picChg>
        <pc:picChg chg="del">
          <ac:chgData name="Laurianne Estrada" userId="877d0e272dd2d022" providerId="LiveId" clId="{040CF046-855B-40D4-AA10-B18205945E28}" dt="2026-03-17T19:59:02.996" v="7991" actId="478"/>
          <ac:picMkLst>
            <pc:docMk/>
            <pc:sldMk cId="2021052808" sldId="853"/>
            <ac:picMk id="11" creationId="{815FE7DA-783A-705D-6469-F63708982128}"/>
          </ac:picMkLst>
        </pc:picChg>
      </pc:sldChg>
      <pc:sldChg chg="addSp delSp modSp add mod">
        <pc:chgData name="Laurianne Estrada" userId="877d0e272dd2d022" providerId="LiveId" clId="{040CF046-855B-40D4-AA10-B18205945E28}" dt="2026-03-17T19:08:43.923" v="6011"/>
        <pc:sldMkLst>
          <pc:docMk/>
          <pc:sldMk cId="3113197599" sldId="854"/>
        </pc:sldMkLst>
        <pc:spChg chg="mod">
          <ac:chgData name="Laurianne Estrada" userId="877d0e272dd2d022" providerId="LiveId" clId="{040CF046-855B-40D4-AA10-B18205945E28}" dt="2026-03-17T18:51:56.541" v="5581" actId="1076"/>
          <ac:spMkLst>
            <pc:docMk/>
            <pc:sldMk cId="3113197599" sldId="854"/>
            <ac:spMk id="5" creationId="{BB1C296F-DB44-7259-55EC-1DAC2CF30042}"/>
          </ac:spMkLst>
        </pc:spChg>
        <pc:graphicFrameChg chg="mod modGraphic">
          <ac:chgData name="Laurianne Estrada" userId="877d0e272dd2d022" providerId="LiveId" clId="{040CF046-855B-40D4-AA10-B18205945E28}" dt="2026-03-17T19:08:43.923" v="6011"/>
          <ac:graphicFrameMkLst>
            <pc:docMk/>
            <pc:sldMk cId="3113197599" sldId="854"/>
            <ac:graphicFrameMk id="3" creationId="{F200628F-B191-EF7E-657D-96D1B1755EE6}"/>
          </ac:graphicFrameMkLst>
        </pc:graphicFrameChg>
        <pc:graphicFrameChg chg="add del mod modGraphic">
          <ac:chgData name="Laurianne Estrada" userId="877d0e272dd2d022" providerId="LiveId" clId="{040CF046-855B-40D4-AA10-B18205945E28}" dt="2026-03-17T18:51:32.451" v="5576" actId="21"/>
          <ac:graphicFrameMkLst>
            <pc:docMk/>
            <pc:sldMk cId="3113197599" sldId="854"/>
            <ac:graphicFrameMk id="6" creationId="{F7F0E3E1-FE52-679B-197B-890D3649B6E5}"/>
          </ac:graphicFrameMkLst>
        </pc:graphicFrameChg>
      </pc:sldChg>
      <pc:sldChg chg="addSp delSp modSp add mod addAnim delAnim modAnim">
        <pc:chgData name="Laurianne Estrada" userId="877d0e272dd2d022" providerId="LiveId" clId="{040CF046-855B-40D4-AA10-B18205945E28}" dt="2026-03-18T13:48:06.687" v="8015"/>
        <pc:sldMkLst>
          <pc:docMk/>
          <pc:sldMk cId="4087352502" sldId="855"/>
        </pc:sldMkLst>
        <pc:spChg chg="mod">
          <ac:chgData name="Laurianne Estrada" userId="877d0e272dd2d022" providerId="LiveId" clId="{040CF046-855B-40D4-AA10-B18205945E28}" dt="2026-03-17T19:04:52.593" v="5869" actId="1076"/>
          <ac:spMkLst>
            <pc:docMk/>
            <pc:sldMk cId="4087352502" sldId="855"/>
            <ac:spMk id="4" creationId="{BA0605B4-DC64-1D0D-0559-B1C0CA711640}"/>
          </ac:spMkLst>
        </pc:spChg>
        <pc:spChg chg="mod">
          <ac:chgData name="Laurianne Estrada" userId="877d0e272dd2d022" providerId="LiveId" clId="{040CF046-855B-40D4-AA10-B18205945E28}" dt="2026-03-17T19:25:26.107" v="6398" actId="1076"/>
          <ac:spMkLst>
            <pc:docMk/>
            <pc:sldMk cId="4087352502" sldId="855"/>
            <ac:spMk id="5" creationId="{CB983604-8654-FD94-6494-FD5908465EC8}"/>
          </ac:spMkLst>
        </pc:spChg>
        <pc:spChg chg="add mod">
          <ac:chgData name="Laurianne Estrada" userId="877d0e272dd2d022" providerId="LiveId" clId="{040CF046-855B-40D4-AA10-B18205945E28}" dt="2026-03-17T19:34:16.876" v="6680" actId="1076"/>
          <ac:spMkLst>
            <pc:docMk/>
            <pc:sldMk cId="4087352502" sldId="855"/>
            <ac:spMk id="6" creationId="{3CAC4063-6E7A-406F-ADBB-35D8D861DF6A}"/>
          </ac:spMkLst>
        </pc:spChg>
        <pc:spChg chg="add del mod">
          <ac:chgData name="Laurianne Estrada" userId="877d0e272dd2d022" providerId="LiveId" clId="{040CF046-855B-40D4-AA10-B18205945E28}" dt="2026-03-17T19:33:30.848" v="6663" actId="21"/>
          <ac:spMkLst>
            <pc:docMk/>
            <pc:sldMk cId="4087352502" sldId="855"/>
            <ac:spMk id="7" creationId="{7686CD24-8CAF-2373-B3C9-CA3EE44428D6}"/>
          </ac:spMkLst>
        </pc:spChg>
        <pc:spChg chg="add del mod">
          <ac:chgData name="Laurianne Estrada" userId="877d0e272dd2d022" providerId="LiveId" clId="{040CF046-855B-40D4-AA10-B18205945E28}" dt="2026-03-17T19:33:30.848" v="6663" actId="21"/>
          <ac:spMkLst>
            <pc:docMk/>
            <pc:sldMk cId="4087352502" sldId="855"/>
            <ac:spMk id="8" creationId="{2CC12FA0-EB44-7201-352D-8AFD876FCED1}"/>
          </ac:spMkLst>
        </pc:spChg>
        <pc:spChg chg="add del mod">
          <ac:chgData name="Laurianne Estrada" userId="877d0e272dd2d022" providerId="LiveId" clId="{040CF046-855B-40D4-AA10-B18205945E28}" dt="2026-03-17T19:33:30.848" v="6663" actId="21"/>
          <ac:spMkLst>
            <pc:docMk/>
            <pc:sldMk cId="4087352502" sldId="855"/>
            <ac:spMk id="9" creationId="{F31CDF75-CC85-D393-FDA7-51EA048EF9C2}"/>
          </ac:spMkLst>
        </pc:spChg>
        <pc:spChg chg="add del mod">
          <ac:chgData name="Laurianne Estrada" userId="877d0e272dd2d022" providerId="LiveId" clId="{040CF046-855B-40D4-AA10-B18205945E28}" dt="2026-03-17T19:33:30.848" v="6663" actId="21"/>
          <ac:spMkLst>
            <pc:docMk/>
            <pc:sldMk cId="4087352502" sldId="855"/>
            <ac:spMk id="10" creationId="{9347B28B-5DC7-1119-B6FE-93BA71A3FD8F}"/>
          </ac:spMkLst>
        </pc:spChg>
        <pc:spChg chg="add del mod">
          <ac:chgData name="Laurianne Estrada" userId="877d0e272dd2d022" providerId="LiveId" clId="{040CF046-855B-40D4-AA10-B18205945E28}" dt="2026-03-17T19:33:30.848" v="6663" actId="21"/>
          <ac:spMkLst>
            <pc:docMk/>
            <pc:sldMk cId="4087352502" sldId="855"/>
            <ac:spMk id="11" creationId="{E36BBA4D-F4B4-B0CD-46BC-206EA3A071C4}"/>
          </ac:spMkLst>
        </pc:spChg>
        <pc:spChg chg="add del mod">
          <ac:chgData name="Laurianne Estrada" userId="877d0e272dd2d022" providerId="LiveId" clId="{040CF046-855B-40D4-AA10-B18205945E28}" dt="2026-03-17T19:33:30.848" v="6663" actId="21"/>
          <ac:spMkLst>
            <pc:docMk/>
            <pc:sldMk cId="4087352502" sldId="855"/>
            <ac:spMk id="12" creationId="{9E9AD2EC-890F-0822-96DD-C3694F312E8A}"/>
          </ac:spMkLst>
        </pc:spChg>
        <pc:spChg chg="add del mod">
          <ac:chgData name="Laurianne Estrada" userId="877d0e272dd2d022" providerId="LiveId" clId="{040CF046-855B-40D4-AA10-B18205945E28}" dt="2026-03-17T19:33:30.848" v="6663" actId="21"/>
          <ac:spMkLst>
            <pc:docMk/>
            <pc:sldMk cId="4087352502" sldId="855"/>
            <ac:spMk id="13" creationId="{9BD3DC22-8103-3A91-53F7-6F30D098685C}"/>
          </ac:spMkLst>
        </pc:spChg>
        <pc:spChg chg="add del mod">
          <ac:chgData name="Laurianne Estrada" userId="877d0e272dd2d022" providerId="LiveId" clId="{040CF046-855B-40D4-AA10-B18205945E28}" dt="2026-03-17T18:59:55.706" v="5840" actId="478"/>
          <ac:spMkLst>
            <pc:docMk/>
            <pc:sldMk cId="4087352502" sldId="855"/>
            <ac:spMk id="14" creationId="{8287DBC9-31F7-D112-26CE-02E8850F2B62}"/>
          </ac:spMkLst>
        </pc:spChg>
        <pc:spChg chg="add del mod">
          <ac:chgData name="Laurianne Estrada" userId="877d0e272dd2d022" providerId="LiveId" clId="{040CF046-855B-40D4-AA10-B18205945E28}" dt="2026-03-17T19:00:05.204" v="5848" actId="478"/>
          <ac:spMkLst>
            <pc:docMk/>
            <pc:sldMk cId="4087352502" sldId="855"/>
            <ac:spMk id="15" creationId="{0DB36420-781B-951E-59F4-F6DA2731BBEC}"/>
          </ac:spMkLst>
        </pc:spChg>
        <pc:spChg chg="add del mod">
          <ac:chgData name="Laurianne Estrada" userId="877d0e272dd2d022" providerId="LiveId" clId="{040CF046-855B-40D4-AA10-B18205945E28}" dt="2026-03-17T19:33:30.848" v="6663" actId="21"/>
          <ac:spMkLst>
            <pc:docMk/>
            <pc:sldMk cId="4087352502" sldId="855"/>
            <ac:spMk id="16" creationId="{13F21101-BFC8-DD6C-A4B2-BA49351F699B}"/>
          </ac:spMkLst>
        </pc:spChg>
        <pc:spChg chg="add mod">
          <ac:chgData name="Laurianne Estrada" userId="877d0e272dd2d022" providerId="LiveId" clId="{040CF046-855B-40D4-AA10-B18205945E28}" dt="2026-03-17T19:34:11.994" v="6677" actId="1076"/>
          <ac:spMkLst>
            <pc:docMk/>
            <pc:sldMk cId="4087352502" sldId="855"/>
            <ac:spMk id="17" creationId="{729BAB65-4283-AD58-23C5-ADCA5DBB42FA}"/>
          </ac:spMkLst>
        </pc:spChg>
        <pc:spChg chg="add mod">
          <ac:chgData name="Laurianne Estrada" userId="877d0e272dd2d022" providerId="LiveId" clId="{040CF046-855B-40D4-AA10-B18205945E28}" dt="2026-03-18T13:46:41.257" v="8005" actId="1037"/>
          <ac:spMkLst>
            <pc:docMk/>
            <pc:sldMk cId="4087352502" sldId="855"/>
            <ac:spMk id="18" creationId="{6F780911-8D03-3180-6A43-1988BBF6F02C}"/>
          </ac:spMkLst>
        </pc:spChg>
        <pc:spChg chg="add mod">
          <ac:chgData name="Laurianne Estrada" userId="877d0e272dd2d022" providerId="LiveId" clId="{040CF046-855B-40D4-AA10-B18205945E28}" dt="2026-03-18T13:46:43.053" v="8008" actId="1038"/>
          <ac:spMkLst>
            <pc:docMk/>
            <pc:sldMk cId="4087352502" sldId="855"/>
            <ac:spMk id="19" creationId="{F2EBA907-8C14-F3A2-0B03-23E4EB759F37}"/>
          </ac:spMkLst>
        </pc:spChg>
        <pc:spChg chg="add mod">
          <ac:chgData name="Laurianne Estrada" userId="877d0e272dd2d022" providerId="LiveId" clId="{040CF046-855B-40D4-AA10-B18205945E28}" dt="2026-03-17T19:34:29.044" v="6690" actId="1036"/>
          <ac:spMkLst>
            <pc:docMk/>
            <pc:sldMk cId="4087352502" sldId="855"/>
            <ac:spMk id="22" creationId="{205B9876-D727-3A56-C7C8-326B31536A10}"/>
          </ac:spMkLst>
        </pc:spChg>
        <pc:spChg chg="mod">
          <ac:chgData name="Laurianne Estrada" userId="877d0e272dd2d022" providerId="LiveId" clId="{040CF046-855B-40D4-AA10-B18205945E28}" dt="2026-03-17T19:34:29.044" v="6690" actId="1036"/>
          <ac:spMkLst>
            <pc:docMk/>
            <pc:sldMk cId="4087352502" sldId="855"/>
            <ac:spMk id="23" creationId="{7800C3E0-0180-2886-E064-C06A31F5BEEA}"/>
          </ac:spMkLst>
        </pc:spChg>
        <pc:spChg chg="add mod">
          <ac:chgData name="Laurianne Estrada" userId="877d0e272dd2d022" providerId="LiveId" clId="{040CF046-855B-40D4-AA10-B18205945E28}" dt="2026-03-17T19:34:29.044" v="6690" actId="1036"/>
          <ac:spMkLst>
            <pc:docMk/>
            <pc:sldMk cId="4087352502" sldId="855"/>
            <ac:spMk id="24" creationId="{ECC46ACA-AF1F-E405-F2E4-BF257D6578C8}"/>
          </ac:spMkLst>
        </pc:spChg>
        <pc:spChg chg="mod">
          <ac:chgData name="Laurianne Estrada" userId="877d0e272dd2d022" providerId="LiveId" clId="{040CF046-855B-40D4-AA10-B18205945E28}" dt="2026-03-17T19:34:29.044" v="6690" actId="1036"/>
          <ac:spMkLst>
            <pc:docMk/>
            <pc:sldMk cId="4087352502" sldId="855"/>
            <ac:spMk id="25" creationId="{50DB47B4-6F41-E473-233C-2897E0B8C12E}"/>
          </ac:spMkLst>
        </pc:spChg>
        <pc:spChg chg="mod">
          <ac:chgData name="Laurianne Estrada" userId="877d0e272dd2d022" providerId="LiveId" clId="{040CF046-855B-40D4-AA10-B18205945E28}" dt="2026-03-17T19:34:29.044" v="6690" actId="1036"/>
          <ac:spMkLst>
            <pc:docMk/>
            <pc:sldMk cId="4087352502" sldId="855"/>
            <ac:spMk id="26" creationId="{CBC6B237-C04F-8AE5-BAAB-DFDD7DBCF4A4}"/>
          </ac:spMkLst>
        </pc:spChg>
        <pc:spChg chg="add mod">
          <ac:chgData name="Laurianne Estrada" userId="877d0e272dd2d022" providerId="LiveId" clId="{040CF046-855B-40D4-AA10-B18205945E28}" dt="2026-03-17T19:34:29.044" v="6690" actId="1036"/>
          <ac:spMkLst>
            <pc:docMk/>
            <pc:sldMk cId="4087352502" sldId="855"/>
            <ac:spMk id="27" creationId="{502580E1-83EC-A6BB-B634-CE4A4853F327}"/>
          </ac:spMkLst>
        </pc:spChg>
        <pc:spChg chg="mod">
          <ac:chgData name="Laurianne Estrada" userId="877d0e272dd2d022" providerId="LiveId" clId="{040CF046-855B-40D4-AA10-B18205945E28}" dt="2026-03-17T19:33:56.904" v="6670"/>
          <ac:spMkLst>
            <pc:docMk/>
            <pc:sldMk cId="4087352502" sldId="855"/>
            <ac:spMk id="29" creationId="{BDCD7C12-BDFF-77AF-9E25-7ABCB6F2E2EA}"/>
          </ac:spMkLst>
        </pc:spChg>
        <pc:spChg chg="mod">
          <ac:chgData name="Laurianne Estrada" userId="877d0e272dd2d022" providerId="LiveId" clId="{040CF046-855B-40D4-AA10-B18205945E28}" dt="2026-03-17T19:33:56.904" v="6670"/>
          <ac:spMkLst>
            <pc:docMk/>
            <pc:sldMk cId="4087352502" sldId="855"/>
            <ac:spMk id="31" creationId="{B889CC8A-F255-3BE0-638F-78CDE105FC4B}"/>
          </ac:spMkLst>
        </pc:spChg>
        <pc:spChg chg="mod">
          <ac:chgData name="Laurianne Estrada" userId="877d0e272dd2d022" providerId="LiveId" clId="{040CF046-855B-40D4-AA10-B18205945E28}" dt="2026-03-17T19:34:29.044" v="6690" actId="1036"/>
          <ac:spMkLst>
            <pc:docMk/>
            <pc:sldMk cId="4087352502" sldId="855"/>
            <ac:spMk id="32" creationId="{085C5505-C7E9-386C-C89C-5E702DD3E301}"/>
          </ac:spMkLst>
        </pc:spChg>
        <pc:spChg chg="mod">
          <ac:chgData name="Laurianne Estrada" userId="877d0e272dd2d022" providerId="LiveId" clId="{040CF046-855B-40D4-AA10-B18205945E28}" dt="2026-03-17T19:33:56.904" v="6670"/>
          <ac:spMkLst>
            <pc:docMk/>
            <pc:sldMk cId="4087352502" sldId="855"/>
            <ac:spMk id="36" creationId="{390F80C2-6553-CD60-336D-CD1578846983}"/>
          </ac:spMkLst>
        </pc:spChg>
        <pc:spChg chg="add mod">
          <ac:chgData name="Laurianne Estrada" userId="877d0e272dd2d022" providerId="LiveId" clId="{040CF046-855B-40D4-AA10-B18205945E28}" dt="2026-03-17T19:34:29.044" v="6690" actId="1036"/>
          <ac:spMkLst>
            <pc:docMk/>
            <pc:sldMk cId="4087352502" sldId="855"/>
            <ac:spMk id="37" creationId="{0B50A73D-13D6-4DA6-4AC6-C81161450B53}"/>
          </ac:spMkLst>
        </pc:spChg>
        <pc:grpChg chg="mod">
          <ac:chgData name="Laurianne Estrada" userId="877d0e272dd2d022" providerId="LiveId" clId="{040CF046-855B-40D4-AA10-B18205945E28}" dt="2026-03-17T19:34:29.044" v="6690" actId="1036"/>
          <ac:grpSpMkLst>
            <pc:docMk/>
            <pc:sldMk cId="4087352502" sldId="855"/>
            <ac:grpSpMk id="28" creationId="{7AB94299-2953-426F-651E-1B40F7A2FE55}"/>
          </ac:grpSpMkLst>
        </pc:grpChg>
        <pc:grpChg chg="mod">
          <ac:chgData name="Laurianne Estrada" userId="877d0e272dd2d022" providerId="LiveId" clId="{040CF046-855B-40D4-AA10-B18205945E28}" dt="2026-03-17T19:34:29.044" v="6690" actId="1036"/>
          <ac:grpSpMkLst>
            <pc:docMk/>
            <pc:sldMk cId="4087352502" sldId="855"/>
            <ac:grpSpMk id="33" creationId="{95482B24-62F6-E88E-9A37-B988FC29F7A3}"/>
          </ac:grpSpMkLst>
        </pc:grpChg>
        <pc:graphicFrameChg chg="del">
          <ac:chgData name="Laurianne Estrada" userId="877d0e272dd2d022" providerId="LiveId" clId="{040CF046-855B-40D4-AA10-B18205945E28}" dt="2026-03-17T18:51:48.964" v="5579" actId="478"/>
          <ac:graphicFrameMkLst>
            <pc:docMk/>
            <pc:sldMk cId="4087352502" sldId="855"/>
            <ac:graphicFrameMk id="3" creationId="{2F75FB6D-18E0-E0C3-FBCE-11156DBA7832}"/>
          </ac:graphicFrameMkLst>
        </pc:graphicFrameChg>
      </pc:sldChg>
      <pc:sldChg chg="addSp delSp modSp add mod ord addAnim delAnim modAnim">
        <pc:chgData name="Laurianne Estrada" userId="877d0e272dd2d022" providerId="LiveId" clId="{040CF046-855B-40D4-AA10-B18205945E28}" dt="2026-03-18T13:48:45.844" v="8023" actId="20577"/>
        <pc:sldMkLst>
          <pc:docMk/>
          <pc:sldMk cId="3222445821" sldId="856"/>
        </pc:sldMkLst>
        <pc:spChg chg="mod">
          <ac:chgData name="Laurianne Estrada" userId="877d0e272dd2d022" providerId="LiveId" clId="{040CF046-855B-40D4-AA10-B18205945E28}" dt="2026-03-17T19:18:03.253" v="6236"/>
          <ac:spMkLst>
            <pc:docMk/>
            <pc:sldMk cId="3222445821" sldId="856"/>
            <ac:spMk id="2" creationId="{5D632479-1A58-F415-0F05-3BCE0B3D79BD}"/>
          </ac:spMkLst>
        </pc:spChg>
        <pc:spChg chg="add del">
          <ac:chgData name="Laurianne Estrada" userId="877d0e272dd2d022" providerId="LiveId" clId="{040CF046-855B-40D4-AA10-B18205945E28}" dt="2026-03-17T19:17:38.585" v="6228" actId="478"/>
          <ac:spMkLst>
            <pc:docMk/>
            <pc:sldMk cId="3222445821" sldId="856"/>
            <ac:spMk id="3" creationId="{5B97AA3E-63F3-DEC4-6A07-0AB9475BB41B}"/>
          </ac:spMkLst>
        </pc:spChg>
        <pc:spChg chg="add del">
          <ac:chgData name="Laurianne Estrada" userId="877d0e272dd2d022" providerId="LiveId" clId="{040CF046-855B-40D4-AA10-B18205945E28}" dt="2026-03-17T19:17:38.585" v="6228" actId="478"/>
          <ac:spMkLst>
            <pc:docMk/>
            <pc:sldMk cId="3222445821" sldId="856"/>
            <ac:spMk id="6" creationId="{C5F82F84-FF15-9C40-3D85-CB4346240E1D}"/>
          </ac:spMkLst>
        </pc:spChg>
        <pc:spChg chg="del mod">
          <ac:chgData name="Laurianne Estrada" userId="877d0e272dd2d022" providerId="LiveId" clId="{040CF046-855B-40D4-AA10-B18205945E28}" dt="2026-03-17T19:17:43.022" v="6231" actId="478"/>
          <ac:spMkLst>
            <pc:docMk/>
            <pc:sldMk cId="3222445821" sldId="856"/>
            <ac:spMk id="7" creationId="{4FA2F5E4-4192-3417-3DF9-78C608F2E004}"/>
          </ac:spMkLst>
        </pc:spChg>
        <pc:spChg chg="add del">
          <ac:chgData name="Laurianne Estrada" userId="877d0e272dd2d022" providerId="LiveId" clId="{040CF046-855B-40D4-AA10-B18205945E28}" dt="2026-03-17T19:17:38.585" v="6228" actId="478"/>
          <ac:spMkLst>
            <pc:docMk/>
            <pc:sldMk cId="3222445821" sldId="856"/>
            <ac:spMk id="8" creationId="{07064864-44A3-9C0E-411B-4FF49A8DD8B7}"/>
          </ac:spMkLst>
        </pc:spChg>
        <pc:spChg chg="add del">
          <ac:chgData name="Laurianne Estrada" userId="877d0e272dd2d022" providerId="LiveId" clId="{040CF046-855B-40D4-AA10-B18205945E28}" dt="2026-03-17T19:17:38.585" v="6228" actId="478"/>
          <ac:spMkLst>
            <pc:docMk/>
            <pc:sldMk cId="3222445821" sldId="856"/>
            <ac:spMk id="9" creationId="{F23CCEFE-E45D-8D55-303E-BA51D73AA50C}"/>
          </ac:spMkLst>
        </pc:spChg>
        <pc:spChg chg="add del">
          <ac:chgData name="Laurianne Estrada" userId="877d0e272dd2d022" providerId="LiveId" clId="{040CF046-855B-40D4-AA10-B18205945E28}" dt="2026-03-17T19:17:38.585" v="6228" actId="478"/>
          <ac:spMkLst>
            <pc:docMk/>
            <pc:sldMk cId="3222445821" sldId="856"/>
            <ac:spMk id="10" creationId="{2EC699D2-5531-CBF1-E74D-6A2616D2567C}"/>
          </ac:spMkLst>
        </pc:spChg>
        <pc:spChg chg="del">
          <ac:chgData name="Laurianne Estrada" userId="877d0e272dd2d022" providerId="LiveId" clId="{040CF046-855B-40D4-AA10-B18205945E28}" dt="2026-03-17T19:17:40.275" v="6229" actId="478"/>
          <ac:spMkLst>
            <pc:docMk/>
            <pc:sldMk cId="3222445821" sldId="856"/>
            <ac:spMk id="11" creationId="{BB1685CA-2823-BD88-6262-29FCABEB96C8}"/>
          </ac:spMkLst>
        </pc:spChg>
        <pc:spChg chg="add del">
          <ac:chgData name="Laurianne Estrada" userId="877d0e272dd2d022" providerId="LiveId" clId="{040CF046-855B-40D4-AA10-B18205945E28}" dt="2026-03-17T19:17:38.585" v="6228" actId="478"/>
          <ac:spMkLst>
            <pc:docMk/>
            <pc:sldMk cId="3222445821" sldId="856"/>
            <ac:spMk id="13" creationId="{8F9E04C9-DF8C-6821-1585-BBC465D6A674}"/>
          </ac:spMkLst>
        </pc:spChg>
        <pc:spChg chg="add del">
          <ac:chgData name="Laurianne Estrada" userId="877d0e272dd2d022" providerId="LiveId" clId="{040CF046-855B-40D4-AA10-B18205945E28}" dt="2026-03-17T19:17:38.585" v="6228" actId="478"/>
          <ac:spMkLst>
            <pc:docMk/>
            <pc:sldMk cId="3222445821" sldId="856"/>
            <ac:spMk id="14" creationId="{C4607694-7DB3-9C5A-A89F-EEED1799037F}"/>
          </ac:spMkLst>
        </pc:spChg>
        <pc:spChg chg="add del mod">
          <ac:chgData name="Laurianne Estrada" userId="877d0e272dd2d022" providerId="LiveId" clId="{040CF046-855B-40D4-AA10-B18205945E28}" dt="2026-03-17T19:19:11.727" v="6302" actId="478"/>
          <ac:spMkLst>
            <pc:docMk/>
            <pc:sldMk cId="3222445821" sldId="856"/>
            <ac:spMk id="15" creationId="{F80FD179-2989-E317-B53A-7AAB1EA68888}"/>
          </ac:spMkLst>
        </pc:spChg>
        <pc:spChg chg="add del mod">
          <ac:chgData name="Laurianne Estrada" userId="877d0e272dd2d022" providerId="LiveId" clId="{040CF046-855B-40D4-AA10-B18205945E28}" dt="2026-03-17T19:26:32.930" v="6423" actId="21"/>
          <ac:spMkLst>
            <pc:docMk/>
            <pc:sldMk cId="3222445821" sldId="856"/>
            <ac:spMk id="16" creationId="{6F780911-8D03-3180-6A43-1988BBF6F02C}"/>
          </ac:spMkLst>
        </pc:spChg>
        <pc:spChg chg="add del mod">
          <ac:chgData name="Laurianne Estrada" userId="877d0e272dd2d022" providerId="LiveId" clId="{040CF046-855B-40D4-AA10-B18205945E28}" dt="2026-03-17T19:26:32.930" v="6423" actId="21"/>
          <ac:spMkLst>
            <pc:docMk/>
            <pc:sldMk cId="3222445821" sldId="856"/>
            <ac:spMk id="17" creationId="{F2EBA907-8C14-F3A2-0B03-23E4EB759F37}"/>
          </ac:spMkLst>
        </pc:spChg>
        <pc:spChg chg="add del mod">
          <ac:chgData name="Laurianne Estrada" userId="877d0e272dd2d022" providerId="LiveId" clId="{040CF046-855B-40D4-AA10-B18205945E28}" dt="2026-03-17T19:18:28.072" v="6243" actId="478"/>
          <ac:spMkLst>
            <pc:docMk/>
            <pc:sldMk cId="3222445821" sldId="856"/>
            <ac:spMk id="18" creationId="{BD3E994E-4BDA-B03A-8AFD-81679A21E2E5}"/>
          </ac:spMkLst>
        </pc:spChg>
        <pc:spChg chg="add del mod">
          <ac:chgData name="Laurianne Estrada" userId="877d0e272dd2d022" providerId="LiveId" clId="{040CF046-855B-40D4-AA10-B18205945E28}" dt="2026-03-17T19:24:07.170" v="6321" actId="478"/>
          <ac:spMkLst>
            <pc:docMk/>
            <pc:sldMk cId="3222445821" sldId="856"/>
            <ac:spMk id="19" creationId="{BF4A8935-278E-35A6-9FF5-8ABDA60F7160}"/>
          </ac:spMkLst>
        </pc:spChg>
        <pc:spChg chg="add del mod">
          <ac:chgData name="Laurianne Estrada" userId="877d0e272dd2d022" providerId="LiveId" clId="{040CF046-855B-40D4-AA10-B18205945E28}" dt="2026-03-17T19:24:07.170" v="6321" actId="478"/>
          <ac:spMkLst>
            <pc:docMk/>
            <pc:sldMk cId="3222445821" sldId="856"/>
            <ac:spMk id="20" creationId="{BDB2C1B5-B907-3F1C-752E-42C6411CE618}"/>
          </ac:spMkLst>
        </pc:spChg>
        <pc:spChg chg="add del mod">
          <ac:chgData name="Laurianne Estrada" userId="877d0e272dd2d022" providerId="LiveId" clId="{040CF046-855B-40D4-AA10-B18205945E28}" dt="2026-03-17T19:24:21.532" v="6324" actId="21"/>
          <ac:spMkLst>
            <pc:docMk/>
            <pc:sldMk cId="3222445821" sldId="856"/>
            <ac:spMk id="21" creationId="{683E10D1-1363-3621-EF2F-3827012A404E}"/>
          </ac:spMkLst>
        </pc:spChg>
        <pc:spChg chg="add del mod">
          <ac:chgData name="Laurianne Estrada" userId="877d0e272dd2d022" providerId="LiveId" clId="{040CF046-855B-40D4-AA10-B18205945E28}" dt="2026-03-17T19:26:32.930" v="6423" actId="21"/>
          <ac:spMkLst>
            <pc:docMk/>
            <pc:sldMk cId="3222445821" sldId="856"/>
            <ac:spMk id="22" creationId="{205B9876-D727-3A56-C7C8-326B31536A10}"/>
          </ac:spMkLst>
        </pc:spChg>
        <pc:spChg chg="add del mod">
          <ac:chgData name="Laurianne Estrada" userId="877d0e272dd2d022" providerId="LiveId" clId="{040CF046-855B-40D4-AA10-B18205945E28}" dt="2026-03-17T19:26:32.930" v="6423" actId="21"/>
          <ac:spMkLst>
            <pc:docMk/>
            <pc:sldMk cId="3222445821" sldId="856"/>
            <ac:spMk id="23" creationId="{7800C3E0-0180-2886-E064-C06A31F5BEEA}"/>
          </ac:spMkLst>
        </pc:spChg>
        <pc:spChg chg="del">
          <ac:chgData name="Laurianne Estrada" userId="877d0e272dd2d022" providerId="LiveId" clId="{040CF046-855B-40D4-AA10-B18205945E28}" dt="2026-03-17T19:26:32.930" v="6423" actId="21"/>
          <ac:spMkLst>
            <pc:docMk/>
            <pc:sldMk cId="3222445821" sldId="856"/>
            <ac:spMk id="24" creationId="{ECC46ACA-AF1F-E405-F2E4-BF257D6578C8}"/>
          </ac:spMkLst>
        </pc:spChg>
        <pc:spChg chg="add del mod">
          <ac:chgData name="Laurianne Estrada" userId="877d0e272dd2d022" providerId="LiveId" clId="{040CF046-855B-40D4-AA10-B18205945E28}" dt="2026-03-17T19:26:32.930" v="6423" actId="21"/>
          <ac:spMkLst>
            <pc:docMk/>
            <pc:sldMk cId="3222445821" sldId="856"/>
            <ac:spMk id="25" creationId="{50DB47B4-6F41-E473-233C-2897E0B8C12E}"/>
          </ac:spMkLst>
        </pc:spChg>
        <pc:spChg chg="add del mod">
          <ac:chgData name="Laurianne Estrada" userId="877d0e272dd2d022" providerId="LiveId" clId="{040CF046-855B-40D4-AA10-B18205945E28}" dt="2026-03-17T19:26:32.930" v="6423" actId="21"/>
          <ac:spMkLst>
            <pc:docMk/>
            <pc:sldMk cId="3222445821" sldId="856"/>
            <ac:spMk id="26" creationId="{CBC6B237-C04F-8AE5-BAAB-DFDD7DBCF4A4}"/>
          </ac:spMkLst>
        </pc:spChg>
        <pc:spChg chg="del mod">
          <ac:chgData name="Laurianne Estrada" userId="877d0e272dd2d022" providerId="LiveId" clId="{040CF046-855B-40D4-AA10-B18205945E28}" dt="2026-03-17T19:26:32.930" v="6423" actId="21"/>
          <ac:spMkLst>
            <pc:docMk/>
            <pc:sldMk cId="3222445821" sldId="856"/>
            <ac:spMk id="27" creationId="{502580E1-83EC-A6BB-B634-CE4A4853F327}"/>
          </ac:spMkLst>
        </pc:spChg>
        <pc:spChg chg="mod">
          <ac:chgData name="Laurianne Estrada" userId="877d0e272dd2d022" providerId="LiveId" clId="{040CF046-855B-40D4-AA10-B18205945E28}" dt="2026-03-17T19:22:32.084" v="6304"/>
          <ac:spMkLst>
            <pc:docMk/>
            <pc:sldMk cId="3222445821" sldId="856"/>
            <ac:spMk id="29" creationId="{BDCD7C12-BDFF-77AF-9E25-7ABCB6F2E2EA}"/>
          </ac:spMkLst>
        </pc:spChg>
        <pc:spChg chg="mod">
          <ac:chgData name="Laurianne Estrada" userId="877d0e272dd2d022" providerId="LiveId" clId="{040CF046-855B-40D4-AA10-B18205945E28}" dt="2026-03-17T19:22:32.084" v="6304"/>
          <ac:spMkLst>
            <pc:docMk/>
            <pc:sldMk cId="3222445821" sldId="856"/>
            <ac:spMk id="31" creationId="{B889CC8A-F255-3BE0-638F-78CDE105FC4B}"/>
          </ac:spMkLst>
        </pc:spChg>
        <pc:spChg chg="add del mod">
          <ac:chgData name="Laurianne Estrada" userId="877d0e272dd2d022" providerId="LiveId" clId="{040CF046-855B-40D4-AA10-B18205945E28}" dt="2026-03-17T19:26:32.930" v="6423" actId="21"/>
          <ac:spMkLst>
            <pc:docMk/>
            <pc:sldMk cId="3222445821" sldId="856"/>
            <ac:spMk id="32" creationId="{085C5505-C7E9-386C-C89C-5E702DD3E301}"/>
          </ac:spMkLst>
        </pc:spChg>
        <pc:spChg chg="mod">
          <ac:chgData name="Laurianne Estrada" userId="877d0e272dd2d022" providerId="LiveId" clId="{040CF046-855B-40D4-AA10-B18205945E28}" dt="2026-03-17T19:22:32.084" v="6304"/>
          <ac:spMkLst>
            <pc:docMk/>
            <pc:sldMk cId="3222445821" sldId="856"/>
            <ac:spMk id="35" creationId="{AFC2C673-BBB1-40B3-E2AF-1CDCF10C250B}"/>
          </ac:spMkLst>
        </pc:spChg>
        <pc:spChg chg="mod">
          <ac:chgData name="Laurianne Estrada" userId="877d0e272dd2d022" providerId="LiveId" clId="{040CF046-855B-40D4-AA10-B18205945E28}" dt="2026-03-17T19:22:32.084" v="6304"/>
          <ac:spMkLst>
            <pc:docMk/>
            <pc:sldMk cId="3222445821" sldId="856"/>
            <ac:spMk id="36" creationId="{390F80C2-6553-CD60-336D-CD1578846983}"/>
          </ac:spMkLst>
        </pc:spChg>
        <pc:spChg chg="add del mod">
          <ac:chgData name="Laurianne Estrada" userId="877d0e272dd2d022" providerId="LiveId" clId="{040CF046-855B-40D4-AA10-B18205945E28}" dt="2026-03-17T19:26:32.930" v="6423" actId="21"/>
          <ac:spMkLst>
            <pc:docMk/>
            <pc:sldMk cId="3222445821" sldId="856"/>
            <ac:spMk id="37" creationId="{0B50A73D-13D6-4DA6-4AC6-C81161450B53}"/>
          </ac:spMkLst>
        </pc:spChg>
        <pc:spChg chg="add del mod">
          <ac:chgData name="Laurianne Estrada" userId="877d0e272dd2d022" providerId="LiveId" clId="{040CF046-855B-40D4-AA10-B18205945E28}" dt="2026-03-17T19:22:53.174" v="6307" actId="478"/>
          <ac:spMkLst>
            <pc:docMk/>
            <pc:sldMk cId="3222445821" sldId="856"/>
            <ac:spMk id="38" creationId="{CDF07782-190C-60D3-A9A6-54996E29F413}"/>
          </ac:spMkLst>
        </pc:spChg>
        <pc:spChg chg="add del mod">
          <ac:chgData name="Laurianne Estrada" userId="877d0e272dd2d022" providerId="LiveId" clId="{040CF046-855B-40D4-AA10-B18205945E28}" dt="2026-03-17T19:22:53.174" v="6307" actId="478"/>
          <ac:spMkLst>
            <pc:docMk/>
            <pc:sldMk cId="3222445821" sldId="856"/>
            <ac:spMk id="39" creationId="{56DE52EE-5965-4BE4-132E-FEE859D57443}"/>
          </ac:spMkLst>
        </pc:spChg>
        <pc:spChg chg="add del mod">
          <ac:chgData name="Laurianne Estrada" userId="877d0e272dd2d022" providerId="LiveId" clId="{040CF046-855B-40D4-AA10-B18205945E28}" dt="2026-03-17T19:22:53.174" v="6307" actId="478"/>
          <ac:spMkLst>
            <pc:docMk/>
            <pc:sldMk cId="3222445821" sldId="856"/>
            <ac:spMk id="40" creationId="{93220190-65D3-1C6C-3E0D-6A059C17440D}"/>
          </ac:spMkLst>
        </pc:spChg>
        <pc:spChg chg="add mod">
          <ac:chgData name="Laurianne Estrada" userId="877d0e272dd2d022" providerId="LiveId" clId="{040CF046-855B-40D4-AA10-B18205945E28}" dt="2026-03-18T13:48:45.844" v="8023" actId="20577"/>
          <ac:spMkLst>
            <pc:docMk/>
            <pc:sldMk cId="3222445821" sldId="856"/>
            <ac:spMk id="41" creationId="{4490A1A8-0010-B2B9-BD74-85EA04D88C05}"/>
          </ac:spMkLst>
        </pc:spChg>
        <pc:spChg chg="add del mod">
          <ac:chgData name="Laurianne Estrada" userId="877d0e272dd2d022" providerId="LiveId" clId="{040CF046-855B-40D4-AA10-B18205945E28}" dt="2026-03-17T19:33:18.510" v="6662" actId="478"/>
          <ac:spMkLst>
            <pc:docMk/>
            <pc:sldMk cId="3222445821" sldId="856"/>
            <ac:spMk id="42" creationId="{D72684CD-E230-F93A-548C-D3A2D74BC2F2}"/>
          </ac:spMkLst>
        </pc:spChg>
        <pc:spChg chg="add del mod">
          <ac:chgData name="Laurianne Estrada" userId="877d0e272dd2d022" providerId="LiveId" clId="{040CF046-855B-40D4-AA10-B18205945E28}" dt="2026-03-17T19:33:40.683" v="6666" actId="478"/>
          <ac:spMkLst>
            <pc:docMk/>
            <pc:sldMk cId="3222445821" sldId="856"/>
            <ac:spMk id="43" creationId="{BCBA6C31-FA99-9B6B-55F1-CA4FBD311374}"/>
          </ac:spMkLst>
        </pc:spChg>
        <pc:spChg chg="add del mod">
          <ac:chgData name="Laurianne Estrada" userId="877d0e272dd2d022" providerId="LiveId" clId="{040CF046-855B-40D4-AA10-B18205945E28}" dt="2026-03-17T19:33:41.435" v="6667" actId="478"/>
          <ac:spMkLst>
            <pc:docMk/>
            <pc:sldMk cId="3222445821" sldId="856"/>
            <ac:spMk id="44" creationId="{ABD4DB79-4918-F636-A315-74D3737C960E}"/>
          </ac:spMkLst>
        </pc:spChg>
        <pc:spChg chg="add del mod">
          <ac:chgData name="Laurianne Estrada" userId="877d0e272dd2d022" providerId="LiveId" clId="{040CF046-855B-40D4-AA10-B18205945E28}" dt="2026-03-17T19:33:42.816" v="6668" actId="478"/>
          <ac:spMkLst>
            <pc:docMk/>
            <pc:sldMk cId="3222445821" sldId="856"/>
            <ac:spMk id="45" creationId="{BECDEC7A-4EE7-81CB-EA82-916138B7BC8A}"/>
          </ac:spMkLst>
        </pc:spChg>
        <pc:spChg chg="add mod">
          <ac:chgData name="Laurianne Estrada" userId="877d0e272dd2d022" providerId="LiveId" clId="{040CF046-855B-40D4-AA10-B18205945E28}" dt="2026-03-17T19:45:54.464" v="7013" actId="114"/>
          <ac:spMkLst>
            <pc:docMk/>
            <pc:sldMk cId="3222445821" sldId="856"/>
            <ac:spMk id="46" creationId="{7686CD24-8CAF-2373-B3C9-CA3EE44428D6}"/>
          </ac:spMkLst>
        </pc:spChg>
        <pc:spChg chg="add del mod">
          <ac:chgData name="Laurianne Estrada" userId="877d0e272dd2d022" providerId="LiveId" clId="{040CF046-855B-40D4-AA10-B18205945E28}" dt="2026-03-17T19:34:54.575" v="6693" actId="478"/>
          <ac:spMkLst>
            <pc:docMk/>
            <pc:sldMk cId="3222445821" sldId="856"/>
            <ac:spMk id="47" creationId="{2CC12FA0-EB44-7201-352D-8AFD876FCED1}"/>
          </ac:spMkLst>
        </pc:spChg>
        <pc:spChg chg="add mod">
          <ac:chgData name="Laurianne Estrada" userId="877d0e272dd2d022" providerId="LiveId" clId="{040CF046-855B-40D4-AA10-B18205945E28}" dt="2026-03-17T19:45:54.464" v="7013" actId="114"/>
          <ac:spMkLst>
            <pc:docMk/>
            <pc:sldMk cId="3222445821" sldId="856"/>
            <ac:spMk id="48" creationId="{F31CDF75-CC85-D393-FDA7-51EA048EF9C2}"/>
          </ac:spMkLst>
        </pc:spChg>
        <pc:spChg chg="add mod">
          <ac:chgData name="Laurianne Estrada" userId="877d0e272dd2d022" providerId="LiveId" clId="{040CF046-855B-40D4-AA10-B18205945E28}" dt="2026-03-17T19:46:53.462" v="7046" actId="12788"/>
          <ac:spMkLst>
            <pc:docMk/>
            <pc:sldMk cId="3222445821" sldId="856"/>
            <ac:spMk id="49" creationId="{9347B28B-5DC7-1119-B6FE-93BA71A3FD8F}"/>
          </ac:spMkLst>
        </pc:spChg>
        <pc:spChg chg="add mod">
          <ac:chgData name="Laurianne Estrada" userId="877d0e272dd2d022" providerId="LiveId" clId="{040CF046-855B-40D4-AA10-B18205945E28}" dt="2026-03-17T19:46:53.462" v="7046" actId="12788"/>
          <ac:spMkLst>
            <pc:docMk/>
            <pc:sldMk cId="3222445821" sldId="856"/>
            <ac:spMk id="50" creationId="{E36BBA4D-F4B4-B0CD-46BC-206EA3A071C4}"/>
          </ac:spMkLst>
        </pc:spChg>
        <pc:spChg chg="add mod">
          <ac:chgData name="Laurianne Estrada" userId="877d0e272dd2d022" providerId="LiveId" clId="{040CF046-855B-40D4-AA10-B18205945E28}" dt="2026-03-17T19:36:01.412" v="6720" actId="12789"/>
          <ac:spMkLst>
            <pc:docMk/>
            <pc:sldMk cId="3222445821" sldId="856"/>
            <ac:spMk id="51" creationId="{9E9AD2EC-890F-0822-96DD-C3694F312E8A}"/>
          </ac:spMkLst>
        </pc:spChg>
        <pc:spChg chg="add mod">
          <ac:chgData name="Laurianne Estrada" userId="877d0e272dd2d022" providerId="LiveId" clId="{040CF046-855B-40D4-AA10-B18205945E28}" dt="2026-03-17T19:36:01.412" v="6720" actId="12789"/>
          <ac:spMkLst>
            <pc:docMk/>
            <pc:sldMk cId="3222445821" sldId="856"/>
            <ac:spMk id="52" creationId="{9BD3DC22-8103-3A91-53F7-6F30D098685C}"/>
          </ac:spMkLst>
        </pc:spChg>
        <pc:spChg chg="add del mod">
          <ac:chgData name="Laurianne Estrada" userId="877d0e272dd2d022" providerId="LiveId" clId="{040CF046-855B-40D4-AA10-B18205945E28}" dt="2026-03-17T19:35:43.619" v="6713" actId="478"/>
          <ac:spMkLst>
            <pc:docMk/>
            <pc:sldMk cId="3222445821" sldId="856"/>
            <ac:spMk id="53" creationId="{13F21101-BFC8-DD6C-A4B2-BA49351F699B}"/>
          </ac:spMkLst>
        </pc:spChg>
        <pc:spChg chg="add mod">
          <ac:chgData name="Laurianne Estrada" userId="877d0e272dd2d022" providerId="LiveId" clId="{040CF046-855B-40D4-AA10-B18205945E28}" dt="2026-03-17T19:45:54.464" v="7013" actId="114"/>
          <ac:spMkLst>
            <pc:docMk/>
            <pc:sldMk cId="3222445821" sldId="856"/>
            <ac:spMk id="55" creationId="{44890490-9C2B-FDE4-86CD-EBD5293638AD}"/>
          </ac:spMkLst>
        </pc:spChg>
        <pc:spChg chg="add mod">
          <ac:chgData name="Laurianne Estrada" userId="877d0e272dd2d022" providerId="LiveId" clId="{040CF046-855B-40D4-AA10-B18205945E28}" dt="2026-03-17T19:40:03.206" v="6884" actId="1076"/>
          <ac:spMkLst>
            <pc:docMk/>
            <pc:sldMk cId="3222445821" sldId="856"/>
            <ac:spMk id="56" creationId="{6D82FCB7-70F4-5DAA-7FD3-F7FE189E445C}"/>
          </ac:spMkLst>
        </pc:spChg>
        <pc:spChg chg="add mod">
          <ac:chgData name="Laurianne Estrada" userId="877d0e272dd2d022" providerId="LiveId" clId="{040CF046-855B-40D4-AA10-B18205945E28}" dt="2026-03-17T19:45:54.464" v="7013" actId="114"/>
          <ac:spMkLst>
            <pc:docMk/>
            <pc:sldMk cId="3222445821" sldId="856"/>
            <ac:spMk id="58" creationId="{304772C0-3F91-1C90-805B-55E3B67E17C4}"/>
          </ac:spMkLst>
        </pc:spChg>
        <pc:spChg chg="add mod">
          <ac:chgData name="Laurianne Estrada" userId="877d0e272dd2d022" providerId="LiveId" clId="{040CF046-855B-40D4-AA10-B18205945E28}" dt="2026-03-17T19:46:53.462" v="7046" actId="12788"/>
          <ac:spMkLst>
            <pc:docMk/>
            <pc:sldMk cId="3222445821" sldId="856"/>
            <ac:spMk id="60" creationId="{CDAD8CA6-BF8E-0B15-F0CB-17337AB84504}"/>
          </ac:spMkLst>
        </pc:spChg>
        <pc:spChg chg="add mod">
          <ac:chgData name="Laurianne Estrada" userId="877d0e272dd2d022" providerId="LiveId" clId="{040CF046-855B-40D4-AA10-B18205945E28}" dt="2026-03-17T19:46:53.462" v="7046" actId="12788"/>
          <ac:spMkLst>
            <pc:docMk/>
            <pc:sldMk cId="3222445821" sldId="856"/>
            <ac:spMk id="61" creationId="{F5BCDA56-E848-BE8C-F912-8F27F43BEED5}"/>
          </ac:spMkLst>
        </pc:spChg>
        <pc:graphicFrameChg chg="add del">
          <ac:chgData name="Laurianne Estrada" userId="877d0e272dd2d022" providerId="LiveId" clId="{040CF046-855B-40D4-AA10-B18205945E28}" dt="2026-03-17T19:17:38.585" v="6228" actId="478"/>
          <ac:graphicFrameMkLst>
            <pc:docMk/>
            <pc:sldMk cId="3222445821" sldId="856"/>
            <ac:graphicFrameMk id="5" creationId="{12EDB7A4-0267-337C-0DC2-C40A34194519}"/>
          </ac:graphicFrameMkLst>
        </pc:graphicFrameChg>
        <pc:cxnChg chg="add del">
          <ac:chgData name="Laurianne Estrada" userId="877d0e272dd2d022" providerId="LiveId" clId="{040CF046-855B-40D4-AA10-B18205945E28}" dt="2026-03-17T19:17:38.585" v="6228" actId="478"/>
          <ac:cxnSpMkLst>
            <pc:docMk/>
            <pc:sldMk cId="3222445821" sldId="856"/>
            <ac:cxnSpMk id="12" creationId="{02C2F8C4-53A6-C802-A674-C797C56B8C83}"/>
          </ac:cxnSpMkLst>
        </pc:cxnChg>
      </pc:sldChg>
      <pc:sldChg chg="add del mod modShow">
        <pc:chgData name="Laurianne Estrada" userId="877d0e272dd2d022" providerId="LiveId" clId="{040CF046-855B-40D4-AA10-B18205945E28}" dt="2026-03-17T19:11:21.714" v="6072" actId="2696"/>
        <pc:sldMkLst>
          <pc:docMk/>
          <pc:sldMk cId="3326887931" sldId="856"/>
        </pc:sldMkLst>
      </pc:sldChg>
      <pc:sldChg chg="addSp delSp modSp add del mod delAnim modAnim">
        <pc:chgData name="Laurianne Estrada" userId="877d0e272dd2d022" providerId="LiveId" clId="{040CF046-855B-40D4-AA10-B18205945E28}" dt="2026-03-17T19:34:44.496" v="6691" actId="2696"/>
        <pc:sldMkLst>
          <pc:docMk/>
          <pc:sldMk cId="1010001073" sldId="857"/>
        </pc:sldMkLst>
        <pc:spChg chg="del mod">
          <ac:chgData name="Laurianne Estrada" userId="877d0e272dd2d022" providerId="LiveId" clId="{040CF046-855B-40D4-AA10-B18205945E28}" dt="2026-03-17T19:33:55.304" v="6669" actId="21"/>
          <ac:spMkLst>
            <pc:docMk/>
            <pc:sldMk cId="1010001073" sldId="857"/>
            <ac:spMk id="3" creationId="{6F780911-8D03-3180-6A43-1988BBF6F02C}"/>
          </ac:spMkLst>
        </pc:spChg>
        <pc:spChg chg="del mod">
          <ac:chgData name="Laurianne Estrada" userId="877d0e272dd2d022" providerId="LiveId" clId="{040CF046-855B-40D4-AA10-B18205945E28}" dt="2026-03-17T19:33:55.304" v="6669" actId="21"/>
          <ac:spMkLst>
            <pc:docMk/>
            <pc:sldMk cId="1010001073" sldId="857"/>
            <ac:spMk id="5" creationId="{729BAB65-4283-AD58-23C5-ADCA5DBB42FA}"/>
          </ac:spMkLst>
        </pc:spChg>
        <pc:spChg chg="del">
          <ac:chgData name="Laurianne Estrada" userId="877d0e272dd2d022" providerId="LiveId" clId="{040CF046-855B-40D4-AA10-B18205945E28}" dt="2026-03-17T19:26:24.920" v="6422" actId="478"/>
          <ac:spMkLst>
            <pc:docMk/>
            <pc:sldMk cId="1010001073" sldId="857"/>
            <ac:spMk id="6" creationId="{8974F7DB-1E69-09CF-636D-8429B88C2AB8}"/>
          </ac:spMkLst>
        </pc:spChg>
        <pc:spChg chg="del">
          <ac:chgData name="Laurianne Estrada" userId="877d0e272dd2d022" providerId="LiveId" clId="{040CF046-855B-40D4-AA10-B18205945E28}" dt="2026-03-17T19:26:24.920" v="6422" actId="478"/>
          <ac:spMkLst>
            <pc:docMk/>
            <pc:sldMk cId="1010001073" sldId="857"/>
            <ac:spMk id="7" creationId="{CA223E94-BE78-3BDC-3063-F7DF4828A3B0}"/>
          </ac:spMkLst>
        </pc:spChg>
        <pc:spChg chg="del">
          <ac:chgData name="Laurianne Estrada" userId="877d0e272dd2d022" providerId="LiveId" clId="{040CF046-855B-40D4-AA10-B18205945E28}" dt="2026-03-17T19:26:23.548" v="6421" actId="478"/>
          <ac:spMkLst>
            <pc:docMk/>
            <pc:sldMk cId="1010001073" sldId="857"/>
            <ac:spMk id="8" creationId="{443DAA86-98CE-3239-39A4-E87B63858722}"/>
          </ac:spMkLst>
        </pc:spChg>
        <pc:spChg chg="del">
          <ac:chgData name="Laurianne Estrada" userId="877d0e272dd2d022" providerId="LiveId" clId="{040CF046-855B-40D4-AA10-B18205945E28}" dt="2026-03-17T19:26:23.548" v="6421" actId="478"/>
          <ac:spMkLst>
            <pc:docMk/>
            <pc:sldMk cId="1010001073" sldId="857"/>
            <ac:spMk id="9" creationId="{A1B6E2ED-6DC3-B368-159B-40999B91DF43}"/>
          </ac:spMkLst>
        </pc:spChg>
        <pc:spChg chg="del">
          <ac:chgData name="Laurianne Estrada" userId="877d0e272dd2d022" providerId="LiveId" clId="{040CF046-855B-40D4-AA10-B18205945E28}" dt="2026-03-17T19:26:23.548" v="6421" actId="478"/>
          <ac:spMkLst>
            <pc:docMk/>
            <pc:sldMk cId="1010001073" sldId="857"/>
            <ac:spMk id="10" creationId="{DBB65047-1D28-2ABD-55BD-D5C33D4978A1}"/>
          </ac:spMkLst>
        </pc:spChg>
        <pc:spChg chg="del">
          <ac:chgData name="Laurianne Estrada" userId="877d0e272dd2d022" providerId="LiveId" clId="{040CF046-855B-40D4-AA10-B18205945E28}" dt="2026-03-17T19:26:23.548" v="6421" actId="478"/>
          <ac:spMkLst>
            <pc:docMk/>
            <pc:sldMk cId="1010001073" sldId="857"/>
            <ac:spMk id="11" creationId="{846B961E-15BA-167E-5F2E-1C6344166D06}"/>
          </ac:spMkLst>
        </pc:spChg>
        <pc:spChg chg="del">
          <ac:chgData name="Laurianne Estrada" userId="877d0e272dd2d022" providerId="LiveId" clId="{040CF046-855B-40D4-AA10-B18205945E28}" dt="2026-03-17T19:26:23.548" v="6421" actId="478"/>
          <ac:spMkLst>
            <pc:docMk/>
            <pc:sldMk cId="1010001073" sldId="857"/>
            <ac:spMk id="12" creationId="{1356C4C7-8F1E-4123-B343-6FD22416EC3C}"/>
          </ac:spMkLst>
        </pc:spChg>
        <pc:spChg chg="del">
          <ac:chgData name="Laurianne Estrada" userId="877d0e272dd2d022" providerId="LiveId" clId="{040CF046-855B-40D4-AA10-B18205945E28}" dt="2026-03-17T19:26:23.548" v="6421" actId="478"/>
          <ac:spMkLst>
            <pc:docMk/>
            <pc:sldMk cId="1010001073" sldId="857"/>
            <ac:spMk id="13" creationId="{D3E71A96-9FB7-B05B-24BC-4C0747038B9E}"/>
          </ac:spMkLst>
        </pc:spChg>
        <pc:spChg chg="del">
          <ac:chgData name="Laurianne Estrada" userId="877d0e272dd2d022" providerId="LiveId" clId="{040CF046-855B-40D4-AA10-B18205945E28}" dt="2026-03-17T19:26:23.548" v="6421" actId="478"/>
          <ac:spMkLst>
            <pc:docMk/>
            <pc:sldMk cId="1010001073" sldId="857"/>
            <ac:spMk id="16" creationId="{602A6B76-72D1-734B-B3ED-56D85EBD5500}"/>
          </ac:spMkLst>
        </pc:spChg>
        <pc:spChg chg="add del mod">
          <ac:chgData name="Laurianne Estrada" userId="877d0e272dd2d022" providerId="LiveId" clId="{040CF046-855B-40D4-AA10-B18205945E28}" dt="2026-03-17T19:33:55.304" v="6669" actId="21"/>
          <ac:spMkLst>
            <pc:docMk/>
            <pc:sldMk cId="1010001073" sldId="857"/>
            <ac:spMk id="17" creationId="{F2EBA907-8C14-F3A2-0B03-23E4EB759F37}"/>
          </ac:spMkLst>
        </pc:spChg>
        <pc:spChg chg="add del mod">
          <ac:chgData name="Laurianne Estrada" userId="877d0e272dd2d022" providerId="LiveId" clId="{040CF046-855B-40D4-AA10-B18205945E28}" dt="2026-03-17T19:33:55.304" v="6669" actId="21"/>
          <ac:spMkLst>
            <pc:docMk/>
            <pc:sldMk cId="1010001073" sldId="857"/>
            <ac:spMk id="22" creationId="{205B9876-D727-3A56-C7C8-326B31536A10}"/>
          </ac:spMkLst>
        </pc:spChg>
        <pc:spChg chg="add del mod">
          <ac:chgData name="Laurianne Estrada" userId="877d0e272dd2d022" providerId="LiveId" clId="{040CF046-855B-40D4-AA10-B18205945E28}" dt="2026-03-17T19:33:55.304" v="6669" actId="21"/>
          <ac:spMkLst>
            <pc:docMk/>
            <pc:sldMk cId="1010001073" sldId="857"/>
            <ac:spMk id="23" creationId="{7800C3E0-0180-2886-E064-C06A31F5BEEA}"/>
          </ac:spMkLst>
        </pc:spChg>
        <pc:spChg chg="del mod">
          <ac:chgData name="Laurianne Estrada" userId="877d0e272dd2d022" providerId="LiveId" clId="{040CF046-855B-40D4-AA10-B18205945E28}" dt="2026-03-17T19:33:55.304" v="6669" actId="21"/>
          <ac:spMkLst>
            <pc:docMk/>
            <pc:sldMk cId="1010001073" sldId="857"/>
            <ac:spMk id="24" creationId="{ECC46ACA-AF1F-E405-F2E4-BF257D6578C8}"/>
          </ac:spMkLst>
        </pc:spChg>
        <pc:spChg chg="add mod">
          <ac:chgData name="Laurianne Estrada" userId="877d0e272dd2d022" providerId="LiveId" clId="{040CF046-855B-40D4-AA10-B18205945E28}" dt="2026-03-17T19:26:59.375" v="6437" actId="1035"/>
          <ac:spMkLst>
            <pc:docMk/>
            <pc:sldMk cId="1010001073" sldId="857"/>
            <ac:spMk id="25" creationId="{50DB47B4-6F41-E473-233C-2897E0B8C12E}"/>
          </ac:spMkLst>
        </pc:spChg>
        <pc:spChg chg="add del mod">
          <ac:chgData name="Laurianne Estrada" userId="877d0e272dd2d022" providerId="LiveId" clId="{040CF046-855B-40D4-AA10-B18205945E28}" dt="2026-03-17T19:33:55.304" v="6669" actId="21"/>
          <ac:spMkLst>
            <pc:docMk/>
            <pc:sldMk cId="1010001073" sldId="857"/>
            <ac:spMk id="26" creationId="{CBC6B237-C04F-8AE5-BAAB-DFDD7DBCF4A4}"/>
          </ac:spMkLst>
        </pc:spChg>
        <pc:spChg chg="add del mod">
          <ac:chgData name="Laurianne Estrada" userId="877d0e272dd2d022" providerId="LiveId" clId="{040CF046-855B-40D4-AA10-B18205945E28}" dt="2026-03-17T19:33:55.304" v="6669" actId="21"/>
          <ac:spMkLst>
            <pc:docMk/>
            <pc:sldMk cId="1010001073" sldId="857"/>
            <ac:spMk id="27" creationId="{502580E1-83EC-A6BB-B634-CE4A4853F327}"/>
          </ac:spMkLst>
        </pc:spChg>
        <pc:spChg chg="mod">
          <ac:chgData name="Laurianne Estrada" userId="877d0e272dd2d022" providerId="LiveId" clId="{040CF046-855B-40D4-AA10-B18205945E28}" dt="2026-03-17T19:26:35.023" v="6424"/>
          <ac:spMkLst>
            <pc:docMk/>
            <pc:sldMk cId="1010001073" sldId="857"/>
            <ac:spMk id="29" creationId="{BDCD7C12-BDFF-77AF-9E25-7ABCB6F2E2EA}"/>
          </ac:spMkLst>
        </pc:spChg>
        <pc:spChg chg="mod">
          <ac:chgData name="Laurianne Estrada" userId="877d0e272dd2d022" providerId="LiveId" clId="{040CF046-855B-40D4-AA10-B18205945E28}" dt="2026-03-17T19:26:35.023" v="6424"/>
          <ac:spMkLst>
            <pc:docMk/>
            <pc:sldMk cId="1010001073" sldId="857"/>
            <ac:spMk id="31" creationId="{B889CC8A-F255-3BE0-638F-78CDE105FC4B}"/>
          </ac:spMkLst>
        </pc:spChg>
        <pc:spChg chg="del mod">
          <ac:chgData name="Laurianne Estrada" userId="877d0e272dd2d022" providerId="LiveId" clId="{040CF046-855B-40D4-AA10-B18205945E28}" dt="2026-03-17T19:33:55.304" v="6669" actId="21"/>
          <ac:spMkLst>
            <pc:docMk/>
            <pc:sldMk cId="1010001073" sldId="857"/>
            <ac:spMk id="32" creationId="{085C5505-C7E9-386C-C89C-5E702DD3E301}"/>
          </ac:spMkLst>
        </pc:spChg>
        <pc:spChg chg="mod">
          <ac:chgData name="Laurianne Estrada" userId="877d0e272dd2d022" providerId="LiveId" clId="{040CF046-855B-40D4-AA10-B18205945E28}" dt="2026-03-17T19:26:35.023" v="6424"/>
          <ac:spMkLst>
            <pc:docMk/>
            <pc:sldMk cId="1010001073" sldId="857"/>
            <ac:spMk id="35" creationId="{AFC2C673-BBB1-40B3-E2AF-1CDCF10C250B}"/>
          </ac:spMkLst>
        </pc:spChg>
        <pc:spChg chg="add del mod">
          <ac:chgData name="Laurianne Estrada" userId="877d0e272dd2d022" providerId="LiveId" clId="{040CF046-855B-40D4-AA10-B18205945E28}" dt="2026-03-17T19:33:55.304" v="6669" actId="21"/>
          <ac:spMkLst>
            <pc:docMk/>
            <pc:sldMk cId="1010001073" sldId="857"/>
            <ac:spMk id="37" creationId="{0B50A73D-13D6-4DA6-4AC6-C81161450B53}"/>
          </ac:spMkLst>
        </pc:spChg>
        <pc:grpChg chg="mod">
          <ac:chgData name="Laurianne Estrada" userId="877d0e272dd2d022" providerId="LiveId" clId="{040CF046-855B-40D4-AA10-B18205945E28}" dt="2026-03-17T19:26:59.375" v="6437" actId="1035"/>
          <ac:grpSpMkLst>
            <pc:docMk/>
            <pc:sldMk cId="1010001073" sldId="857"/>
            <ac:grpSpMk id="28" creationId="{7AB94299-2953-426F-651E-1B40F7A2FE55}"/>
          </ac:grpSpMkLst>
        </pc:grpChg>
        <pc:grpChg chg="mod">
          <ac:chgData name="Laurianne Estrada" userId="877d0e272dd2d022" providerId="LiveId" clId="{040CF046-855B-40D4-AA10-B18205945E28}" dt="2026-03-17T19:26:59.375" v="6437" actId="1035"/>
          <ac:grpSpMkLst>
            <pc:docMk/>
            <pc:sldMk cId="1010001073" sldId="857"/>
            <ac:grpSpMk id="33" creationId="{95482B24-62F6-E88E-9A37-B988FC29F7A3}"/>
          </ac:grpSpMkLst>
        </pc:grpChg>
      </pc:sldChg>
    </pc:docChg>
  </pc:docChgLst>
  <pc:docChgLst>
    <pc:chgData name="Laurianne Estrada" userId="877d0e272dd2d022" providerId="LiveId" clId="{483E5226-797A-4F5C-8DD1-0182E2847075}"/>
    <pc:docChg chg="undo custSel addSld modSld sldOrd">
      <pc:chgData name="Laurianne Estrada" userId="877d0e272dd2d022" providerId="LiveId" clId="{483E5226-797A-4F5C-8DD1-0182E2847075}" dt="2026-03-18T00:49:54.726" v="1309" actId="14100"/>
      <pc:docMkLst>
        <pc:docMk/>
      </pc:docMkLst>
      <pc:sldChg chg="addSp delSp modSp mod">
        <pc:chgData name="Laurianne Estrada" userId="877d0e272dd2d022" providerId="LiveId" clId="{483E5226-797A-4F5C-8DD1-0182E2847075}" dt="2026-03-18T00:23:07.731" v="81" actId="20577"/>
        <pc:sldMkLst>
          <pc:docMk/>
          <pc:sldMk cId="0" sldId="257"/>
        </pc:sldMkLst>
        <pc:spChg chg="mod">
          <ac:chgData name="Laurianne Estrada" userId="877d0e272dd2d022" providerId="LiveId" clId="{483E5226-797A-4F5C-8DD1-0182E2847075}" dt="2026-03-18T00:22:11.400" v="41" actId="20577"/>
          <ac:spMkLst>
            <pc:docMk/>
            <pc:sldMk cId="0" sldId="257"/>
            <ac:spMk id="4" creationId="{754F6CB3-5DA4-4553-9D8F-F3380A68D676}"/>
          </ac:spMkLst>
        </pc:spChg>
        <pc:spChg chg="mod">
          <ac:chgData name="Laurianne Estrada" userId="877d0e272dd2d022" providerId="LiveId" clId="{483E5226-797A-4F5C-8DD1-0182E2847075}" dt="2026-03-18T00:23:07.731" v="81" actId="20577"/>
          <ac:spMkLst>
            <pc:docMk/>
            <pc:sldMk cId="0" sldId="257"/>
            <ac:spMk id="11265" creationId="{F04FAD1C-D935-4EA9-860A-A5EDAC21AB78}"/>
          </ac:spMkLst>
        </pc:spChg>
        <pc:inkChg chg="add del">
          <ac:chgData name="Laurianne Estrada" userId="877d0e272dd2d022" providerId="LiveId" clId="{483E5226-797A-4F5C-8DD1-0182E2847075}" dt="2026-03-18T00:21:50.587" v="13"/>
          <ac:inkMkLst>
            <pc:docMk/>
            <pc:sldMk cId="0" sldId="257"/>
            <ac:inkMk id="2" creationId="{828CF501-F69D-0A84-6004-E699D57C6D98}"/>
          </ac:inkMkLst>
        </pc:inkChg>
        <pc:inkChg chg="add">
          <ac:chgData name="Laurianne Estrada" userId="877d0e272dd2d022" providerId="LiveId" clId="{483E5226-797A-4F5C-8DD1-0182E2847075}" dt="2026-03-18T00:21:46.971" v="6" actId="9405"/>
          <ac:inkMkLst>
            <pc:docMk/>
            <pc:sldMk cId="0" sldId="257"/>
            <ac:inkMk id="3" creationId="{A7A50543-662A-6C76-E204-92DEFC8DF273}"/>
          </ac:inkMkLst>
        </pc:inkChg>
        <pc:inkChg chg="add del">
          <ac:chgData name="Laurianne Estrada" userId="877d0e272dd2d022" providerId="LiveId" clId="{483E5226-797A-4F5C-8DD1-0182E2847075}" dt="2026-03-18T00:21:50.585" v="10"/>
          <ac:inkMkLst>
            <pc:docMk/>
            <pc:sldMk cId="0" sldId="257"/>
            <ac:inkMk id="5" creationId="{99E93782-6BA3-308C-7F82-2BDA0013844B}"/>
          </ac:inkMkLst>
        </pc:inkChg>
        <pc:inkChg chg="add del">
          <ac:chgData name="Laurianne Estrada" userId="877d0e272dd2d022" providerId="LiveId" clId="{483E5226-797A-4F5C-8DD1-0182E2847075}" dt="2026-03-18T00:21:50.587" v="12"/>
          <ac:inkMkLst>
            <pc:docMk/>
            <pc:sldMk cId="0" sldId="257"/>
            <ac:inkMk id="6" creationId="{5BD4F08C-248B-3F8B-E6D0-AF83E6F58804}"/>
          </ac:inkMkLst>
        </pc:inkChg>
        <pc:inkChg chg="add del">
          <ac:chgData name="Laurianne Estrada" userId="877d0e272dd2d022" providerId="LiveId" clId="{483E5226-797A-4F5C-8DD1-0182E2847075}" dt="2026-03-18T00:21:50.587" v="11"/>
          <ac:inkMkLst>
            <pc:docMk/>
            <pc:sldMk cId="0" sldId="257"/>
            <ac:inkMk id="7" creationId="{A4B09A68-B795-55FF-0742-78A5CCC33C18}"/>
          </ac:inkMkLst>
        </pc:inkChg>
      </pc:sldChg>
      <pc:sldChg chg="mod ord modShow">
        <pc:chgData name="Laurianne Estrada" userId="877d0e272dd2d022" providerId="LiveId" clId="{483E5226-797A-4F5C-8DD1-0182E2847075}" dt="2026-03-18T00:21:40.199" v="4" actId="729"/>
        <pc:sldMkLst>
          <pc:docMk/>
          <pc:sldMk cId="3559804124" sldId="756"/>
        </pc:sldMkLst>
      </pc:sldChg>
      <pc:sldChg chg="modSp mod ord">
        <pc:chgData name="Laurianne Estrada" userId="877d0e272dd2d022" providerId="LiveId" clId="{483E5226-797A-4F5C-8DD1-0182E2847075}" dt="2026-03-18T00:28:00.648" v="327" actId="20577"/>
        <pc:sldMkLst>
          <pc:docMk/>
          <pc:sldMk cId="1122933745" sldId="758"/>
        </pc:sldMkLst>
        <pc:graphicFrameChg chg="modGraphic">
          <ac:chgData name="Laurianne Estrada" userId="877d0e272dd2d022" providerId="LiveId" clId="{483E5226-797A-4F5C-8DD1-0182E2847075}" dt="2026-03-18T00:28:00.648" v="327" actId="20577"/>
          <ac:graphicFrameMkLst>
            <pc:docMk/>
            <pc:sldMk cId="1122933745" sldId="758"/>
            <ac:graphicFrameMk id="6" creationId="{822E9F58-920B-FD81-15B7-681AD1AF5429}"/>
          </ac:graphicFrameMkLst>
        </pc:graphicFrameChg>
      </pc:sldChg>
      <pc:sldChg chg="mod ord modShow">
        <pc:chgData name="Laurianne Estrada" userId="877d0e272dd2d022" providerId="LiveId" clId="{483E5226-797A-4F5C-8DD1-0182E2847075}" dt="2026-03-18T00:21:40.199" v="4" actId="729"/>
        <pc:sldMkLst>
          <pc:docMk/>
          <pc:sldMk cId="184267417" sldId="759"/>
        </pc:sldMkLst>
      </pc:sldChg>
      <pc:sldChg chg="addSp modSp mod modAnim">
        <pc:chgData name="Laurianne Estrada" userId="877d0e272dd2d022" providerId="LiveId" clId="{483E5226-797A-4F5C-8DD1-0182E2847075}" dt="2026-03-18T00:29:44.164" v="366" actId="20577"/>
        <pc:sldMkLst>
          <pc:docMk/>
          <pc:sldMk cId="245033426" sldId="760"/>
        </pc:sldMkLst>
        <pc:spChg chg="mod">
          <ac:chgData name="Laurianne Estrada" userId="877d0e272dd2d022" providerId="LiveId" clId="{483E5226-797A-4F5C-8DD1-0182E2847075}" dt="2026-03-18T00:28:14.252" v="346" actId="255"/>
          <ac:spMkLst>
            <pc:docMk/>
            <pc:sldMk cId="245033426" sldId="760"/>
            <ac:spMk id="2" creationId="{FB340250-FC14-679D-F096-761B3313C3D4}"/>
          </ac:spMkLst>
        </pc:spChg>
        <pc:spChg chg="add mod">
          <ac:chgData name="Laurianne Estrada" userId="877d0e272dd2d022" providerId="LiveId" clId="{483E5226-797A-4F5C-8DD1-0182E2847075}" dt="2026-03-18T00:29:44.164" v="366" actId="20577"/>
          <ac:spMkLst>
            <pc:docMk/>
            <pc:sldMk cId="245033426" sldId="760"/>
            <ac:spMk id="7" creationId="{CC8C255F-0510-79A1-73C8-29FAA6C968C5}"/>
          </ac:spMkLst>
        </pc:spChg>
        <pc:spChg chg="mod">
          <ac:chgData name="Laurianne Estrada" userId="877d0e272dd2d022" providerId="LiveId" clId="{483E5226-797A-4F5C-8DD1-0182E2847075}" dt="2026-03-18T00:29:26.554" v="356" actId="1035"/>
          <ac:spMkLst>
            <pc:docMk/>
            <pc:sldMk cId="245033426" sldId="760"/>
            <ac:spMk id="13" creationId="{829C4223-5CA5-9548-7561-D0991EFD574E}"/>
          </ac:spMkLst>
        </pc:spChg>
        <pc:spChg chg="mod">
          <ac:chgData name="Laurianne Estrada" userId="877d0e272dd2d022" providerId="LiveId" clId="{483E5226-797A-4F5C-8DD1-0182E2847075}" dt="2026-03-18T00:29:12.611" v="349" actId="20577"/>
          <ac:spMkLst>
            <pc:docMk/>
            <pc:sldMk cId="245033426" sldId="760"/>
            <ac:spMk id="16" creationId="{FBEF9A54-205E-22E9-39B8-8D9EA3379A1B}"/>
          </ac:spMkLst>
        </pc:spChg>
        <pc:spChg chg="mod">
          <ac:chgData name="Laurianne Estrada" userId="877d0e272dd2d022" providerId="LiveId" clId="{483E5226-797A-4F5C-8DD1-0182E2847075}" dt="2026-03-18T00:29:33.823" v="359" actId="1036"/>
          <ac:spMkLst>
            <pc:docMk/>
            <pc:sldMk cId="245033426" sldId="760"/>
            <ac:spMk id="21" creationId="{683E10D1-1363-3621-EF2F-3827012A404E}"/>
          </ac:spMkLst>
        </pc:spChg>
      </pc:sldChg>
      <pc:sldChg chg="addSp modSp mod modAnim">
        <pc:chgData name="Laurianne Estrada" userId="877d0e272dd2d022" providerId="LiveId" clId="{483E5226-797A-4F5C-8DD1-0182E2847075}" dt="2026-03-18T00:49:54.726" v="1309" actId="14100"/>
        <pc:sldMkLst>
          <pc:docMk/>
          <pc:sldMk cId="858915133" sldId="762"/>
        </pc:sldMkLst>
        <pc:spChg chg="add mod">
          <ac:chgData name="Laurianne Estrada" userId="877d0e272dd2d022" providerId="LiveId" clId="{483E5226-797A-4F5C-8DD1-0182E2847075}" dt="2026-03-18T00:46:10.863" v="885" actId="1076"/>
          <ac:spMkLst>
            <pc:docMk/>
            <pc:sldMk cId="858915133" sldId="762"/>
            <ac:spMk id="3" creationId="{9086BC90-339D-5E8C-AA55-4C92D6464F04}"/>
          </ac:spMkLst>
        </pc:spChg>
        <pc:spChg chg="add mod">
          <ac:chgData name="Laurianne Estrada" userId="877d0e272dd2d022" providerId="LiveId" clId="{483E5226-797A-4F5C-8DD1-0182E2847075}" dt="2026-03-18T00:49:54.726" v="1309" actId="14100"/>
          <ac:spMkLst>
            <pc:docMk/>
            <pc:sldMk cId="858915133" sldId="762"/>
            <ac:spMk id="6" creationId="{4BE05BEA-78C7-4733-B3C1-2C856CB0F39C}"/>
          </ac:spMkLst>
        </pc:spChg>
      </pc:sldChg>
      <pc:sldChg chg="addSp delSp modSp mod modAnim">
        <pc:chgData name="Laurianne Estrada" userId="877d0e272dd2d022" providerId="LiveId" clId="{483E5226-797A-4F5C-8DD1-0182E2847075}" dt="2026-03-18T00:44:18.705" v="673"/>
        <pc:sldMkLst>
          <pc:docMk/>
          <pc:sldMk cId="3742172201" sldId="851"/>
        </pc:sldMkLst>
        <pc:spChg chg="del">
          <ac:chgData name="Laurianne Estrada" userId="877d0e272dd2d022" providerId="LiveId" clId="{483E5226-797A-4F5C-8DD1-0182E2847075}" dt="2026-03-18T00:30:09.854" v="368" actId="478"/>
          <ac:spMkLst>
            <pc:docMk/>
            <pc:sldMk cId="3742172201" sldId="851"/>
            <ac:spMk id="2" creationId="{9037C79D-9815-8376-8D5B-CFCD9AD829DF}"/>
          </ac:spMkLst>
        </pc:spChg>
        <pc:spChg chg="add mod">
          <ac:chgData name="Laurianne Estrada" userId="877d0e272dd2d022" providerId="LiveId" clId="{483E5226-797A-4F5C-8DD1-0182E2847075}" dt="2026-03-18T00:29:59.095" v="367"/>
          <ac:spMkLst>
            <pc:docMk/>
            <pc:sldMk cId="3742172201" sldId="851"/>
            <ac:spMk id="3" creationId="{C2D8C0A7-E948-F000-9024-99FE6D0C9A60}"/>
          </ac:spMkLst>
        </pc:spChg>
        <pc:spChg chg="add mod">
          <ac:chgData name="Laurianne Estrada" userId="877d0e272dd2d022" providerId="LiveId" clId="{483E5226-797A-4F5C-8DD1-0182E2847075}" dt="2026-03-18T00:29:59.095" v="367"/>
          <ac:spMkLst>
            <pc:docMk/>
            <pc:sldMk cId="3742172201" sldId="851"/>
            <ac:spMk id="5" creationId="{783A92AE-B0D7-8318-4A60-4026F525596B}"/>
          </ac:spMkLst>
        </pc:spChg>
        <pc:spChg chg="add del mod">
          <ac:chgData name="Laurianne Estrada" userId="877d0e272dd2d022" providerId="LiveId" clId="{483E5226-797A-4F5C-8DD1-0182E2847075}" dt="2026-03-18T00:30:10.652" v="369" actId="478"/>
          <ac:spMkLst>
            <pc:docMk/>
            <pc:sldMk cId="3742172201" sldId="851"/>
            <ac:spMk id="6" creationId="{A98E40DA-89D9-C00F-58A8-4A1163152C01}"/>
          </ac:spMkLst>
        </pc:spChg>
        <pc:spChg chg="add mod">
          <ac:chgData name="Laurianne Estrada" userId="877d0e272dd2d022" providerId="LiveId" clId="{483E5226-797A-4F5C-8DD1-0182E2847075}" dt="2026-03-18T00:30:11.339" v="370"/>
          <ac:spMkLst>
            <pc:docMk/>
            <pc:sldMk cId="3742172201" sldId="851"/>
            <ac:spMk id="7" creationId="{59E23788-B2CD-9B1D-9617-FB383C016F02}"/>
          </ac:spMkLst>
        </pc:spChg>
        <pc:spChg chg="add mod">
          <ac:chgData name="Laurianne Estrada" userId="877d0e272dd2d022" providerId="LiveId" clId="{483E5226-797A-4F5C-8DD1-0182E2847075}" dt="2026-03-18T00:41:43.844" v="547" actId="1076"/>
          <ac:spMkLst>
            <pc:docMk/>
            <pc:sldMk cId="3742172201" sldId="851"/>
            <ac:spMk id="11" creationId="{91AEE41B-53C0-0306-6129-AE0CE7B0845E}"/>
          </ac:spMkLst>
        </pc:spChg>
        <pc:picChg chg="add mod">
          <ac:chgData name="Laurianne Estrada" userId="877d0e272dd2d022" providerId="LiveId" clId="{483E5226-797A-4F5C-8DD1-0182E2847075}" dt="2026-03-18T00:41:40.758" v="546" actId="1036"/>
          <ac:picMkLst>
            <pc:docMk/>
            <pc:sldMk cId="3742172201" sldId="851"/>
            <ac:picMk id="8" creationId="{DE7708E5-FF3A-5D05-E170-55C5274E6D44}"/>
          </ac:picMkLst>
        </pc:picChg>
        <pc:picChg chg="add mod">
          <ac:chgData name="Laurianne Estrada" userId="877d0e272dd2d022" providerId="LiveId" clId="{483E5226-797A-4F5C-8DD1-0182E2847075}" dt="2026-03-18T00:41:40.758" v="546" actId="1036"/>
          <ac:picMkLst>
            <pc:docMk/>
            <pc:sldMk cId="3742172201" sldId="851"/>
            <ac:picMk id="9" creationId="{C317D0AA-8558-63D7-52B5-CE1B88F71CA4}"/>
          </ac:picMkLst>
        </pc:picChg>
        <pc:picChg chg="add mod">
          <ac:chgData name="Laurianne Estrada" userId="877d0e272dd2d022" providerId="LiveId" clId="{483E5226-797A-4F5C-8DD1-0182E2847075}" dt="2026-03-18T00:41:40.758" v="546" actId="1036"/>
          <ac:picMkLst>
            <pc:docMk/>
            <pc:sldMk cId="3742172201" sldId="851"/>
            <ac:picMk id="10" creationId="{FE7E494B-7C62-9D0A-D426-B7255EDB5435}"/>
          </ac:picMkLst>
        </pc:picChg>
        <pc:picChg chg="add mod">
          <ac:chgData name="Laurianne Estrada" userId="877d0e272dd2d022" providerId="LiveId" clId="{483E5226-797A-4F5C-8DD1-0182E2847075}" dt="2026-03-18T00:42:09.411" v="552" actId="1035"/>
          <ac:picMkLst>
            <pc:docMk/>
            <pc:sldMk cId="3742172201" sldId="851"/>
            <ac:picMk id="12" creationId="{AA2060B9-AEB9-9BF6-0208-C6E4AAC966D6}"/>
          </ac:picMkLst>
        </pc:picChg>
        <pc:picChg chg="add del mod">
          <ac:chgData name="Laurianne Estrada" userId="877d0e272dd2d022" providerId="LiveId" clId="{483E5226-797A-4F5C-8DD1-0182E2847075}" dt="2026-03-18T00:33:45.781" v="414" actId="478"/>
          <ac:picMkLst>
            <pc:docMk/>
            <pc:sldMk cId="3742172201" sldId="851"/>
            <ac:picMk id="1026" creationId="{7983A699-704E-5BA4-AF7C-65B4563BA171}"/>
          </ac:picMkLst>
        </pc:picChg>
      </pc:sldChg>
      <pc:sldChg chg="addSp delSp modSp mod modAnim">
        <pc:chgData name="Laurianne Estrada" userId="877d0e272dd2d022" providerId="LiveId" clId="{483E5226-797A-4F5C-8DD1-0182E2847075}" dt="2026-03-18T00:44:28.755" v="677"/>
        <pc:sldMkLst>
          <pc:docMk/>
          <pc:sldMk cId="2021052808" sldId="853"/>
        </pc:sldMkLst>
        <pc:spChg chg="del">
          <ac:chgData name="Laurianne Estrada" userId="877d0e272dd2d022" providerId="LiveId" clId="{483E5226-797A-4F5C-8DD1-0182E2847075}" dt="2026-03-18T00:30:14.963" v="371" actId="478"/>
          <ac:spMkLst>
            <pc:docMk/>
            <pc:sldMk cId="2021052808" sldId="853"/>
            <ac:spMk id="2" creationId="{1EB59D3E-F3FA-36A0-87A1-983F9D84D311}"/>
          </ac:spMkLst>
        </pc:spChg>
        <pc:spChg chg="add del mod">
          <ac:chgData name="Laurianne Estrada" userId="877d0e272dd2d022" providerId="LiveId" clId="{483E5226-797A-4F5C-8DD1-0182E2847075}" dt="2026-03-18T00:30:15.836" v="372" actId="478"/>
          <ac:spMkLst>
            <pc:docMk/>
            <pc:sldMk cId="2021052808" sldId="853"/>
            <ac:spMk id="3" creationId="{E3353E34-5CEF-4FD8-629A-407C01210F02}"/>
          </ac:spMkLst>
        </pc:spChg>
        <pc:spChg chg="add mod">
          <ac:chgData name="Laurianne Estrada" userId="877d0e272dd2d022" providerId="LiveId" clId="{483E5226-797A-4F5C-8DD1-0182E2847075}" dt="2026-03-18T00:40:50.852" v="520" actId="1076"/>
          <ac:spMkLst>
            <pc:docMk/>
            <pc:sldMk cId="2021052808" sldId="853"/>
            <ac:spMk id="5" creationId="{434AB5CC-7E4E-CCAE-FEFF-A88DF6638BBD}"/>
          </ac:spMkLst>
        </pc:spChg>
        <pc:spChg chg="add mod">
          <ac:chgData name="Laurianne Estrada" userId="877d0e272dd2d022" providerId="LiveId" clId="{483E5226-797A-4F5C-8DD1-0182E2847075}" dt="2026-03-18T00:37:36.106" v="482" actId="20577"/>
          <ac:spMkLst>
            <pc:docMk/>
            <pc:sldMk cId="2021052808" sldId="853"/>
            <ac:spMk id="6" creationId="{965DB3EF-200A-8B8D-23B3-D00EB098D7A0}"/>
          </ac:spMkLst>
        </pc:spChg>
        <pc:spChg chg="add mod">
          <ac:chgData name="Laurianne Estrada" userId="877d0e272dd2d022" providerId="LiveId" clId="{483E5226-797A-4F5C-8DD1-0182E2847075}" dt="2026-03-18T00:31:12.169" v="404"/>
          <ac:spMkLst>
            <pc:docMk/>
            <pc:sldMk cId="2021052808" sldId="853"/>
            <ac:spMk id="7" creationId="{9A5E942F-7023-B3A5-E0A7-CC15CFF8450C}"/>
          </ac:spMkLst>
        </pc:spChg>
        <pc:spChg chg="add mod">
          <ac:chgData name="Laurianne Estrada" userId="877d0e272dd2d022" providerId="LiveId" clId="{483E5226-797A-4F5C-8DD1-0182E2847075}" dt="2026-03-18T00:40:27.854" v="510" actId="1076"/>
          <ac:spMkLst>
            <pc:docMk/>
            <pc:sldMk cId="2021052808" sldId="853"/>
            <ac:spMk id="8" creationId="{E414CAEC-1DCC-C1A1-619B-DB77566D8FF9}"/>
          </ac:spMkLst>
        </pc:spChg>
        <pc:picChg chg="add mod">
          <ac:chgData name="Laurianne Estrada" userId="877d0e272dd2d022" providerId="LiveId" clId="{483E5226-797A-4F5C-8DD1-0182E2847075}" dt="2026-03-18T00:40:46.694" v="518" actId="1036"/>
          <ac:picMkLst>
            <pc:docMk/>
            <pc:sldMk cId="2021052808" sldId="853"/>
            <ac:picMk id="9" creationId="{26894FD8-7E7D-8E3F-9C3F-3264F0ABC24B}"/>
          </ac:picMkLst>
        </pc:picChg>
        <pc:picChg chg="add mod">
          <ac:chgData name="Laurianne Estrada" userId="877d0e272dd2d022" providerId="LiveId" clId="{483E5226-797A-4F5C-8DD1-0182E2847075}" dt="2026-03-18T00:40:46.694" v="518" actId="1036"/>
          <ac:picMkLst>
            <pc:docMk/>
            <pc:sldMk cId="2021052808" sldId="853"/>
            <ac:picMk id="10" creationId="{51D4D087-3A5E-1F2E-2FE1-773E565EE871}"/>
          </ac:picMkLst>
        </pc:picChg>
        <pc:picChg chg="add mod">
          <ac:chgData name="Laurianne Estrada" userId="877d0e272dd2d022" providerId="LiveId" clId="{483E5226-797A-4F5C-8DD1-0182E2847075}" dt="2026-03-18T00:40:46.694" v="518" actId="1036"/>
          <ac:picMkLst>
            <pc:docMk/>
            <pc:sldMk cId="2021052808" sldId="853"/>
            <ac:picMk id="11" creationId="{5D150260-A942-DD83-AC4F-198D2092061A}"/>
          </ac:picMkLst>
        </pc:picChg>
        <pc:picChg chg="add mod">
          <ac:chgData name="Laurianne Estrada" userId="877d0e272dd2d022" providerId="LiveId" clId="{483E5226-797A-4F5C-8DD1-0182E2847075}" dt="2026-03-18T00:41:05.092" v="524" actId="1076"/>
          <ac:picMkLst>
            <pc:docMk/>
            <pc:sldMk cId="2021052808" sldId="853"/>
            <ac:picMk id="12" creationId="{D46AF69D-40DB-6422-4E19-D424212C6D74}"/>
          </ac:picMkLst>
        </pc:picChg>
      </pc:sldChg>
      <pc:sldChg chg="modSp mod">
        <pc:chgData name="Laurianne Estrada" userId="877d0e272dd2d022" providerId="LiveId" clId="{483E5226-797A-4F5C-8DD1-0182E2847075}" dt="2026-03-18T00:24:35.260" v="170" actId="255"/>
        <pc:sldMkLst>
          <pc:docMk/>
          <pc:sldMk cId="3113197599" sldId="854"/>
        </pc:sldMkLst>
        <pc:spChg chg="mod">
          <ac:chgData name="Laurianne Estrada" userId="877d0e272dd2d022" providerId="LiveId" clId="{483E5226-797A-4F5C-8DD1-0182E2847075}" dt="2026-03-18T00:24:35.260" v="170" actId="255"/>
          <ac:spMkLst>
            <pc:docMk/>
            <pc:sldMk cId="3113197599" sldId="854"/>
            <ac:spMk id="2" creationId="{D4F531C9-683B-FAF0-7E27-67CAF23C45CE}"/>
          </ac:spMkLst>
        </pc:spChg>
      </pc:sldChg>
      <pc:sldChg chg="modSp mod modAnim">
        <pc:chgData name="Laurianne Estrada" userId="877d0e272dd2d022" providerId="LiveId" clId="{483E5226-797A-4F5C-8DD1-0182E2847075}" dt="2026-03-18T00:26:13.265" v="218"/>
        <pc:sldMkLst>
          <pc:docMk/>
          <pc:sldMk cId="4087352502" sldId="855"/>
        </pc:sldMkLst>
        <pc:spChg chg="mod">
          <ac:chgData name="Laurianne Estrada" userId="877d0e272dd2d022" providerId="LiveId" clId="{483E5226-797A-4F5C-8DD1-0182E2847075}" dt="2026-03-18T00:25:02.615" v="213" actId="255"/>
          <ac:spMkLst>
            <pc:docMk/>
            <pc:sldMk cId="4087352502" sldId="855"/>
            <ac:spMk id="2" creationId="{E9A8C2DF-671E-DAEA-0E97-3EA3E1C58179}"/>
          </ac:spMkLst>
        </pc:spChg>
      </pc:sldChg>
      <pc:sldChg chg="addSp delSp modSp modAnim">
        <pc:chgData name="Laurianne Estrada" userId="877d0e272dd2d022" providerId="LiveId" clId="{483E5226-797A-4F5C-8DD1-0182E2847075}" dt="2026-03-18T00:26:40.910" v="219"/>
        <pc:sldMkLst>
          <pc:docMk/>
          <pc:sldMk cId="3222445821" sldId="856"/>
        </pc:sldMkLst>
        <pc:spChg chg="del">
          <ac:chgData name="Laurianne Estrada" userId="877d0e272dd2d022" providerId="LiveId" clId="{483E5226-797A-4F5C-8DD1-0182E2847075}" dt="2026-03-18T00:25:25.006" v="214" actId="478"/>
          <ac:spMkLst>
            <pc:docMk/>
            <pc:sldMk cId="3222445821" sldId="856"/>
            <ac:spMk id="2" creationId="{5D632479-1A58-F415-0F05-3BCE0B3D79BD}"/>
          </ac:spMkLst>
        </pc:spChg>
        <pc:spChg chg="add del mod">
          <ac:chgData name="Laurianne Estrada" userId="877d0e272dd2d022" providerId="LiveId" clId="{483E5226-797A-4F5C-8DD1-0182E2847075}" dt="2026-03-18T00:25:29.899" v="216" actId="478"/>
          <ac:spMkLst>
            <pc:docMk/>
            <pc:sldMk cId="3222445821" sldId="856"/>
            <ac:spMk id="3" creationId="{B1CE735A-473C-3728-9A2A-0BCCEC69D4AA}"/>
          </ac:spMkLst>
        </pc:spChg>
        <pc:spChg chg="add mod">
          <ac:chgData name="Laurianne Estrada" userId="877d0e272dd2d022" providerId="LiveId" clId="{483E5226-797A-4F5C-8DD1-0182E2847075}" dt="2026-03-18T00:25:25.634" v="215"/>
          <ac:spMkLst>
            <pc:docMk/>
            <pc:sldMk cId="3222445821" sldId="856"/>
            <ac:spMk id="5" creationId="{AD035BE2-60C6-2633-F491-3B2EAC2A6505}"/>
          </ac:spMkLst>
        </pc:spChg>
      </pc:sldChg>
      <pc:sldChg chg="addSp modSp add mod ord modAnim">
        <pc:chgData name="Laurianne Estrada" userId="877d0e272dd2d022" providerId="LiveId" clId="{483E5226-797A-4F5C-8DD1-0182E2847075}" dt="2026-03-18T00:44:24.126" v="675"/>
        <pc:sldMkLst>
          <pc:docMk/>
          <pc:sldMk cId="728521192" sldId="857"/>
        </pc:sldMkLst>
        <pc:spChg chg="add mod">
          <ac:chgData name="Laurianne Estrada" userId="877d0e272dd2d022" providerId="LiveId" clId="{483E5226-797A-4F5C-8DD1-0182E2847075}" dt="2026-03-18T00:37:29.395" v="476" actId="6549"/>
          <ac:spMkLst>
            <pc:docMk/>
            <pc:sldMk cId="728521192" sldId="857"/>
            <ac:spMk id="2" creationId="{DC4B1136-4694-D710-44C4-0B0811137835}"/>
          </ac:spMkLst>
        </pc:spChg>
        <pc:spChg chg="add mod">
          <ac:chgData name="Laurianne Estrada" userId="877d0e272dd2d022" providerId="LiveId" clId="{483E5226-797A-4F5C-8DD1-0182E2847075}" dt="2026-03-18T00:30:58.426" v="396" actId="20577"/>
          <ac:spMkLst>
            <pc:docMk/>
            <pc:sldMk cId="728521192" sldId="857"/>
            <ac:spMk id="3" creationId="{7D9A92B5-3932-983F-CBF2-0C062B7DBD7B}"/>
          </ac:spMkLst>
        </pc:spChg>
        <pc:spChg chg="add mod">
          <ac:chgData name="Laurianne Estrada" userId="877d0e272dd2d022" providerId="LiveId" clId="{483E5226-797A-4F5C-8DD1-0182E2847075}" dt="2026-03-18T00:41:21.866" v="531" actId="1076"/>
          <ac:spMkLst>
            <pc:docMk/>
            <pc:sldMk cId="728521192" sldId="857"/>
            <ac:spMk id="6" creationId="{BF9338E9-385B-912A-62F7-28EEEB477681}"/>
          </ac:spMkLst>
        </pc:spChg>
        <pc:picChg chg="add mod">
          <ac:chgData name="Laurianne Estrada" userId="877d0e272dd2d022" providerId="LiveId" clId="{483E5226-797A-4F5C-8DD1-0182E2847075}" dt="2026-03-18T00:41:17.901" v="530" actId="1036"/>
          <ac:picMkLst>
            <pc:docMk/>
            <pc:sldMk cId="728521192" sldId="857"/>
            <ac:picMk id="7" creationId="{757E29DE-686A-8914-6B8A-A68BCA6BADCC}"/>
          </ac:picMkLst>
        </pc:picChg>
        <pc:picChg chg="add mod">
          <ac:chgData name="Laurianne Estrada" userId="877d0e272dd2d022" providerId="LiveId" clId="{483E5226-797A-4F5C-8DD1-0182E2847075}" dt="2026-03-18T00:41:17.901" v="530" actId="1036"/>
          <ac:picMkLst>
            <pc:docMk/>
            <pc:sldMk cId="728521192" sldId="857"/>
            <ac:picMk id="8" creationId="{23E9808D-62C6-A2D9-6A24-AEB4D31C4953}"/>
          </ac:picMkLst>
        </pc:picChg>
        <pc:picChg chg="add mod">
          <ac:chgData name="Laurianne Estrada" userId="877d0e272dd2d022" providerId="LiveId" clId="{483E5226-797A-4F5C-8DD1-0182E2847075}" dt="2026-03-18T00:41:17.901" v="530" actId="1036"/>
          <ac:picMkLst>
            <pc:docMk/>
            <pc:sldMk cId="728521192" sldId="857"/>
            <ac:picMk id="9" creationId="{026AB126-B429-83B5-DA3C-0A8369E0B13D}"/>
          </ac:picMkLst>
        </pc:picChg>
        <pc:picChg chg="add mod">
          <ac:chgData name="Laurianne Estrada" userId="877d0e272dd2d022" providerId="LiveId" clId="{483E5226-797A-4F5C-8DD1-0182E2847075}" dt="2026-03-18T00:41:34.095" v="535" actId="1076"/>
          <ac:picMkLst>
            <pc:docMk/>
            <pc:sldMk cId="728521192" sldId="857"/>
            <ac:picMk id="10" creationId="{1FE0EA11-D287-E9EB-D82F-60A29447C0FA}"/>
          </ac:picMkLst>
        </pc:picChg>
      </pc:sldChg>
      <pc:sldChg chg="addSp delSp modSp add mod modShow">
        <pc:chgData name="Laurianne Estrada" userId="877d0e272dd2d022" providerId="LiveId" clId="{483E5226-797A-4F5C-8DD1-0182E2847075}" dt="2026-03-18T00:43:57.401" v="671" actId="1035"/>
        <pc:sldMkLst>
          <pc:docMk/>
          <pc:sldMk cId="815042016" sldId="858"/>
        </pc:sldMkLst>
        <pc:spChg chg="del">
          <ac:chgData name="Laurianne Estrada" userId="877d0e272dd2d022" providerId="LiveId" clId="{483E5226-797A-4F5C-8DD1-0182E2847075}" dt="2026-03-18T00:35:44.419" v="451" actId="478"/>
          <ac:spMkLst>
            <pc:docMk/>
            <pc:sldMk cId="815042016" sldId="858"/>
            <ac:spMk id="6" creationId="{EA2F3C4A-9D1D-02CA-CD9C-3E7ECFCCE1EE}"/>
          </ac:spMkLst>
        </pc:spChg>
        <pc:spChg chg="del">
          <ac:chgData name="Laurianne Estrada" userId="877d0e272dd2d022" providerId="LiveId" clId="{483E5226-797A-4F5C-8DD1-0182E2847075}" dt="2026-03-18T00:35:41.842" v="450" actId="478"/>
          <ac:spMkLst>
            <pc:docMk/>
            <pc:sldMk cId="815042016" sldId="858"/>
            <ac:spMk id="7" creationId="{88DACC6F-6196-E5ED-574A-DC9394C986EC}"/>
          </ac:spMkLst>
        </pc:spChg>
        <pc:spChg chg="del">
          <ac:chgData name="Laurianne Estrada" userId="877d0e272dd2d022" providerId="LiveId" clId="{483E5226-797A-4F5C-8DD1-0182E2847075}" dt="2026-03-18T00:35:41.842" v="450" actId="478"/>
          <ac:spMkLst>
            <pc:docMk/>
            <pc:sldMk cId="815042016" sldId="858"/>
            <ac:spMk id="9" creationId="{B7B77B5C-F83F-9979-714A-A56CE21658C7}"/>
          </ac:spMkLst>
        </pc:spChg>
        <pc:spChg chg="add mod">
          <ac:chgData name="Laurianne Estrada" userId="877d0e272dd2d022" providerId="LiveId" clId="{483E5226-797A-4F5C-8DD1-0182E2847075}" dt="2026-03-18T00:43:55.125" v="668" actId="1036"/>
          <ac:spMkLst>
            <pc:docMk/>
            <pc:sldMk cId="815042016" sldId="858"/>
            <ac:spMk id="11" creationId="{53AAD989-C202-3C85-8606-25CCFD53DF6F}"/>
          </ac:spMkLst>
        </pc:spChg>
        <pc:spChg chg="del">
          <ac:chgData name="Laurianne Estrada" userId="877d0e272dd2d022" providerId="LiveId" clId="{483E5226-797A-4F5C-8DD1-0182E2847075}" dt="2026-03-18T00:35:41.842" v="450" actId="478"/>
          <ac:spMkLst>
            <pc:docMk/>
            <pc:sldMk cId="815042016" sldId="858"/>
            <ac:spMk id="13" creationId="{122B79AC-17DB-D2E6-614E-2A5DB2F69362}"/>
          </ac:spMkLst>
        </pc:spChg>
        <pc:spChg chg="del">
          <ac:chgData name="Laurianne Estrada" userId="877d0e272dd2d022" providerId="LiveId" clId="{483E5226-797A-4F5C-8DD1-0182E2847075}" dt="2026-03-18T00:35:41.842" v="450" actId="478"/>
          <ac:spMkLst>
            <pc:docMk/>
            <pc:sldMk cId="815042016" sldId="858"/>
            <ac:spMk id="14" creationId="{935C3739-C443-3919-DAD5-716BC42834F7}"/>
          </ac:spMkLst>
        </pc:spChg>
        <pc:spChg chg="add mod">
          <ac:chgData name="Laurianne Estrada" userId="877d0e272dd2d022" providerId="LiveId" clId="{483E5226-797A-4F5C-8DD1-0182E2847075}" dt="2026-03-18T00:43:57.401" v="671" actId="1035"/>
          <ac:spMkLst>
            <pc:docMk/>
            <pc:sldMk cId="815042016" sldId="858"/>
            <ac:spMk id="15" creationId="{25D1C670-2075-9B86-39E7-9374E89F7A90}"/>
          </ac:spMkLst>
        </pc:spChg>
        <pc:spChg chg="del">
          <ac:chgData name="Laurianne Estrada" userId="877d0e272dd2d022" providerId="LiveId" clId="{483E5226-797A-4F5C-8DD1-0182E2847075}" dt="2026-03-18T00:35:41.842" v="450" actId="478"/>
          <ac:spMkLst>
            <pc:docMk/>
            <pc:sldMk cId="815042016" sldId="858"/>
            <ac:spMk id="16" creationId="{C373C820-0D5D-36B5-81E8-37B219314298}"/>
          </ac:spMkLst>
        </pc:spChg>
        <pc:spChg chg="add mod">
          <ac:chgData name="Laurianne Estrada" userId="877d0e272dd2d022" providerId="LiveId" clId="{483E5226-797A-4F5C-8DD1-0182E2847075}" dt="2026-03-18T00:43:55.125" v="668" actId="1036"/>
          <ac:spMkLst>
            <pc:docMk/>
            <pc:sldMk cId="815042016" sldId="858"/>
            <ac:spMk id="17" creationId="{61AD824F-E1C9-CECB-AEF8-5CB096DA4284}"/>
          </ac:spMkLst>
        </pc:spChg>
        <pc:spChg chg="del">
          <ac:chgData name="Laurianne Estrada" userId="877d0e272dd2d022" providerId="LiveId" clId="{483E5226-797A-4F5C-8DD1-0182E2847075}" dt="2026-03-18T00:35:44.419" v="451" actId="478"/>
          <ac:spMkLst>
            <pc:docMk/>
            <pc:sldMk cId="815042016" sldId="858"/>
            <ac:spMk id="21" creationId="{9ED30E1A-ED1C-A484-879C-41278CEDBE50}"/>
          </ac:spMkLst>
        </pc:spChg>
        <pc:graphicFrameChg chg="del">
          <ac:chgData name="Laurianne Estrada" userId="877d0e272dd2d022" providerId="LiveId" clId="{483E5226-797A-4F5C-8DD1-0182E2847075}" dt="2026-03-18T00:35:41.842" v="450" actId="478"/>
          <ac:graphicFrameMkLst>
            <pc:docMk/>
            <pc:sldMk cId="815042016" sldId="858"/>
            <ac:graphicFrameMk id="5" creationId="{523A7310-D44C-547F-1A0A-6BDCD438510B}"/>
          </ac:graphicFrameMkLst>
        </pc:graphicFrameChg>
        <pc:graphicFrameChg chg="del">
          <ac:chgData name="Laurianne Estrada" userId="877d0e272dd2d022" providerId="LiveId" clId="{483E5226-797A-4F5C-8DD1-0182E2847075}" dt="2026-03-18T00:35:41.842" v="450" actId="478"/>
          <ac:graphicFrameMkLst>
            <pc:docMk/>
            <pc:sldMk cId="815042016" sldId="858"/>
            <ac:graphicFrameMk id="12" creationId="{100E3AE4-E350-437C-733A-75AB7E1B9975}"/>
          </ac:graphicFrameMkLst>
        </pc:graphicFrameChg>
        <pc:picChg chg="add mod">
          <ac:chgData name="Laurianne Estrada" userId="877d0e272dd2d022" providerId="LiveId" clId="{483E5226-797A-4F5C-8DD1-0182E2847075}" dt="2026-03-18T00:43:35.228" v="656" actId="1036"/>
          <ac:picMkLst>
            <pc:docMk/>
            <pc:sldMk cId="815042016" sldId="858"/>
            <ac:picMk id="3" creationId="{E82E61A5-6826-8FD3-B73A-0DA67FC41D93}"/>
          </ac:picMkLst>
        </pc:picChg>
        <pc:picChg chg="add mod">
          <ac:chgData name="Laurianne Estrada" userId="877d0e272dd2d022" providerId="LiveId" clId="{483E5226-797A-4F5C-8DD1-0182E2847075}" dt="2026-03-18T00:43:35.228" v="656" actId="1036"/>
          <ac:picMkLst>
            <pc:docMk/>
            <pc:sldMk cId="815042016" sldId="858"/>
            <ac:picMk id="8" creationId="{7101E9F8-4D3C-71EF-CE49-B3C237675965}"/>
          </ac:picMkLst>
        </pc:picChg>
        <pc:picChg chg="add mod">
          <ac:chgData name="Laurianne Estrada" userId="877d0e272dd2d022" providerId="LiveId" clId="{483E5226-797A-4F5C-8DD1-0182E2847075}" dt="2026-03-18T00:43:35.228" v="656" actId="1036"/>
          <ac:picMkLst>
            <pc:docMk/>
            <pc:sldMk cId="815042016" sldId="858"/>
            <ac:picMk id="10" creationId="{B076E1E2-00AD-6889-EBCA-45BBB754ED0E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FC2FFB0-2CE3-492C-B175-DEE0AA4BB926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EFE9B1A-CCDE-4D07-A084-752AB35A712F}">
      <dgm:prSet phldrT="[Text]" phldr="0"/>
      <dgm:spPr/>
      <dgm:t>
        <a:bodyPr/>
        <a:lstStyle/>
        <a:p>
          <a:r>
            <a:rPr lang="en-US" dirty="0"/>
            <a:t>List known, estimated, and unknown variables</a:t>
          </a:r>
        </a:p>
      </dgm:t>
    </dgm:pt>
    <dgm:pt modelId="{11362081-903D-4902-805E-639054F0ABBA}" type="parTrans" cxnId="{C771CD29-E355-4225-9AE6-52462F8B308C}">
      <dgm:prSet/>
      <dgm:spPr/>
      <dgm:t>
        <a:bodyPr/>
        <a:lstStyle/>
        <a:p>
          <a:endParaRPr lang="en-US"/>
        </a:p>
      </dgm:t>
    </dgm:pt>
    <dgm:pt modelId="{5022BB72-F0EA-4D1F-8B8C-D2DC9C7DD7F1}" type="sibTrans" cxnId="{C771CD29-E355-4225-9AE6-52462F8B308C}">
      <dgm:prSet/>
      <dgm:spPr/>
      <dgm:t>
        <a:bodyPr/>
        <a:lstStyle/>
        <a:p>
          <a:endParaRPr lang="en-US"/>
        </a:p>
      </dgm:t>
    </dgm:pt>
    <dgm:pt modelId="{4AAD3A3E-3710-4BA5-A232-48A3F15E937B}">
      <dgm:prSet phldrT="[Text]" phldr="0"/>
      <dgm:spPr/>
      <dgm:t>
        <a:bodyPr/>
        <a:lstStyle/>
        <a:p>
          <a:r>
            <a:rPr lang="en-US" dirty="0"/>
            <a:t>Make the simplest assumptions</a:t>
          </a:r>
        </a:p>
      </dgm:t>
    </dgm:pt>
    <dgm:pt modelId="{445AB56C-C6AB-4231-AFFD-94B146D591C9}" type="parTrans" cxnId="{5A0C85A1-5AFF-4895-B7AC-B1F05141251E}">
      <dgm:prSet/>
      <dgm:spPr/>
      <dgm:t>
        <a:bodyPr/>
        <a:lstStyle/>
        <a:p>
          <a:endParaRPr lang="en-US"/>
        </a:p>
      </dgm:t>
    </dgm:pt>
    <dgm:pt modelId="{16DFFF53-89E4-4B6E-B42F-0AB64AD237D1}" type="sibTrans" cxnId="{5A0C85A1-5AFF-4895-B7AC-B1F05141251E}">
      <dgm:prSet/>
      <dgm:spPr/>
      <dgm:t>
        <a:bodyPr/>
        <a:lstStyle/>
        <a:p>
          <a:endParaRPr lang="en-US"/>
        </a:p>
      </dgm:t>
    </dgm:pt>
    <dgm:pt modelId="{FEE8BF7F-8A44-442C-ACAE-0CFAAAD06807}">
      <dgm:prSet phldrT="[Text]" phldr="0"/>
      <dgm:spPr/>
      <dgm:t>
        <a:bodyPr/>
        <a:lstStyle/>
        <a:p>
          <a:r>
            <a:rPr lang="en-US" dirty="0"/>
            <a:t>Estimate unknown values &amp; identify general trends</a:t>
          </a:r>
        </a:p>
      </dgm:t>
    </dgm:pt>
    <dgm:pt modelId="{A3C54D01-6A0F-407F-90E9-6AA0B78A8E60}" type="parTrans" cxnId="{D21C8E35-B367-46CB-852B-2CB7954270BB}">
      <dgm:prSet/>
      <dgm:spPr/>
      <dgm:t>
        <a:bodyPr/>
        <a:lstStyle/>
        <a:p>
          <a:endParaRPr lang="en-US"/>
        </a:p>
      </dgm:t>
    </dgm:pt>
    <dgm:pt modelId="{B4738DF5-C4BB-48A3-9C26-42967F5699AE}" type="sibTrans" cxnId="{D21C8E35-B367-46CB-852B-2CB7954270BB}">
      <dgm:prSet/>
      <dgm:spPr/>
      <dgm:t>
        <a:bodyPr/>
        <a:lstStyle/>
        <a:p>
          <a:endParaRPr lang="en-US"/>
        </a:p>
      </dgm:t>
    </dgm:pt>
    <dgm:pt modelId="{7020122F-E2DE-4701-A4D7-ADFE6C4E4212}" type="pres">
      <dgm:prSet presAssocID="{2FC2FFB0-2CE3-492C-B175-DEE0AA4BB926}" presName="CompostProcess" presStyleCnt="0">
        <dgm:presLayoutVars>
          <dgm:dir/>
          <dgm:resizeHandles val="exact"/>
        </dgm:presLayoutVars>
      </dgm:prSet>
      <dgm:spPr/>
    </dgm:pt>
    <dgm:pt modelId="{0D33E53A-2582-4F0F-AC3F-1F42E28C62AD}" type="pres">
      <dgm:prSet presAssocID="{2FC2FFB0-2CE3-492C-B175-DEE0AA4BB926}" presName="arrow" presStyleLbl="bgShp" presStyleIdx="0" presStyleCnt="1"/>
      <dgm:spPr/>
    </dgm:pt>
    <dgm:pt modelId="{452B8493-CCF5-4008-B72C-719EC1A007B2}" type="pres">
      <dgm:prSet presAssocID="{2FC2FFB0-2CE3-492C-B175-DEE0AA4BB926}" presName="linearProcess" presStyleCnt="0"/>
      <dgm:spPr/>
    </dgm:pt>
    <dgm:pt modelId="{B7FD20A5-A5A6-4CC6-A6D5-02CFEE68C862}" type="pres">
      <dgm:prSet presAssocID="{3EFE9B1A-CCDE-4D07-A084-752AB35A712F}" presName="textNode" presStyleLbl="node1" presStyleIdx="0" presStyleCnt="3">
        <dgm:presLayoutVars>
          <dgm:bulletEnabled val="1"/>
        </dgm:presLayoutVars>
      </dgm:prSet>
      <dgm:spPr/>
    </dgm:pt>
    <dgm:pt modelId="{FC2100B8-80BA-4052-A169-61933E7F1429}" type="pres">
      <dgm:prSet presAssocID="{5022BB72-F0EA-4D1F-8B8C-D2DC9C7DD7F1}" presName="sibTrans" presStyleCnt="0"/>
      <dgm:spPr/>
    </dgm:pt>
    <dgm:pt modelId="{8B6D3F0B-13C2-4F88-8057-DB3CF988BBF4}" type="pres">
      <dgm:prSet presAssocID="{4AAD3A3E-3710-4BA5-A232-48A3F15E937B}" presName="textNode" presStyleLbl="node1" presStyleIdx="1" presStyleCnt="3">
        <dgm:presLayoutVars>
          <dgm:bulletEnabled val="1"/>
        </dgm:presLayoutVars>
      </dgm:prSet>
      <dgm:spPr/>
    </dgm:pt>
    <dgm:pt modelId="{4DEF79B4-5D7A-4CE6-ACF1-E8094D0EDB1A}" type="pres">
      <dgm:prSet presAssocID="{16DFFF53-89E4-4B6E-B42F-0AB64AD237D1}" presName="sibTrans" presStyleCnt="0"/>
      <dgm:spPr/>
    </dgm:pt>
    <dgm:pt modelId="{893B6B1D-53CA-42E7-8A2F-CE311F0D932A}" type="pres">
      <dgm:prSet presAssocID="{FEE8BF7F-8A44-442C-ACAE-0CFAAAD06807}" presName="textNode" presStyleLbl="node1" presStyleIdx="2" presStyleCnt="3">
        <dgm:presLayoutVars>
          <dgm:bulletEnabled val="1"/>
        </dgm:presLayoutVars>
      </dgm:prSet>
      <dgm:spPr/>
    </dgm:pt>
  </dgm:ptLst>
  <dgm:cxnLst>
    <dgm:cxn modelId="{2873A509-00BB-4592-8CE5-D4560A345793}" type="presOf" srcId="{3EFE9B1A-CCDE-4D07-A084-752AB35A712F}" destId="{B7FD20A5-A5A6-4CC6-A6D5-02CFEE68C862}" srcOrd="0" destOrd="0" presId="urn:microsoft.com/office/officeart/2005/8/layout/hProcess9"/>
    <dgm:cxn modelId="{C771CD29-E355-4225-9AE6-52462F8B308C}" srcId="{2FC2FFB0-2CE3-492C-B175-DEE0AA4BB926}" destId="{3EFE9B1A-CCDE-4D07-A084-752AB35A712F}" srcOrd="0" destOrd="0" parTransId="{11362081-903D-4902-805E-639054F0ABBA}" sibTransId="{5022BB72-F0EA-4D1F-8B8C-D2DC9C7DD7F1}"/>
    <dgm:cxn modelId="{D21C8E35-B367-46CB-852B-2CB7954270BB}" srcId="{2FC2FFB0-2CE3-492C-B175-DEE0AA4BB926}" destId="{FEE8BF7F-8A44-442C-ACAE-0CFAAAD06807}" srcOrd="2" destOrd="0" parTransId="{A3C54D01-6A0F-407F-90E9-6AA0B78A8E60}" sibTransId="{B4738DF5-C4BB-48A3-9C26-42967F5699AE}"/>
    <dgm:cxn modelId="{0BFAC277-F1E8-46D0-B822-D0A01013F745}" type="presOf" srcId="{FEE8BF7F-8A44-442C-ACAE-0CFAAAD06807}" destId="{893B6B1D-53CA-42E7-8A2F-CE311F0D932A}" srcOrd="0" destOrd="0" presId="urn:microsoft.com/office/officeart/2005/8/layout/hProcess9"/>
    <dgm:cxn modelId="{5A0C85A1-5AFF-4895-B7AC-B1F05141251E}" srcId="{2FC2FFB0-2CE3-492C-B175-DEE0AA4BB926}" destId="{4AAD3A3E-3710-4BA5-A232-48A3F15E937B}" srcOrd="1" destOrd="0" parTransId="{445AB56C-C6AB-4231-AFFD-94B146D591C9}" sibTransId="{16DFFF53-89E4-4B6E-B42F-0AB64AD237D1}"/>
    <dgm:cxn modelId="{E1418FAD-691E-4DBE-8FBE-D022A0F8EF5D}" type="presOf" srcId="{4AAD3A3E-3710-4BA5-A232-48A3F15E937B}" destId="{8B6D3F0B-13C2-4F88-8057-DB3CF988BBF4}" srcOrd="0" destOrd="0" presId="urn:microsoft.com/office/officeart/2005/8/layout/hProcess9"/>
    <dgm:cxn modelId="{EC2E93B5-8F43-4CCC-B998-5655C4237D9E}" type="presOf" srcId="{2FC2FFB0-2CE3-492C-B175-DEE0AA4BB926}" destId="{7020122F-E2DE-4701-A4D7-ADFE6C4E4212}" srcOrd="0" destOrd="0" presId="urn:microsoft.com/office/officeart/2005/8/layout/hProcess9"/>
    <dgm:cxn modelId="{7DF2996F-AE46-4274-B027-F63F32B3B974}" type="presParOf" srcId="{7020122F-E2DE-4701-A4D7-ADFE6C4E4212}" destId="{0D33E53A-2582-4F0F-AC3F-1F42E28C62AD}" srcOrd="0" destOrd="0" presId="urn:microsoft.com/office/officeart/2005/8/layout/hProcess9"/>
    <dgm:cxn modelId="{E38191B2-EE7E-40F5-9D2B-5136B5D7EB4D}" type="presParOf" srcId="{7020122F-E2DE-4701-A4D7-ADFE6C4E4212}" destId="{452B8493-CCF5-4008-B72C-719EC1A007B2}" srcOrd="1" destOrd="0" presId="urn:microsoft.com/office/officeart/2005/8/layout/hProcess9"/>
    <dgm:cxn modelId="{15A71001-8577-4347-A22F-CB8E2B10B788}" type="presParOf" srcId="{452B8493-CCF5-4008-B72C-719EC1A007B2}" destId="{B7FD20A5-A5A6-4CC6-A6D5-02CFEE68C862}" srcOrd="0" destOrd="0" presId="urn:microsoft.com/office/officeart/2005/8/layout/hProcess9"/>
    <dgm:cxn modelId="{E8CCB1BE-BA8C-4E5F-9A27-2FCB86FD9F38}" type="presParOf" srcId="{452B8493-CCF5-4008-B72C-719EC1A007B2}" destId="{FC2100B8-80BA-4052-A169-61933E7F1429}" srcOrd="1" destOrd="0" presId="urn:microsoft.com/office/officeart/2005/8/layout/hProcess9"/>
    <dgm:cxn modelId="{4DE37E3C-6C03-42C4-BB98-3F7FB0D2A3EC}" type="presParOf" srcId="{452B8493-CCF5-4008-B72C-719EC1A007B2}" destId="{8B6D3F0B-13C2-4F88-8057-DB3CF988BBF4}" srcOrd="2" destOrd="0" presId="urn:microsoft.com/office/officeart/2005/8/layout/hProcess9"/>
    <dgm:cxn modelId="{143FDFBC-FCF8-46B5-B0B8-5C6C4A54DCDA}" type="presParOf" srcId="{452B8493-CCF5-4008-B72C-719EC1A007B2}" destId="{4DEF79B4-5D7A-4CE6-ACF1-E8094D0EDB1A}" srcOrd="3" destOrd="0" presId="urn:microsoft.com/office/officeart/2005/8/layout/hProcess9"/>
    <dgm:cxn modelId="{D76E38C1-67FC-45AF-AEFF-D78F86DC6963}" type="presParOf" srcId="{452B8493-CCF5-4008-B72C-719EC1A007B2}" destId="{893B6B1D-53CA-42E7-8A2F-CE311F0D932A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33E53A-2582-4F0F-AC3F-1F42E28C62AD}">
      <dsp:nvSpPr>
        <dsp:cNvPr id="0" name=""/>
        <dsp:cNvSpPr/>
      </dsp:nvSpPr>
      <dsp:spPr>
        <a:xfrm>
          <a:off x="662939" y="0"/>
          <a:ext cx="7513320" cy="3718984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FD20A5-A5A6-4CC6-A6D5-02CFEE68C862}">
      <dsp:nvSpPr>
        <dsp:cNvPr id="0" name=""/>
        <dsp:cNvSpPr/>
      </dsp:nvSpPr>
      <dsp:spPr>
        <a:xfrm>
          <a:off x="9495" y="1115695"/>
          <a:ext cx="2845117" cy="14875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List known, estimated, and unknown variables</a:t>
          </a:r>
        </a:p>
      </dsp:txBody>
      <dsp:txXfrm>
        <a:off x="82113" y="1188313"/>
        <a:ext cx="2699881" cy="1342357"/>
      </dsp:txXfrm>
    </dsp:sp>
    <dsp:sp modelId="{8B6D3F0B-13C2-4F88-8057-DB3CF988BBF4}">
      <dsp:nvSpPr>
        <dsp:cNvPr id="0" name=""/>
        <dsp:cNvSpPr/>
      </dsp:nvSpPr>
      <dsp:spPr>
        <a:xfrm>
          <a:off x="2997041" y="1115695"/>
          <a:ext cx="2845117" cy="14875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Make the simplest assumptions</a:t>
          </a:r>
        </a:p>
      </dsp:txBody>
      <dsp:txXfrm>
        <a:off x="3069659" y="1188313"/>
        <a:ext cx="2699881" cy="1342357"/>
      </dsp:txXfrm>
    </dsp:sp>
    <dsp:sp modelId="{893B6B1D-53CA-42E7-8A2F-CE311F0D932A}">
      <dsp:nvSpPr>
        <dsp:cNvPr id="0" name=""/>
        <dsp:cNvSpPr/>
      </dsp:nvSpPr>
      <dsp:spPr>
        <a:xfrm>
          <a:off x="5984587" y="1115695"/>
          <a:ext cx="2845117" cy="14875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Estimate unknown values &amp; identify general trends</a:t>
          </a:r>
        </a:p>
      </dsp:txBody>
      <dsp:txXfrm>
        <a:off x="6057205" y="1188313"/>
        <a:ext cx="2699881" cy="13423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3-18T00:21:46.9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8754 0 0,'16'-2'776'0'0,"-6"2"-616"0"0,-7 2-160 0 0,-5 0 0 0 0,1-2-208 0 0,1 1-72 0 0,6 1-8 0 0,2-1-8 0 0,0 3-96 0 0,0-1-24 0 0,-2 2 0 0 0,-2 1-1609 0 0,-4 0-327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r">
              <a:defRPr sz="1200"/>
            </a:lvl1pPr>
          </a:lstStyle>
          <a:p>
            <a:fld id="{9ABB419B-A20D-42AA-8D7F-5642F6706A43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2" tIns="45716" rIns="91432" bIns="45716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32" tIns="45716" rIns="91432" bIns="45716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r">
              <a:defRPr sz="1200"/>
            </a:lvl1pPr>
          </a:lstStyle>
          <a:p>
            <a:fld id="{F317C7DD-FA44-4AAC-AD64-73983556F2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241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2609DD-FFEB-4A75-9A75-53D0629874A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5900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9994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0F558-53CF-4CAA-D91B-FD4917549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55EED0-A703-A57A-6232-3F8A72295A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32EF76-7414-ACF0-CDB9-ACB4477CA1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67E26-7CFF-841E-8F46-B0E99EEB51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0771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9FEAE-7AB1-2F76-F8C0-E01C30ABB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E6F5B0-A019-F548-5BD9-D320BA8261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C66FED-F765-3B59-B6C2-988800F0CC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376A85-D7FE-6CCD-828F-7ADD7659B1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8845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NF270 DATA2: concentration of KCl in chi calculation was set to 10mM but was supposed to be 1mM. That is why the paper says -140mM but here it says -44mM.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9546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BB104-6E87-20CB-1B55-269EA1DE5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603E99-188A-AD4D-C661-03629BE392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BB9E87-5A7A-776D-F8E9-F3E003EF83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NF270 DATA2: concentration of KCl in chi calculation was set to 10mM but was supposed to be 1mM. That is why the paper says -140mM but here it says -44mM.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EC0847-6E8C-194E-F0B6-8D673DA038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17C7DD-FA44-4AAC-AD64-73983556F2E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169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E89A7-1099-2EFA-1877-4A1EF1AFF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D27182-6194-AE56-AC49-CC6490430C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8934FA-49EE-C23D-85B3-46888379EB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600" baseline="-25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F004E7-2003-015A-24D2-EFA03E3640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2609DD-FFEB-4A75-9A75-53D0629874A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8347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25ECE-DF27-6C95-A4DA-4C0F90B23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BAD6D8-2B20-FEDE-3477-9322185175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38357B-44FC-A53F-7FDF-06BA64849A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600" baseline="-25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478443-A8D8-E640-EE92-24CB23E975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2609DD-FFEB-4A75-9A75-53D0629874A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0672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338F4-DD35-4498-B7BB-352DF508B298}" type="datetime1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553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08AD7-9E2D-498D-A2F6-336374926C8D}" type="datetime1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639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39866-0A34-4501-A045-E8741A9799CF}" type="datetime1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697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D55FB-9D8B-4F31-9C42-5D17D4A59442}" type="datetime1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232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EE37B-8374-4EBD-8E99-D65A34C434E5}" type="datetime1">
              <a:rPr lang="en-US" smtClean="0"/>
              <a:t>3/18/2026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175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A699-2B8A-416A-9BC0-A09D8459D01E}" type="datetime1">
              <a:rPr lang="en-US" smtClean="0"/>
              <a:t>3/18/2026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57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762BE-D3A0-430E-B344-BF5ECB0D8697}" type="datetime1">
              <a:rPr lang="en-US" smtClean="0"/>
              <a:t>3/18/2026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340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3A361-81D5-4F8F-9205-3505AF9B6183}" type="datetime1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983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778AC-498F-4EA6-B83A-E0329440060F}" type="datetime1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262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E8221-79A7-4CE4-ADDD-425DA8282893}" type="datetime1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489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62B7C-5ED1-4C75-B407-BEDAA600FF9B}" type="datetime1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2752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7333" y="1524001"/>
            <a:ext cx="10600267" cy="2620403"/>
          </a:xfrm>
        </p:spPr>
        <p:txBody>
          <a:bodyPr>
            <a:normAutofit/>
          </a:bodyPr>
          <a:lstStyle>
            <a:lvl1pPr algn="l">
              <a:defRPr sz="5867" b="0" i="0">
                <a:solidFill>
                  <a:schemeClr val="bg1"/>
                </a:solidFill>
                <a:latin typeface="GalaxiePolaris-Bold"/>
                <a:cs typeface="GalaxiePolaris-Bold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240EF713-932B-47B8-B185-4028BDF5FB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77333" y="6017684"/>
            <a:ext cx="3556000" cy="36406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867" b="1" smtClean="0">
                <a:latin typeface="Garamond" panose="02020404030301010803" pitchFamily="18" charset="0"/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fld id="{556E5E23-2863-43EF-B859-6CE399C516A1}" type="datetime1">
              <a:rPr lang="en-US" altLang="en-US" smtClean="0"/>
              <a:t>3/18/2026</a:t>
            </a:fld>
            <a:endParaRPr lang="en-US" alt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BE7CBC7-430D-4E57-8342-1069822AB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39733" y="6017684"/>
            <a:ext cx="3149600" cy="364067"/>
          </a:xfrm>
          <a:prstGeom prst="rect">
            <a:avLst/>
          </a:prstGeom>
        </p:spPr>
        <p:txBody>
          <a:bodyPr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867" b="1" i="0">
                <a:latin typeface="Garamond"/>
                <a:ea typeface="+mn-ea"/>
                <a:cs typeface="Garamond"/>
              </a:defRPr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1925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7333" y="1524001"/>
            <a:ext cx="10600267" cy="2620403"/>
          </a:xfrm>
        </p:spPr>
        <p:txBody>
          <a:bodyPr>
            <a:normAutofit/>
          </a:bodyPr>
          <a:lstStyle>
            <a:lvl1pPr algn="l">
              <a:defRPr sz="5867" b="0" i="0">
                <a:solidFill>
                  <a:schemeClr val="bg1"/>
                </a:solidFill>
                <a:latin typeface="GalaxiePolaris-Bold"/>
                <a:cs typeface="GalaxiePolaris-Bold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240EF713-932B-47B8-B185-4028BDF5FB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77333" y="6017684"/>
            <a:ext cx="3556000" cy="36406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867" b="1" smtClean="0">
                <a:latin typeface="Garamond" panose="02020404030301010803" pitchFamily="18" charset="0"/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fld id="{556E5E23-2863-43EF-B859-6CE399C516A1}" type="datetime1">
              <a:rPr lang="en-US" altLang="en-US" smtClean="0"/>
              <a:t>3/18/2026</a:t>
            </a:fld>
            <a:endParaRPr lang="en-US" alt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BE7CBC7-430D-4E57-8342-1069822AB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39733" y="6017684"/>
            <a:ext cx="3149600" cy="364067"/>
          </a:xfrm>
          <a:prstGeom prst="rect">
            <a:avLst/>
          </a:prstGeom>
        </p:spPr>
        <p:txBody>
          <a:bodyPr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867" b="1" i="0">
                <a:latin typeface="Garamond"/>
                <a:ea typeface="+mn-ea"/>
                <a:cs typeface="Garamond"/>
              </a:defRPr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740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4073" y="1524005"/>
            <a:ext cx="10573529" cy="2362199"/>
          </a:xfrm>
        </p:spPr>
        <p:txBody>
          <a:bodyPr>
            <a:normAutofit/>
          </a:bodyPr>
          <a:lstStyle>
            <a:lvl1pPr algn="l">
              <a:defRPr sz="5867" b="0" i="0">
                <a:solidFill>
                  <a:schemeClr val="bg1"/>
                </a:solidFill>
                <a:latin typeface="GalaxiePolaris-Bold"/>
                <a:cs typeface="GalaxiePolaris-Bold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687A64CC-0652-4813-BB34-A14605E3CA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801" y="6004984"/>
            <a:ext cx="3556000" cy="36406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867" b="1" smtClean="0">
                <a:latin typeface="Garamond" panose="02020404030301010803" pitchFamily="18" charset="0"/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fld id="{EECD65FB-516F-4534-B5AA-B14311EDA5FF}" type="datetime1">
              <a:rPr lang="en-US" altLang="en-US" smtClean="0"/>
              <a:t>3/18/2026</a:t>
            </a:fld>
            <a:endParaRPr lang="en-US" alt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DF392B6-7960-4C3C-A3FB-1EA8BD229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199" y="6004984"/>
            <a:ext cx="3149600" cy="364067"/>
          </a:xfrm>
          <a:prstGeom prst="rect">
            <a:avLst/>
          </a:prstGeom>
        </p:spPr>
        <p:txBody>
          <a:bodyPr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867" b="1" i="0">
                <a:latin typeface="Garamond"/>
                <a:ea typeface="+mn-ea"/>
                <a:cs typeface="Garamond"/>
              </a:defRPr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4901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DD92F42-FEDD-4527-83C4-4E69C75B68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1EE52E1-BDEA-45DB-925F-16EF4B41C5C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30079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4B34F52-A9D6-4040-BA6D-985F4A0FA0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7CAC9E3-B7EF-4AC4-8542-026EC0ECC53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81984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2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70" indent="0">
              <a:buNone/>
              <a:defRPr sz="2667" b="1"/>
            </a:lvl2pPr>
            <a:lvl3pPr marL="1219139" indent="0">
              <a:buNone/>
              <a:defRPr sz="2400" b="1"/>
            </a:lvl3pPr>
            <a:lvl4pPr marL="1828709" indent="0">
              <a:buNone/>
              <a:defRPr sz="2133" b="1"/>
            </a:lvl4pPr>
            <a:lvl5pPr marL="2438278" indent="0">
              <a:buNone/>
              <a:defRPr sz="2133" b="1"/>
            </a:lvl5pPr>
            <a:lvl6pPr marL="3047848" indent="0">
              <a:buNone/>
              <a:defRPr sz="2133" b="1"/>
            </a:lvl6pPr>
            <a:lvl7pPr marL="3657417" indent="0">
              <a:buNone/>
              <a:defRPr sz="2133" b="1"/>
            </a:lvl7pPr>
            <a:lvl8pPr marL="4266987" indent="0">
              <a:buNone/>
              <a:defRPr sz="2133" b="1"/>
            </a:lvl8pPr>
            <a:lvl9pPr marL="4876557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2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70" indent="0">
              <a:buNone/>
              <a:defRPr sz="2667" b="1"/>
            </a:lvl2pPr>
            <a:lvl3pPr marL="1219139" indent="0">
              <a:buNone/>
              <a:defRPr sz="2400" b="1"/>
            </a:lvl3pPr>
            <a:lvl4pPr marL="1828709" indent="0">
              <a:buNone/>
              <a:defRPr sz="2133" b="1"/>
            </a:lvl4pPr>
            <a:lvl5pPr marL="2438278" indent="0">
              <a:buNone/>
              <a:defRPr sz="2133" b="1"/>
            </a:lvl5pPr>
            <a:lvl6pPr marL="3047848" indent="0">
              <a:buNone/>
              <a:defRPr sz="2133" b="1"/>
            </a:lvl6pPr>
            <a:lvl7pPr marL="3657417" indent="0">
              <a:buNone/>
              <a:defRPr sz="2133" b="1"/>
            </a:lvl7pPr>
            <a:lvl8pPr marL="4266987" indent="0">
              <a:buNone/>
              <a:defRPr sz="2133" b="1"/>
            </a:lvl8pPr>
            <a:lvl9pPr marL="4876557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10E77C3-B175-47FE-BF04-D097FDD2F6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AAA7E68-5ABA-4F57-9266-DFC54A3ACFB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945498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A36B761F-0B41-47F2-9E62-BA442153FC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CFD960-5881-4281-B805-D52EEF5A004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113118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618D62D-BA3E-43E4-B55C-C609514C8C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B457E71-D9D1-4528-A6A8-5D810531BBD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289590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162" y="1484438"/>
            <a:ext cx="4011084" cy="800140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5" y="1484440"/>
            <a:ext cx="6815668" cy="4641729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2282425"/>
            <a:ext cx="4011084" cy="3843739"/>
          </a:xfrm>
        </p:spPr>
        <p:txBody>
          <a:bodyPr/>
          <a:lstStyle>
            <a:lvl1pPr marL="0" indent="0">
              <a:buNone/>
              <a:defRPr sz="1867"/>
            </a:lvl1pPr>
            <a:lvl2pPr marL="609570" indent="0">
              <a:buNone/>
              <a:defRPr sz="1600"/>
            </a:lvl2pPr>
            <a:lvl3pPr marL="1219139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7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97C54A2-0EA6-46CF-9D0F-526F0A7604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F77C170-F33C-4050-9D76-47E6A855600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6393850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5337105"/>
            <a:ext cx="7315200" cy="450687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401159" y="1213416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4267"/>
            </a:lvl1pPr>
            <a:lvl2pPr marL="609570" indent="0">
              <a:buNone/>
              <a:defRPr sz="3733"/>
            </a:lvl2pPr>
            <a:lvl3pPr marL="1219139" indent="0">
              <a:buNone/>
              <a:defRPr sz="3200"/>
            </a:lvl3pPr>
            <a:lvl4pPr marL="1828709" indent="0">
              <a:buNone/>
              <a:defRPr sz="2667"/>
            </a:lvl4pPr>
            <a:lvl5pPr marL="2438278" indent="0">
              <a:buNone/>
              <a:defRPr sz="2667"/>
            </a:lvl5pPr>
            <a:lvl6pPr marL="3047848" indent="0">
              <a:buNone/>
              <a:defRPr sz="2667"/>
            </a:lvl6pPr>
            <a:lvl7pPr marL="3657417" indent="0">
              <a:buNone/>
              <a:defRPr sz="2667"/>
            </a:lvl7pPr>
            <a:lvl8pPr marL="4266987" indent="0">
              <a:buNone/>
              <a:defRPr sz="2667"/>
            </a:lvl8pPr>
            <a:lvl9pPr marL="4876557" indent="0">
              <a:buNone/>
              <a:defRPr sz="2667"/>
            </a:lvl9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800451"/>
            <a:ext cx="7315200" cy="586267"/>
          </a:xfrm>
        </p:spPr>
        <p:txBody>
          <a:bodyPr/>
          <a:lstStyle>
            <a:lvl1pPr marL="0" indent="0">
              <a:buNone/>
              <a:defRPr sz="1867"/>
            </a:lvl1pPr>
            <a:lvl2pPr marL="609570" indent="0">
              <a:buNone/>
              <a:defRPr sz="1600"/>
            </a:lvl2pPr>
            <a:lvl3pPr marL="1219139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7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ABAB3B2-47B7-498B-A11F-6D1308C7D8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746C3CB-F8F3-4EBE-A2B1-192F30807FD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38073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image" Target="../media/image2.jpeg"/><Relationship Id="rId5" Type="http://schemas.openxmlformats.org/officeDocument/2006/relationships/slideLayout" Target="../slideLayouts/slideLayout17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E9D0E1-EB42-4819-B5CB-E90382D18A4F}" type="datetime1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57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  <p:sldLayoutId id="2147483840" r:id="rId12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5E218DF3-9F6E-49E2-8ABC-92CF8ADCE5AC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04800" y="275172"/>
            <a:ext cx="8940800" cy="639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Slide Header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BEE1F256-E55A-4090-9644-4AA59AD99A6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09600" y="1447800"/>
            <a:ext cx="109728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EA99C5-2E8A-C948-9A39-713EF9B5CD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40800" y="6462184"/>
            <a:ext cx="2844800" cy="243416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333">
                <a:solidFill>
                  <a:srgbClr val="898989"/>
                </a:solidFill>
                <a:latin typeface="GalaxiePolaris-Book" charset="0"/>
              </a:defRPr>
            </a:lvl1pPr>
          </a:lstStyle>
          <a:p>
            <a:fld id="{2BB953A5-3129-40E0-AD8C-389CFFADF00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55858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2" r:id="rId1"/>
    <p:sldLayoutId id="2147483843" r:id="rId2"/>
    <p:sldLayoutId id="2147483844" r:id="rId3"/>
    <p:sldLayoutId id="2147483845" r:id="rId4"/>
    <p:sldLayoutId id="2147483846" r:id="rId5"/>
    <p:sldLayoutId id="2147483847" r:id="rId6"/>
    <p:sldLayoutId id="2147483848" r:id="rId7"/>
    <p:sldLayoutId id="2147483849" r:id="rId8"/>
    <p:sldLayoutId id="2147483850" r:id="rId9"/>
  </p:sldLayoutIdLst>
  <p:hf hdr="0" ftr="0" dt="0"/>
  <p:txStyles>
    <p:titleStyle>
      <a:lvl1pPr algn="l" defTabSz="609570" rtl="0" eaLnBrk="0" fontAlgn="base" hangingPunct="0">
        <a:spcBef>
          <a:spcPct val="0"/>
        </a:spcBef>
        <a:spcAft>
          <a:spcPct val="0"/>
        </a:spcAft>
        <a:defRPr sz="4267" kern="1200">
          <a:solidFill>
            <a:schemeClr val="tx1"/>
          </a:solidFill>
          <a:latin typeface="GalaxiePolaris-Bold"/>
          <a:ea typeface="MS PGothic" panose="020B0600070205080204" pitchFamily="34" charset="-128"/>
          <a:cs typeface="GalaxiePolaris-Bold"/>
        </a:defRPr>
      </a:lvl1pPr>
      <a:lvl2pPr algn="l" defTabSz="609570" rtl="0" eaLnBrk="0" fontAlgn="base" hangingPunct="0">
        <a:spcBef>
          <a:spcPct val="0"/>
        </a:spcBef>
        <a:spcAft>
          <a:spcPct val="0"/>
        </a:spcAft>
        <a:defRPr sz="4267">
          <a:solidFill>
            <a:schemeClr val="tx1"/>
          </a:solidFill>
          <a:latin typeface="GalaxiePolaris-Bold" panose="02000000000000000000" pitchFamily="2" charset="0"/>
          <a:ea typeface="MS PGothic" panose="020B0600070205080204" pitchFamily="34" charset="-128"/>
          <a:cs typeface="GalaxiePolaris-Bold" charset="0"/>
        </a:defRPr>
      </a:lvl2pPr>
      <a:lvl3pPr algn="l" defTabSz="609570" rtl="0" eaLnBrk="0" fontAlgn="base" hangingPunct="0">
        <a:spcBef>
          <a:spcPct val="0"/>
        </a:spcBef>
        <a:spcAft>
          <a:spcPct val="0"/>
        </a:spcAft>
        <a:defRPr sz="4267">
          <a:solidFill>
            <a:schemeClr val="tx1"/>
          </a:solidFill>
          <a:latin typeface="GalaxiePolaris-Bold" panose="02000000000000000000" pitchFamily="2" charset="0"/>
          <a:ea typeface="MS PGothic" panose="020B0600070205080204" pitchFamily="34" charset="-128"/>
          <a:cs typeface="GalaxiePolaris-Bold" charset="0"/>
        </a:defRPr>
      </a:lvl3pPr>
      <a:lvl4pPr algn="l" defTabSz="609570" rtl="0" eaLnBrk="0" fontAlgn="base" hangingPunct="0">
        <a:spcBef>
          <a:spcPct val="0"/>
        </a:spcBef>
        <a:spcAft>
          <a:spcPct val="0"/>
        </a:spcAft>
        <a:defRPr sz="4267">
          <a:solidFill>
            <a:schemeClr val="tx1"/>
          </a:solidFill>
          <a:latin typeface="GalaxiePolaris-Bold" panose="02000000000000000000" pitchFamily="2" charset="0"/>
          <a:ea typeface="MS PGothic" panose="020B0600070205080204" pitchFamily="34" charset="-128"/>
          <a:cs typeface="GalaxiePolaris-Bold" charset="0"/>
        </a:defRPr>
      </a:lvl4pPr>
      <a:lvl5pPr algn="l" defTabSz="609570" rtl="0" eaLnBrk="0" fontAlgn="base" hangingPunct="0">
        <a:spcBef>
          <a:spcPct val="0"/>
        </a:spcBef>
        <a:spcAft>
          <a:spcPct val="0"/>
        </a:spcAft>
        <a:defRPr sz="4267">
          <a:solidFill>
            <a:schemeClr val="tx1"/>
          </a:solidFill>
          <a:latin typeface="GalaxiePolaris-Bold" panose="02000000000000000000" pitchFamily="2" charset="0"/>
          <a:ea typeface="MS PGothic" panose="020B0600070205080204" pitchFamily="34" charset="-128"/>
          <a:cs typeface="GalaxiePolaris-Bold" charset="0"/>
        </a:defRPr>
      </a:lvl5pPr>
      <a:lvl6pPr marL="609570" algn="l" defTabSz="609570" rtl="0" fontAlgn="base">
        <a:spcBef>
          <a:spcPct val="0"/>
        </a:spcBef>
        <a:spcAft>
          <a:spcPct val="0"/>
        </a:spcAft>
        <a:defRPr sz="4267">
          <a:solidFill>
            <a:schemeClr val="tx1"/>
          </a:solidFill>
          <a:latin typeface="GalaxiePolaris-Bold" panose="02000000000000000000" pitchFamily="2" charset="0"/>
          <a:ea typeface="ＭＳ Ｐゴシック" panose="020B0600070205080204" pitchFamily="34" charset="-128"/>
        </a:defRPr>
      </a:lvl6pPr>
      <a:lvl7pPr marL="1219139" algn="l" defTabSz="609570" rtl="0" fontAlgn="base">
        <a:spcBef>
          <a:spcPct val="0"/>
        </a:spcBef>
        <a:spcAft>
          <a:spcPct val="0"/>
        </a:spcAft>
        <a:defRPr sz="4267">
          <a:solidFill>
            <a:schemeClr val="tx1"/>
          </a:solidFill>
          <a:latin typeface="GalaxiePolaris-Bold" panose="02000000000000000000" pitchFamily="2" charset="0"/>
          <a:ea typeface="ＭＳ Ｐゴシック" panose="020B0600070205080204" pitchFamily="34" charset="-128"/>
        </a:defRPr>
      </a:lvl7pPr>
      <a:lvl8pPr marL="1828709" algn="l" defTabSz="609570" rtl="0" fontAlgn="base">
        <a:spcBef>
          <a:spcPct val="0"/>
        </a:spcBef>
        <a:spcAft>
          <a:spcPct val="0"/>
        </a:spcAft>
        <a:defRPr sz="4267">
          <a:solidFill>
            <a:schemeClr val="tx1"/>
          </a:solidFill>
          <a:latin typeface="GalaxiePolaris-Bold" panose="02000000000000000000" pitchFamily="2" charset="0"/>
          <a:ea typeface="ＭＳ Ｐゴシック" panose="020B0600070205080204" pitchFamily="34" charset="-128"/>
        </a:defRPr>
      </a:lvl8pPr>
      <a:lvl9pPr marL="2438278" algn="l" defTabSz="609570" rtl="0" fontAlgn="base">
        <a:spcBef>
          <a:spcPct val="0"/>
        </a:spcBef>
        <a:spcAft>
          <a:spcPct val="0"/>
        </a:spcAft>
        <a:defRPr sz="4267">
          <a:solidFill>
            <a:schemeClr val="tx1"/>
          </a:solidFill>
          <a:latin typeface="GalaxiePolaris-Bold" panose="02000000000000000000" pitchFamily="2" charset="0"/>
          <a:ea typeface="ＭＳ Ｐゴシック" panose="020B0600070205080204" pitchFamily="34" charset="-128"/>
        </a:defRPr>
      </a:lvl9pPr>
    </p:titleStyle>
    <p:bodyStyle>
      <a:lvl1pPr marL="457177" indent="-457177" algn="l" defTabSz="60957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GalaxiePolaris-Medium"/>
          <a:ea typeface="MS PGothic" panose="020B0600070205080204" pitchFamily="34" charset="-128"/>
          <a:cs typeface="GalaxiePolaris-Medium"/>
        </a:defRPr>
      </a:lvl1pPr>
      <a:lvl2pPr marL="990551" indent="-380982" algn="l" defTabSz="60957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200" kern="1200">
          <a:solidFill>
            <a:schemeClr val="tx1"/>
          </a:solidFill>
          <a:latin typeface="GalaxiePolaris-Medium"/>
          <a:ea typeface="MS PGothic" panose="020B0600070205080204" pitchFamily="34" charset="-128"/>
          <a:cs typeface="GalaxiePolaris-Medium"/>
        </a:defRPr>
      </a:lvl2pPr>
      <a:lvl3pPr marL="1523923" indent="-304784" algn="l" defTabSz="60957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GalaxiePolaris-Medium"/>
          <a:ea typeface="MS PGothic" panose="020B0600070205080204" pitchFamily="34" charset="-128"/>
          <a:cs typeface="GalaxiePolaris-Medium"/>
        </a:defRPr>
      </a:lvl3pPr>
      <a:lvl4pPr marL="2133493" indent="-304784" algn="l" defTabSz="60957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133" kern="1200">
          <a:solidFill>
            <a:schemeClr val="tx1"/>
          </a:solidFill>
          <a:latin typeface="GalaxiePolaris-Medium"/>
          <a:ea typeface="MS PGothic" panose="020B0600070205080204" pitchFamily="34" charset="-128"/>
          <a:cs typeface="GalaxiePolaris-Medium"/>
        </a:defRPr>
      </a:lvl4pPr>
      <a:lvl5pPr marL="2743063" indent="-304784" algn="l" defTabSz="60957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867" kern="1200">
          <a:solidFill>
            <a:schemeClr val="tx1"/>
          </a:solidFill>
          <a:latin typeface="GalaxiePolaris-Medium"/>
          <a:ea typeface="MS PGothic" panose="020B0600070205080204" pitchFamily="34" charset="-128"/>
          <a:cs typeface="GalaxiePolaris-Medium"/>
        </a:defRPr>
      </a:lvl5pPr>
      <a:lvl6pPr marL="3352632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1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39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7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NULL"/><Relationship Id="rId3" Type="http://schemas.openxmlformats.org/officeDocument/2006/relationships/image" Target="../media/image27.png"/><Relationship Id="rId7" Type="http://schemas.openxmlformats.org/officeDocument/2006/relationships/image" Target="../media/image6.png"/><Relationship Id="rId12" Type="http://schemas.openxmlformats.org/officeDocument/2006/relationships/image" Target="NUL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5.png"/><Relationship Id="rId11" Type="http://schemas.openxmlformats.org/officeDocument/2006/relationships/image" Target="NULL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Relationship Id="rId14" Type="http://schemas.openxmlformats.org/officeDocument/2006/relationships/image" Target="NUL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44.pn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51.png"/><Relationship Id="rId5" Type="http://schemas.openxmlformats.org/officeDocument/2006/relationships/image" Target="../media/image4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1.png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8.jpg"/><Relationship Id="rId4" Type="http://schemas.openxmlformats.org/officeDocument/2006/relationships/image" Target="../media/image17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22.jpg"/><Relationship Id="rId4" Type="http://schemas.openxmlformats.org/officeDocument/2006/relationships/image" Target="../media/image21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3" Type="http://schemas.openxmlformats.org/officeDocument/2006/relationships/image" Target="../media/image25.svg"/><Relationship Id="rId21" Type="http://schemas.openxmlformats.org/officeDocument/2006/relationships/image" Target="../media/image241.png"/><Relationship Id="rId7" Type="http://schemas.openxmlformats.org/officeDocument/2006/relationships/image" Target="../media/image35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" Type="http://schemas.openxmlformats.org/officeDocument/2006/relationships/image" Target="../media/image24.png"/><Relationship Id="rId16" Type="http://schemas.openxmlformats.org/officeDocument/2006/relationships/image" Target="../media/image19.png"/><Relationship Id="rId20" Type="http://schemas.openxmlformats.org/officeDocument/2006/relationships/image" Target="../media/image230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31.svg"/><Relationship Id="rId15" Type="http://schemas.openxmlformats.org/officeDocument/2006/relationships/image" Target="../media/image18.png"/><Relationship Id="rId10" Type="http://schemas.openxmlformats.org/officeDocument/2006/relationships/image" Target="../media/image46.svg"/><Relationship Id="rId19" Type="http://schemas.openxmlformats.org/officeDocument/2006/relationships/image" Target="../media/image22.png"/><Relationship Id="rId4" Type="http://schemas.openxmlformats.org/officeDocument/2006/relationships/image" Target="../media/image30.png"/><Relationship Id="rId9" Type="http://schemas.openxmlformats.org/officeDocument/2006/relationships/image" Target="../media/image45.png"/><Relationship Id="rId1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0.png"/><Relationship Id="rId13" Type="http://schemas.openxmlformats.org/officeDocument/2006/relationships/image" Target="../media/image35.png"/><Relationship Id="rId3" Type="http://schemas.openxmlformats.org/officeDocument/2006/relationships/image" Target="../media/image24.png"/><Relationship Id="rId7" Type="http://schemas.openxmlformats.org/officeDocument/2006/relationships/image" Target="../media/image240.png"/><Relationship Id="rId12" Type="http://schemas.openxmlformats.org/officeDocument/2006/relationships/image" Target="../media/image290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46.svg"/><Relationship Id="rId1" Type="http://schemas.openxmlformats.org/officeDocument/2006/relationships/slideLayout" Target="../slideLayouts/slideLayout15.xml"/><Relationship Id="rId11" Type="http://schemas.openxmlformats.org/officeDocument/2006/relationships/image" Target="../media/image280.png"/><Relationship Id="rId15" Type="http://schemas.openxmlformats.org/officeDocument/2006/relationships/image" Target="../media/image45.png"/><Relationship Id="rId10" Type="http://schemas.openxmlformats.org/officeDocument/2006/relationships/image" Target="../media/image270.png"/><Relationship Id="rId4" Type="http://schemas.openxmlformats.org/officeDocument/2006/relationships/image" Target="../media/image25.svg"/><Relationship Id="rId9" Type="http://schemas.openxmlformats.org/officeDocument/2006/relationships/image" Target="../media/image260.png"/><Relationship Id="rId14" Type="http://schemas.openxmlformats.org/officeDocument/2006/relationships/image" Target="../media/image36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30.png"/><Relationship Id="rId7" Type="http://schemas.openxmlformats.org/officeDocument/2006/relationships/image" Target="../media/image5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52.png"/><Relationship Id="rId5" Type="http://schemas.openxmlformats.org/officeDocument/2006/relationships/image" Target="../media/image510.png"/><Relationship Id="rId4" Type="http://schemas.openxmlformats.org/officeDocument/2006/relationships/image" Target="../media/image3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itle 1">
            <a:extLst>
              <a:ext uri="{FF2B5EF4-FFF2-40B4-BE49-F238E27FC236}">
                <a16:creationId xmlns:a16="http://schemas.microsoft.com/office/drawing/2014/main" id="{F04FAD1C-D935-4EA9-860A-A5EDAC21AB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7800" y="1371600"/>
            <a:ext cx="9296400" cy="3372485"/>
          </a:xfrm>
        </p:spPr>
        <p:txBody>
          <a:bodyPr>
            <a:noAutofit/>
          </a:bodyPr>
          <a:lstStyle/>
          <a:p>
            <a:pPr marL="0" marR="0" algn="ctr">
              <a:lnSpc>
                <a:spcPct val="150000"/>
              </a:lnSpc>
              <a:spcAft>
                <a:spcPts val="800"/>
              </a:spcAft>
            </a:pPr>
            <a:r>
              <a:rPr lang="en-US" sz="3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Back-of-the Envelope Calculations: Investigating the Impact of Multicomponent Interactions on Solute Transport using High-Throughput Experiments</a:t>
            </a:r>
            <a:endParaRPr lang="en-US" sz="3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4F6CB3-5DA4-4553-9D8F-F3380A68D676}"/>
              </a:ext>
            </a:extLst>
          </p:cNvPr>
          <p:cNvSpPr txBox="1"/>
          <p:nvPr/>
        </p:nvSpPr>
        <p:spPr>
          <a:xfrm>
            <a:off x="76200" y="5715000"/>
            <a:ext cx="9220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Laurianne Estrada, Jonathan A. Ouimet, Keshav K. Rangan, Shammah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Lilonfe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Molly Dougher, Zhicheng Lu, Alexander Dowling, William Phillip</a:t>
            </a:r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3.18.26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7A50543-662A-6C76-E204-92DEFC8DF273}"/>
                  </a:ext>
                </a:extLst>
              </p14:cNvPr>
              <p14:cNvContentPartPr/>
              <p14:nvPr/>
            </p14:nvContentPartPr>
            <p14:xfrm>
              <a:off x="9019251" y="4328743"/>
              <a:ext cx="23760" cy="118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7A50543-662A-6C76-E204-92DEFC8DF27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013131" y="4322623"/>
                <a:ext cx="36000" cy="24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822E9F58-920B-FD81-15B7-681AD1AF542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44898443"/>
              </p:ext>
            </p:extLst>
          </p:nvPr>
        </p:nvGraphicFramePr>
        <p:xfrm>
          <a:off x="1524000" y="1475095"/>
          <a:ext cx="8839200" cy="37189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53C872D2-31E4-7D44-29DB-36C733C19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126558"/>
            <a:ext cx="8940800" cy="639233"/>
          </a:xfrm>
        </p:spPr>
        <p:txBody>
          <a:bodyPr/>
          <a:lstStyle/>
          <a:p>
            <a:r>
              <a:rPr lang="en-US" b="1" dirty="0"/>
              <a:t>Back-of-the-Envelope Calculations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F1C848-80A9-D536-53C4-2A5C0F03AB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EE52E1-BDEA-45DB-925F-16EF4B41C5C6}" type="slidenum">
              <a:rPr lang="en-US" altLang="en-US" smtClean="0"/>
              <a:pPr/>
              <a:t>2</a:t>
            </a:fld>
            <a:endParaRPr lang="en-US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42DE29-068C-84CD-F179-A91D2FEF1D65}"/>
              </a:ext>
            </a:extLst>
          </p:cNvPr>
          <p:cNvSpPr txBox="1"/>
          <p:nvPr/>
        </p:nvSpPr>
        <p:spPr>
          <a:xfrm>
            <a:off x="107950" y="1164630"/>
            <a:ext cx="11277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are Back-of-the-Envelope (BOE) Calculations?</a:t>
            </a:r>
          </a:p>
          <a:p>
            <a:r>
              <a:rPr lang="en-US" dirty="0"/>
              <a:t>	A quick calculation using simplified assumptions to estimate the value of a desired variable.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36377A-162F-BDB9-BDF0-63EE37D318CB}"/>
              </a:ext>
            </a:extLst>
          </p:cNvPr>
          <p:cNvSpPr txBox="1"/>
          <p:nvPr/>
        </p:nvSpPr>
        <p:spPr>
          <a:xfrm>
            <a:off x="152400" y="5504544"/>
            <a:ext cx="11734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C00000"/>
                </a:solidFill>
              </a:rPr>
              <a:t>How is the transport of one ion influenced by the presence of competing ions in solution?</a:t>
            </a:r>
          </a:p>
          <a:p>
            <a:pPr marL="342900" indent="-342900" algn="ctr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C00000"/>
                </a:solidFill>
              </a:rPr>
              <a:t>What transport mechanisms dominate the transport of each solute?</a:t>
            </a:r>
          </a:p>
          <a:p>
            <a:pPr marL="342900" indent="-342900" algn="ctr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C00000"/>
                </a:solidFill>
              </a:rPr>
              <a:t>What physical understanding can be obtained about the transport of each solute?</a:t>
            </a:r>
          </a:p>
        </p:txBody>
      </p:sp>
    </p:spTree>
    <p:extLst>
      <p:ext uri="{BB962C8B-B14F-4D97-AF65-F5344CB8AC3E}">
        <p14:creationId xmlns:p14="http://schemas.microsoft.com/office/powerpoint/2010/main" val="1122933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13343-48CF-FC5E-5FE5-911557139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531C9-683B-FAF0-7E27-67CAF23C4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126558"/>
            <a:ext cx="9982200" cy="639233"/>
          </a:xfrm>
        </p:spPr>
        <p:txBody>
          <a:bodyPr/>
          <a:lstStyle/>
          <a:p>
            <a:r>
              <a:rPr lang="en-US" sz="3800" b="1" dirty="0"/>
              <a:t>List known, estimated, and unknown variables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487209-5932-C1B2-F219-200E2D5743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EE52E1-BDEA-45DB-925F-16EF4B41C5C6}" type="slidenum">
              <a:rPr lang="en-US" altLang="en-US" smtClean="0"/>
              <a:pPr/>
              <a:t>3</a:t>
            </a:fld>
            <a:endParaRPr lang="en-US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F200628F-B191-EF7E-657D-96D1B1755EE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35014103"/>
                  </p:ext>
                </p:extLst>
              </p:nvPr>
            </p:nvGraphicFramePr>
            <p:xfrm>
              <a:off x="457200" y="1981200"/>
              <a:ext cx="6629400" cy="3576144"/>
            </p:xfrm>
            <a:graphic>
              <a:graphicData uri="http://schemas.openxmlformats.org/drawingml/2006/table">
                <a:tbl>
                  <a:tblPr firstRow="1" firstCol="1" bandRow="1">
                    <a:tableStyleId>{B301B821-A1FF-4177-AEE7-76D212191A09}</a:tableStyleId>
                  </a:tblPr>
                  <a:tblGrid>
                    <a:gridCol w="2179490">
                      <a:extLst>
                        <a:ext uri="{9D8B030D-6E8A-4147-A177-3AD203B41FA5}">
                          <a16:colId xmlns:a16="http://schemas.microsoft.com/office/drawing/2014/main" val="3782194072"/>
                        </a:ext>
                      </a:extLst>
                    </a:gridCol>
                    <a:gridCol w="2269720">
                      <a:extLst>
                        <a:ext uri="{9D8B030D-6E8A-4147-A177-3AD203B41FA5}">
                          <a16:colId xmlns:a16="http://schemas.microsoft.com/office/drawing/2014/main" val="2546555668"/>
                        </a:ext>
                      </a:extLst>
                    </a:gridCol>
                    <a:gridCol w="2180190">
                      <a:extLst>
                        <a:ext uri="{9D8B030D-6E8A-4147-A177-3AD203B41FA5}">
                          <a16:colId xmlns:a16="http://schemas.microsoft.com/office/drawing/2014/main" val="4032464875"/>
                        </a:ext>
                      </a:extLst>
                    </a:gridCol>
                  </a:tblGrid>
                  <a:tr h="232783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b="1" kern="100" dirty="0">
                              <a:effectLst/>
                            </a:rPr>
                            <a:t>Knowns</a:t>
                          </a:r>
                          <a:endParaRPr lang="en-US" sz="1200" b="1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b="1" kern="100" dirty="0">
                              <a:effectLst/>
                            </a:rPr>
                            <a:t>Reasonable Estimates</a:t>
                          </a:r>
                          <a:endParaRPr lang="en-US" sz="1200" b="1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b="1" kern="100" dirty="0">
                              <a:effectLst/>
                            </a:rPr>
                            <a:t>Unknowns</a:t>
                          </a:r>
                          <a:endParaRPr lang="en-US" sz="1200" b="1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83099260"/>
                      </a:ext>
                    </a:extLst>
                  </a:tr>
                  <a:tr h="243128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200" b="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b="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c</m:t>
                                    </m:r>
                                  </m:e>
                                  <m:sub>
                                    <m:r>
                                      <a:rPr lang="en-US" sz="1200" b="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US" sz="1200" b="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  <m:r>
                                      <a:rPr lang="en-US" sz="1200" b="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1200" b="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r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200" b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0957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0" kern="100" dirty="0">
                              <a:effectLst/>
                            </a:rPr>
                            <a:t>l – membrane thickness</a:t>
                          </a:r>
                          <a:endParaRPr lang="en-US" sz="1200" b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algn="ctr">
                            <a:buNone/>
                          </a:pPr>
                          <a:endParaRPr lang="en-US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2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𝑖𝑛𝑡</m:t>
                                    </m:r>
                                  </m:sup>
                                </m:sSubSup>
                                <m:r>
                                  <a:rPr lang="en-US" sz="1200" kern="100">
                                    <a:effectLst/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US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2040701165"/>
                      </a:ext>
                    </a:extLst>
                  </a:tr>
                  <a:tr h="243128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200" b="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b="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c</m:t>
                                    </m:r>
                                  </m:e>
                                  <m:sub>
                                    <m:r>
                                      <a:rPr lang="en-US" sz="1200" b="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US" sz="1200" b="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  <m:r>
                                      <a:rPr lang="en-US" sz="1200" b="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1200" b="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r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200" b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1200" kern="100">
                                  <a:effectLst/>
                                  <a:latin typeface="Cambria Math" panose="02040503050406030204" pitchFamily="18" charset="0"/>
                                </a:rPr>
                                <m:t>𝜒</m:t>
                              </m:r>
                            </m:oMath>
                          </a14:m>
                          <a:r>
                            <a:rPr lang="en-US" sz="1200" kern="100" dirty="0">
                              <a:effectLst/>
                            </a:rPr>
                            <a:t> – membrane charge density</a:t>
                          </a:r>
                          <a:endParaRPr lang="en-US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2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𝑖𝑛𝑡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584057514"/>
                      </a:ext>
                    </a:extLst>
                  </a:tr>
                  <a:tr h="244260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200" b="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b="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c</m:t>
                                    </m:r>
                                  </m:e>
                                  <m:sub>
                                    <m:r>
                                      <a:rPr lang="en-US" sz="1200" b="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US" sz="1200" b="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  <m:r>
                                      <a:rPr lang="en-US" sz="1200" b="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1200" b="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r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200" b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2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  <m:sub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2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𝑖𝑛𝑡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623914212"/>
                      </a:ext>
                    </a:extLst>
                  </a:tr>
                  <a:tr h="258971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200" b="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b="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c</m:t>
                                    </m:r>
                                  </m:e>
                                  <m:sub>
                                    <m:r>
                                      <a:rPr lang="en-US" sz="1200" b="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US" sz="1200" b="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  <m:r>
                                      <a:rPr lang="en-US" sz="1200" b="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1200" b="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p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200" b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2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  <m:sub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2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3704204983"/>
                      </a:ext>
                    </a:extLst>
                  </a:tr>
                  <a:tr h="258971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200" b="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b="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c</m:t>
                                    </m:r>
                                  </m:e>
                                  <m:sub>
                                    <m:r>
                                      <a:rPr lang="en-US" sz="1200" b="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US" sz="1200" b="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  <m:r>
                                      <a:rPr lang="en-US" sz="1200" b="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1200" b="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p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200" b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2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  <m:sub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2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324460352"/>
                      </a:ext>
                    </a:extLst>
                  </a:tr>
                  <a:tr h="269075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200" b="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b="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c</m:t>
                                    </m:r>
                                  </m:e>
                                  <m:sub>
                                    <m:r>
                                      <a:rPr lang="en-US" sz="1200" b="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US" sz="1200" b="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  <m:r>
                                      <a:rPr lang="en-US" sz="1200" b="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1200" b="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p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200" b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200" b="0" i="1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</m:e>
                                <m:sub>
                                  <m:r>
                                    <a:rPr lang="en-US" sz="1200" b="0" i="1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 kern="100" dirty="0">
                              <a:effectLst/>
                            </a:rPr>
                            <a:t> – boundary layer</a:t>
                          </a:r>
                          <a:endParaRPr lang="en-US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2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998116296"/>
                      </a:ext>
                    </a:extLst>
                  </a:tr>
                  <a:tr h="269075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200" b="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b="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D</m:t>
                                    </m:r>
                                  </m:e>
                                  <m:sub>
                                    <m:r>
                                      <a:rPr lang="en-US" sz="1200" b="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US" sz="1200" b="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200" b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200" b="0" i="1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</m:e>
                                <m:sub>
                                  <m:r>
                                    <a:rPr lang="en-US" sz="1200" b="0" i="1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 kern="100" dirty="0">
                              <a:effectLst/>
                            </a:rPr>
                            <a:t> – boundary layer</a:t>
                          </a:r>
                          <a:endParaRPr lang="en-US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3344541908"/>
                      </a:ext>
                    </a:extLst>
                  </a:tr>
                  <a:tr h="270206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200" b="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b="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D</m:t>
                                    </m:r>
                                  </m:e>
                                  <m:sub>
                                    <m:r>
                                      <a:rPr lang="en-US" sz="1200" b="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US" sz="1200" b="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200" b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200" b="0" i="1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</m:e>
                                <m:sub>
                                  <m:r>
                                    <a:rPr lang="en-US" sz="1200" b="0" i="1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 kern="100" dirty="0">
                              <a:effectLst/>
                            </a:rPr>
                            <a:t> – boundary layer</a:t>
                          </a:r>
                          <a:endParaRPr lang="en-US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206004002"/>
                      </a:ext>
                    </a:extLst>
                  </a:tr>
                  <a:tr h="232783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200" b="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b="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D</m:t>
                                    </m:r>
                                  </m:e>
                                  <m:sub>
                                    <m:r>
                                      <a:rPr lang="en-US" sz="1200" b="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US" sz="1200" b="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200" b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endParaRPr lang="en-US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604752722"/>
                      </a:ext>
                    </a:extLst>
                  </a:tr>
                  <a:tr h="232783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b="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J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1200" b="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w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b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endParaRPr lang="en-US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kern="100" dirty="0">
                              <a:effectLst/>
                            </a:rPr>
                            <a:t> </a:t>
                          </a:r>
                          <a:endParaRPr lang="en-US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504205628"/>
                      </a:ext>
                    </a:extLst>
                  </a:tr>
                  <a:tr h="232783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b="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z</m:t>
                                    </m:r>
                                  </m:e>
                                  <m:sub>
                                    <m:r>
                                      <a:rPr lang="en-US" sz="1200" b="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b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endParaRPr lang="en-US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kern="100" dirty="0">
                              <a:effectLst/>
                            </a:rPr>
                            <a:t> </a:t>
                          </a:r>
                          <a:endParaRPr lang="en-US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3362848313"/>
                      </a:ext>
                    </a:extLst>
                  </a:tr>
                  <a:tr h="232783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b="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z</m:t>
                                    </m:r>
                                  </m:e>
                                  <m:sub>
                                    <m:r>
                                      <a:rPr lang="en-US" sz="1200" b="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b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kern="100" dirty="0">
                              <a:effectLst/>
                            </a:rPr>
                            <a:t> </a:t>
                          </a:r>
                          <a:endParaRPr lang="en-US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kern="100" dirty="0">
                              <a:effectLst/>
                            </a:rPr>
                            <a:t> </a:t>
                          </a:r>
                          <a:endParaRPr lang="en-US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489886418"/>
                      </a:ext>
                    </a:extLst>
                  </a:tr>
                  <a:tr h="232783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200" b="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z</m:t>
                                    </m:r>
                                  </m:e>
                                  <m:sub>
                                    <m:r>
                                      <a:rPr lang="en-US" sz="1200" b="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b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kern="100" dirty="0">
                              <a:effectLst/>
                            </a:rPr>
                            <a:t> </a:t>
                          </a:r>
                          <a:endParaRPr lang="en-US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kern="100" dirty="0">
                              <a:effectLst/>
                            </a:rPr>
                            <a:t> </a:t>
                          </a:r>
                          <a:endParaRPr lang="en-US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304948228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F200628F-B191-EF7E-657D-96D1B1755EE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35014103"/>
                  </p:ext>
                </p:extLst>
              </p:nvPr>
            </p:nvGraphicFramePr>
            <p:xfrm>
              <a:off x="457200" y="1981200"/>
              <a:ext cx="6629400" cy="3576144"/>
            </p:xfrm>
            <a:graphic>
              <a:graphicData uri="http://schemas.openxmlformats.org/drawingml/2006/table">
                <a:tbl>
                  <a:tblPr firstRow="1" firstCol="1" bandRow="1">
                    <a:tableStyleId>{B301B821-A1FF-4177-AEE7-76D212191A09}</a:tableStyleId>
                  </a:tblPr>
                  <a:tblGrid>
                    <a:gridCol w="2179490">
                      <a:extLst>
                        <a:ext uri="{9D8B030D-6E8A-4147-A177-3AD203B41FA5}">
                          <a16:colId xmlns:a16="http://schemas.microsoft.com/office/drawing/2014/main" val="3782194072"/>
                        </a:ext>
                      </a:extLst>
                    </a:gridCol>
                    <a:gridCol w="2269720">
                      <a:extLst>
                        <a:ext uri="{9D8B030D-6E8A-4147-A177-3AD203B41FA5}">
                          <a16:colId xmlns:a16="http://schemas.microsoft.com/office/drawing/2014/main" val="2546555668"/>
                        </a:ext>
                      </a:extLst>
                    </a:gridCol>
                    <a:gridCol w="2180190">
                      <a:extLst>
                        <a:ext uri="{9D8B030D-6E8A-4147-A177-3AD203B41FA5}">
                          <a16:colId xmlns:a16="http://schemas.microsoft.com/office/drawing/2014/main" val="4032464875"/>
                        </a:ext>
                      </a:extLst>
                    </a:gridCol>
                  </a:tblGrid>
                  <a:tr h="232783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b="1" kern="100" dirty="0">
                              <a:effectLst/>
                            </a:rPr>
                            <a:t>Knowns</a:t>
                          </a:r>
                          <a:endParaRPr lang="en-US" sz="1200" b="1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b="1" kern="100" dirty="0">
                              <a:effectLst/>
                            </a:rPr>
                            <a:t>Reasonable Estimates</a:t>
                          </a:r>
                          <a:endParaRPr lang="en-US" sz="1200" b="1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b="1" kern="100" dirty="0">
                              <a:effectLst/>
                            </a:rPr>
                            <a:t>Unknowns</a:t>
                          </a:r>
                          <a:endParaRPr lang="en-US" sz="1200" b="1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8309926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3"/>
                          <a:stretch>
                            <a:fillRect l="-559" t="-76667" r="-204469" b="-81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60957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b="0" kern="100" dirty="0">
                              <a:effectLst/>
                            </a:rPr>
                            <a:t>l – membrane thickness</a:t>
                          </a:r>
                          <a:endParaRPr lang="en-US" sz="1200" b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algn="ctr">
                            <a:buNone/>
                          </a:pPr>
                          <a:endParaRPr lang="en-US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3"/>
                          <a:stretch>
                            <a:fillRect l="-204469" t="-76667" r="-559" b="-818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0701165"/>
                      </a:ext>
                    </a:extLst>
                  </a:tr>
                  <a:tr h="2431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  <a:stretch>
                            <a:fillRect l="-559" t="-265000" r="-204469" b="-112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  <a:stretch>
                            <a:fillRect l="-96774" t="-265000" r="-96774" b="-112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3"/>
                          <a:stretch>
                            <a:fillRect l="-204469" t="-265000" r="-559" b="-1127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84057514"/>
                      </a:ext>
                    </a:extLst>
                  </a:tr>
                  <a:tr h="2442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  <a:stretch>
                            <a:fillRect l="-559" t="-365000" r="-204469" b="-102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  <a:stretch>
                            <a:fillRect l="-96774" t="-365000" r="-96774" b="-102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3"/>
                          <a:stretch>
                            <a:fillRect l="-204469" t="-365000" r="-559" b="-1027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23914212"/>
                      </a:ext>
                    </a:extLst>
                  </a:tr>
                  <a:tr h="25897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  <a:stretch>
                            <a:fillRect l="-559" t="-432558" r="-204469" b="-8558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  <a:stretch>
                            <a:fillRect l="-96774" t="-432558" r="-96774" b="-8558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3"/>
                          <a:stretch>
                            <a:fillRect l="-204469" t="-432558" r="-559" b="-8558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4204983"/>
                      </a:ext>
                    </a:extLst>
                  </a:tr>
                  <a:tr h="25897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  <a:stretch>
                            <a:fillRect l="-559" t="-545238" r="-204469" b="-7761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  <a:stretch>
                            <a:fillRect l="-96774" t="-545238" r="-96774" b="-7761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3"/>
                          <a:stretch>
                            <a:fillRect l="-204469" t="-545238" r="-559" b="-7761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24460352"/>
                      </a:ext>
                    </a:extLst>
                  </a:tr>
                  <a:tr h="2690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  <a:stretch>
                            <a:fillRect l="-559" t="-615909" r="-204469" b="-6409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  <a:stretch>
                            <a:fillRect l="-96774" t="-615909" r="-96774" b="-6409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3"/>
                          <a:stretch>
                            <a:fillRect l="-204469" t="-615909" r="-559" b="-64090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8116296"/>
                      </a:ext>
                    </a:extLst>
                  </a:tr>
                  <a:tr h="2690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  <a:stretch>
                            <a:fillRect l="-559" t="-700000" r="-204469" b="-5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  <a:stretch>
                            <a:fillRect l="-96774" t="-700000" r="-96774" b="-5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3"/>
                          <a:stretch>
                            <a:fillRect l="-204469" t="-700000" r="-559" b="-5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4541908"/>
                      </a:ext>
                    </a:extLst>
                  </a:tr>
                  <a:tr h="2702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  <a:stretch>
                            <a:fillRect l="-559" t="-818182" r="-204469" b="-438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  <a:stretch>
                            <a:fillRect l="-96774" t="-818182" r="-96774" b="-438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3"/>
                          <a:stretch>
                            <a:fillRect l="-204469" t="-818182" r="-559" b="-4386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06004002"/>
                      </a:ext>
                    </a:extLst>
                  </a:tr>
                  <a:tr h="23278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  <a:stretch>
                            <a:fillRect l="-559" t="-1063158" r="-204469" b="-4078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endParaRPr lang="en-US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3"/>
                          <a:stretch>
                            <a:fillRect l="-204469" t="-1063158" r="-559" b="-4078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04752722"/>
                      </a:ext>
                    </a:extLst>
                  </a:tr>
                  <a:tr h="23278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  <a:stretch>
                            <a:fillRect l="-559" t="-1163158" r="-204469" b="-3078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endParaRPr lang="en-US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kern="100" dirty="0">
                              <a:effectLst/>
                            </a:rPr>
                            <a:t> </a:t>
                          </a:r>
                          <a:endParaRPr lang="en-US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2504205628"/>
                      </a:ext>
                    </a:extLst>
                  </a:tr>
                  <a:tr h="23278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  <a:stretch>
                            <a:fillRect l="-559" t="-1230769" r="-204469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endParaRPr lang="en-US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kern="100" dirty="0">
                              <a:effectLst/>
                            </a:rPr>
                            <a:t> </a:t>
                          </a:r>
                          <a:endParaRPr lang="en-US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3362848313"/>
                      </a:ext>
                    </a:extLst>
                  </a:tr>
                  <a:tr h="23278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  <a:stretch>
                            <a:fillRect l="-559" t="-1365789" r="-204469" b="-1052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kern="100" dirty="0">
                              <a:effectLst/>
                            </a:rPr>
                            <a:t> </a:t>
                          </a:r>
                          <a:endParaRPr lang="en-US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kern="100" dirty="0">
                              <a:effectLst/>
                            </a:rPr>
                            <a:t> </a:t>
                          </a:r>
                          <a:endParaRPr lang="en-US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489886418"/>
                      </a:ext>
                    </a:extLst>
                  </a:tr>
                  <a:tr h="23278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  <a:stretch>
                            <a:fillRect l="-559" t="-1465789" r="-204469" b="-52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kern="100" dirty="0">
                              <a:effectLst/>
                            </a:rPr>
                            <a:t> </a:t>
                          </a:r>
                          <a:endParaRPr lang="en-US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kern="100" dirty="0">
                              <a:effectLst/>
                            </a:rPr>
                            <a:t> </a:t>
                          </a:r>
                          <a:endParaRPr lang="en-US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304948228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B1C296F-DB44-7259-55EC-1DAC2CF30042}"/>
                  </a:ext>
                </a:extLst>
              </p:cNvPr>
              <p:cNvSpPr txBox="1"/>
              <p:nvPr/>
            </p:nvSpPr>
            <p:spPr>
              <a:xfrm>
                <a:off x="7391400" y="2283747"/>
                <a:ext cx="4648200" cy="26350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AutoNum type="arabicPeriod"/>
                </a:pPr>
                <a:r>
                  <a:rPr lang="en-US" dirty="0"/>
                  <a:t>Known values are obtained from experimental data.</a:t>
                </a:r>
              </a:p>
              <a:p>
                <a:pPr marL="342900" indent="-342900">
                  <a:buAutoNum type="arabicPeriod"/>
                </a:pPr>
                <a:r>
                  <a:rPr lang="en-US" dirty="0"/>
                  <a:t>Reasonable estimates are found in the literature or using mathematical models.</a:t>
                </a:r>
              </a:p>
              <a:p>
                <a:pPr marL="800100" lvl="1" indent="-342900"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l-G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𝜒</m:t>
                    </m:r>
                  </m:oMath>
                </a14:m>
                <a:r>
                  <a:rPr lang="en-US" dirty="0"/>
                  <a:t> (literature; experimental data)</a:t>
                </a:r>
              </a:p>
              <a:p>
                <a:pPr marL="800100" lvl="1" indent="-342900">
                  <a:buFont typeface="+mj-lt"/>
                  <a:buAutoNum type="alphaLcPeriod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</m:t>
                        </m:r>
                      </m:sup>
                    </m:sSubSup>
                  </m:oMath>
                </a14:m>
                <a:r>
                  <a:rPr lang="en-US" dirty="0"/>
                  <a:t> (model) </a:t>
                </a:r>
              </a:p>
              <a:p>
                <a:pPr marL="800100" lvl="1" indent="-342900"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dirty="0"/>
                  <a:t> (literature)</a:t>
                </a:r>
              </a:p>
              <a:p>
                <a:pPr marL="800100" lvl="1" indent="-342900">
                  <a:buFont typeface="+mj-lt"/>
                  <a:buAutoNum type="alphaLcPeriod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int</m:t>
                        </m:r>
                      </m:sup>
                    </m:sSubSup>
                  </m:oMath>
                </a14:m>
                <a:r>
                  <a:rPr lang="en-US" dirty="0"/>
                  <a:t> (model)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/>
                  <a:t>Calculate the unknowns.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B1C296F-DB44-7259-55EC-1DAC2CF300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1400" y="2283747"/>
                <a:ext cx="4648200" cy="2635080"/>
              </a:xfrm>
              <a:prstGeom prst="rect">
                <a:avLst/>
              </a:prstGeom>
              <a:blipFill>
                <a:blip r:embed="rId4"/>
                <a:stretch>
                  <a:fillRect l="-1181" t="-1389" b="-2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31975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40B13-EEFD-5277-FD58-F7827CB3B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8C2DF-671E-DAEA-0E97-3EA3E1C58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126558"/>
            <a:ext cx="8940800" cy="639233"/>
          </a:xfrm>
        </p:spPr>
        <p:txBody>
          <a:bodyPr/>
          <a:lstStyle/>
          <a:p>
            <a:r>
              <a:rPr lang="en-US" sz="3800" b="1" dirty="0"/>
              <a:t>Make the simplest assumptions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0605B4-DC64-1D0D-0559-B1C0CA7116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EE52E1-BDEA-45DB-925F-16EF4B41C5C6}" type="slidenum">
              <a:rPr lang="en-US" altLang="en-US" smtClean="0"/>
              <a:pPr/>
              <a:t>4</a:t>
            </a:fld>
            <a:endParaRPr lang="en-US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B983604-8654-FD94-6494-FD5908465EC8}"/>
                  </a:ext>
                </a:extLst>
              </p:cNvPr>
              <p:cNvSpPr txBox="1"/>
              <p:nvPr/>
            </p:nvSpPr>
            <p:spPr>
              <a:xfrm>
                <a:off x="228600" y="1265797"/>
                <a:ext cx="42291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Assumptions:</a:t>
                </a:r>
              </a:p>
              <a:p>
                <a:pPr lvl="1"/>
                <a:r>
                  <a:rPr lang="en-US" dirty="0"/>
                  <a:t>1. Mackie &amp; Meares to estimate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m</m:t>
                        </m:r>
                      </m:sup>
                    </m:sSubSup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B983604-8654-FD94-6494-FD5908465E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1265797"/>
                <a:ext cx="4229100" cy="646331"/>
              </a:xfrm>
              <a:prstGeom prst="rect">
                <a:avLst/>
              </a:prstGeom>
              <a:blipFill>
                <a:blip r:embed="rId3"/>
                <a:stretch>
                  <a:fillRect l="-1299" t="-5660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CAC4063-6E7A-406F-ADBB-35D8D861DF6A}"/>
                  </a:ext>
                </a:extLst>
              </p:cNvPr>
              <p:cNvSpPr txBox="1"/>
              <p:nvPr/>
            </p:nvSpPr>
            <p:spPr>
              <a:xfrm>
                <a:off x="6762750" y="1634298"/>
                <a:ext cx="2692400" cy="661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m</m:t>
                          </m:r>
                        </m:sup>
                      </m:sSubSup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ϕ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w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2−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ϕ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w</m:t>
                                  </m:r>
                                </m:sub>
                              </m:sSub>
                            </m:den>
                          </m:f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CAC4063-6E7A-406F-ADBB-35D8D861DF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2750" y="1634298"/>
                <a:ext cx="2692400" cy="66165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29BAB65-4283-AD58-23C5-ADCA5DBB42FA}"/>
                  </a:ext>
                </a:extLst>
              </p:cNvPr>
              <p:cNvSpPr txBox="1"/>
              <p:nvPr/>
            </p:nvSpPr>
            <p:spPr>
              <a:xfrm>
                <a:off x="683274" y="2514268"/>
                <a:ext cx="3300261" cy="3950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2.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ij</m:t>
                        </m:r>
                      </m:sub>
                    </m:sSub>
                  </m:oMath>
                </a14:m>
                <a:r>
                  <a:rPr lang="en-US" dirty="0"/>
                  <a:t> is constant  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29BAB65-4283-AD58-23C5-ADCA5DBB42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274" y="2514268"/>
                <a:ext cx="3300261" cy="395045"/>
              </a:xfrm>
              <a:prstGeom prst="rect">
                <a:avLst/>
              </a:prstGeom>
              <a:blipFill>
                <a:blip r:embed="rId5"/>
                <a:stretch>
                  <a:fillRect l="-1479" t="-6154" b="-18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F780911-8D03-3180-6A43-1988BBF6F02C}"/>
                  </a:ext>
                </a:extLst>
              </p:cNvPr>
              <p:cNvSpPr txBox="1"/>
              <p:nvPr/>
            </p:nvSpPr>
            <p:spPr>
              <a:xfrm>
                <a:off x="3429000" y="2613248"/>
                <a:ext cx="4381500" cy="3988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sub>
                      </m:sSub>
                      <m:sSubSup>
                        <m:sSubSup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r>
                        <a:rPr 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sub>
                      </m:sSub>
                      <m:r>
                        <a:rPr 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∇</m:t>
                      </m:r>
                      <m:sSubSup>
                        <m:sSubSup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p>
                          </m:sSubSup>
                        </m:e>
                      </m:d>
                      <m:r>
                        <a:rPr 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∇</m:t>
                      </m:r>
                      <m:sSubSup>
                        <m:sSubSup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F780911-8D03-3180-6A43-1988BBF6F0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000" y="2613248"/>
                <a:ext cx="4381500" cy="398827"/>
              </a:xfrm>
              <a:prstGeom prst="rect">
                <a:avLst/>
              </a:prstGeom>
              <a:blipFill>
                <a:blip r:embed="rId6"/>
                <a:stretch>
                  <a:fillRect b="-4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2EBA907-8C14-F3A2-0B03-23E4EB759F37}"/>
                  </a:ext>
                </a:extLst>
              </p:cNvPr>
              <p:cNvSpPr txBox="1"/>
              <p:nvPr/>
            </p:nvSpPr>
            <p:spPr>
              <a:xfrm>
                <a:off x="7896970" y="2588187"/>
                <a:ext cx="4295030" cy="3991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sub>
                      </m:sSub>
                      <m:sSubSup>
                        <m:sSubSup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r>
                        <a:rPr 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sub>
                      </m:sSub>
                      <m:r>
                        <a:rPr 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∇</m:t>
                      </m:r>
                      <m:sSubSup>
                        <m:sSubSup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p>
                          </m:sSubSup>
                        </m:e>
                      </m:d>
                      <m:r>
                        <a:rPr 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∇</m:t>
                      </m:r>
                      <m:sSubSup>
                        <m:sSubSup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22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2EBA907-8C14-F3A2-0B03-23E4EB759F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6970" y="2588187"/>
                <a:ext cx="4295030" cy="399148"/>
              </a:xfrm>
              <a:prstGeom prst="rect">
                <a:avLst/>
              </a:prstGeom>
              <a:blipFill>
                <a:blip r:embed="rId7"/>
                <a:stretch>
                  <a:fillRect b="-4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05B9876-D727-3A56-C7C8-326B31536A10}"/>
                  </a:ext>
                </a:extLst>
              </p:cNvPr>
              <p:cNvSpPr txBox="1"/>
              <p:nvPr/>
            </p:nvSpPr>
            <p:spPr>
              <a:xfrm>
                <a:off x="1615342" y="3283379"/>
                <a:ext cx="1919869" cy="50930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bar>
                            <m:ba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</m:bar>
                        </m:e>
                      </m:ba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D</m:t>
                                    </m:r>
                                  </m:e>
                                  <m:sub>
                                    <m: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D</m:t>
                                    </m:r>
                                  </m:e>
                                  <m:sub>
                                    <m: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D</m:t>
                                    </m:r>
                                  </m:e>
                                  <m:sub>
                                    <m: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D</m:t>
                                    </m:r>
                                  </m:e>
                                  <m:sub>
                                    <m: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05B9876-D727-3A56-C7C8-326B31536A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5342" y="3283379"/>
                <a:ext cx="1919869" cy="50930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7800C3E0-0180-2886-E064-C06A31F5BEEA}"/>
              </a:ext>
            </a:extLst>
          </p:cNvPr>
          <p:cNvSpPr txBox="1"/>
          <p:nvPr/>
        </p:nvSpPr>
        <p:spPr>
          <a:xfrm>
            <a:off x="4883150" y="3203947"/>
            <a:ext cx="716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 known solutions to single salt systems + eigenvalues/eigenvectors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CC46ACA-AF1F-E405-F2E4-BF257D6578C8}"/>
                  </a:ext>
                </a:extLst>
              </p:cNvPr>
              <p:cNvSpPr txBox="1"/>
              <p:nvPr/>
            </p:nvSpPr>
            <p:spPr>
              <a:xfrm>
                <a:off x="1487147" y="3990619"/>
                <a:ext cx="1919869" cy="36381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bar>
                            <m:ba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</m:bar>
                        </m:e>
                      </m:ba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= </m:t>
                      </m:r>
                      <m:bar>
                        <m:bar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bar>
                            <m:ba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</m:bar>
                        </m:e>
                      </m:ba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bar>
                        <m:bar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bar>
                            <m:ba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</m:bar>
                        </m:e>
                      </m:ba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bar>
                        <m:bar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bar>
                            <m:ba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e>
                          </m:bar>
                        </m:e>
                      </m:ba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CC46ACA-AF1F-E405-F2E4-BF257D6578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7147" y="3990619"/>
                <a:ext cx="1919869" cy="36381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50DB47B4-6F41-E473-233C-2897E0B8C12E}"/>
              </a:ext>
            </a:extLst>
          </p:cNvPr>
          <p:cNvSpPr txBox="1"/>
          <p:nvPr/>
        </p:nvSpPr>
        <p:spPr>
          <a:xfrm>
            <a:off x="4883150" y="3875481"/>
            <a:ext cx="426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ea typeface="Cambria Math" panose="02040503050406030204" pitchFamily="18" charset="0"/>
              </a:rPr>
              <a:t>t : column matrix with eigenvectors of D</a:t>
            </a:r>
          </a:p>
          <a:p>
            <a:r>
              <a:rPr lang="el-GR" dirty="0">
                <a:ea typeface="Cambria Math" panose="02040503050406030204" pitchFamily="18" charset="0"/>
              </a:rPr>
              <a:t>σ</a:t>
            </a:r>
            <a:r>
              <a:rPr lang="en-US" dirty="0">
                <a:ea typeface="Cambria Math" panose="02040503050406030204" pitchFamily="18" charset="0"/>
              </a:rPr>
              <a:t>: diagonal matrix with eigenvalues of 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BC6B237-C04F-8AE5-BAAB-DFDD7DBCF4A4}"/>
                  </a:ext>
                </a:extLst>
              </p:cNvPr>
              <p:cNvSpPr txBox="1"/>
              <p:nvPr/>
            </p:nvSpPr>
            <p:spPr>
              <a:xfrm>
                <a:off x="1487146" y="4524019"/>
                <a:ext cx="1919869" cy="40556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bar>
                            <m:ba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</m:bar>
                        </m:e>
                      </m:ba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= </m:t>
                      </m:r>
                      <m:bar>
                        <m:bar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bar>
                            <m:ba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e>
                          </m:bar>
                        </m:e>
                      </m:ba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bar>
                        <m:bar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bar>
                            <m:ba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𝜓</m:t>
                              </m:r>
                            </m:e>
                          </m:bar>
                        </m:e>
                      </m:ba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BC6B237-C04F-8AE5-BAAB-DFDD7DBCF4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7146" y="4524019"/>
                <a:ext cx="1919869" cy="40556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502580E1-83EC-A6BB-B634-CE4A4853F327}"/>
              </a:ext>
            </a:extLst>
          </p:cNvPr>
          <p:cNvSpPr txBox="1"/>
          <p:nvPr/>
        </p:nvSpPr>
        <p:spPr>
          <a:xfrm>
            <a:off x="4883150" y="4591532"/>
            <a:ext cx="3353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>
                <a:ea typeface="Cambria Math" panose="02040503050406030204" pitchFamily="18" charset="0"/>
              </a:rPr>
              <a:t>ψ</a:t>
            </a:r>
            <a:r>
              <a:rPr lang="en-US" dirty="0">
                <a:ea typeface="Cambria Math" panose="02040503050406030204" pitchFamily="18" charset="0"/>
              </a:rPr>
              <a:t>: transformed concentration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AB94299-2953-426F-651E-1B40F7A2FE55}"/>
              </a:ext>
            </a:extLst>
          </p:cNvPr>
          <p:cNvGrpSpPr/>
          <p:nvPr/>
        </p:nvGrpSpPr>
        <p:grpSpPr>
          <a:xfrm>
            <a:off x="1029652" y="5205125"/>
            <a:ext cx="3088153" cy="607402"/>
            <a:chOff x="748549" y="4953000"/>
            <a:chExt cx="3088153" cy="60740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BDCD7C12-BDFF-77AF-9E25-7ABCB6F2E2EA}"/>
                    </a:ext>
                  </a:extLst>
                </p:cNvPr>
                <p:cNvSpPr txBox="1"/>
                <p:nvPr/>
              </p:nvSpPr>
              <p:spPr>
                <a:xfrm>
                  <a:off x="2615663" y="4959275"/>
                  <a:ext cx="1221039" cy="60112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bar>
                              <m:barPr>
                                <m:ctrlPr>
                                  <a:rPr lang="el-G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𝜓</m:t>
                                </m:r>
                              </m:e>
                            </m:ba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m:rPr>
                                <m:sty m:val="p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bar>
                          <m:bar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bar>
                              <m:bar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</m:bar>
                          </m:e>
                        </m:bar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bar>
                              <m:barPr>
                                <m:ctrlPr>
                                  <a:rPr lang="el-G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𝜓</m:t>
                                </m:r>
                              </m:e>
                            </m:bar>
                          </m:num>
                          <m:den>
                            <m:sSup>
                              <m:sSup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m:rPr>
                                    <m:sty m:val="p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z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E97E1E5A-E0F4-07E7-B7A5-3EDB60DE01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15663" y="4959275"/>
                  <a:ext cx="1221039" cy="601127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52687505-18F8-EEA8-82D2-E86A503E16F0}"/>
                    </a:ext>
                  </a:extLst>
                </p:cNvPr>
                <p:cNvSpPr txBox="1"/>
                <p:nvPr/>
              </p:nvSpPr>
              <p:spPr>
                <a:xfrm>
                  <a:off x="748549" y="4953000"/>
                  <a:ext cx="1232517" cy="55579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</m:sub>
                            </m:sSub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m:rPr>
                                <m:sty m:val="p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D</m:t>
                        </m:r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c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i</m:t>
                                </m:r>
                              </m:sub>
                            </m:sSub>
                          </m:num>
                          <m:den>
                            <m:sSup>
                              <m:sSup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m:rPr>
                                    <m:sty m:val="p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z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6EAEEE35-3D12-B563-2B17-7B65241AC1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8549" y="4953000"/>
                  <a:ext cx="1232517" cy="555793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889CC8A-F255-3BE0-638F-78CDE105FC4B}"/>
                </a:ext>
              </a:extLst>
            </p:cNvPr>
            <p:cNvSpPr txBox="1"/>
            <p:nvPr/>
          </p:nvSpPr>
          <p:spPr>
            <a:xfrm>
              <a:off x="2067299" y="5047128"/>
              <a:ext cx="48006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dirty="0">
                  <a:latin typeface="Aptos Narrow" panose="020B0004020202020204" pitchFamily="34" charset="0"/>
                  <a:ea typeface="Cambria Math" panose="02040503050406030204" pitchFamily="18" charset="0"/>
                </a:rPr>
                <a:t>↔</a:t>
              </a:r>
              <a:endParaRPr lang="en-US" sz="2400" dirty="0"/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085C5505-C7E9-386C-C89C-5E702DD3E301}"/>
              </a:ext>
            </a:extLst>
          </p:cNvPr>
          <p:cNvSpPr txBox="1"/>
          <p:nvPr/>
        </p:nvSpPr>
        <p:spPr>
          <a:xfrm>
            <a:off x="4883150" y="5030584"/>
            <a:ext cx="645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ea typeface="Cambria Math" panose="02040503050406030204" pitchFamily="18" charset="0"/>
              </a:rPr>
              <a:t>The equations for the transformed concentration resemble that of Fick’s Second Law, which has the solution: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5482B24-62F6-E88E-9A37-B988FC29F7A3}"/>
              </a:ext>
            </a:extLst>
          </p:cNvPr>
          <p:cNvGrpSpPr/>
          <p:nvPr/>
        </p:nvGrpSpPr>
        <p:grpSpPr>
          <a:xfrm>
            <a:off x="565370" y="6091535"/>
            <a:ext cx="4126555" cy="461665"/>
            <a:chOff x="298970" y="5730761"/>
            <a:chExt cx="4126555" cy="46166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F2361437-1CF2-5DAA-AFB6-9BB7D2B37975}"/>
                    </a:ext>
                  </a:extLst>
                </p:cNvPr>
                <p:cNvSpPr txBox="1"/>
                <p:nvPr/>
              </p:nvSpPr>
              <p:spPr>
                <a:xfrm>
                  <a:off x="298970" y="5815495"/>
                  <a:ext cx="1836337" cy="29219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Δ</m:t>
                            </m:r>
                            <m:r>
                              <m:rPr>
                                <m:sty m:val="p"/>
                              </m:r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F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z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l-G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Δ</m:t>
                        </m:r>
                        <m:sSubSup>
                          <m:sSubSupPr>
                            <m:ctrlPr>
                              <a:rPr lang="el-G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i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E9BC67C8-7F43-2842-37FB-D1A438CEC4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970" y="5815495"/>
                  <a:ext cx="1836337" cy="292196"/>
                </a:xfrm>
                <a:prstGeom prst="rect">
                  <a:avLst/>
                </a:prstGeom>
                <a:blipFill>
                  <a:blip r:embed="rId13"/>
                  <a:stretch>
                    <a:fillRect l="-2658" r="-664" b="-3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FC2C673-BBB1-40B3-E2AF-1CDCF10C250B}"/>
                </a:ext>
              </a:extLst>
            </p:cNvPr>
            <p:cNvSpPr txBox="1"/>
            <p:nvPr/>
          </p:nvSpPr>
          <p:spPr>
            <a:xfrm>
              <a:off x="2067299" y="5730761"/>
              <a:ext cx="48006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dirty="0">
                  <a:latin typeface="Aptos Narrow" panose="020B0004020202020204" pitchFamily="34" charset="0"/>
                  <a:ea typeface="Cambria Math" panose="02040503050406030204" pitchFamily="18" charset="0"/>
                </a:rPr>
                <a:t>↔</a:t>
              </a:r>
              <a:endParaRPr 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390F80C2-6553-CD60-336D-CD1578846983}"/>
                    </a:ext>
                  </a:extLst>
                </p:cNvPr>
                <p:cNvSpPr txBox="1"/>
                <p:nvPr/>
              </p:nvSpPr>
              <p:spPr>
                <a:xfrm>
                  <a:off x="2479351" y="5796800"/>
                  <a:ext cx="1946174" cy="37452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Δ</m:t>
                            </m:r>
                            <m:bar>
                              <m:barPr>
                                <m:ctrlPr>
                                  <a:rPr lang="el-G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𝜓</m:t>
                                </m:r>
                              </m:e>
                            </m:ba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F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bar>
                          <m:bar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bar>
                              <m:bar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</m:bar>
                          </m:e>
                        </m:ba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z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l-G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Δ</m:t>
                        </m:r>
                        <m:sSubSup>
                          <m:sSubSupPr>
                            <m:ctrlPr>
                              <a:rPr lang="el-G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bar>
                              <m:barPr>
                                <m:ctrlPr>
                                  <a:rPr lang="el-G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𝜓</m:t>
                                </m:r>
                              </m:e>
                            </m:ba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i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p>
                        </m:sSub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5884591A-EAA4-CC8B-DB19-45FE1C54D2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79351" y="5796800"/>
                  <a:ext cx="1946174" cy="374526"/>
                </a:xfrm>
                <a:prstGeom prst="rect">
                  <a:avLst/>
                </a:prstGeom>
                <a:blipFill>
                  <a:blip r:embed="rId14"/>
                  <a:stretch>
                    <a:fillRect l="-2188" r="-625" b="-491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0B50A73D-13D6-4DA6-4AC6-C81161450B53}"/>
              </a:ext>
            </a:extLst>
          </p:cNvPr>
          <p:cNvSpPr txBox="1"/>
          <p:nvPr/>
        </p:nvSpPr>
        <p:spPr>
          <a:xfrm>
            <a:off x="4883150" y="5746635"/>
            <a:ext cx="7162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ea typeface="Cambria Math" panose="02040503050406030204" pitchFamily="18" charset="0"/>
              </a:rPr>
              <a:t>These relationships simplify the concentration polarization calculations for a multicomponent system, where no regress is needed.</a:t>
            </a:r>
          </a:p>
        </p:txBody>
      </p:sp>
    </p:spTree>
    <p:extLst>
      <p:ext uri="{BB962C8B-B14F-4D97-AF65-F5344CB8AC3E}">
        <p14:creationId xmlns:p14="http://schemas.microsoft.com/office/powerpoint/2010/main" val="4087352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  <p:bldP spid="22" grpId="0"/>
      <p:bldP spid="23" grpId="0"/>
      <p:bldP spid="24" grpId="0"/>
      <p:bldP spid="25" grpId="0"/>
      <p:bldP spid="26" grpId="0"/>
      <p:bldP spid="27" grpId="0"/>
      <p:bldP spid="32" grpId="0"/>
      <p:bldP spid="3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E8C90-E759-ECCA-93A9-C1B0957DB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96AC6E-00C2-2641-E5EC-329AF39020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EE52E1-BDEA-45DB-925F-16EF4B41C5C6}" type="slidenum">
              <a:rPr lang="en-US" altLang="en-US" smtClean="0"/>
              <a:pPr/>
              <a:t>5</a:t>
            </a:fld>
            <a:endParaRPr lang="en-US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4490A1A8-0010-B2B9-BD74-85EA04D88C05}"/>
                  </a:ext>
                </a:extLst>
              </p:cNvPr>
              <p:cNvSpPr txBox="1"/>
              <p:nvPr/>
            </p:nvSpPr>
            <p:spPr>
              <a:xfrm>
                <a:off x="228600" y="1265797"/>
                <a:ext cx="11353800" cy="9490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Assumptions:</a:t>
                </a:r>
              </a:p>
              <a:p>
                <a:pPr lvl="1"/>
                <a:r>
                  <a:rPr lang="en-US" dirty="0"/>
                  <a:t>3. Diffusion only dominant transport mechanism</a:t>
                </a:r>
              </a:p>
              <a:p>
                <a:pPr lvl="1"/>
                <a:r>
                  <a:rPr lang="en-US" dirty="0"/>
                  <a:t>4. Take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ij</m:t>
                        </m:r>
                      </m:sub>
                    </m:sSub>
                  </m:oMath>
                </a14:m>
                <a:r>
                  <a:rPr lang="en-US" dirty="0"/>
                  <a:t> as a lumped parameter. Using single-salt experiments is sufficient for obtaining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&amp;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j</m:t>
                        </m:r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j</m:t>
                        </m:r>
                      </m:sub>
                    </m:sSub>
                  </m:oMath>
                </a14:m>
                <a:r>
                  <a:rPr lang="en-US" dirty="0"/>
                  <a:t> values </a:t>
                </a:r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4490A1A8-0010-B2B9-BD74-85EA04D88C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1265797"/>
                <a:ext cx="11353800" cy="949042"/>
              </a:xfrm>
              <a:prstGeom prst="rect">
                <a:avLst/>
              </a:prstGeom>
              <a:blipFill>
                <a:blip r:embed="rId2"/>
                <a:stretch>
                  <a:fillRect l="-483" t="-3871" b="-77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686CD24-8CAF-2373-B3C9-CA3EE44428D6}"/>
                  </a:ext>
                </a:extLst>
              </p:cNvPr>
              <p:cNvSpPr txBox="1"/>
              <p:nvPr/>
            </p:nvSpPr>
            <p:spPr>
              <a:xfrm>
                <a:off x="1842293" y="2912679"/>
                <a:ext cx="2895600" cy="62850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experimental</m:t>
                          </m:r>
                        </m:sub>
                      </m:sSub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w</m:t>
                          </m:r>
                        </m:sub>
                      </m:sSub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686CD24-8CAF-2373-B3C9-CA3EE44428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2293" y="2912679"/>
                <a:ext cx="2895600" cy="62850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F31CDF75-CC85-D393-FDA7-51EA048EF9C2}"/>
                  </a:ext>
                </a:extLst>
              </p:cNvPr>
              <p:cNvSpPr txBox="1"/>
              <p:nvPr/>
            </p:nvSpPr>
            <p:spPr>
              <a:xfrm>
                <a:off x="1766093" y="3683267"/>
                <a:ext cx="3048000" cy="6552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l-GR" sz="20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l-G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2000" i="0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2000" i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r>
                        <a:rPr lang="en-US" sz="20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i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2000" i="0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sz="2000" i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sup>
                          </m:sSubSup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2000" i="0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sz="2000" i="0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sup>
                          </m:sSubSup>
                        </m:e>
                      </m:d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;</m:t>
                      </m:r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2000" i="0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2000" i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r>
                        <a:rPr lang="en-US" sz="20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F31CDF75-CC85-D393-FDA7-51EA048EF9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6093" y="3683267"/>
                <a:ext cx="3048000" cy="655244"/>
              </a:xfrm>
              <a:prstGeom prst="rect">
                <a:avLst/>
              </a:prstGeom>
              <a:blipFill>
                <a:blip r:embed="rId4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9347B28B-5DC7-1119-B6FE-93BA71A3FD8F}"/>
                  </a:ext>
                </a:extLst>
              </p:cNvPr>
              <p:cNvSpPr txBox="1"/>
              <p:nvPr/>
            </p:nvSpPr>
            <p:spPr>
              <a:xfrm>
                <a:off x="6378574" y="2749763"/>
                <a:ext cx="5181600" cy="82907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ii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sup>
                          </m:sSubSup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sup>
                          </m:sSubSup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ij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sup>
                          </m:sSub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J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s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r</m:t>
                            </m:r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int</m:t>
                            </m:r>
                          </m:sup>
                        </m:sSubSup>
                        <m:r>
                          <a:rPr lang="en-US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p</m:t>
                            </m:r>
                          </m:sup>
                        </m:sSubSup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r</m:t>
                            </m:r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int</m:t>
                            </m:r>
                          </m:sup>
                        </m:sSubSup>
                        <m:r>
                          <a:rPr lang="en-US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p</m:t>
                            </m:r>
                          </m:sup>
                        </m:sSubSup>
                      </m:e>
                    </m:d>
                  </m:oMath>
                </a14:m>
                <a:r>
                  <a:rPr lang="en-US" dirty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J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w</m:t>
                        </m:r>
                      </m:sub>
                    </m:sSub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p</m:t>
                        </m:r>
                      </m:sup>
                    </m:sSub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9347B28B-5DC7-1119-B6FE-93BA71A3FD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8574" y="2749763"/>
                <a:ext cx="5181600" cy="829073"/>
              </a:xfrm>
              <a:prstGeom prst="rect">
                <a:avLst/>
              </a:prstGeom>
              <a:blipFill>
                <a:blip r:embed="rId5"/>
                <a:stretch>
                  <a:fillRect l="-2000" b="-8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E36BBA4D-F4B4-B0CD-46BC-206EA3A071C4}"/>
                  </a:ext>
                </a:extLst>
              </p:cNvPr>
              <p:cNvSpPr txBox="1"/>
              <p:nvPr/>
            </p:nvSpPr>
            <p:spPr>
              <a:xfrm>
                <a:off x="6323012" y="3714956"/>
                <a:ext cx="5292725" cy="82907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j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ji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sup>
                          </m:sSubSup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sup>
                          </m:sSubSup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j</m:t>
                          </m:r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j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sup>
                          </m:sSubSup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J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s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r</m:t>
                            </m:r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int</m:t>
                            </m:r>
                          </m:sup>
                        </m:sSubSup>
                        <m:r>
                          <a:rPr lang="en-US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p</m:t>
                            </m:r>
                          </m:sup>
                        </m:sSubSup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22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r</m:t>
                            </m:r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int</m:t>
                            </m:r>
                          </m:sup>
                        </m:sSubSup>
                        <m:r>
                          <a:rPr lang="en-US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p</m:t>
                            </m:r>
                          </m:sup>
                        </m:sSubSup>
                      </m:e>
                    </m:d>
                  </m:oMath>
                </a14:m>
                <a:r>
                  <a:rPr lang="en-US" dirty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J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w</m:t>
                        </m:r>
                      </m:sub>
                    </m:sSub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p</m:t>
                        </m:r>
                      </m:sup>
                    </m:sSub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E36BBA4D-F4B4-B0CD-46BC-206EA3A071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3012" y="3714956"/>
                <a:ext cx="5292725" cy="829073"/>
              </a:xfrm>
              <a:prstGeom prst="rect">
                <a:avLst/>
              </a:prstGeom>
              <a:blipFill>
                <a:blip r:embed="rId6"/>
                <a:stretch>
                  <a:fillRect l="-1959" b="-8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TextBox 50">
            <a:extLst>
              <a:ext uri="{FF2B5EF4-FFF2-40B4-BE49-F238E27FC236}">
                <a16:creationId xmlns:a16="http://schemas.microsoft.com/office/drawing/2014/main" id="{9E9AD2EC-890F-0822-96DD-C3694F312E8A}"/>
              </a:ext>
            </a:extLst>
          </p:cNvPr>
          <p:cNvSpPr txBox="1"/>
          <p:nvPr/>
        </p:nvSpPr>
        <p:spPr>
          <a:xfrm>
            <a:off x="914400" y="2373618"/>
            <a:ext cx="1371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single salt: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BD3DC22-8103-3A91-53F7-6F30D098685C}"/>
              </a:ext>
            </a:extLst>
          </p:cNvPr>
          <p:cNvSpPr txBox="1"/>
          <p:nvPr/>
        </p:nvSpPr>
        <p:spPr>
          <a:xfrm>
            <a:off x="6743700" y="2373618"/>
            <a:ext cx="1371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multi salt: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44890490-9C2B-FDE4-86CD-EBD5293638AD}"/>
                  </a:ext>
                </a:extLst>
              </p:cNvPr>
              <p:cNvSpPr txBox="1"/>
              <p:nvPr/>
            </p:nvSpPr>
            <p:spPr>
              <a:xfrm>
                <a:off x="1250950" y="4412903"/>
                <a:ext cx="4078287" cy="6112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800" b="0" i="0" smtClean="0">
                            <a:latin typeface="Cambria Math" panose="02040503050406030204" pitchFamily="18" charset="0"/>
                          </a:rPr>
                          <m:t>J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800" b="0" i="0" smtClean="0">
                            <a:latin typeface="Cambria Math" panose="02040503050406030204" pitchFamily="18" charset="0"/>
                          </a:rPr>
                          <m:t>w</m:t>
                        </m:r>
                      </m:sub>
                    </m:sSub>
                    <m:sSubSup>
                      <m:sSubSup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sz="1800" b="0" i="0" smtClean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US" sz="18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sz="1800" b="0" i="0" smtClean="0">
                            <a:latin typeface="Cambria Math" panose="02040503050406030204" pitchFamily="18" charset="0"/>
                          </a:rPr>
                          <m:t>p</m:t>
                        </m:r>
                      </m:sup>
                    </m:sSubSup>
                    <m:r>
                      <a:rPr lang="en-US" sz="1800" i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800" i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a:rPr lang="en-US" sz="1800" b="0" i="0" smtClean="0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sz="1800" i="0"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a:rPr lang="en-US" sz="18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en-US" sz="1800" i="0">
                                <a:latin typeface="Cambria Math" panose="02040503050406030204" pitchFamily="18" charset="0"/>
                              </a:rPr>
                              <m:t>r</m:t>
                            </m:r>
                          </m:sup>
                        </m:sSubSup>
                        <m:r>
                          <a:rPr lang="en-US" sz="1800" i="0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sz="1800" i="0"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a:rPr lang="en-US" sz="18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en-US" sz="1800" i="0">
                                <a:latin typeface="Cambria Math" panose="02040503050406030204" pitchFamily="18" charset="0"/>
                              </a:rPr>
                              <m:t>p</m:t>
                            </m:r>
                          </m:sup>
                        </m:sSubSup>
                      </m:e>
                    </m:d>
                    <m:r>
                      <a:rPr lang="en-US" sz="1800" b="0" i="0" smtClean="0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>
                            <a:latin typeface="Cambria Math" panose="02040503050406030204" pitchFamily="18" charset="0"/>
                          </a:rPr>
                          <m:t>𝐁</m:t>
                        </m:r>
                      </m:e>
                      <m:sub>
                        <m:r>
                          <a:rPr lang="en-US" b="1" i="0">
                            <a:latin typeface="Cambria Math" panose="02040503050406030204" pitchFamily="18" charset="0"/>
                          </a:rPr>
                          <m:t>𝟏𝟏</m:t>
                        </m:r>
                      </m:sub>
                    </m:sSub>
                    <m:r>
                      <a:rPr lang="en-US" b="1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>
                                <a:latin typeface="Cambria Math" panose="02040503050406030204" pitchFamily="18" charset="0"/>
                              </a:rPr>
                              <m:t>𝐉</m:t>
                            </m:r>
                          </m:e>
                          <m:sub>
                            <m:r>
                              <a:rPr lang="en-US" b="1" i="0">
                                <a:latin typeface="Cambria Math" panose="02040503050406030204" pitchFamily="18" charset="0"/>
                              </a:rPr>
                              <m:t>𝐰</m:t>
                            </m:r>
                          </m:sub>
                        </m:sSub>
                        <m:sSubSup>
                          <m:sSubSup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0">
                                <a:latin typeface="Cambria Math" panose="02040503050406030204" pitchFamily="18" charset="0"/>
                              </a:rPr>
                              <m:t>𝐜</m:t>
                            </m:r>
                          </m:e>
                          <m:sub>
                            <m:r>
                              <a:rPr lang="en-US" b="1" i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  <m:sup>
                            <m:r>
                              <a:rPr lang="en-US" b="1" i="0">
                                <a:latin typeface="Cambria Math" panose="02040503050406030204" pitchFamily="18" charset="0"/>
                              </a:rPr>
                              <m:t>𝐩</m:t>
                            </m:r>
                          </m:sup>
                        </m:sSubSup>
                      </m:num>
                      <m:den>
                        <m:sSubSup>
                          <m:sSubSup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0">
                                <a:latin typeface="Cambria Math" panose="02040503050406030204" pitchFamily="18" charset="0"/>
                              </a:rPr>
                              <m:t>𝐜</m:t>
                            </m:r>
                          </m:e>
                          <m:sub>
                            <m:r>
                              <a:rPr lang="en-US" b="1" i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  <m:sup>
                            <m:r>
                              <a:rPr lang="en-US" b="1" i="0">
                                <a:latin typeface="Cambria Math" panose="02040503050406030204" pitchFamily="18" charset="0"/>
                              </a:rPr>
                              <m:t>𝐫</m:t>
                            </m:r>
                          </m:sup>
                        </m:sSubSup>
                        <m:r>
                          <a:rPr lang="en-US" b="1" i="0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 i="0">
                                <a:latin typeface="Cambria Math" panose="02040503050406030204" pitchFamily="18" charset="0"/>
                              </a:rPr>
                              <m:t>𝐜</m:t>
                            </m:r>
                          </m:e>
                          <m:sub>
                            <m:r>
                              <a:rPr lang="en-US" b="1" i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  <m:sup>
                            <m:r>
                              <a:rPr lang="en-US" b="1" i="0">
                                <a:latin typeface="Cambria Math" panose="02040503050406030204" pitchFamily="18" charset="0"/>
                              </a:rPr>
                              <m:t>𝐩</m:t>
                            </m:r>
                          </m:sup>
                        </m:sSubSup>
                      </m:den>
                    </m:f>
                  </m:oMath>
                </a14:m>
                <a:endParaRPr lang="en-US" sz="1800" b="1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44890490-9C2B-FDE4-86CD-EBD5293638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0950" y="4412903"/>
                <a:ext cx="4078287" cy="61125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TextBox 55">
            <a:extLst>
              <a:ext uri="{FF2B5EF4-FFF2-40B4-BE49-F238E27FC236}">
                <a16:creationId xmlns:a16="http://schemas.microsoft.com/office/drawing/2014/main" id="{6D82FCB7-70F4-5DAA-7FD3-F7FE189E445C}"/>
              </a:ext>
            </a:extLst>
          </p:cNvPr>
          <p:cNvSpPr txBox="1"/>
          <p:nvPr/>
        </p:nvSpPr>
        <p:spPr>
          <a:xfrm>
            <a:off x="1156493" y="5299185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Repeating;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304772C0-3F91-1C90-805B-55E3B67E17C4}"/>
                  </a:ext>
                </a:extLst>
              </p:cNvPr>
              <p:cNvSpPr txBox="1"/>
              <p:nvPr/>
            </p:nvSpPr>
            <p:spPr>
              <a:xfrm>
                <a:off x="2287589" y="5098553"/>
                <a:ext cx="2005009" cy="7705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>
                              <a:latin typeface="Cambria Math" panose="02040503050406030204" pitchFamily="18" charset="0"/>
                            </a:rPr>
                            <m:t>𝐁</m:t>
                          </m:r>
                        </m:e>
                        <m:sub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𝟐𝟐</m:t>
                          </m:r>
                        </m:sub>
                      </m:sSub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0">
                                  <a:latin typeface="Cambria Math" panose="02040503050406030204" pitchFamily="18" charset="0"/>
                                </a:rPr>
                                <m:t>𝐉</m:t>
                              </m:r>
                            </m:e>
                            <m:sub>
                              <m:r>
                                <a:rPr lang="en-US" b="1" i="0">
                                  <a:latin typeface="Cambria Math" panose="02040503050406030204" pitchFamily="18" charset="0"/>
                                </a:rPr>
                                <m:t>𝐰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1" i="0">
                                  <a:latin typeface="Cambria Math" panose="02040503050406030204" pitchFamily="18" charset="0"/>
                                </a:rPr>
                                <m:t>𝐜</m:t>
                              </m:r>
                            </m:e>
                            <m:sub>
                              <m:r>
                                <a:rPr lang="en-US" b="1" i="0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  <m:sup>
                              <m:r>
                                <a:rPr lang="en-US" b="1" i="0">
                                  <a:latin typeface="Cambria Math" panose="02040503050406030204" pitchFamily="18" charset="0"/>
                                </a:rPr>
                                <m:t>𝐩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1" i="0">
                                  <a:latin typeface="Cambria Math" panose="02040503050406030204" pitchFamily="18" charset="0"/>
                                </a:rPr>
                                <m:t>𝐜</m:t>
                              </m:r>
                            </m:e>
                            <m:sub>
                              <m:r>
                                <a:rPr lang="en-US" b="1" i="0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  <m:sup>
                              <m:r>
                                <a:rPr lang="en-US" b="1" i="0">
                                  <a:latin typeface="Cambria Math" panose="02040503050406030204" pitchFamily="18" charset="0"/>
                                </a:rPr>
                                <m:t>𝐫</m:t>
                              </m:r>
                            </m:sup>
                          </m:sSubSup>
                          <m:r>
                            <a:rPr lang="en-US" b="1" i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1" i="0">
                                  <a:latin typeface="Cambria Math" panose="02040503050406030204" pitchFamily="18" charset="0"/>
                                </a:rPr>
                                <m:t>𝐜</m:t>
                              </m:r>
                            </m:e>
                            <m:sub>
                              <m:r>
                                <a:rPr lang="en-US" b="1" i="0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  <m:sup>
                              <m:r>
                                <a:rPr lang="en-US" b="1" i="0">
                                  <a:latin typeface="Cambria Math" panose="02040503050406030204" pitchFamily="18" charset="0"/>
                                </a:rPr>
                                <m:t>𝐩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304772C0-3F91-1C90-805B-55E3B67E17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7589" y="5098553"/>
                <a:ext cx="2005009" cy="77059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CDAD8CA6-BF8E-0B15-F0CB-17337AB84504}"/>
                  </a:ext>
                </a:extLst>
              </p:cNvPr>
              <p:cNvSpPr txBox="1"/>
              <p:nvPr/>
            </p:nvSpPr>
            <p:spPr>
              <a:xfrm>
                <a:off x="7140574" y="4713884"/>
                <a:ext cx="3657600" cy="8824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>
                              <a:latin typeface="Cambria Math" panose="02040503050406030204" pitchFamily="18" charset="0"/>
                            </a:rPr>
                            <m:t>𝐁</m:t>
                          </m:r>
                        </m:e>
                        <m:sub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𝟏𝟐</m:t>
                          </m:r>
                        </m:sub>
                      </m:sSub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0">
                                  <a:latin typeface="Cambria Math" panose="02040503050406030204" pitchFamily="18" charset="0"/>
                                </a:rPr>
                                <m:t>𝐉</m:t>
                              </m:r>
                            </m:e>
                            <m:sub>
                              <m:r>
                                <a:rPr lang="en-US" b="1" i="0">
                                  <a:latin typeface="Cambria Math" panose="02040503050406030204" pitchFamily="18" charset="0"/>
                                </a:rPr>
                                <m:t>𝐰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1" i="0">
                                  <a:latin typeface="Cambria Math" panose="02040503050406030204" pitchFamily="18" charset="0"/>
                                </a:rPr>
                                <m:t>𝐜</m:t>
                              </m:r>
                            </m:e>
                            <m:sub>
                              <m:r>
                                <a:rPr lang="en-US" b="1" i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b="1" i="0">
                                  <a:latin typeface="Cambria Math" panose="02040503050406030204" pitchFamily="18" charset="0"/>
                                </a:rPr>
                                <m:t>𝐩</m:t>
                              </m:r>
                            </m:sup>
                          </m:sSubSup>
                          <m:r>
                            <a:rPr lang="en-US" b="1" i="0">
                              <a:latin typeface="Cambria Math" panose="02040503050406030204" pitchFamily="18" charset="0"/>
                            </a:rPr>
                            <m:t> −</m:t>
                          </m:r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1" i="0">
                                  <a:latin typeface="Cambria Math" panose="02040503050406030204" pitchFamily="18" charset="0"/>
                                </a:rPr>
                                <m:t>𝐁</m:t>
                              </m:r>
                            </m:e>
                            <m:sub>
                              <m:r>
                                <a:rPr lang="en-US" b="1" i="0">
                                  <a:latin typeface="Cambria Math" panose="02040503050406030204" pitchFamily="18" charset="0"/>
                                </a:rPr>
                                <m:t>𝟏𝟏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1" i="0">
                                      <a:latin typeface="Cambria Math" panose="02040503050406030204" pitchFamily="18" charset="0"/>
                                    </a:rPr>
                                    <m:t>𝐜</m:t>
                                  </m:r>
                                </m:e>
                                <m:sub>
                                  <m:r>
                                    <a:rPr lang="en-US" b="1" i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  <m:sup>
                                  <m:r>
                                    <a:rPr lang="en-US" b="1" i="0">
                                      <a:latin typeface="Cambria Math" panose="02040503050406030204" pitchFamily="18" charset="0"/>
                                    </a:rPr>
                                    <m:t>𝐫</m:t>
                                  </m:r>
                                  <m:r>
                                    <a:rPr lang="en-US" b="1" i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1" i="0">
                                      <a:latin typeface="Cambria Math" panose="02040503050406030204" pitchFamily="18" charset="0"/>
                                    </a:rPr>
                                    <m:t>𝐢𝐧𝐭</m:t>
                                  </m:r>
                                </m:sup>
                              </m:sSubSup>
                              <m:r>
                                <a:rPr lang="en-US" b="1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1" i="0">
                                      <a:latin typeface="Cambria Math" panose="02040503050406030204" pitchFamily="18" charset="0"/>
                                    </a:rPr>
                                    <m:t>𝐜</m:t>
                                  </m:r>
                                </m:e>
                                <m:sub>
                                  <m:r>
                                    <a:rPr lang="en-US" b="1" i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  <m:sup>
                                  <m:r>
                                    <a:rPr lang="en-US" b="1" i="0">
                                      <a:latin typeface="Cambria Math" panose="02040503050406030204" pitchFamily="18" charset="0"/>
                                    </a:rPr>
                                    <m:t>𝐩</m:t>
                                  </m:r>
                                </m:sup>
                              </m:sSubSup>
                            </m:e>
                          </m:d>
                        </m:num>
                        <m:den>
                          <m:sSubSup>
                            <m:sSub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1" i="0">
                                  <a:latin typeface="Cambria Math" panose="02040503050406030204" pitchFamily="18" charset="0"/>
                                </a:rPr>
                                <m:t>𝐜</m:t>
                              </m:r>
                            </m:e>
                            <m:sub>
                              <m:r>
                                <a:rPr lang="en-US" b="1" i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  <m:sup>
                              <m:r>
                                <a:rPr lang="en-US" b="1" i="0">
                                  <a:latin typeface="Cambria Math" panose="02040503050406030204" pitchFamily="18" charset="0"/>
                                </a:rPr>
                                <m:t>𝐫</m:t>
                              </m:r>
                              <m:r>
                                <a:rPr lang="en-US" b="1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1" i="0">
                                  <a:latin typeface="Cambria Math" panose="02040503050406030204" pitchFamily="18" charset="0"/>
                                </a:rPr>
                                <m:t>𝐢𝐧𝐭</m:t>
                              </m:r>
                            </m:sup>
                          </m:sSubSup>
                          <m:r>
                            <a:rPr lang="en-US" b="1" i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1" i="0">
                                  <a:latin typeface="Cambria Math" panose="02040503050406030204" pitchFamily="18" charset="0"/>
                                </a:rPr>
                                <m:t>𝐜</m:t>
                              </m:r>
                            </m:e>
                            <m:sub>
                              <m:r>
                                <a:rPr lang="en-US" b="1" i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  <m:sup>
                              <m:r>
                                <a:rPr lang="en-US" b="1" i="0">
                                  <a:latin typeface="Cambria Math" panose="02040503050406030204" pitchFamily="18" charset="0"/>
                                </a:rPr>
                                <m:t>𝐩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CDAD8CA6-BF8E-0B15-F0CB-17337AB845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0574" y="4713884"/>
                <a:ext cx="3657600" cy="88242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F5BCDA56-E848-BE8C-F912-8F27F43BEED5}"/>
                  </a:ext>
                </a:extLst>
              </p:cNvPr>
              <p:cNvSpPr txBox="1"/>
              <p:nvPr/>
            </p:nvSpPr>
            <p:spPr>
              <a:xfrm>
                <a:off x="7140574" y="5660263"/>
                <a:ext cx="3657600" cy="8929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>
                              <a:latin typeface="Cambria Math" panose="02040503050406030204" pitchFamily="18" charset="0"/>
                            </a:rPr>
                            <m:t>𝐁</m:t>
                          </m:r>
                        </m:e>
                        <m:sub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𝟐𝟏</m:t>
                          </m:r>
                        </m:sub>
                      </m:sSub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0">
                                  <a:latin typeface="Cambria Math" panose="02040503050406030204" pitchFamily="18" charset="0"/>
                                </a:rPr>
                                <m:t>𝐉</m:t>
                              </m:r>
                            </m:e>
                            <m:sub>
                              <m:r>
                                <a:rPr lang="en-US" b="1" i="0">
                                  <a:latin typeface="Cambria Math" panose="02040503050406030204" pitchFamily="18" charset="0"/>
                                </a:rPr>
                                <m:t>𝐰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1" i="0">
                                  <a:latin typeface="Cambria Math" panose="02040503050406030204" pitchFamily="18" charset="0"/>
                                </a:rPr>
                                <m:t>𝐜</m:t>
                              </m:r>
                            </m:e>
                            <m:sub>
                              <m:r>
                                <a:rPr lang="en-US" b="1" i="0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  <m:sup>
                              <m:r>
                                <a:rPr lang="en-US" b="1" i="0">
                                  <a:latin typeface="Cambria Math" panose="02040503050406030204" pitchFamily="18" charset="0"/>
                                </a:rPr>
                                <m:t>𝐩</m:t>
                              </m:r>
                            </m:sup>
                          </m:sSubSup>
                          <m:r>
                            <a:rPr lang="en-US" b="1" i="0">
                              <a:latin typeface="Cambria Math" panose="02040503050406030204" pitchFamily="18" charset="0"/>
                            </a:rPr>
                            <m:t> −</m:t>
                          </m:r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1" i="0">
                                  <a:latin typeface="Cambria Math" panose="02040503050406030204" pitchFamily="18" charset="0"/>
                                </a:rPr>
                                <m:t>𝐁</m:t>
                              </m:r>
                            </m:e>
                            <m:sub>
                              <m:r>
                                <a:rPr lang="en-US" b="1" i="0" smtClean="0">
                                  <a:latin typeface="Cambria Math" panose="02040503050406030204" pitchFamily="18" charset="0"/>
                                </a:rPr>
                                <m:t>𝟐𝟐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1" i="0">
                                      <a:latin typeface="Cambria Math" panose="02040503050406030204" pitchFamily="18" charset="0"/>
                                    </a:rPr>
                                    <m:t>𝐜</m:t>
                                  </m:r>
                                </m:e>
                                <m:sub>
                                  <m:r>
                                    <a:rPr lang="en-US" b="1" i="0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  <m:sup>
                                  <m:r>
                                    <a:rPr lang="en-US" b="1" i="0">
                                      <a:latin typeface="Cambria Math" panose="02040503050406030204" pitchFamily="18" charset="0"/>
                                    </a:rPr>
                                    <m:t>𝐫</m:t>
                                  </m:r>
                                  <m:r>
                                    <a:rPr lang="en-US" b="1" i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1" i="0">
                                      <a:latin typeface="Cambria Math" panose="02040503050406030204" pitchFamily="18" charset="0"/>
                                    </a:rPr>
                                    <m:t>𝐢𝐧𝐭</m:t>
                                  </m:r>
                                </m:sup>
                              </m:sSubSup>
                              <m:r>
                                <a:rPr lang="en-US" b="1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1" i="0">
                                      <a:latin typeface="Cambria Math" panose="02040503050406030204" pitchFamily="18" charset="0"/>
                                    </a:rPr>
                                    <m:t>𝐜</m:t>
                                  </m:r>
                                </m:e>
                                <m:sub>
                                  <m:r>
                                    <a:rPr lang="en-US" b="1" i="0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  <m:sup>
                                  <m:r>
                                    <a:rPr lang="en-US" b="1" i="0">
                                      <a:latin typeface="Cambria Math" panose="02040503050406030204" pitchFamily="18" charset="0"/>
                                    </a:rPr>
                                    <m:t>𝐩</m:t>
                                  </m:r>
                                </m:sup>
                              </m:sSubSup>
                            </m:e>
                          </m:d>
                        </m:num>
                        <m:den>
                          <m:sSubSup>
                            <m:sSub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1" i="0">
                                  <a:latin typeface="Cambria Math" panose="02040503050406030204" pitchFamily="18" charset="0"/>
                                </a:rPr>
                                <m:t>𝐜</m:t>
                              </m:r>
                            </m:e>
                            <m:sub>
                              <m:r>
                                <a:rPr lang="en-US" b="1" i="0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b="1" i="0">
                                  <a:latin typeface="Cambria Math" panose="02040503050406030204" pitchFamily="18" charset="0"/>
                                </a:rPr>
                                <m:t>𝐫</m:t>
                              </m:r>
                              <m:r>
                                <a:rPr lang="en-US" b="1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1" i="0">
                                  <a:latin typeface="Cambria Math" panose="02040503050406030204" pitchFamily="18" charset="0"/>
                                </a:rPr>
                                <m:t>𝐢𝐧𝐭</m:t>
                              </m:r>
                            </m:sup>
                          </m:sSubSup>
                          <m:r>
                            <a:rPr lang="en-US" b="1" i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1" i="0">
                                  <a:latin typeface="Cambria Math" panose="02040503050406030204" pitchFamily="18" charset="0"/>
                                </a:rPr>
                                <m:t>𝐜</m:t>
                              </m:r>
                            </m:e>
                            <m:sub>
                              <m:r>
                                <a:rPr lang="en-US" b="1" i="0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b="1" i="0">
                                  <a:latin typeface="Cambria Math" panose="02040503050406030204" pitchFamily="18" charset="0"/>
                                </a:rPr>
                                <m:t>𝐩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F5BCDA56-E848-BE8C-F912-8F27F43BEE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0574" y="5660263"/>
                <a:ext cx="3657600" cy="89293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1">
            <a:extLst>
              <a:ext uri="{FF2B5EF4-FFF2-40B4-BE49-F238E27FC236}">
                <a16:creationId xmlns:a16="http://schemas.microsoft.com/office/drawing/2014/main" id="{AD035BE2-60C6-2633-F491-3B2EAC2A6505}"/>
              </a:ext>
            </a:extLst>
          </p:cNvPr>
          <p:cNvSpPr txBox="1">
            <a:spLocks/>
          </p:cNvSpPr>
          <p:nvPr/>
        </p:nvSpPr>
        <p:spPr bwMode="auto">
          <a:xfrm>
            <a:off x="76200" y="126558"/>
            <a:ext cx="8940800" cy="639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defTabSz="609570" rtl="0" eaLnBrk="0" fontAlgn="base" hangingPunct="0">
              <a:spcBef>
                <a:spcPct val="0"/>
              </a:spcBef>
              <a:spcAft>
                <a:spcPct val="0"/>
              </a:spcAft>
              <a:defRPr sz="4267" kern="1200">
                <a:solidFill>
                  <a:schemeClr val="tx1"/>
                </a:solidFill>
                <a:latin typeface="GalaxiePolaris-Bold"/>
                <a:ea typeface="MS PGothic" panose="020B0600070205080204" pitchFamily="34" charset="-128"/>
                <a:cs typeface="GalaxiePolaris-Bold"/>
              </a:defRPr>
            </a:lvl1pPr>
            <a:lvl2pPr algn="l" defTabSz="609570" rtl="0" eaLnBrk="0" fontAlgn="base" hangingPunct="0">
              <a:spcBef>
                <a:spcPct val="0"/>
              </a:spcBef>
              <a:spcAft>
                <a:spcPct val="0"/>
              </a:spcAft>
              <a:defRPr sz="4267">
                <a:solidFill>
                  <a:schemeClr val="tx1"/>
                </a:solidFill>
                <a:latin typeface="GalaxiePolaris-Bold" panose="02000000000000000000" pitchFamily="2" charset="0"/>
                <a:ea typeface="MS PGothic" panose="020B0600070205080204" pitchFamily="34" charset="-128"/>
                <a:cs typeface="GalaxiePolaris-Bold" charset="0"/>
              </a:defRPr>
            </a:lvl2pPr>
            <a:lvl3pPr algn="l" defTabSz="609570" rtl="0" eaLnBrk="0" fontAlgn="base" hangingPunct="0">
              <a:spcBef>
                <a:spcPct val="0"/>
              </a:spcBef>
              <a:spcAft>
                <a:spcPct val="0"/>
              </a:spcAft>
              <a:defRPr sz="4267">
                <a:solidFill>
                  <a:schemeClr val="tx1"/>
                </a:solidFill>
                <a:latin typeface="GalaxiePolaris-Bold" panose="02000000000000000000" pitchFamily="2" charset="0"/>
                <a:ea typeface="MS PGothic" panose="020B0600070205080204" pitchFamily="34" charset="-128"/>
                <a:cs typeface="GalaxiePolaris-Bold" charset="0"/>
              </a:defRPr>
            </a:lvl3pPr>
            <a:lvl4pPr algn="l" defTabSz="609570" rtl="0" eaLnBrk="0" fontAlgn="base" hangingPunct="0">
              <a:spcBef>
                <a:spcPct val="0"/>
              </a:spcBef>
              <a:spcAft>
                <a:spcPct val="0"/>
              </a:spcAft>
              <a:defRPr sz="4267">
                <a:solidFill>
                  <a:schemeClr val="tx1"/>
                </a:solidFill>
                <a:latin typeface="GalaxiePolaris-Bold" panose="02000000000000000000" pitchFamily="2" charset="0"/>
                <a:ea typeface="MS PGothic" panose="020B0600070205080204" pitchFamily="34" charset="-128"/>
                <a:cs typeface="GalaxiePolaris-Bold" charset="0"/>
              </a:defRPr>
            </a:lvl4pPr>
            <a:lvl5pPr algn="l" defTabSz="609570" rtl="0" eaLnBrk="0" fontAlgn="base" hangingPunct="0">
              <a:spcBef>
                <a:spcPct val="0"/>
              </a:spcBef>
              <a:spcAft>
                <a:spcPct val="0"/>
              </a:spcAft>
              <a:defRPr sz="4267">
                <a:solidFill>
                  <a:schemeClr val="tx1"/>
                </a:solidFill>
                <a:latin typeface="GalaxiePolaris-Bold" panose="02000000000000000000" pitchFamily="2" charset="0"/>
                <a:ea typeface="MS PGothic" panose="020B0600070205080204" pitchFamily="34" charset="-128"/>
                <a:cs typeface="GalaxiePolaris-Bold" charset="0"/>
              </a:defRPr>
            </a:lvl5pPr>
            <a:lvl6pPr marL="609570" algn="l" defTabSz="609570" rtl="0" fontAlgn="base">
              <a:spcBef>
                <a:spcPct val="0"/>
              </a:spcBef>
              <a:spcAft>
                <a:spcPct val="0"/>
              </a:spcAft>
              <a:defRPr sz="4267">
                <a:solidFill>
                  <a:schemeClr val="tx1"/>
                </a:solidFill>
                <a:latin typeface="GalaxiePolaris-Bold" panose="02000000000000000000" pitchFamily="2" charset="0"/>
                <a:ea typeface="ＭＳ Ｐゴシック" panose="020B0600070205080204" pitchFamily="34" charset="-128"/>
              </a:defRPr>
            </a:lvl6pPr>
            <a:lvl7pPr marL="1219139" algn="l" defTabSz="609570" rtl="0" fontAlgn="base">
              <a:spcBef>
                <a:spcPct val="0"/>
              </a:spcBef>
              <a:spcAft>
                <a:spcPct val="0"/>
              </a:spcAft>
              <a:defRPr sz="4267">
                <a:solidFill>
                  <a:schemeClr val="tx1"/>
                </a:solidFill>
                <a:latin typeface="GalaxiePolaris-Bold" panose="02000000000000000000" pitchFamily="2" charset="0"/>
                <a:ea typeface="ＭＳ Ｐゴシック" panose="020B0600070205080204" pitchFamily="34" charset="-128"/>
              </a:defRPr>
            </a:lvl7pPr>
            <a:lvl8pPr marL="1828709" algn="l" defTabSz="609570" rtl="0" fontAlgn="base">
              <a:spcBef>
                <a:spcPct val="0"/>
              </a:spcBef>
              <a:spcAft>
                <a:spcPct val="0"/>
              </a:spcAft>
              <a:defRPr sz="4267">
                <a:solidFill>
                  <a:schemeClr val="tx1"/>
                </a:solidFill>
                <a:latin typeface="GalaxiePolaris-Bold" panose="02000000000000000000" pitchFamily="2" charset="0"/>
                <a:ea typeface="ＭＳ Ｐゴシック" panose="020B0600070205080204" pitchFamily="34" charset="-128"/>
              </a:defRPr>
            </a:lvl8pPr>
            <a:lvl9pPr marL="2438278" algn="l" defTabSz="609570" rtl="0" fontAlgn="base">
              <a:spcBef>
                <a:spcPct val="0"/>
              </a:spcBef>
              <a:spcAft>
                <a:spcPct val="0"/>
              </a:spcAft>
              <a:defRPr sz="4267">
                <a:solidFill>
                  <a:schemeClr val="tx1"/>
                </a:solidFill>
                <a:latin typeface="GalaxiePolaris-Bold" panose="02000000000000000000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sz="3800" b="1" dirty="0"/>
              <a:t>Make the simplest assumptions</a:t>
            </a:r>
          </a:p>
        </p:txBody>
      </p:sp>
    </p:spTree>
    <p:extLst>
      <p:ext uri="{BB962C8B-B14F-4D97-AF65-F5344CB8AC3E}">
        <p14:creationId xmlns:p14="http://schemas.microsoft.com/office/powerpoint/2010/main" val="3222445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2" grpId="0"/>
      <p:bldP spid="60" grpId="0"/>
      <p:bldP spid="6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40250-FC14-679D-F096-761B3313C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" y="76200"/>
            <a:ext cx="9956800" cy="838200"/>
          </a:xfrm>
        </p:spPr>
        <p:txBody>
          <a:bodyPr/>
          <a:lstStyle/>
          <a:p>
            <a:r>
              <a:rPr lang="en-US" sz="3500" b="1" dirty="0"/>
              <a:t>Estimate unknown values &amp; identify general trends</a:t>
            </a:r>
            <a:endParaRPr lang="en-US" sz="35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144621-400E-60CF-091D-09594FFE4E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EE52E1-BDEA-45DB-925F-16EF4B41C5C6}" type="slidenum">
              <a:rPr lang="en-US" altLang="en-US" smtClean="0"/>
              <a:pPr/>
              <a:t>6</a:t>
            </a:fld>
            <a:endParaRPr lang="en-US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E34B2C-BE1B-E367-2D6A-0A9CAE1D2FDA}"/>
              </a:ext>
            </a:extLst>
          </p:cNvPr>
          <p:cNvSpPr txBox="1"/>
          <p:nvPr/>
        </p:nvSpPr>
        <p:spPr>
          <a:xfrm>
            <a:off x="304800" y="990600"/>
            <a:ext cx="403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Experiment: </a:t>
            </a:r>
            <a:r>
              <a:rPr lang="en-US" b="1" dirty="0"/>
              <a:t>NF270_MC2_05.08.24_E1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3DEB95-EE4F-F12C-B0DF-4BCF5CEAF224}"/>
              </a:ext>
            </a:extLst>
          </p:cNvPr>
          <p:cNvSpPr txBox="1"/>
          <p:nvPr/>
        </p:nvSpPr>
        <p:spPr>
          <a:xfrm>
            <a:off x="304800" y="1371600"/>
            <a:ext cx="190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Salts: NaCl, CaCl</a:t>
            </a:r>
            <a:r>
              <a:rPr lang="en-US" baseline="-250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427AB8-69AF-4332-C560-2FB56373ED5A}"/>
              </a:ext>
            </a:extLst>
          </p:cNvPr>
          <p:cNvSpPr txBox="1"/>
          <p:nvPr/>
        </p:nvSpPr>
        <p:spPr>
          <a:xfrm>
            <a:off x="685800" y="1905000"/>
            <a:ext cx="960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Obtain known parameters from experimental data (BOX: Rejection_Analysis)</a:t>
            </a:r>
            <a:endParaRPr lang="en-US" baseline="-25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663B8BA2-82A7-91C5-E9DC-F5F63A31B61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17670042"/>
                  </p:ext>
                </p:extLst>
              </p:nvPr>
            </p:nvGraphicFramePr>
            <p:xfrm>
              <a:off x="7467600" y="2643895"/>
              <a:ext cx="3352800" cy="1243575"/>
            </p:xfrm>
            <a:graphic>
              <a:graphicData uri="http://schemas.openxmlformats.org/drawingml/2006/table">
                <a:tbl>
                  <a:tblPr firstRow="1" firstCol="1" bandRow="1">
                    <a:tableStyleId>{B301B821-A1FF-4177-AEE7-76D212191A09}</a:tableStyleId>
                  </a:tblPr>
                  <a:tblGrid>
                    <a:gridCol w="1676136">
                      <a:extLst>
                        <a:ext uri="{9D8B030D-6E8A-4147-A177-3AD203B41FA5}">
                          <a16:colId xmlns:a16="http://schemas.microsoft.com/office/drawing/2014/main" val="26712308"/>
                        </a:ext>
                      </a:extLst>
                    </a:gridCol>
                    <a:gridCol w="1676664">
                      <a:extLst>
                        <a:ext uri="{9D8B030D-6E8A-4147-A177-3AD203B41FA5}">
                          <a16:colId xmlns:a16="http://schemas.microsoft.com/office/drawing/2014/main" val="686942321"/>
                        </a:ext>
                      </a:extLst>
                    </a:gridCol>
                  </a:tblGrid>
                  <a:tr h="287142">
                    <a:tc gridSpan="2"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kern="100" dirty="0">
                              <a:effectLst/>
                            </a:rPr>
                            <a:t>Reasonable Estimates</a:t>
                          </a:r>
                          <a:endParaRPr lang="en-US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46879471"/>
                      </a:ext>
                    </a:extLst>
                  </a:tr>
                  <a:tr h="287142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1200" b="0" i="1" kern="100" smtClean="0">
                                  <a:effectLst/>
                                  <a:latin typeface="Cambria Math" panose="02040503050406030204" pitchFamily="18" charset="0"/>
                                </a:rPr>
                                <m:t>𝜒</m:t>
                              </m:r>
                            </m:oMath>
                          </a14:m>
                          <a:r>
                            <a:rPr lang="en-US" sz="1200" b="0" kern="100" dirty="0">
                              <a:effectLst/>
                            </a:rPr>
                            <a:t> (mM)</a:t>
                          </a:r>
                          <a:endParaRPr lang="en-US" sz="1200" b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b="0" kern="100" dirty="0">
                              <a:effectLst/>
                            </a:rPr>
                            <a:t>-44</a:t>
                          </a:r>
                          <a:endParaRPr lang="en-US" sz="1200" b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873067441"/>
                      </a:ext>
                    </a:extLst>
                  </a:tr>
                  <a:tr h="382149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b="0" kern="100" dirty="0">
                              <a:effectLst/>
                            </a:rPr>
                            <a:t>l – membrane thickness (m)</a:t>
                          </a:r>
                          <a:endParaRPr lang="en-US" sz="1200" b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b="0" kern="100" dirty="0">
                              <a:effectLst/>
                            </a:rPr>
                            <a:t>100e-9</a:t>
                          </a:r>
                          <a:endParaRPr lang="en-US" sz="1200" b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480067835"/>
                      </a:ext>
                    </a:extLst>
                  </a:tr>
                  <a:tr h="287142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b="0" i="1" kern="10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0" i="1" kern="10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1200" b="0" i="1" kern="10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w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b="0" i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b="0" kern="100" dirty="0">
                              <a:effectLst/>
                            </a:rPr>
                            <a:t>0.21</a:t>
                          </a:r>
                          <a:endParaRPr lang="en-US" sz="1200" b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343647116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663B8BA2-82A7-91C5-E9DC-F5F63A31B61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17670042"/>
                  </p:ext>
                </p:extLst>
              </p:nvPr>
            </p:nvGraphicFramePr>
            <p:xfrm>
              <a:off x="7467600" y="2643895"/>
              <a:ext cx="3352800" cy="1243575"/>
            </p:xfrm>
            <a:graphic>
              <a:graphicData uri="http://schemas.openxmlformats.org/drawingml/2006/table">
                <a:tbl>
                  <a:tblPr firstRow="1" firstCol="1" bandRow="1">
                    <a:tableStyleId>{B301B821-A1FF-4177-AEE7-76D212191A09}</a:tableStyleId>
                  </a:tblPr>
                  <a:tblGrid>
                    <a:gridCol w="1676136">
                      <a:extLst>
                        <a:ext uri="{9D8B030D-6E8A-4147-A177-3AD203B41FA5}">
                          <a16:colId xmlns:a16="http://schemas.microsoft.com/office/drawing/2014/main" val="26712308"/>
                        </a:ext>
                      </a:extLst>
                    </a:gridCol>
                    <a:gridCol w="1676664">
                      <a:extLst>
                        <a:ext uri="{9D8B030D-6E8A-4147-A177-3AD203B41FA5}">
                          <a16:colId xmlns:a16="http://schemas.microsoft.com/office/drawing/2014/main" val="686942321"/>
                        </a:ext>
                      </a:extLst>
                    </a:gridCol>
                  </a:tblGrid>
                  <a:tr h="287142">
                    <a:tc gridSpan="2"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kern="100" dirty="0">
                              <a:effectLst/>
                            </a:rPr>
                            <a:t>Reasonable Estimates</a:t>
                          </a:r>
                          <a:endParaRPr lang="en-US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46879471"/>
                      </a:ext>
                    </a:extLst>
                  </a:tr>
                  <a:tr h="2871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3"/>
                          <a:stretch>
                            <a:fillRect l="-727" t="-112500" r="-101091" b="-2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b="0" kern="100" dirty="0">
                              <a:effectLst/>
                            </a:rPr>
                            <a:t>-44</a:t>
                          </a:r>
                          <a:endParaRPr lang="en-US" sz="1200" b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873067441"/>
                      </a:ext>
                    </a:extLst>
                  </a:tr>
                  <a:tr h="382149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b="0" kern="100" dirty="0">
                              <a:effectLst/>
                            </a:rPr>
                            <a:t>l – membrane thickness (m)</a:t>
                          </a:r>
                          <a:endParaRPr lang="en-US" sz="1200" b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b="0" kern="100" dirty="0">
                              <a:effectLst/>
                            </a:rPr>
                            <a:t>100e-9</a:t>
                          </a:r>
                          <a:endParaRPr lang="en-US" sz="1200" b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480067835"/>
                      </a:ext>
                    </a:extLst>
                  </a:tr>
                  <a:tr h="2871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3"/>
                          <a:stretch>
                            <a:fillRect l="-727" t="-351064" r="-101091" b="-42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b="0" kern="100" dirty="0">
                              <a:effectLst/>
                            </a:rPr>
                            <a:t>0.21</a:t>
                          </a:r>
                          <a:endParaRPr lang="en-US" sz="1200" b="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343647116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FBEF9A54-205E-22E9-39B8-8D9EA3379A1B}"/>
              </a:ext>
            </a:extLst>
          </p:cNvPr>
          <p:cNvSpPr txBox="1"/>
          <p:nvPr/>
        </p:nvSpPr>
        <p:spPr>
          <a:xfrm>
            <a:off x="685800" y="2590800"/>
            <a:ext cx="5848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2. Calculate the reasonable estimates.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7B418F39-3A6E-0409-2C7B-9BD2D81C0E3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36916021"/>
                  </p:ext>
                </p:extLst>
              </p:nvPr>
            </p:nvGraphicFramePr>
            <p:xfrm>
              <a:off x="7086600" y="4038600"/>
              <a:ext cx="4114800" cy="1530717"/>
            </p:xfrm>
            <a:graphic>
              <a:graphicData uri="http://schemas.openxmlformats.org/drawingml/2006/table">
                <a:tbl>
                  <a:tblPr firstRow="1" firstCol="1" bandRow="1">
                    <a:tableStyleId>{B301B821-A1FF-4177-AEE7-76D212191A09}</a:tableStyleId>
                  </a:tblPr>
                  <a:tblGrid>
                    <a:gridCol w="2057076">
                      <a:extLst>
                        <a:ext uri="{9D8B030D-6E8A-4147-A177-3AD203B41FA5}">
                          <a16:colId xmlns:a16="http://schemas.microsoft.com/office/drawing/2014/main" val="26712308"/>
                        </a:ext>
                      </a:extLst>
                    </a:gridCol>
                    <a:gridCol w="2057724">
                      <a:extLst>
                        <a:ext uri="{9D8B030D-6E8A-4147-A177-3AD203B41FA5}">
                          <a16:colId xmlns:a16="http://schemas.microsoft.com/office/drawing/2014/main" val="686942321"/>
                        </a:ext>
                      </a:extLst>
                    </a:gridCol>
                  </a:tblGrid>
                  <a:tr h="287142">
                    <a:tc gridSpan="2"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kern="100" dirty="0">
                              <a:effectLst/>
                            </a:rPr>
                            <a:t>Reasonable Estimates</a:t>
                          </a:r>
                          <a:endParaRPr lang="en-US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46879471"/>
                      </a:ext>
                    </a:extLst>
                  </a:tr>
                  <a:tr h="287142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b="0" i="1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200" b="0" i="1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Na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 b="0" kern="100" dirty="0">
                              <a:effectLst/>
                              <a:latin typeface="+mn-lt"/>
                            </a:rPr>
                            <a:t> (m)</a:t>
                          </a:r>
                          <a:endParaRPr lang="en-US" sz="1200" b="0" kern="10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b="0" kern="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5.93e-05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873067441"/>
                      </a:ext>
                    </a:extLst>
                  </a:tr>
                  <a:tr h="382149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b="0" i="1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200" b="0" i="1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Ca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 b="0" kern="100" dirty="0">
                              <a:effectLst/>
                              <a:latin typeface="+mn-lt"/>
                            </a:rPr>
                            <a:t> (m)</a:t>
                          </a:r>
                          <a:endParaRPr lang="en-US" sz="1200" b="0" kern="10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b="0" kern="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4.99e-05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480067835"/>
                      </a:ext>
                    </a:extLst>
                  </a:tr>
                  <a:tr h="287142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b="0" i="1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200" b="0" i="1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Cl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 b="0" kern="100" dirty="0">
                              <a:effectLst/>
                              <a:latin typeface="+mn-lt"/>
                            </a:rPr>
                            <a:t> (m)</a:t>
                          </a:r>
                          <a:endParaRPr lang="en-US" sz="1200" b="0" kern="10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b="0" kern="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6.81e-05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3436471169"/>
                      </a:ext>
                    </a:extLst>
                  </a:tr>
                  <a:tr h="287142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b="0" i="1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200" b="0" i="1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avg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200" b="0" kern="100" dirty="0">
                              <a:effectLst/>
                              <a:latin typeface="+mn-lt"/>
                            </a:rPr>
                            <a:t> (m)</a:t>
                          </a:r>
                          <a:endParaRPr lang="en-US" sz="1200" b="0" kern="100" dirty="0">
                            <a:effectLst/>
                            <a:latin typeface="+mn-lt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b="0" kern="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5.91e-05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415029425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>
                <a:extLst>
                  <a:ext uri="{FF2B5EF4-FFF2-40B4-BE49-F238E27FC236}">
                    <a16:creationId xmlns:a16="http://schemas.microsoft.com/office/drawing/2014/main" id="{7B418F39-3A6E-0409-2C7B-9BD2D81C0E3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36916021"/>
                  </p:ext>
                </p:extLst>
              </p:nvPr>
            </p:nvGraphicFramePr>
            <p:xfrm>
              <a:off x="7086600" y="4038600"/>
              <a:ext cx="4114800" cy="1530717"/>
            </p:xfrm>
            <a:graphic>
              <a:graphicData uri="http://schemas.openxmlformats.org/drawingml/2006/table">
                <a:tbl>
                  <a:tblPr firstRow="1" firstCol="1" bandRow="1">
                    <a:tableStyleId>{B301B821-A1FF-4177-AEE7-76D212191A09}</a:tableStyleId>
                  </a:tblPr>
                  <a:tblGrid>
                    <a:gridCol w="2057076">
                      <a:extLst>
                        <a:ext uri="{9D8B030D-6E8A-4147-A177-3AD203B41FA5}">
                          <a16:colId xmlns:a16="http://schemas.microsoft.com/office/drawing/2014/main" val="26712308"/>
                        </a:ext>
                      </a:extLst>
                    </a:gridCol>
                    <a:gridCol w="2057724">
                      <a:extLst>
                        <a:ext uri="{9D8B030D-6E8A-4147-A177-3AD203B41FA5}">
                          <a16:colId xmlns:a16="http://schemas.microsoft.com/office/drawing/2014/main" val="686942321"/>
                        </a:ext>
                      </a:extLst>
                    </a:gridCol>
                  </a:tblGrid>
                  <a:tr h="287142">
                    <a:tc gridSpan="2"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kern="100" dirty="0">
                              <a:effectLst/>
                            </a:rPr>
                            <a:t>Reasonable Estimates</a:t>
                          </a:r>
                          <a:endParaRPr lang="en-US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46879471"/>
                      </a:ext>
                    </a:extLst>
                  </a:tr>
                  <a:tr h="2871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5"/>
                          <a:stretch>
                            <a:fillRect l="-296" t="-112500" r="-100592" b="-331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b="0" kern="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5.93e-05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873067441"/>
                      </a:ext>
                    </a:extLst>
                  </a:tr>
                  <a:tr h="38214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5"/>
                          <a:stretch>
                            <a:fillRect l="-296" t="-164516" r="-100592" b="-1564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b="0" kern="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4.99e-05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1480067835"/>
                      </a:ext>
                    </a:extLst>
                  </a:tr>
                  <a:tr h="2871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5"/>
                          <a:stretch>
                            <a:fillRect l="-296" t="-341667" r="-100592" b="-1020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b="0" kern="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6.81e-05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3436471169"/>
                      </a:ext>
                    </a:extLst>
                  </a:tr>
                  <a:tr h="2871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5"/>
                          <a:stretch>
                            <a:fillRect l="-296" t="-451064" r="-100592" b="-42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b="0" kern="100" dirty="0">
                              <a:effectLst/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5.91e-05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415029425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29C4223-5CA5-9548-7561-D0991EFD574E}"/>
                  </a:ext>
                </a:extLst>
              </p:cNvPr>
              <p:cNvSpPr txBox="1"/>
              <p:nvPr/>
            </p:nvSpPr>
            <p:spPr>
              <a:xfrm>
                <a:off x="800100" y="2895600"/>
                <a:ext cx="5765797" cy="20980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p>
                          </m:sSubSup>
                        </m:num>
                        <m:den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=0.23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v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o</m:t>
                                  </m:r>
                                </m:sup>
                              </m:s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0.57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Sup>
                                <m:sSubSup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p>
                              </m:sSub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0.67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0.24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0.43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1600" dirty="0"/>
              </a:p>
              <a:p>
                <a:endParaRPr lang="en-US" sz="16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1600" i="1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1600" i="1">
                            <a:latin typeface="Cambria Math" panose="02040503050406030204" pitchFamily="18" charset="0"/>
                          </a:rPr>
                          <m:t>o</m:t>
                        </m:r>
                      </m:sup>
                    </m:sSup>
                  </m:oMath>
                </a14:m>
                <a:r>
                  <a:rPr lang="en-US" sz="1600" dirty="0"/>
                  <a:t>: average velocity, stir bar rate*radius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i="1" smtClean="0"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lang="en-US" sz="1600" dirty="0"/>
                  <a:t>: kinematic viscosity </a:t>
                </a:r>
              </a:p>
              <a:p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1600" dirty="0"/>
                  <a:t>: stirred cell diameter</a:t>
                </a:r>
                <a:endParaRPr lang="en-US" sz="1600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29C4223-5CA5-9548-7561-D0991EFD57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100" y="2895600"/>
                <a:ext cx="5765797" cy="2098075"/>
              </a:xfrm>
              <a:prstGeom prst="rect">
                <a:avLst/>
              </a:prstGeom>
              <a:blipFill>
                <a:blip r:embed="rId6"/>
                <a:stretch>
                  <a:fillRect b="-29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83E10D1-1363-3621-EF2F-3827012A404E}"/>
                  </a:ext>
                </a:extLst>
              </p:cNvPr>
              <p:cNvSpPr txBox="1"/>
              <p:nvPr/>
            </p:nvSpPr>
            <p:spPr>
              <a:xfrm>
                <a:off x="685800" y="5800970"/>
                <a:ext cx="2743200" cy="447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3. Estimate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j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int</m:t>
                        </m:r>
                      </m:sup>
                    </m:sSubSup>
                  </m:oMath>
                </a14:m>
                <a:r>
                  <a:rPr lang="en-US" dirty="0"/>
                  <a:t>, then B. </a:t>
                </a:r>
                <a:endParaRPr lang="en-US" baseline="-250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83E10D1-1363-3621-EF2F-3827012A40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5800970"/>
                <a:ext cx="2743200" cy="447430"/>
              </a:xfrm>
              <a:prstGeom prst="rect">
                <a:avLst/>
              </a:prstGeom>
              <a:blipFill>
                <a:blip r:embed="rId7"/>
                <a:stretch>
                  <a:fillRect l="-2000" b="-136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C8C255F-0510-79A1-73C8-29FAA6C968C5}"/>
                  </a:ext>
                </a:extLst>
              </p:cNvPr>
              <p:cNvSpPr txBox="1"/>
              <p:nvPr/>
            </p:nvSpPr>
            <p:spPr>
              <a:xfrm>
                <a:off x="2876423" y="5279238"/>
                <a:ext cx="445795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*For now,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D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</m:t>
                        </m:r>
                      </m:sup>
                    </m:sSubSup>
                  </m:oMath>
                </a14:m>
                <a:r>
                  <a:rPr lang="en-US" dirty="0"/>
                  <a:t> estimates are not included.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C8C255F-0510-79A1-73C8-29FAA6C968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6423" y="5279238"/>
                <a:ext cx="4457956" cy="369332"/>
              </a:xfrm>
              <a:prstGeom prst="rect">
                <a:avLst/>
              </a:prstGeom>
              <a:blipFill>
                <a:blip r:embed="rId8"/>
                <a:stretch>
                  <a:fillRect l="-1231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033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BB9B19E-84CC-1E9D-C24C-3C965B4AD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896A4-6785-EFA9-601A-33ADAEA9A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" y="76200"/>
            <a:ext cx="9956800" cy="838200"/>
          </a:xfrm>
        </p:spPr>
        <p:txBody>
          <a:bodyPr/>
          <a:lstStyle/>
          <a:p>
            <a:r>
              <a:rPr lang="en-US" sz="3500" b="1" dirty="0"/>
              <a:t>Estimate unknown values &amp; identify general trends</a:t>
            </a:r>
            <a:endParaRPr lang="en-US" sz="35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B18803-B08D-ED78-09F9-F091DE8146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EE52E1-BDEA-45DB-925F-16EF4B41C5C6}" type="slidenum">
              <a:rPr lang="en-US" altLang="en-US" smtClean="0"/>
              <a:pPr/>
              <a:t>7</a:t>
            </a:fld>
            <a:endParaRPr lang="en-US" alt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82E61A5-6826-8FD3-B73A-0DA67FC41D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5751" y="2714625"/>
            <a:ext cx="4000500" cy="30003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101E9F8-4D3C-71EF-CE49-B3C2376759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14625"/>
            <a:ext cx="4000500" cy="30003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076E1E2-00AD-6889-EBCA-45BBB754ED0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1502" y="2714625"/>
            <a:ext cx="4000500" cy="300037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3AAD989-C202-3C85-8606-25CCFD53DF6F}"/>
              </a:ext>
            </a:extLst>
          </p:cNvPr>
          <p:cNvSpPr txBox="1"/>
          <p:nvPr/>
        </p:nvSpPr>
        <p:spPr>
          <a:xfrm>
            <a:off x="332014" y="1043900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Single salt experiments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5D1C670-2075-9B86-39E7-9374E89F7A90}"/>
                  </a:ext>
                </a:extLst>
              </p:cNvPr>
              <p:cNvSpPr txBox="1"/>
              <p:nvPr/>
            </p:nvSpPr>
            <p:spPr>
              <a:xfrm>
                <a:off x="280307" y="1828800"/>
                <a:ext cx="2895600" cy="62850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experimental</m:t>
                          </m:r>
                        </m:sub>
                      </m:sSub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w</m:t>
                          </m:r>
                        </m:sub>
                      </m:sSub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5D1C670-2075-9B86-39E7-9374E89F7A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307" y="1828800"/>
                <a:ext cx="2895600" cy="62850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61AD824F-E1C9-CECB-AEF8-5CB096DA4284}"/>
              </a:ext>
            </a:extLst>
          </p:cNvPr>
          <p:cNvSpPr txBox="1"/>
          <p:nvPr/>
        </p:nvSpPr>
        <p:spPr>
          <a:xfrm>
            <a:off x="280307" y="1383268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Using conductivity data </a:t>
            </a:r>
          </a:p>
        </p:txBody>
      </p:sp>
    </p:spTree>
    <p:extLst>
      <p:ext uri="{BB962C8B-B14F-4D97-AF65-F5344CB8AC3E}">
        <p14:creationId xmlns:p14="http://schemas.microsoft.com/office/powerpoint/2010/main" val="8150420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49A2AD-E178-C97D-9075-7A0B1A42F8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EE52E1-BDEA-45DB-925F-16EF4B41C5C6}" type="slidenum">
              <a:rPr lang="en-US" altLang="en-US" smtClean="0"/>
              <a:pPr/>
              <a:t>8</a:t>
            </a:fld>
            <a:endParaRPr lang="en-US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D8C0A7-E948-F000-9024-99FE6D0C9A60}"/>
              </a:ext>
            </a:extLst>
          </p:cNvPr>
          <p:cNvSpPr txBox="1"/>
          <p:nvPr/>
        </p:nvSpPr>
        <p:spPr>
          <a:xfrm>
            <a:off x="304800" y="990600"/>
            <a:ext cx="403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Experiment: </a:t>
            </a:r>
            <a:r>
              <a:rPr lang="en-US" b="1" dirty="0"/>
              <a:t>NF270_MC2_05.08.24_E1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3A92AE-B0D7-8318-4A60-4026F525596B}"/>
              </a:ext>
            </a:extLst>
          </p:cNvPr>
          <p:cNvSpPr txBox="1"/>
          <p:nvPr/>
        </p:nvSpPr>
        <p:spPr>
          <a:xfrm>
            <a:off x="304800" y="1371600"/>
            <a:ext cx="190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Salts: NaCl, CaCl</a:t>
            </a:r>
            <a:r>
              <a:rPr lang="en-US" baseline="-25000" dirty="0"/>
              <a:t>2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9E23788-B2CD-9B1D-9617-FB383C016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" y="76200"/>
            <a:ext cx="9956800" cy="838200"/>
          </a:xfrm>
        </p:spPr>
        <p:txBody>
          <a:bodyPr/>
          <a:lstStyle/>
          <a:p>
            <a:r>
              <a:rPr lang="en-US" sz="3500" b="1" dirty="0"/>
              <a:t>Estimate unknown values &amp; identify general trends</a:t>
            </a:r>
            <a:endParaRPr lang="en-US" sz="35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E7708E5-FF3A-5D05-E170-55C5274E6D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659" y="3124200"/>
            <a:ext cx="4267200" cy="3200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317D0AA-8558-63D7-52B5-CE1B88F71C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7570" y="3124200"/>
            <a:ext cx="4267200" cy="32004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E7E494B-7C62-9D0A-D426-B7255EDB54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4800" y="3124200"/>
            <a:ext cx="4267200" cy="3200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1AEE41B-53C0-0306-6129-AE0CE7B0845E}"/>
              </a:ext>
            </a:extLst>
          </p:cNvPr>
          <p:cNvSpPr txBox="1"/>
          <p:nvPr/>
        </p:nvSpPr>
        <p:spPr>
          <a:xfrm>
            <a:off x="4898573" y="1116372"/>
            <a:ext cx="2971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Multicomponent: </a:t>
            </a:r>
            <a:r>
              <a:rPr lang="en-US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NaCl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CaCl2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Feed: 10 mM CaCl2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Diafiltrate: 4 mM CaCl2; 50 mM NaCl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A2060B9-AEB9-9BF6-0208-C6E4AAC966D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8299" y="990600"/>
            <a:ext cx="2933700" cy="220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172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28D5A-DB56-C5BB-7E11-689F60DBE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2C5E9-80CF-9BD6-A621-0A29814DD1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EE52E1-BDEA-45DB-925F-16EF4B41C5C6}" type="slidenum">
              <a:rPr lang="en-US" altLang="en-US" smtClean="0"/>
              <a:pPr/>
              <a:t>9</a:t>
            </a:fld>
            <a:endParaRPr lang="en-US" alt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48F4C93-8C2E-1306-FE57-508ADBDC0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" y="76200"/>
            <a:ext cx="9956800" cy="838200"/>
          </a:xfrm>
        </p:spPr>
        <p:txBody>
          <a:bodyPr/>
          <a:lstStyle/>
          <a:p>
            <a:r>
              <a:rPr lang="en-US" sz="3500" b="1" dirty="0"/>
              <a:t>Estimate unknown values &amp; identify general trends</a:t>
            </a:r>
            <a:endParaRPr lang="en-US" sz="35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4B1136-4694-D710-44C4-0B0811137835}"/>
              </a:ext>
            </a:extLst>
          </p:cNvPr>
          <p:cNvSpPr txBox="1"/>
          <p:nvPr/>
        </p:nvSpPr>
        <p:spPr>
          <a:xfrm>
            <a:off x="304800" y="990600"/>
            <a:ext cx="403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Experiment: </a:t>
            </a:r>
            <a:r>
              <a:rPr lang="en-US" b="1" dirty="0"/>
              <a:t>NF270_MC2_05.21.24_E6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9A92B5-3932-983F-CBF2-0C062B7DBD7B}"/>
              </a:ext>
            </a:extLst>
          </p:cNvPr>
          <p:cNvSpPr txBox="1"/>
          <p:nvPr/>
        </p:nvSpPr>
        <p:spPr>
          <a:xfrm>
            <a:off x="304800" y="1371600"/>
            <a:ext cx="190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Salts: CaCl</a:t>
            </a:r>
            <a:r>
              <a:rPr lang="en-US" baseline="-25000" dirty="0"/>
              <a:t>2 </a:t>
            </a:r>
            <a:r>
              <a:rPr lang="en-US" dirty="0"/>
              <a:t>, LaCl</a:t>
            </a:r>
            <a:r>
              <a:rPr lang="en-US" baseline="-25000" dirty="0"/>
              <a:t>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9338E9-385B-912A-62F7-28EEEB477681}"/>
              </a:ext>
            </a:extLst>
          </p:cNvPr>
          <p:cNvSpPr txBox="1"/>
          <p:nvPr/>
        </p:nvSpPr>
        <p:spPr>
          <a:xfrm>
            <a:off x="5197918" y="1192138"/>
            <a:ext cx="30316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Multicomponent: </a:t>
            </a:r>
            <a:r>
              <a:rPr lang="en-US" sz="12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CaCl2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>
                <a:solidFill>
                  <a:srgbClr val="00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LaCl3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Feed: 5 mM LaCl3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Diafiltrate: 0.4 mM LaCl3; 50 mM CaCl2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57E29DE-686A-8914-6B8A-A68BCA6BAD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48000"/>
            <a:ext cx="4267200" cy="32004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3E9808D-62C6-A2D9-6A24-AEB4D31C49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401" y="3048000"/>
            <a:ext cx="4267200" cy="3200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26AB126-B429-83B5-DA3C-0A8369E0B1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4802" y="3048000"/>
            <a:ext cx="4267200" cy="32004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FE0EA11-D287-E9EB-D82F-60A29447C0F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8300" y="990600"/>
            <a:ext cx="2933700" cy="220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521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D599BC-AC0C-9FF8-3A75-3B4738D630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EE52E1-BDEA-45DB-925F-16EF4B41C5C6}" type="slidenum">
              <a:rPr lang="en-US" altLang="en-US" smtClean="0"/>
              <a:pPr/>
              <a:t>10</a:t>
            </a:fld>
            <a:endParaRPr lang="en-US" alt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34AB5CC-7E4E-CCAE-FEFF-A88DF6638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" y="76200"/>
            <a:ext cx="9956800" cy="838200"/>
          </a:xfrm>
        </p:spPr>
        <p:txBody>
          <a:bodyPr/>
          <a:lstStyle/>
          <a:p>
            <a:r>
              <a:rPr lang="en-US" sz="3500" b="1" dirty="0"/>
              <a:t>Estimate unknown values &amp; identify general trends</a:t>
            </a:r>
            <a:endParaRPr lang="en-US" sz="35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5DB3EF-200A-8B8D-23B3-D00EB098D7A0}"/>
              </a:ext>
            </a:extLst>
          </p:cNvPr>
          <p:cNvSpPr txBox="1"/>
          <p:nvPr/>
        </p:nvSpPr>
        <p:spPr>
          <a:xfrm>
            <a:off x="304800" y="990600"/>
            <a:ext cx="403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Experiment: </a:t>
            </a:r>
            <a:r>
              <a:rPr lang="en-US" b="1" dirty="0"/>
              <a:t>NF270_MC2_05.28.24_E11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5E942F-7023-B3A5-E0A7-CC15CFF8450C}"/>
              </a:ext>
            </a:extLst>
          </p:cNvPr>
          <p:cNvSpPr txBox="1"/>
          <p:nvPr/>
        </p:nvSpPr>
        <p:spPr>
          <a:xfrm>
            <a:off x="304800" y="1371600"/>
            <a:ext cx="190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Salts: NaCl, LaCl</a:t>
            </a:r>
            <a:r>
              <a:rPr lang="en-US" baseline="-25000" dirty="0"/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14CAEC-1DCC-C1A1-619B-DB77566D8FF9}"/>
              </a:ext>
            </a:extLst>
          </p:cNvPr>
          <p:cNvSpPr txBox="1"/>
          <p:nvPr/>
        </p:nvSpPr>
        <p:spPr>
          <a:xfrm>
            <a:off x="5078174" y="1094210"/>
            <a:ext cx="28466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Multicomponent: </a:t>
            </a:r>
            <a:r>
              <a:rPr lang="en-US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NaCl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LaCl3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Feed: 10 mM NaCl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Diafiltrate: 5 mM NaCl; 15 mM LaCl3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6894FD8-7E7D-8E3F-9C3F-3264F0ABC2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76600"/>
            <a:ext cx="4267200" cy="32004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1D4D087-3A5E-1F2E-2FE1-773E565EE8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400" y="3276600"/>
            <a:ext cx="4267200" cy="32004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D150260-A942-DD83-AC4F-198D209206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4800" y="3276600"/>
            <a:ext cx="4267200" cy="32004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46AF69D-40DB-6422-4E19-D424212C6D7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8300" y="1076325"/>
            <a:ext cx="2933700" cy="220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052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DFB29-5B3F-8E50-49BA-AB5790B39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5" y="137583"/>
            <a:ext cx="8940800" cy="639233"/>
          </a:xfrm>
        </p:spPr>
        <p:txBody>
          <a:bodyPr/>
          <a:lstStyle/>
          <a:p>
            <a:r>
              <a:rPr lang="en-US" b="1" dirty="0"/>
              <a:t>Next Steps &amp; Upcoming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842B18-B4E3-7E86-1B66-C9DBC877F1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EE52E1-BDEA-45DB-925F-16EF4B41C5C6}" type="slidenum">
              <a:rPr lang="en-US" altLang="en-US" smtClean="0"/>
              <a:pPr/>
              <a:t>11</a:t>
            </a:fld>
            <a:endParaRPr lang="en-US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A4E94F3-D3AB-AC88-1B5E-A74272E6A748}"/>
                  </a:ext>
                </a:extLst>
              </p:cNvPr>
              <p:cNvSpPr txBox="1"/>
              <p:nvPr/>
            </p:nvSpPr>
            <p:spPr>
              <a:xfrm>
                <a:off x="393700" y="1230588"/>
                <a:ext cx="11404600" cy="6016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0" dirty="0">
                    <a:solidFill>
                      <a:schemeClr val="tx1"/>
                    </a:solidFill>
                  </a:rPr>
                  <a:t>Now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ij</m:t>
                        </m:r>
                      </m:sub>
                    </m:sSub>
                    <m: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B</m:t>
                                  </m:r>
                                </m:e>
                                <m:sub>
                                  <m:r>
                                    <a:rPr lang="en-US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B</m:t>
                                  </m:r>
                                </m:e>
                                <m:sub>
                                  <m:r>
                                    <a:rPr lang="en-US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B</m:t>
                                  </m:r>
                                </m:e>
                                <m:sub>
                                  <m:r>
                                    <a:rPr lang="en-US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B</m:t>
                                  </m:r>
                                </m:e>
                                <m:sub>
                                  <m:r>
                                    <a:rPr lang="en-US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can be estimated for each vial, using the same lumped-parameter approach: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A4E94F3-D3AB-AC88-1B5E-A74272E6A7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700" y="1230588"/>
                <a:ext cx="11404600" cy="601640"/>
              </a:xfrm>
              <a:prstGeom prst="rect">
                <a:avLst/>
              </a:prstGeom>
              <a:blipFill>
                <a:blip r:embed="rId2"/>
                <a:stretch>
                  <a:fillRect l="-4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060A3AB-1570-E7B3-A02D-3E9AE06E6C54}"/>
                  </a:ext>
                </a:extLst>
              </p:cNvPr>
              <p:cNvSpPr txBox="1"/>
              <p:nvPr/>
            </p:nvSpPr>
            <p:spPr>
              <a:xfrm>
                <a:off x="838200" y="2057400"/>
                <a:ext cx="7543800" cy="5752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b="0" dirty="0">
                    <a:solidFill>
                      <a:schemeClr val="tx1"/>
                    </a:solidFill>
                  </a:rPr>
                  <a:t>Use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ij</m:t>
                        </m:r>
                      </m:sub>
                    </m:sSub>
                    <m:r>
                      <a:rPr lang="en-US" sz="1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8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8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ij</m:t>
                            </m:r>
                          </m:sub>
                        </m:sSub>
                        <m:sSub>
                          <m:sSubPr>
                            <m:ctrlPr>
                              <a:rPr lang="en-US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8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8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US" sz="1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l</m:t>
                        </m:r>
                      </m:den>
                    </m:f>
                  </m:oMath>
                </a14:m>
                <a:r>
                  <a:rPr lang="en-US" dirty="0"/>
                  <a:t>, with some rearranging, estimate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D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ij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ij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</m:t>
                        </m:r>
                      </m:den>
                    </m:f>
                    <m: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060A3AB-1570-E7B3-A02D-3E9AE06E6C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057400"/>
                <a:ext cx="7543800" cy="575222"/>
              </a:xfrm>
              <a:prstGeom prst="rect">
                <a:avLst/>
              </a:prstGeom>
              <a:blipFill>
                <a:blip r:embed="rId3"/>
                <a:stretch>
                  <a:fillRect l="-728" b="-4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591BFFDD-8E8F-C6C4-2437-DEB678C76A6F}"/>
              </a:ext>
            </a:extLst>
          </p:cNvPr>
          <p:cNvSpPr txBox="1"/>
          <p:nvPr/>
        </p:nvSpPr>
        <p:spPr>
          <a:xfrm>
            <a:off x="1600201" y="3124200"/>
            <a:ext cx="9448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These are BOE estimates; A more rigorous analysis is required to deconvolute D and H “properly”.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86BC90-339D-5E8C-AA55-4C92D6464F04}"/>
              </a:ext>
            </a:extLst>
          </p:cNvPr>
          <p:cNvSpPr txBox="1"/>
          <p:nvPr/>
        </p:nvSpPr>
        <p:spPr>
          <a:xfrm>
            <a:off x="228600" y="5222106"/>
            <a:ext cx="11341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Keshav: What is an attainable deadline for you to provide first-pass estimates of B using the DATA2 model?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E05BEA-78C7-4733-B3C1-2C856CB0F39C}"/>
              </a:ext>
            </a:extLst>
          </p:cNvPr>
          <p:cNvSpPr txBox="1"/>
          <p:nvPr/>
        </p:nvSpPr>
        <p:spPr>
          <a:xfrm>
            <a:off x="393701" y="3849469"/>
            <a:ext cx="8293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additional plots could help identify trends?</a:t>
            </a:r>
          </a:p>
          <a:p>
            <a:r>
              <a:rPr lang="en-US" dirty="0"/>
              <a:t>	Bij vs Ionic Strength for similar experiments ran at low/high concentrations</a:t>
            </a:r>
          </a:p>
        </p:txBody>
      </p:sp>
    </p:spTree>
    <p:extLst>
      <p:ext uri="{BB962C8B-B14F-4D97-AF65-F5344CB8AC3E}">
        <p14:creationId xmlns:p14="http://schemas.microsoft.com/office/powerpoint/2010/main" val="858915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AE521-5707-D1E3-B910-1DD6C1963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152400"/>
            <a:ext cx="9874315" cy="639233"/>
          </a:xfrm>
        </p:spPr>
        <p:txBody>
          <a:bodyPr/>
          <a:lstStyle/>
          <a:p>
            <a:r>
              <a:rPr lang="en-US" dirty="0"/>
              <a:t>Figure S1 – Membrane Transport Schematic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E89AAA-BB9C-A1C7-D30D-E6CBE31CD8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EE52E1-BDEA-45DB-925F-16EF4B41C5C6}" type="slidenum">
              <a:rPr lang="en-US" altLang="en-US" smtClean="0"/>
              <a:pPr/>
              <a:t>12</a:t>
            </a:fld>
            <a:endParaRPr lang="en-US" alt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816B6E2-3E4C-AE09-CD0A-161B5E1A82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1143000"/>
            <a:ext cx="8121715" cy="51333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598041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9536A-E2E5-AF03-475E-CDF6B0BE2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118607"/>
            <a:ext cx="10058400" cy="639233"/>
          </a:xfrm>
        </p:spPr>
        <p:txBody>
          <a:bodyPr/>
          <a:lstStyle/>
          <a:p>
            <a:r>
              <a:rPr lang="en-US" sz="4400" b="1" dirty="0"/>
              <a:t>Transport and Thermodynamic Equations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A5686C-CA0B-B59D-60AE-A6D7D3F91C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EE52E1-BDEA-45DB-925F-16EF4B41C5C6}" type="slidenum">
              <a:rPr lang="en-US" altLang="en-US" smtClean="0"/>
              <a:pPr/>
              <a:t>13</a:t>
            </a:fld>
            <a:endParaRPr lang="en-US" alt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C605349-CDC6-27E7-9122-5F0A82F55907}"/>
              </a:ext>
            </a:extLst>
          </p:cNvPr>
          <p:cNvGrpSpPr/>
          <p:nvPr/>
        </p:nvGrpSpPr>
        <p:grpSpPr>
          <a:xfrm>
            <a:off x="76200" y="2546372"/>
            <a:ext cx="2819400" cy="685800"/>
            <a:chOff x="152400" y="3000408"/>
            <a:chExt cx="2819400" cy="685800"/>
          </a:xfrm>
        </p:grpSpPr>
        <p:pic>
          <p:nvPicPr>
            <p:cNvPr id="26" name="Graphic 25" descr="Badge outline">
              <a:extLst>
                <a:ext uri="{FF2B5EF4-FFF2-40B4-BE49-F238E27FC236}">
                  <a16:creationId xmlns:a16="http://schemas.microsoft.com/office/drawing/2014/main" id="{79B2C997-70E7-4E4B-E5B6-3C62ED54E1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52400" y="3000408"/>
              <a:ext cx="685800" cy="685800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421C028-1907-ED00-4FD0-3753E623C08C}"/>
                </a:ext>
              </a:extLst>
            </p:cNvPr>
            <p:cNvSpPr txBox="1"/>
            <p:nvPr/>
          </p:nvSpPr>
          <p:spPr>
            <a:xfrm>
              <a:off x="762000" y="3112475"/>
              <a:ext cx="2209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Boundary Layer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CCCFD95-9F08-A6DB-4E7F-B8A9465AF74E}"/>
              </a:ext>
            </a:extLst>
          </p:cNvPr>
          <p:cNvGrpSpPr/>
          <p:nvPr/>
        </p:nvGrpSpPr>
        <p:grpSpPr>
          <a:xfrm>
            <a:off x="76200" y="4064027"/>
            <a:ext cx="5638800" cy="943064"/>
            <a:chOff x="3886200" y="4419600"/>
            <a:chExt cx="5638800" cy="943064"/>
          </a:xfrm>
        </p:grpSpPr>
        <p:pic>
          <p:nvPicPr>
            <p:cNvPr id="29" name="Graphic 28" descr="Badge 3 outline">
              <a:extLst>
                <a:ext uri="{FF2B5EF4-FFF2-40B4-BE49-F238E27FC236}">
                  <a16:creationId xmlns:a16="http://schemas.microsoft.com/office/drawing/2014/main" id="{BA726014-B565-1406-274E-58D4985F739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886200" y="4419600"/>
              <a:ext cx="685800" cy="68580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CBAFE3A7-C0BB-5BD5-A14E-0E57DDC5373A}"/>
                    </a:ext>
                  </a:extLst>
                </p:cNvPr>
                <p:cNvSpPr txBox="1"/>
                <p:nvPr/>
              </p:nvSpPr>
              <p:spPr>
                <a:xfrm>
                  <a:off x="4501515" y="4531667"/>
                  <a:ext cx="5023485" cy="8309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dirty="0"/>
                    <a:t>Membrane: </a:t>
                  </a:r>
                  <a14:m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𝜒</m:t>
                      </m:r>
                    </m:oMath>
                  </a14:m>
                  <a:r>
                    <a:rPr lang="en-US" sz="2400" dirty="0"/>
                    <a:t> is found in each term</a:t>
                  </a:r>
                </a:p>
                <a:p>
                  <a:endParaRPr lang="en-US" sz="2400" dirty="0"/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CBAFE3A7-C0BB-5BD5-A14E-0E57DDC537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01515" y="4531667"/>
                  <a:ext cx="5023485" cy="830997"/>
                </a:xfrm>
                <a:prstGeom prst="rect">
                  <a:avLst/>
                </a:prstGeom>
                <a:blipFill>
                  <a:blip r:embed="rId6"/>
                  <a:stretch>
                    <a:fillRect l="-1818" t="-58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8C7F297-9A82-62EA-7E1E-0C70816BD9B8}"/>
              </a:ext>
            </a:extLst>
          </p:cNvPr>
          <p:cNvGrpSpPr/>
          <p:nvPr/>
        </p:nvGrpSpPr>
        <p:grpSpPr>
          <a:xfrm>
            <a:off x="76200" y="1065983"/>
            <a:ext cx="2590800" cy="692182"/>
            <a:chOff x="76200" y="1065983"/>
            <a:chExt cx="2590800" cy="692182"/>
          </a:xfrm>
        </p:grpSpPr>
        <p:pic>
          <p:nvPicPr>
            <p:cNvPr id="32" name="Graphic 31" descr="Badge 1 outline">
              <a:extLst>
                <a:ext uri="{FF2B5EF4-FFF2-40B4-BE49-F238E27FC236}">
                  <a16:creationId xmlns:a16="http://schemas.microsoft.com/office/drawing/2014/main" id="{DD311163-FF0C-8529-5DF2-691250FD06A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6200" y="1065983"/>
              <a:ext cx="685800" cy="685800"/>
            </a:xfrm>
            <a:prstGeom prst="rect">
              <a:avLst/>
            </a:pr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6F98996-6F1D-A610-F2FA-8A91ACC5495D}"/>
                </a:ext>
              </a:extLst>
            </p:cNvPr>
            <p:cNvSpPr txBox="1"/>
            <p:nvPr/>
          </p:nvSpPr>
          <p:spPr>
            <a:xfrm>
              <a:off x="1371600" y="1158214"/>
              <a:ext cx="1295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Bulk</a:t>
              </a:r>
            </a:p>
          </p:txBody>
        </p:sp>
        <p:pic>
          <p:nvPicPr>
            <p:cNvPr id="34" name="Graphic 33" descr="Badge 4 outline">
              <a:extLst>
                <a:ext uri="{FF2B5EF4-FFF2-40B4-BE49-F238E27FC236}">
                  <a16:creationId xmlns:a16="http://schemas.microsoft.com/office/drawing/2014/main" id="{E379B6C6-3850-A29E-7ECB-DB20F6BF405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685800" y="1072365"/>
              <a:ext cx="685800" cy="685800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81C9DEA4-0BDF-BF11-D9B5-1320C3082336}"/>
                  </a:ext>
                </a:extLst>
              </p:cNvPr>
              <p:cNvSpPr txBox="1"/>
              <p:nvPr/>
            </p:nvSpPr>
            <p:spPr>
              <a:xfrm>
                <a:off x="381000" y="1855902"/>
                <a:ext cx="374373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w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i="0">
                          <a:latin typeface="Cambria Math" panose="02040503050406030204" pitchFamily="18" charset="0"/>
                        </a:rPr>
                        <m:t>∇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i="0">
                          <a:latin typeface="Cambria Math" panose="02040503050406030204" pitchFamily="18" charset="0"/>
                        </a:rPr>
                        <m:t>∇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81C9DEA4-0BDF-BF11-D9B5-1320C30823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1855902"/>
                <a:ext cx="3743739" cy="369332"/>
              </a:xfrm>
              <a:prstGeom prst="rect">
                <a:avLst/>
              </a:prstGeom>
              <a:blipFill>
                <a:blip r:embed="rId11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A9C159B-74FB-EFA6-C3C8-328F590985C0}"/>
                  </a:ext>
                </a:extLst>
              </p:cNvPr>
              <p:cNvSpPr txBox="1"/>
              <p:nvPr/>
            </p:nvSpPr>
            <p:spPr>
              <a:xfrm>
                <a:off x="4427276" y="1852343"/>
                <a:ext cx="3858039" cy="3764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w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i="0">
                          <a:latin typeface="Cambria Math" panose="02040503050406030204" pitchFamily="18" charset="0"/>
                        </a:rPr>
                        <m:t>∇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sub>
                          </m:sSub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i="0">
                          <a:latin typeface="Cambria Math" panose="02040503050406030204" pitchFamily="18" charset="0"/>
                        </a:rPr>
                        <m:t>∇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A9C159B-74FB-EFA6-C3C8-328F590985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7276" y="1852343"/>
                <a:ext cx="3858039" cy="376450"/>
              </a:xfrm>
              <a:prstGeom prst="rect">
                <a:avLst/>
              </a:prstGeom>
              <a:blipFill>
                <a:blip r:embed="rId12"/>
                <a:stretch>
                  <a:fillRect b="-9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C8881C07-B892-7AFB-EC17-9026BFF250FF}"/>
                  </a:ext>
                </a:extLst>
              </p:cNvPr>
              <p:cNvSpPr txBox="1"/>
              <p:nvPr/>
            </p:nvSpPr>
            <p:spPr>
              <a:xfrm>
                <a:off x="8587852" y="1855902"/>
                <a:ext cx="321044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w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31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en-US" i="0">
                          <a:latin typeface="Cambria Math" panose="02040503050406030204" pitchFamily="18" charset="0"/>
                        </a:rPr>
                        <m:t>∇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32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en-US" i="0">
                          <a:latin typeface="Cambria Math" panose="02040503050406030204" pitchFamily="18" charset="0"/>
                        </a:rPr>
                        <m:t>∇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C8881C07-B892-7AFB-EC17-9026BFF250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7852" y="1855902"/>
                <a:ext cx="3210448" cy="369332"/>
              </a:xfrm>
              <a:prstGeom prst="rect">
                <a:avLst/>
              </a:prstGeom>
              <a:blipFill>
                <a:blip r:embed="rId13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2E00DB2-16A0-9118-7F4A-77962D987C79}"/>
                  </a:ext>
                </a:extLst>
              </p:cNvPr>
              <p:cNvSpPr txBox="1"/>
              <p:nvPr/>
            </p:nvSpPr>
            <p:spPr>
              <a:xfrm>
                <a:off x="152400" y="3416477"/>
                <a:ext cx="4019550" cy="3988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w</m:t>
                          </m:r>
                        </m:sub>
                      </m:sSub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,1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w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i="0">
                          <a:latin typeface="Cambria Math" panose="02040503050406030204" pitchFamily="18" charset="0"/>
                        </a:rPr>
                        <m:t>∇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p>
                          </m:sSubSup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i="0">
                          <a:latin typeface="Cambria Math" panose="02040503050406030204" pitchFamily="18" charset="0"/>
                        </a:rPr>
                        <m:t>∇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2E00DB2-16A0-9118-7F4A-77962D987C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3416477"/>
                <a:ext cx="4019550" cy="398827"/>
              </a:xfrm>
              <a:prstGeom prst="rect">
                <a:avLst/>
              </a:prstGeom>
              <a:blipFill>
                <a:blip r:embed="rId14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B73070E-3186-E07D-81CE-647BFAEE0AE5}"/>
                  </a:ext>
                </a:extLst>
              </p:cNvPr>
              <p:cNvSpPr txBox="1"/>
              <p:nvPr/>
            </p:nvSpPr>
            <p:spPr>
              <a:xfrm>
                <a:off x="4186030" y="3416316"/>
                <a:ext cx="3905829" cy="3991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w</m:t>
                          </m:r>
                        </m:sub>
                      </m:sSub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,2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w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i="0">
                          <a:latin typeface="Cambria Math" panose="02040503050406030204" pitchFamily="18" charset="0"/>
                        </a:rPr>
                        <m:t>∇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p>
                          </m:sSubSup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i="0">
                          <a:latin typeface="Cambria Math" panose="02040503050406030204" pitchFamily="18" charset="0"/>
                        </a:rPr>
                        <m:t>∇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22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B73070E-3186-E07D-81CE-647BFAEE0A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6030" y="3416316"/>
                <a:ext cx="3905829" cy="399148"/>
              </a:xfrm>
              <a:prstGeom prst="rect">
                <a:avLst/>
              </a:prstGeom>
              <a:blipFill>
                <a:blip r:embed="rId15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562CC86-ADE0-F4DB-791D-8FB6665DF1FE}"/>
                  </a:ext>
                </a:extLst>
              </p:cNvPr>
              <p:cNvSpPr txBox="1"/>
              <p:nvPr/>
            </p:nvSpPr>
            <p:spPr>
              <a:xfrm>
                <a:off x="8105940" y="3416316"/>
                <a:ext cx="4067010" cy="3991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w</m:t>
                          </m:r>
                        </m:sub>
                      </m:sSub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,3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w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i="0">
                          <a:latin typeface="Cambria Math" panose="02040503050406030204" pitchFamily="18" charset="0"/>
                        </a:rPr>
                        <m:t>∇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31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p>
                          </m:sSubSup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i="0">
                          <a:latin typeface="Cambria Math" panose="02040503050406030204" pitchFamily="18" charset="0"/>
                        </a:rPr>
                        <m:t>∇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32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562CC86-ADE0-F4DB-791D-8FB6665DF1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5940" y="3416316"/>
                <a:ext cx="4067010" cy="399148"/>
              </a:xfrm>
              <a:prstGeom prst="rect">
                <a:avLst/>
              </a:prstGeom>
              <a:blipFill>
                <a:blip r:embed="rId16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8E548D6-C1DE-4451-474E-DC8E4C066832}"/>
                  </a:ext>
                </a:extLst>
              </p:cNvPr>
              <p:cNvSpPr txBox="1"/>
              <p:nvPr/>
            </p:nvSpPr>
            <p:spPr>
              <a:xfrm>
                <a:off x="228600" y="4856899"/>
                <a:ext cx="391518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m</m:t>
                          </m:r>
                        </m:sup>
                      </m:sSubSup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m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w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i="0">
                          <a:latin typeface="Cambria Math" panose="02040503050406030204" pitchFamily="18" charset="0"/>
                        </a:rPr>
                        <m:t>∇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m</m:t>
                          </m:r>
                        </m:sup>
                      </m:sSub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i="0">
                          <a:latin typeface="Cambria Math" panose="02040503050406030204" pitchFamily="18" charset="0"/>
                        </a:rPr>
                        <m:t>∇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m</m:t>
                          </m:r>
                        </m:sup>
                      </m:sSub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8E548D6-C1DE-4451-474E-DC8E4C0668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4856899"/>
                <a:ext cx="3915189" cy="369332"/>
              </a:xfrm>
              <a:prstGeom prst="rect">
                <a:avLst/>
              </a:prstGeom>
              <a:blipFill>
                <a:blip r:embed="rId17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128F481-B36E-7998-933E-34E731DAA80B}"/>
                  </a:ext>
                </a:extLst>
              </p:cNvPr>
              <p:cNvSpPr txBox="1"/>
              <p:nvPr/>
            </p:nvSpPr>
            <p:spPr>
              <a:xfrm>
                <a:off x="4276007" y="4856899"/>
                <a:ext cx="387708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m</m:t>
                          </m:r>
                        </m:sup>
                      </m:sSubSup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m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w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i="0">
                          <a:latin typeface="Cambria Math" panose="02040503050406030204" pitchFamily="18" charset="0"/>
                        </a:rPr>
                        <m:t>∇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m</m:t>
                          </m:r>
                        </m:sup>
                      </m:sSub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sub>
                          </m:sSub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i="0">
                          <a:latin typeface="Cambria Math" panose="02040503050406030204" pitchFamily="18" charset="0"/>
                        </a:rPr>
                        <m:t>∇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m</m:t>
                          </m:r>
                        </m:sup>
                      </m:sSub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128F481-B36E-7998-933E-34E731DAA8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6007" y="4856899"/>
                <a:ext cx="3877089" cy="369332"/>
              </a:xfrm>
              <a:prstGeom prst="rect">
                <a:avLst/>
              </a:prstGeom>
              <a:blipFill>
                <a:blip r:embed="rId18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EB9E6639-0F4F-A4A2-FF3B-5BDBEEA0B95A}"/>
                  </a:ext>
                </a:extLst>
              </p:cNvPr>
              <p:cNvSpPr txBox="1"/>
              <p:nvPr/>
            </p:nvSpPr>
            <p:spPr>
              <a:xfrm>
                <a:off x="8285315" y="4856899"/>
                <a:ext cx="358255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m</m:t>
                          </m:r>
                        </m:sup>
                      </m:sSubSup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m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w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31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m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en-US" i="0">
                          <a:latin typeface="Cambria Math" panose="02040503050406030204" pitchFamily="18" charset="0"/>
                        </a:rPr>
                        <m:t>∇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m</m:t>
                          </m:r>
                        </m:sup>
                      </m:sSubSup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32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m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en-US" i="0">
                          <a:latin typeface="Cambria Math" panose="02040503050406030204" pitchFamily="18" charset="0"/>
                        </a:rPr>
                        <m:t>∇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m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EB9E6639-0F4F-A4A2-FF3B-5BDBEEA0B9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5315" y="4856899"/>
                <a:ext cx="3582559" cy="369332"/>
              </a:xfrm>
              <a:prstGeom prst="rect">
                <a:avLst/>
              </a:prstGeom>
              <a:blipFill>
                <a:blip r:embed="rId19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222BD09F-D9AE-A4AD-F00F-781E05A1768A}"/>
              </a:ext>
            </a:extLst>
          </p:cNvPr>
          <p:cNvSpPr txBox="1"/>
          <p:nvPr/>
        </p:nvSpPr>
        <p:spPr>
          <a:xfrm>
            <a:off x="9702800" y="1018933"/>
            <a:ext cx="248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two cations, one anion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C9CC379-E9E7-CB25-E349-4FFC57B2B80C}"/>
                  </a:ext>
                </a:extLst>
              </p:cNvPr>
              <p:cNvSpPr txBox="1"/>
              <p:nvPr/>
            </p:nvSpPr>
            <p:spPr>
              <a:xfrm>
                <a:off x="2808411" y="5486258"/>
                <a:ext cx="3444240" cy="787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</m:e>
                                <m:sub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</m:sup>
                      </m:sSubSup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</m:e>
                                <m:sub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sup>
                      </m:sSubSup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c</m:t>
                                      </m:r>
                                    </m:e>
                                    <m:sub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m</m:t>
                                      </m:r>
                                    </m:sup>
                                  </m:sSubSup>
                                </m:num>
                                <m:den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c</m:t>
                                      </m:r>
                                    </m:e>
                                    <m:sub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s</m:t>
                                      </m:r>
                                    </m:sup>
                                  </m:sSubSup>
                                </m:den>
                              </m:f>
                            </m:e>
                          </m:d>
                        </m:e>
                        <m:sup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</m:e>
                                <m:sub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</m:sup>
                      </m:sSup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c</m:t>
                                      </m:r>
                                    </m:e>
                                    <m:sub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m</m:t>
                                      </m:r>
                                    </m:sup>
                                  </m:sSubSup>
                                </m:num>
                                <m:den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c</m:t>
                                      </m:r>
                                    </m:e>
                                    <m:sub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s</m:t>
                                      </m:r>
                                    </m:sup>
                                  </m:sSubSup>
                                </m:den>
                              </m:f>
                            </m:e>
                          </m:d>
                        </m:e>
                        <m:sup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</m:e>
                                <m:sub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C9CC379-E9E7-CB25-E349-4FFC57B2B8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8411" y="5486258"/>
                <a:ext cx="3444240" cy="787331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EC2925B-D4C7-6783-CD7B-0D0DA7FD2F08}"/>
                  </a:ext>
                </a:extLst>
              </p:cNvPr>
              <p:cNvSpPr txBox="1"/>
              <p:nvPr/>
            </p:nvSpPr>
            <p:spPr>
              <a:xfrm>
                <a:off x="6474462" y="5486258"/>
                <a:ext cx="3279138" cy="787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</m:e>
                                <m:sub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</m:sup>
                      </m:sSubSup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</m:e>
                                <m:sub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sup>
                      </m:sSubSup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c</m:t>
                                      </m:r>
                                    </m:e>
                                    <m:sub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m</m:t>
                                      </m:r>
                                    </m:sup>
                                  </m:sSubSup>
                                </m:num>
                                <m:den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c</m:t>
                                      </m:r>
                                    </m:e>
                                    <m:sub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s</m:t>
                                      </m:r>
                                    </m:sup>
                                  </m:sSubSup>
                                </m:den>
                              </m:f>
                            </m:e>
                          </m:d>
                        </m:e>
                        <m:sup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</m:e>
                                <m:sub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</m:sup>
                      </m:sSup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c</m:t>
                                      </m:r>
                                    </m:e>
                                    <m:sub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m</m:t>
                                      </m:r>
                                    </m:sup>
                                  </m:sSubSup>
                                </m:num>
                                <m:den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c</m:t>
                                      </m:r>
                                    </m:e>
                                    <m:sub>
                                      <m: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i="0">
                                          <a:latin typeface="Cambria Math" panose="02040503050406030204" pitchFamily="18" charset="0"/>
                                        </a:rPr>
                                        <m:t>s</m:t>
                                      </m:r>
                                    </m:sup>
                                  </m:sSubSup>
                                </m:den>
                              </m:f>
                            </m:e>
                          </m:d>
                        </m:e>
                        <m:sup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</m:e>
                                <m:sub>
                                  <m:r>
                                    <a:rPr lang="en-US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EC2925B-D4C7-6783-CD7B-0D0DA7FD2F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4462" y="5486258"/>
                <a:ext cx="3279138" cy="787331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267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39" grpId="0"/>
      <p:bldP spid="40" grpId="0"/>
      <p:bldP spid="41" grpId="0"/>
      <p:bldP spid="42" grpId="0"/>
      <p:bldP spid="43" grpId="0"/>
      <p:bldP spid="11" grpId="0"/>
      <p:bldP spid="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F1E70EE-B582-0DE1-76FC-AEC25EE1A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2">
            <a:extLst>
              <a:ext uri="{FF2B5EF4-FFF2-40B4-BE49-F238E27FC236}">
                <a16:creationId xmlns:a16="http://schemas.microsoft.com/office/drawing/2014/main" id="{4995D900-1D0B-592A-3F82-DDEB85B48C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67912" y="6535850"/>
            <a:ext cx="824089" cy="273124"/>
          </a:xfrm>
        </p:spPr>
        <p:txBody>
          <a:bodyPr/>
          <a:lstStyle/>
          <a:p>
            <a:r>
              <a:rPr lang="en-US" altLang="en-US" sz="16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E9FA4D-83B4-73BC-FF3B-56D71927989A}"/>
              </a:ext>
            </a:extLst>
          </p:cNvPr>
          <p:cNvSpPr/>
          <p:nvPr/>
        </p:nvSpPr>
        <p:spPr>
          <a:xfrm>
            <a:off x="9950450" y="103876"/>
            <a:ext cx="2049514" cy="6993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4454D7-AAE4-4F58-44F4-C5D719DC1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90229"/>
            <a:ext cx="11999965" cy="746337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 dirty="0">
                <a:ea typeface="+mj-ea"/>
              </a:rPr>
              <a:t>Full equations</a:t>
            </a:r>
            <a:endParaRPr lang="en-US" sz="3600" dirty="0">
              <a:ea typeface="+mj-ea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04DF2A8-1B6C-DCFA-C752-3ADEF2FF2FC9}"/>
              </a:ext>
            </a:extLst>
          </p:cNvPr>
          <p:cNvGrpSpPr/>
          <p:nvPr/>
        </p:nvGrpSpPr>
        <p:grpSpPr>
          <a:xfrm>
            <a:off x="4638" y="3810000"/>
            <a:ext cx="2819400" cy="685800"/>
            <a:chOff x="152400" y="3000408"/>
            <a:chExt cx="2819400" cy="685800"/>
          </a:xfrm>
        </p:grpSpPr>
        <p:pic>
          <p:nvPicPr>
            <p:cNvPr id="15" name="Graphic 14" descr="Badge outline">
              <a:extLst>
                <a:ext uri="{FF2B5EF4-FFF2-40B4-BE49-F238E27FC236}">
                  <a16:creationId xmlns:a16="http://schemas.microsoft.com/office/drawing/2014/main" id="{C27AEE87-0E51-F24B-A486-D200A5C5E5F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52400" y="3000408"/>
              <a:ext cx="685800" cy="685800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FAEB9D9-B742-6C49-9D86-243FC0D553A2}"/>
                </a:ext>
              </a:extLst>
            </p:cNvPr>
            <p:cNvSpPr txBox="1"/>
            <p:nvPr/>
          </p:nvSpPr>
          <p:spPr>
            <a:xfrm>
              <a:off x="762000" y="3112475"/>
              <a:ext cx="2209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Boundary Layer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E559637-7032-E02F-1386-6AEA71A3BE37}"/>
                  </a:ext>
                </a:extLst>
              </p:cNvPr>
              <p:cNvSpPr txBox="1"/>
              <p:nvPr/>
            </p:nvSpPr>
            <p:spPr>
              <a:xfrm>
                <a:off x="345219" y="1656623"/>
                <a:ext cx="11501562" cy="6491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a:rPr lang="en-US" sz="14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400" i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r>
                        <a:rPr lang="en-US" sz="1400" i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1400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sz="14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400" i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i="0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 i="0">
                              <a:latin typeface="Cambria Math" panose="02040503050406030204" pitchFamily="18" charset="0"/>
                            </a:rPr>
                            <m:t>w</m:t>
                          </m:r>
                        </m:sub>
                      </m:sSub>
                      <m:r>
                        <a:rPr lang="en-US" sz="14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1400" i="0">
                          <a:latin typeface="Cambria Math" panose="02040503050406030204" pitchFamily="18" charset="0"/>
                        </a:rPr>
                        <m:t>∇</m:t>
                      </m:r>
                      <m:sSubSup>
                        <m:sSub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1400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sz="14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400" i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400" i="0">
                                              <a:latin typeface="Cambria Math" panose="02040503050406030204" pitchFamily="18" charset="0"/>
                                            </a:rPr>
                                            <m:t>z</m:t>
                                          </m:r>
                                        </m:e>
                                        <m:sub>
                                          <m:r>
                                            <a:rPr lang="en-US" sz="1400" i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p>
                              </m:sSubSup>
                              <m:r>
                                <a:rPr lang="en-US" sz="14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</m:e>
                                    <m:sub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d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p>
                              </m:sSubSup>
                              <m:r>
                                <a:rPr lang="en-US" sz="14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400" i="0">
                                              <a:latin typeface="Cambria Math" panose="02040503050406030204" pitchFamily="18" charset="0"/>
                                            </a:rPr>
                                            <m:t>z</m:t>
                                          </m:r>
                                        </m:e>
                                        <m:sub>
                                          <m:r>
                                            <a:rPr lang="en-US" sz="1400" i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sSubSup>
                                    <m:sSubSup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s</m:t>
                                      </m:r>
                                    </m:sup>
                                  </m:sSubSup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p>
                              </m:sSubSup>
                              <m:r>
                                <a:rPr lang="en-US" sz="14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</m:e>
                                    <m:sub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d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p>
                              </m:sSubSup>
                            </m:num>
                            <m:den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1400" i="0">
                                                  <a:latin typeface="Cambria Math" panose="02040503050406030204" pitchFamily="18" charset="0"/>
                                                </a:rPr>
                                                <m:t>z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400" i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sSubSup>
                                    <m:sSubSup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s</m:t>
                                      </m:r>
                                    </m:sup>
                                  </m:sSubSup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400" i="0">
                                              <a:latin typeface="Cambria Math" panose="02040503050406030204" pitchFamily="18" charset="0"/>
                                            </a:rPr>
                                            <m:t>z</m:t>
                                          </m:r>
                                        </m:e>
                                        <m:sub>
                                          <m:r>
                                            <a:rPr lang="en-US" sz="1400" i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d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  <m:sub>
                                          <m:r>
                                            <a:rPr lang="en-US" sz="1400" i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</m:d>
                                  <m:sSubSup>
                                    <m:sSubSup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s</m:t>
                                      </m:r>
                                    </m:sup>
                                  </m:sSubSup>
                                </m:e>
                              </m:d>
                              <m:r>
                                <a:rPr lang="en-US" sz="14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1400" i="0">
                                                  <a:latin typeface="Cambria Math" panose="02040503050406030204" pitchFamily="18" charset="0"/>
                                                </a:rPr>
                                                <m:t>z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400" i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sSubSup>
                                    <m:sSubSup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s</m:t>
                                      </m:r>
                                    </m:sup>
                                  </m:sSubSup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400" i="0">
                                              <a:latin typeface="Cambria Math" panose="02040503050406030204" pitchFamily="18" charset="0"/>
                                            </a:rPr>
                                            <m:t>z</m:t>
                                          </m:r>
                                        </m:e>
                                        <m:sub>
                                          <m:r>
                                            <a:rPr lang="en-US" sz="1400" i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d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  <m:sub>
                                          <m:r>
                                            <a:rPr lang="en-US" sz="1400" i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</m:d>
                                  <m:sSubSup>
                                    <m:sSubSup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s</m:t>
                                      </m:r>
                                    </m:sup>
                                  </m:sSubSup>
                                </m:e>
                              </m:d>
                            </m:den>
                          </m:f>
                        </m:e>
                      </m:d>
                      <m:r>
                        <a:rPr lang="en-US" sz="14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1400" i="0">
                          <a:latin typeface="Cambria Math" panose="02040503050406030204" pitchFamily="18" charset="0"/>
                        </a:rPr>
                        <m:t>∇</m:t>
                      </m:r>
                      <m:sSubSup>
                        <m:sSub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1400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sz="14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400" i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</m:e>
                                    <m:sub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p>
                              </m:sSubSup>
                              <m:r>
                                <a:rPr lang="en-US" sz="14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</m:e>
                                    <m:sub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p>
                              </m:sSubSup>
                            </m:num>
                            <m:den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1400" i="0">
                                                  <a:latin typeface="Cambria Math" panose="02040503050406030204" pitchFamily="18" charset="0"/>
                                                </a:rPr>
                                                <m:t>z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400" i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sSubSup>
                                    <m:sSubSup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s</m:t>
                                      </m:r>
                                    </m:sup>
                                  </m:sSubSup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400" i="0">
                                              <a:latin typeface="Cambria Math" panose="02040503050406030204" pitchFamily="18" charset="0"/>
                                            </a:rPr>
                                            <m:t>z</m:t>
                                          </m:r>
                                        </m:e>
                                        <m:sub>
                                          <m:r>
                                            <a:rPr lang="en-US" sz="1400" i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d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  <m:sub>
                                          <m:r>
                                            <a:rPr lang="en-US" sz="1400" i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</m:d>
                                  <m:sSubSup>
                                    <m:sSubSup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s</m:t>
                                      </m:r>
                                    </m:sup>
                                  </m:sSubSup>
                                </m:e>
                              </m:d>
                              <m:r>
                                <a:rPr lang="en-US" sz="14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1400" i="0">
                                                  <a:latin typeface="Cambria Math" panose="02040503050406030204" pitchFamily="18" charset="0"/>
                                                </a:rPr>
                                                <m:t>z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400" i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sSubSup>
                                    <m:sSubSup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s</m:t>
                                      </m:r>
                                    </m:sup>
                                  </m:sSubSup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400" i="0">
                                              <a:latin typeface="Cambria Math" panose="02040503050406030204" pitchFamily="18" charset="0"/>
                                            </a:rPr>
                                            <m:t>z</m:t>
                                          </m:r>
                                        </m:e>
                                        <m:sub>
                                          <m:r>
                                            <a:rPr lang="en-US" sz="1400" i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d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  <m:sub>
                                          <m:r>
                                            <a:rPr lang="en-US" sz="1400" i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</m:d>
                                  <m:sSubSup>
                                    <m:sSubSup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s</m:t>
                                      </m:r>
                                    </m:sup>
                                  </m:sSubSup>
                                </m:e>
                              </m:d>
                            </m:den>
                          </m:f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E559637-7032-E02F-1386-6AEA71A3BE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219" y="1656623"/>
                <a:ext cx="11501562" cy="64915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220F883-D8D3-BA3F-5BB8-EFAB6890ABC3}"/>
                  </a:ext>
                </a:extLst>
              </p:cNvPr>
              <p:cNvSpPr txBox="1"/>
              <p:nvPr/>
            </p:nvSpPr>
            <p:spPr>
              <a:xfrm>
                <a:off x="134118" y="2362200"/>
                <a:ext cx="11923764" cy="6491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a:rPr lang="en-US" sz="14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400" i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r>
                        <a:rPr lang="en-US" sz="1400" i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1400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sz="14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400" i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i="0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 i="0">
                              <a:latin typeface="Cambria Math" panose="02040503050406030204" pitchFamily="18" charset="0"/>
                            </a:rPr>
                            <m:t>w</m:t>
                          </m:r>
                        </m:sub>
                      </m:sSub>
                      <m:r>
                        <a:rPr lang="en-US" sz="14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1400" i="0">
                          <a:latin typeface="Cambria Math" panose="02040503050406030204" pitchFamily="18" charset="0"/>
                        </a:rPr>
                        <m:t>∇</m:t>
                      </m:r>
                      <m:sSubSup>
                        <m:sSub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1400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sz="14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400" i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</m:e>
                                    <m:sub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p>
                              </m:sSubSup>
                              <m:r>
                                <a:rPr lang="en-US" sz="14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</m:e>
                                    <m:sub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p>
                              </m:sSubSup>
                            </m:num>
                            <m:den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1400" i="0">
                                                  <a:latin typeface="Cambria Math" panose="02040503050406030204" pitchFamily="18" charset="0"/>
                                                </a:rPr>
                                                <m:t>z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400" i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sSubSup>
                                    <m:sSubSup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s</m:t>
                                      </m:r>
                                    </m:sup>
                                  </m:sSubSup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400" i="0">
                                              <a:latin typeface="Cambria Math" panose="02040503050406030204" pitchFamily="18" charset="0"/>
                                            </a:rPr>
                                            <m:t>z</m:t>
                                          </m:r>
                                        </m:e>
                                        <m:sub>
                                          <m:r>
                                            <a:rPr lang="en-US" sz="1400" i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d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  <m:sub>
                                          <m:r>
                                            <a:rPr lang="en-US" sz="1400" i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</m:d>
                                  <m:sSubSup>
                                    <m:sSubSup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s</m:t>
                                      </m:r>
                                    </m:sup>
                                  </m:sSubSup>
                                </m:e>
                              </m:d>
                              <m:r>
                                <a:rPr lang="en-US" sz="14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1400" i="0">
                                                  <a:latin typeface="Cambria Math" panose="02040503050406030204" pitchFamily="18" charset="0"/>
                                                </a:rPr>
                                                <m:t>z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400" i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sSubSup>
                                    <m:sSubSup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s</m:t>
                                      </m:r>
                                    </m:sup>
                                  </m:sSubSup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400" i="0">
                                              <a:latin typeface="Cambria Math" panose="02040503050406030204" pitchFamily="18" charset="0"/>
                                            </a:rPr>
                                            <m:t>z</m:t>
                                          </m:r>
                                        </m:e>
                                        <m:sub>
                                          <m:r>
                                            <a:rPr lang="en-US" sz="1400" i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d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  <m:sub>
                                          <m:r>
                                            <a:rPr lang="en-US" sz="1400" i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</m:d>
                                  <m:sSubSup>
                                    <m:sSubSup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s</m:t>
                                      </m:r>
                                    </m:sup>
                                  </m:sSubSup>
                                </m:e>
                              </m:d>
                            </m:den>
                          </m:f>
                        </m:e>
                      </m:d>
                      <m:r>
                        <a:rPr lang="en-US" sz="14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1400" i="0">
                          <a:latin typeface="Cambria Math" panose="02040503050406030204" pitchFamily="18" charset="0"/>
                        </a:rPr>
                        <m:t>∇</m:t>
                      </m:r>
                      <m:sSubSup>
                        <m:sSub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1400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sz="14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400" i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400" i="0">
                                              <a:latin typeface="Cambria Math" panose="02040503050406030204" pitchFamily="18" charset="0"/>
                                            </a:rPr>
                                            <m:t>z</m:t>
                                          </m:r>
                                        </m:e>
                                        <m:sub>
                                          <m:r>
                                            <a:rPr lang="en-US" sz="1400" i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p>
                              </m:sSubSup>
                              <m:r>
                                <a:rPr lang="en-US" sz="14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</m:e>
                                    <m:sub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d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p>
                              </m:sSubSup>
                              <m:r>
                                <a:rPr lang="en-US" sz="14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400" i="0">
                                              <a:latin typeface="Cambria Math" panose="02040503050406030204" pitchFamily="18" charset="0"/>
                                            </a:rPr>
                                            <m:t>z</m:t>
                                          </m:r>
                                        </m:e>
                                        <m:sub>
                                          <m:r>
                                            <a:rPr lang="en-US" sz="1400" i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sSubSup>
                                    <m:sSubSup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s</m:t>
                                      </m:r>
                                    </m:sup>
                                  </m:sSubSup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p>
                              </m:sSubSup>
                              <m:r>
                                <a:rPr lang="en-US" sz="14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</m:e>
                                    <m:sub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d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p>
                              </m:sSubSup>
                            </m:num>
                            <m:den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1400" i="0">
                                                  <a:latin typeface="Cambria Math" panose="02040503050406030204" pitchFamily="18" charset="0"/>
                                                </a:rPr>
                                                <m:t>z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400" i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sSubSup>
                                    <m:sSubSup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s</m:t>
                                      </m:r>
                                    </m:sup>
                                  </m:sSubSup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400" i="0">
                                              <a:latin typeface="Cambria Math" panose="02040503050406030204" pitchFamily="18" charset="0"/>
                                            </a:rPr>
                                            <m:t>z</m:t>
                                          </m:r>
                                        </m:e>
                                        <m:sub>
                                          <m:r>
                                            <a:rPr lang="en-US" sz="1400" i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d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  <m:sub>
                                          <m:r>
                                            <a:rPr lang="en-US" sz="1400" i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</m:d>
                                  <m:sSubSup>
                                    <m:sSubSup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s</m:t>
                                      </m:r>
                                    </m:sup>
                                  </m:sSubSup>
                                </m:e>
                              </m:d>
                              <m:r>
                                <a:rPr lang="en-US" sz="14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1400" i="0">
                                                  <a:latin typeface="Cambria Math" panose="02040503050406030204" pitchFamily="18" charset="0"/>
                                                </a:rPr>
                                                <m:t>z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400" i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sSubSup>
                                    <m:sSubSup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s</m:t>
                                      </m:r>
                                    </m:sup>
                                  </m:sSubSup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400" i="0">
                                              <a:latin typeface="Cambria Math" panose="02040503050406030204" pitchFamily="18" charset="0"/>
                                            </a:rPr>
                                            <m:t>z</m:t>
                                          </m:r>
                                        </m:e>
                                        <m:sub>
                                          <m:r>
                                            <a:rPr lang="en-US" sz="1400" i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d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  <m:sub>
                                          <m:r>
                                            <a:rPr lang="en-US" sz="1400" i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</m:d>
                                  <m:sSubSup>
                                    <m:sSubSup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1400" i="0">
                                          <a:latin typeface="Cambria Math" panose="02040503050406030204" pitchFamily="18" charset="0"/>
                                        </a:rPr>
                                        <m:t>s</m:t>
                                      </m:r>
                                    </m:sup>
                                  </m:sSubSup>
                                </m:e>
                              </m:d>
                            </m:den>
                          </m:f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220F883-D8D3-BA3F-5BB8-EFAB6890AB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118" y="2362200"/>
                <a:ext cx="11923764" cy="64915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FB8125D-9FA7-F0DA-070C-1E0931DC38D4}"/>
                  </a:ext>
                </a:extLst>
              </p:cNvPr>
              <p:cNvSpPr txBox="1"/>
              <p:nvPr/>
            </p:nvSpPr>
            <p:spPr>
              <a:xfrm>
                <a:off x="5181600" y="3301500"/>
                <a:ext cx="2036196" cy="5451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a:rPr lang="en-US" sz="1400" i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400" i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r>
                        <a:rPr lang="en-US" sz="14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sSubSup>
                        <m:sSub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1400" i="0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a:rPr lang="en-US" sz="14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400" i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r>
                        <a:rPr lang="en-US" sz="1400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sSubSup>
                        <m:sSub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1400" i="0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a:rPr lang="en-US" sz="14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400" i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FB8125D-9FA7-F0DA-070C-1E0931DC3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1600" y="3301500"/>
                <a:ext cx="2036196" cy="54514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7B2722D-F60B-709F-6F0D-EA674CDA41C9}"/>
                  </a:ext>
                </a:extLst>
              </p:cNvPr>
              <p:cNvSpPr txBox="1"/>
              <p:nvPr/>
            </p:nvSpPr>
            <p:spPr>
              <a:xfrm>
                <a:off x="380337" y="4570287"/>
                <a:ext cx="4381500" cy="3988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w</m:t>
                          </m:r>
                        </m:sub>
                      </m:sSub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,1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w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i="0">
                          <a:latin typeface="Cambria Math" panose="02040503050406030204" pitchFamily="18" charset="0"/>
                        </a:rPr>
                        <m:t>∇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p>
                          </m:sSubSup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i="0">
                          <a:latin typeface="Cambria Math" panose="02040503050406030204" pitchFamily="18" charset="0"/>
                        </a:rPr>
                        <m:t>∇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7B2722D-F60B-709F-6F0D-EA674CDA41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337" y="4570287"/>
                <a:ext cx="4381500" cy="398827"/>
              </a:xfrm>
              <a:prstGeom prst="rect">
                <a:avLst/>
              </a:prstGeom>
              <a:blipFill>
                <a:blip r:embed="rId10"/>
                <a:stretch>
                  <a:fillRect b="-4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60DD13A-DC41-EEFD-1CB2-5DC059633CC1}"/>
                  </a:ext>
                </a:extLst>
              </p:cNvPr>
              <p:cNvSpPr txBox="1"/>
              <p:nvPr/>
            </p:nvSpPr>
            <p:spPr>
              <a:xfrm>
                <a:off x="403197" y="5272635"/>
                <a:ext cx="4295030" cy="3991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w</m:t>
                          </m:r>
                        </m:sub>
                      </m:sSub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,2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w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i="0">
                          <a:latin typeface="Cambria Math" panose="02040503050406030204" pitchFamily="18" charset="0"/>
                        </a:rPr>
                        <m:t>∇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p>
                          </m:sSubSup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i="0">
                          <a:latin typeface="Cambria Math" panose="02040503050406030204" pitchFamily="18" charset="0"/>
                        </a:rPr>
                        <m:t>∇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22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60DD13A-DC41-EEFD-1CB2-5DC059633C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197" y="5272635"/>
                <a:ext cx="4295030" cy="399148"/>
              </a:xfrm>
              <a:prstGeom prst="rect">
                <a:avLst/>
              </a:prstGeom>
              <a:blipFill>
                <a:blip r:embed="rId11"/>
                <a:stretch>
                  <a:fillRect b="-4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9DB6E7B-CD6E-1F37-84E8-278A325D7FE1}"/>
                  </a:ext>
                </a:extLst>
              </p:cNvPr>
              <p:cNvSpPr txBox="1"/>
              <p:nvPr/>
            </p:nvSpPr>
            <p:spPr>
              <a:xfrm>
                <a:off x="380337" y="6054735"/>
                <a:ext cx="4295030" cy="3991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w</m:t>
                          </m:r>
                        </m:sub>
                      </m:sSub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,3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w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i="0">
                          <a:latin typeface="Cambria Math" panose="02040503050406030204" pitchFamily="18" charset="0"/>
                        </a:rPr>
                        <m:t>∇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31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p>
                          </m:sSubSup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i="0">
                          <a:latin typeface="Cambria Math" panose="02040503050406030204" pitchFamily="18" charset="0"/>
                        </a:rPr>
                        <m:t>∇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s</m:t>
                          </m:r>
                        </m:sup>
                      </m:sSub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i="0">
                                  <a:latin typeface="Cambria Math" panose="02040503050406030204" pitchFamily="18" charset="0"/>
                                </a:rPr>
                                <m:t>32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9DB6E7B-CD6E-1F37-84E8-278A325D7F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337" y="6054735"/>
                <a:ext cx="4295030" cy="399148"/>
              </a:xfrm>
              <a:prstGeom prst="rect">
                <a:avLst/>
              </a:prstGeom>
              <a:blipFill>
                <a:blip r:embed="rId12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0DC5918E-BB92-5E90-1499-514649E12C95}"/>
              </a:ext>
            </a:extLst>
          </p:cNvPr>
          <p:cNvGrpSpPr/>
          <p:nvPr/>
        </p:nvGrpSpPr>
        <p:grpSpPr>
          <a:xfrm>
            <a:off x="76200" y="1065983"/>
            <a:ext cx="2590800" cy="692182"/>
            <a:chOff x="76200" y="1065983"/>
            <a:chExt cx="2590800" cy="692182"/>
          </a:xfrm>
        </p:grpSpPr>
        <p:pic>
          <p:nvPicPr>
            <p:cNvPr id="5" name="Graphic 4" descr="Badge 1 outline">
              <a:extLst>
                <a:ext uri="{FF2B5EF4-FFF2-40B4-BE49-F238E27FC236}">
                  <a16:creationId xmlns:a16="http://schemas.microsoft.com/office/drawing/2014/main" id="{ECF42F00-16B9-EF3B-79B2-13A45B77F8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76200" y="1065983"/>
              <a:ext cx="685800" cy="68580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0F2D18D-32D5-DD1D-09E4-B00E9873BEAE}"/>
                </a:ext>
              </a:extLst>
            </p:cNvPr>
            <p:cNvSpPr txBox="1"/>
            <p:nvPr/>
          </p:nvSpPr>
          <p:spPr>
            <a:xfrm>
              <a:off x="1371600" y="1158214"/>
              <a:ext cx="1295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Bulk</a:t>
              </a:r>
            </a:p>
          </p:txBody>
        </p:sp>
        <p:pic>
          <p:nvPicPr>
            <p:cNvPr id="7" name="Graphic 6" descr="Badge 4 outline">
              <a:extLst>
                <a:ext uri="{FF2B5EF4-FFF2-40B4-BE49-F238E27FC236}">
                  <a16:creationId xmlns:a16="http://schemas.microsoft.com/office/drawing/2014/main" id="{6788D3B2-B9CD-50FD-D252-F8C738F6778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685800" y="1072365"/>
              <a:ext cx="685800" cy="6858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280373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DC59EC1-ECBD-CF4B-3B71-2833CF2D8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2">
            <a:extLst>
              <a:ext uri="{FF2B5EF4-FFF2-40B4-BE49-F238E27FC236}">
                <a16:creationId xmlns:a16="http://schemas.microsoft.com/office/drawing/2014/main" id="{38A8CFAB-162B-9A30-FEAC-8CF265AAAE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67912" y="6535850"/>
            <a:ext cx="824089" cy="273124"/>
          </a:xfrm>
        </p:spPr>
        <p:txBody>
          <a:bodyPr/>
          <a:lstStyle/>
          <a:p>
            <a:r>
              <a:rPr lang="en-US" altLang="en-US" sz="16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607A31-241B-FB02-ADB0-81A6481162F9}"/>
              </a:ext>
            </a:extLst>
          </p:cNvPr>
          <p:cNvSpPr/>
          <p:nvPr/>
        </p:nvSpPr>
        <p:spPr>
          <a:xfrm>
            <a:off x="9950450" y="103876"/>
            <a:ext cx="2049514" cy="6993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ABAAC4-5CFB-BDDD-F966-C0DDFF5A9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90229"/>
            <a:ext cx="11999965" cy="746337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 dirty="0">
                <a:ea typeface="+mj-ea"/>
              </a:rPr>
              <a:t>Full equations</a:t>
            </a:r>
            <a:endParaRPr lang="en-US" sz="3600" dirty="0">
              <a:ea typeface="+mj-ea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13632E9-9B04-7065-4BB2-E3DB0A875364}"/>
              </a:ext>
            </a:extLst>
          </p:cNvPr>
          <p:cNvGrpSpPr/>
          <p:nvPr/>
        </p:nvGrpSpPr>
        <p:grpSpPr>
          <a:xfrm>
            <a:off x="31143" y="978871"/>
            <a:ext cx="2286000" cy="685800"/>
            <a:chOff x="3886200" y="4419600"/>
            <a:chExt cx="2286000" cy="685800"/>
          </a:xfrm>
        </p:grpSpPr>
        <p:pic>
          <p:nvPicPr>
            <p:cNvPr id="18" name="Graphic 17" descr="Badge 3 outline">
              <a:extLst>
                <a:ext uri="{FF2B5EF4-FFF2-40B4-BE49-F238E27FC236}">
                  <a16:creationId xmlns:a16="http://schemas.microsoft.com/office/drawing/2014/main" id="{FC3D47B8-E1D2-F0F5-93A4-002815F319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886200" y="4419600"/>
              <a:ext cx="685800" cy="685800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5E44C29-CA63-183B-0F16-858ECF7C4FC1}"/>
                </a:ext>
              </a:extLst>
            </p:cNvPr>
            <p:cNvSpPr txBox="1"/>
            <p:nvPr/>
          </p:nvSpPr>
          <p:spPr>
            <a:xfrm>
              <a:off x="4501515" y="4531667"/>
              <a:ext cx="167068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Membrane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0E5AD82-3A44-8E1F-531B-42D5F0D41758}"/>
                  </a:ext>
                </a:extLst>
              </p:cNvPr>
              <p:cNvSpPr txBox="1"/>
              <p:nvPr/>
            </p:nvSpPr>
            <p:spPr>
              <a:xfrm>
                <a:off x="4953000" y="3124200"/>
                <a:ext cx="3030109" cy="5451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a:rPr lang="en-US" sz="1400" i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400" i="0">
                              <a:latin typeface="Cambria Math" panose="02040503050406030204" pitchFamily="18" charset="0"/>
                            </a:rPr>
                            <m:t>m</m:t>
                          </m:r>
                        </m:sup>
                      </m:sSubSup>
                      <m:r>
                        <a:rPr lang="en-US" sz="14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</m:e>
                                <m:sub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</m:e>
                                <m:sub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sSubSup>
                        <m:sSub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1400" i="0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a:rPr lang="en-US" sz="14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400" i="0">
                              <a:latin typeface="Cambria Math" panose="02040503050406030204" pitchFamily="18" charset="0"/>
                            </a:rPr>
                            <m:t>m</m:t>
                          </m:r>
                        </m:sup>
                      </m:sSubSup>
                      <m:r>
                        <a:rPr lang="en-US" sz="1400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</m:e>
                                <m:sub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</m:e>
                                <m:sub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sSubSup>
                        <m:sSub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1400" i="0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a:rPr lang="en-US" sz="14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400" i="0">
                              <a:latin typeface="Cambria Math" panose="02040503050406030204" pitchFamily="18" charset="0"/>
                            </a:rPr>
                            <m:t>m</m:t>
                          </m:r>
                        </m:sup>
                      </m:sSubSup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0E5AD82-3A44-8E1F-531B-42D5F0D41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0" y="3124200"/>
                <a:ext cx="3030109" cy="54514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6997622-F632-FDC2-887B-E99203C65F59}"/>
                  </a:ext>
                </a:extLst>
              </p:cNvPr>
              <p:cNvSpPr txBox="1"/>
              <p:nvPr/>
            </p:nvSpPr>
            <p:spPr>
              <a:xfrm>
                <a:off x="-1295400" y="1673693"/>
                <a:ext cx="15087600" cy="430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85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850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a:rPr lang="en-US" sz="85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850" i="0">
                              <a:latin typeface="Cambria Math" panose="02040503050406030204" pitchFamily="18" charset="0"/>
                            </a:rPr>
                            <m:t>m</m:t>
                          </m:r>
                        </m:sup>
                      </m:sSubSup>
                      <m:r>
                        <a:rPr lang="en-US" sz="850" i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85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850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sz="85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850" i="0">
                              <a:latin typeface="Cambria Math" panose="02040503050406030204" pitchFamily="18" charset="0"/>
                            </a:rPr>
                            <m:t>m</m:t>
                          </m:r>
                        </m:sup>
                      </m:sSubSup>
                      <m:sSub>
                        <m:sSubPr>
                          <m:ctrlPr>
                            <a:rPr lang="en-US" sz="8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850" i="0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850" i="0">
                              <a:latin typeface="Cambria Math" panose="02040503050406030204" pitchFamily="18" charset="0"/>
                            </a:rPr>
                            <m:t>w</m:t>
                          </m:r>
                        </m:sub>
                      </m:sSub>
                      <m:d>
                        <m:dPr>
                          <m:ctrlPr>
                            <a:rPr lang="en-US" sz="85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50" i="0"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US" sz="85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</m:e>
                                    <m:sub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r>
                                <m:rPr>
                                  <m:sty m:val="p"/>
                                </m:rPr>
                                <a:rPr lang="en-US" sz="850" i="0">
                                  <a:latin typeface="Cambria Math" panose="02040503050406030204" pitchFamily="18" charset="0"/>
                                </a:rPr>
                                <m:t>χ</m:t>
                              </m:r>
                            </m:num>
                            <m:den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sz="85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85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850" i="0">
                                                  <a:latin typeface="Cambria Math" panose="02040503050406030204" pitchFamily="18" charset="0"/>
                                                </a:rPr>
                                                <m:t>z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850" i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sSubSup>
                                    <m:sSubSup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m</m:t>
                                      </m:r>
                                    </m:sup>
                                  </m:sSubSup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85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850" i="0">
                                              <a:latin typeface="Cambria Math" panose="02040503050406030204" pitchFamily="18" charset="0"/>
                                            </a:rPr>
                                            <m:t>z</m:t>
                                          </m:r>
                                        </m:e>
                                        <m:sub>
                                          <m:r>
                                            <a:rPr lang="en-US" sz="850" i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d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85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850" i="0">
                                              <a:latin typeface="Cambria Math" panose="02040503050406030204" pitchFamily="18" charset="0"/>
                                            </a:rPr>
                                            <m:t>z</m:t>
                                          </m:r>
                                        </m:e>
                                        <m:sub>
                                          <m:r>
                                            <a:rPr lang="en-US" sz="850" i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</m:d>
                                  <m:sSubSup>
                                    <m:sSubSup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m</m:t>
                                      </m:r>
                                    </m:sup>
                                  </m:sSubSup>
                                </m:e>
                              </m:d>
                              <m:r>
                                <a:rPr lang="en-US" sz="85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sz="85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85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850" i="0">
                                                  <a:latin typeface="Cambria Math" panose="02040503050406030204" pitchFamily="18" charset="0"/>
                                                </a:rPr>
                                                <m:t>z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850" i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sSubSup>
                                    <m:sSubSup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m</m:t>
                                      </m:r>
                                    </m:sup>
                                  </m:sSubSup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85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850" i="0">
                                              <a:latin typeface="Cambria Math" panose="02040503050406030204" pitchFamily="18" charset="0"/>
                                            </a:rPr>
                                            <m:t>z</m:t>
                                          </m:r>
                                        </m:e>
                                        <m:sub>
                                          <m:r>
                                            <a:rPr lang="en-US" sz="850" i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d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85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850" i="0">
                                              <a:latin typeface="Cambria Math" panose="02040503050406030204" pitchFamily="18" charset="0"/>
                                            </a:rPr>
                                            <m:t>z</m:t>
                                          </m:r>
                                        </m:e>
                                        <m:sub>
                                          <m:r>
                                            <a:rPr lang="en-US" sz="850" i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</m:d>
                                  <m:sSubSup>
                                    <m:sSubSup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m</m:t>
                                      </m:r>
                                    </m:sup>
                                  </m:sSubSup>
                                </m:e>
                              </m:d>
                              <m:r>
                                <a:rPr lang="en-US" sz="85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</m:e>
                                    <m:sub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d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r>
                                <m:rPr>
                                  <m:sty m:val="p"/>
                                </m:rPr>
                                <a:rPr lang="en-US" sz="850" i="0">
                                  <a:latin typeface="Cambria Math" panose="02040503050406030204" pitchFamily="18" charset="0"/>
                                </a:rPr>
                                <m:t>χ</m:t>
                              </m:r>
                            </m:den>
                          </m:f>
                        </m:e>
                      </m:d>
                      <m:r>
                        <a:rPr lang="en-US" sz="850" i="0">
                          <a:latin typeface="Cambria Math" panose="02040503050406030204" pitchFamily="18" charset="0"/>
                        </a:rPr>
                        <m:t> +</m:t>
                      </m:r>
                      <m:r>
                        <m:rPr>
                          <m:sty m:val="p"/>
                        </m:rPr>
                        <a:rPr lang="en-US" sz="850" i="0">
                          <a:latin typeface="Cambria Math" panose="02040503050406030204" pitchFamily="18" charset="0"/>
                        </a:rPr>
                        <m:t>∇</m:t>
                      </m:r>
                      <m:sSubSup>
                        <m:sSubSupPr>
                          <m:ctrlPr>
                            <a:rPr lang="en-US" sz="85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850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sz="85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850" i="0">
                              <a:latin typeface="Cambria Math" panose="02040503050406030204" pitchFamily="18" charset="0"/>
                            </a:rPr>
                            <m:t>m</m:t>
                          </m:r>
                        </m:sup>
                      </m:sSubSup>
                      <m:d>
                        <m:dPr>
                          <m:ctrlPr>
                            <a:rPr lang="en-US" sz="85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85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85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850" i="0">
                                              <a:latin typeface="Cambria Math" panose="02040503050406030204" pitchFamily="18" charset="0"/>
                                            </a:rPr>
                                            <m:t>z</m:t>
                                          </m:r>
                                        </m:e>
                                        <m:sub>
                                          <m:r>
                                            <a:rPr lang="en-US" sz="850" i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r>
                                <a:rPr lang="en-US" sz="85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</m:e>
                                    <m:sub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</m:e>
                                    <m:sub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d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sSubSup>
                                    <m:sSubSup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m</m:t>
                                      </m:r>
                                    </m:sup>
                                  </m:sSub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r>
                                <a:rPr lang="en-US" sz="85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85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850" i="0">
                                              <a:latin typeface="Cambria Math" panose="02040503050406030204" pitchFamily="18" charset="0"/>
                                            </a:rPr>
                                            <m:t>z</m:t>
                                          </m:r>
                                        </m:e>
                                        <m:sub>
                                          <m:r>
                                            <a:rPr lang="en-US" sz="850" i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r>
                                <a:rPr lang="en-US" sz="85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</m:e>
                                    <m:sub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</m:e>
                                    <m:sub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d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r>
                                <a:rPr lang="en-US" sz="85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</m:e>
                                    <m:sub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d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r>
                                <m:rPr>
                                  <m:sty m:val="p"/>
                                </m:rPr>
                                <a:rPr lang="en-US" sz="850" i="0">
                                  <a:latin typeface="Cambria Math" panose="02040503050406030204" pitchFamily="18" charset="0"/>
                                </a:rPr>
                                <m:t>χ</m:t>
                              </m:r>
                            </m:num>
                            <m:den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sz="85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85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850" i="0">
                                                  <a:latin typeface="Cambria Math" panose="02040503050406030204" pitchFamily="18" charset="0"/>
                                                </a:rPr>
                                                <m:t>z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850" i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sSubSup>
                                    <m:sSubSup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m</m:t>
                                      </m:r>
                                    </m:sup>
                                  </m:sSubSup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85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850" i="0">
                                              <a:latin typeface="Cambria Math" panose="02040503050406030204" pitchFamily="18" charset="0"/>
                                            </a:rPr>
                                            <m:t>z</m:t>
                                          </m:r>
                                        </m:e>
                                        <m:sub>
                                          <m:r>
                                            <a:rPr lang="en-US" sz="850" i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d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85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850" i="0">
                                              <a:latin typeface="Cambria Math" panose="02040503050406030204" pitchFamily="18" charset="0"/>
                                            </a:rPr>
                                            <m:t>z</m:t>
                                          </m:r>
                                        </m:e>
                                        <m:sub>
                                          <m:r>
                                            <a:rPr lang="en-US" sz="850" i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</m:d>
                                  <m:sSubSup>
                                    <m:sSubSup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m</m:t>
                                      </m:r>
                                    </m:sup>
                                  </m:sSubSup>
                                </m:e>
                              </m:d>
                              <m:r>
                                <a:rPr lang="en-US" sz="85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sz="85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85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850" i="0">
                                                  <a:latin typeface="Cambria Math" panose="02040503050406030204" pitchFamily="18" charset="0"/>
                                                </a:rPr>
                                                <m:t>z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850" i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sSubSup>
                                    <m:sSubSup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m</m:t>
                                      </m:r>
                                    </m:sup>
                                  </m:sSubSup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85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850" i="0">
                                              <a:latin typeface="Cambria Math" panose="02040503050406030204" pitchFamily="18" charset="0"/>
                                            </a:rPr>
                                            <m:t>z</m:t>
                                          </m:r>
                                        </m:e>
                                        <m:sub>
                                          <m:r>
                                            <a:rPr lang="en-US" sz="850" i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d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85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850" i="0">
                                              <a:latin typeface="Cambria Math" panose="02040503050406030204" pitchFamily="18" charset="0"/>
                                            </a:rPr>
                                            <m:t>z</m:t>
                                          </m:r>
                                        </m:e>
                                        <m:sub>
                                          <m:r>
                                            <a:rPr lang="en-US" sz="850" i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</m:d>
                                  <m:sSubSup>
                                    <m:sSubSup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m</m:t>
                                      </m:r>
                                    </m:sup>
                                  </m:sSubSup>
                                </m:e>
                              </m:d>
                              <m:r>
                                <a:rPr lang="en-US" sz="85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</m:e>
                                    <m:sub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d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r>
                                <m:rPr>
                                  <m:sty m:val="p"/>
                                </m:rPr>
                                <a:rPr lang="en-US" sz="850" i="0">
                                  <a:latin typeface="Cambria Math" panose="02040503050406030204" pitchFamily="18" charset="0"/>
                                </a:rPr>
                                <m:t>χ</m:t>
                              </m:r>
                            </m:den>
                          </m:f>
                        </m:e>
                      </m:d>
                      <m:r>
                        <a:rPr lang="en-US" sz="85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850" i="0">
                          <a:latin typeface="Cambria Math" panose="02040503050406030204" pitchFamily="18" charset="0"/>
                        </a:rPr>
                        <m:t>∇</m:t>
                      </m:r>
                      <m:sSubSup>
                        <m:sSubSupPr>
                          <m:ctrlPr>
                            <a:rPr lang="en-US" sz="85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850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sz="85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850" i="0">
                              <a:latin typeface="Cambria Math" panose="02040503050406030204" pitchFamily="18" charset="0"/>
                            </a:rPr>
                            <m:t>m</m:t>
                          </m:r>
                        </m:sup>
                      </m:sSubSup>
                      <m:d>
                        <m:dPr>
                          <m:ctrlPr>
                            <a:rPr lang="en-US" sz="85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85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</m:e>
                                    <m:sub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</m:e>
                                    <m:sub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r>
                                <a:rPr lang="en-US" sz="85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</m:e>
                                    <m:sub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</m:e>
                                    <m:sub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</m:num>
                            <m:den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sz="85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85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850" i="0">
                                                  <a:latin typeface="Cambria Math" panose="02040503050406030204" pitchFamily="18" charset="0"/>
                                                </a:rPr>
                                                <m:t>z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850" i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sSubSup>
                                    <m:sSubSup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m</m:t>
                                      </m:r>
                                    </m:sup>
                                  </m:sSubSup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85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850" i="0">
                                              <a:latin typeface="Cambria Math" panose="02040503050406030204" pitchFamily="18" charset="0"/>
                                            </a:rPr>
                                            <m:t>z</m:t>
                                          </m:r>
                                        </m:e>
                                        <m:sub>
                                          <m:r>
                                            <a:rPr lang="en-US" sz="850" i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d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85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850" i="0">
                                              <a:latin typeface="Cambria Math" panose="02040503050406030204" pitchFamily="18" charset="0"/>
                                            </a:rPr>
                                            <m:t>z</m:t>
                                          </m:r>
                                        </m:e>
                                        <m:sub>
                                          <m:r>
                                            <a:rPr lang="en-US" sz="850" i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</m:d>
                                  <m:sSubSup>
                                    <m:sSubSup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m</m:t>
                                      </m:r>
                                    </m:sup>
                                  </m:sSubSup>
                                </m:e>
                              </m:d>
                              <m:r>
                                <a:rPr lang="en-US" sz="85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sz="85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85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850" i="0">
                                                  <a:latin typeface="Cambria Math" panose="02040503050406030204" pitchFamily="18" charset="0"/>
                                                </a:rPr>
                                                <m:t>z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850" i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sSubSup>
                                    <m:sSubSup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m</m:t>
                                      </m:r>
                                    </m:sup>
                                  </m:sSubSup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85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850" i="0">
                                              <a:latin typeface="Cambria Math" panose="02040503050406030204" pitchFamily="18" charset="0"/>
                                            </a:rPr>
                                            <m:t>z</m:t>
                                          </m:r>
                                        </m:e>
                                        <m:sub>
                                          <m:r>
                                            <a:rPr lang="en-US" sz="850" i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d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85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850" i="0">
                                              <a:latin typeface="Cambria Math" panose="02040503050406030204" pitchFamily="18" charset="0"/>
                                            </a:rPr>
                                            <m:t>z</m:t>
                                          </m:r>
                                        </m:e>
                                        <m:sub>
                                          <m:r>
                                            <a:rPr lang="en-US" sz="850" i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</m:d>
                                  <m:sSubSup>
                                    <m:sSubSup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m</m:t>
                                      </m:r>
                                    </m:sup>
                                  </m:sSubSup>
                                </m:e>
                              </m:d>
                              <m:r>
                                <a:rPr lang="en-US" sz="85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</m:e>
                                    <m:sub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d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r>
                                <m:rPr>
                                  <m:sty m:val="p"/>
                                </m:rPr>
                                <a:rPr lang="en-US" sz="850" i="0">
                                  <a:latin typeface="Cambria Math" panose="02040503050406030204" pitchFamily="18" charset="0"/>
                                </a:rPr>
                                <m:t>χ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85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6997622-F632-FDC2-887B-E99203C65F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295400" y="1673693"/>
                <a:ext cx="15087600" cy="43043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D03AB25-A785-9784-C82C-2E73BA027D2E}"/>
                  </a:ext>
                </a:extLst>
              </p:cNvPr>
              <p:cNvSpPr txBox="1"/>
              <p:nvPr/>
            </p:nvSpPr>
            <p:spPr>
              <a:xfrm>
                <a:off x="-114300" y="2388211"/>
                <a:ext cx="12725400" cy="430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85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850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a:rPr lang="en-US" sz="85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850" i="0">
                              <a:latin typeface="Cambria Math" panose="02040503050406030204" pitchFamily="18" charset="0"/>
                            </a:rPr>
                            <m:t>m</m:t>
                          </m:r>
                        </m:sup>
                      </m:sSubSup>
                      <m:r>
                        <a:rPr lang="en-US" sz="850" i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85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850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sz="85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850" i="0">
                              <a:latin typeface="Cambria Math" panose="02040503050406030204" pitchFamily="18" charset="0"/>
                            </a:rPr>
                            <m:t>m</m:t>
                          </m:r>
                        </m:sup>
                      </m:sSubSup>
                      <m:sSub>
                        <m:sSubPr>
                          <m:ctrlPr>
                            <a:rPr lang="en-US" sz="8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850" i="0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850" i="0">
                              <a:latin typeface="Cambria Math" panose="02040503050406030204" pitchFamily="18" charset="0"/>
                            </a:rPr>
                            <m:t>w</m:t>
                          </m:r>
                        </m:sub>
                      </m:sSub>
                      <m:d>
                        <m:dPr>
                          <m:ctrlPr>
                            <a:rPr lang="en-US" sz="85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50" i="0"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US" sz="85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</m:e>
                                    <m:sub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r>
                                <m:rPr>
                                  <m:sty m:val="p"/>
                                </m:rPr>
                                <a:rPr lang="en-US" sz="850" i="0">
                                  <a:latin typeface="Cambria Math" panose="02040503050406030204" pitchFamily="18" charset="0"/>
                                </a:rPr>
                                <m:t>χ</m:t>
                              </m:r>
                            </m:num>
                            <m:den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sz="85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85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850" i="0">
                                                  <a:latin typeface="Cambria Math" panose="02040503050406030204" pitchFamily="18" charset="0"/>
                                                </a:rPr>
                                                <m:t>z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850" i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sSubSup>
                                    <m:sSubSup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m</m:t>
                                      </m:r>
                                    </m:sup>
                                  </m:sSubSup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85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850" i="0">
                                              <a:latin typeface="Cambria Math" panose="02040503050406030204" pitchFamily="18" charset="0"/>
                                            </a:rPr>
                                            <m:t>z</m:t>
                                          </m:r>
                                        </m:e>
                                        <m:sub>
                                          <m:r>
                                            <a:rPr lang="en-US" sz="850" i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d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85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850" i="0">
                                              <a:latin typeface="Cambria Math" panose="02040503050406030204" pitchFamily="18" charset="0"/>
                                            </a:rPr>
                                            <m:t>z</m:t>
                                          </m:r>
                                        </m:e>
                                        <m:sub>
                                          <m:r>
                                            <a:rPr lang="en-US" sz="850" i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</m:d>
                                  <m:sSubSup>
                                    <m:sSubSup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m</m:t>
                                      </m:r>
                                    </m:sup>
                                  </m:sSubSup>
                                </m:e>
                              </m:d>
                              <m:r>
                                <a:rPr lang="en-US" sz="85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sz="85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85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sz="850" i="0">
                                                  <a:latin typeface="Cambria Math" panose="02040503050406030204" pitchFamily="18" charset="0"/>
                                                </a:rPr>
                                                <m:t>z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850" i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sSubSup>
                                    <m:sSubSup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m</m:t>
                                      </m:r>
                                    </m:sup>
                                  </m:sSubSup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85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850" i="0">
                                              <a:latin typeface="Cambria Math" panose="02040503050406030204" pitchFamily="18" charset="0"/>
                                            </a:rPr>
                                            <m:t>z</m:t>
                                          </m:r>
                                        </m:e>
                                        <m:sub>
                                          <m:r>
                                            <a:rPr lang="en-US" sz="850" i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d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85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850" i="0">
                                              <a:latin typeface="Cambria Math" panose="02040503050406030204" pitchFamily="18" charset="0"/>
                                            </a:rPr>
                                            <m:t>z</m:t>
                                          </m:r>
                                        </m:e>
                                        <m:sub>
                                          <m:r>
                                            <a:rPr lang="en-US" sz="850" i="0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e>
                                  </m:d>
                                  <m:sSubSup>
                                    <m:sSubSup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m</m:t>
                                      </m:r>
                                    </m:sup>
                                  </m:sSubSup>
                                </m:e>
                              </m:d>
                              <m:r>
                                <a:rPr lang="en-US" sz="85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</m:e>
                                    <m:sub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d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r>
                                <m:rPr>
                                  <m:sty m:val="p"/>
                                </m:rPr>
                                <a:rPr lang="en-US" sz="850" i="0">
                                  <a:latin typeface="Cambria Math" panose="02040503050406030204" pitchFamily="18" charset="0"/>
                                </a:rPr>
                                <m:t>χ</m:t>
                              </m:r>
                            </m:den>
                          </m:f>
                        </m:e>
                      </m:d>
                      <m:r>
                        <a:rPr lang="en-US" sz="85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850" i="0">
                          <a:latin typeface="Cambria Math" panose="02040503050406030204" pitchFamily="18" charset="0"/>
                        </a:rPr>
                        <m:t>∇</m:t>
                      </m:r>
                      <m:sSubSup>
                        <m:sSubSupPr>
                          <m:ctrlPr>
                            <a:rPr lang="en-US" sz="85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850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sz="85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850" i="0">
                              <a:latin typeface="Cambria Math" panose="02040503050406030204" pitchFamily="18" charset="0"/>
                            </a:rPr>
                            <m:t>m</m:t>
                          </m:r>
                        </m:sup>
                      </m:sSubSup>
                      <m:d>
                        <m:dPr>
                          <m:ctrlPr>
                            <a:rPr lang="en-US" sz="85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85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</m:e>
                                    <m:sub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</m:e>
                                    <m:sub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r>
                                <a:rPr lang="en-US" sz="85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</m:e>
                                    <m:sub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</m:e>
                                    <m:sub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</m:num>
                            <m:den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</m:e>
                                    <m:sub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sSubSup>
                                    <m:sSubSup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m</m:t>
                                      </m:r>
                                    </m:sup>
                                  </m:sSubSup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</m:e>
                                    <m:sub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</m:e>
                                    <m:sub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sSubSup>
                                    <m:sSubSup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m</m:t>
                                      </m:r>
                                    </m:sup>
                                  </m:sSubSup>
                                </m:e>
                              </m:d>
                              <m:r>
                                <a:rPr lang="en-US" sz="85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</m:e>
                                    <m:sub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sSubSup>
                                    <m:sSubSup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m</m:t>
                                      </m:r>
                                    </m:sup>
                                  </m:sSubSup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</m:e>
                                    <m:sub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</m:e>
                                    <m:sub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sSubSup>
                                    <m:sSubSup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m</m:t>
                                      </m:r>
                                    </m:sup>
                                  </m:sSubSup>
                                </m:e>
                              </m:d>
                              <m:r>
                                <a:rPr lang="en-US" sz="85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r>
                                <m:rPr>
                                  <m:sty m:val="p"/>
                                </m:rPr>
                                <a:rPr lang="en-US" sz="850" i="0">
                                  <a:latin typeface="Cambria Math" panose="02040503050406030204" pitchFamily="18" charset="0"/>
                                </a:rPr>
                                <m:t>χ</m:t>
                              </m:r>
                            </m:den>
                          </m:f>
                        </m:e>
                      </m:d>
                      <m:r>
                        <a:rPr lang="en-US" sz="85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850" i="0">
                          <a:latin typeface="Cambria Math" panose="02040503050406030204" pitchFamily="18" charset="0"/>
                        </a:rPr>
                        <m:t>∇</m:t>
                      </m:r>
                      <m:sSubSup>
                        <m:sSubSupPr>
                          <m:ctrlPr>
                            <a:rPr lang="en-US" sz="85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850" i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sz="85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850" i="0">
                              <a:latin typeface="Cambria Math" panose="02040503050406030204" pitchFamily="18" charset="0"/>
                            </a:rPr>
                            <m:t>m</m:t>
                          </m:r>
                        </m:sup>
                      </m:sSubSup>
                      <m:d>
                        <m:dPr>
                          <m:ctrlPr>
                            <a:rPr lang="en-US" sz="85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85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85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850" i="0">
                                              <a:latin typeface="Cambria Math" panose="02040503050406030204" pitchFamily="18" charset="0"/>
                                            </a:rPr>
                                            <m:t>z</m:t>
                                          </m:r>
                                        </m:e>
                                        <m:sub>
                                          <m:r>
                                            <a:rPr lang="en-US" sz="850" i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r>
                                <a:rPr lang="en-US" sz="85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</m:e>
                                    <m:sub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</m:e>
                                    <m:sub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d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sSubSup>
                                    <m:sSubSup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m</m:t>
                                      </m:r>
                                    </m:sup>
                                  </m:sSub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r>
                                <a:rPr lang="en-US" sz="85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85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850" i="0">
                                              <a:latin typeface="Cambria Math" panose="02040503050406030204" pitchFamily="18" charset="0"/>
                                            </a:rPr>
                                            <m:t>z</m:t>
                                          </m:r>
                                        </m:e>
                                        <m:sub>
                                          <m:r>
                                            <a:rPr lang="en-US" sz="850" i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r>
                                <a:rPr lang="en-US" sz="85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</m:e>
                                    <m:sub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</m:e>
                                    <m:sub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d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r>
                                <a:rPr lang="en-US" sz="85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</m:e>
                                    <m:sub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e>
                              </m:d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r>
                                <m:rPr>
                                  <m:sty m:val="p"/>
                                </m:rPr>
                                <a:rPr lang="en-US" sz="850" i="0">
                                  <a:latin typeface="Cambria Math" panose="02040503050406030204" pitchFamily="18" charset="0"/>
                                </a:rPr>
                                <m:t>χ</m:t>
                              </m:r>
                            </m:num>
                            <m:den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</m:e>
                                    <m:sub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sSubSup>
                                    <m:sSubSup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m</m:t>
                                      </m:r>
                                    </m:sup>
                                  </m:sSubSup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</m:e>
                                    <m:sub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</m:e>
                                    <m:sub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sSubSup>
                                    <m:sSubSup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m</m:t>
                                      </m:r>
                                    </m:sup>
                                  </m:sSubSup>
                                </m:e>
                              </m:d>
                              <m:r>
                                <a:rPr lang="en-US" sz="85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</m:e>
                                    <m:sub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sSubSup>
                                    <m:sSubSup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m</m:t>
                                      </m:r>
                                    </m:sup>
                                  </m:sSubSup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</m:e>
                                    <m:sub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</m:e>
                                    <m:sub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sSubSup>
                                    <m:sSubSupPr>
                                      <m:ctrlPr>
                                        <a:rPr lang="en-US" sz="8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D</m:t>
                                      </m:r>
                                    </m:e>
                                    <m:sub>
                                      <m: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  <m:sup>
                                      <m:r>
                                        <m:rPr>
                                          <m:sty m:val="p"/>
                                        </m:rPr>
                                        <a:rPr lang="en-US" sz="850" i="0">
                                          <a:latin typeface="Cambria Math" panose="02040503050406030204" pitchFamily="18" charset="0"/>
                                        </a:rPr>
                                        <m:t>m</m:t>
                                      </m:r>
                                    </m:sup>
                                  </m:sSubSup>
                                </m:e>
                              </m:d>
                              <m:r>
                                <a:rPr lang="en-US" sz="85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z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sz="85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sz="850" i="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bSup>
                              <m:r>
                                <m:rPr>
                                  <m:sty m:val="p"/>
                                </m:rPr>
                                <a:rPr lang="en-US" sz="850" i="0">
                                  <a:latin typeface="Cambria Math" panose="02040503050406030204" pitchFamily="18" charset="0"/>
                                </a:rPr>
                                <m:t>χ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85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D03AB25-A785-9784-C82C-2E73BA027D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14300" y="2388211"/>
                <a:ext cx="12725400" cy="43043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F7F0E3E1-FE52-679B-197B-890D3649B6E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99398636"/>
                  </p:ext>
                </p:extLst>
              </p:nvPr>
            </p:nvGraphicFramePr>
            <p:xfrm>
              <a:off x="4800600" y="3974899"/>
              <a:ext cx="2180190" cy="2490213"/>
            </p:xfrm>
            <a:graphic>
              <a:graphicData uri="http://schemas.openxmlformats.org/drawingml/2006/table">
                <a:tbl>
                  <a:tblPr firstRow="1" firstCol="1" bandRow="1">
                    <a:tableStyleId>{B301B821-A1FF-4177-AEE7-76D212191A09}</a:tableStyleId>
                  </a:tblPr>
                  <a:tblGrid>
                    <a:gridCol w="2180190">
                      <a:extLst>
                        <a:ext uri="{9D8B030D-6E8A-4147-A177-3AD203B41FA5}">
                          <a16:colId xmlns:a16="http://schemas.microsoft.com/office/drawing/2014/main" val="1392646969"/>
                        </a:ext>
                      </a:extLst>
                    </a:gridCol>
                  </a:tblGrid>
                  <a:tr h="232783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b="1" kern="100" dirty="0">
                              <a:effectLst/>
                            </a:rPr>
                            <a:t>Unknowns</a:t>
                          </a:r>
                          <a:endParaRPr lang="en-US" sz="1200" b="1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93567184"/>
                      </a:ext>
                    </a:extLst>
                  </a:tr>
                  <a:tr h="258971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2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537862281"/>
                      </a:ext>
                    </a:extLst>
                  </a:tr>
                  <a:tr h="258971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2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4022060989"/>
                      </a:ext>
                    </a:extLst>
                  </a:tr>
                  <a:tr h="269075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2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3111351419"/>
                      </a:ext>
                    </a:extLst>
                  </a:tr>
                  <a:tr h="269075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1200" b="1" i="0" kern="10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1200" b="1" i="0" kern="10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r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3314683845"/>
                      </a:ext>
                    </a:extLst>
                  </a:tr>
                  <a:tr h="270206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sz="1200" b="1" i="0" kern="10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1,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1200" b="1" i="0" kern="10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p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1621799424"/>
                      </a:ext>
                    </a:extLst>
                  </a:tr>
                  <a:tr h="232783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sz="1200" b="1" i="0" kern="10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2,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1200" b="1" i="0" kern="10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r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4154270132"/>
                      </a:ext>
                    </a:extLst>
                  </a:tr>
                  <a:tr h="232783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sz="1200" b="1" i="1" kern="10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2,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1200" b="1" i="1" kern="10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p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333390048"/>
                      </a:ext>
                    </a:extLst>
                  </a:tr>
                  <a:tr h="232783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2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sz="12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en-US" sz="1200" b="1" i="0" kern="10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1200" b="1" i="0" kern="10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r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3716810426"/>
                      </a:ext>
                    </a:extLst>
                  </a:tr>
                  <a:tr h="232783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kern="100" dirty="0">
                              <a:effectLst/>
                            </a:rPr>
                            <a:t> 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200" i="1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12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sz="1200" b="1" i="0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1200" b="1" i="0" kern="10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p</m:t>
                                  </m:r>
                                </m:sub>
                              </m:sSub>
                            </m:oMath>
                          </a14:m>
                          <a:endParaRPr lang="en-US" sz="1200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</a:tcPr>
                    </a:tc>
                    <a:extLst>
                      <a:ext uri="{0D108BD9-81ED-4DB2-BD59-A6C34878D82A}">
                        <a16:rowId xmlns:a16="http://schemas.microsoft.com/office/drawing/2014/main" val="375891324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F7F0E3E1-FE52-679B-197B-890D3649B6E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99398636"/>
                  </p:ext>
                </p:extLst>
              </p:nvPr>
            </p:nvGraphicFramePr>
            <p:xfrm>
              <a:off x="4800600" y="3974899"/>
              <a:ext cx="2180190" cy="2490213"/>
            </p:xfrm>
            <a:graphic>
              <a:graphicData uri="http://schemas.openxmlformats.org/drawingml/2006/table">
                <a:tbl>
                  <a:tblPr firstRow="1" firstCol="1" bandRow="1">
                    <a:tableStyleId>{B301B821-A1FF-4177-AEE7-76D212191A09}</a:tableStyleId>
                  </a:tblPr>
                  <a:tblGrid>
                    <a:gridCol w="2180190">
                      <a:extLst>
                        <a:ext uri="{9D8B030D-6E8A-4147-A177-3AD203B41FA5}">
                          <a16:colId xmlns:a16="http://schemas.microsoft.com/office/drawing/2014/main" val="1392646969"/>
                        </a:ext>
                      </a:extLst>
                    </a:gridCol>
                  </a:tblGrid>
                  <a:tr h="232783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200" b="1" kern="100" dirty="0">
                              <a:effectLst/>
                            </a:rPr>
                            <a:t>Unknowns</a:t>
                          </a:r>
                          <a:endParaRPr lang="en-US" sz="1200" b="1" kern="1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93567184"/>
                      </a:ext>
                    </a:extLst>
                  </a:tr>
                  <a:tr h="25897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8"/>
                          <a:stretch>
                            <a:fillRect l="-279" t="-106977" r="-557" b="-76744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7862281"/>
                      </a:ext>
                    </a:extLst>
                  </a:tr>
                  <a:tr h="25897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8"/>
                          <a:stretch>
                            <a:fillRect l="-279" t="-211905" r="-557" b="-6857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22060989"/>
                      </a:ext>
                    </a:extLst>
                  </a:tr>
                  <a:tr h="2690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8"/>
                          <a:stretch>
                            <a:fillRect l="-279" t="-297727" r="-557" b="-5545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11351419"/>
                      </a:ext>
                    </a:extLst>
                  </a:tr>
                  <a:tr h="26907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8"/>
                          <a:stretch>
                            <a:fillRect l="-279" t="-388889" r="-557" b="-44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4683845"/>
                      </a:ext>
                    </a:extLst>
                  </a:tr>
                  <a:tr h="2702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8"/>
                          <a:stretch>
                            <a:fillRect l="-279" t="-500000" r="-557" b="-35227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21799424"/>
                      </a:ext>
                    </a:extLst>
                  </a:tr>
                  <a:tr h="23278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8"/>
                          <a:stretch>
                            <a:fillRect l="-279" t="-694737" r="-557" b="-3078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54270132"/>
                      </a:ext>
                    </a:extLst>
                  </a:tr>
                  <a:tr h="23278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8"/>
                          <a:stretch>
                            <a:fillRect l="-279" t="-774359" r="-557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390048"/>
                      </a:ext>
                    </a:extLst>
                  </a:tr>
                  <a:tr h="23278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8"/>
                          <a:stretch>
                            <a:fillRect l="-279" t="-897368" r="-557" b="-10526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16810426"/>
                      </a:ext>
                    </a:extLst>
                  </a:tr>
                  <a:tr h="23278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blipFill>
                          <a:blip r:embed="rId8"/>
                          <a:stretch>
                            <a:fillRect l="-279" t="-997368" r="-557" b="-526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891324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E5A521D7-F1CD-AFC0-82B9-5D3923EBD27B}"/>
              </a:ext>
            </a:extLst>
          </p:cNvPr>
          <p:cNvSpPr txBox="1"/>
          <p:nvPr/>
        </p:nvSpPr>
        <p:spPr>
          <a:xfrm>
            <a:off x="228600" y="4566733"/>
            <a:ext cx="4343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Rigorous analysis: </a:t>
            </a:r>
          </a:p>
          <a:p>
            <a:pPr lvl="1"/>
            <a:r>
              <a:rPr lang="en-US" dirty="0"/>
              <a:t>Partition coefficients and membrane-phase concentrations can also be split up into retentate side/permeate side.</a:t>
            </a:r>
          </a:p>
        </p:txBody>
      </p:sp>
    </p:spTree>
    <p:extLst>
      <p:ext uri="{BB962C8B-B14F-4D97-AF65-F5344CB8AC3E}">
        <p14:creationId xmlns:p14="http://schemas.microsoft.com/office/powerpoint/2010/main" val="5309280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rand_standards_PPT_template_1W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163522</TotalTime>
  <Words>1243</Words>
  <Application>Microsoft Office PowerPoint</Application>
  <PresentationFormat>Widescreen</PresentationFormat>
  <Paragraphs>224</Paragraphs>
  <Slides>15</Slides>
  <Notes>8</Notes>
  <HiddenSlides>5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8" baseType="lpstr">
      <vt:lpstr>Aptos Narrow</vt:lpstr>
      <vt:lpstr>Arial</vt:lpstr>
      <vt:lpstr>Calibri</vt:lpstr>
      <vt:lpstr>Calibri Light</vt:lpstr>
      <vt:lpstr>Cambria Math</vt:lpstr>
      <vt:lpstr>Courier New</vt:lpstr>
      <vt:lpstr>GalaxiePolaris-Bold</vt:lpstr>
      <vt:lpstr>GalaxiePolaris-Book</vt:lpstr>
      <vt:lpstr>GalaxiePolaris-Medium</vt:lpstr>
      <vt:lpstr>Garamond</vt:lpstr>
      <vt:lpstr>Times New Roman</vt:lpstr>
      <vt:lpstr>Office Theme</vt:lpstr>
      <vt:lpstr>brand_standards_PPT_template_1W</vt:lpstr>
      <vt:lpstr>Back-of-the Envelope Calculations: Investigating the Impact of Multicomponent Interactions on Solute Transport using High-Throughput Experiments</vt:lpstr>
      <vt:lpstr>Back-of-the-Envelope Calculations</vt:lpstr>
      <vt:lpstr>List known, estimated, and unknown variables</vt:lpstr>
      <vt:lpstr>Make the simplest assumptions</vt:lpstr>
      <vt:lpstr>PowerPoint Presentation</vt:lpstr>
      <vt:lpstr>Estimate unknown values &amp; identify general trends</vt:lpstr>
      <vt:lpstr>Estimate unknown values &amp; identify general trends</vt:lpstr>
      <vt:lpstr>Estimate unknown values &amp; identify general trends</vt:lpstr>
      <vt:lpstr>Estimate unknown values &amp; identify general trends</vt:lpstr>
      <vt:lpstr>Estimate unknown values &amp; identify general trends</vt:lpstr>
      <vt:lpstr>Next Steps &amp; Upcoming Work</vt:lpstr>
      <vt:lpstr>Figure S1 – Membrane Transport Schematic</vt:lpstr>
      <vt:lpstr>Transport and Thermodynamic Equations</vt:lpstr>
      <vt:lpstr>Full equations</vt:lpstr>
      <vt:lpstr>Full equations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Mathematical Model Update</dc:title>
  <dc:creator>Laurianne Lair</dc:creator>
  <cp:lastModifiedBy>Laurianne Estrada</cp:lastModifiedBy>
  <cp:revision>9</cp:revision>
  <cp:lastPrinted>2023-07-13T18:14:11Z</cp:lastPrinted>
  <dcterms:created xsi:type="dcterms:W3CDTF">2022-05-09T22:03:52Z</dcterms:created>
  <dcterms:modified xsi:type="dcterms:W3CDTF">2026-03-18T13:48:58Z</dcterms:modified>
</cp:coreProperties>
</file>