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  <p:sldMasterId id="2147483841" r:id="rId2"/>
  </p:sldMasterIdLst>
  <p:notesMasterIdLst>
    <p:notesMasterId r:id="rId10"/>
  </p:notesMasterIdLst>
  <p:sldIdLst>
    <p:sldId id="257" r:id="rId3"/>
    <p:sldId id="746" r:id="rId4"/>
    <p:sldId id="751" r:id="rId5"/>
    <p:sldId id="754" r:id="rId6"/>
    <p:sldId id="750" r:id="rId7"/>
    <p:sldId id="752" r:id="rId8"/>
    <p:sldId id="75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athan Ouimet" initials="JO" lastIdx="3" clrIdx="0">
    <p:extLst>
      <p:ext uri="{19B8F6BF-5375-455C-9EA6-DF929625EA0E}">
        <p15:presenceInfo xmlns:p15="http://schemas.microsoft.com/office/powerpoint/2012/main" userId="0df71b1541b2dab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4C45E-1D12-41BC-91A4-F6325E7E7DA3}" v="65" dt="2025-03-10T19:00:19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6" autoAdjust="0"/>
    <p:restoredTop sz="90482" autoAdjust="0"/>
  </p:normalViewPr>
  <p:slideViewPr>
    <p:cSldViewPr>
      <p:cViewPr varScale="1">
        <p:scale>
          <a:sx n="76" d="100"/>
          <a:sy n="76" d="100"/>
        </p:scale>
        <p:origin x="931" y="2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442"/>
    </p:cViewPr>
  </p:sorterViewPr>
  <p:notesViewPr>
    <p:cSldViewPr>
      <p:cViewPr varScale="1">
        <p:scale>
          <a:sx n="63" d="100"/>
          <a:sy n="63" d="100"/>
        </p:scale>
        <p:origin x="3197" y="3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ianne Lair" userId="877d0e272dd2d022" providerId="LiveId" clId="{1020E764-7D77-4C96-98F0-277F4DB9C8ED}"/>
    <pc:docChg chg="undo custSel addSld delSld modSld sldOrd addSection delSection">
      <pc:chgData name="Laurianne Lair" userId="877d0e272dd2d022" providerId="LiveId" clId="{1020E764-7D77-4C96-98F0-277F4DB9C8ED}" dt="2024-11-26T16:32:05.020" v="71503" actId="1076"/>
      <pc:docMkLst>
        <pc:docMk/>
      </pc:docMkLst>
      <pc:sldChg chg="addSp modSp mod modNotesTx">
        <pc:chgData name="Laurianne Lair" userId="877d0e272dd2d022" providerId="LiveId" clId="{1020E764-7D77-4C96-98F0-277F4DB9C8ED}" dt="2024-11-16T22:02:25.231" v="39262" actId="20577"/>
        <pc:sldMkLst>
          <pc:docMk/>
          <pc:sldMk cId="0" sldId="257"/>
        </pc:sldMkLst>
      </pc:sldChg>
      <pc:sldChg chg="add mod modShow">
        <pc:chgData name="Laurianne Lair" userId="877d0e272dd2d022" providerId="LiveId" clId="{1020E764-7D77-4C96-98F0-277F4DB9C8ED}" dt="2024-11-16T15:09:43.005" v="38737" actId="729"/>
        <pc:sldMkLst>
          <pc:docMk/>
          <pc:sldMk cId="544932440" sldId="275"/>
        </pc:sldMkLst>
      </pc:sldChg>
      <pc:sldChg chg="add mod ord modShow">
        <pc:chgData name="Laurianne Lair" userId="877d0e272dd2d022" providerId="LiveId" clId="{1020E764-7D77-4C96-98F0-277F4DB9C8ED}" dt="2024-11-16T15:12:21.546" v="38782"/>
        <pc:sldMkLst>
          <pc:docMk/>
          <pc:sldMk cId="4100267567" sldId="482"/>
        </pc:sldMkLst>
      </pc:sldChg>
      <pc:sldChg chg="del ord">
        <pc:chgData name="Laurianne Lair" userId="877d0e272dd2d022" providerId="LiveId" clId="{1020E764-7D77-4C96-98F0-277F4DB9C8ED}" dt="2024-11-15T13:54:55.415" v="33812" actId="2696"/>
        <pc:sldMkLst>
          <pc:docMk/>
          <pc:sldMk cId="1880788562" sldId="502"/>
        </pc:sldMkLst>
      </pc:sldChg>
      <pc:sldChg chg="add mod modShow">
        <pc:chgData name="Laurianne Lair" userId="877d0e272dd2d022" providerId="LiveId" clId="{1020E764-7D77-4C96-98F0-277F4DB9C8ED}" dt="2024-11-16T15:09:43.005" v="38737" actId="729"/>
        <pc:sldMkLst>
          <pc:docMk/>
          <pc:sldMk cId="1189721621" sldId="504"/>
        </pc:sldMkLst>
      </pc:sldChg>
      <pc:sldChg chg="addSp delSp modSp mod ord delAnim">
        <pc:chgData name="Laurianne Lair" userId="877d0e272dd2d022" providerId="LiveId" clId="{1020E764-7D77-4C96-98F0-277F4DB9C8ED}" dt="2024-11-15T15:20:00.943" v="35176" actId="14100"/>
        <pc:sldMkLst>
          <pc:docMk/>
          <pc:sldMk cId="4255396742" sldId="539"/>
        </pc:sldMkLst>
      </pc:sldChg>
      <pc:sldChg chg="modSp add mod ord modShow">
        <pc:chgData name="Laurianne Lair" userId="877d0e272dd2d022" providerId="LiveId" clId="{1020E764-7D77-4C96-98F0-277F4DB9C8ED}" dt="2024-11-26T16:32:05.020" v="71503" actId="1076"/>
        <pc:sldMkLst>
          <pc:docMk/>
          <pc:sldMk cId="3271533192" sldId="545"/>
        </pc:sldMkLst>
      </pc:sldChg>
      <pc:sldChg chg="modSp add mod modShow">
        <pc:chgData name="Laurianne Lair" userId="877d0e272dd2d022" providerId="LiveId" clId="{1020E764-7D77-4C96-98F0-277F4DB9C8ED}" dt="2024-11-16T15:09:43.005" v="38737" actId="729"/>
        <pc:sldMkLst>
          <pc:docMk/>
          <pc:sldMk cId="1919900640" sldId="547"/>
        </pc:sldMkLst>
      </pc:sldChg>
      <pc:sldChg chg="add mod ord modShow">
        <pc:chgData name="Laurianne Lair" userId="877d0e272dd2d022" providerId="LiveId" clId="{1020E764-7D77-4C96-98F0-277F4DB9C8ED}" dt="2024-11-16T15:09:28.030" v="38736" actId="729"/>
        <pc:sldMkLst>
          <pc:docMk/>
          <pc:sldMk cId="2198760520" sldId="553"/>
        </pc:sldMkLst>
      </pc:sldChg>
      <pc:sldChg chg="modSp add mod ord modShow">
        <pc:chgData name="Laurianne Lair" userId="877d0e272dd2d022" providerId="LiveId" clId="{1020E764-7D77-4C96-98F0-277F4DB9C8ED}" dt="2024-11-16T15:12:21.546" v="38782"/>
        <pc:sldMkLst>
          <pc:docMk/>
          <pc:sldMk cId="81246824" sldId="561"/>
        </pc:sldMkLst>
      </pc:sldChg>
      <pc:sldChg chg="add mod ord modShow">
        <pc:chgData name="Laurianne Lair" userId="877d0e272dd2d022" providerId="LiveId" clId="{1020E764-7D77-4C96-98F0-277F4DB9C8ED}" dt="2024-11-16T15:09:28.030" v="38736" actId="729"/>
        <pc:sldMkLst>
          <pc:docMk/>
          <pc:sldMk cId="1476563436" sldId="564"/>
        </pc:sldMkLst>
      </pc:sldChg>
      <pc:sldChg chg="add mod modShow">
        <pc:chgData name="Laurianne Lair" userId="877d0e272dd2d022" providerId="LiveId" clId="{1020E764-7D77-4C96-98F0-277F4DB9C8ED}" dt="2024-11-16T15:10:13.770" v="38739" actId="729"/>
        <pc:sldMkLst>
          <pc:docMk/>
          <pc:sldMk cId="1151504639" sldId="565"/>
        </pc:sldMkLst>
      </pc:sldChg>
      <pc:sldChg chg="add mod modShow">
        <pc:chgData name="Laurianne Lair" userId="877d0e272dd2d022" providerId="LiveId" clId="{1020E764-7D77-4C96-98F0-277F4DB9C8ED}" dt="2024-11-16T15:10:13.770" v="38739" actId="729"/>
        <pc:sldMkLst>
          <pc:docMk/>
          <pc:sldMk cId="1047703517" sldId="566"/>
        </pc:sldMkLst>
      </pc:sldChg>
      <pc:sldChg chg="mod modShow">
        <pc:chgData name="Laurianne Lair" userId="877d0e272dd2d022" providerId="LiveId" clId="{1020E764-7D77-4C96-98F0-277F4DB9C8ED}" dt="2024-11-17T18:07:11.175" v="67173" actId="729"/>
        <pc:sldMkLst>
          <pc:docMk/>
          <pc:sldMk cId="1394856239" sldId="569"/>
        </pc:sldMkLst>
      </pc:sldChg>
      <pc:sldChg chg="add mod modShow">
        <pc:chgData name="Laurianne Lair" userId="877d0e272dd2d022" providerId="LiveId" clId="{1020E764-7D77-4C96-98F0-277F4DB9C8ED}" dt="2024-11-16T15:10:13.770" v="38739" actId="729"/>
        <pc:sldMkLst>
          <pc:docMk/>
          <pc:sldMk cId="1834725893" sldId="570"/>
        </pc:sldMkLst>
      </pc:sldChg>
      <pc:sldChg chg="modSp del mod">
        <pc:chgData name="Laurianne Lair" userId="877d0e272dd2d022" providerId="LiveId" clId="{1020E764-7D77-4C96-98F0-277F4DB9C8ED}" dt="2024-11-16T01:19:17.586" v="37361" actId="2696"/>
        <pc:sldMkLst>
          <pc:docMk/>
          <pc:sldMk cId="1410445220" sldId="593"/>
        </pc:sldMkLst>
      </pc:sldChg>
      <pc:sldChg chg="delSp modSp add mod modShow">
        <pc:chgData name="Laurianne Lair" userId="877d0e272dd2d022" providerId="LiveId" clId="{1020E764-7D77-4C96-98F0-277F4DB9C8ED}" dt="2024-11-17T17:56:38.047" v="67108" actId="1076"/>
        <pc:sldMkLst>
          <pc:docMk/>
          <pc:sldMk cId="3562194338" sldId="601"/>
        </pc:sldMkLst>
      </pc:sldChg>
      <pc:sldChg chg="delSp modSp add mod modShow">
        <pc:chgData name="Laurianne Lair" userId="877d0e272dd2d022" providerId="LiveId" clId="{1020E764-7D77-4C96-98F0-277F4DB9C8ED}" dt="2024-11-17T17:56:40.623" v="67109" actId="478"/>
        <pc:sldMkLst>
          <pc:docMk/>
          <pc:sldMk cId="2706574567" sldId="605"/>
        </pc:sldMkLst>
      </pc:sldChg>
      <pc:sldChg chg="delSp modSp add mod modShow">
        <pc:chgData name="Laurianne Lair" userId="877d0e272dd2d022" providerId="LiveId" clId="{1020E764-7D77-4C96-98F0-277F4DB9C8ED}" dt="2024-11-17T17:56:43.725" v="67110" actId="478"/>
        <pc:sldMkLst>
          <pc:docMk/>
          <pc:sldMk cId="117797162" sldId="606"/>
        </pc:sldMkLst>
      </pc:sldChg>
      <pc:sldChg chg="modSp add">
        <pc:chgData name="Laurianne Lair" userId="877d0e272dd2d022" providerId="LiveId" clId="{1020E764-7D77-4C96-98F0-277F4DB9C8ED}" dt="2024-11-17T17:56:16.068" v="67104"/>
        <pc:sldMkLst>
          <pc:docMk/>
          <pc:sldMk cId="2665557235" sldId="607"/>
        </pc:sldMkLst>
      </pc:sldChg>
      <pc:sldChg chg="delSp modSp add mod modShow">
        <pc:chgData name="Laurianne Lair" userId="877d0e272dd2d022" providerId="LiveId" clId="{1020E764-7D77-4C96-98F0-277F4DB9C8ED}" dt="2024-11-17T17:56:58.564" v="67113" actId="1076"/>
        <pc:sldMkLst>
          <pc:docMk/>
          <pc:sldMk cId="2485012595" sldId="608"/>
        </pc:sldMkLst>
      </pc:sldChg>
      <pc:sldChg chg="modSp add mod modShow">
        <pc:chgData name="Laurianne Lair" userId="877d0e272dd2d022" providerId="LiveId" clId="{1020E764-7D77-4C96-98F0-277F4DB9C8ED}" dt="2024-11-17T17:56:20.612" v="67105" actId="729"/>
        <pc:sldMkLst>
          <pc:docMk/>
          <pc:sldMk cId="3834367780" sldId="610"/>
        </pc:sldMkLst>
      </pc:sldChg>
      <pc:sldChg chg="modSp add mod modShow">
        <pc:chgData name="Laurianne Lair" userId="877d0e272dd2d022" providerId="LiveId" clId="{1020E764-7D77-4C96-98F0-277F4DB9C8ED}" dt="2024-11-17T17:56:20.612" v="67105" actId="729"/>
        <pc:sldMkLst>
          <pc:docMk/>
          <pc:sldMk cId="2737194843" sldId="611"/>
        </pc:sldMkLst>
      </pc:sldChg>
      <pc:sldChg chg="addSp delSp modSp mod delAnim modAnim modNotesTx">
        <pc:chgData name="Laurianne Lair" userId="877d0e272dd2d022" providerId="LiveId" clId="{1020E764-7D77-4C96-98F0-277F4DB9C8ED}" dt="2024-11-18T13:04:08.341" v="71443" actId="20577"/>
        <pc:sldMkLst>
          <pc:docMk/>
          <pc:sldMk cId="1326803350" sldId="643"/>
        </pc:sldMkLst>
      </pc:sldChg>
      <pc:sldChg chg="addSp delSp modSp mod ord modNotesTx">
        <pc:chgData name="Laurianne Lair" userId="877d0e272dd2d022" providerId="LiveId" clId="{1020E764-7D77-4C96-98F0-277F4DB9C8ED}" dt="2024-11-16T23:19:05.974" v="52498" actId="20577"/>
        <pc:sldMkLst>
          <pc:docMk/>
          <pc:sldMk cId="2922693038" sldId="654"/>
        </pc:sldMkLst>
      </pc:sldChg>
      <pc:sldChg chg="addSp delSp modSp mod modAnim modNotesTx">
        <pc:chgData name="Laurianne Lair" userId="877d0e272dd2d022" providerId="LiveId" clId="{1020E764-7D77-4C96-98F0-277F4DB9C8ED}" dt="2024-11-16T23:11:11.196" v="50263" actId="20577"/>
        <pc:sldMkLst>
          <pc:docMk/>
          <pc:sldMk cId="2815548228" sldId="662"/>
        </pc:sldMkLst>
      </pc:sldChg>
      <pc:sldChg chg="addSp modSp mod modNotesTx">
        <pc:chgData name="Laurianne Lair" userId="877d0e272dd2d022" providerId="LiveId" clId="{1020E764-7D77-4C96-98F0-277F4DB9C8ED}" dt="2024-11-17T18:34:12.565" v="67558" actId="20577"/>
        <pc:sldMkLst>
          <pc:docMk/>
          <pc:sldMk cId="207612167" sldId="665"/>
        </pc:sldMkLst>
      </pc:sldChg>
      <pc:sldChg chg="del ord">
        <pc:chgData name="Laurianne Lair" userId="877d0e272dd2d022" providerId="LiveId" clId="{1020E764-7D77-4C96-98F0-277F4DB9C8ED}" dt="2024-11-15T13:55:04.654" v="33814" actId="2696"/>
        <pc:sldMkLst>
          <pc:docMk/>
          <pc:sldMk cId="2600655653" sldId="666"/>
        </pc:sldMkLst>
      </pc:sldChg>
      <pc:sldChg chg="delSp modSp mod ord">
        <pc:chgData name="Laurianne Lair" userId="877d0e272dd2d022" providerId="LiveId" clId="{1020E764-7D77-4C96-98F0-277F4DB9C8ED}" dt="2024-11-15T13:56:02.076" v="33897" actId="20577"/>
        <pc:sldMkLst>
          <pc:docMk/>
          <pc:sldMk cId="3401228219" sldId="667"/>
        </pc:sldMkLst>
      </pc:sldChg>
      <pc:sldChg chg="addSp delSp modSp mod delAnim modNotesTx">
        <pc:chgData name="Laurianne Lair" userId="877d0e272dd2d022" providerId="LiveId" clId="{1020E764-7D77-4C96-98F0-277F4DB9C8ED}" dt="2024-11-17T18:25:35.963" v="67308" actId="20577"/>
        <pc:sldMkLst>
          <pc:docMk/>
          <pc:sldMk cId="383163146" sldId="670"/>
        </pc:sldMkLst>
      </pc:sldChg>
      <pc:sldChg chg="addSp delSp modSp mod ord">
        <pc:chgData name="Laurianne Lair" userId="877d0e272dd2d022" providerId="LiveId" clId="{1020E764-7D77-4C96-98F0-277F4DB9C8ED}" dt="2024-11-15T13:56:11.958" v="33920" actId="478"/>
        <pc:sldMkLst>
          <pc:docMk/>
          <pc:sldMk cId="700889858" sldId="673"/>
        </pc:sldMkLst>
      </pc:sldChg>
      <pc:sldChg chg="addSp delSp modSp mod addAnim delAnim modAnim modNotesTx">
        <pc:chgData name="Laurianne Lair" userId="877d0e272dd2d022" providerId="LiveId" clId="{1020E764-7D77-4C96-98F0-277F4DB9C8ED}" dt="2024-11-17T22:18:52.304" v="71161" actId="1076"/>
        <pc:sldMkLst>
          <pc:docMk/>
          <pc:sldMk cId="2253510222" sldId="676"/>
        </pc:sldMkLst>
      </pc:sldChg>
      <pc:sldChg chg="addSp delSp modSp mod addAnim delAnim modNotesTx">
        <pc:chgData name="Laurianne Lair" userId="877d0e272dd2d022" providerId="LiveId" clId="{1020E764-7D77-4C96-98F0-277F4DB9C8ED}" dt="2024-11-16T23:23:14.576" v="53957" actId="20577"/>
        <pc:sldMkLst>
          <pc:docMk/>
          <pc:sldMk cId="1234415022" sldId="679"/>
        </pc:sldMkLst>
      </pc:sldChg>
      <pc:sldChg chg="addSp delSp modSp mod modNotesTx">
        <pc:chgData name="Laurianne Lair" userId="877d0e272dd2d022" providerId="LiveId" clId="{1020E764-7D77-4C96-98F0-277F4DB9C8ED}" dt="2024-11-17T18:41:15.105" v="67655" actId="6549"/>
        <pc:sldMkLst>
          <pc:docMk/>
          <pc:sldMk cId="3924516789" sldId="682"/>
        </pc:sldMkLst>
      </pc:sldChg>
      <pc:sldChg chg="addSp delSp modSp mod ord delAnim modAnim modNotesTx">
        <pc:chgData name="Laurianne Lair" userId="877d0e272dd2d022" providerId="LiveId" clId="{1020E764-7D77-4C96-98F0-277F4DB9C8ED}" dt="2024-11-18T12:28:34.785" v="71364" actId="208"/>
        <pc:sldMkLst>
          <pc:docMk/>
          <pc:sldMk cId="3383353871" sldId="685"/>
        </pc:sldMkLst>
      </pc:sldChg>
      <pc:sldChg chg="addSp modSp mod modAnim modNotesTx">
        <pc:chgData name="Laurianne Lair" userId="877d0e272dd2d022" providerId="LiveId" clId="{1020E764-7D77-4C96-98F0-277F4DB9C8ED}" dt="2024-11-16T22:15:08.313" v="40930" actId="20577"/>
        <pc:sldMkLst>
          <pc:docMk/>
          <pc:sldMk cId="275756174" sldId="687"/>
        </pc:sldMkLst>
      </pc:sldChg>
      <pc:sldChg chg="del ord">
        <pc:chgData name="Laurianne Lair" userId="877d0e272dd2d022" providerId="LiveId" clId="{1020E764-7D77-4C96-98F0-277F4DB9C8ED}" dt="2024-11-15T13:55:00.615" v="33813" actId="2696"/>
        <pc:sldMkLst>
          <pc:docMk/>
          <pc:sldMk cId="3418092123" sldId="688"/>
        </pc:sldMkLst>
      </pc:sldChg>
      <pc:sldChg chg="ord">
        <pc:chgData name="Laurianne Lair" userId="877d0e272dd2d022" providerId="LiveId" clId="{1020E764-7D77-4C96-98F0-277F4DB9C8ED}" dt="2024-11-15T15:41:20.337" v="35630"/>
        <pc:sldMkLst>
          <pc:docMk/>
          <pc:sldMk cId="2166894092" sldId="689"/>
        </pc:sldMkLst>
      </pc:sldChg>
      <pc:sldChg chg="del ord">
        <pc:chgData name="Laurianne Lair" userId="877d0e272dd2d022" providerId="LiveId" clId="{1020E764-7D77-4C96-98F0-277F4DB9C8ED}" dt="2024-11-15T15:42:14.520" v="35636" actId="2696"/>
        <pc:sldMkLst>
          <pc:docMk/>
          <pc:sldMk cId="2650961023" sldId="690"/>
        </pc:sldMkLst>
      </pc:sldChg>
      <pc:sldChg chg="addSp delSp modSp mod ord delAnim modAnim">
        <pc:chgData name="Laurianne Lair" userId="877d0e272dd2d022" providerId="LiveId" clId="{1020E764-7D77-4C96-98F0-277F4DB9C8ED}" dt="2024-11-15T13:56:31.124" v="33953" actId="478"/>
        <pc:sldMkLst>
          <pc:docMk/>
          <pc:sldMk cId="1678944947" sldId="695"/>
        </pc:sldMkLst>
      </pc:sldChg>
      <pc:sldChg chg="del ord">
        <pc:chgData name="Laurianne Lair" userId="877d0e272dd2d022" providerId="LiveId" clId="{1020E764-7D77-4C96-98F0-277F4DB9C8ED}" dt="2024-11-16T01:10:07.503" v="37319" actId="2696"/>
        <pc:sldMkLst>
          <pc:docMk/>
          <pc:sldMk cId="1320760817" sldId="696"/>
        </pc:sldMkLst>
      </pc:sldChg>
      <pc:sldChg chg="addSp delSp modSp del mod">
        <pc:chgData name="Laurianne Lair" userId="877d0e272dd2d022" providerId="LiveId" clId="{1020E764-7D77-4C96-98F0-277F4DB9C8ED}" dt="2024-11-11T15:56:23.368" v="14518" actId="2696"/>
        <pc:sldMkLst>
          <pc:docMk/>
          <pc:sldMk cId="3354226776" sldId="698"/>
        </pc:sldMkLst>
      </pc:sldChg>
      <pc:sldChg chg="ord">
        <pc:chgData name="Laurianne Lair" userId="877d0e272dd2d022" providerId="LiveId" clId="{1020E764-7D77-4C96-98F0-277F4DB9C8ED}" dt="2024-11-15T15:23:14.142" v="35300"/>
        <pc:sldMkLst>
          <pc:docMk/>
          <pc:sldMk cId="3112926480" sldId="699"/>
        </pc:sldMkLst>
      </pc:sldChg>
      <pc:sldChg chg="ord">
        <pc:chgData name="Laurianne Lair" userId="877d0e272dd2d022" providerId="LiveId" clId="{1020E764-7D77-4C96-98F0-277F4DB9C8ED}" dt="2024-11-15T15:23:14.142" v="35300"/>
        <pc:sldMkLst>
          <pc:docMk/>
          <pc:sldMk cId="2719270922" sldId="700"/>
        </pc:sldMkLst>
      </pc:sldChg>
      <pc:sldChg chg="del">
        <pc:chgData name="Laurianne Lair" userId="877d0e272dd2d022" providerId="LiveId" clId="{1020E764-7D77-4C96-98F0-277F4DB9C8ED}" dt="2024-11-14T19:28:33.332" v="33338" actId="2696"/>
        <pc:sldMkLst>
          <pc:docMk/>
          <pc:sldMk cId="1363743996" sldId="705"/>
        </pc:sldMkLst>
      </pc:sldChg>
      <pc:sldChg chg="delSp mod ord delAnim">
        <pc:chgData name="Laurianne Lair" userId="877d0e272dd2d022" providerId="LiveId" clId="{1020E764-7D77-4C96-98F0-277F4DB9C8ED}" dt="2024-11-15T15:41:29.115" v="35631" actId="478"/>
        <pc:sldMkLst>
          <pc:docMk/>
          <pc:sldMk cId="1002037995" sldId="706"/>
        </pc:sldMkLst>
      </pc:sldChg>
      <pc:sldChg chg="addSp delSp modSp del mod ord modNotesTx">
        <pc:chgData name="Laurianne Lair" userId="877d0e272dd2d022" providerId="LiveId" clId="{1020E764-7D77-4C96-98F0-277F4DB9C8ED}" dt="2024-11-11T16:18:04.898" v="16166" actId="2696"/>
        <pc:sldMkLst>
          <pc:docMk/>
          <pc:sldMk cId="2937967171" sldId="707"/>
        </pc:sldMkLst>
      </pc:sldChg>
      <pc:sldChg chg="addSp delSp modSp mod delAnim modAnim modNotesTx">
        <pc:chgData name="Laurianne Lair" userId="877d0e272dd2d022" providerId="LiveId" clId="{1020E764-7D77-4C96-98F0-277F4DB9C8ED}" dt="2024-11-17T19:18:31.258" v="67784" actId="6549"/>
        <pc:sldMkLst>
          <pc:docMk/>
          <pc:sldMk cId="1749142133" sldId="708"/>
        </pc:sldMkLst>
      </pc:sldChg>
      <pc:sldChg chg="addSp delSp modSp del mod">
        <pc:chgData name="Laurianne Lair" userId="877d0e272dd2d022" providerId="LiveId" clId="{1020E764-7D77-4C96-98F0-277F4DB9C8ED}" dt="2024-11-11T15:56:10.153" v="14517" actId="2696"/>
        <pc:sldMkLst>
          <pc:docMk/>
          <pc:sldMk cId="1616501390" sldId="709"/>
        </pc:sldMkLst>
      </pc:sldChg>
      <pc:sldChg chg="delSp del mod ord">
        <pc:chgData name="Laurianne Lair" userId="877d0e272dd2d022" providerId="LiveId" clId="{1020E764-7D77-4C96-98F0-277F4DB9C8ED}" dt="2024-11-15T13:53:39.785" v="33781" actId="2696"/>
        <pc:sldMkLst>
          <pc:docMk/>
          <pc:sldMk cId="2337260705" sldId="711"/>
        </pc:sldMkLst>
      </pc:sldChg>
      <pc:sldChg chg="addSp delSp modSp mod delAnim modNotesTx">
        <pc:chgData name="Laurianne Lair" userId="877d0e272dd2d022" providerId="LiveId" clId="{1020E764-7D77-4C96-98F0-277F4DB9C8ED}" dt="2024-11-23T21:28:45.620" v="71501" actId="14100"/>
        <pc:sldMkLst>
          <pc:docMk/>
          <pc:sldMk cId="124887383" sldId="712"/>
        </pc:sldMkLst>
      </pc:sldChg>
      <pc:sldChg chg="addSp delSp modSp mod delAnim modAnim modNotesTx">
        <pc:chgData name="Laurianne Lair" userId="877d0e272dd2d022" providerId="LiveId" clId="{1020E764-7D77-4C96-98F0-277F4DB9C8ED}" dt="2024-11-17T18:01:28.376" v="67157" actId="14100"/>
        <pc:sldMkLst>
          <pc:docMk/>
          <pc:sldMk cId="728864519" sldId="714"/>
        </pc:sldMkLst>
      </pc:sldChg>
      <pc:sldChg chg="addSp modSp mod">
        <pc:chgData name="Laurianne Lair" userId="877d0e272dd2d022" providerId="LiveId" clId="{1020E764-7D77-4C96-98F0-277F4DB9C8ED}" dt="2024-11-14T19:53:19.127" v="33457" actId="20577"/>
        <pc:sldMkLst>
          <pc:docMk/>
          <pc:sldMk cId="2609269681" sldId="715"/>
        </pc:sldMkLst>
      </pc:sldChg>
      <pc:sldChg chg="ord">
        <pc:chgData name="Laurianne Lair" userId="877d0e272dd2d022" providerId="LiveId" clId="{1020E764-7D77-4C96-98F0-277F4DB9C8ED}" dt="2024-11-15T15:23:14.142" v="35300"/>
        <pc:sldMkLst>
          <pc:docMk/>
          <pc:sldMk cId="3142750627" sldId="717"/>
        </pc:sldMkLst>
      </pc:sldChg>
      <pc:sldChg chg="addSp delSp modSp mod addAnim delAnim modAnim modNotesTx">
        <pc:chgData name="Laurianne Lair" userId="877d0e272dd2d022" providerId="LiveId" clId="{1020E764-7D77-4C96-98F0-277F4DB9C8ED}" dt="2024-11-18T14:57:05.122" v="71455" actId="167"/>
        <pc:sldMkLst>
          <pc:docMk/>
          <pc:sldMk cId="3677860632" sldId="718"/>
        </pc:sldMkLst>
      </pc:sldChg>
      <pc:sldChg chg="modSp mod">
        <pc:chgData name="Laurianne Lair" userId="877d0e272dd2d022" providerId="LiveId" clId="{1020E764-7D77-4C96-98F0-277F4DB9C8ED}" dt="2024-11-15T13:36:49.717" v="33729" actId="1076"/>
        <pc:sldMkLst>
          <pc:docMk/>
          <pc:sldMk cId="1681369536" sldId="721"/>
        </pc:sldMkLst>
      </pc:sldChg>
      <pc:sldChg chg="del">
        <pc:chgData name="Laurianne Lair" userId="877d0e272dd2d022" providerId="LiveId" clId="{1020E764-7D77-4C96-98F0-277F4DB9C8ED}" dt="2024-11-15T15:41:05.860" v="35628" actId="2696"/>
        <pc:sldMkLst>
          <pc:docMk/>
          <pc:sldMk cId="2645257041" sldId="722"/>
        </pc:sldMkLst>
      </pc:sldChg>
      <pc:sldChg chg="addSp delSp modSp mod delAnim modAnim modNotesTx">
        <pc:chgData name="Laurianne Lair" userId="877d0e272dd2d022" providerId="LiveId" clId="{1020E764-7D77-4C96-98F0-277F4DB9C8ED}" dt="2024-11-17T22:22:12.929" v="71186" actId="167"/>
        <pc:sldMkLst>
          <pc:docMk/>
          <pc:sldMk cId="3449492606" sldId="723"/>
        </pc:sldMkLst>
      </pc:sldChg>
      <pc:sldChg chg="delSp del mod ord delAnim">
        <pc:chgData name="Laurianne Lair" userId="877d0e272dd2d022" providerId="LiveId" clId="{1020E764-7D77-4C96-98F0-277F4DB9C8ED}" dt="2024-11-16T01:10:07.503" v="37319" actId="2696"/>
        <pc:sldMkLst>
          <pc:docMk/>
          <pc:sldMk cId="3202859798" sldId="724"/>
        </pc:sldMkLst>
      </pc:sldChg>
      <pc:sldChg chg="addSp delSp modSp mod modNotesTx">
        <pc:chgData name="Laurianne Lair" userId="877d0e272dd2d022" providerId="LiveId" clId="{1020E764-7D77-4C96-98F0-277F4DB9C8ED}" dt="2024-11-17T18:29:07.379" v="67373" actId="20577"/>
        <pc:sldMkLst>
          <pc:docMk/>
          <pc:sldMk cId="1681881839" sldId="727"/>
        </pc:sldMkLst>
      </pc:sldChg>
      <pc:sldChg chg="addSp delSp modSp mod delAnim modAnim modNotesTx">
        <pc:chgData name="Laurianne Lair" userId="877d0e272dd2d022" providerId="LiveId" clId="{1020E764-7D77-4C96-98F0-277F4DB9C8ED}" dt="2024-11-17T18:28:58.826" v="67351" actId="20577"/>
        <pc:sldMkLst>
          <pc:docMk/>
          <pc:sldMk cId="1154243937" sldId="730"/>
        </pc:sldMkLst>
      </pc:sldChg>
      <pc:sldChg chg="del">
        <pc:chgData name="Laurianne Lair" userId="877d0e272dd2d022" providerId="LiveId" clId="{1020E764-7D77-4C96-98F0-277F4DB9C8ED}" dt="2024-11-14T19:28:47.925" v="33340" actId="2696"/>
        <pc:sldMkLst>
          <pc:docMk/>
          <pc:sldMk cId="1214608004" sldId="731"/>
        </pc:sldMkLst>
      </pc:sldChg>
      <pc:sldChg chg="del">
        <pc:chgData name="Laurianne Lair" userId="877d0e272dd2d022" providerId="LiveId" clId="{1020E764-7D77-4C96-98F0-277F4DB9C8ED}" dt="2024-11-14T19:28:43.266" v="33339" actId="2696"/>
        <pc:sldMkLst>
          <pc:docMk/>
          <pc:sldMk cId="3856258401" sldId="732"/>
        </pc:sldMkLst>
      </pc:sldChg>
      <pc:sldChg chg="modSp del modNotesTx">
        <pc:chgData name="Laurianne Lair" userId="877d0e272dd2d022" providerId="LiveId" clId="{1020E764-7D77-4C96-98F0-277F4DB9C8ED}" dt="2024-11-11T13:46:35.399" v="6622" actId="2696"/>
        <pc:sldMkLst>
          <pc:docMk/>
          <pc:sldMk cId="0" sldId="734"/>
        </pc:sldMkLst>
      </pc:sldChg>
      <pc:sldChg chg="addSp delSp modSp mod ord delAnim modAnim modNotesTx">
        <pc:chgData name="Laurianne Lair" userId="877d0e272dd2d022" providerId="LiveId" clId="{1020E764-7D77-4C96-98F0-277F4DB9C8ED}" dt="2024-11-18T12:28:15.430" v="71362" actId="208"/>
        <pc:sldMkLst>
          <pc:docMk/>
          <pc:sldMk cId="1234498781" sldId="735"/>
        </pc:sldMkLst>
      </pc:sldChg>
      <pc:sldChg chg="modNotesTx">
        <pc:chgData name="Laurianne Lair" userId="877d0e272dd2d022" providerId="LiveId" clId="{1020E764-7D77-4C96-98F0-277F4DB9C8ED}" dt="2024-11-16T22:43:48.729" v="45084" actId="20577"/>
        <pc:sldMkLst>
          <pc:docMk/>
          <pc:sldMk cId="4230701553" sldId="736"/>
        </pc:sldMkLst>
      </pc:sldChg>
      <pc:sldChg chg="addSp modSp mod modAnim modNotesTx">
        <pc:chgData name="Laurianne Lair" userId="877d0e272dd2d022" providerId="LiveId" clId="{1020E764-7D77-4C96-98F0-277F4DB9C8ED}" dt="2024-11-18T14:57:19.159" v="71456"/>
        <pc:sldMkLst>
          <pc:docMk/>
          <pc:sldMk cId="972140161" sldId="737"/>
        </pc:sldMkLst>
      </pc:sldChg>
      <pc:sldChg chg="addSp delSp modSp mod modNotesTx">
        <pc:chgData name="Laurianne Lair" userId="877d0e272dd2d022" providerId="LiveId" clId="{1020E764-7D77-4C96-98F0-277F4DB9C8ED}" dt="2024-11-16T23:51:50.477" v="59933" actId="20577"/>
        <pc:sldMkLst>
          <pc:docMk/>
          <pc:sldMk cId="1234421618" sldId="738"/>
        </pc:sldMkLst>
      </pc:sldChg>
      <pc:sldChg chg="del">
        <pc:chgData name="Laurianne Lair" userId="877d0e272dd2d022" providerId="LiveId" clId="{1020E764-7D77-4C96-98F0-277F4DB9C8ED}" dt="2024-11-13T14:00:17.945" v="30436" actId="2696"/>
        <pc:sldMkLst>
          <pc:docMk/>
          <pc:sldMk cId="4085480661" sldId="739"/>
        </pc:sldMkLst>
      </pc:sldChg>
      <pc:sldChg chg="addSp delSp modSp add mod ord delAnim modAnim modNotesTx">
        <pc:chgData name="Laurianne Lair" userId="877d0e272dd2d022" providerId="LiveId" clId="{1020E764-7D77-4C96-98F0-277F4DB9C8ED}" dt="2024-11-17T21:39:05.936" v="71124" actId="20577"/>
        <pc:sldMkLst>
          <pc:docMk/>
          <pc:sldMk cId="2678434687" sldId="740"/>
        </pc:sldMkLst>
      </pc:sldChg>
      <pc:sldChg chg="addSp delSp modSp add mod delAnim modAnim modNotesTx">
        <pc:chgData name="Laurianne Lair" userId="877d0e272dd2d022" providerId="LiveId" clId="{1020E764-7D77-4C96-98F0-277F4DB9C8ED}" dt="2024-11-18T02:02:35.174" v="71357" actId="20577"/>
        <pc:sldMkLst>
          <pc:docMk/>
          <pc:sldMk cId="3764595402" sldId="741"/>
        </pc:sldMkLst>
      </pc:sldChg>
      <pc:sldChg chg="addSp delSp modSp add mod ord delAnim modAnim modShow modNotesTx">
        <pc:chgData name="Laurianne Lair" userId="877d0e272dd2d022" providerId="LiveId" clId="{1020E764-7D77-4C96-98F0-277F4DB9C8ED}" dt="2024-11-17T18:24:26.815" v="67176"/>
        <pc:sldMkLst>
          <pc:docMk/>
          <pc:sldMk cId="816573062" sldId="742"/>
        </pc:sldMkLst>
      </pc:sldChg>
      <pc:sldChg chg="addSp delSp modSp add del mod ord addAnim delAnim modAnim">
        <pc:chgData name="Laurianne Lair" userId="877d0e272dd2d022" providerId="LiveId" clId="{1020E764-7D77-4C96-98F0-277F4DB9C8ED}" dt="2024-11-13T15:25:07.667" v="31823" actId="2696"/>
        <pc:sldMkLst>
          <pc:docMk/>
          <pc:sldMk cId="3211411446" sldId="743"/>
        </pc:sldMkLst>
      </pc:sldChg>
      <pc:sldChg chg="addSp delSp modSp add del mod ord delAnim modAnim modNotesTx">
        <pc:chgData name="Laurianne Lair" userId="877d0e272dd2d022" providerId="LiveId" clId="{1020E764-7D77-4C96-98F0-277F4DB9C8ED}" dt="2024-11-13T15:18:08.373" v="31065" actId="2696"/>
        <pc:sldMkLst>
          <pc:docMk/>
          <pc:sldMk cId="2778504880" sldId="744"/>
        </pc:sldMkLst>
      </pc:sldChg>
      <pc:sldChg chg="addSp delSp modSp add del mod ord addAnim delAnim modAnim modNotesTx">
        <pc:chgData name="Laurianne Lair" userId="877d0e272dd2d022" providerId="LiveId" clId="{1020E764-7D77-4C96-98F0-277F4DB9C8ED}" dt="2024-11-13T15:19:10.260" v="31270" actId="2696"/>
        <pc:sldMkLst>
          <pc:docMk/>
          <pc:sldMk cId="4115176380" sldId="745"/>
        </pc:sldMkLst>
      </pc:sldChg>
      <pc:sldChg chg="delSp modSp add del mod">
        <pc:chgData name="Laurianne Lair" userId="877d0e272dd2d022" providerId="LiveId" clId="{1020E764-7D77-4C96-98F0-277F4DB9C8ED}" dt="2024-11-11T23:59:04.888" v="25917" actId="2696"/>
        <pc:sldMkLst>
          <pc:docMk/>
          <pc:sldMk cId="4263202886" sldId="746"/>
        </pc:sldMkLst>
      </pc:sldChg>
      <pc:sldChg chg="addSp delSp modSp add del mod">
        <pc:chgData name="Laurianne Lair" userId="877d0e272dd2d022" providerId="LiveId" clId="{1020E764-7D77-4C96-98F0-277F4DB9C8ED}" dt="2024-11-12T00:00:11.891" v="25926" actId="2696"/>
        <pc:sldMkLst>
          <pc:docMk/>
          <pc:sldMk cId="1602993060" sldId="747"/>
        </pc:sldMkLst>
      </pc:sldChg>
      <pc:sldChg chg="addSp delSp modSp add mod ord addAnim delAnim modAnim modNotesTx">
        <pc:chgData name="Laurianne Lair" userId="877d0e272dd2d022" providerId="LiveId" clId="{1020E764-7D77-4C96-98F0-277F4DB9C8ED}" dt="2024-11-18T12:30:56.743" v="71365"/>
        <pc:sldMkLst>
          <pc:docMk/>
          <pc:sldMk cId="1550787772" sldId="748"/>
        </pc:sldMkLst>
      </pc:sldChg>
      <pc:sldChg chg="addSp delSp modSp add mod ord delAnim modAnim modShow modNotesTx">
        <pc:chgData name="Laurianne Lair" userId="877d0e272dd2d022" providerId="LiveId" clId="{1020E764-7D77-4C96-98F0-277F4DB9C8ED}" dt="2024-11-16T15:10:28.909" v="38741"/>
        <pc:sldMkLst>
          <pc:docMk/>
          <pc:sldMk cId="373193787" sldId="749"/>
        </pc:sldMkLst>
      </pc:sldChg>
      <pc:sldChg chg="addSp delSp modSp add del mod ord delAnim modNotesTx">
        <pc:chgData name="Laurianne Lair" userId="877d0e272dd2d022" providerId="LiveId" clId="{1020E764-7D77-4C96-98F0-277F4DB9C8ED}" dt="2024-11-11T23:54:21.989" v="25757" actId="2696"/>
        <pc:sldMkLst>
          <pc:docMk/>
          <pc:sldMk cId="36445997" sldId="750"/>
        </pc:sldMkLst>
      </pc:sldChg>
      <pc:sldChg chg="addSp delSp modSp add mod ord modAnim modNotesTx">
        <pc:chgData name="Laurianne Lair" userId="877d0e272dd2d022" providerId="LiveId" clId="{1020E764-7D77-4C96-98F0-277F4DB9C8ED}" dt="2024-11-16T22:02:36.218" v="39270" actId="20577"/>
        <pc:sldMkLst>
          <pc:docMk/>
          <pc:sldMk cId="1814750461" sldId="751"/>
        </pc:sldMkLst>
      </pc:sldChg>
      <pc:sldChg chg="addSp delSp modSp add mod modAnim modNotesTx">
        <pc:chgData name="Laurianne Lair" userId="877d0e272dd2d022" providerId="LiveId" clId="{1020E764-7D77-4C96-98F0-277F4DB9C8ED}" dt="2024-11-16T22:11:22.682" v="40593" actId="20577"/>
        <pc:sldMkLst>
          <pc:docMk/>
          <pc:sldMk cId="2238109495" sldId="752"/>
        </pc:sldMkLst>
      </pc:sldChg>
      <pc:sldChg chg="addSp delSp modSp add mod delAnim modAnim modNotesTx">
        <pc:chgData name="Laurianne Lair" userId="877d0e272dd2d022" providerId="LiveId" clId="{1020E764-7D77-4C96-98F0-277F4DB9C8ED}" dt="2024-11-17T19:15:38.927" v="67735" actId="20577"/>
        <pc:sldMkLst>
          <pc:docMk/>
          <pc:sldMk cId="2381668322" sldId="753"/>
        </pc:sldMkLst>
      </pc:sldChg>
      <pc:sldChg chg="addSp delSp modSp del mod">
        <pc:chgData name="Laurianne Lair" userId="877d0e272dd2d022" providerId="LiveId" clId="{1020E764-7D77-4C96-98F0-277F4DB9C8ED}" dt="2024-11-11T15:21:00.107" v="13249" actId="2696"/>
        <pc:sldMkLst>
          <pc:docMk/>
          <pc:sldMk cId="2740120362" sldId="753"/>
        </pc:sldMkLst>
      </pc:sldChg>
      <pc:sldChg chg="modSp add del">
        <pc:chgData name="Laurianne Lair" userId="877d0e272dd2d022" providerId="LiveId" clId="{1020E764-7D77-4C96-98F0-277F4DB9C8ED}" dt="2024-11-11T17:47:22.866" v="22642" actId="2696"/>
        <pc:sldMkLst>
          <pc:docMk/>
          <pc:sldMk cId="78366520" sldId="754"/>
        </pc:sldMkLst>
      </pc:sldChg>
      <pc:sldChg chg="add del">
        <pc:chgData name="Laurianne Lair" userId="877d0e272dd2d022" providerId="LiveId" clId="{1020E764-7D77-4C96-98F0-277F4DB9C8ED}" dt="2024-11-11T15:56:00.912" v="14516" actId="2696"/>
        <pc:sldMkLst>
          <pc:docMk/>
          <pc:sldMk cId="2711170696" sldId="754"/>
        </pc:sldMkLst>
      </pc:sldChg>
      <pc:sldChg chg="addSp delSp modSp add mod ord delAnim modShow">
        <pc:chgData name="Laurianne Lair" userId="877d0e272dd2d022" providerId="LiveId" clId="{1020E764-7D77-4C96-98F0-277F4DB9C8ED}" dt="2024-11-13T13:54:47.768" v="30293"/>
        <pc:sldMkLst>
          <pc:docMk/>
          <pc:sldMk cId="3596797089" sldId="754"/>
        </pc:sldMkLst>
      </pc:sldChg>
      <pc:sldChg chg="delSp add del mod ord delAnim">
        <pc:chgData name="Laurianne Lair" userId="877d0e272dd2d022" providerId="LiveId" clId="{1020E764-7D77-4C96-98F0-277F4DB9C8ED}" dt="2024-11-12T20:01:08.174" v="26535" actId="2696"/>
        <pc:sldMkLst>
          <pc:docMk/>
          <pc:sldMk cId="3931097833" sldId="754"/>
        </pc:sldMkLst>
      </pc:sldChg>
      <pc:sldChg chg="addSp delSp modSp add mod delAnim modAnim modNotesTx">
        <pc:chgData name="Laurianne Lair" userId="877d0e272dd2d022" providerId="LiveId" clId="{1020E764-7D77-4C96-98F0-277F4DB9C8ED}" dt="2024-11-18T14:55:29.409" v="71446" actId="207"/>
        <pc:sldMkLst>
          <pc:docMk/>
          <pc:sldMk cId="494342303" sldId="755"/>
        </pc:sldMkLst>
      </pc:sldChg>
      <pc:sldChg chg="addSp delSp modSp add del mod">
        <pc:chgData name="Laurianne Lair" userId="877d0e272dd2d022" providerId="LiveId" clId="{1020E764-7D77-4C96-98F0-277F4DB9C8ED}" dt="2024-11-13T13:27:00.183" v="29179" actId="2696"/>
        <pc:sldMkLst>
          <pc:docMk/>
          <pc:sldMk cId="999619135" sldId="755"/>
        </pc:sldMkLst>
      </pc:sldChg>
      <pc:sldChg chg="addSp delSp add del mod addAnim delAnim">
        <pc:chgData name="Laurianne Lair" userId="877d0e272dd2d022" providerId="LiveId" clId="{1020E764-7D77-4C96-98F0-277F4DB9C8ED}" dt="2024-11-13T13:56:05.932" v="30306" actId="2696"/>
        <pc:sldMkLst>
          <pc:docMk/>
          <pc:sldMk cId="744722555" sldId="756"/>
        </pc:sldMkLst>
      </pc:sldChg>
      <pc:sldChg chg="add del ord">
        <pc:chgData name="Laurianne Lair" userId="877d0e272dd2d022" providerId="LiveId" clId="{1020E764-7D77-4C96-98F0-277F4DB9C8ED}" dt="2024-11-13T15:28:31.864" v="31841" actId="2696"/>
        <pc:sldMkLst>
          <pc:docMk/>
          <pc:sldMk cId="1928125466" sldId="756"/>
        </pc:sldMkLst>
      </pc:sldChg>
      <pc:sldChg chg="addSp delSp modSp add mod delAnim modAnim modNotesTx">
        <pc:chgData name="Laurianne Lair" userId="877d0e272dd2d022" providerId="LiveId" clId="{1020E764-7D77-4C96-98F0-277F4DB9C8ED}" dt="2024-11-18T02:06:56.757" v="71359" actId="20577"/>
        <pc:sldMkLst>
          <pc:docMk/>
          <pc:sldMk cId="3544502567" sldId="757"/>
        </pc:sldMkLst>
      </pc:sldChg>
      <pc:sldChg chg="add del">
        <pc:chgData name="Laurianne Lair" userId="877d0e272dd2d022" providerId="LiveId" clId="{1020E764-7D77-4C96-98F0-277F4DB9C8ED}" dt="2024-11-13T22:43:50.719" v="32331" actId="2696"/>
        <pc:sldMkLst>
          <pc:docMk/>
          <pc:sldMk cId="326444383" sldId="758"/>
        </pc:sldMkLst>
      </pc:sldChg>
      <pc:sldChg chg="add del ord">
        <pc:chgData name="Laurianne Lair" userId="877d0e272dd2d022" providerId="LiveId" clId="{1020E764-7D77-4C96-98F0-277F4DB9C8ED}" dt="2024-11-13T23:28:18.800" v="32561" actId="2696"/>
        <pc:sldMkLst>
          <pc:docMk/>
          <pc:sldMk cId="1208895742" sldId="758"/>
        </pc:sldMkLst>
      </pc:sldChg>
      <pc:sldChg chg="addSp delSp modSp add mod ord delAnim modShow">
        <pc:chgData name="Laurianne Lair" userId="877d0e272dd2d022" providerId="LiveId" clId="{1020E764-7D77-4C96-98F0-277F4DB9C8ED}" dt="2024-11-14T20:28:55.326" v="33601" actId="1076"/>
        <pc:sldMkLst>
          <pc:docMk/>
          <pc:sldMk cId="1788797708" sldId="758"/>
        </pc:sldMkLst>
      </pc:sldChg>
      <pc:sldChg chg="addSp delSp modSp add mod modShow">
        <pc:chgData name="Laurianne Lair" userId="877d0e272dd2d022" providerId="LiveId" clId="{1020E764-7D77-4C96-98F0-277F4DB9C8ED}" dt="2024-11-14T19:31:09.488" v="33380" actId="729"/>
        <pc:sldMkLst>
          <pc:docMk/>
          <pc:sldMk cId="4246132712" sldId="759"/>
        </pc:sldMkLst>
      </pc:sldChg>
      <pc:sldChg chg="addSp delSp modSp add mod modShow">
        <pc:chgData name="Laurianne Lair" userId="877d0e272dd2d022" providerId="LiveId" clId="{1020E764-7D77-4C96-98F0-277F4DB9C8ED}" dt="2024-11-14T20:01:38.193" v="33481" actId="1076"/>
        <pc:sldMkLst>
          <pc:docMk/>
          <pc:sldMk cId="86815464" sldId="760"/>
        </pc:sldMkLst>
      </pc:sldChg>
      <pc:sldChg chg="addSp delSp modSp add mod">
        <pc:chgData name="Laurianne Lair" userId="877d0e272dd2d022" providerId="LiveId" clId="{1020E764-7D77-4C96-98F0-277F4DB9C8ED}" dt="2024-11-14T21:56:02.690" v="33704" actId="1076"/>
        <pc:sldMkLst>
          <pc:docMk/>
          <pc:sldMk cId="1865263785" sldId="761"/>
        </pc:sldMkLst>
      </pc:sldChg>
      <pc:sldChg chg="addSp modSp add mod">
        <pc:chgData name="Laurianne Lair" userId="877d0e272dd2d022" providerId="LiveId" clId="{1020E764-7D77-4C96-98F0-277F4DB9C8ED}" dt="2024-11-14T20:52:09.393" v="33677" actId="1076"/>
        <pc:sldMkLst>
          <pc:docMk/>
          <pc:sldMk cId="4244152021" sldId="762"/>
        </pc:sldMkLst>
      </pc:sldChg>
      <pc:sldChg chg="add del">
        <pc:chgData name="Laurianne Lair" userId="877d0e272dd2d022" providerId="LiveId" clId="{1020E764-7D77-4C96-98F0-277F4DB9C8ED}" dt="2024-11-16T01:18:26.625" v="37360" actId="2696"/>
        <pc:sldMkLst>
          <pc:docMk/>
          <pc:sldMk cId="1599691810" sldId="763"/>
        </pc:sldMkLst>
      </pc:sldChg>
      <pc:sldChg chg="delSp modSp add mod delAnim">
        <pc:chgData name="Laurianne Lair" userId="877d0e272dd2d022" providerId="LiveId" clId="{1020E764-7D77-4C96-98F0-277F4DB9C8ED}" dt="2024-11-15T13:56:17.779" v="33932" actId="20577"/>
        <pc:sldMkLst>
          <pc:docMk/>
          <pc:sldMk cId="2869760703" sldId="764"/>
        </pc:sldMkLst>
      </pc:sldChg>
      <pc:sldChg chg="addSp delSp modSp add mod ord">
        <pc:chgData name="Laurianne Lair" userId="877d0e272dd2d022" providerId="LiveId" clId="{1020E764-7D77-4C96-98F0-277F4DB9C8ED}" dt="2024-11-15T13:56:28.695" v="33952" actId="478"/>
        <pc:sldMkLst>
          <pc:docMk/>
          <pc:sldMk cId="1954549161" sldId="765"/>
        </pc:sldMkLst>
      </pc:sldChg>
      <pc:sldChg chg="delSp modSp add mod">
        <pc:chgData name="Laurianne Lair" userId="877d0e272dd2d022" providerId="LiveId" clId="{1020E764-7D77-4C96-98F0-277F4DB9C8ED}" dt="2024-11-15T13:55:54.038" v="33875" actId="478"/>
        <pc:sldMkLst>
          <pc:docMk/>
          <pc:sldMk cId="3899660399" sldId="766"/>
        </pc:sldMkLst>
      </pc:sldChg>
      <pc:sldChg chg="addSp delSp modSp add mod modNotesTx">
        <pc:chgData name="Laurianne Lair" userId="877d0e272dd2d022" providerId="LiveId" clId="{1020E764-7D77-4C96-98F0-277F4DB9C8ED}" dt="2024-11-18T12:57:43.029" v="71371" actId="20577"/>
        <pc:sldMkLst>
          <pc:docMk/>
          <pc:sldMk cId="1286084958" sldId="767"/>
        </pc:sldMkLst>
      </pc:sldChg>
      <pc:sldChg chg="addSp delSp modSp add mod delAnim">
        <pc:chgData name="Laurianne Lair" userId="877d0e272dd2d022" providerId="LiveId" clId="{1020E764-7D77-4C96-98F0-277F4DB9C8ED}" dt="2024-11-15T14:06:45.800" v="34011" actId="1076"/>
        <pc:sldMkLst>
          <pc:docMk/>
          <pc:sldMk cId="877204209" sldId="768"/>
        </pc:sldMkLst>
      </pc:sldChg>
      <pc:sldChg chg="addSp delSp modSp add mod modAnim">
        <pc:chgData name="Laurianne Lair" userId="877d0e272dd2d022" providerId="LiveId" clId="{1020E764-7D77-4C96-98F0-277F4DB9C8ED}" dt="2024-11-17T17:45:18.880" v="67082" actId="20577"/>
        <pc:sldMkLst>
          <pc:docMk/>
          <pc:sldMk cId="1378130217" sldId="769"/>
        </pc:sldMkLst>
      </pc:sldChg>
      <pc:sldChg chg="addSp delSp modSp add mod">
        <pc:chgData name="Laurianne Lair" userId="877d0e272dd2d022" providerId="LiveId" clId="{1020E764-7D77-4C96-98F0-277F4DB9C8ED}" dt="2024-11-15T15:40:35.079" v="35627" actId="14100"/>
        <pc:sldMkLst>
          <pc:docMk/>
          <pc:sldMk cId="199620141" sldId="770"/>
        </pc:sldMkLst>
      </pc:sldChg>
      <pc:sldChg chg="add del">
        <pc:chgData name="Laurianne Lair" userId="877d0e272dd2d022" providerId="LiveId" clId="{1020E764-7D77-4C96-98F0-277F4DB9C8ED}" dt="2024-11-15T15:34:01.697" v="35422" actId="2696"/>
        <pc:sldMkLst>
          <pc:docMk/>
          <pc:sldMk cId="2611392362" sldId="771"/>
        </pc:sldMkLst>
      </pc:sldChg>
      <pc:sldChg chg="addSp modSp add mod">
        <pc:chgData name="Laurianne Lair" userId="877d0e272dd2d022" providerId="LiveId" clId="{1020E764-7D77-4C96-98F0-277F4DB9C8ED}" dt="2024-11-15T15:34:28.385" v="35444" actId="114"/>
        <pc:sldMkLst>
          <pc:docMk/>
          <pc:sldMk cId="487636526" sldId="772"/>
        </pc:sldMkLst>
      </pc:sldChg>
      <pc:sldChg chg="addSp delSp modSp add mod modAnim">
        <pc:chgData name="Laurianne Lair" userId="877d0e272dd2d022" providerId="LiveId" clId="{1020E764-7D77-4C96-98F0-277F4DB9C8ED}" dt="2024-11-16T01:10:48.202" v="37355" actId="1076"/>
        <pc:sldMkLst>
          <pc:docMk/>
          <pc:sldMk cId="2598200223" sldId="773"/>
        </pc:sldMkLst>
      </pc:sldChg>
      <pc:sldChg chg="addSp delSp modSp add mod ord">
        <pc:chgData name="Laurianne Lair" userId="877d0e272dd2d022" providerId="LiveId" clId="{1020E764-7D77-4C96-98F0-277F4DB9C8ED}" dt="2024-11-16T14:18:53.609" v="38304" actId="1076"/>
        <pc:sldMkLst>
          <pc:docMk/>
          <pc:sldMk cId="2308541116" sldId="774"/>
        </pc:sldMkLst>
      </pc:sldChg>
      <pc:sldChg chg="addSp delSp modSp add mod ord delAnim">
        <pc:chgData name="Laurianne Lair" userId="877d0e272dd2d022" providerId="LiveId" clId="{1020E764-7D77-4C96-98F0-277F4DB9C8ED}" dt="2024-11-16T15:13:14.390" v="38786"/>
        <pc:sldMkLst>
          <pc:docMk/>
          <pc:sldMk cId="412949541" sldId="775"/>
        </pc:sldMkLst>
      </pc:sldChg>
      <pc:sldChg chg="modSp add del mod ord">
        <pc:chgData name="Laurianne Lair" userId="877d0e272dd2d022" providerId="LiveId" clId="{1020E764-7D77-4C96-98F0-277F4DB9C8ED}" dt="2024-11-16T15:23:21.387" v="38852" actId="2696"/>
        <pc:sldMkLst>
          <pc:docMk/>
          <pc:sldMk cId="3427598874" sldId="776"/>
        </pc:sldMkLst>
      </pc:sldChg>
      <pc:sldChg chg="addSp modSp add mod ord">
        <pc:chgData name="Laurianne Lair" userId="877d0e272dd2d022" providerId="LiveId" clId="{1020E764-7D77-4C96-98F0-277F4DB9C8ED}" dt="2024-11-17T20:47:50.688" v="69850" actId="14100"/>
        <pc:sldMkLst>
          <pc:docMk/>
          <pc:sldMk cId="2009374601" sldId="777"/>
        </pc:sldMkLst>
      </pc:sldChg>
      <pc:sldChg chg="addSp modSp add mod">
        <pc:chgData name="Laurianne Lair" userId="877d0e272dd2d022" providerId="LiveId" clId="{1020E764-7D77-4C96-98F0-277F4DB9C8ED}" dt="2024-11-16T22:00:07.407" v="39010" actId="1076"/>
        <pc:sldMkLst>
          <pc:docMk/>
          <pc:sldMk cId="2065375214" sldId="778"/>
        </pc:sldMkLst>
      </pc:sldChg>
      <pc:sldChg chg="addSp delSp modSp add mod modAnim">
        <pc:chgData name="Laurianne Lair" userId="877d0e272dd2d022" providerId="LiveId" clId="{1020E764-7D77-4C96-98F0-277F4DB9C8ED}" dt="2024-11-16T01:10:54.293" v="37357" actId="1076"/>
        <pc:sldMkLst>
          <pc:docMk/>
          <pc:sldMk cId="1442056629" sldId="779"/>
        </pc:sldMkLst>
      </pc:sldChg>
      <pc:sldChg chg="add del">
        <pc:chgData name="Laurianne Lair" userId="877d0e272dd2d022" providerId="LiveId" clId="{1020E764-7D77-4C96-98F0-277F4DB9C8ED}" dt="2024-11-16T15:12:47.925" v="38784" actId="47"/>
        <pc:sldMkLst>
          <pc:docMk/>
          <pc:sldMk cId="990663164" sldId="780"/>
        </pc:sldMkLst>
      </pc:sldChg>
      <pc:sldChg chg="addSp delSp modSp add mod">
        <pc:chgData name="Laurianne Lair" userId="877d0e272dd2d022" providerId="LiveId" clId="{1020E764-7D77-4C96-98F0-277F4DB9C8ED}" dt="2024-11-16T15:23:14.059" v="38851" actId="1036"/>
        <pc:sldMkLst>
          <pc:docMk/>
          <pc:sldMk cId="3716801955" sldId="780"/>
        </pc:sldMkLst>
      </pc:sldChg>
      <pc:sldChg chg="add del">
        <pc:chgData name="Laurianne Lair" userId="877d0e272dd2d022" providerId="LiveId" clId="{1020E764-7D77-4C96-98F0-277F4DB9C8ED}" dt="2024-11-16T01:18:22.371" v="37359" actId="2696"/>
        <pc:sldMkLst>
          <pc:docMk/>
          <pc:sldMk cId="3718564029" sldId="780"/>
        </pc:sldMkLst>
      </pc:sldChg>
      <pc:sldChg chg="delSp modSp add mod">
        <pc:chgData name="Laurianne Lair" userId="877d0e272dd2d022" providerId="LiveId" clId="{1020E764-7D77-4C96-98F0-277F4DB9C8ED}" dt="2024-11-17T17:54:15.573" v="67103" actId="20577"/>
        <pc:sldMkLst>
          <pc:docMk/>
          <pc:sldMk cId="3256131490" sldId="781"/>
        </pc:sldMkLst>
      </pc:sldChg>
      <pc:sldChg chg="add del">
        <pc:chgData name="Laurianne Lair" userId="877d0e272dd2d022" providerId="LiveId" clId="{1020E764-7D77-4C96-98F0-277F4DB9C8ED}" dt="2024-11-16T15:12:47.925" v="38784" actId="47"/>
        <pc:sldMkLst>
          <pc:docMk/>
          <pc:sldMk cId="3523615945" sldId="781"/>
        </pc:sldMkLst>
      </pc:sldChg>
      <pc:sldChg chg="add del mod modShow">
        <pc:chgData name="Laurianne Lair" userId="877d0e272dd2d022" providerId="LiveId" clId="{1020E764-7D77-4C96-98F0-277F4DB9C8ED}" dt="2024-11-17T01:14:42.247" v="67080" actId="2696"/>
        <pc:sldMkLst>
          <pc:docMk/>
          <pc:sldMk cId="3850768703" sldId="782"/>
        </pc:sldMkLst>
      </pc:sldChg>
      <pc:sldChg chg="add del mod modShow modNotesTx">
        <pc:chgData name="Laurianne Lair" userId="877d0e272dd2d022" providerId="LiveId" clId="{1020E764-7D77-4C96-98F0-277F4DB9C8ED}" dt="2024-11-17T01:14:49.825" v="67081" actId="2696"/>
        <pc:sldMkLst>
          <pc:docMk/>
          <pc:sldMk cId="185516821" sldId="783"/>
        </pc:sldMkLst>
      </pc:sldChg>
      <pc:sldChg chg="addSp delSp modSp add mod">
        <pc:chgData name="Laurianne Lair" userId="877d0e272dd2d022" providerId="LiveId" clId="{1020E764-7D77-4C96-98F0-277F4DB9C8ED}" dt="2024-11-18T12:39:14.189" v="71370" actId="478"/>
        <pc:sldMkLst>
          <pc:docMk/>
          <pc:sldMk cId="2559450218" sldId="784"/>
        </pc:sldMkLst>
      </pc:sldChg>
    </pc:docChg>
  </pc:docChgLst>
  <pc:docChgLst>
    <pc:chgData name="Laurianne Lair" userId="877d0e272dd2d022" providerId="LiveId" clId="{111DC41F-30C2-4412-815D-216DD056990C}"/>
    <pc:docChg chg="undo custSel addSld delSld modSld sldOrd">
      <pc:chgData name="Laurianne Lair" userId="877d0e272dd2d022" providerId="LiveId" clId="{111DC41F-30C2-4412-815D-216DD056990C}" dt="2024-12-02T16:01:28.978" v="4278" actId="1076"/>
      <pc:docMkLst>
        <pc:docMk/>
      </pc:docMkLst>
      <pc:sldChg chg="delSp modSp mod modNotesTx">
        <pc:chgData name="Laurianne Lair" userId="877d0e272dd2d022" providerId="LiveId" clId="{111DC41F-30C2-4412-815D-216DD056990C}" dt="2024-12-02T15:58:51.300" v="4054" actId="20577"/>
        <pc:sldMkLst>
          <pc:docMk/>
          <pc:sldMk cId="0" sldId="25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544932440" sldId="27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100267567" sldId="48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189721621" sldId="50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255396742" sldId="53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271533192" sldId="54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919900640" sldId="54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198760520" sldId="553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1246824" sldId="56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476563436" sldId="56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151504639" sldId="56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047703517" sldId="566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394856239" sldId="56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834725893" sldId="57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562194338" sldId="60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706574567" sldId="60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17797162" sldId="606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665557235" sldId="60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485012595" sldId="60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834367780" sldId="61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737194843" sldId="611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1326803350" sldId="643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922693038" sldId="654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815548228" sldId="66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07612167" sldId="66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401228219" sldId="667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383163146" sldId="67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700889858" sldId="673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253510222" sldId="676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234415022" sldId="679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3924516789" sldId="682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3383353871" sldId="685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275756174" sldId="68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166894092" sldId="68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678944947" sldId="69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112926480" sldId="69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719270922" sldId="70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002037995" sldId="706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749142133" sldId="708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24887383" sldId="712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728864519" sldId="71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609269681" sldId="71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142750627" sldId="717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3677860632" sldId="71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636538020" sldId="72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681369536" sldId="721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3449492606" sldId="723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681881839" sldId="727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154243937" sldId="730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1234498781" sldId="735"/>
        </pc:sldMkLst>
      </pc:sldChg>
      <pc:sldChg chg="del">
        <pc:chgData name="Laurianne Lair" userId="877d0e272dd2d022" providerId="LiveId" clId="{111DC41F-30C2-4412-815D-216DD056990C}" dt="2024-12-01T18:58:46.800" v="4" actId="2696"/>
        <pc:sldMkLst>
          <pc:docMk/>
          <pc:sldMk cId="4230701553" sldId="736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972140161" sldId="737"/>
        </pc:sldMkLst>
      </pc:sldChg>
      <pc:sldChg chg="addSp delSp modSp mod modAnim modNotesTx">
        <pc:chgData name="Laurianne Lair" userId="877d0e272dd2d022" providerId="LiveId" clId="{111DC41F-30C2-4412-815D-216DD056990C}" dt="2024-12-02T16:00:39.533" v="4268" actId="1076"/>
        <pc:sldMkLst>
          <pc:docMk/>
          <pc:sldMk cId="1234421618" sldId="738"/>
        </pc:sldMkLst>
      </pc:sldChg>
      <pc:sldChg chg="addSp delSp modSp mod ord delAnim modAnim modNotesTx">
        <pc:chgData name="Laurianne Lair" userId="877d0e272dd2d022" providerId="LiveId" clId="{111DC41F-30C2-4412-815D-216DD056990C}" dt="2024-12-02T16:01:11.953" v="4274" actId="20577"/>
        <pc:sldMkLst>
          <pc:docMk/>
          <pc:sldMk cId="2678434687" sldId="740"/>
        </pc:sldMkLst>
      </pc:sldChg>
      <pc:sldChg chg="addSp modSp add mod modAnim modNotesTx">
        <pc:chgData name="Laurianne Lair" userId="877d0e272dd2d022" providerId="LiveId" clId="{111DC41F-30C2-4412-815D-216DD056990C}" dt="2024-12-02T15:56:40.515" v="3794" actId="20577"/>
        <pc:sldMkLst>
          <pc:docMk/>
          <pc:sldMk cId="1327352678" sldId="741"/>
        </pc:sldMkLst>
      </pc:sldChg>
      <pc:sldChg chg="delSp modSp del mod delAnim">
        <pc:chgData name="Laurianne Lair" userId="877d0e272dd2d022" providerId="LiveId" clId="{111DC41F-30C2-4412-815D-216DD056990C}" dt="2024-12-01T23:46:28.252" v="1404" actId="2696"/>
        <pc:sldMkLst>
          <pc:docMk/>
          <pc:sldMk cId="3764595402" sldId="74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16573062" sldId="742"/>
        </pc:sldMkLst>
      </pc:sldChg>
      <pc:sldChg chg="addSp delSp modSp add mod ord delAnim modAnim modNotesTx">
        <pc:chgData name="Laurianne Lair" userId="877d0e272dd2d022" providerId="LiveId" clId="{111DC41F-30C2-4412-815D-216DD056990C}" dt="2024-12-02T15:56:44.796" v="3796" actId="6549"/>
        <pc:sldMkLst>
          <pc:docMk/>
          <pc:sldMk cId="4032777451" sldId="742"/>
        </pc:sldMkLst>
      </pc:sldChg>
      <pc:sldChg chg="modSp add mod ord modNotesTx">
        <pc:chgData name="Laurianne Lair" userId="877d0e272dd2d022" providerId="LiveId" clId="{111DC41F-30C2-4412-815D-216DD056990C}" dt="2024-12-02T16:00:44.505" v="4270" actId="1076"/>
        <pc:sldMkLst>
          <pc:docMk/>
          <pc:sldMk cId="3374474963" sldId="743"/>
        </pc:sldMkLst>
      </pc:sldChg>
      <pc:sldChg chg="addSp delSp modSp add mod ord delAnim modNotesTx">
        <pc:chgData name="Laurianne Lair" userId="877d0e272dd2d022" providerId="LiveId" clId="{111DC41F-30C2-4412-815D-216DD056990C}" dt="2024-12-02T16:01:28.978" v="4278" actId="1076"/>
        <pc:sldMkLst>
          <pc:docMk/>
          <pc:sldMk cId="1440571740" sldId="744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1550787772" sldId="74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73193787" sldId="749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1814750461" sldId="751"/>
        </pc:sldMkLst>
      </pc:sldChg>
      <pc:sldChg chg="del">
        <pc:chgData name="Laurianne Lair" userId="877d0e272dd2d022" providerId="LiveId" clId="{111DC41F-30C2-4412-815D-216DD056990C}" dt="2024-12-01T18:58:40.390" v="3" actId="2696"/>
        <pc:sldMkLst>
          <pc:docMk/>
          <pc:sldMk cId="2238109495" sldId="752"/>
        </pc:sldMkLst>
      </pc:sldChg>
      <pc:sldChg chg="del">
        <pc:chgData name="Laurianne Lair" userId="877d0e272dd2d022" providerId="LiveId" clId="{111DC41F-30C2-4412-815D-216DD056990C}" dt="2024-12-01T18:59:00.129" v="5" actId="2696"/>
        <pc:sldMkLst>
          <pc:docMk/>
          <pc:sldMk cId="2381668322" sldId="753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596797089" sldId="754"/>
        </pc:sldMkLst>
      </pc:sldChg>
      <pc:sldChg chg="del">
        <pc:chgData name="Laurianne Lair" userId="877d0e272dd2d022" providerId="LiveId" clId="{111DC41F-30C2-4412-815D-216DD056990C}" dt="2024-12-01T18:59:28.966" v="7" actId="2696"/>
        <pc:sldMkLst>
          <pc:docMk/>
          <pc:sldMk cId="494342303" sldId="755"/>
        </pc:sldMkLst>
      </pc:sldChg>
      <pc:sldChg chg="del">
        <pc:chgData name="Laurianne Lair" userId="877d0e272dd2d022" providerId="LiveId" clId="{111DC41F-30C2-4412-815D-216DD056990C}" dt="2024-12-01T18:59:28.966" v="7" actId="2696"/>
        <pc:sldMkLst>
          <pc:docMk/>
          <pc:sldMk cId="3544502567" sldId="75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788797708" sldId="75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246132712" sldId="75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6815464" sldId="76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865263785" sldId="76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244152021" sldId="76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869760703" sldId="76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954549161" sldId="76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899660399" sldId="766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286084958" sldId="76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877204209" sldId="76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378130217" sldId="76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99620141" sldId="77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87636526" sldId="772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598200223" sldId="773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308541116" sldId="774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412949541" sldId="775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009374601" sldId="777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065375214" sldId="778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1442056629" sldId="779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716801955" sldId="780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3256131490" sldId="781"/>
        </pc:sldMkLst>
      </pc:sldChg>
      <pc:sldChg chg="del">
        <pc:chgData name="Laurianne Lair" userId="877d0e272dd2d022" providerId="LiveId" clId="{111DC41F-30C2-4412-815D-216DD056990C}" dt="2024-12-01T18:59:16.059" v="6" actId="2696"/>
        <pc:sldMkLst>
          <pc:docMk/>
          <pc:sldMk cId="2559450218" sldId="784"/>
        </pc:sldMkLst>
      </pc:sldChg>
    </pc:docChg>
  </pc:docChgLst>
  <pc:docChgLst>
    <pc:chgData name="Laurianne Lair" userId="877d0e272dd2d022" providerId="LiveId" clId="{2124C45E-1D12-41BC-91A4-F6325E7E7DA3}"/>
    <pc:docChg chg="undo custSel addSld delSld modSld sldOrd">
      <pc:chgData name="Laurianne Lair" userId="877d0e272dd2d022" providerId="LiveId" clId="{2124C45E-1D12-41BC-91A4-F6325E7E7DA3}" dt="2025-03-10T19:00:37.979" v="1160" actId="1076"/>
      <pc:docMkLst>
        <pc:docMk/>
      </pc:docMkLst>
      <pc:sldChg chg="modSp mod">
        <pc:chgData name="Laurianne Lair" userId="877d0e272dd2d022" providerId="LiveId" clId="{2124C45E-1D12-41BC-91A4-F6325E7E7DA3}" dt="2025-03-10T16:01:56.208" v="999" actId="1076"/>
        <pc:sldMkLst>
          <pc:docMk/>
          <pc:sldMk cId="0" sldId="257"/>
        </pc:sldMkLst>
        <pc:spChg chg="mod">
          <ac:chgData name="Laurianne Lair" userId="877d0e272dd2d022" providerId="LiveId" clId="{2124C45E-1D12-41BC-91A4-F6325E7E7DA3}" dt="2025-03-10T16:01:18.315" v="976" actId="20577"/>
          <ac:spMkLst>
            <pc:docMk/>
            <pc:sldMk cId="0" sldId="257"/>
            <ac:spMk id="4" creationId="{754F6CB3-5DA4-4553-9D8F-F3380A68D676}"/>
          </ac:spMkLst>
        </pc:spChg>
        <pc:spChg chg="mod">
          <ac:chgData name="Laurianne Lair" userId="877d0e272dd2d022" providerId="LiveId" clId="{2124C45E-1D12-41BC-91A4-F6325E7E7DA3}" dt="2025-03-10T16:01:56.208" v="999" actId="1076"/>
          <ac:spMkLst>
            <pc:docMk/>
            <pc:sldMk cId="0" sldId="257"/>
            <ac:spMk id="11265" creationId="{F04FAD1C-D935-4EA9-860A-A5EDAC21AB78}"/>
          </ac:spMkLst>
        </pc:spChg>
      </pc:sldChg>
      <pc:sldChg chg="del">
        <pc:chgData name="Laurianne Lair" userId="877d0e272dd2d022" providerId="LiveId" clId="{2124C45E-1D12-41BC-91A4-F6325E7E7DA3}" dt="2025-03-07T15:45:57.738" v="32" actId="2696"/>
        <pc:sldMkLst>
          <pc:docMk/>
          <pc:sldMk cId="1234421618" sldId="738"/>
        </pc:sldMkLst>
      </pc:sldChg>
      <pc:sldChg chg="addSp delSp modSp mod">
        <pc:chgData name="Laurianne Lair" userId="877d0e272dd2d022" providerId="LiveId" clId="{2124C45E-1D12-41BC-91A4-F6325E7E7DA3}" dt="2025-03-10T15:58:49.682" v="808" actId="20577"/>
        <pc:sldMkLst>
          <pc:docMk/>
          <pc:sldMk cId="2605074462" sldId="746"/>
        </pc:sldMkLst>
        <pc:spChg chg="mod">
          <ac:chgData name="Laurianne Lair" userId="877d0e272dd2d022" providerId="LiveId" clId="{2124C45E-1D12-41BC-91A4-F6325E7E7DA3}" dt="2025-03-07T17:12:12.284" v="114" actId="404"/>
          <ac:spMkLst>
            <pc:docMk/>
            <pc:sldMk cId="2605074462" sldId="746"/>
            <ac:spMk id="2" creationId="{1030F4DB-18F7-E1EE-D80E-3F2A329EB79F}"/>
          </ac:spMkLst>
        </pc:spChg>
        <pc:spChg chg="add mod ord">
          <ac:chgData name="Laurianne Lair" userId="877d0e272dd2d022" providerId="LiveId" clId="{2124C45E-1D12-41BC-91A4-F6325E7E7DA3}" dt="2025-03-10T15:58:06.644" v="800" actId="1076"/>
          <ac:spMkLst>
            <pc:docMk/>
            <pc:sldMk cId="2605074462" sldId="746"/>
            <ac:spMk id="9" creationId="{43F41577-02BE-8DC9-515C-61743C5C1223}"/>
          </ac:spMkLst>
        </pc:spChg>
        <pc:spChg chg="mod">
          <ac:chgData name="Laurianne Lair" userId="877d0e272dd2d022" providerId="LiveId" clId="{2124C45E-1D12-41BC-91A4-F6325E7E7DA3}" dt="2025-03-10T15:58:49.682" v="808" actId="20577"/>
          <ac:spMkLst>
            <pc:docMk/>
            <pc:sldMk cId="2605074462" sldId="746"/>
            <ac:spMk id="82" creationId="{727FD76B-0FF3-9FC3-6799-FF88D0007835}"/>
          </ac:spMkLst>
        </pc:spChg>
        <pc:picChg chg="add mod ord">
          <ac:chgData name="Laurianne Lair" userId="877d0e272dd2d022" providerId="LiveId" clId="{2124C45E-1D12-41BC-91A4-F6325E7E7DA3}" dt="2025-03-10T15:57:56.835" v="796" actId="1076"/>
          <ac:picMkLst>
            <pc:docMk/>
            <pc:sldMk cId="2605074462" sldId="746"/>
            <ac:picMk id="11" creationId="{5932D382-59C0-391C-1A05-C6F628081C90}"/>
          </ac:picMkLst>
        </pc:picChg>
        <pc:picChg chg="add mod ord">
          <ac:chgData name="Laurianne Lair" userId="877d0e272dd2d022" providerId="LiveId" clId="{2124C45E-1D12-41BC-91A4-F6325E7E7DA3}" dt="2025-03-10T15:57:58.651" v="797" actId="1076"/>
          <ac:picMkLst>
            <pc:docMk/>
            <pc:sldMk cId="2605074462" sldId="746"/>
            <ac:picMk id="13" creationId="{DA53FFAD-5C69-3CF7-3BE7-AF8927F11D84}"/>
          </ac:picMkLst>
        </pc:picChg>
        <pc:picChg chg="add mod">
          <ac:chgData name="Laurianne Lair" userId="877d0e272dd2d022" providerId="LiveId" clId="{2124C45E-1D12-41BC-91A4-F6325E7E7DA3}" dt="2025-03-10T15:58:06.644" v="800" actId="1076"/>
          <ac:picMkLst>
            <pc:docMk/>
            <pc:sldMk cId="2605074462" sldId="746"/>
            <ac:picMk id="16" creationId="{9939EE1E-637B-1332-F504-2FEB65572E79}"/>
          </ac:picMkLst>
        </pc:picChg>
        <pc:picChg chg="add mod">
          <ac:chgData name="Laurianne Lair" userId="877d0e272dd2d022" providerId="LiveId" clId="{2124C45E-1D12-41BC-91A4-F6325E7E7DA3}" dt="2025-03-10T15:58:06.644" v="800" actId="1076"/>
          <ac:picMkLst>
            <pc:docMk/>
            <pc:sldMk cId="2605074462" sldId="746"/>
            <ac:picMk id="17" creationId="{A1E4AB23-DE6E-ED3C-751F-D73DEE94C20C}"/>
          </ac:picMkLst>
        </pc:picChg>
      </pc:sldChg>
      <pc:sldChg chg="del">
        <pc:chgData name="Laurianne Lair" userId="877d0e272dd2d022" providerId="LiveId" clId="{2124C45E-1D12-41BC-91A4-F6325E7E7DA3}" dt="2025-03-07T15:45:51.691" v="31" actId="2696"/>
        <pc:sldMkLst>
          <pc:docMk/>
          <pc:sldMk cId="3686493217" sldId="747"/>
        </pc:sldMkLst>
      </pc:sldChg>
      <pc:sldChg chg="del">
        <pc:chgData name="Laurianne Lair" userId="877d0e272dd2d022" providerId="LiveId" clId="{2124C45E-1D12-41BC-91A4-F6325E7E7DA3}" dt="2025-03-07T15:45:51.691" v="31" actId="2696"/>
        <pc:sldMkLst>
          <pc:docMk/>
          <pc:sldMk cId="3292759731" sldId="748"/>
        </pc:sldMkLst>
      </pc:sldChg>
      <pc:sldChg chg="addSp delSp modSp mod modShow">
        <pc:chgData name="Laurianne Lair" userId="877d0e272dd2d022" providerId="LiveId" clId="{2124C45E-1D12-41BC-91A4-F6325E7E7DA3}" dt="2025-03-10T18:20:41.546" v="1055" actId="20577"/>
        <pc:sldMkLst>
          <pc:docMk/>
          <pc:sldMk cId="2693860794" sldId="750"/>
        </pc:sldMkLst>
        <pc:spChg chg="mod">
          <ac:chgData name="Laurianne Lair" userId="877d0e272dd2d022" providerId="LiveId" clId="{2124C45E-1D12-41BC-91A4-F6325E7E7DA3}" dt="2025-03-07T17:23:00.278" v="384" actId="20577"/>
          <ac:spMkLst>
            <pc:docMk/>
            <pc:sldMk cId="2693860794" sldId="750"/>
            <ac:spMk id="2" creationId="{4FE4DF15-B3C4-B422-2E8A-5D3083B2E71D}"/>
          </ac:spMkLst>
        </pc:spChg>
        <pc:spChg chg="add mod">
          <ac:chgData name="Laurianne Lair" userId="877d0e272dd2d022" providerId="LiveId" clId="{2124C45E-1D12-41BC-91A4-F6325E7E7DA3}" dt="2025-03-07T17:23:52.840" v="394" actId="1076"/>
          <ac:spMkLst>
            <pc:docMk/>
            <pc:sldMk cId="2693860794" sldId="750"/>
            <ac:spMk id="8" creationId="{13127888-E9D5-0ECB-3757-C5CA6FE8E180}"/>
          </ac:spMkLst>
        </pc:spChg>
        <pc:spChg chg="add mod">
          <ac:chgData name="Laurianne Lair" userId="877d0e272dd2d022" providerId="LiveId" clId="{2124C45E-1D12-41BC-91A4-F6325E7E7DA3}" dt="2025-03-07T17:23:52.840" v="394" actId="1076"/>
          <ac:spMkLst>
            <pc:docMk/>
            <pc:sldMk cId="2693860794" sldId="750"/>
            <ac:spMk id="12" creationId="{74E73BC4-96C7-67CA-D9DE-5E1E377BEB50}"/>
          </ac:spMkLst>
        </pc:spChg>
        <pc:spChg chg="add mod">
          <ac:chgData name="Laurianne Lair" userId="877d0e272dd2d022" providerId="LiveId" clId="{2124C45E-1D12-41BC-91A4-F6325E7E7DA3}" dt="2025-03-07T17:23:52.840" v="394" actId="1076"/>
          <ac:spMkLst>
            <pc:docMk/>
            <pc:sldMk cId="2693860794" sldId="750"/>
            <ac:spMk id="15" creationId="{43E288C7-76C7-B88C-C32D-D39018F1F1DE}"/>
          </ac:spMkLst>
        </pc:spChg>
        <pc:spChg chg="add mod">
          <ac:chgData name="Laurianne Lair" userId="877d0e272dd2d022" providerId="LiveId" clId="{2124C45E-1D12-41BC-91A4-F6325E7E7DA3}" dt="2025-03-07T17:23:52.840" v="394" actId="1076"/>
          <ac:spMkLst>
            <pc:docMk/>
            <pc:sldMk cId="2693860794" sldId="750"/>
            <ac:spMk id="16" creationId="{1C7E9608-DC06-CE7F-CF5E-98B7A028507A}"/>
          </ac:spMkLst>
        </pc:spChg>
        <pc:spChg chg="add mod">
          <ac:chgData name="Laurianne Lair" userId="877d0e272dd2d022" providerId="LiveId" clId="{2124C45E-1D12-41BC-91A4-F6325E7E7DA3}" dt="2025-03-07T17:23:52.840" v="394" actId="1076"/>
          <ac:spMkLst>
            <pc:docMk/>
            <pc:sldMk cId="2693860794" sldId="750"/>
            <ac:spMk id="17" creationId="{489FFD9C-1C29-1939-0B73-A51646AE19C2}"/>
          </ac:spMkLst>
        </pc:spChg>
        <pc:spChg chg="add mod">
          <ac:chgData name="Laurianne Lair" userId="877d0e272dd2d022" providerId="LiveId" clId="{2124C45E-1D12-41BC-91A4-F6325E7E7DA3}" dt="2025-03-07T17:23:52.840" v="394" actId="1076"/>
          <ac:spMkLst>
            <pc:docMk/>
            <pc:sldMk cId="2693860794" sldId="750"/>
            <ac:spMk id="18" creationId="{B3D1DEBE-D84C-B179-1B92-4DE2E91927B2}"/>
          </ac:spMkLst>
        </pc:spChg>
        <pc:spChg chg="add mod">
          <ac:chgData name="Laurianne Lair" userId="877d0e272dd2d022" providerId="LiveId" clId="{2124C45E-1D12-41BC-91A4-F6325E7E7DA3}" dt="2025-03-07T17:23:52.840" v="394" actId="1076"/>
          <ac:spMkLst>
            <pc:docMk/>
            <pc:sldMk cId="2693860794" sldId="750"/>
            <ac:spMk id="19" creationId="{B8F1B221-BB88-90D5-317C-83D565E3CD1E}"/>
          </ac:spMkLst>
        </pc:spChg>
        <pc:spChg chg="add mod">
          <ac:chgData name="Laurianne Lair" userId="877d0e272dd2d022" providerId="LiveId" clId="{2124C45E-1D12-41BC-91A4-F6325E7E7DA3}" dt="2025-03-07T17:23:52.840" v="394" actId="1076"/>
          <ac:spMkLst>
            <pc:docMk/>
            <pc:sldMk cId="2693860794" sldId="750"/>
            <ac:spMk id="20" creationId="{DB20940B-6C8D-B458-F147-1683577DBDF4}"/>
          </ac:spMkLst>
        </pc:spChg>
        <pc:spChg chg="add mod">
          <ac:chgData name="Laurianne Lair" userId="877d0e272dd2d022" providerId="LiveId" clId="{2124C45E-1D12-41BC-91A4-F6325E7E7DA3}" dt="2025-03-07T17:23:52.840" v="394" actId="1076"/>
          <ac:spMkLst>
            <pc:docMk/>
            <pc:sldMk cId="2693860794" sldId="750"/>
            <ac:spMk id="21" creationId="{2D4B3EDA-E7E8-99BC-806D-5E142C5CD95F}"/>
          </ac:spMkLst>
        </pc:spChg>
        <pc:spChg chg="add mod">
          <ac:chgData name="Laurianne Lair" userId="877d0e272dd2d022" providerId="LiveId" clId="{2124C45E-1D12-41BC-91A4-F6325E7E7DA3}" dt="2025-03-07T17:40:19.232" v="726" actId="6549"/>
          <ac:spMkLst>
            <pc:docMk/>
            <pc:sldMk cId="2693860794" sldId="750"/>
            <ac:spMk id="23" creationId="{F73799E0-0B53-ED94-921E-EDCD6D0F5043}"/>
          </ac:spMkLst>
        </pc:spChg>
        <pc:spChg chg="add mod">
          <ac:chgData name="Laurianne Lair" userId="877d0e272dd2d022" providerId="LiveId" clId="{2124C45E-1D12-41BC-91A4-F6325E7E7DA3}" dt="2025-03-07T17:40:13.439" v="725" actId="1036"/>
          <ac:spMkLst>
            <pc:docMk/>
            <pc:sldMk cId="2693860794" sldId="750"/>
            <ac:spMk id="24" creationId="{1B01F361-F086-2642-395D-954B2E9F69C8}"/>
          </ac:spMkLst>
        </pc:spChg>
        <pc:spChg chg="mod">
          <ac:chgData name="Laurianne Lair" userId="877d0e272dd2d022" providerId="LiveId" clId="{2124C45E-1D12-41BC-91A4-F6325E7E7DA3}" dt="2025-03-10T18:20:41.546" v="1055" actId="20577"/>
          <ac:spMkLst>
            <pc:docMk/>
            <pc:sldMk cId="2693860794" sldId="750"/>
            <ac:spMk id="82" creationId="{4EEE8E5F-1961-ABD9-5B69-23C7E54C257D}"/>
          </ac:spMkLst>
        </pc:spChg>
        <pc:cxnChg chg="add mod">
          <ac:chgData name="Laurianne Lair" userId="877d0e272dd2d022" providerId="LiveId" clId="{2124C45E-1D12-41BC-91A4-F6325E7E7DA3}" dt="2025-03-07T17:23:52.840" v="394" actId="1076"/>
          <ac:cxnSpMkLst>
            <pc:docMk/>
            <pc:sldMk cId="2693860794" sldId="750"/>
            <ac:cxnSpMk id="11" creationId="{EC8DBE6F-0F27-0E83-76D4-1F24EEBBDD2F}"/>
          </ac:cxnSpMkLst>
        </pc:cxnChg>
      </pc:sldChg>
      <pc:sldChg chg="addSp delSp modSp mod ord delAnim modAnim">
        <pc:chgData name="Laurianne Lair" userId="877d0e272dd2d022" providerId="LiveId" clId="{2124C45E-1D12-41BC-91A4-F6325E7E7DA3}" dt="2025-03-10T18:48:58.516" v="1147" actId="1076"/>
        <pc:sldMkLst>
          <pc:docMk/>
          <pc:sldMk cId="1800251579" sldId="751"/>
        </pc:sldMkLst>
        <pc:spChg chg="mod">
          <ac:chgData name="Laurianne Lair" userId="877d0e272dd2d022" providerId="LiveId" clId="{2124C45E-1D12-41BC-91A4-F6325E7E7DA3}" dt="2025-03-07T17:14:10.392" v="194" actId="404"/>
          <ac:spMkLst>
            <pc:docMk/>
            <pc:sldMk cId="1800251579" sldId="751"/>
            <ac:spMk id="2" creationId="{1748A6C4-4126-1E0D-7F6A-7DF850B48536}"/>
          </ac:spMkLst>
        </pc:spChg>
        <pc:spChg chg="add del mod">
          <ac:chgData name="Laurianne Lair" userId="877d0e272dd2d022" providerId="LiveId" clId="{2124C45E-1D12-41BC-91A4-F6325E7E7DA3}" dt="2025-03-10T17:20:40.701" v="1027" actId="478"/>
          <ac:spMkLst>
            <pc:docMk/>
            <pc:sldMk cId="1800251579" sldId="751"/>
            <ac:spMk id="3" creationId="{E20898BA-16DF-0997-D590-34C6AC573A1B}"/>
          </ac:spMkLst>
        </pc:spChg>
        <pc:spChg chg="add del mod">
          <ac:chgData name="Laurianne Lair" userId="877d0e272dd2d022" providerId="LiveId" clId="{2124C45E-1D12-41BC-91A4-F6325E7E7DA3}" dt="2025-03-10T17:20:40.701" v="1027" actId="478"/>
          <ac:spMkLst>
            <pc:docMk/>
            <pc:sldMk cId="1800251579" sldId="751"/>
            <ac:spMk id="5" creationId="{24637E94-F749-E314-EC91-C3E774B1C825}"/>
          </ac:spMkLst>
        </pc:spChg>
        <pc:spChg chg="add del mod">
          <ac:chgData name="Laurianne Lair" userId="877d0e272dd2d022" providerId="LiveId" clId="{2124C45E-1D12-41BC-91A4-F6325E7E7DA3}" dt="2025-03-10T17:20:40.701" v="1027" actId="478"/>
          <ac:spMkLst>
            <pc:docMk/>
            <pc:sldMk cId="1800251579" sldId="751"/>
            <ac:spMk id="6" creationId="{41FAAD2E-7782-71DF-CA94-59790B700455}"/>
          </ac:spMkLst>
        </pc:spChg>
        <pc:spChg chg="add del mod">
          <ac:chgData name="Laurianne Lair" userId="877d0e272dd2d022" providerId="LiveId" clId="{2124C45E-1D12-41BC-91A4-F6325E7E7DA3}" dt="2025-03-10T17:16:05.140" v="1010" actId="478"/>
          <ac:spMkLst>
            <pc:docMk/>
            <pc:sldMk cId="1800251579" sldId="751"/>
            <ac:spMk id="7" creationId="{61318302-EA7E-0794-7749-9ECF39A25FAD}"/>
          </ac:spMkLst>
        </pc:spChg>
        <pc:spChg chg="add del mod">
          <ac:chgData name="Laurianne Lair" userId="877d0e272dd2d022" providerId="LiveId" clId="{2124C45E-1D12-41BC-91A4-F6325E7E7DA3}" dt="2025-03-10T17:20:43.623" v="1028" actId="478"/>
          <ac:spMkLst>
            <pc:docMk/>
            <pc:sldMk cId="1800251579" sldId="751"/>
            <ac:spMk id="8" creationId="{FEAF6BCD-81EA-7923-39C2-BCC4AD04D960}"/>
          </ac:spMkLst>
        </pc:spChg>
        <pc:spChg chg="add del mod">
          <ac:chgData name="Laurianne Lair" userId="877d0e272dd2d022" providerId="LiveId" clId="{2124C45E-1D12-41BC-91A4-F6325E7E7DA3}" dt="2025-03-10T17:20:40.701" v="1027" actId="478"/>
          <ac:spMkLst>
            <pc:docMk/>
            <pc:sldMk cId="1800251579" sldId="751"/>
            <ac:spMk id="9" creationId="{17C4AB05-3CD0-0D11-6E99-B10729442F67}"/>
          </ac:spMkLst>
        </pc:spChg>
        <pc:spChg chg="add del mod">
          <ac:chgData name="Laurianne Lair" userId="877d0e272dd2d022" providerId="LiveId" clId="{2124C45E-1D12-41BC-91A4-F6325E7E7DA3}" dt="2025-03-10T17:20:40.701" v="1027" actId="478"/>
          <ac:spMkLst>
            <pc:docMk/>
            <pc:sldMk cId="1800251579" sldId="751"/>
            <ac:spMk id="10" creationId="{DD91DF38-4069-C071-7AB8-1F54A227E632}"/>
          </ac:spMkLst>
        </pc:spChg>
        <pc:spChg chg="add mod">
          <ac:chgData name="Laurianne Lair" userId="877d0e272dd2d022" providerId="LiveId" clId="{2124C45E-1D12-41BC-91A4-F6325E7E7DA3}" dt="2025-03-10T18:48:58.516" v="1147" actId="1076"/>
          <ac:spMkLst>
            <pc:docMk/>
            <pc:sldMk cId="1800251579" sldId="751"/>
            <ac:spMk id="12" creationId="{66DC3886-5201-282B-D321-4A2293BD1C3B}"/>
          </ac:spMkLst>
        </pc:spChg>
        <pc:spChg chg="add mod">
          <ac:chgData name="Laurianne Lair" userId="877d0e272dd2d022" providerId="LiveId" clId="{2124C45E-1D12-41BC-91A4-F6325E7E7DA3}" dt="2025-03-10T15:58:29.931" v="805" actId="1076"/>
          <ac:spMkLst>
            <pc:docMk/>
            <pc:sldMk cId="1800251579" sldId="751"/>
            <ac:spMk id="13" creationId="{DB46ACC0-FA5F-6FA9-E98F-7E3CA4432D0A}"/>
          </ac:spMkLst>
        </pc:spChg>
        <pc:spChg chg="add mod">
          <ac:chgData name="Laurianne Lair" userId="877d0e272dd2d022" providerId="LiveId" clId="{2124C45E-1D12-41BC-91A4-F6325E7E7DA3}" dt="2025-03-10T15:58:29.931" v="805" actId="1076"/>
          <ac:spMkLst>
            <pc:docMk/>
            <pc:sldMk cId="1800251579" sldId="751"/>
            <ac:spMk id="14" creationId="{383D4171-D9A0-2B91-942B-2FED535AD91C}"/>
          </ac:spMkLst>
        </pc:spChg>
        <pc:spChg chg="add del mod">
          <ac:chgData name="Laurianne Lair" userId="877d0e272dd2d022" providerId="LiveId" clId="{2124C45E-1D12-41BC-91A4-F6325E7E7DA3}" dt="2025-03-10T17:22:35.749" v="1038" actId="478"/>
          <ac:spMkLst>
            <pc:docMk/>
            <pc:sldMk cId="1800251579" sldId="751"/>
            <ac:spMk id="15" creationId="{9E3CAF59-CE09-28D3-C832-6F84720673FC}"/>
          </ac:spMkLst>
        </pc:spChg>
        <pc:spChg chg="add mod">
          <ac:chgData name="Laurianne Lair" userId="877d0e272dd2d022" providerId="LiveId" clId="{2124C45E-1D12-41BC-91A4-F6325E7E7DA3}" dt="2025-03-10T18:48:58.516" v="1147" actId="1076"/>
          <ac:spMkLst>
            <pc:docMk/>
            <pc:sldMk cId="1800251579" sldId="751"/>
            <ac:spMk id="16" creationId="{EB2AB3A8-8131-9BE4-8F77-6B559BA68861}"/>
          </ac:spMkLst>
        </pc:spChg>
        <pc:spChg chg="add mod">
          <ac:chgData name="Laurianne Lair" userId="877d0e272dd2d022" providerId="LiveId" clId="{2124C45E-1D12-41BC-91A4-F6325E7E7DA3}" dt="2025-03-10T18:48:58.516" v="1147" actId="1076"/>
          <ac:spMkLst>
            <pc:docMk/>
            <pc:sldMk cId="1800251579" sldId="751"/>
            <ac:spMk id="17" creationId="{AB182BC8-201E-B738-2373-1612584DEDEA}"/>
          </ac:spMkLst>
        </pc:spChg>
        <pc:spChg chg="add mod">
          <ac:chgData name="Laurianne Lair" userId="877d0e272dd2d022" providerId="LiveId" clId="{2124C45E-1D12-41BC-91A4-F6325E7E7DA3}" dt="2025-03-10T18:48:58.516" v="1147" actId="1076"/>
          <ac:spMkLst>
            <pc:docMk/>
            <pc:sldMk cId="1800251579" sldId="751"/>
            <ac:spMk id="19" creationId="{D131DB43-C4D9-8668-AD1A-D47C0E9339AB}"/>
          </ac:spMkLst>
        </pc:spChg>
        <pc:spChg chg="add mod">
          <ac:chgData name="Laurianne Lair" userId="877d0e272dd2d022" providerId="LiveId" clId="{2124C45E-1D12-41BC-91A4-F6325E7E7DA3}" dt="2025-03-10T18:48:58.516" v="1147" actId="1076"/>
          <ac:spMkLst>
            <pc:docMk/>
            <pc:sldMk cId="1800251579" sldId="751"/>
            <ac:spMk id="20" creationId="{AC70BC97-1259-C7B1-D24D-FBDE69030E2C}"/>
          </ac:spMkLst>
        </pc:spChg>
        <pc:spChg chg="mod">
          <ac:chgData name="Laurianne Lair" userId="877d0e272dd2d022" providerId="LiveId" clId="{2124C45E-1D12-41BC-91A4-F6325E7E7DA3}" dt="2025-03-10T15:58:52.913" v="810" actId="20577"/>
          <ac:spMkLst>
            <pc:docMk/>
            <pc:sldMk cId="1800251579" sldId="751"/>
            <ac:spMk id="82" creationId="{4E2E5BC3-8A94-254A-0405-CC6FF884B36E}"/>
          </ac:spMkLst>
        </pc:spChg>
        <pc:picChg chg="add mod">
          <ac:chgData name="Laurianne Lair" userId="877d0e272dd2d022" providerId="LiveId" clId="{2124C45E-1D12-41BC-91A4-F6325E7E7DA3}" dt="2025-03-10T15:58:29.931" v="805" actId="1076"/>
          <ac:picMkLst>
            <pc:docMk/>
            <pc:sldMk cId="1800251579" sldId="751"/>
            <ac:picMk id="11" creationId="{B0FEA652-6D33-3733-C910-E8AD0B9C41FA}"/>
          </ac:picMkLst>
        </pc:picChg>
      </pc:sldChg>
      <pc:sldChg chg="addSp delSp modSp add mod modAnim">
        <pc:chgData name="Laurianne Lair" userId="877d0e272dd2d022" providerId="LiveId" clId="{2124C45E-1D12-41BC-91A4-F6325E7E7DA3}" dt="2025-03-10T19:00:37.979" v="1160" actId="1076"/>
        <pc:sldMkLst>
          <pc:docMk/>
          <pc:sldMk cId="665207351" sldId="752"/>
        </pc:sldMkLst>
        <pc:spChg chg="mod">
          <ac:chgData name="Laurianne Lair" userId="877d0e272dd2d022" providerId="LiveId" clId="{2124C45E-1D12-41BC-91A4-F6325E7E7DA3}" dt="2025-03-07T17:25:23.558" v="412" actId="20577"/>
          <ac:spMkLst>
            <pc:docMk/>
            <pc:sldMk cId="665207351" sldId="752"/>
            <ac:spMk id="2" creationId="{EB1AEB27-25D6-9F52-B23A-FD2462A04AA7}"/>
          </ac:spMkLst>
        </pc:spChg>
        <pc:spChg chg="mod">
          <ac:chgData name="Laurianne Lair" userId="877d0e272dd2d022" providerId="LiveId" clId="{2124C45E-1D12-41BC-91A4-F6325E7E7DA3}" dt="2025-03-07T17:40:35.060" v="729" actId="12"/>
          <ac:spMkLst>
            <pc:docMk/>
            <pc:sldMk cId="665207351" sldId="752"/>
            <ac:spMk id="5" creationId="{0400DA7C-E1E9-3F24-AB4A-D2803029E4D7}"/>
          </ac:spMkLst>
        </pc:spChg>
        <pc:spChg chg="add mod">
          <ac:chgData name="Laurianne Lair" userId="877d0e272dd2d022" providerId="LiveId" clId="{2124C45E-1D12-41BC-91A4-F6325E7E7DA3}" dt="2025-03-10T16:02:46.970" v="1000" actId="1076"/>
          <ac:spMkLst>
            <pc:docMk/>
            <pc:sldMk cId="665207351" sldId="752"/>
            <ac:spMk id="7" creationId="{1F185E6E-FDD6-A158-9AB9-3B457656CF44}"/>
          </ac:spMkLst>
        </pc:spChg>
        <pc:spChg chg="add mod">
          <ac:chgData name="Laurianne Lair" userId="877d0e272dd2d022" providerId="LiveId" clId="{2124C45E-1D12-41BC-91A4-F6325E7E7DA3}" dt="2025-03-07T17:40:39.023" v="730" actId="1076"/>
          <ac:spMkLst>
            <pc:docMk/>
            <pc:sldMk cId="665207351" sldId="752"/>
            <ac:spMk id="8" creationId="{ED9A8BFB-15FD-F385-4B4D-7722BC7EAC7D}"/>
          </ac:spMkLst>
        </pc:spChg>
        <pc:spChg chg="add mod">
          <ac:chgData name="Laurianne Lair" userId="877d0e272dd2d022" providerId="LiveId" clId="{2124C45E-1D12-41BC-91A4-F6325E7E7DA3}" dt="2025-03-07T17:40:44.495" v="732" actId="1076"/>
          <ac:spMkLst>
            <pc:docMk/>
            <pc:sldMk cId="665207351" sldId="752"/>
            <ac:spMk id="9" creationId="{D43F0A65-97A4-422B-19CF-D4EB9CF0AFB7}"/>
          </ac:spMkLst>
        </pc:spChg>
        <pc:spChg chg="add mod">
          <ac:chgData name="Laurianne Lair" userId="877d0e272dd2d022" providerId="LiveId" clId="{2124C45E-1D12-41BC-91A4-F6325E7E7DA3}" dt="2025-03-10T16:02:46.970" v="1000" actId="1076"/>
          <ac:spMkLst>
            <pc:docMk/>
            <pc:sldMk cId="665207351" sldId="752"/>
            <ac:spMk id="10" creationId="{896C4C11-5A14-55F6-503A-49F89B3F2458}"/>
          </ac:spMkLst>
        </pc:spChg>
        <pc:spChg chg="add mod">
          <ac:chgData name="Laurianne Lair" userId="877d0e272dd2d022" providerId="LiveId" clId="{2124C45E-1D12-41BC-91A4-F6325E7E7DA3}" dt="2025-03-10T16:02:46.970" v="1000" actId="1076"/>
          <ac:spMkLst>
            <pc:docMk/>
            <pc:sldMk cId="665207351" sldId="752"/>
            <ac:spMk id="11" creationId="{D6E46595-2D8A-60FF-6098-58E3BC9A7DF0}"/>
          </ac:spMkLst>
        </pc:spChg>
        <pc:spChg chg="mod">
          <ac:chgData name="Laurianne Lair" userId="877d0e272dd2d022" providerId="LiveId" clId="{2124C45E-1D12-41BC-91A4-F6325E7E7DA3}" dt="2025-03-10T18:20:29.808" v="1049" actId="20577"/>
          <ac:spMkLst>
            <pc:docMk/>
            <pc:sldMk cId="665207351" sldId="752"/>
            <ac:spMk id="82" creationId="{EBE5C37C-BD8B-F5CE-AF26-D9439172C34C}"/>
          </ac:spMkLst>
        </pc:spChg>
        <pc:picChg chg="add mod">
          <ac:chgData name="Laurianne Lair" userId="877d0e272dd2d022" providerId="LiveId" clId="{2124C45E-1D12-41BC-91A4-F6325E7E7DA3}" dt="2025-03-10T19:00:07.657" v="1153" actId="1076"/>
          <ac:picMkLst>
            <pc:docMk/>
            <pc:sldMk cId="665207351" sldId="752"/>
            <ac:picMk id="6" creationId="{F2739439-348F-BDBA-6AFA-87ABC4EC54B0}"/>
          </ac:picMkLst>
        </pc:picChg>
        <pc:picChg chg="add mod">
          <ac:chgData name="Laurianne Lair" userId="877d0e272dd2d022" providerId="LiveId" clId="{2124C45E-1D12-41BC-91A4-F6325E7E7DA3}" dt="2025-03-10T16:06:19.369" v="1002" actId="1076"/>
          <ac:picMkLst>
            <pc:docMk/>
            <pc:sldMk cId="665207351" sldId="752"/>
            <ac:picMk id="13" creationId="{42B856F1-B330-EBC9-015F-D8F74AFECE0F}"/>
          </ac:picMkLst>
        </pc:picChg>
        <pc:picChg chg="add mod">
          <ac:chgData name="Laurianne Lair" userId="877d0e272dd2d022" providerId="LiveId" clId="{2124C45E-1D12-41BC-91A4-F6325E7E7DA3}" dt="2025-03-10T19:00:35.714" v="1159" actId="1076"/>
          <ac:picMkLst>
            <pc:docMk/>
            <pc:sldMk cId="665207351" sldId="752"/>
            <ac:picMk id="14" creationId="{A0C19A9D-99F0-86CD-FE84-93AAF3DF0A0F}"/>
          </ac:picMkLst>
        </pc:picChg>
        <pc:picChg chg="add mod">
          <ac:chgData name="Laurianne Lair" userId="877d0e272dd2d022" providerId="LiveId" clId="{2124C45E-1D12-41BC-91A4-F6325E7E7DA3}" dt="2025-03-10T18:59:49.481" v="1148" actId="1076"/>
          <ac:picMkLst>
            <pc:docMk/>
            <pc:sldMk cId="665207351" sldId="752"/>
            <ac:picMk id="15" creationId="{232C0254-81A7-6D79-515F-2D0C3940A35E}"/>
          </ac:picMkLst>
        </pc:picChg>
        <pc:picChg chg="add mod">
          <ac:chgData name="Laurianne Lair" userId="877d0e272dd2d022" providerId="LiveId" clId="{2124C45E-1D12-41BC-91A4-F6325E7E7DA3}" dt="2025-03-10T18:59:50.878" v="1149" actId="1076"/>
          <ac:picMkLst>
            <pc:docMk/>
            <pc:sldMk cId="665207351" sldId="752"/>
            <ac:picMk id="17" creationId="{2B08A9AF-CA2E-8C31-8752-19D74753E403}"/>
          </ac:picMkLst>
        </pc:picChg>
        <pc:picChg chg="add mod">
          <ac:chgData name="Laurianne Lair" userId="877d0e272dd2d022" providerId="LiveId" clId="{2124C45E-1D12-41BC-91A4-F6325E7E7DA3}" dt="2025-03-10T19:00:37.979" v="1160" actId="1076"/>
          <ac:picMkLst>
            <pc:docMk/>
            <pc:sldMk cId="665207351" sldId="752"/>
            <ac:picMk id="18" creationId="{41E0A030-8930-B018-72A8-0C53471211F7}"/>
          </ac:picMkLst>
        </pc:picChg>
      </pc:sldChg>
      <pc:sldChg chg="del">
        <pc:chgData name="Laurianne Lair" userId="877d0e272dd2d022" providerId="LiveId" clId="{2124C45E-1D12-41BC-91A4-F6325E7E7DA3}" dt="2025-03-07T15:45:51.691" v="31" actId="2696"/>
        <pc:sldMkLst>
          <pc:docMk/>
          <pc:sldMk cId="3990608834" sldId="752"/>
        </pc:sldMkLst>
      </pc:sldChg>
      <pc:sldChg chg="addSp delSp modSp add mod">
        <pc:chgData name="Laurianne Lair" userId="877d0e272dd2d022" providerId="LiveId" clId="{2124C45E-1D12-41BC-91A4-F6325E7E7DA3}" dt="2025-03-10T18:20:33.609" v="1051" actId="20577"/>
        <pc:sldMkLst>
          <pc:docMk/>
          <pc:sldMk cId="2229187026" sldId="753"/>
        </pc:sldMkLst>
        <pc:spChg chg="mod">
          <ac:chgData name="Laurianne Lair" userId="877d0e272dd2d022" providerId="LiveId" clId="{2124C45E-1D12-41BC-91A4-F6325E7E7DA3}" dt="2025-03-07T17:25:54.194" v="431" actId="20577"/>
          <ac:spMkLst>
            <pc:docMk/>
            <pc:sldMk cId="2229187026" sldId="753"/>
            <ac:spMk id="2" creationId="{50A1C70D-FE0A-4559-F2A1-34496CE1FD0A}"/>
          </ac:spMkLst>
        </pc:spChg>
        <pc:spChg chg="add mod">
          <ac:chgData name="Laurianne Lair" userId="877d0e272dd2d022" providerId="LiveId" clId="{2124C45E-1D12-41BC-91A4-F6325E7E7DA3}" dt="2025-03-07T17:41:28.839" v="751" actId="1076"/>
          <ac:spMkLst>
            <pc:docMk/>
            <pc:sldMk cId="2229187026" sldId="753"/>
            <ac:spMk id="3" creationId="{AB1F5879-E2F2-45E7-86CC-8AE733049CF3}"/>
          </ac:spMkLst>
        </pc:spChg>
        <pc:spChg chg="mod">
          <ac:chgData name="Laurianne Lair" userId="877d0e272dd2d022" providerId="LiveId" clId="{2124C45E-1D12-41BC-91A4-F6325E7E7DA3}" dt="2025-03-10T15:59:22.645" v="817" actId="1076"/>
          <ac:spMkLst>
            <pc:docMk/>
            <pc:sldMk cId="2229187026" sldId="753"/>
            <ac:spMk id="6" creationId="{6E11A3EB-A41D-2647-C635-42A5C0957096}"/>
          </ac:spMkLst>
        </pc:spChg>
        <pc:spChg chg="add mod">
          <ac:chgData name="Laurianne Lair" userId="877d0e272dd2d022" providerId="LiveId" clId="{2124C45E-1D12-41BC-91A4-F6325E7E7DA3}" dt="2025-03-07T17:41:50.833" v="758" actId="1076"/>
          <ac:spMkLst>
            <pc:docMk/>
            <pc:sldMk cId="2229187026" sldId="753"/>
            <ac:spMk id="7" creationId="{53C2B6C8-5BFE-004A-168A-EE2BE81C8009}"/>
          </ac:spMkLst>
        </pc:spChg>
        <pc:spChg chg="add mod">
          <ac:chgData name="Laurianne Lair" userId="877d0e272dd2d022" providerId="LiveId" clId="{2124C45E-1D12-41BC-91A4-F6325E7E7DA3}" dt="2025-03-07T17:41:54.523" v="759" actId="1076"/>
          <ac:spMkLst>
            <pc:docMk/>
            <pc:sldMk cId="2229187026" sldId="753"/>
            <ac:spMk id="8" creationId="{8D4967ED-DADF-3E9F-8BF8-8D528AE658DE}"/>
          </ac:spMkLst>
        </pc:spChg>
        <pc:spChg chg="mod">
          <ac:chgData name="Laurianne Lair" userId="877d0e272dd2d022" providerId="LiveId" clId="{2124C45E-1D12-41BC-91A4-F6325E7E7DA3}" dt="2025-03-10T18:20:33.609" v="1051" actId="20577"/>
          <ac:spMkLst>
            <pc:docMk/>
            <pc:sldMk cId="2229187026" sldId="753"/>
            <ac:spMk id="82" creationId="{1FF20C57-EDBC-AC4B-0040-6EDC8ABFA98E}"/>
          </ac:spMkLst>
        </pc:spChg>
      </pc:sldChg>
      <pc:sldChg chg="delSp modSp add mod delAnim modShow">
        <pc:chgData name="Laurianne Lair" userId="877d0e272dd2d022" providerId="LiveId" clId="{2124C45E-1D12-41BC-91A4-F6325E7E7DA3}" dt="2025-03-10T18:20:37.772" v="1053" actId="20577"/>
        <pc:sldMkLst>
          <pc:docMk/>
          <pc:sldMk cId="4028037368" sldId="754"/>
        </pc:sldMkLst>
        <pc:spChg chg="mod">
          <ac:chgData name="Laurianne Lair" userId="877d0e272dd2d022" providerId="LiveId" clId="{2124C45E-1D12-41BC-91A4-F6325E7E7DA3}" dt="2025-03-10T17:20:37.068" v="1026" actId="1076"/>
          <ac:spMkLst>
            <pc:docMk/>
            <pc:sldMk cId="4028037368" sldId="754"/>
            <ac:spMk id="3" creationId="{8479DF48-15CB-2680-E5A6-AB597BC53FCC}"/>
          </ac:spMkLst>
        </pc:spChg>
        <pc:spChg chg="mod">
          <ac:chgData name="Laurianne Lair" userId="877d0e272dd2d022" providerId="LiveId" clId="{2124C45E-1D12-41BC-91A4-F6325E7E7DA3}" dt="2025-03-10T17:20:37.068" v="1026" actId="1076"/>
          <ac:spMkLst>
            <pc:docMk/>
            <pc:sldMk cId="4028037368" sldId="754"/>
            <ac:spMk id="5" creationId="{9372193C-E509-7901-6DA3-D697FABB7106}"/>
          </ac:spMkLst>
        </pc:spChg>
        <pc:spChg chg="mod">
          <ac:chgData name="Laurianne Lair" userId="877d0e272dd2d022" providerId="LiveId" clId="{2124C45E-1D12-41BC-91A4-F6325E7E7DA3}" dt="2025-03-10T17:20:37.068" v="1026" actId="1076"/>
          <ac:spMkLst>
            <pc:docMk/>
            <pc:sldMk cId="4028037368" sldId="754"/>
            <ac:spMk id="6" creationId="{1D4D20E0-37EA-CAE9-DB47-5B959366CB0C}"/>
          </ac:spMkLst>
        </pc:spChg>
        <pc:spChg chg="mod">
          <ac:chgData name="Laurianne Lair" userId="877d0e272dd2d022" providerId="LiveId" clId="{2124C45E-1D12-41BC-91A4-F6325E7E7DA3}" dt="2025-03-10T17:20:37.068" v="1026" actId="1076"/>
          <ac:spMkLst>
            <pc:docMk/>
            <pc:sldMk cId="4028037368" sldId="754"/>
            <ac:spMk id="8" creationId="{71D3B493-1049-43B5-88F7-B4A1754DB196}"/>
          </ac:spMkLst>
        </pc:spChg>
        <pc:spChg chg="mod">
          <ac:chgData name="Laurianne Lair" userId="877d0e272dd2d022" providerId="LiveId" clId="{2124C45E-1D12-41BC-91A4-F6325E7E7DA3}" dt="2025-03-10T17:20:37.068" v="1026" actId="1076"/>
          <ac:spMkLst>
            <pc:docMk/>
            <pc:sldMk cId="4028037368" sldId="754"/>
            <ac:spMk id="9" creationId="{44380F61-4743-7750-0883-0511D686C3EC}"/>
          </ac:spMkLst>
        </pc:spChg>
        <pc:spChg chg="mod">
          <ac:chgData name="Laurianne Lair" userId="877d0e272dd2d022" providerId="LiveId" clId="{2124C45E-1D12-41BC-91A4-F6325E7E7DA3}" dt="2025-03-10T17:20:37.068" v="1026" actId="1076"/>
          <ac:spMkLst>
            <pc:docMk/>
            <pc:sldMk cId="4028037368" sldId="754"/>
            <ac:spMk id="10" creationId="{14356679-D63A-C8DF-CFFB-7E0F455FB7EE}"/>
          </ac:spMkLst>
        </pc:spChg>
        <pc:spChg chg="del">
          <ac:chgData name="Laurianne Lair" userId="877d0e272dd2d022" providerId="LiveId" clId="{2124C45E-1D12-41BC-91A4-F6325E7E7DA3}" dt="2025-03-10T17:20:33.927" v="1025" actId="478"/>
          <ac:spMkLst>
            <pc:docMk/>
            <pc:sldMk cId="4028037368" sldId="754"/>
            <ac:spMk id="12" creationId="{0422CEB9-DA43-79B0-B41F-18F113EE195D}"/>
          </ac:spMkLst>
        </pc:spChg>
        <pc:spChg chg="del">
          <ac:chgData name="Laurianne Lair" userId="877d0e272dd2d022" providerId="LiveId" clId="{2124C45E-1D12-41BC-91A4-F6325E7E7DA3}" dt="2025-03-10T17:20:33.927" v="1025" actId="478"/>
          <ac:spMkLst>
            <pc:docMk/>
            <pc:sldMk cId="4028037368" sldId="754"/>
            <ac:spMk id="13" creationId="{F206307C-8031-F8F2-4ED5-5C97149D318D}"/>
          </ac:spMkLst>
        </pc:spChg>
        <pc:spChg chg="del">
          <ac:chgData name="Laurianne Lair" userId="877d0e272dd2d022" providerId="LiveId" clId="{2124C45E-1D12-41BC-91A4-F6325E7E7DA3}" dt="2025-03-10T17:20:33.927" v="1025" actId="478"/>
          <ac:spMkLst>
            <pc:docMk/>
            <pc:sldMk cId="4028037368" sldId="754"/>
            <ac:spMk id="14" creationId="{25301E40-309A-86C0-9BAE-2E0CDA7CB170}"/>
          </ac:spMkLst>
        </pc:spChg>
        <pc:spChg chg="del">
          <ac:chgData name="Laurianne Lair" userId="877d0e272dd2d022" providerId="LiveId" clId="{2124C45E-1D12-41BC-91A4-F6325E7E7DA3}" dt="2025-03-10T17:20:33.927" v="1025" actId="478"/>
          <ac:spMkLst>
            <pc:docMk/>
            <pc:sldMk cId="4028037368" sldId="754"/>
            <ac:spMk id="15" creationId="{E9398654-A566-B263-2622-1981CABBA74B}"/>
          </ac:spMkLst>
        </pc:spChg>
        <pc:spChg chg="del">
          <ac:chgData name="Laurianne Lair" userId="877d0e272dd2d022" providerId="LiveId" clId="{2124C45E-1D12-41BC-91A4-F6325E7E7DA3}" dt="2025-03-10T17:20:33.927" v="1025" actId="478"/>
          <ac:spMkLst>
            <pc:docMk/>
            <pc:sldMk cId="4028037368" sldId="754"/>
            <ac:spMk id="16" creationId="{67FB6422-318E-C1A5-BDAD-D2D38CD23E19}"/>
          </ac:spMkLst>
        </pc:spChg>
        <pc:spChg chg="mod">
          <ac:chgData name="Laurianne Lair" userId="877d0e272dd2d022" providerId="LiveId" clId="{2124C45E-1D12-41BC-91A4-F6325E7E7DA3}" dt="2025-03-10T18:20:37.772" v="1053" actId="20577"/>
          <ac:spMkLst>
            <pc:docMk/>
            <pc:sldMk cId="4028037368" sldId="754"/>
            <ac:spMk id="82" creationId="{4995D900-1D0B-592A-3F82-DDEB85B48CDA}"/>
          </ac:spMkLst>
        </pc:spChg>
        <pc:picChg chg="del">
          <ac:chgData name="Laurianne Lair" userId="877d0e272dd2d022" providerId="LiveId" clId="{2124C45E-1D12-41BC-91A4-F6325E7E7DA3}" dt="2025-03-10T17:20:33.927" v="1025" actId="478"/>
          <ac:picMkLst>
            <pc:docMk/>
            <pc:sldMk cId="4028037368" sldId="754"/>
            <ac:picMk id="11" creationId="{2354953B-DA63-48CF-540E-C939AB81217A}"/>
          </ac:picMkLst>
        </pc:picChg>
      </pc:sldChg>
    </pc:docChg>
  </pc:docChgLst>
  <pc:docChgLst>
    <pc:chgData name="Laurianne Lair" userId="877d0e272dd2d022" providerId="LiveId" clId="{C934120D-33DA-496E-A4FC-665D3E2B38AE}"/>
    <pc:docChg chg="undo custSel addSld delSld modSld sldOrd">
      <pc:chgData name="Laurianne Lair" userId="877d0e272dd2d022" providerId="LiveId" clId="{C934120D-33DA-496E-A4FC-665D3E2B38AE}" dt="2025-01-06T19:52:14.815" v="3406" actId="20577"/>
      <pc:docMkLst>
        <pc:docMk/>
      </pc:docMkLst>
      <pc:sldChg chg="modSp mod">
        <pc:chgData name="Laurianne Lair" userId="877d0e272dd2d022" providerId="LiveId" clId="{C934120D-33DA-496E-A4FC-665D3E2B38AE}" dt="2025-01-06T19:31:17.554" v="3236" actId="403"/>
        <pc:sldMkLst>
          <pc:docMk/>
          <pc:sldMk cId="0" sldId="257"/>
        </pc:sldMkLst>
        <pc:spChg chg="mod">
          <ac:chgData name="Laurianne Lair" userId="877d0e272dd2d022" providerId="LiveId" clId="{C934120D-33DA-496E-A4FC-665D3E2B38AE}" dt="2025-01-06T19:27:11.469" v="3232" actId="20577"/>
          <ac:spMkLst>
            <pc:docMk/>
            <pc:sldMk cId="0" sldId="257"/>
            <ac:spMk id="4" creationId="{754F6CB3-5DA4-4553-9D8F-F3380A68D676}"/>
          </ac:spMkLst>
        </pc:spChg>
        <pc:spChg chg="mod">
          <ac:chgData name="Laurianne Lair" userId="877d0e272dd2d022" providerId="LiveId" clId="{C934120D-33DA-496E-A4FC-665D3E2B38AE}" dt="2025-01-06T19:31:17.554" v="3236" actId="403"/>
          <ac:spMkLst>
            <pc:docMk/>
            <pc:sldMk cId="0" sldId="257"/>
            <ac:spMk id="11265" creationId="{F04FAD1C-D935-4EA9-860A-A5EDAC21AB78}"/>
          </ac:spMkLst>
        </pc:spChg>
      </pc:sldChg>
      <pc:sldChg chg="addSp delSp modSp mod delAnim modAnim">
        <pc:chgData name="Laurianne Lair" userId="877d0e272dd2d022" providerId="LiveId" clId="{C934120D-33DA-496E-A4FC-665D3E2B38AE}" dt="2025-01-06T18:59:57.007" v="687" actId="20577"/>
        <pc:sldMkLst>
          <pc:docMk/>
          <pc:sldMk cId="1234421618" sldId="738"/>
        </pc:sldMkLst>
      </pc:sldChg>
      <pc:sldChg chg="del">
        <pc:chgData name="Laurianne Lair" userId="877d0e272dd2d022" providerId="LiveId" clId="{C934120D-33DA-496E-A4FC-665D3E2B38AE}" dt="2025-01-06T19:05:15.992" v="1042" actId="2696"/>
        <pc:sldMkLst>
          <pc:docMk/>
          <pc:sldMk cId="2678434687" sldId="740"/>
        </pc:sldMkLst>
      </pc:sldChg>
      <pc:sldChg chg="del">
        <pc:chgData name="Laurianne Lair" userId="877d0e272dd2d022" providerId="LiveId" clId="{C934120D-33DA-496E-A4FC-665D3E2B38AE}" dt="2025-01-06T19:05:15.992" v="1042" actId="2696"/>
        <pc:sldMkLst>
          <pc:docMk/>
          <pc:sldMk cId="1327352678" sldId="741"/>
        </pc:sldMkLst>
      </pc:sldChg>
      <pc:sldChg chg="del">
        <pc:chgData name="Laurianne Lair" userId="877d0e272dd2d022" providerId="LiveId" clId="{C934120D-33DA-496E-A4FC-665D3E2B38AE}" dt="2025-01-06T19:05:15.992" v="1042" actId="2696"/>
        <pc:sldMkLst>
          <pc:docMk/>
          <pc:sldMk cId="4032777451" sldId="742"/>
        </pc:sldMkLst>
      </pc:sldChg>
      <pc:sldChg chg="del">
        <pc:chgData name="Laurianne Lair" userId="877d0e272dd2d022" providerId="LiveId" clId="{C934120D-33DA-496E-A4FC-665D3E2B38AE}" dt="2025-01-06T18:47:11.820" v="324" actId="2696"/>
        <pc:sldMkLst>
          <pc:docMk/>
          <pc:sldMk cId="3374474963" sldId="743"/>
        </pc:sldMkLst>
      </pc:sldChg>
      <pc:sldChg chg="del">
        <pc:chgData name="Laurianne Lair" userId="877d0e272dd2d022" providerId="LiveId" clId="{C934120D-33DA-496E-A4FC-665D3E2B38AE}" dt="2025-01-06T19:05:15.992" v="1042" actId="2696"/>
        <pc:sldMkLst>
          <pc:docMk/>
          <pc:sldMk cId="1440571740" sldId="744"/>
        </pc:sldMkLst>
      </pc:sldChg>
      <pc:sldChg chg="add del">
        <pc:chgData name="Laurianne Lair" userId="877d0e272dd2d022" providerId="LiveId" clId="{C934120D-33DA-496E-A4FC-665D3E2B38AE}" dt="2025-01-06T19:05:15.992" v="1042" actId="2696"/>
        <pc:sldMkLst>
          <pc:docMk/>
          <pc:sldMk cId="3703087531" sldId="745"/>
        </pc:sldMkLst>
      </pc:sldChg>
      <pc:sldChg chg="addSp modSp add mod">
        <pc:chgData name="Laurianne Lair" userId="877d0e272dd2d022" providerId="LiveId" clId="{C934120D-33DA-496E-A4FC-665D3E2B38AE}" dt="2025-01-06T19:51:53.959" v="3396" actId="20577"/>
        <pc:sldMkLst>
          <pc:docMk/>
          <pc:sldMk cId="2605074462" sldId="746"/>
        </pc:sldMkLst>
        <pc:spChg chg="mod">
          <ac:chgData name="Laurianne Lair" userId="877d0e272dd2d022" providerId="LiveId" clId="{C934120D-33DA-496E-A4FC-665D3E2B38AE}" dt="2025-01-06T19:05:37.755" v="1087" actId="20577"/>
          <ac:spMkLst>
            <pc:docMk/>
            <pc:sldMk cId="2605074462" sldId="746"/>
            <ac:spMk id="2" creationId="{1030F4DB-18F7-E1EE-D80E-3F2A329EB79F}"/>
          </ac:spMkLst>
        </pc:spChg>
        <pc:spChg chg="mod">
          <ac:chgData name="Laurianne Lair" userId="877d0e272dd2d022" providerId="LiveId" clId="{C934120D-33DA-496E-A4FC-665D3E2B38AE}" dt="2025-01-06T19:51:53.959" v="3396" actId="20577"/>
          <ac:spMkLst>
            <pc:docMk/>
            <pc:sldMk cId="2605074462" sldId="746"/>
            <ac:spMk id="82" creationId="{727FD76B-0FF3-9FC3-6799-FF88D0007835}"/>
          </ac:spMkLst>
        </pc:spChg>
      </pc:sldChg>
      <pc:sldChg chg="addSp modSp add mod">
        <pc:chgData name="Laurianne Lair" userId="877d0e272dd2d022" providerId="LiveId" clId="{C934120D-33DA-496E-A4FC-665D3E2B38AE}" dt="2025-01-06T19:52:06.351" v="3402" actId="20577"/>
        <pc:sldMkLst>
          <pc:docMk/>
          <pc:sldMk cId="3686493217" sldId="747"/>
        </pc:sldMkLst>
      </pc:sldChg>
      <pc:sldChg chg="addSp modSp add mod modAnim">
        <pc:chgData name="Laurianne Lair" userId="877d0e272dd2d022" providerId="LiveId" clId="{C934120D-33DA-496E-A4FC-665D3E2B38AE}" dt="2025-01-06T19:52:10.964" v="3404" actId="20577"/>
        <pc:sldMkLst>
          <pc:docMk/>
          <pc:sldMk cId="3292759731" sldId="748"/>
        </pc:sldMkLst>
      </pc:sldChg>
      <pc:sldChg chg="delSp modSp add del mod delAnim">
        <pc:chgData name="Laurianne Lair" userId="877d0e272dd2d022" providerId="LiveId" clId="{C934120D-33DA-496E-A4FC-665D3E2B38AE}" dt="2025-01-06T19:35:43.867" v="3241" actId="2696"/>
        <pc:sldMkLst>
          <pc:docMk/>
          <pc:sldMk cId="67140878" sldId="749"/>
        </pc:sldMkLst>
      </pc:sldChg>
      <pc:sldChg chg="modSp add mod">
        <pc:chgData name="Laurianne Lair" userId="877d0e272dd2d022" providerId="LiveId" clId="{C934120D-33DA-496E-A4FC-665D3E2B38AE}" dt="2025-01-06T19:51:57.642" v="3398" actId="20577"/>
        <pc:sldMkLst>
          <pc:docMk/>
          <pc:sldMk cId="2693860794" sldId="750"/>
        </pc:sldMkLst>
        <pc:spChg chg="mod">
          <ac:chgData name="Laurianne Lair" userId="877d0e272dd2d022" providerId="LiveId" clId="{C934120D-33DA-496E-A4FC-665D3E2B38AE}" dt="2025-01-06T19:51:57.642" v="3398" actId="20577"/>
          <ac:spMkLst>
            <pc:docMk/>
            <pc:sldMk cId="2693860794" sldId="750"/>
            <ac:spMk id="82" creationId="{4EEE8E5F-1961-ABD9-5B69-23C7E54C257D}"/>
          </ac:spMkLst>
        </pc:spChg>
      </pc:sldChg>
      <pc:sldChg chg="addSp delSp modSp add mod delAnim modAnim">
        <pc:chgData name="Laurianne Lair" userId="877d0e272dd2d022" providerId="LiveId" clId="{C934120D-33DA-496E-A4FC-665D3E2B38AE}" dt="2025-01-06T19:52:00.774" v="3400" actId="20577"/>
        <pc:sldMkLst>
          <pc:docMk/>
          <pc:sldMk cId="1800251579" sldId="751"/>
        </pc:sldMkLst>
        <pc:spChg chg="mod">
          <ac:chgData name="Laurianne Lair" userId="877d0e272dd2d022" providerId="LiveId" clId="{C934120D-33DA-496E-A4FC-665D3E2B38AE}" dt="2025-01-06T19:52:00.774" v="3400" actId="20577"/>
          <ac:spMkLst>
            <pc:docMk/>
            <pc:sldMk cId="1800251579" sldId="751"/>
            <ac:spMk id="82" creationId="{4E2E5BC3-8A94-254A-0405-CC6FF884B36E}"/>
          </ac:spMkLst>
        </pc:spChg>
      </pc:sldChg>
      <pc:sldChg chg="new del ord">
        <pc:chgData name="Laurianne Lair" userId="877d0e272dd2d022" providerId="LiveId" clId="{C934120D-33DA-496E-A4FC-665D3E2B38AE}" dt="2025-01-06T19:35:46.996" v="3242" actId="2696"/>
        <pc:sldMkLst>
          <pc:docMk/>
          <pc:sldMk cId="3509945226" sldId="752"/>
        </pc:sldMkLst>
      </pc:sldChg>
      <pc:sldChg chg="modSp add mod ord">
        <pc:chgData name="Laurianne Lair" userId="877d0e272dd2d022" providerId="LiveId" clId="{C934120D-33DA-496E-A4FC-665D3E2B38AE}" dt="2025-01-06T19:52:14.815" v="3406" actId="20577"/>
        <pc:sldMkLst>
          <pc:docMk/>
          <pc:sldMk cId="3990608834" sldId="7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ABB419B-A20D-42AA-8D7F-5642F6706A43}" type="datetimeFigureOut">
              <a:rPr lang="en-US" smtClean="0"/>
              <a:t>3/10/2025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F317C7DD-FA44-4AAC-AD64-73983556F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241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90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523C8-695E-54C8-0188-A6EB5597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B286A3-5575-4757-16B7-FFC27D286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8D5ACF-D24C-FE8F-5217-E733AD4CB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96F9B-4963-FDEA-9C80-E4CB66A4C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05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F132-9DFE-90F1-02FF-4B67B7DD1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22682-665A-D9F1-7F84-C6C8C8B50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34E1B7-1A07-D8E1-7DD2-23A4FAC06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42952-8887-4EB2-BF52-CB2FB8335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2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E89A7-1099-2EFA-1877-4A1EF1AF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27182-6194-AE56-AC49-CC6490430C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934FA-49EE-C23D-85B3-46888379E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004E7-2003-015A-24D2-EFA03E364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834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D2EE-68DA-9636-B012-0023E4953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29398-C8EB-FC38-700C-42509479E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BCE181-E719-0E2B-559D-560584732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6C54C-3CE0-AEF1-A240-360065B5C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38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230FF-CDBE-750A-D04E-809410667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25284-1CBA-DCBF-5801-2AD926553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4E272-77D8-A457-8B9A-23F60437B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15E93-A9B1-9164-FDA3-5D07505B4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86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A9713-83D6-0494-79E0-C154E127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BC6E7-DC4C-2F2D-2F17-4EA80751CC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77875" y="1200150"/>
            <a:ext cx="5759450" cy="32400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BB651A-3B9C-55E1-5CB2-E07E6E3F3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6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48888-A4DD-9DBA-5570-05792101BF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2609DD-FFEB-4A75-9A75-53D0629874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497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338F4-DD35-4498-B7BB-352DF508B298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53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08AD7-9E2D-498D-A2F6-336374926C8D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6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39866-0A34-4501-A045-E8741A9799CF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97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D55FB-9D8B-4F31-9C42-5D17D4A59442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232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EE37B-8374-4EBD-8E99-D65A34C434E5}" type="datetime1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175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A699-2B8A-416A-9BC0-A09D8459D01E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762BE-D3A0-430E-B344-BF5ECB0D8697}" type="datetime1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40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3A361-81D5-4F8F-9205-3505AF9B6183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778AC-498F-4EA6-B83A-E0329440060F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62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8221-79A7-4CE4-ADDD-425DA8282893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48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62B7C-5ED1-4C75-B407-BEDAA600FF9B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275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3/10/2025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92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7333" y="1524001"/>
            <a:ext cx="10600267" cy="2620403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40EF713-932B-47B8-B185-4028BDF5F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7333" y="60176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556E5E23-2863-43EF-B859-6CE399C516A1}" type="datetime1">
              <a:rPr lang="en-US" altLang="en-US" smtClean="0"/>
              <a:t>3/10/2025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BE7CBC7-430D-4E57-8342-1069822AB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9733" y="60176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4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4073" y="1524005"/>
            <a:ext cx="10573529" cy="2362199"/>
          </a:xfrm>
        </p:spPr>
        <p:txBody>
          <a:bodyPr>
            <a:normAutofit/>
          </a:bodyPr>
          <a:lstStyle>
            <a:lvl1pPr algn="l">
              <a:defRPr sz="5867" b="0" i="0">
                <a:solidFill>
                  <a:schemeClr val="bg1"/>
                </a:solidFill>
                <a:latin typeface="GalaxiePolaris-Bold"/>
                <a:cs typeface="GalaxiePolaris-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87A64CC-0652-4813-BB34-A14605E3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1" y="6004984"/>
            <a:ext cx="3556000" cy="364067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67" b="1" smtClean="0">
                <a:latin typeface="Garamond" panose="02020404030301010803" pitchFamily="18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EECD65FB-516F-4534-B5AA-B14311EDA5FF}" type="datetime1">
              <a:rPr lang="en-US" altLang="en-US" smtClean="0"/>
              <a:t>3/10/2025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DF392B6-7960-4C3C-A3FB-1EA8BD229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199" y="6004984"/>
            <a:ext cx="3149600" cy="364067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867" b="1" i="0">
                <a:latin typeface="Garamond"/>
                <a:ea typeface="+mn-ea"/>
                <a:cs typeface="Garamond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9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DD92F42-FEDD-4527-83C4-4E69C75B68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1EE52E1-BDEA-45DB-925F-16EF4B41C5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0079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B34F52-A9D6-4040-BA6D-985F4A0FA0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AC9E3-B7EF-4AC4-8542-026EC0ECC5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19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0E77C3-B175-47FE-BF04-D097FDD2F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AAA7E68-5ABA-4F57-9266-DFC54A3ACF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454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36B761F-0B41-47F2-9E62-BA442153FC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CFD960-5881-4281-B805-D52EEF5A00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3118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18D62D-BA3E-43E4-B55C-C609514C8C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B457E71-D9D1-4528-A6A8-5D810531B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89590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162" y="1484438"/>
            <a:ext cx="4011084" cy="80014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5" y="1484440"/>
            <a:ext cx="6815668" cy="4641729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282425"/>
            <a:ext cx="4011084" cy="3843739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7C54A2-0EA6-46CF-9D0F-526F0A760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F77C170-F33C-4050-9D76-47E6A85560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9385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337105"/>
            <a:ext cx="7315200" cy="450687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159" y="1213416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800451"/>
            <a:ext cx="7315200" cy="586267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BAB3B2-47B7-498B-A11F-6D1308C7D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46C3CB-F8F3-4EBE-A2B1-192F30807F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8073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9D0E1-EB42-4819-B5CB-E90382D18A4F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Background | Research Objectives | Preliminary Results | Future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9AA32-48A6-4E3B-907A-585A7BC1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E218DF3-9F6E-49E2-8ABC-92CF8ADCE5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04800" y="275172"/>
            <a:ext cx="8940800" cy="63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Header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1F256-E55A-4090-9644-4AA59AD99A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447800"/>
            <a:ext cx="109728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A99C5-2E8A-C948-9A39-713EF9B5C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40800" y="6462184"/>
            <a:ext cx="2844800" cy="243416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33">
                <a:solidFill>
                  <a:srgbClr val="898989"/>
                </a:solidFill>
                <a:latin typeface="GalaxiePolaris-Book" charset="0"/>
              </a:defRPr>
            </a:lvl1pPr>
          </a:lstStyle>
          <a:p>
            <a:fld id="{2BB953A5-3129-40E0-AD8C-389CFFADF0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585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</p:sldLayoutIdLst>
  <p:hf hdr="0" ftr="0" dt="0"/>
  <p:txStyles>
    <p:titleStyle>
      <a:lvl1pPr algn="l" defTabSz="609570" rtl="0" eaLnBrk="0" fontAlgn="base" hangingPunct="0">
        <a:spcBef>
          <a:spcPct val="0"/>
        </a:spcBef>
        <a:spcAft>
          <a:spcPct val="0"/>
        </a:spcAft>
        <a:defRPr sz="4267" kern="1200">
          <a:solidFill>
            <a:schemeClr val="tx1"/>
          </a:solidFill>
          <a:latin typeface="GalaxiePolaris-Bold"/>
          <a:ea typeface="MS PGothic" panose="020B0600070205080204" pitchFamily="34" charset="-128"/>
          <a:cs typeface="GalaxiePolaris-Bold"/>
        </a:defRPr>
      </a:lvl1pPr>
      <a:lvl2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2pPr>
      <a:lvl3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3pPr>
      <a:lvl4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4pPr>
      <a:lvl5pPr algn="l" defTabSz="609570" rtl="0" eaLnBrk="0" fontAlgn="base" hangingPunct="0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MS PGothic" panose="020B0600070205080204" pitchFamily="34" charset="-128"/>
          <a:cs typeface="GalaxiePolaris-Bold" charset="0"/>
        </a:defRPr>
      </a:lvl5pPr>
      <a:lvl6pPr marL="609570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6pPr>
      <a:lvl7pPr marL="121913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7pPr>
      <a:lvl8pPr marL="1828709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8pPr>
      <a:lvl9pPr marL="2438278" algn="l" defTabSz="609570" rtl="0" fontAlgn="base">
        <a:spcBef>
          <a:spcPct val="0"/>
        </a:spcBef>
        <a:spcAft>
          <a:spcPct val="0"/>
        </a:spcAft>
        <a:defRPr sz="4267">
          <a:solidFill>
            <a:schemeClr val="tx1"/>
          </a:solidFill>
          <a:latin typeface="GalaxiePolaris-Bold" panose="02000000000000000000" pitchFamily="2" charset="0"/>
          <a:ea typeface="ＭＳ Ｐゴシック" panose="020B0600070205080204" pitchFamily="34" charset="-128"/>
        </a:defRPr>
      </a:lvl9pPr>
    </p:titleStyle>
    <p:bodyStyle>
      <a:lvl1pPr marL="457177" indent="-457177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1pPr>
      <a:lvl2pPr marL="990551" indent="-380982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2pPr>
      <a:lvl3pPr marL="152392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3pPr>
      <a:lvl4pPr marL="213349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33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4pPr>
      <a:lvl5pPr marL="2743063" indent="-304784" algn="l" defTabSz="60957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67" kern="1200">
          <a:solidFill>
            <a:schemeClr val="tx1"/>
          </a:solidFill>
          <a:latin typeface="GalaxiePolaris-Medium"/>
          <a:ea typeface="MS PGothic" panose="020B0600070205080204" pitchFamily="34" charset="-128"/>
          <a:cs typeface="GalaxiePolaris-Medium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jp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0.jpg"/><Relationship Id="rId10" Type="http://schemas.openxmlformats.org/officeDocument/2006/relationships/image" Target="../media/image22.png"/><Relationship Id="rId4" Type="http://schemas.openxmlformats.org/officeDocument/2006/relationships/image" Target="../media/image9.jpg"/><Relationship Id="rId9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F04FAD1C-D935-4EA9-860A-A5EDAC21A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47800"/>
            <a:ext cx="10684933" cy="3220085"/>
          </a:xfrm>
        </p:spPr>
        <p:txBody>
          <a:bodyPr>
            <a:noAutofit/>
          </a:bodyPr>
          <a:lstStyle/>
          <a:p>
            <a:pPr marL="0" marR="0" algn="ctr">
              <a:lnSpc>
                <a:spcPct val="150000"/>
              </a:lnSpc>
              <a:spcAft>
                <a:spcPts val="800"/>
              </a:spcAft>
            </a:pPr>
            <a:r>
              <a:rPr lang="en-US" sz="6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Multicomponent project – timeline update</a:t>
            </a:r>
            <a:endParaRPr lang="en-US" sz="6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4F6CB3-5DA4-4553-9D8F-F3380A68D676}"/>
              </a:ext>
            </a:extLst>
          </p:cNvPr>
          <p:cNvSpPr txBox="1"/>
          <p:nvPr/>
        </p:nvSpPr>
        <p:spPr>
          <a:xfrm>
            <a:off x="76200" y="5715000"/>
            <a:ext cx="9753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Laurianne Estrada,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Jonathan A. Ouimet, Zhicheng Lu, Molly Dougher, Shammah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Lilonfe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Alexander W. Dowling, William A. Phillip</a:t>
            </a:r>
            <a:endParaRPr lang="en-US" sz="16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3.10.24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34C9F-39CF-25D2-0683-C001963D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a graph with red and blue dots&#10;&#10;AI-generated content may be incorrect.">
            <a:extLst>
              <a:ext uri="{FF2B5EF4-FFF2-40B4-BE49-F238E27FC236}">
                <a16:creationId xmlns:a16="http://schemas.microsoft.com/office/drawing/2014/main" id="{5932D382-59C0-391C-1A05-C6F628081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8" y="2808200"/>
            <a:ext cx="6042252" cy="25048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F41577-02BE-8DC9-515C-61743C5C1223}"/>
              </a:ext>
            </a:extLst>
          </p:cNvPr>
          <p:cNvSpPr txBox="1"/>
          <p:nvPr/>
        </p:nvSpPr>
        <p:spPr>
          <a:xfrm>
            <a:off x="609600" y="1083254"/>
            <a:ext cx="8686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Zhicheng and Shammah:</a:t>
            </a:r>
          </a:p>
          <a:p>
            <a:pPr lvl="1"/>
            <a:r>
              <a:rPr lang="en-US" dirty="0"/>
              <a:t>Integrate the multisalt calibration curve into the DATA2 framework.</a:t>
            </a:r>
          </a:p>
          <a:p>
            <a:pPr lvl="1"/>
            <a:r>
              <a:rPr lang="en-US" dirty="0"/>
              <a:t>Run analysis for existing data.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084F51-A8B3-7DA4-1F9E-79E04C4D9C05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727FD76B-0FF3-9FC3-6799-FF88D00078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2</a:t>
            </a:r>
          </a:p>
        </p:txBody>
      </p:sp>
      <p:pic>
        <p:nvPicPr>
          <p:cNvPr id="13" name="Picture 12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DA53FFAD-5C69-3CF7-3BE7-AF8927F11D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512" y="2362200"/>
            <a:ext cx="5737452" cy="33424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65F72A0-1838-F83E-94BA-BDAD84F2FCB0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0F4DB-18F7-E1EE-D80E-3F2A329E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</a:rPr>
              <a:t>Multicomponent timeline progression: January and February</a:t>
            </a:r>
            <a:endParaRPr lang="en-US" sz="3600" dirty="0">
              <a:ea typeface="+mj-ea"/>
            </a:endParaRPr>
          </a:p>
        </p:txBody>
      </p:sp>
      <p:pic>
        <p:nvPicPr>
          <p:cNvPr id="16" name="Graphic 15" descr="Checkbox Checked with solid fill">
            <a:extLst>
              <a:ext uri="{FF2B5EF4-FFF2-40B4-BE49-F238E27FC236}">
                <a16:creationId xmlns:a16="http://schemas.microsoft.com/office/drawing/2014/main" id="{9939EE1E-637B-1332-F504-2FEB65572E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1316319"/>
            <a:ext cx="457200" cy="457200"/>
          </a:xfrm>
          <a:prstGeom prst="rect">
            <a:avLst/>
          </a:prstGeom>
        </p:spPr>
      </p:pic>
      <p:pic>
        <p:nvPicPr>
          <p:cNvPr id="17" name="Graphic 16" descr="Checkbox Checked with solid fill">
            <a:extLst>
              <a:ext uri="{FF2B5EF4-FFF2-40B4-BE49-F238E27FC236}">
                <a16:creationId xmlns:a16="http://schemas.microsoft.com/office/drawing/2014/main" id="{A1E4AB23-DE6E-ED3C-751F-D73DEE94C2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1599626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74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863FD-4287-B576-4243-707651FF1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DD100395-B9B9-975D-6398-82FF1E586711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4E2E5BC3-8A94-254A-0405-CC6FF884B3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9B8AA9-6652-F6A5-C0FD-477A93856BF2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8A6C4-4126-1E0D-7F6A-7DF850B48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</a:rPr>
              <a:t>Multicomponent timeline progression: January and February</a:t>
            </a:r>
            <a:endParaRPr lang="en-US" sz="3600" dirty="0"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3D4171-D9A0-2B91-942B-2FED535AD91C}"/>
              </a:ext>
            </a:extLst>
          </p:cNvPr>
          <p:cNvSpPr txBox="1"/>
          <p:nvPr/>
        </p:nvSpPr>
        <p:spPr>
          <a:xfrm>
            <a:off x="76200" y="1255497"/>
            <a:ext cx="121466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dirty="0"/>
              <a:t> Laurianne and Molly:</a:t>
            </a:r>
          </a:p>
          <a:p>
            <a:pPr lvl="1"/>
            <a:r>
              <a:rPr lang="en-US" dirty="0"/>
              <a:t>Derive the solute flux equation considering diffusion, convection, and electromigration for multisalt systems.</a:t>
            </a:r>
          </a:p>
          <a:p>
            <a:pPr lvl="1"/>
            <a:r>
              <a:rPr lang="en-US" dirty="0"/>
              <a:t>Derive the equations for concentration polarization in multisalt systems.</a:t>
            </a:r>
          </a:p>
        </p:txBody>
      </p:sp>
      <p:pic>
        <p:nvPicPr>
          <p:cNvPr id="11" name="Graphic 10" descr="Checkbox Checked with solid fill">
            <a:extLst>
              <a:ext uri="{FF2B5EF4-FFF2-40B4-BE49-F238E27FC236}">
                <a16:creationId xmlns:a16="http://schemas.microsoft.com/office/drawing/2014/main" id="{B0FEA652-6D33-3733-C910-E8AD0B9C41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" y="1496531"/>
            <a:ext cx="457200" cy="4572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B46ACC0-FA5F-6FA9-E98F-7E3CA4432D0A}"/>
              </a:ext>
            </a:extLst>
          </p:cNvPr>
          <p:cNvSpPr>
            <a:spLocks noChangeAspect="1"/>
          </p:cNvSpPr>
          <p:nvPr/>
        </p:nvSpPr>
        <p:spPr>
          <a:xfrm>
            <a:off x="339242" y="1875638"/>
            <a:ext cx="235915" cy="23591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DC3886-5201-282B-D321-4A2293BD1C3B}"/>
                  </a:ext>
                </a:extLst>
              </p:cNvPr>
              <p:cNvSpPr txBox="1"/>
              <p:nvPr/>
            </p:nvSpPr>
            <p:spPr>
              <a:xfrm>
                <a:off x="682597" y="3122251"/>
                <a:ext cx="4662312" cy="810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DC3886-5201-282B-D321-4A2293BD1C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97" y="3122251"/>
                <a:ext cx="4662312" cy="8107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Right 15">
            <a:extLst>
              <a:ext uri="{FF2B5EF4-FFF2-40B4-BE49-F238E27FC236}">
                <a16:creationId xmlns:a16="http://schemas.microsoft.com/office/drawing/2014/main" id="{EB2AB3A8-8131-9BE4-8F77-6B559BA68861}"/>
              </a:ext>
            </a:extLst>
          </p:cNvPr>
          <p:cNvSpPr/>
          <p:nvPr/>
        </p:nvSpPr>
        <p:spPr>
          <a:xfrm>
            <a:off x="5254597" y="3444418"/>
            <a:ext cx="557955" cy="286393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182BC8-201E-B738-2373-1612584DEDEA}"/>
                  </a:ext>
                </a:extLst>
              </p:cNvPr>
              <p:cNvSpPr txBox="1"/>
              <p:nvPr/>
            </p:nvSpPr>
            <p:spPr>
              <a:xfrm>
                <a:off x="6068243" y="3122250"/>
                <a:ext cx="4662312" cy="722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B182BC8-201E-B738-2373-1612584DE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243" y="3122250"/>
                <a:ext cx="4662312" cy="7226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31DB43-C4D9-8668-AD1A-D47C0E9339AB}"/>
                  </a:ext>
                </a:extLst>
              </p:cNvPr>
              <p:cNvSpPr txBox="1"/>
              <p:nvPr/>
            </p:nvSpPr>
            <p:spPr>
              <a:xfrm>
                <a:off x="9070869" y="3771784"/>
                <a:ext cx="2895600" cy="8798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where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α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sSubSup>
                            <m:sSub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31DB43-C4D9-8668-AD1A-D47C0E933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869" y="3771784"/>
                <a:ext cx="2895600" cy="8798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C70BC97-1259-C7B1-D24D-FBDE69030E2C}"/>
              </a:ext>
            </a:extLst>
          </p:cNvPr>
          <p:cNvSpPr txBox="1"/>
          <p:nvPr/>
        </p:nvSpPr>
        <p:spPr>
          <a:xfrm>
            <a:off x="6449243" y="3962400"/>
            <a:ext cx="2985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*Zhicheng and Molly integrate into coding format.</a:t>
            </a:r>
          </a:p>
        </p:txBody>
      </p:sp>
    </p:spTree>
    <p:extLst>
      <p:ext uri="{BB962C8B-B14F-4D97-AF65-F5344CB8AC3E}">
        <p14:creationId xmlns:p14="http://schemas.microsoft.com/office/powerpoint/2010/main" val="1800251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F1E70EE-B582-0DE1-76FC-AEC25EE1A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A1CCD75-2A18-5A49-DDB3-425407625543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4995D900-1D0B-592A-3F82-DDEB85B48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E9FA4D-83B4-73BC-FF3B-56D71927989A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454D7-AAE4-4F58-44F4-C5D719DC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</a:rPr>
              <a:t>Multicomponent timeline progression: January and February</a:t>
            </a:r>
            <a:endParaRPr lang="en-US" sz="3600" dirty="0"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79DF48-15CB-2680-E5A6-AB597BC53FCC}"/>
                  </a:ext>
                </a:extLst>
              </p:cNvPr>
              <p:cNvSpPr txBox="1"/>
              <p:nvPr/>
            </p:nvSpPr>
            <p:spPr>
              <a:xfrm>
                <a:off x="1132621" y="1586709"/>
                <a:ext cx="40386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79DF48-15CB-2680-E5A6-AB597BC53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621" y="1586709"/>
                <a:ext cx="4038600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72193C-E509-7901-6DA3-D697FABB7106}"/>
                  </a:ext>
                </a:extLst>
              </p:cNvPr>
              <p:cNvSpPr txBox="1"/>
              <p:nvPr/>
            </p:nvSpPr>
            <p:spPr>
              <a:xfrm>
                <a:off x="-12160" y="2294486"/>
                <a:ext cx="6477000" cy="673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72193C-E509-7901-6DA3-D697FABB7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160" y="2294486"/>
                <a:ext cx="6477000" cy="673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4D20E0-37EA-CAE9-DB47-5B959366CB0C}"/>
                  </a:ext>
                </a:extLst>
              </p:cNvPr>
              <p:cNvSpPr txBox="1"/>
              <p:nvPr/>
            </p:nvSpPr>
            <p:spPr>
              <a:xfrm>
                <a:off x="289402" y="3119887"/>
                <a:ext cx="5261908" cy="65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sz="16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6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b>
                              <m:r>
                                <a:rPr lang="en-US" sz="16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6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den>
                      </m:f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4D20E0-37EA-CAE9-DB47-5B959366C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402" y="3119887"/>
                <a:ext cx="5261908" cy="6540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D3B493-1049-43B5-88F7-B4A1754DB196}"/>
                  </a:ext>
                </a:extLst>
              </p:cNvPr>
              <p:cNvSpPr txBox="1"/>
              <p:nvPr/>
            </p:nvSpPr>
            <p:spPr>
              <a:xfrm>
                <a:off x="7460543" y="3429000"/>
                <a:ext cx="4539421" cy="5466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Aptos" panose="020B0004020202020204" pitchFamily="34" charset="0"/>
                          </a:rPr>
                          <m:t>22</m:t>
                        </m:r>
                      </m:sub>
                    </m:sSub>
                    <m:r>
                      <a:rPr lang="en-US" sz="1600" i="1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16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z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</m:e>
                        </m:d>
                        <m:r>
                          <a:rPr lang="en-US" sz="1600" i="1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  <m:r>
                              <a:rPr lang="en-US" sz="1600" i="1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m:rPr>
                                    <m:sty m:val="p"/>
                                  </m:rPr>
                                  <a:rPr lang="en-US" sz="16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60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r>
                  <a:rPr lang="en-US" sz="16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1D3B493-1049-43B5-88F7-B4A1754DB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543" y="3429000"/>
                <a:ext cx="4539421" cy="5466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380F61-4743-7750-0883-0511D686C3EC}"/>
                  </a:ext>
                </a:extLst>
              </p:cNvPr>
              <p:cNvSpPr txBox="1"/>
              <p:nvPr/>
            </p:nvSpPr>
            <p:spPr>
              <a:xfrm>
                <a:off x="7697334" y="1691995"/>
                <a:ext cx="3248130" cy="528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1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18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380F61-4743-7750-0883-0511D686C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334" y="1691995"/>
                <a:ext cx="3248130" cy="52809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356679-D63A-C8DF-CFFB-7E0F455FB7EE}"/>
                  </a:ext>
                </a:extLst>
              </p:cNvPr>
              <p:cNvSpPr txBox="1"/>
              <p:nvPr/>
            </p:nvSpPr>
            <p:spPr>
              <a:xfrm>
                <a:off x="7189160" y="2506720"/>
                <a:ext cx="4467330" cy="654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16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D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600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m:rPr>
                              <m:nor/>
                            </m:rPr>
                            <a:rPr lang="en-US" sz="1600" kern="10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sz="16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  <m:r>
                                <a:rPr lang="en-US" sz="16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600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r>
                                    <a:rPr lang="en-US" sz="1600" i="1" kern="10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356679-D63A-C8DF-CFFB-7E0F455FB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160" y="2506720"/>
                <a:ext cx="4467330" cy="6540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037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7C02F4-BF1D-DF7A-F438-C414F0734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25243FE-83B1-501F-163D-46701A117ABC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4EEE8E5F-1961-ABD9-5B69-23C7E54C25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395205-A483-3272-039D-1A448AF56580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4DF15-B3C4-B422-2E8A-5D3083B2E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</a:rPr>
              <a:t>Multicomponent timeline progression: January and February</a:t>
            </a:r>
            <a:endParaRPr lang="en-US" sz="3600" dirty="0">
              <a:ea typeface="+mj-ea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127888-E9D5-0ECB-3757-C5CA6FE8E180}"/>
              </a:ext>
            </a:extLst>
          </p:cNvPr>
          <p:cNvSpPr/>
          <p:nvPr/>
        </p:nvSpPr>
        <p:spPr>
          <a:xfrm>
            <a:off x="6195262" y="2785279"/>
            <a:ext cx="152400" cy="20432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33CC9E-AF48-0279-5D84-96A2AE175063}"/>
              </a:ext>
            </a:extLst>
          </p:cNvPr>
          <p:cNvCxnSpPr/>
          <p:nvPr/>
        </p:nvCxnSpPr>
        <p:spPr>
          <a:xfrm>
            <a:off x="5585662" y="2795787"/>
            <a:ext cx="0" cy="21336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A905A70-A2CD-5336-4024-2789B99EB72E}"/>
              </a:ext>
            </a:extLst>
          </p:cNvPr>
          <p:cNvCxnSpPr/>
          <p:nvPr/>
        </p:nvCxnSpPr>
        <p:spPr>
          <a:xfrm>
            <a:off x="5585662" y="5157987"/>
            <a:ext cx="60960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8DBE6F-0F27-0E83-76D4-1F24EEBBDD2F}"/>
              </a:ext>
            </a:extLst>
          </p:cNvPr>
          <p:cNvCxnSpPr>
            <a:cxnSpLocks/>
          </p:cNvCxnSpPr>
          <p:nvPr/>
        </p:nvCxnSpPr>
        <p:spPr>
          <a:xfrm flipH="1">
            <a:off x="4518862" y="3367945"/>
            <a:ext cx="1273072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E73BC4-96C7-67CA-D9DE-5E1E377BEB50}"/>
                  </a:ext>
                </a:extLst>
              </p:cNvPr>
              <p:cNvSpPr txBox="1"/>
              <p:nvPr/>
            </p:nvSpPr>
            <p:spPr>
              <a:xfrm>
                <a:off x="5814262" y="5187175"/>
                <a:ext cx="1747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E73BC4-96C7-67CA-D9DE-5E1E377BEB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262" y="5187175"/>
                <a:ext cx="174728" cy="276999"/>
              </a:xfrm>
              <a:prstGeom prst="rect">
                <a:avLst/>
              </a:prstGeom>
              <a:blipFill>
                <a:blip r:embed="rId3"/>
                <a:stretch>
                  <a:fillRect l="-35714" r="-35714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A3F9A1-0988-E5E3-9FE3-13FF23CC818C}"/>
              </a:ext>
            </a:extLst>
          </p:cNvPr>
          <p:cNvCxnSpPr>
            <a:cxnSpLocks/>
          </p:cNvCxnSpPr>
          <p:nvPr/>
        </p:nvCxnSpPr>
        <p:spPr>
          <a:xfrm>
            <a:off x="5791934" y="3252987"/>
            <a:ext cx="11968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A3D813-C6C8-073C-9CCA-F223E9F4B405}"/>
              </a:ext>
            </a:extLst>
          </p:cNvPr>
          <p:cNvCxnSpPr>
            <a:cxnSpLocks/>
          </p:cNvCxnSpPr>
          <p:nvPr/>
        </p:nvCxnSpPr>
        <p:spPr>
          <a:xfrm>
            <a:off x="4595062" y="4091187"/>
            <a:ext cx="119687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3E288C7-76C7-B88C-C32D-D39018F1F1DE}"/>
              </a:ext>
            </a:extLst>
          </p:cNvPr>
          <p:cNvSpPr/>
          <p:nvPr/>
        </p:nvSpPr>
        <p:spPr>
          <a:xfrm>
            <a:off x="5292026" y="2893720"/>
            <a:ext cx="1219200" cy="18288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>
                    <a:alpha val="95000"/>
                  </a:schemeClr>
                </a:solidFill>
              </a:rPr>
              <a:t>cv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7E9608-DC06-CE7F-CF5E-98B7A028507A}"/>
              </a:ext>
            </a:extLst>
          </p:cNvPr>
          <p:cNvSpPr txBox="1"/>
          <p:nvPr/>
        </p:nvSpPr>
        <p:spPr>
          <a:xfrm>
            <a:off x="6719170" y="3409897"/>
            <a:ext cx="203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Solute flux through the membrane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9FFD9C-1C29-1939-0B73-A51646AE19C2}"/>
              </a:ext>
            </a:extLst>
          </p:cNvPr>
          <p:cNvSpPr txBox="1"/>
          <p:nvPr/>
        </p:nvSpPr>
        <p:spPr>
          <a:xfrm>
            <a:off x="3429000" y="4191000"/>
            <a:ext cx="1828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Convective flux of solute towards the membrane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D1DEBE-D84C-B179-1B92-4DE2E91927B2}"/>
              </a:ext>
            </a:extLst>
          </p:cNvPr>
          <p:cNvSpPr txBox="1"/>
          <p:nvPr/>
        </p:nvSpPr>
        <p:spPr>
          <a:xfrm>
            <a:off x="3379281" y="2436723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Diffusive solute flux back into the bulk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F1B221-BB88-90D5-317C-83D565E3CD1E}"/>
                  </a:ext>
                </a:extLst>
              </p:cNvPr>
              <p:cNvSpPr txBox="1"/>
              <p:nvPr/>
            </p:nvSpPr>
            <p:spPr>
              <a:xfrm>
                <a:off x="3770050" y="3881589"/>
                <a:ext cx="650073" cy="3907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8F1B221-BB88-90D5-317C-83D565E3C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0050" y="3881589"/>
                <a:ext cx="650073" cy="390748"/>
              </a:xfrm>
              <a:prstGeom prst="rect">
                <a:avLst/>
              </a:prstGeom>
              <a:blipFill>
                <a:blip r:embed="rId4"/>
                <a:stretch>
                  <a:fillRect l="-1869" r="-1028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20940B-6C8D-B458-F147-1683577DBDF4}"/>
                  </a:ext>
                </a:extLst>
              </p:cNvPr>
              <p:cNvSpPr txBox="1"/>
              <p:nvPr/>
            </p:nvSpPr>
            <p:spPr>
              <a:xfrm>
                <a:off x="3576758" y="3061028"/>
                <a:ext cx="1036655" cy="6182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20940B-6C8D-B458-F147-1683577DB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758" y="3061028"/>
                <a:ext cx="1036655" cy="6182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D4B3EDA-E7E8-99BC-806D-5E142C5CD95F}"/>
                  </a:ext>
                </a:extLst>
              </p:cNvPr>
              <p:cNvSpPr txBox="1"/>
              <p:nvPr/>
            </p:nvSpPr>
            <p:spPr>
              <a:xfrm>
                <a:off x="6994732" y="3053423"/>
                <a:ext cx="1219200" cy="394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D4B3EDA-E7E8-99BC-806D-5E142C5CD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732" y="3053423"/>
                <a:ext cx="1219200" cy="394019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F73799E0-0B53-ED94-921E-EDCD6D0F5043}"/>
              </a:ext>
            </a:extLst>
          </p:cNvPr>
          <p:cNvSpPr txBox="1"/>
          <p:nvPr/>
        </p:nvSpPr>
        <p:spPr>
          <a:xfrm>
            <a:off x="76200" y="1143000"/>
            <a:ext cx="121466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dirty="0"/>
              <a:t> Laurianne and Molly:</a:t>
            </a:r>
          </a:p>
          <a:p>
            <a:pPr lvl="1"/>
            <a:r>
              <a:rPr lang="en-US" dirty="0"/>
              <a:t>Derive the equations for concentration polarization in multisalt systems.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01F361-F086-2642-395D-954B2E9F69C8}"/>
              </a:ext>
            </a:extLst>
          </p:cNvPr>
          <p:cNvSpPr>
            <a:spLocks noChangeAspect="1"/>
          </p:cNvSpPr>
          <p:nvPr/>
        </p:nvSpPr>
        <p:spPr>
          <a:xfrm>
            <a:off x="339242" y="1516685"/>
            <a:ext cx="235915" cy="23591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860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BEC4F-DCBB-4E6C-E5A4-877AC92EC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B42561D-56CD-B271-BB37-562FC3D8F305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EBE5C37C-BD8B-F5CE-AF26-D9439172C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C6D532-4392-6694-853A-B8BC1A4CE884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AEB27-25D6-9F52-B23A-FD2462A04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</a:rPr>
              <a:t>Multicomponent timeline progression: March and April</a:t>
            </a:r>
            <a:endParaRPr lang="en-US" sz="3600" dirty="0"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0DA7C-E1E9-3F24-AB4A-D2803029E4D7}"/>
              </a:ext>
            </a:extLst>
          </p:cNvPr>
          <p:cNvSpPr txBox="1"/>
          <p:nvPr/>
        </p:nvSpPr>
        <p:spPr>
          <a:xfrm>
            <a:off x="304800" y="1065582"/>
            <a:ext cx="6725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Identify which journal to publish in.</a:t>
            </a:r>
          </a:p>
          <a:p>
            <a:r>
              <a:rPr lang="en-US" dirty="0"/>
              <a:t> Begin outlining the method, materials, and introduction sections.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185E6E-FDD6-A158-9AB9-3B457656CF44}"/>
              </a:ext>
            </a:extLst>
          </p:cNvPr>
          <p:cNvSpPr txBox="1"/>
          <p:nvPr/>
        </p:nvSpPr>
        <p:spPr>
          <a:xfrm>
            <a:off x="6699" y="5233515"/>
            <a:ext cx="11887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dirty="0"/>
              <a:t> Zhicheng:</a:t>
            </a:r>
          </a:p>
          <a:p>
            <a:pPr lvl="1"/>
            <a:r>
              <a:rPr lang="en-US" dirty="0"/>
              <a:t>Integrate the multicomponent derivations into the DATA2 framework.</a:t>
            </a:r>
          </a:p>
          <a:p>
            <a:pPr lvl="1"/>
            <a:r>
              <a:rPr lang="en-US" dirty="0"/>
              <a:t>Compile the model selection results using AIC. Identify conditions for a 3-salt experiment.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9A8BFB-15FD-F385-4B4D-7722BC7EAC7D}"/>
              </a:ext>
            </a:extLst>
          </p:cNvPr>
          <p:cNvSpPr>
            <a:spLocks noChangeAspect="1"/>
          </p:cNvSpPr>
          <p:nvPr/>
        </p:nvSpPr>
        <p:spPr>
          <a:xfrm>
            <a:off x="186842" y="1118500"/>
            <a:ext cx="235915" cy="23591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3F0A65-97A4-422B-19CF-D4EB9CF0AFB7}"/>
              </a:ext>
            </a:extLst>
          </p:cNvPr>
          <p:cNvSpPr>
            <a:spLocks noChangeAspect="1"/>
          </p:cNvSpPr>
          <p:nvPr/>
        </p:nvSpPr>
        <p:spPr>
          <a:xfrm>
            <a:off x="186841" y="1415206"/>
            <a:ext cx="235915" cy="23591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6C4C11-5A14-55F6-503A-49F89B3F2458}"/>
              </a:ext>
            </a:extLst>
          </p:cNvPr>
          <p:cNvSpPr>
            <a:spLocks noChangeAspect="1"/>
          </p:cNvSpPr>
          <p:nvPr/>
        </p:nvSpPr>
        <p:spPr>
          <a:xfrm>
            <a:off x="193541" y="5577222"/>
            <a:ext cx="235915" cy="23591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E46595-2D8A-60FF-6098-58E3BC9A7DF0}"/>
              </a:ext>
            </a:extLst>
          </p:cNvPr>
          <p:cNvSpPr>
            <a:spLocks noChangeAspect="1"/>
          </p:cNvSpPr>
          <p:nvPr/>
        </p:nvSpPr>
        <p:spPr>
          <a:xfrm>
            <a:off x="193540" y="5869705"/>
            <a:ext cx="235915" cy="23591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red and white sign with white text&#10;&#10;AI-generated content may be incorrect.">
            <a:extLst>
              <a:ext uri="{FF2B5EF4-FFF2-40B4-BE49-F238E27FC236}">
                <a16:creationId xmlns:a16="http://schemas.microsoft.com/office/drawing/2014/main" id="{42B856F1-B330-EBC9-015F-D8F74AFECE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715898"/>
            <a:ext cx="3991209" cy="1694680"/>
          </a:xfrm>
          <a:prstGeom prst="rect">
            <a:avLst/>
          </a:prstGeom>
        </p:spPr>
      </p:pic>
      <p:pic>
        <p:nvPicPr>
          <p:cNvPr id="15" name="Picture 1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32C0254-81A7-6D79-515F-2D0C3940A3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505200"/>
            <a:ext cx="4572000" cy="1263262"/>
          </a:xfrm>
          <a:prstGeom prst="rect">
            <a:avLst/>
          </a:prstGeom>
        </p:spPr>
      </p:pic>
      <p:pic>
        <p:nvPicPr>
          <p:cNvPr id="17" name="Picture 16" descr="A close-up of a website&#10;&#10;AI-generated content may be incorrect.">
            <a:extLst>
              <a:ext uri="{FF2B5EF4-FFF2-40B4-BE49-F238E27FC236}">
                <a16:creationId xmlns:a16="http://schemas.microsoft.com/office/drawing/2014/main" id="{2B08A9AF-CA2E-8C31-8752-19D74753E4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2122359"/>
            <a:ext cx="4794748" cy="2343212"/>
          </a:xfrm>
          <a:prstGeom prst="rect">
            <a:avLst/>
          </a:prstGeom>
        </p:spPr>
      </p:pic>
      <p:pic>
        <p:nvPicPr>
          <p:cNvPr id="6" name="Graphic 5" descr="Badge 1 outline">
            <a:extLst>
              <a:ext uri="{FF2B5EF4-FFF2-40B4-BE49-F238E27FC236}">
                <a16:creationId xmlns:a16="http://schemas.microsoft.com/office/drawing/2014/main" id="{F2739439-348F-BDBA-6AFA-87ABC4EC54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4716" y="1958211"/>
            <a:ext cx="615871" cy="615871"/>
          </a:xfrm>
          <a:prstGeom prst="rect">
            <a:avLst/>
          </a:prstGeom>
        </p:spPr>
      </p:pic>
      <p:pic>
        <p:nvPicPr>
          <p:cNvPr id="14" name="Graphic 13" descr="Badge outline">
            <a:extLst>
              <a:ext uri="{FF2B5EF4-FFF2-40B4-BE49-F238E27FC236}">
                <a16:creationId xmlns:a16="http://schemas.microsoft.com/office/drawing/2014/main" id="{A0C19A9D-99F0-86CD-FE84-93AAF3DF0A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952" y="3293965"/>
            <a:ext cx="612648" cy="612648"/>
          </a:xfrm>
          <a:prstGeom prst="rect">
            <a:avLst/>
          </a:prstGeom>
        </p:spPr>
      </p:pic>
      <p:pic>
        <p:nvPicPr>
          <p:cNvPr id="18" name="Graphic 17" descr="Badge 3 outline">
            <a:extLst>
              <a:ext uri="{FF2B5EF4-FFF2-40B4-BE49-F238E27FC236}">
                <a16:creationId xmlns:a16="http://schemas.microsoft.com/office/drawing/2014/main" id="{41E0A030-8930-B018-72A8-0C53471211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67164" y="1940929"/>
            <a:ext cx="612648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07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F4CA-8948-D427-B2A8-6C60BB87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607ECAA-5171-5D74-5537-F0109AE40D46}"/>
              </a:ext>
            </a:extLst>
          </p:cNvPr>
          <p:cNvSpPr/>
          <p:nvPr/>
        </p:nvSpPr>
        <p:spPr>
          <a:xfrm>
            <a:off x="0" y="6509735"/>
            <a:ext cx="12192000" cy="339461"/>
          </a:xfrm>
          <a:prstGeom prst="rect">
            <a:avLst/>
          </a:prstGeom>
          <a:solidFill>
            <a:srgbClr val="F4DB80"/>
          </a:solidFill>
          <a:ln w="12700">
            <a:solidFill>
              <a:srgbClr val="F4DB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2" name="Slide Number Placeholder 2">
            <a:extLst>
              <a:ext uri="{FF2B5EF4-FFF2-40B4-BE49-F238E27FC236}">
                <a16:creationId xmlns:a16="http://schemas.microsoft.com/office/drawing/2014/main" id="{1FF20C57-EDBC-AC4B-0040-6EDC8ABFA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367912" y="6535850"/>
            <a:ext cx="824089" cy="273124"/>
          </a:xfrm>
        </p:spPr>
        <p:txBody>
          <a:bodyPr/>
          <a:lstStyle/>
          <a:p>
            <a:r>
              <a:rPr lang="en-US" altLang="en-US" sz="16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026182-7773-EBEE-82BF-8A6728EFDAF5}"/>
              </a:ext>
            </a:extLst>
          </p:cNvPr>
          <p:cNvSpPr/>
          <p:nvPr/>
        </p:nvSpPr>
        <p:spPr>
          <a:xfrm>
            <a:off x="9950450" y="103876"/>
            <a:ext cx="2049514" cy="699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A1C70D-FE0A-4559-F2A1-34496CE1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90229"/>
            <a:ext cx="11999965" cy="74633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</a:rPr>
              <a:t>Multicomponent timeline progression: May and June</a:t>
            </a:r>
            <a:endParaRPr lang="en-US" sz="3600" dirty="0">
              <a:ea typeface="+mj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11A3EB-A41D-2647-C635-42A5C0957096}"/>
              </a:ext>
            </a:extLst>
          </p:cNvPr>
          <p:cNvSpPr txBox="1"/>
          <p:nvPr/>
        </p:nvSpPr>
        <p:spPr>
          <a:xfrm>
            <a:off x="152400" y="1066800"/>
            <a:ext cx="10591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dirty="0"/>
              <a:t> Laurianne:</a:t>
            </a:r>
          </a:p>
          <a:p>
            <a:pPr lvl="1"/>
            <a:r>
              <a:rPr lang="en-US" dirty="0"/>
              <a:t>Execute remaining diafiltration experiments (duplicates, 3-salt system, informed by </a:t>
            </a:r>
            <a:r>
              <a:rPr lang="en-US" dirty="0" err="1"/>
              <a:t>MBDoE</a:t>
            </a:r>
            <a:r>
              <a:rPr lang="en-US" dirty="0"/>
              <a:t>).</a:t>
            </a:r>
          </a:p>
          <a:p>
            <a:pPr lvl="1"/>
            <a:endParaRPr lang="en-US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dirty="0"/>
              <a:t> Laurianne and Zhicheng:</a:t>
            </a:r>
          </a:p>
          <a:p>
            <a:pPr lvl="1"/>
            <a:r>
              <a:rPr lang="en-US" dirty="0"/>
              <a:t>Analyze remaining experiments (duplicates, 3-salt system). </a:t>
            </a:r>
          </a:p>
          <a:p>
            <a:pPr lvl="1"/>
            <a:r>
              <a:rPr lang="en-US" dirty="0"/>
              <a:t>Create manuscript figures and begin outlining the results and discussion sections.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F5879-E2F2-45E7-86CC-8AE733049CF3}"/>
              </a:ext>
            </a:extLst>
          </p:cNvPr>
          <p:cNvSpPr>
            <a:spLocks noChangeAspect="1"/>
          </p:cNvSpPr>
          <p:nvPr/>
        </p:nvSpPr>
        <p:spPr>
          <a:xfrm>
            <a:off x="381000" y="1447800"/>
            <a:ext cx="235915" cy="23591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C2B6C8-5BFE-004A-168A-EE2BE81C8009}"/>
              </a:ext>
            </a:extLst>
          </p:cNvPr>
          <p:cNvSpPr>
            <a:spLocks noChangeAspect="1"/>
          </p:cNvSpPr>
          <p:nvPr/>
        </p:nvSpPr>
        <p:spPr>
          <a:xfrm>
            <a:off x="381000" y="2514600"/>
            <a:ext cx="235915" cy="23591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4967ED-DADF-3E9F-8BF8-8D528AE658DE}"/>
              </a:ext>
            </a:extLst>
          </p:cNvPr>
          <p:cNvSpPr>
            <a:spLocks noChangeAspect="1"/>
          </p:cNvSpPr>
          <p:nvPr/>
        </p:nvSpPr>
        <p:spPr>
          <a:xfrm>
            <a:off x="381000" y="2225710"/>
            <a:ext cx="235915" cy="23591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87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rand_standards_PPT_template_1W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162878</TotalTime>
  <Words>345</Words>
  <Application>Microsoft Office PowerPoint</Application>
  <PresentationFormat>Widescreen</PresentationFormat>
  <Paragraphs>59</Paragraphs>
  <Slides>7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Cambria Math</vt:lpstr>
      <vt:lpstr>GalaxiePolaris-Bold</vt:lpstr>
      <vt:lpstr>GalaxiePolaris-Book</vt:lpstr>
      <vt:lpstr>GalaxiePolaris-Medium</vt:lpstr>
      <vt:lpstr>Garamond</vt:lpstr>
      <vt:lpstr>Times New Roman</vt:lpstr>
      <vt:lpstr>Wingdings</vt:lpstr>
      <vt:lpstr>Office Theme</vt:lpstr>
      <vt:lpstr>brand_standards_PPT_template_1W</vt:lpstr>
      <vt:lpstr>Multicomponent project – timeline update</vt:lpstr>
      <vt:lpstr>Multicomponent timeline progression: January and February</vt:lpstr>
      <vt:lpstr>Multicomponent timeline progression: January and February</vt:lpstr>
      <vt:lpstr>Multicomponent timeline progression: January and February</vt:lpstr>
      <vt:lpstr>Multicomponent timeline progression: January and February</vt:lpstr>
      <vt:lpstr>Multicomponent timeline progression: March and April</vt:lpstr>
      <vt:lpstr>Multicomponent timeline progression: May and June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Model Update</dc:title>
  <dc:creator>Laurianne Lair</dc:creator>
  <cp:lastModifiedBy>Laurianne Lair</cp:lastModifiedBy>
  <cp:revision>9</cp:revision>
  <cp:lastPrinted>2023-07-13T18:14:11Z</cp:lastPrinted>
  <dcterms:created xsi:type="dcterms:W3CDTF">2022-05-09T22:03:52Z</dcterms:created>
  <dcterms:modified xsi:type="dcterms:W3CDTF">2025-03-10T19:00:42Z</dcterms:modified>
</cp:coreProperties>
</file>