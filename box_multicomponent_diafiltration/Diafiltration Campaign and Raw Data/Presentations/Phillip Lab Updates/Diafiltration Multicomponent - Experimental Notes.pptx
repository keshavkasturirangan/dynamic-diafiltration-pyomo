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13"/>
  </p:notesMasterIdLst>
  <p:sldIdLst>
    <p:sldId id="476" r:id="rId2"/>
    <p:sldId id="521" r:id="rId3"/>
    <p:sldId id="523" r:id="rId4"/>
    <p:sldId id="572" r:id="rId5"/>
    <p:sldId id="522" r:id="rId6"/>
    <p:sldId id="573" r:id="rId7"/>
    <p:sldId id="574" r:id="rId8"/>
    <p:sldId id="575" r:id="rId9"/>
    <p:sldId id="577" r:id="rId10"/>
    <p:sldId id="578" r:id="rId11"/>
    <p:sldId id="5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D0FF"/>
    <a:srgbClr val="FFFFFF"/>
    <a:srgbClr val="FF9900"/>
    <a:srgbClr val="E26FFF"/>
    <a:srgbClr val="00FFFF"/>
    <a:srgbClr val="008200"/>
    <a:srgbClr val="F0822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4CB8C-B029-4D1F-89B2-57C081526BE8}" v="76" dt="2024-02-19T20:17:02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5" autoAdjust="0"/>
    <p:restoredTop sz="84834" autoAdjust="0"/>
  </p:normalViewPr>
  <p:slideViewPr>
    <p:cSldViewPr snapToGrid="0">
      <p:cViewPr varScale="1">
        <p:scale>
          <a:sx n="78" d="100"/>
          <a:sy n="78" d="100"/>
        </p:scale>
        <p:origin x="26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Ouimet" userId="0fe588a783aebd4e" providerId="LiveId" clId="{8E94CB8C-B029-4D1F-89B2-57C081526BE8}"/>
    <pc:docChg chg="undo redo custSel addSld delSld modSld sldOrd">
      <pc:chgData name="Jonathan Ouimet" userId="0fe588a783aebd4e" providerId="LiveId" clId="{8E94CB8C-B029-4D1F-89B2-57C081526BE8}" dt="2024-02-19T20:56:14.548" v="3808" actId="20577"/>
      <pc:docMkLst>
        <pc:docMk/>
      </pc:docMkLst>
      <pc:sldChg chg="modSp mod">
        <pc:chgData name="Jonathan Ouimet" userId="0fe588a783aebd4e" providerId="LiveId" clId="{8E94CB8C-B029-4D1F-89B2-57C081526BE8}" dt="2024-02-19T15:43:04.950" v="34" actId="20577"/>
        <pc:sldMkLst>
          <pc:docMk/>
          <pc:sldMk cId="4181471108" sldId="476"/>
        </pc:sldMkLst>
        <pc:spChg chg="mod">
          <ac:chgData name="Jonathan Ouimet" userId="0fe588a783aebd4e" providerId="LiveId" clId="{8E94CB8C-B029-4D1F-89B2-57C081526BE8}" dt="2024-02-19T15:43:04.950" v="34" actId="20577"/>
          <ac:spMkLst>
            <pc:docMk/>
            <pc:sldMk cId="4181471108" sldId="476"/>
            <ac:spMk id="2" creationId="{D105AAB0-2E82-84A1-0044-57EF354882FF}"/>
          </ac:spMkLst>
        </pc:spChg>
      </pc:sldChg>
      <pc:sldChg chg="addSp modSp del">
        <pc:chgData name="Jonathan Ouimet" userId="0fe588a783aebd4e" providerId="LiveId" clId="{8E94CB8C-B029-4D1F-89B2-57C081526BE8}" dt="2024-02-19T15:51:45.512" v="427" actId="47"/>
        <pc:sldMkLst>
          <pc:docMk/>
          <pc:sldMk cId="3596263499" sldId="516"/>
        </pc:sldMkLst>
        <pc:spChg chg="add mod">
          <ac:chgData name="Jonathan Ouimet" userId="0fe588a783aebd4e" providerId="LiveId" clId="{8E94CB8C-B029-4D1F-89B2-57C081526BE8}" dt="2024-02-19T15:50:47.767" v="415"/>
          <ac:spMkLst>
            <pc:docMk/>
            <pc:sldMk cId="3596263499" sldId="516"/>
            <ac:spMk id="2" creationId="{D349B829-B74F-7C93-569D-886BCFFB22BA}"/>
          </ac:spMkLst>
        </pc:spChg>
        <pc:spChg chg="add mod">
          <ac:chgData name="Jonathan Ouimet" userId="0fe588a783aebd4e" providerId="LiveId" clId="{8E94CB8C-B029-4D1F-89B2-57C081526BE8}" dt="2024-02-19T15:50:47.767" v="415"/>
          <ac:spMkLst>
            <pc:docMk/>
            <pc:sldMk cId="3596263499" sldId="516"/>
            <ac:spMk id="3" creationId="{B24567B8-E62B-52FF-72B3-DEF1C6331309}"/>
          </ac:spMkLst>
        </pc:spChg>
        <pc:spChg chg="add mod">
          <ac:chgData name="Jonathan Ouimet" userId="0fe588a783aebd4e" providerId="LiveId" clId="{8E94CB8C-B029-4D1F-89B2-57C081526BE8}" dt="2024-02-19T15:50:47.767" v="415"/>
          <ac:spMkLst>
            <pc:docMk/>
            <pc:sldMk cId="3596263499" sldId="516"/>
            <ac:spMk id="4" creationId="{858384BD-8D1C-2422-6275-AF43480B36AC}"/>
          </ac:spMkLst>
        </pc:spChg>
      </pc:sldChg>
      <pc:sldChg chg="del">
        <pc:chgData name="Jonathan Ouimet" userId="0fe588a783aebd4e" providerId="LiveId" clId="{8E94CB8C-B029-4D1F-89B2-57C081526BE8}" dt="2024-02-19T15:43:15.694" v="38" actId="47"/>
        <pc:sldMkLst>
          <pc:docMk/>
          <pc:sldMk cId="1479118566" sldId="517"/>
        </pc:sldMkLst>
      </pc:sldChg>
      <pc:sldChg chg="del">
        <pc:chgData name="Jonathan Ouimet" userId="0fe588a783aebd4e" providerId="LiveId" clId="{8E94CB8C-B029-4D1F-89B2-57C081526BE8}" dt="2024-02-19T15:43:15.365" v="37" actId="47"/>
        <pc:sldMkLst>
          <pc:docMk/>
          <pc:sldMk cId="4031358870" sldId="518"/>
        </pc:sldMkLst>
      </pc:sldChg>
      <pc:sldChg chg="del">
        <pc:chgData name="Jonathan Ouimet" userId="0fe588a783aebd4e" providerId="LiveId" clId="{8E94CB8C-B029-4D1F-89B2-57C081526BE8}" dt="2024-02-19T15:43:28.138" v="40" actId="47"/>
        <pc:sldMkLst>
          <pc:docMk/>
          <pc:sldMk cId="3684292163" sldId="519"/>
        </pc:sldMkLst>
      </pc:sldChg>
      <pc:sldChg chg="del">
        <pc:chgData name="Jonathan Ouimet" userId="0fe588a783aebd4e" providerId="LiveId" clId="{8E94CB8C-B029-4D1F-89B2-57C081526BE8}" dt="2024-02-19T15:43:16.462" v="39" actId="47"/>
        <pc:sldMkLst>
          <pc:docMk/>
          <pc:sldMk cId="2884601369" sldId="520"/>
        </pc:sldMkLst>
      </pc:sldChg>
      <pc:sldChg chg="addSp delSp modSp mod ord delAnim modAnim modNotesTx">
        <pc:chgData name="Jonathan Ouimet" userId="0fe588a783aebd4e" providerId="LiveId" clId="{8E94CB8C-B029-4D1F-89B2-57C081526BE8}" dt="2024-02-19T20:16:51.617" v="3731"/>
        <pc:sldMkLst>
          <pc:docMk/>
          <pc:sldMk cId="2359619146" sldId="521"/>
        </pc:sldMkLst>
        <pc:spChg chg="add mod">
          <ac:chgData name="Jonathan Ouimet" userId="0fe588a783aebd4e" providerId="LiveId" clId="{8E94CB8C-B029-4D1F-89B2-57C081526BE8}" dt="2024-02-19T15:52:31.427" v="597" actId="20577"/>
          <ac:spMkLst>
            <pc:docMk/>
            <pc:sldMk cId="2359619146" sldId="521"/>
            <ac:spMk id="3" creationId="{42BA1888-7376-9A08-2300-A2AECB14C394}"/>
          </ac:spMkLst>
        </pc:spChg>
        <pc:spChg chg="add del mod">
          <ac:chgData name="Jonathan Ouimet" userId="0fe588a783aebd4e" providerId="LiveId" clId="{8E94CB8C-B029-4D1F-89B2-57C081526BE8}" dt="2024-02-19T15:51:17.181" v="420" actId="478"/>
          <ac:spMkLst>
            <pc:docMk/>
            <pc:sldMk cId="2359619146" sldId="521"/>
            <ac:spMk id="4" creationId="{CF5F16F5-0D20-B4F3-0491-2852E3508265}"/>
          </ac:spMkLst>
        </pc:spChg>
        <pc:spChg chg="add mod">
          <ac:chgData name="Jonathan Ouimet" userId="0fe588a783aebd4e" providerId="LiveId" clId="{8E94CB8C-B029-4D1F-89B2-57C081526BE8}" dt="2024-02-19T15:50:54.826" v="417" actId="1076"/>
          <ac:spMkLst>
            <pc:docMk/>
            <pc:sldMk cId="2359619146" sldId="521"/>
            <ac:spMk id="10" creationId="{A0ACAC0C-760F-26F6-8942-1AFC6C347C98}"/>
          </ac:spMkLst>
        </pc:spChg>
        <pc:spChg chg="del">
          <ac:chgData name="Jonathan Ouimet" userId="0fe588a783aebd4e" providerId="LiveId" clId="{8E94CB8C-B029-4D1F-89B2-57C081526BE8}" dt="2024-02-19T15:43:43.628" v="41" actId="478"/>
          <ac:spMkLst>
            <pc:docMk/>
            <pc:sldMk cId="2359619146" sldId="521"/>
            <ac:spMk id="11" creationId="{0F95356E-A9D3-7421-8B3D-27C4C3E097E3}"/>
          </ac:spMkLst>
        </pc:spChg>
        <pc:spChg chg="del">
          <ac:chgData name="Jonathan Ouimet" userId="0fe588a783aebd4e" providerId="LiveId" clId="{8E94CB8C-B029-4D1F-89B2-57C081526BE8}" dt="2024-02-19T15:43:43.628" v="41" actId="478"/>
          <ac:spMkLst>
            <pc:docMk/>
            <pc:sldMk cId="2359619146" sldId="521"/>
            <ac:spMk id="12" creationId="{C12817A5-D5CB-BF62-6881-F157596271DE}"/>
          </ac:spMkLst>
        </pc:spChg>
        <pc:spChg chg="del">
          <ac:chgData name="Jonathan Ouimet" userId="0fe588a783aebd4e" providerId="LiveId" clId="{8E94CB8C-B029-4D1F-89B2-57C081526BE8}" dt="2024-02-19T15:43:43.628" v="41" actId="478"/>
          <ac:spMkLst>
            <pc:docMk/>
            <pc:sldMk cId="2359619146" sldId="521"/>
            <ac:spMk id="13" creationId="{F5CCADD5-F4E4-E952-BDE4-9EEF1E5E8697}"/>
          </ac:spMkLst>
        </pc:spChg>
        <pc:spChg chg="del">
          <ac:chgData name="Jonathan Ouimet" userId="0fe588a783aebd4e" providerId="LiveId" clId="{8E94CB8C-B029-4D1F-89B2-57C081526BE8}" dt="2024-02-19T15:43:43.628" v="41" actId="478"/>
          <ac:spMkLst>
            <pc:docMk/>
            <pc:sldMk cId="2359619146" sldId="521"/>
            <ac:spMk id="14" creationId="{14AF296E-D0B5-5835-0918-4C81BEA3372B}"/>
          </ac:spMkLst>
        </pc:spChg>
        <pc:spChg chg="add mod">
          <ac:chgData name="Jonathan Ouimet" userId="0fe588a783aebd4e" providerId="LiveId" clId="{8E94CB8C-B029-4D1F-89B2-57C081526BE8}" dt="2024-02-19T15:50:45.851" v="414"/>
          <ac:spMkLst>
            <pc:docMk/>
            <pc:sldMk cId="2359619146" sldId="521"/>
            <ac:spMk id="15" creationId="{6DC2CAA9-C168-95F1-F9DB-C4C4DFCB7F4A}"/>
          </ac:spMkLst>
        </pc:spChg>
        <pc:spChg chg="add mod">
          <ac:chgData name="Jonathan Ouimet" userId="0fe588a783aebd4e" providerId="LiveId" clId="{8E94CB8C-B029-4D1F-89B2-57C081526BE8}" dt="2024-02-19T15:50:45.851" v="414"/>
          <ac:spMkLst>
            <pc:docMk/>
            <pc:sldMk cId="2359619146" sldId="521"/>
            <ac:spMk id="16" creationId="{03B2DD9D-FA2C-7F61-E47A-B7094499C8CE}"/>
          </ac:spMkLst>
        </pc:spChg>
        <pc:spChg chg="add mod">
          <ac:chgData name="Jonathan Ouimet" userId="0fe588a783aebd4e" providerId="LiveId" clId="{8E94CB8C-B029-4D1F-89B2-57C081526BE8}" dt="2024-02-19T15:50:45.851" v="414"/>
          <ac:spMkLst>
            <pc:docMk/>
            <pc:sldMk cId="2359619146" sldId="521"/>
            <ac:spMk id="17" creationId="{8A25025A-A4F2-BDAB-5FC1-EA8364577ADF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20" creationId="{F1FDCED8-DD7E-D38D-6C9B-3B4EEDC0A3A9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21" creationId="{1CA1758C-63EA-F148-79E4-5F4E5DD665EE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22" creationId="{CF1EEE75-D2C9-F919-24FD-1A1403939129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23" creationId="{48E794CE-C132-52AE-BE80-49D5D56D1C57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42" creationId="{DD9CEF39-9E3E-C254-F10D-7FC63D158B34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43" creationId="{2C585688-2A6C-9CB1-6935-01D69C768743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45" creationId="{FCD26259-9DB7-AAEE-0170-C4B5BAE999A5}"/>
          </ac:spMkLst>
        </pc:spChg>
        <pc:spChg chg="mod">
          <ac:chgData name="Jonathan Ouimet" userId="0fe588a783aebd4e" providerId="LiveId" clId="{8E94CB8C-B029-4D1F-89B2-57C081526BE8}" dt="2024-02-19T15:53:28.311" v="610" actId="404"/>
          <ac:spMkLst>
            <pc:docMk/>
            <pc:sldMk cId="2359619146" sldId="521"/>
            <ac:spMk id="46" creationId="{BC7B0132-425F-36AC-2AAC-6E1F26E304C1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47" creationId="{E02528E8-E81B-0071-4A99-A87F6FBFD26C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48" creationId="{723AE9EB-DDDD-5E4A-DDFB-EB1B8D9E6FA4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49" creationId="{1D972047-2EB8-42AE-8C5C-527883C56A24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53" creationId="{4C7AAD0E-5575-87CD-6D96-DD9A2A0FA211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60" creationId="{DD6E9E9C-E0FE-DCB7-1B9C-9DFCB35D7842}"/>
          </ac:spMkLst>
        </pc:spChg>
        <pc:spChg chg="mod">
          <ac:chgData name="Jonathan Ouimet" userId="0fe588a783aebd4e" providerId="LiveId" clId="{8E94CB8C-B029-4D1F-89B2-57C081526BE8}" dt="2024-02-19T15:51:30.189" v="423"/>
          <ac:spMkLst>
            <pc:docMk/>
            <pc:sldMk cId="2359619146" sldId="521"/>
            <ac:spMk id="73" creationId="{00DC7A4F-184D-203B-BE29-0CAC98565A77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74" creationId="{894E4555-8C12-CC95-D94C-0CC88945F297}"/>
          </ac:spMkLst>
        </pc:spChg>
        <pc:spChg chg="mod">
          <ac:chgData name="Jonathan Ouimet" userId="0fe588a783aebd4e" providerId="LiveId" clId="{8E94CB8C-B029-4D1F-89B2-57C081526BE8}" dt="2024-02-19T15:53:21.748" v="608" actId="404"/>
          <ac:spMkLst>
            <pc:docMk/>
            <pc:sldMk cId="2359619146" sldId="521"/>
            <ac:spMk id="75" creationId="{7217A82D-096A-759B-FEC3-A13F70F7B4E9}"/>
          </ac:spMkLst>
        </pc:spChg>
        <pc:spChg chg="add mod">
          <ac:chgData name="Jonathan Ouimet" userId="0fe588a783aebd4e" providerId="LiveId" clId="{8E94CB8C-B029-4D1F-89B2-57C081526BE8}" dt="2024-02-19T15:55:17.436" v="884" actId="1076"/>
          <ac:spMkLst>
            <pc:docMk/>
            <pc:sldMk cId="2359619146" sldId="521"/>
            <ac:spMk id="77" creationId="{B19AEBD0-0994-9260-DE63-8D505DB6AF7D}"/>
          </ac:spMkLst>
        </pc:spChg>
        <pc:grpChg chg="add mod">
          <ac:chgData name="Jonathan Ouimet" userId="0fe588a783aebd4e" providerId="LiveId" clId="{8E94CB8C-B029-4D1F-89B2-57C081526BE8}" dt="2024-02-19T15:53:31.813" v="611" actId="1076"/>
          <ac:grpSpMkLst>
            <pc:docMk/>
            <pc:sldMk cId="2359619146" sldId="521"/>
            <ac:grpSpMk id="18" creationId="{412532FD-B829-B0B6-BB88-B25C175A94C0}"/>
          </ac:grpSpMkLst>
        </pc:grpChg>
        <pc:picChg chg="del">
          <ac:chgData name="Jonathan Ouimet" userId="0fe588a783aebd4e" providerId="LiveId" clId="{8E94CB8C-B029-4D1F-89B2-57C081526BE8}" dt="2024-02-19T15:43:43.628" v="41" actId="478"/>
          <ac:picMkLst>
            <pc:docMk/>
            <pc:sldMk cId="2359619146" sldId="521"/>
            <ac:picMk id="5" creationId="{9411106B-5FF5-9CF5-E232-6B5485CF4265}"/>
          </ac:picMkLst>
        </pc:picChg>
        <pc:picChg chg="del">
          <ac:chgData name="Jonathan Ouimet" userId="0fe588a783aebd4e" providerId="LiveId" clId="{8E94CB8C-B029-4D1F-89B2-57C081526BE8}" dt="2024-02-19T15:43:43.628" v="41" actId="478"/>
          <ac:picMkLst>
            <pc:docMk/>
            <pc:sldMk cId="2359619146" sldId="521"/>
            <ac:picMk id="6" creationId="{DD5D36E1-2D1F-7AEC-2B61-979C862DB31C}"/>
          </ac:picMkLst>
        </pc:picChg>
        <pc:picChg chg="del">
          <ac:chgData name="Jonathan Ouimet" userId="0fe588a783aebd4e" providerId="LiveId" clId="{8E94CB8C-B029-4D1F-89B2-57C081526BE8}" dt="2024-02-19T15:43:43.628" v="41" actId="478"/>
          <ac:picMkLst>
            <pc:docMk/>
            <pc:sldMk cId="2359619146" sldId="521"/>
            <ac:picMk id="7" creationId="{DC75505A-B128-A0F3-43E8-46CF9E8FE2E5}"/>
          </ac:picMkLst>
        </pc:picChg>
        <pc:picChg chg="add mod">
          <ac:chgData name="Jonathan Ouimet" userId="0fe588a783aebd4e" providerId="LiveId" clId="{8E94CB8C-B029-4D1F-89B2-57C081526BE8}" dt="2024-02-19T15:54:17.729" v="708" actId="1076"/>
          <ac:picMkLst>
            <pc:docMk/>
            <pc:sldMk cId="2359619146" sldId="521"/>
            <ac:picMk id="8" creationId="{C9BEF01E-AE7C-14D5-4382-9958DE17CB77}"/>
          </ac:picMkLst>
        </pc:picChg>
        <pc:picChg chg="del">
          <ac:chgData name="Jonathan Ouimet" userId="0fe588a783aebd4e" providerId="LiveId" clId="{8E94CB8C-B029-4D1F-89B2-57C081526BE8}" dt="2024-02-19T15:43:43.628" v="41" actId="478"/>
          <ac:picMkLst>
            <pc:docMk/>
            <pc:sldMk cId="2359619146" sldId="521"/>
            <ac:picMk id="9" creationId="{9F17D86A-056F-EAE0-956B-074BAA752EFE}"/>
          </ac:picMkLst>
        </pc:picChg>
        <pc:picChg chg="mod">
          <ac:chgData name="Jonathan Ouimet" userId="0fe588a783aebd4e" providerId="LiveId" clId="{8E94CB8C-B029-4D1F-89B2-57C081526BE8}" dt="2024-02-19T15:51:30.189" v="423"/>
          <ac:picMkLst>
            <pc:docMk/>
            <pc:sldMk cId="2359619146" sldId="521"/>
            <ac:picMk id="19" creationId="{2E81402F-0F63-1DF2-8485-4AB3490AE2B8}"/>
          </ac:picMkLst>
        </pc:pic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4" creationId="{DDCB55D7-8094-88B8-C01B-2EA522058CC6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5" creationId="{6B91B080-B86D-5D5A-3E6D-DB38900D8F0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6" creationId="{3EAA5CFA-993E-F3DE-075F-AF644A55A1A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7" creationId="{A59A0D5F-4354-86AE-AED2-84138C2A8677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8" creationId="{88691564-13EF-4C11-7DA4-B012EBBE5B76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29" creationId="{1D18A4B9-8562-A1A8-6BE4-1F75B1554CF8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0" creationId="{7EA9A451-A04E-BF62-6DC3-0D6C70B91995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1" creationId="{3BB83659-BB27-2ABF-464D-7B52C676C07C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2" creationId="{E9BC524F-763F-7E2F-43B4-DF5BA513AE31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3" creationId="{CA61AD1E-845B-07EE-94BA-E35A61A0FA17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4" creationId="{E786BE16-EB4B-4BF5-D61A-9DB4D511D5DA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5" creationId="{E5499CA4-300D-1946-5980-5925DCA2D2C5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6" creationId="{32678640-33E2-5405-9315-C91AE2CC6E71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7" creationId="{66CB6C03-B5C8-C6CA-4766-32472A73CF62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8" creationId="{12D42D42-8675-8FC1-18CB-B7D5520278EB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39" creationId="{A98E8060-3159-B641-6A88-7110465B7D6E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40" creationId="{002008EF-73E8-F96E-4690-73BA630D4151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41" creationId="{BEF05E2C-C0DB-66DF-FFE2-917C7FC17A3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44" creationId="{C4214561-2377-B024-67CE-23E96DEBDC05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0" creationId="{ED960E36-7F3D-2E4E-7E70-4D1DD1AB7062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1" creationId="{0390170E-CEAC-0BC8-071C-D3572E1D9DB3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2" creationId="{05854E86-DA94-15F8-2DB1-2A57D82D31E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4" creationId="{53EE252D-935E-D642-D3D9-F4ADF44BCD2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5" creationId="{11399083-AEE9-B3B1-4BE6-0D89A59AFBC6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6" creationId="{54A90C5C-3CDA-0E91-2D59-A7B104E8D0DA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7" creationId="{4A628B53-7A47-D0B8-19DE-B1BF193B7B9D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8" creationId="{83910D16-988B-F971-892E-AFC72FA3B80F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59" creationId="{3CAE0FF8-C7CD-EB2E-8A34-B1C79915043F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1" creationId="{3B0803FD-35BD-A1D8-75E1-DD07A0BEEB70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2" creationId="{C28F99F6-D5BB-7BF6-0E4F-F74EE83F29BB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3" creationId="{B1E949EE-7B65-C5E6-BD81-DB61DF9EDFE6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4" creationId="{0AE1A92A-D881-923B-50CC-DA0D4FEA80C4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5" creationId="{A8B18BAF-F564-EA68-B4D5-3262DD629C84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6" creationId="{9CF0533A-086A-9641-929F-AB6029B2D212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7" creationId="{E9A63A7F-4875-A2E4-ECBB-F5053AC92B5E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8" creationId="{77836002-E559-D206-6C1F-DE794EA9BD6B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69" creationId="{8D9A611B-386F-C6AE-D1DB-13C0B31567C2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70" creationId="{65DA33AE-F9C1-B7AE-8797-8BAFB5F415CF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71" creationId="{C59E1DAE-1733-45FE-AE61-BF14A130DFC6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72" creationId="{43861E7E-8920-A788-FC57-E79941B2ED55}"/>
          </ac:cxnSpMkLst>
        </pc:cxnChg>
        <pc:cxnChg chg="mod">
          <ac:chgData name="Jonathan Ouimet" userId="0fe588a783aebd4e" providerId="LiveId" clId="{8E94CB8C-B029-4D1F-89B2-57C081526BE8}" dt="2024-02-19T15:51:30.189" v="423"/>
          <ac:cxnSpMkLst>
            <pc:docMk/>
            <pc:sldMk cId="2359619146" sldId="521"/>
            <ac:cxnSpMk id="76" creationId="{D318AE64-450D-460E-968A-4C1D108F4CF4}"/>
          </ac:cxnSpMkLst>
        </pc:cxnChg>
      </pc:sldChg>
      <pc:sldChg chg="del">
        <pc:chgData name="Jonathan Ouimet" userId="0fe588a783aebd4e" providerId="LiveId" clId="{8E94CB8C-B029-4D1F-89B2-57C081526BE8}" dt="2024-02-19T15:43:14.580" v="35" actId="47"/>
        <pc:sldMkLst>
          <pc:docMk/>
          <pc:sldMk cId="710037308" sldId="522"/>
        </pc:sldMkLst>
      </pc:sldChg>
      <pc:sldChg chg="addSp delSp modSp add mod">
        <pc:chgData name="Jonathan Ouimet" userId="0fe588a783aebd4e" providerId="LiveId" clId="{8E94CB8C-B029-4D1F-89B2-57C081526BE8}" dt="2024-02-19T16:59:06.602" v="1252" actId="478"/>
        <pc:sldMkLst>
          <pc:docMk/>
          <pc:sldMk cId="1069305017" sldId="522"/>
        </pc:sldMkLst>
        <pc:spChg chg="add mod">
          <ac:chgData name="Jonathan Ouimet" userId="0fe588a783aebd4e" providerId="LiveId" clId="{8E94CB8C-B029-4D1F-89B2-57C081526BE8}" dt="2024-02-19T15:50:49.199" v="416"/>
          <ac:spMkLst>
            <pc:docMk/>
            <pc:sldMk cId="1069305017" sldId="522"/>
            <ac:spMk id="2" creationId="{D57C47BB-D5D4-5855-3CE3-13415477498D}"/>
          </ac:spMkLst>
        </pc:spChg>
        <pc:spChg chg="mod">
          <ac:chgData name="Jonathan Ouimet" userId="0fe588a783aebd4e" providerId="LiveId" clId="{8E94CB8C-B029-4D1F-89B2-57C081526BE8}" dt="2024-02-19T16:35:30.215" v="1202" actId="20577"/>
          <ac:spMkLst>
            <pc:docMk/>
            <pc:sldMk cId="1069305017" sldId="522"/>
            <ac:spMk id="3" creationId="{97AE88E8-2C09-E321-12E2-F3EA35DB3D1D}"/>
          </ac:spMkLst>
        </pc:spChg>
        <pc:spChg chg="add mod">
          <ac:chgData name="Jonathan Ouimet" userId="0fe588a783aebd4e" providerId="LiveId" clId="{8E94CB8C-B029-4D1F-89B2-57C081526BE8}" dt="2024-02-19T15:50:49.199" v="416"/>
          <ac:spMkLst>
            <pc:docMk/>
            <pc:sldMk cId="1069305017" sldId="522"/>
            <ac:spMk id="4" creationId="{9B2D1515-8D55-092C-5685-E335CA4BDB97}"/>
          </ac:spMkLst>
        </pc:spChg>
        <pc:spChg chg="add mod">
          <ac:chgData name="Jonathan Ouimet" userId="0fe588a783aebd4e" providerId="LiveId" clId="{8E94CB8C-B029-4D1F-89B2-57C081526BE8}" dt="2024-02-19T15:50:49.199" v="416"/>
          <ac:spMkLst>
            <pc:docMk/>
            <pc:sldMk cId="1069305017" sldId="522"/>
            <ac:spMk id="5" creationId="{67FEE5FB-EA18-FD52-7F58-D533478B4E98}"/>
          </ac:spMkLst>
        </pc:spChg>
        <pc:picChg chg="add mod">
          <ac:chgData name="Jonathan Ouimet" userId="0fe588a783aebd4e" providerId="LiveId" clId="{8E94CB8C-B029-4D1F-89B2-57C081526BE8}" dt="2024-02-19T16:35:43.844" v="1205" actId="1076"/>
          <ac:picMkLst>
            <pc:docMk/>
            <pc:sldMk cId="1069305017" sldId="522"/>
            <ac:picMk id="7" creationId="{1F97C3D8-E8DA-63D0-5FFC-F3AD3EBE7FE7}"/>
          </ac:picMkLst>
        </pc:picChg>
        <pc:picChg chg="add mod">
          <ac:chgData name="Jonathan Ouimet" userId="0fe588a783aebd4e" providerId="LiveId" clId="{8E94CB8C-B029-4D1F-89B2-57C081526BE8}" dt="2024-02-19T16:35:38.733" v="1204" actId="1076"/>
          <ac:picMkLst>
            <pc:docMk/>
            <pc:sldMk cId="1069305017" sldId="522"/>
            <ac:picMk id="9" creationId="{0FA0A9F8-072F-9F04-CBFF-2603CF164DB3}"/>
          </ac:picMkLst>
        </pc:picChg>
        <pc:picChg chg="add del mod">
          <ac:chgData name="Jonathan Ouimet" userId="0fe588a783aebd4e" providerId="LiveId" clId="{8E94CB8C-B029-4D1F-89B2-57C081526BE8}" dt="2024-02-19T16:59:06.602" v="1252" actId="478"/>
          <ac:picMkLst>
            <pc:docMk/>
            <pc:sldMk cId="1069305017" sldId="522"/>
            <ac:picMk id="11" creationId="{BE42566E-89EC-0B63-88AE-5A8926A27376}"/>
          </ac:picMkLst>
        </pc:picChg>
      </pc:sldChg>
      <pc:sldChg chg="del">
        <pc:chgData name="Jonathan Ouimet" userId="0fe588a783aebd4e" providerId="LiveId" clId="{8E94CB8C-B029-4D1F-89B2-57C081526BE8}" dt="2024-02-19T15:43:15.067" v="36" actId="47"/>
        <pc:sldMkLst>
          <pc:docMk/>
          <pc:sldMk cId="1622753060" sldId="523"/>
        </pc:sldMkLst>
      </pc:sldChg>
      <pc:sldChg chg="addSp delSp modSp add mod delAnim modAnim">
        <pc:chgData name="Jonathan Ouimet" userId="0fe588a783aebd4e" providerId="LiveId" clId="{8E94CB8C-B029-4D1F-89B2-57C081526BE8}" dt="2024-02-19T20:16:58.471" v="3732"/>
        <pc:sldMkLst>
          <pc:docMk/>
          <pc:sldMk cId="3726378708" sldId="523"/>
        </pc:sldMkLst>
        <pc:spChg chg="mod">
          <ac:chgData name="Jonathan Ouimet" userId="0fe588a783aebd4e" providerId="LiveId" clId="{8E94CB8C-B029-4D1F-89B2-57C081526BE8}" dt="2024-02-19T15:58:38.139" v="1045" actId="20577"/>
          <ac:spMkLst>
            <pc:docMk/>
            <pc:sldMk cId="3726378708" sldId="523"/>
            <ac:spMk id="4" creationId="{6E8F7442-1165-80F2-09DB-19345482E877}"/>
          </ac:spMkLst>
        </pc:spChg>
        <pc:picChg chg="add mod">
          <ac:chgData name="Jonathan Ouimet" userId="0fe588a783aebd4e" providerId="LiveId" clId="{8E94CB8C-B029-4D1F-89B2-57C081526BE8}" dt="2024-02-19T15:52:38.116" v="599" actId="1076"/>
          <ac:picMkLst>
            <pc:docMk/>
            <pc:sldMk cId="3726378708" sldId="523"/>
            <ac:picMk id="2" creationId="{C601F397-195A-60FF-0F79-697FDE9716C2}"/>
          </ac:picMkLst>
        </pc:picChg>
        <pc:picChg chg="del">
          <ac:chgData name="Jonathan Ouimet" userId="0fe588a783aebd4e" providerId="LiveId" clId="{8E94CB8C-B029-4D1F-89B2-57C081526BE8}" dt="2024-02-19T15:51:43.423" v="426" actId="478"/>
          <ac:picMkLst>
            <pc:docMk/>
            <pc:sldMk cId="3726378708" sldId="523"/>
            <ac:picMk id="8" creationId="{B1ACEFA6-A5E1-0041-386F-794BE30A9A3C}"/>
          </ac:picMkLst>
        </pc:picChg>
      </pc:sldChg>
      <pc:sldChg chg="addSp delSp modSp add mod modAnim">
        <pc:chgData name="Jonathan Ouimet" userId="0fe588a783aebd4e" providerId="LiveId" clId="{8E94CB8C-B029-4D1F-89B2-57C081526BE8}" dt="2024-02-19T20:17:02.552" v="3733"/>
        <pc:sldMkLst>
          <pc:docMk/>
          <pc:sldMk cId="379451073" sldId="572"/>
        </pc:sldMkLst>
        <pc:spChg chg="del">
          <ac:chgData name="Jonathan Ouimet" userId="0fe588a783aebd4e" providerId="LiveId" clId="{8E94CB8C-B029-4D1F-89B2-57C081526BE8}" dt="2024-02-19T16:14:12.557" v="1095" actId="478"/>
          <ac:spMkLst>
            <pc:docMk/>
            <pc:sldMk cId="379451073" sldId="572"/>
            <ac:spMk id="2" creationId="{B2056DE4-2615-98EC-36A1-EB7FFC7AE66B}"/>
          </ac:spMkLst>
        </pc:spChg>
        <pc:spChg chg="add del mod">
          <ac:chgData name="Jonathan Ouimet" userId="0fe588a783aebd4e" providerId="LiveId" clId="{8E94CB8C-B029-4D1F-89B2-57C081526BE8}" dt="2024-02-19T16:14:43.224" v="1097" actId="478"/>
          <ac:spMkLst>
            <pc:docMk/>
            <pc:sldMk cId="379451073" sldId="572"/>
            <ac:spMk id="3" creationId="{062AB0B3-8137-9280-0176-1B7440283EBC}"/>
          </ac:spMkLst>
        </pc:spChg>
        <pc:spChg chg="add mod">
          <ac:chgData name="Jonathan Ouimet" userId="0fe588a783aebd4e" providerId="LiveId" clId="{8E94CB8C-B029-4D1F-89B2-57C081526BE8}" dt="2024-02-19T16:14:39.425" v="1096"/>
          <ac:spMkLst>
            <pc:docMk/>
            <pc:sldMk cId="379451073" sldId="572"/>
            <ac:spMk id="4" creationId="{DB876EF6-465D-EAC0-61C2-2E621032B330}"/>
          </ac:spMkLst>
        </pc:spChg>
        <pc:spChg chg="add mod">
          <ac:chgData name="Jonathan Ouimet" userId="0fe588a783aebd4e" providerId="LiveId" clId="{8E94CB8C-B029-4D1F-89B2-57C081526BE8}" dt="2024-02-19T16:14:39.425" v="1096"/>
          <ac:spMkLst>
            <pc:docMk/>
            <pc:sldMk cId="379451073" sldId="572"/>
            <ac:spMk id="5" creationId="{C4C7B1E5-DF8B-37CD-88A5-578DE80C9AF4}"/>
          </ac:spMkLst>
        </pc:spChg>
        <pc:spChg chg="add mod">
          <ac:chgData name="Jonathan Ouimet" userId="0fe588a783aebd4e" providerId="LiveId" clId="{8E94CB8C-B029-4D1F-89B2-57C081526BE8}" dt="2024-02-19T16:14:39.425" v="1096"/>
          <ac:spMkLst>
            <pc:docMk/>
            <pc:sldMk cId="379451073" sldId="572"/>
            <ac:spMk id="6" creationId="{7E84BCE8-F52B-5A80-911C-8B89DEBE693B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7" creationId="{43383F22-8AE1-8271-E2F8-42127F205B32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8" creationId="{243B3907-3C4A-3025-7377-BCB38AD1414E}"/>
          </ac:spMkLst>
        </pc:spChg>
        <pc:spChg chg="del mod">
          <ac:chgData name="Jonathan Ouimet" userId="0fe588a783aebd4e" providerId="LiveId" clId="{8E94CB8C-B029-4D1F-89B2-57C081526BE8}" dt="2024-02-19T16:15:47.536" v="1134" actId="478"/>
          <ac:spMkLst>
            <pc:docMk/>
            <pc:sldMk cId="379451073" sldId="572"/>
            <ac:spMk id="10" creationId="{00529064-8724-E1F4-4E4D-5FB55918BE84}"/>
          </ac:spMkLst>
        </pc:spChg>
        <pc:spChg chg="mod">
          <ac:chgData name="Jonathan Ouimet" userId="0fe588a783aebd4e" providerId="LiveId" clId="{8E94CB8C-B029-4D1F-89B2-57C081526BE8}" dt="2024-02-19T16:16:46.158" v="1151" actId="1076"/>
          <ac:spMkLst>
            <pc:docMk/>
            <pc:sldMk cId="379451073" sldId="572"/>
            <ac:spMk id="11" creationId="{F96D4E85-9EAC-BBA3-1D2C-3A5508176E31}"/>
          </ac:spMkLst>
        </pc:spChg>
        <pc:spChg chg="mod">
          <ac:chgData name="Jonathan Ouimet" userId="0fe588a783aebd4e" providerId="LiveId" clId="{8E94CB8C-B029-4D1F-89B2-57C081526BE8}" dt="2024-02-19T16:14:06.112" v="1094" actId="1035"/>
          <ac:spMkLst>
            <pc:docMk/>
            <pc:sldMk cId="379451073" sldId="572"/>
            <ac:spMk id="13" creationId="{61137351-330C-FD0A-256B-DF5D840FBE6C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14" creationId="{C4323B07-9469-32FF-27ED-1294093D8DFA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16" creationId="{A3D34A7E-64D8-96FB-2736-AAF0BF3E665A}"/>
          </ac:spMkLst>
        </pc:spChg>
        <pc:spChg chg="mod">
          <ac:chgData name="Jonathan Ouimet" userId="0fe588a783aebd4e" providerId="LiveId" clId="{8E94CB8C-B029-4D1F-89B2-57C081526BE8}" dt="2024-02-19T16:14:49.538" v="1125" actId="1035"/>
          <ac:spMkLst>
            <pc:docMk/>
            <pc:sldMk cId="379451073" sldId="572"/>
            <ac:spMk id="17" creationId="{11169292-2BCB-525F-445C-7BEEE47DC020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18" creationId="{C33CC033-2E4C-A025-5C45-9B6999240B3D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21" creationId="{DCA8DCF8-40D8-61F5-BA10-A40C8004054B}"/>
          </ac:spMkLst>
        </pc:spChg>
        <pc:spChg chg="mod">
          <ac:chgData name="Jonathan Ouimet" userId="0fe588a783aebd4e" providerId="LiveId" clId="{8E94CB8C-B029-4D1F-89B2-57C081526BE8}" dt="2024-02-19T16:17:06.460" v="1183" actId="1076"/>
          <ac:spMkLst>
            <pc:docMk/>
            <pc:sldMk cId="379451073" sldId="572"/>
            <ac:spMk id="22" creationId="{1136B4EA-97A0-015F-0D15-D7934721BCFF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24" creationId="{25DD1837-B9A4-930F-041D-48BC7968C1FE}"/>
          </ac:spMkLst>
        </pc:spChg>
        <pc:spChg chg="del">
          <ac:chgData name="Jonathan Ouimet" userId="0fe588a783aebd4e" providerId="LiveId" clId="{8E94CB8C-B029-4D1F-89B2-57C081526BE8}" dt="2024-02-19T16:13:25.261" v="1048" actId="478"/>
          <ac:spMkLst>
            <pc:docMk/>
            <pc:sldMk cId="379451073" sldId="572"/>
            <ac:spMk id="25" creationId="{90E495FD-1619-E7D0-8488-2A6124281887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26" creationId="{D2A447BE-84D1-560D-B7DA-06A612518157}"/>
          </ac:spMkLst>
        </pc:spChg>
        <pc:spChg chg="mod">
          <ac:chgData name="Jonathan Ouimet" userId="0fe588a783aebd4e" providerId="LiveId" clId="{8E94CB8C-B029-4D1F-89B2-57C081526BE8}" dt="2024-02-19T16:14:06.112" v="1094" actId="1035"/>
          <ac:spMkLst>
            <pc:docMk/>
            <pc:sldMk cId="379451073" sldId="572"/>
            <ac:spMk id="28" creationId="{A9771859-C010-5F54-8C46-26462FC9C149}"/>
          </ac:spMkLst>
        </pc:spChg>
        <pc:spChg chg="mod">
          <ac:chgData name="Jonathan Ouimet" userId="0fe588a783aebd4e" providerId="LiveId" clId="{8E94CB8C-B029-4D1F-89B2-57C081526BE8}" dt="2024-02-19T16:14:06.112" v="1094" actId="1035"/>
          <ac:spMkLst>
            <pc:docMk/>
            <pc:sldMk cId="379451073" sldId="572"/>
            <ac:spMk id="29" creationId="{89890E45-197B-44AC-8664-DFC3E2453811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0" creationId="{E5808240-C4E4-36CF-AB0C-147E5AC5E10E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2" creationId="{88F4BFE1-2A36-1B9A-DE72-D261A35D100F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3" creationId="{CFA39F7D-CED3-7D21-D13C-46C63CFC1D1A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4" creationId="{B1A035B2-AA21-CB82-FD50-3E24218339DD}"/>
          </ac:spMkLst>
        </pc:spChg>
        <pc:spChg chg="mod">
          <ac:chgData name="Jonathan Ouimet" userId="0fe588a783aebd4e" providerId="LiveId" clId="{8E94CB8C-B029-4D1F-89B2-57C081526BE8}" dt="2024-02-19T16:14:06.112" v="1094" actId="1035"/>
          <ac:spMkLst>
            <pc:docMk/>
            <pc:sldMk cId="379451073" sldId="572"/>
            <ac:spMk id="35" creationId="{371B5144-7133-448A-B15C-5E3A19ADCD5E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6" creationId="{BB376FDE-7E77-CB1B-3290-EE185A687253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7" creationId="{BE408418-4EAF-51D0-6617-2E43D2371939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8" creationId="{59072D94-BB2F-CC5A-C8E9-2B1CBAA89438}"/>
          </ac:spMkLst>
        </pc:spChg>
        <pc:spChg chg="del">
          <ac:chgData name="Jonathan Ouimet" userId="0fe588a783aebd4e" providerId="LiveId" clId="{8E94CB8C-B029-4D1F-89B2-57C081526BE8}" dt="2024-02-19T16:13:20.838" v="1047" actId="478"/>
          <ac:spMkLst>
            <pc:docMk/>
            <pc:sldMk cId="379451073" sldId="572"/>
            <ac:spMk id="39" creationId="{743C9748-A037-C504-7D00-13CBF6D78038}"/>
          </ac:spMkLst>
        </pc:spChg>
        <pc:spChg chg="mod">
          <ac:chgData name="Jonathan Ouimet" userId="0fe588a783aebd4e" providerId="LiveId" clId="{8E94CB8C-B029-4D1F-89B2-57C081526BE8}" dt="2024-02-19T16:15:16.951" v="1127"/>
          <ac:spMkLst>
            <pc:docMk/>
            <pc:sldMk cId="379451073" sldId="572"/>
            <ac:spMk id="41" creationId="{60EEC32E-198B-2E6F-2D05-21791D03EDCC}"/>
          </ac:spMkLst>
        </pc:spChg>
        <pc:grpChg chg="add mod ord">
          <ac:chgData name="Jonathan Ouimet" userId="0fe588a783aebd4e" providerId="LiveId" clId="{8E94CB8C-B029-4D1F-89B2-57C081526BE8}" dt="2024-02-19T16:15:42.833" v="1133" actId="167"/>
          <ac:grpSpMkLst>
            <pc:docMk/>
            <pc:sldMk cId="379451073" sldId="572"/>
            <ac:grpSpMk id="9" creationId="{1576906C-1DA2-B1C5-CA5F-09444F78127D}"/>
          </ac:grpSpMkLst>
        </pc:grpChg>
        <pc:picChg chg="del mod">
          <ac:chgData name="Jonathan Ouimet" userId="0fe588a783aebd4e" providerId="LiveId" clId="{8E94CB8C-B029-4D1F-89B2-57C081526BE8}" dt="2024-02-19T16:15:21.296" v="1129" actId="478"/>
          <ac:picMkLst>
            <pc:docMk/>
            <pc:sldMk cId="379451073" sldId="572"/>
            <ac:picMk id="23" creationId="{499D5002-3160-2DEF-1B28-5B8D85BD384F}"/>
          </ac:picMkLst>
        </pc:picChg>
        <pc:picChg chg="mod">
          <ac:chgData name="Jonathan Ouimet" userId="0fe588a783aebd4e" providerId="LiveId" clId="{8E94CB8C-B029-4D1F-89B2-57C081526BE8}" dt="2024-02-19T16:14:06.112" v="1094" actId="1035"/>
          <ac:picMkLst>
            <pc:docMk/>
            <pc:sldMk cId="379451073" sldId="572"/>
            <ac:picMk id="27" creationId="{C7BE6ADD-0619-1921-124E-6010F14D503C}"/>
          </ac:picMkLst>
        </pc:picChg>
        <pc:picChg chg="mod">
          <ac:chgData name="Jonathan Ouimet" userId="0fe588a783aebd4e" providerId="LiveId" clId="{8E94CB8C-B029-4D1F-89B2-57C081526BE8}" dt="2024-02-19T16:14:06.112" v="1094" actId="1035"/>
          <ac:picMkLst>
            <pc:docMk/>
            <pc:sldMk cId="379451073" sldId="572"/>
            <ac:picMk id="31" creationId="{82FF0ABD-1624-9EEB-4780-831309FBF5A0}"/>
          </ac:picMkLst>
        </pc:picChg>
        <pc:picChg chg="mod">
          <ac:chgData name="Jonathan Ouimet" userId="0fe588a783aebd4e" providerId="LiveId" clId="{8E94CB8C-B029-4D1F-89B2-57C081526BE8}" dt="2024-02-19T16:15:16.951" v="1127"/>
          <ac:picMkLst>
            <pc:docMk/>
            <pc:sldMk cId="379451073" sldId="572"/>
            <ac:picMk id="40" creationId="{C50A40E8-F8C8-4C1F-F18A-D5DF1503D7A4}"/>
          </ac:picMkLst>
        </pc:picChg>
        <pc:picChg chg="mod">
          <ac:chgData name="Jonathan Ouimet" userId="0fe588a783aebd4e" providerId="LiveId" clId="{8E94CB8C-B029-4D1F-89B2-57C081526BE8}" dt="2024-02-19T16:14:06.112" v="1094" actId="1035"/>
          <ac:picMkLst>
            <pc:docMk/>
            <pc:sldMk cId="379451073" sldId="572"/>
            <ac:picMk id="44" creationId="{7BD4EADC-8C57-A4DF-9233-CE83C1034877}"/>
          </ac:picMkLst>
        </pc:picChg>
        <pc:cxnChg chg="mod">
          <ac:chgData name="Jonathan Ouimet" userId="0fe588a783aebd4e" providerId="LiveId" clId="{8E94CB8C-B029-4D1F-89B2-57C081526BE8}" dt="2024-02-19T16:15:59.601" v="1142" actId="1038"/>
          <ac:cxnSpMkLst>
            <pc:docMk/>
            <pc:sldMk cId="379451073" sldId="572"/>
            <ac:cxnSpMk id="12" creationId="{39BA7AC2-05A1-83F1-7238-A7AFB5DBB9A2}"/>
          </ac:cxnSpMkLst>
        </pc:cxnChg>
        <pc:cxnChg chg="mod">
          <ac:chgData name="Jonathan Ouimet" userId="0fe588a783aebd4e" providerId="LiveId" clId="{8E94CB8C-B029-4D1F-89B2-57C081526BE8}" dt="2024-02-19T16:17:01.412" v="1182" actId="1037"/>
          <ac:cxnSpMkLst>
            <pc:docMk/>
            <pc:sldMk cId="379451073" sldId="572"/>
            <ac:cxnSpMk id="15" creationId="{28AB7F4E-B925-BC82-61FB-F9CA4947A277}"/>
          </ac:cxnSpMkLst>
        </pc:cxnChg>
        <pc:cxnChg chg="mod">
          <ac:chgData name="Jonathan Ouimet" userId="0fe588a783aebd4e" providerId="LiveId" clId="{8E94CB8C-B029-4D1F-89B2-57C081526BE8}" dt="2024-02-19T16:17:01.412" v="1182" actId="1037"/>
          <ac:cxnSpMkLst>
            <pc:docMk/>
            <pc:sldMk cId="379451073" sldId="572"/>
            <ac:cxnSpMk id="19" creationId="{89AE6F83-9D98-1BBB-84E5-91DB259AF80C}"/>
          </ac:cxnSpMkLst>
        </pc:cxnChg>
      </pc:sldChg>
      <pc:sldChg chg="addSp delSp modSp add mod">
        <pc:chgData name="Jonathan Ouimet" userId="0fe588a783aebd4e" providerId="LiveId" clId="{8E94CB8C-B029-4D1F-89B2-57C081526BE8}" dt="2024-02-19T16:59:44.075" v="1259" actId="21"/>
        <pc:sldMkLst>
          <pc:docMk/>
          <pc:sldMk cId="2086357500" sldId="573"/>
        </pc:sldMkLst>
        <pc:spChg chg="mod">
          <ac:chgData name="Jonathan Ouimet" userId="0fe588a783aebd4e" providerId="LiveId" clId="{8E94CB8C-B029-4D1F-89B2-57C081526BE8}" dt="2024-02-19T16:36:15.522" v="1211" actId="947"/>
          <ac:spMkLst>
            <pc:docMk/>
            <pc:sldMk cId="2086357500" sldId="573"/>
            <ac:spMk id="3" creationId="{CE8866EC-17BA-4CA1-57B7-D20E49E040E6}"/>
          </ac:spMkLst>
        </pc:spChg>
        <pc:picChg chg="add mod">
          <ac:chgData name="Jonathan Ouimet" userId="0fe588a783aebd4e" providerId="LiveId" clId="{8E94CB8C-B029-4D1F-89B2-57C081526BE8}" dt="2024-02-19T16:44:51.418" v="1221" actId="1076"/>
          <ac:picMkLst>
            <pc:docMk/>
            <pc:sldMk cId="2086357500" sldId="573"/>
            <ac:picMk id="6" creationId="{8A7CD193-A7F9-9D3B-C7B6-36710E617DEB}"/>
          </ac:picMkLst>
        </pc:picChg>
        <pc:picChg chg="del">
          <ac:chgData name="Jonathan Ouimet" userId="0fe588a783aebd4e" providerId="LiveId" clId="{8E94CB8C-B029-4D1F-89B2-57C081526BE8}" dt="2024-02-19T16:36:21.446" v="1212" actId="478"/>
          <ac:picMkLst>
            <pc:docMk/>
            <pc:sldMk cId="2086357500" sldId="573"/>
            <ac:picMk id="7" creationId="{80E36E4A-E0C5-AE0C-2496-D3FD83ADD046}"/>
          </ac:picMkLst>
        </pc:picChg>
        <pc:picChg chg="del">
          <ac:chgData name="Jonathan Ouimet" userId="0fe588a783aebd4e" providerId="LiveId" clId="{8E94CB8C-B029-4D1F-89B2-57C081526BE8}" dt="2024-02-19T16:36:21.977" v="1213" actId="478"/>
          <ac:picMkLst>
            <pc:docMk/>
            <pc:sldMk cId="2086357500" sldId="573"/>
            <ac:picMk id="9" creationId="{0F98C85E-B040-4030-F4E4-B2FDCD1B1D4C}"/>
          </ac:picMkLst>
        </pc:picChg>
        <pc:picChg chg="add mod">
          <ac:chgData name="Jonathan Ouimet" userId="0fe588a783aebd4e" providerId="LiveId" clId="{8E94CB8C-B029-4D1F-89B2-57C081526BE8}" dt="2024-02-19T16:44:44.589" v="1220" actId="1076"/>
          <ac:picMkLst>
            <pc:docMk/>
            <pc:sldMk cId="2086357500" sldId="573"/>
            <ac:picMk id="10" creationId="{EB836BED-9E5D-61B4-2055-679C72A7C7EC}"/>
          </ac:picMkLst>
        </pc:picChg>
        <pc:picChg chg="add del mod">
          <ac:chgData name="Jonathan Ouimet" userId="0fe588a783aebd4e" providerId="LiveId" clId="{8E94CB8C-B029-4D1F-89B2-57C081526BE8}" dt="2024-02-19T16:59:02.695" v="1250" actId="21"/>
          <ac:picMkLst>
            <pc:docMk/>
            <pc:sldMk cId="2086357500" sldId="573"/>
            <ac:picMk id="12" creationId="{9534AEEC-3042-6ABC-523F-68EDAFE29A71}"/>
          </ac:picMkLst>
        </pc:picChg>
        <pc:picChg chg="add del mod">
          <ac:chgData name="Jonathan Ouimet" userId="0fe588a783aebd4e" providerId="LiveId" clId="{8E94CB8C-B029-4D1F-89B2-57C081526BE8}" dt="2024-02-19T16:59:44.075" v="1259" actId="21"/>
          <ac:picMkLst>
            <pc:docMk/>
            <pc:sldMk cId="2086357500" sldId="573"/>
            <ac:picMk id="14" creationId="{EFE30552-608E-C3FB-D5E3-6015D24B200D}"/>
          </ac:picMkLst>
        </pc:picChg>
      </pc:sldChg>
      <pc:sldChg chg="addSp delSp modSp add mod">
        <pc:chgData name="Jonathan Ouimet" userId="0fe588a783aebd4e" providerId="LiveId" clId="{8E94CB8C-B029-4D1F-89B2-57C081526BE8}" dt="2024-02-19T17:19:50.972" v="1394" actId="21"/>
        <pc:sldMkLst>
          <pc:docMk/>
          <pc:sldMk cId="3261716487" sldId="574"/>
        </pc:sldMkLst>
        <pc:spChg chg="mod">
          <ac:chgData name="Jonathan Ouimet" userId="0fe588a783aebd4e" providerId="LiveId" clId="{8E94CB8C-B029-4D1F-89B2-57C081526BE8}" dt="2024-02-19T16:45:32.822" v="1241" actId="20577"/>
          <ac:spMkLst>
            <pc:docMk/>
            <pc:sldMk cId="3261716487" sldId="574"/>
            <ac:spMk id="3" creationId="{5A4680F1-71E0-5ACC-BD31-CFBF8638F8AA}"/>
          </ac:spMkLst>
        </pc:spChg>
        <pc:spChg chg="add mod">
          <ac:chgData name="Jonathan Ouimet" userId="0fe588a783aebd4e" providerId="LiveId" clId="{8E94CB8C-B029-4D1F-89B2-57C081526BE8}" dt="2024-02-19T17:00:49.131" v="1341" actId="1076"/>
          <ac:spMkLst>
            <pc:docMk/>
            <pc:sldMk cId="3261716487" sldId="574"/>
            <ac:spMk id="13" creationId="{8725A094-9CC3-1968-BE75-03CF7BB403D2}"/>
          </ac:spMkLst>
        </pc:spChg>
        <pc:picChg chg="del">
          <ac:chgData name="Jonathan Ouimet" userId="0fe588a783aebd4e" providerId="LiveId" clId="{8E94CB8C-B029-4D1F-89B2-57C081526BE8}" dt="2024-02-19T16:45:35.354" v="1242" actId="478"/>
          <ac:picMkLst>
            <pc:docMk/>
            <pc:sldMk cId="3261716487" sldId="574"/>
            <ac:picMk id="6" creationId="{2912E563-6B41-52B9-6F2B-602D8040A0D8}"/>
          </ac:picMkLst>
        </pc:picChg>
        <pc:picChg chg="add del">
          <ac:chgData name="Jonathan Ouimet" userId="0fe588a783aebd4e" providerId="LiveId" clId="{8E94CB8C-B029-4D1F-89B2-57C081526BE8}" dt="2024-02-19T16:58:54.377" v="1247" actId="478"/>
          <ac:picMkLst>
            <pc:docMk/>
            <pc:sldMk cId="3261716487" sldId="574"/>
            <ac:picMk id="8" creationId="{C80AF3A6-1B57-BB7F-19B7-81E1FF1187F9}"/>
          </ac:picMkLst>
        </pc:picChg>
        <pc:picChg chg="add del">
          <ac:chgData name="Jonathan Ouimet" userId="0fe588a783aebd4e" providerId="LiveId" clId="{8E94CB8C-B029-4D1F-89B2-57C081526BE8}" dt="2024-02-19T16:45:59.459" v="1245" actId="478"/>
          <ac:picMkLst>
            <pc:docMk/>
            <pc:sldMk cId="3261716487" sldId="574"/>
            <ac:picMk id="10" creationId="{C6A9953C-FF4E-E7A6-25D4-2BDD1CA0E4BA}"/>
          </ac:picMkLst>
        </pc:picChg>
        <pc:picChg chg="add del">
          <ac:chgData name="Jonathan Ouimet" userId="0fe588a783aebd4e" providerId="LiveId" clId="{8E94CB8C-B029-4D1F-89B2-57C081526BE8}" dt="2024-02-19T16:59:37.650" v="1256" actId="478"/>
          <ac:picMkLst>
            <pc:docMk/>
            <pc:sldMk cId="3261716487" sldId="574"/>
            <ac:picMk id="11" creationId="{A30005E2-F663-B858-F637-94D0ABD9D15F}"/>
          </ac:picMkLst>
        </pc:picChg>
        <pc:picChg chg="add del mod">
          <ac:chgData name="Jonathan Ouimet" userId="0fe588a783aebd4e" providerId="LiveId" clId="{8E94CB8C-B029-4D1F-89B2-57C081526BE8}" dt="2024-02-19T16:59:09.822" v="1254" actId="478"/>
          <ac:picMkLst>
            <pc:docMk/>
            <pc:sldMk cId="3261716487" sldId="574"/>
            <ac:picMk id="12" creationId="{9534AEEC-3042-6ABC-523F-68EDAFE29A71}"/>
          </ac:picMkLst>
        </pc:picChg>
        <pc:picChg chg="add mod">
          <ac:chgData name="Jonathan Ouimet" userId="0fe588a783aebd4e" providerId="LiveId" clId="{8E94CB8C-B029-4D1F-89B2-57C081526BE8}" dt="2024-02-19T17:01:48.635" v="1383" actId="1038"/>
          <ac:picMkLst>
            <pc:docMk/>
            <pc:sldMk cId="3261716487" sldId="574"/>
            <ac:picMk id="14" creationId="{EFE30552-608E-C3FB-D5E3-6015D24B200D}"/>
          </ac:picMkLst>
        </pc:picChg>
        <pc:picChg chg="add mod">
          <ac:chgData name="Jonathan Ouimet" userId="0fe588a783aebd4e" providerId="LiveId" clId="{8E94CB8C-B029-4D1F-89B2-57C081526BE8}" dt="2024-02-19T17:01:48.635" v="1383" actId="1038"/>
          <ac:picMkLst>
            <pc:docMk/>
            <pc:sldMk cId="3261716487" sldId="574"/>
            <ac:picMk id="16" creationId="{17CED83F-A52B-FD6C-46EA-2607229A2003}"/>
          </ac:picMkLst>
        </pc:picChg>
        <pc:picChg chg="add del mod">
          <ac:chgData name="Jonathan Ouimet" userId="0fe588a783aebd4e" providerId="LiveId" clId="{8E94CB8C-B029-4D1F-89B2-57C081526BE8}" dt="2024-02-19T17:19:50.972" v="1394" actId="21"/>
          <ac:picMkLst>
            <pc:docMk/>
            <pc:sldMk cId="3261716487" sldId="574"/>
            <ac:picMk id="17" creationId="{82F17AA7-87B8-DE3C-245B-C3E9F464D578}"/>
          </ac:picMkLst>
        </pc:picChg>
      </pc:sldChg>
      <pc:sldChg chg="addSp delSp modSp add mod">
        <pc:chgData name="Jonathan Ouimet" userId="0fe588a783aebd4e" providerId="LiveId" clId="{8E94CB8C-B029-4D1F-89B2-57C081526BE8}" dt="2024-02-19T17:22:58.806" v="1586" actId="1036"/>
        <pc:sldMkLst>
          <pc:docMk/>
          <pc:sldMk cId="999215066" sldId="575"/>
        </pc:sldMkLst>
        <pc:spChg chg="mod">
          <ac:chgData name="Jonathan Ouimet" userId="0fe588a783aebd4e" providerId="LiveId" clId="{8E94CB8C-B029-4D1F-89B2-57C081526BE8}" dt="2024-02-19T17:20:48.814" v="1537" actId="14100"/>
          <ac:spMkLst>
            <pc:docMk/>
            <pc:sldMk cId="999215066" sldId="575"/>
            <ac:spMk id="3" creationId="{5DAD5D35-A0C6-83DA-6C4D-AD940E969FDF}"/>
          </ac:spMkLst>
        </pc:spChg>
        <pc:spChg chg="del">
          <ac:chgData name="Jonathan Ouimet" userId="0fe588a783aebd4e" providerId="LiveId" clId="{8E94CB8C-B029-4D1F-89B2-57C081526BE8}" dt="2024-02-19T17:19:57.333" v="1398" actId="478"/>
          <ac:spMkLst>
            <pc:docMk/>
            <pc:sldMk cId="999215066" sldId="575"/>
            <ac:spMk id="13" creationId="{C8483702-9B1E-AA3B-D801-0C994CEDB16E}"/>
          </ac:spMkLst>
        </pc:spChg>
        <pc:picChg chg="add del mod">
          <ac:chgData name="Jonathan Ouimet" userId="0fe588a783aebd4e" providerId="LiveId" clId="{8E94CB8C-B029-4D1F-89B2-57C081526BE8}" dt="2024-02-19T17:19:45.174" v="1391" actId="21"/>
          <ac:picMkLst>
            <pc:docMk/>
            <pc:sldMk cId="999215066" sldId="575"/>
            <ac:picMk id="7" creationId="{82F17AA7-87B8-DE3C-245B-C3E9F464D578}"/>
          </ac:picMkLst>
        </pc:picChg>
        <pc:picChg chg="add mod">
          <ac:chgData name="Jonathan Ouimet" userId="0fe588a783aebd4e" providerId="LiveId" clId="{8E94CB8C-B029-4D1F-89B2-57C081526BE8}" dt="2024-02-19T17:22:58.806" v="1586" actId="1036"/>
          <ac:picMkLst>
            <pc:docMk/>
            <pc:sldMk cId="999215066" sldId="575"/>
            <ac:picMk id="9" creationId="{4EA55A39-2682-9911-278F-4443AC31B946}"/>
          </ac:picMkLst>
        </pc:picChg>
        <pc:picChg chg="del">
          <ac:chgData name="Jonathan Ouimet" userId="0fe588a783aebd4e" providerId="LiveId" clId="{8E94CB8C-B029-4D1F-89B2-57C081526BE8}" dt="2024-02-19T17:02:19.161" v="1385" actId="478"/>
          <ac:picMkLst>
            <pc:docMk/>
            <pc:sldMk cId="999215066" sldId="575"/>
            <ac:picMk id="14" creationId="{24681C45-01EB-F2F3-08B2-B43D874E500E}"/>
          </ac:picMkLst>
        </pc:picChg>
        <pc:picChg chg="del mod">
          <ac:chgData name="Jonathan Ouimet" userId="0fe588a783aebd4e" providerId="LiveId" clId="{8E94CB8C-B029-4D1F-89B2-57C081526BE8}" dt="2024-02-19T17:19:54.410" v="1396" actId="478"/>
          <ac:picMkLst>
            <pc:docMk/>
            <pc:sldMk cId="999215066" sldId="575"/>
            <ac:picMk id="16" creationId="{F6301201-D6C1-B4C5-A905-EC799F6C5752}"/>
          </ac:picMkLst>
        </pc:picChg>
        <pc:picChg chg="add mod">
          <ac:chgData name="Jonathan Ouimet" userId="0fe588a783aebd4e" providerId="LiveId" clId="{8E94CB8C-B029-4D1F-89B2-57C081526BE8}" dt="2024-02-19T17:22:58.806" v="1586" actId="1036"/>
          <ac:picMkLst>
            <pc:docMk/>
            <pc:sldMk cId="999215066" sldId="575"/>
            <ac:picMk id="17" creationId="{82F17AA7-87B8-DE3C-245B-C3E9F464D578}"/>
          </ac:picMkLst>
        </pc:picChg>
      </pc:sldChg>
      <pc:sldChg chg="delSp modSp add del mod">
        <pc:chgData name="Jonathan Ouimet" userId="0fe588a783aebd4e" providerId="LiveId" clId="{8E94CB8C-B029-4D1F-89B2-57C081526BE8}" dt="2024-02-19T20:55:51.457" v="3734" actId="47"/>
        <pc:sldMkLst>
          <pc:docMk/>
          <pc:sldMk cId="2126384361" sldId="576"/>
        </pc:sldMkLst>
        <pc:spChg chg="mod">
          <ac:chgData name="Jonathan Ouimet" userId="0fe588a783aebd4e" providerId="LiveId" clId="{8E94CB8C-B029-4D1F-89B2-57C081526BE8}" dt="2024-02-19T17:23:34.555" v="1661" actId="20577"/>
          <ac:spMkLst>
            <pc:docMk/>
            <pc:sldMk cId="2126384361" sldId="576"/>
            <ac:spMk id="3" creationId="{464CD24B-E07E-26D0-53B4-49AC19D30294}"/>
          </ac:spMkLst>
        </pc:spChg>
        <pc:picChg chg="del">
          <ac:chgData name="Jonathan Ouimet" userId="0fe588a783aebd4e" providerId="LiveId" clId="{8E94CB8C-B029-4D1F-89B2-57C081526BE8}" dt="2024-02-19T17:23:05.901" v="1588" actId="478"/>
          <ac:picMkLst>
            <pc:docMk/>
            <pc:sldMk cId="2126384361" sldId="576"/>
            <ac:picMk id="9" creationId="{BB86C94D-A9DA-B5CB-6998-10C84DAB266F}"/>
          </ac:picMkLst>
        </pc:picChg>
        <pc:picChg chg="del">
          <ac:chgData name="Jonathan Ouimet" userId="0fe588a783aebd4e" providerId="LiveId" clId="{8E94CB8C-B029-4D1F-89B2-57C081526BE8}" dt="2024-02-19T17:23:07.495" v="1589" actId="478"/>
          <ac:picMkLst>
            <pc:docMk/>
            <pc:sldMk cId="2126384361" sldId="576"/>
            <ac:picMk id="17" creationId="{69E57C66-4A6D-14BF-9B13-E8E2AF13973E}"/>
          </ac:picMkLst>
        </pc:picChg>
      </pc:sldChg>
      <pc:sldChg chg="addSp delSp modSp add mod">
        <pc:chgData name="Jonathan Ouimet" userId="0fe588a783aebd4e" providerId="LiveId" clId="{8E94CB8C-B029-4D1F-89B2-57C081526BE8}" dt="2024-02-19T19:05:50.967" v="3730" actId="20577"/>
        <pc:sldMkLst>
          <pc:docMk/>
          <pc:sldMk cId="3753160592" sldId="577"/>
        </pc:sldMkLst>
        <pc:spChg chg="del">
          <ac:chgData name="Jonathan Ouimet" userId="0fe588a783aebd4e" providerId="LiveId" clId="{8E94CB8C-B029-4D1F-89B2-57C081526BE8}" dt="2024-02-19T18:08:51.881" v="1663" actId="478"/>
          <ac:spMkLst>
            <pc:docMk/>
            <pc:sldMk cId="3753160592" sldId="577"/>
            <ac:spMk id="3" creationId="{7AE27ECF-D496-DEC6-DAA5-6FEE57F7F592}"/>
          </ac:spMkLst>
        </pc:spChg>
        <pc:spChg chg="add mod">
          <ac:chgData name="Jonathan Ouimet" userId="0fe588a783aebd4e" providerId="LiveId" clId="{8E94CB8C-B029-4D1F-89B2-57C081526BE8}" dt="2024-02-19T19:03:51.337" v="3341" actId="14100"/>
          <ac:spMkLst>
            <pc:docMk/>
            <pc:sldMk cId="3753160592" sldId="577"/>
            <ac:spMk id="8" creationId="{6E9053D0-A469-9149-7A4B-1F411B07C0C5}"/>
          </ac:spMkLst>
        </pc:spChg>
        <pc:spChg chg="add mod">
          <ac:chgData name="Jonathan Ouimet" userId="0fe588a783aebd4e" providerId="LiveId" clId="{8E94CB8C-B029-4D1F-89B2-57C081526BE8}" dt="2024-02-19T19:05:50.967" v="3730" actId="20577"/>
          <ac:spMkLst>
            <pc:docMk/>
            <pc:sldMk cId="3753160592" sldId="577"/>
            <ac:spMk id="9" creationId="{C3DD5CEB-4A71-C98C-CFF9-7E15C96E26D0}"/>
          </ac:spMkLst>
        </pc:spChg>
        <pc:picChg chg="add mod">
          <ac:chgData name="Jonathan Ouimet" userId="0fe588a783aebd4e" providerId="LiveId" clId="{8E94CB8C-B029-4D1F-89B2-57C081526BE8}" dt="2024-02-19T18:59:45.629" v="2814" actId="1076"/>
          <ac:picMkLst>
            <pc:docMk/>
            <pc:sldMk cId="3753160592" sldId="577"/>
            <ac:picMk id="7" creationId="{50887EF5-58A7-760E-5199-4D810D903DCC}"/>
          </ac:picMkLst>
        </pc:picChg>
      </pc:sldChg>
      <pc:sldChg chg="addSp delSp modSp add mod">
        <pc:chgData name="Jonathan Ouimet" userId="0fe588a783aebd4e" providerId="LiveId" clId="{8E94CB8C-B029-4D1F-89B2-57C081526BE8}" dt="2024-02-19T18:59:30.231" v="2810" actId="14100"/>
        <pc:sldMkLst>
          <pc:docMk/>
          <pc:sldMk cId="1268807216" sldId="578"/>
        </pc:sldMkLst>
        <pc:spChg chg="add mod">
          <ac:chgData name="Jonathan Ouimet" userId="0fe588a783aebd4e" providerId="LiveId" clId="{8E94CB8C-B029-4D1F-89B2-57C081526BE8}" dt="2024-02-19T18:59:30.231" v="2810" actId="14100"/>
          <ac:spMkLst>
            <pc:docMk/>
            <pc:sldMk cId="1268807216" sldId="578"/>
            <ac:spMk id="8" creationId="{32C5F89A-BB8F-351B-532D-7E9DE1757B5A}"/>
          </ac:spMkLst>
        </pc:spChg>
        <pc:picChg chg="add mod">
          <ac:chgData name="Jonathan Ouimet" userId="0fe588a783aebd4e" providerId="LiveId" clId="{8E94CB8C-B029-4D1F-89B2-57C081526BE8}" dt="2024-02-19T18:57:31.233" v="2352" actId="1076"/>
          <ac:picMkLst>
            <pc:docMk/>
            <pc:sldMk cId="1268807216" sldId="578"/>
            <ac:picMk id="6" creationId="{F831E4E3-046E-06CA-EDC6-EDC25ED0B01D}"/>
          </ac:picMkLst>
        </pc:picChg>
        <pc:picChg chg="del">
          <ac:chgData name="Jonathan Ouimet" userId="0fe588a783aebd4e" providerId="LiveId" clId="{8E94CB8C-B029-4D1F-89B2-57C081526BE8}" dt="2024-02-19T18:50:47.106" v="1672" actId="478"/>
          <ac:picMkLst>
            <pc:docMk/>
            <pc:sldMk cId="1268807216" sldId="578"/>
            <ac:picMk id="7" creationId="{6F2B5829-3D41-ADCF-7291-3122096ACE1C}"/>
          </ac:picMkLst>
        </pc:picChg>
      </pc:sldChg>
      <pc:sldChg chg="addSp delSp modSp add mod modNotesTx">
        <pc:chgData name="Jonathan Ouimet" userId="0fe588a783aebd4e" providerId="LiveId" clId="{8E94CB8C-B029-4D1F-89B2-57C081526BE8}" dt="2024-02-19T20:56:14.548" v="3808" actId="20577"/>
        <pc:sldMkLst>
          <pc:docMk/>
          <pc:sldMk cId="1471391445" sldId="579"/>
        </pc:sldMkLst>
        <pc:spChg chg="add mod">
          <ac:chgData name="Jonathan Ouimet" userId="0fe588a783aebd4e" providerId="LiveId" clId="{8E94CB8C-B029-4D1F-89B2-57C081526BE8}" dt="2024-02-19T18:57:15.897" v="2349" actId="20577"/>
          <ac:spMkLst>
            <pc:docMk/>
            <pc:sldMk cId="1471391445" sldId="579"/>
            <ac:spMk id="10" creationId="{469CA0F8-6264-6E04-8D76-1FEC3A974DD2}"/>
          </ac:spMkLst>
        </pc:spChg>
        <pc:spChg chg="add mod">
          <ac:chgData name="Jonathan Ouimet" userId="0fe588a783aebd4e" providerId="LiveId" clId="{8E94CB8C-B029-4D1F-89B2-57C081526BE8}" dt="2024-02-19T18:56:30.233" v="2235" actId="1076"/>
          <ac:spMkLst>
            <pc:docMk/>
            <pc:sldMk cId="1471391445" sldId="579"/>
            <ac:spMk id="11" creationId="{1DDD7545-7034-DCE6-33A1-C05013CE2C39}"/>
          </ac:spMkLst>
        </pc:spChg>
        <pc:picChg chg="del">
          <ac:chgData name="Jonathan Ouimet" userId="0fe588a783aebd4e" providerId="LiveId" clId="{8E94CB8C-B029-4D1F-89B2-57C081526BE8}" dt="2024-02-19T18:51:18.495" v="1680" actId="478"/>
          <ac:picMkLst>
            <pc:docMk/>
            <pc:sldMk cId="1471391445" sldId="579"/>
            <ac:picMk id="6" creationId="{03F1C367-6B9E-7E61-090D-9EC2522C83B0}"/>
          </ac:picMkLst>
        </pc:picChg>
        <pc:picChg chg="add mod">
          <ac:chgData name="Jonathan Ouimet" userId="0fe588a783aebd4e" providerId="LiveId" clId="{8E94CB8C-B029-4D1F-89B2-57C081526BE8}" dt="2024-02-19T18:52:39.149" v="1692" actId="1076"/>
          <ac:picMkLst>
            <pc:docMk/>
            <pc:sldMk cId="1471391445" sldId="579"/>
            <ac:picMk id="7" creationId="{A6B6347D-30E6-5FDC-5CCD-ABC30CB00DFB}"/>
          </ac:picMkLst>
        </pc:picChg>
        <pc:picChg chg="add mod">
          <ac:chgData name="Jonathan Ouimet" userId="0fe588a783aebd4e" providerId="LiveId" clId="{8E94CB8C-B029-4D1F-89B2-57C081526BE8}" dt="2024-02-19T18:52:41.286" v="1693" actId="1076"/>
          <ac:picMkLst>
            <pc:docMk/>
            <pc:sldMk cId="1471391445" sldId="579"/>
            <ac:picMk id="9" creationId="{6ABACBB4-D980-6991-DE36-4671074124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56D0-1B6C-B453-A1B8-F201C51B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CD63F-A8A9-4C36-3B98-44CBA47CE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EF44D-102E-6838-1B62-72C5885D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375F0-1949-9AE0-9CA1-607C4C381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76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0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3CEB-AABB-692D-9340-3B6461DA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590F2-FC0D-F1DF-5600-72BE31BFA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1DA8F-A848-2821-E58C-5D2521A6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plot to be the amount of solution that permeated. </a:t>
            </a:r>
          </a:p>
          <a:p>
            <a:endParaRPr lang="en-US" dirty="0"/>
          </a:p>
          <a:p>
            <a:r>
              <a:rPr lang="en-US" dirty="0"/>
              <a:t>Concentrating Regime – Diafiltrate: 5 mM KCl</a:t>
            </a:r>
          </a:p>
          <a:p>
            <a:r>
              <a:rPr lang="en-US" dirty="0"/>
              <a:t>Critical Regime – Diafiltrate: 1.5 mM KCl (black), 1.8 mM KCl (red)</a:t>
            </a:r>
          </a:p>
          <a:p>
            <a:r>
              <a:rPr lang="en-US" dirty="0"/>
              <a:t>Diluting Regime – Diafiltrate: 0 mM KCl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C1402-FC2A-870A-594A-D946B483C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63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3006-7BC9-CBE5-5064-9B142036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45FA-FFB3-6030-1E47-4F86FEE21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E901F-C282-F467-8376-1202E86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EF4-CE2E-134B-1339-0F0D3F713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0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D7D5-47AE-C569-5466-BDA512D0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C32FA-CCC8-10F5-7748-ECE113727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AF8EE-50A1-8591-CC54-7D535F055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2D900-600A-2F48-BD47-2FFEA6760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91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67BB-D3DC-1493-4B8E-CC42083C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932A5-F6E7-834E-5A29-A6F5C19E2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00F6E-7172-5A42-E411-46B762A23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4B0BB-494D-A9A7-588B-A0473FB5E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3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C34CF-BE04-7028-C60A-98B45A88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12FF2-684D-3637-70CC-D5766BC46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CFE7E-AFB5-69DC-ED4F-6AE94863A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D9F90-1FD0-FC71-2B31-018E83C99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56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1B0C-F7EF-EBB7-2A5D-40A8A867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F9DC0-1572-FDA2-5F3E-46933AD1A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B771-401E-E921-48A6-CF26B3920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674C4-1D78-FFB7-D830-B93B32E83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02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EB22-13C0-D2E2-0312-769556B6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5AB5F-4E60-D727-F9B9-943F708ED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6D03A-4180-CEE4-E8DB-D048A9AF4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B292C-D31D-A347-1968-0BBC717A5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33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6BCF-CA0E-2E9A-7581-3EE3468F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A5F01-020A-FFF2-08FB-CE5B294E4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615B9-997B-EECB-6CB1-90BB78C0C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Cambria Math" panose="02040503050406030204" pitchFamily="18" charset="0"/>
                <a:cs typeface="Arial" panose="020B0604020202020204" pitchFamily="34" charset="0"/>
              </a:rPr>
              <a:t>Can this be explored by changing the salt </a:t>
            </a:r>
            <a:r>
              <a:rPr lang="en-US" sz="1200">
                <a:latin typeface="Cambria Math" panose="02040503050406030204" pitchFamily="18" charset="0"/>
                <a:cs typeface="Arial" panose="020B0604020202020204" pitchFamily="34" charset="0"/>
              </a:rPr>
              <a:t>identities instead of the </a:t>
            </a:r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9C327-9EE8-2A28-18F6-39EB886ED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2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576287" y="2188251"/>
            <a:ext cx="9039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Diafiltration to Capture Multicomponent Effects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3552996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5AAB0-2E82-84A1-0044-57EF354882FF}"/>
              </a:ext>
            </a:extLst>
          </p:cNvPr>
          <p:cNvSpPr txBox="1"/>
          <p:nvPr/>
        </p:nvSpPr>
        <p:spPr>
          <a:xfrm>
            <a:off x="1576287" y="4270093"/>
            <a:ext cx="9039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Jonathan Aubuchon Ouimet, Laurianne Lair,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Xinhong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Liu, Alexander Dowling, William Phillip </a:t>
            </a: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03AC-58A0-5E4E-5A1D-BAAF3F46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BA1888-7376-9A08-2300-A2AECB14C394}"/>
              </a:ext>
            </a:extLst>
          </p:cNvPr>
          <p:cNvSpPr txBox="1"/>
          <p:nvPr/>
        </p:nvSpPr>
        <p:spPr>
          <a:xfrm>
            <a:off x="0" y="131848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Diafiltration Capabilities Will Provide an Edge on Understanding Fundamental Phenomena that Govern Multicomponent Transport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EF01E-AE7C-14D5-4382-9958DE17C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70" y="631868"/>
            <a:ext cx="5926673" cy="45371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ACAC0C-760F-26F6-8942-1AFC6C347C98}"/>
              </a:ext>
            </a:extLst>
          </p:cNvPr>
          <p:cNvSpPr txBox="1"/>
          <p:nvPr/>
        </p:nvSpPr>
        <p:spPr>
          <a:xfrm>
            <a:off x="134275" y="6382266"/>
            <a:ext cx="5828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Lair et al. Annual Reviews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CAA9-C168-95F1-F9DB-C4C4DFCB7F4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2DD9D-FA2C-7F61-E47A-B7094499C8C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A25025A-A4F2-BDAB-5FC1-EA836457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12532FD-B829-B0B6-BB88-B25C175A94C0}"/>
              </a:ext>
            </a:extLst>
          </p:cNvPr>
          <p:cNvGrpSpPr/>
          <p:nvPr/>
        </p:nvGrpSpPr>
        <p:grpSpPr>
          <a:xfrm>
            <a:off x="6738262" y="1194798"/>
            <a:ext cx="5090939" cy="4811966"/>
            <a:chOff x="124074" y="525074"/>
            <a:chExt cx="6333688" cy="5986616"/>
          </a:xfrm>
        </p:grpSpPr>
        <p:pic>
          <p:nvPicPr>
            <p:cNvPr id="19" name="Picture 18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2E81402F-0F63-1DF2-8485-4AB3490AE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9573" y="525074"/>
              <a:ext cx="3475723" cy="470830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FDCED8-DD7E-D38D-6C9B-3B4EEDC0A3A9}"/>
                </a:ext>
              </a:extLst>
            </p:cNvPr>
            <p:cNvSpPr/>
            <p:nvPr/>
          </p:nvSpPr>
          <p:spPr>
            <a:xfrm>
              <a:off x="2728350" y="2460126"/>
              <a:ext cx="311150" cy="5207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A1758C-63EA-F148-79E4-5F4E5DD665EE}"/>
                </a:ext>
              </a:extLst>
            </p:cNvPr>
            <p:cNvSpPr/>
            <p:nvPr/>
          </p:nvSpPr>
          <p:spPr>
            <a:xfrm>
              <a:off x="2753115" y="2688726"/>
              <a:ext cx="264160" cy="2641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1EEE75-D2C9-F919-24FD-1A1403939129}"/>
                </a:ext>
              </a:extLst>
            </p:cNvPr>
            <p:cNvSpPr/>
            <p:nvPr/>
          </p:nvSpPr>
          <p:spPr>
            <a:xfrm>
              <a:off x="2794234" y="2731595"/>
              <a:ext cx="180489" cy="18048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8E794CE-C132-52AE-BE80-49D5D56D1C57}"/>
                </a:ext>
              </a:extLst>
            </p:cNvPr>
            <p:cNvSpPr/>
            <p:nvPr/>
          </p:nvSpPr>
          <p:spPr>
            <a:xfrm>
              <a:off x="2833694" y="2768483"/>
              <a:ext cx="104778" cy="1085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DCB55D7-8094-88B8-C01B-2EA522058C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6641" y="1302552"/>
              <a:ext cx="0" cy="11575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91B080-B86D-5D5A-3E6D-DB38900D8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623" y="1264848"/>
              <a:ext cx="0" cy="11952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EAA5CFA-993E-F3DE-075F-AF644A55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237" y="1244471"/>
              <a:ext cx="0" cy="12156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9A0D5F-4354-86AE-AED2-84138C2A8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6960" y="1215633"/>
              <a:ext cx="0" cy="12444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8691564-13EF-4C11-7DA4-B012EBBE5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7139" y="1187058"/>
              <a:ext cx="0" cy="12754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D18A4B9-8562-A1A8-6BE4-1F75B1554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2554" y="1153327"/>
              <a:ext cx="0" cy="1306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EA9A451-A04E-BF62-6DC3-0D6C70B91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1459" y="1299376"/>
              <a:ext cx="17999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BB83659-BB27-2ABF-464D-7B52C676C0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184" y="1270328"/>
              <a:ext cx="18664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BC524F-763F-7E2F-43B4-DF5BA513A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96" y="1242883"/>
              <a:ext cx="19445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A61AD1E-845B-07EE-94BA-E35A61A0FA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221" y="1215633"/>
              <a:ext cx="20256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786BE16-EB4B-4BF5-D61A-9DB4D511D5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709" y="1187058"/>
              <a:ext cx="21021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499CA4-300D-1946-5980-5925DCA2D2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162" y="1158091"/>
              <a:ext cx="21640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2678640-33E2-5405-9315-C91AE2CC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766" y="1293020"/>
              <a:ext cx="0" cy="43714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6CB6C03-B5C8-C6CA-4766-32472A73C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84" y="1264848"/>
              <a:ext cx="0" cy="43996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2D42D42-8675-8FC1-18CB-B7D552027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96" y="1236529"/>
              <a:ext cx="0" cy="44279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98E8060-3159-B641-6A88-7110465B7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595" y="1215632"/>
              <a:ext cx="0" cy="44488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02008EF-73E8-F96E-4690-73BA630D4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574" y="1184700"/>
              <a:ext cx="0" cy="44798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EF05E2C-C0DB-66DF-FFE2-917C7FC17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162" y="1153327"/>
              <a:ext cx="0" cy="45111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D9CEF39-9E3E-C254-F10D-7FC63D158B34}"/>
                </a:ext>
              </a:extLst>
            </p:cNvPr>
            <p:cNvSpPr/>
            <p:nvPr/>
          </p:nvSpPr>
          <p:spPr>
            <a:xfrm>
              <a:off x="124074" y="5661550"/>
              <a:ext cx="1592843" cy="4269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585688-2A6C-9CB1-6935-01D69C768743}"/>
                </a:ext>
              </a:extLst>
            </p:cNvPr>
            <p:cNvSpPr txBox="1"/>
            <p:nvPr/>
          </p:nvSpPr>
          <p:spPr>
            <a:xfrm>
              <a:off x="128081" y="5694632"/>
              <a:ext cx="1592841" cy="34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3000 µS cm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4214561-2377-B024-67CE-23E96DEBD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9525" y="1995837"/>
              <a:ext cx="1407730" cy="196014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CD26259-9DB7-AAEE-0170-C4B5BAE999A5}"/>
                </a:ext>
              </a:extLst>
            </p:cNvPr>
            <p:cNvSpPr txBox="1"/>
            <p:nvPr/>
          </p:nvSpPr>
          <p:spPr>
            <a:xfrm>
              <a:off x="5035295" y="1664517"/>
              <a:ext cx="1420635" cy="34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Membrane</a:t>
              </a:r>
              <a:endParaRPr lang="en-US" sz="1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C7B0132-425F-36AC-2AAC-6E1F26E304C1}"/>
                </a:ext>
              </a:extLst>
            </p:cNvPr>
            <p:cNvSpPr txBox="1"/>
            <p:nvPr/>
          </p:nvSpPr>
          <p:spPr>
            <a:xfrm>
              <a:off x="968726" y="3109911"/>
              <a:ext cx="1380799" cy="574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Retentate Probe</a:t>
              </a:r>
              <a:endParaRPr lang="en-US" sz="1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02528E8-E81B-0071-4A99-A87F6FBFD26C}"/>
                </a:ext>
              </a:extLst>
            </p:cNvPr>
            <p:cNvSpPr txBox="1"/>
            <p:nvPr/>
          </p:nvSpPr>
          <p:spPr>
            <a:xfrm>
              <a:off x="545251" y="6128782"/>
              <a:ext cx="2440007" cy="382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Conductivity Boards</a:t>
              </a:r>
              <a:endParaRPr lang="en-US" sz="14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3AE9EB-DDDD-5E4A-DDFB-EB1B8D9E6FA4}"/>
                </a:ext>
              </a:extLst>
            </p:cNvPr>
            <p:cNvSpPr/>
            <p:nvPr/>
          </p:nvSpPr>
          <p:spPr>
            <a:xfrm>
              <a:off x="2494868" y="3989703"/>
              <a:ext cx="1430315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972047-2EB8-42AE-8C5C-527883C56A24}"/>
                </a:ext>
              </a:extLst>
            </p:cNvPr>
            <p:cNvSpPr txBox="1"/>
            <p:nvPr/>
          </p:nvSpPr>
          <p:spPr>
            <a:xfrm>
              <a:off x="5035295" y="2277356"/>
              <a:ext cx="1420635" cy="574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Permeate Outlet</a:t>
              </a:r>
              <a:endParaRPr lang="en-US" sz="1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960E36-7F3D-2E4E-7E70-4D1DD1AB7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2355" y="2731595"/>
              <a:ext cx="554618" cy="92381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390170E-CEAC-0BC8-071C-D3572E1D9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5619" y="3511099"/>
              <a:ext cx="1121030" cy="7619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854E86-DA94-15F8-2DB1-2A57D82D31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061" y="2818537"/>
              <a:ext cx="836170" cy="29137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C7AAD0E-5575-87CD-6D96-DD9A2A0FA211}"/>
                </a:ext>
              </a:extLst>
            </p:cNvPr>
            <p:cNvSpPr txBox="1"/>
            <p:nvPr/>
          </p:nvSpPr>
          <p:spPr>
            <a:xfrm>
              <a:off x="5035295" y="3127492"/>
              <a:ext cx="1422467" cy="34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Stir Bar</a:t>
              </a:r>
              <a:endParaRPr lang="en-US" sz="1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3EE252D-935E-D642-D3D9-F4ADF44BCD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8923" y="5451282"/>
              <a:ext cx="16895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1399083-AEE9-B3B1-4BE6-0D89A59AF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7648" y="5422234"/>
              <a:ext cx="16964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4A90C5C-3CDA-0E91-2D59-A7B104E8D0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7960" y="5394789"/>
              <a:ext cx="17001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628B53-7A47-D0B8-19DE-B1BF193B7B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3205" y="5367539"/>
              <a:ext cx="17004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3910D16-988B-F971-892E-AFC72FA3B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5063" y="5335704"/>
              <a:ext cx="170424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CAE0FF8-C7CD-EB2E-8A34-B1C799150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0256" y="5305107"/>
              <a:ext cx="1691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D6E9E9C-E0FE-DCB7-1B9C-9DFCB35D7842}"/>
                </a:ext>
              </a:extLst>
            </p:cNvPr>
            <p:cNvSpPr/>
            <p:nvPr/>
          </p:nvSpPr>
          <p:spPr>
            <a:xfrm>
              <a:off x="4171666" y="4376166"/>
              <a:ext cx="401741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B0803FD-35BD-A1D8-75E1-DD07A0BEE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05" y="4421885"/>
              <a:ext cx="0" cy="8881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8F99F6-D5BB-7BF6-0E4F-F74EE83F2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420" y="4421885"/>
              <a:ext cx="0" cy="9170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1E949EE-7B65-C5E6-BD81-DB61DF9ED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441" y="4421884"/>
              <a:ext cx="0" cy="945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E1A92A-D881-923B-50CC-DA0D4FEA80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1600" y="4421884"/>
              <a:ext cx="0" cy="9729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B18BAF-F564-EA68-B4D5-3262DD629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9233" y="4421883"/>
              <a:ext cx="0" cy="10003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CF0533A-086A-9641-929F-AB6029B2D2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3548" y="4421882"/>
              <a:ext cx="0" cy="1029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9A63A7F-4875-A2E4-ECBB-F5053AC9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503" y="5305107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7836002-E559-D206-6C1F-DE794EA9B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398" y="5327917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D9A611B-386F-C6AE-D1DB-13C0B31567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496" y="5367539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5DA33AE-F9C1-B7AE-8797-8BAFB5F41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3833" y="5393201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59E1DAE-1733-45FE-AE61-BF14A130D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1497" y="5417470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3861E7E-8920-A788-FC57-E79941B2ED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8923" y="5445641"/>
              <a:ext cx="0" cy="356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0DC7A4F-184D-203B-BE29-0CAC98565A77}"/>
                </a:ext>
              </a:extLst>
            </p:cNvPr>
            <p:cNvSpPr/>
            <p:nvPr/>
          </p:nvSpPr>
          <p:spPr>
            <a:xfrm>
              <a:off x="1882044" y="5659619"/>
              <a:ext cx="1592843" cy="426914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94E4555-8C12-CC95-D94C-0CC88945F297}"/>
                </a:ext>
              </a:extLst>
            </p:cNvPr>
            <p:cNvSpPr txBox="1"/>
            <p:nvPr/>
          </p:nvSpPr>
          <p:spPr>
            <a:xfrm>
              <a:off x="1874033" y="5694632"/>
              <a:ext cx="1592841" cy="344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450.0 µS cm</a:t>
              </a:r>
              <a:r>
                <a:rPr lang="en-US" sz="12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217A82D-096A-759B-FEC3-A13F70F7B4E9}"/>
                </a:ext>
              </a:extLst>
            </p:cNvPr>
            <p:cNvSpPr txBox="1"/>
            <p:nvPr/>
          </p:nvSpPr>
          <p:spPr>
            <a:xfrm>
              <a:off x="5040542" y="4657437"/>
              <a:ext cx="1415389" cy="574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Permeate Probe</a:t>
              </a:r>
              <a:endParaRPr lang="en-US" sz="12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318AE64-450D-460E-968A-4C1D108F4CF4}"/>
                </a:ext>
              </a:extLst>
            </p:cNvPr>
            <p:cNvCxnSpPr>
              <a:cxnSpLocks/>
            </p:cNvCxnSpPr>
            <p:nvPr/>
          </p:nvCxnSpPr>
          <p:spPr>
            <a:xfrm>
              <a:off x="4663483" y="4421882"/>
              <a:ext cx="798354" cy="23555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19AEBD0-0994-9260-DE63-8D505DB6AF7D}"/>
              </a:ext>
            </a:extLst>
          </p:cNvPr>
          <p:cNvSpPr txBox="1"/>
          <p:nvPr/>
        </p:nvSpPr>
        <p:spPr>
          <a:xfrm>
            <a:off x="126286" y="5360142"/>
            <a:ext cx="62013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Systematic studies on multicomponent interactions are lacking.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Now, diafiltration enables ‘continuous’ monitoring of retentate and permeate measurements. </a:t>
            </a:r>
          </a:p>
        </p:txBody>
      </p:sp>
    </p:spTree>
    <p:extLst>
      <p:ext uri="{BB962C8B-B14F-4D97-AF65-F5344CB8AC3E}">
        <p14:creationId xmlns:p14="http://schemas.microsoft.com/office/powerpoint/2010/main" val="235961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3048681" y="207219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Overarching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7442-1165-80F2-09DB-19345482E877}"/>
              </a:ext>
            </a:extLst>
          </p:cNvPr>
          <p:cNvSpPr txBox="1"/>
          <p:nvPr/>
        </p:nvSpPr>
        <p:spPr>
          <a:xfrm>
            <a:off x="670152" y="1992476"/>
            <a:ext cx="58288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ionic strength/ion ratios do multicomponent interactions begin to occur? </a:t>
            </a:r>
          </a:p>
          <a:p>
            <a:pPr marL="457200" indent="-457200">
              <a:buAutoNum type="arabicPeriod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does membrane nanostructure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i.e., charge density) effect multicomponent interactions?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can 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9F1B5-A745-E95D-220E-E13E3504D9B3}"/>
              </a:ext>
            </a:extLst>
          </p:cNvPr>
          <p:cNvSpPr txBox="1"/>
          <p:nvPr/>
        </p:nvSpPr>
        <p:spPr>
          <a:xfrm>
            <a:off x="134275" y="6382266"/>
            <a:ext cx="5828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Lair et al. Annual Reviews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01F397-195A-60FF-0F79-697FDE97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784" y="997715"/>
            <a:ext cx="5926673" cy="453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7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0919-1609-B56C-A008-20FADA49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576906C-1DA2-B1C5-CA5F-09444F78127D}"/>
              </a:ext>
            </a:extLst>
          </p:cNvPr>
          <p:cNvGrpSpPr/>
          <p:nvPr/>
        </p:nvGrpSpPr>
        <p:grpSpPr>
          <a:xfrm>
            <a:off x="246644" y="1807940"/>
            <a:ext cx="6940631" cy="3392205"/>
            <a:chOff x="2126451" y="965715"/>
            <a:chExt cx="8102546" cy="3669865"/>
          </a:xfrm>
        </p:grpSpPr>
        <p:pic>
          <p:nvPicPr>
            <p:cNvPr id="40" name="Picture 39" descr="Diagram, engineering drawing&#10;&#10;Description automatically generated">
              <a:extLst>
                <a:ext uri="{FF2B5EF4-FFF2-40B4-BE49-F238E27FC236}">
                  <a16:creationId xmlns:a16="http://schemas.microsoft.com/office/drawing/2014/main" id="{C50A40E8-F8C8-4C1F-F18A-D5DF1503D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451" y="965715"/>
              <a:ext cx="8102546" cy="3669865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EEC32E-198B-2E6F-2D05-21791D03EDCC}"/>
                </a:ext>
              </a:extLst>
            </p:cNvPr>
            <p:cNvSpPr/>
            <p:nvPr/>
          </p:nvSpPr>
          <p:spPr>
            <a:xfrm>
              <a:off x="9436365" y="3280247"/>
              <a:ext cx="170014" cy="1658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82FF0ABD-1624-9EEB-4780-831309FBF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295" y="1327404"/>
            <a:ext cx="5685766" cy="43527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BE6ADD-0619-1921-124E-6010F14D5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332" y="1326578"/>
            <a:ext cx="5685766" cy="435272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BD4EADC-8C57-A4DF-9233-CE83C1034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987" y="1327244"/>
            <a:ext cx="5685767" cy="43527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137351-330C-FD0A-256B-DF5D840FBE6C}"/>
                  </a:ext>
                </a:extLst>
              </p:cNvPr>
              <p:cNvSpPr txBox="1"/>
              <p:nvPr/>
            </p:nvSpPr>
            <p:spPr>
              <a:xfrm>
                <a:off x="8195942" y="2013029"/>
                <a:ext cx="2459997" cy="662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Concentrating</a:t>
                </a:r>
              </a:p>
              <a:p>
                <a:pPr algn="ctr"/>
                <a:r>
                  <a:rPr lang="en-US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Diafiltrate: 5 mM KCl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2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2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137351-330C-FD0A-256B-DF5D840FB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942" y="2013029"/>
                <a:ext cx="2459997" cy="662938"/>
              </a:xfrm>
              <a:prstGeom prst="rect">
                <a:avLst/>
              </a:prstGeom>
              <a:blipFill>
                <a:blip r:embed="rId7"/>
                <a:stretch>
                  <a:fillRect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1169292-2BCB-525F-445C-7BEEE47DC020}"/>
              </a:ext>
            </a:extLst>
          </p:cNvPr>
          <p:cNvSpPr txBox="1"/>
          <p:nvPr/>
        </p:nvSpPr>
        <p:spPr>
          <a:xfrm>
            <a:off x="184897" y="6261640"/>
            <a:ext cx="3532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Ouimet, et al., J.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Membr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 Sci.,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Kilmartin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et. al., I&amp;EC,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2021.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04DE2D-B1F8-FFA8-F116-E985BC4040F5}"/>
              </a:ext>
            </a:extLst>
          </p:cNvPr>
          <p:cNvSpPr txBox="1">
            <a:spLocks/>
          </p:cNvSpPr>
          <p:nvPr/>
        </p:nvSpPr>
        <p:spPr>
          <a:xfrm>
            <a:off x="1" y="108000"/>
            <a:ext cx="1219199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Diafiltration can Operate in Three Distinct Regimes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6D4E85-9EAC-BBA3-1D2C-3A5508176E31}"/>
                  </a:ext>
                </a:extLst>
              </p:cNvPr>
              <p:cNvSpPr txBox="1"/>
              <p:nvPr/>
            </p:nvSpPr>
            <p:spPr>
              <a:xfrm>
                <a:off x="3318641" y="3484328"/>
                <a:ext cx="796636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diafil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6D4E85-9EAC-BBA3-1D2C-3A5508176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641" y="3484328"/>
                <a:ext cx="796636" cy="317203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BA7AC2-05A1-83F1-7238-A7AFB5DBB9A2}"/>
              </a:ext>
            </a:extLst>
          </p:cNvPr>
          <p:cNvCxnSpPr>
            <a:cxnSpLocks/>
          </p:cNvCxnSpPr>
          <p:nvPr/>
        </p:nvCxnSpPr>
        <p:spPr>
          <a:xfrm>
            <a:off x="3912977" y="3801531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AB7F4E-B925-BC82-61FB-F9CA4947A277}"/>
              </a:ext>
            </a:extLst>
          </p:cNvPr>
          <p:cNvCxnSpPr>
            <a:cxnSpLocks/>
          </p:cNvCxnSpPr>
          <p:nvPr/>
        </p:nvCxnSpPr>
        <p:spPr>
          <a:xfrm>
            <a:off x="4693200" y="5041965"/>
            <a:ext cx="841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AE6F83-9D98-1BBB-84E5-91DB259AF80C}"/>
              </a:ext>
            </a:extLst>
          </p:cNvPr>
          <p:cNvCxnSpPr>
            <a:cxnSpLocks/>
          </p:cNvCxnSpPr>
          <p:nvPr/>
        </p:nvCxnSpPr>
        <p:spPr>
          <a:xfrm flipV="1">
            <a:off x="4712825" y="4903837"/>
            <a:ext cx="0" cy="15240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36B4EA-97A0-015F-0D15-D7934721BCFF}"/>
                  </a:ext>
                </a:extLst>
              </p:cNvPr>
              <p:cNvSpPr txBox="1"/>
              <p:nvPr/>
            </p:nvSpPr>
            <p:spPr>
              <a:xfrm>
                <a:off x="4693200" y="5115760"/>
                <a:ext cx="1054703" cy="32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perm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36B4EA-97A0-015F-0D15-D7934721B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200" y="5115760"/>
                <a:ext cx="1054703" cy="326949"/>
              </a:xfrm>
              <a:prstGeom prst="rect">
                <a:avLst/>
              </a:prstGeom>
              <a:blipFill>
                <a:blip r:embed="rId9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771859-C010-5F54-8C46-26462FC9C149}"/>
                  </a:ext>
                </a:extLst>
              </p:cNvPr>
              <p:cNvSpPr txBox="1"/>
              <p:nvPr/>
            </p:nvSpPr>
            <p:spPr>
              <a:xfrm>
                <a:off x="10324074" y="2584437"/>
                <a:ext cx="1867926" cy="8476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Critical</a:t>
                </a: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Diafiltrate: 1.5 mM KCl</a:t>
                </a:r>
              </a:p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Diafiltrate: 1.8 mM KCl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771859-C010-5F54-8C46-26462FC9C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4074" y="2584437"/>
                <a:ext cx="1867926" cy="847604"/>
              </a:xfrm>
              <a:prstGeom prst="rect">
                <a:avLst/>
              </a:prstGeom>
              <a:blipFill>
                <a:blip r:embed="rId10"/>
                <a:stretch>
                  <a:fillRect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890E45-197B-44AC-8664-DFC3E2453811}"/>
                  </a:ext>
                </a:extLst>
              </p:cNvPr>
              <p:cNvSpPr txBox="1"/>
              <p:nvPr/>
            </p:nvSpPr>
            <p:spPr>
              <a:xfrm>
                <a:off x="10504272" y="3992180"/>
                <a:ext cx="1687728" cy="66293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Diluting</a:t>
                </a:r>
              </a:p>
              <a:p>
                <a:pPr algn="ctr"/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Diafiltrate: 0 mM KCl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200" b="1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200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890E45-197B-44AC-8664-DFC3E2453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272" y="3992180"/>
                <a:ext cx="1687728" cy="662938"/>
              </a:xfrm>
              <a:prstGeom prst="rect">
                <a:avLst/>
              </a:prstGeom>
              <a:blipFill>
                <a:blip r:embed="rId11"/>
                <a:stretch>
                  <a:fillRect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71B5144-7133-448A-B15C-5E3A19ADCD5E}"/>
              </a:ext>
            </a:extLst>
          </p:cNvPr>
          <p:cNvSpPr txBox="1"/>
          <p:nvPr/>
        </p:nvSpPr>
        <p:spPr>
          <a:xfrm>
            <a:off x="8116850" y="1469386"/>
            <a:ext cx="3467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NF90 Membranes, Solute: KCl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76EF6-465D-EAC0-61C2-2E621032B33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7B1E5-DF8B-37CD-88A5-578DE80C9AF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84BCE8-F52B-5A80-911C-8B89DEBE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64E-B1CA-C5D6-5BCF-C5298DBB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E88E8-2C09-E321-12E2-F3EA35DB3D1D}"/>
              </a:ext>
            </a:extLst>
          </p:cNvPr>
          <p:cNvSpPr txBox="1"/>
          <p:nvPr/>
        </p:nvSpPr>
        <p:spPr>
          <a:xfrm>
            <a:off x="3048681" y="282720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Component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C47BB-D5D4-5855-3CE3-13415477498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D1515-8D55-092C-5685-E335CA4BDB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FEE5FB-EA18-FD52-7F58-D533478B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7C3D8-E8DA-63D0-5FFC-F3AD3EBE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34" y="807748"/>
            <a:ext cx="6336196" cy="4850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0A9F8-072F-9F04-CBFF-2603CF164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69" y="807748"/>
            <a:ext cx="6336196" cy="48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917B-9771-5687-3FD7-7E341FE9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8866EC-17BA-4CA1-57B7-D20E49E040E6}"/>
              </a:ext>
            </a:extLst>
          </p:cNvPr>
          <p:cNvSpPr txBox="1"/>
          <p:nvPr/>
        </p:nvSpPr>
        <p:spPr>
          <a:xfrm>
            <a:off x="3048681" y="282720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Component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2400" b="0" i="0" baseline="-25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8AA481-5236-F647-DF8F-A13C49115FF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5E443-2D10-7BBF-5D15-A538CA925216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BC35F66-51DC-7C31-1CC3-C5005124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CD193-A7F9-9D3B-C7B6-36710E617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3216"/>
            <a:ext cx="6336196" cy="4850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836BED-9E5D-61B4-2055-679C72A7C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36" y="1073216"/>
            <a:ext cx="6336196" cy="48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5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F376-0039-E32A-E6D3-2B46D919D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4680F1-71E0-5ACC-BD31-CFBF8638F8AA}"/>
              </a:ext>
            </a:extLst>
          </p:cNvPr>
          <p:cNvSpPr txBox="1"/>
          <p:nvPr/>
        </p:nvSpPr>
        <p:spPr>
          <a:xfrm>
            <a:off x="3048681" y="282720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Multic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omponent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2400" b="0" i="0" baseline="-25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036B7-5F38-5797-4595-4EDBB807257E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0327F5-3B39-F39A-77C1-FB307F78EF5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6537A05-7A10-8AA9-F0CE-60A97A7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E30552-608E-C3FB-D5E3-6015D24B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01" y="1505693"/>
            <a:ext cx="6336196" cy="485065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725A094-9CC3-1968-BE75-03CF7BB403D2}"/>
              </a:ext>
            </a:extLst>
          </p:cNvPr>
          <p:cNvSpPr txBox="1">
            <a:spLocks/>
          </p:cNvSpPr>
          <p:nvPr/>
        </p:nvSpPr>
        <p:spPr>
          <a:xfrm>
            <a:off x="498023" y="1125806"/>
            <a:ext cx="415562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Feed: 10 mM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0 mM NdCl3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Diafiltrate: 5.5 mM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30 mM NdCl3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CED83F-A52B-FD6C-46EA-2607229A2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86" y="1505692"/>
            <a:ext cx="6336196" cy="48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1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D9D8-8C91-9938-CEB9-7E9FADE5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D5D35-A0C6-83DA-6C4D-AD940E969FDF}"/>
              </a:ext>
            </a:extLst>
          </p:cNvPr>
          <p:cNvSpPr txBox="1"/>
          <p:nvPr/>
        </p:nvSpPr>
        <p:spPr>
          <a:xfrm>
            <a:off x="0" y="282720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Rejection is More Strongly Dependent on Ionic Strength than KCl:Nd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2400" b="0" i="0" baseline="-25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65258-E985-7AAB-09E8-26DC1784998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6C3ED-5599-C21A-C86D-57B21D08ABD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CEE5BAA-80D8-B2D2-9B5D-BF48B279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F17AA7-87B8-DE3C-245B-C3E9F464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703" y="1226076"/>
            <a:ext cx="6336196" cy="4850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A55A39-2682-9911-278F-4443AC31B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51" y="1226075"/>
            <a:ext cx="6336196" cy="48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1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BD7D4-16D9-3BC1-0F9B-C9A3E1C3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8D7765-18C5-CF95-9186-BB71EB2494E8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105E7-0577-F931-4D5E-FDC69844B70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D3F6CC1-C5BF-ED46-D5CB-15FF478F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87EF5-58A7-760E-5199-4D810D903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074259" y="-213048"/>
            <a:ext cx="5278022" cy="65546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9053D0-A469-9149-7A4B-1F411B07C0C5}"/>
              </a:ext>
            </a:extLst>
          </p:cNvPr>
          <p:cNvSpPr/>
          <p:nvPr/>
        </p:nvSpPr>
        <p:spPr>
          <a:xfrm>
            <a:off x="710292" y="425285"/>
            <a:ext cx="4131128" cy="2469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Likely not the first figure, but displaying information in this way creates a figure that is ‘extremely’ information dense.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* Figure will likely hold continuous diafiltration data from ~6 unique experiments, providing ~ 10</a:t>
            </a:r>
            <a:r>
              <a:rPr lang="en-US" baseline="30000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 data points.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D5CEB-4A71-C98C-CFF9-7E15C96E26D0}"/>
              </a:ext>
            </a:extLst>
          </p:cNvPr>
          <p:cNvSpPr/>
          <p:nvPr/>
        </p:nvSpPr>
        <p:spPr>
          <a:xfrm>
            <a:off x="710292" y="3296392"/>
            <a:ext cx="4131128" cy="2924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‘break’ down this data to validate/generate equations on 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molecular scale to enable reverse engineering of membrane materials (rejection as a function of transport coefficients)? 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systems scale to inform modular membrane design. (Rejection as a function of species/salt concentration)</a:t>
            </a:r>
          </a:p>
        </p:txBody>
      </p:sp>
    </p:spTree>
    <p:extLst>
      <p:ext uri="{BB962C8B-B14F-4D97-AF65-F5344CB8AC3E}">
        <p14:creationId xmlns:p14="http://schemas.microsoft.com/office/powerpoint/2010/main" val="375316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62DF-C690-4B37-F02A-E25D1CCC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8F77CB-39E2-44BB-1032-CA05890C79F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942AE-4193-CA68-2E53-84A4C7C804F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D49F63-65C5-09AD-6835-39B65900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31E4E3-046E-06CA-EDC6-EDC25ED0B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877822" y="84162"/>
            <a:ext cx="5465558" cy="63886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C5F89A-BB8F-351B-532D-7E9DE1757B5A}"/>
              </a:ext>
            </a:extLst>
          </p:cNvPr>
          <p:cNvSpPr/>
          <p:nvPr/>
        </p:nvSpPr>
        <p:spPr>
          <a:xfrm>
            <a:off x="751114" y="1347107"/>
            <a:ext cx="4131128" cy="324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Similair</a:t>
            </a:r>
            <a:r>
              <a:rPr lang="en-US" dirty="0">
                <a:solidFill>
                  <a:schemeClr val="tx1"/>
                </a:solidFill>
              </a:rPr>
              <a:t> to previous graph yet aims to be ‘easier’ to understand.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3D graph is broken up into slices that are ‘exploded’ in the upper panels. Currently, most data is shown as 2D plots, yet we hypothesize that this removes a significant amount of important information that explains when multicomponent interactions are important. </a:t>
            </a:r>
          </a:p>
        </p:txBody>
      </p:sp>
    </p:spTree>
    <p:extLst>
      <p:ext uri="{BB962C8B-B14F-4D97-AF65-F5344CB8AC3E}">
        <p14:creationId xmlns:p14="http://schemas.microsoft.com/office/powerpoint/2010/main" val="126880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7CA3-0FF8-E339-7FF2-F47251BD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4F240-08C6-3C82-AEE8-6CFC6FB4B5F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90A0D5-0C7A-CFA4-FFCD-FE5DC1E0CC2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3B1B7C3-F38D-6EF6-AFFD-3C6C309B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B6347D-30E6-5FDC-5CCD-ABC30CB0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453550" y="-1850725"/>
            <a:ext cx="2927404" cy="7523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ACBB4-D980-6991-DE36-467107412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240467" y="1640439"/>
            <a:ext cx="2927404" cy="57594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9CA0F8-6264-6E04-8D76-1FEC3A974DD2}"/>
              </a:ext>
            </a:extLst>
          </p:cNvPr>
          <p:cNvSpPr/>
          <p:nvPr/>
        </p:nvSpPr>
        <p:spPr>
          <a:xfrm>
            <a:off x="800100" y="3002388"/>
            <a:ext cx="4131128" cy="23349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 3 copolymer membranes with different charge densities.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Show… Pore size is constant, charge density is tunable. Characterize copolymers using suggested experiments.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D7545-7034-DCE6-33A1-C05013CE2C39}"/>
              </a:ext>
            </a:extLst>
          </p:cNvPr>
          <p:cNvSpPr/>
          <p:nvPr/>
        </p:nvSpPr>
        <p:spPr>
          <a:xfrm>
            <a:off x="800100" y="530122"/>
            <a:ext cx="4131128" cy="1825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While an experimentalist engineered 6 unique experiments to characterize membranes (how much information is generated), theory/modeling can propose # experiments to generate # more information. </a:t>
            </a:r>
          </a:p>
        </p:txBody>
      </p:sp>
    </p:spTree>
    <p:extLst>
      <p:ext uri="{BB962C8B-B14F-4D97-AF65-F5344CB8AC3E}">
        <p14:creationId xmlns:p14="http://schemas.microsoft.com/office/powerpoint/2010/main" val="147139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173642</TotalTime>
  <Words>526</Words>
  <Application>Microsoft Office PowerPoint</Application>
  <PresentationFormat>Widescreen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Jonathan Ouimet</cp:lastModifiedBy>
  <cp:revision>1233</cp:revision>
  <dcterms:created xsi:type="dcterms:W3CDTF">2020-05-07T13:25:50Z</dcterms:created>
  <dcterms:modified xsi:type="dcterms:W3CDTF">2024-02-19T20:56:18Z</dcterms:modified>
</cp:coreProperties>
</file>